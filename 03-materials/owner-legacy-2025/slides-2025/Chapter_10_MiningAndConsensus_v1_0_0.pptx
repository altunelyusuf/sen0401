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ppt/diagrams/data5.xml" ContentType="application/vnd.openxmlformats-officedocument.drawingml.diagramData+xml"/>
  <Override PartName="/ppt/diagrams/layout5.xml" ContentType="application/vnd.openxmlformats-officedocument.drawingml.diagramLayout+xml"/>
  <Override PartName="/ppt/diagrams/quickStyle5.xml" ContentType="application/vnd.openxmlformats-officedocument.drawingml.diagramStyle+xml"/>
  <Override PartName="/ppt/diagrams/colors5.xml" ContentType="application/vnd.openxmlformats-officedocument.drawingml.diagramColors+xml"/>
  <Override PartName="/ppt/diagrams/drawing5.xml" ContentType="application/vnd.ms-office.drawingml.diagramDrawing+xml"/>
  <Override PartName="/ppt/diagrams/data6.xml" ContentType="application/vnd.openxmlformats-officedocument.drawingml.diagramData+xml"/>
  <Override PartName="/ppt/diagrams/layout6.xml" ContentType="application/vnd.openxmlformats-officedocument.drawingml.diagramLayout+xml"/>
  <Override PartName="/ppt/diagrams/quickStyle6.xml" ContentType="application/vnd.openxmlformats-officedocument.drawingml.diagramStyle+xml"/>
  <Override PartName="/ppt/diagrams/colors6.xml" ContentType="application/vnd.openxmlformats-officedocument.drawingml.diagramColors+xml"/>
  <Override PartName="/ppt/diagrams/drawing6.xml" ContentType="application/vnd.ms-office.drawingml.diagramDrawing+xml"/>
  <Override PartName="/ppt/notesSlides/notesSlide1.xml" ContentType="application/vnd.openxmlformats-officedocument.presentationml.notesSlide+xml"/>
  <Override PartName="/ppt/diagrams/data7.xml" ContentType="application/vnd.openxmlformats-officedocument.drawingml.diagramData+xml"/>
  <Override PartName="/ppt/diagrams/layout7.xml" ContentType="application/vnd.openxmlformats-officedocument.drawingml.diagramLayout+xml"/>
  <Override PartName="/ppt/diagrams/quickStyle7.xml" ContentType="application/vnd.openxmlformats-officedocument.drawingml.diagramStyle+xml"/>
  <Override PartName="/ppt/diagrams/colors7.xml" ContentType="application/vnd.openxmlformats-officedocument.drawingml.diagramColors+xml"/>
  <Override PartName="/ppt/diagrams/drawing7.xml" ContentType="application/vnd.ms-office.drawingml.diagramDrawing+xml"/>
  <Override PartName="/ppt/diagrams/data8.xml" ContentType="application/vnd.openxmlformats-officedocument.drawingml.diagramData+xml"/>
  <Override PartName="/ppt/diagrams/layout8.xml" ContentType="application/vnd.openxmlformats-officedocument.drawingml.diagramLayout+xml"/>
  <Override PartName="/ppt/diagrams/quickStyle8.xml" ContentType="application/vnd.openxmlformats-officedocument.drawingml.diagramStyle+xml"/>
  <Override PartName="/ppt/diagrams/colors8.xml" ContentType="application/vnd.openxmlformats-officedocument.drawingml.diagramColors+xml"/>
  <Override PartName="/ppt/diagrams/drawing8.xml" ContentType="application/vnd.ms-office.drawingml.diagramDrawing+xml"/>
  <Override PartName="/ppt/notesSlides/notesSlide2.xml" ContentType="application/vnd.openxmlformats-officedocument.presentationml.notesSlide+xml"/>
  <Override PartName="/ppt/diagrams/data9.xml" ContentType="application/vnd.openxmlformats-officedocument.drawingml.diagramData+xml"/>
  <Override PartName="/ppt/diagrams/layout9.xml" ContentType="application/vnd.openxmlformats-officedocument.drawingml.diagramLayout+xml"/>
  <Override PartName="/ppt/diagrams/quickStyle9.xml" ContentType="application/vnd.openxmlformats-officedocument.drawingml.diagramStyle+xml"/>
  <Override PartName="/ppt/diagrams/colors9.xml" ContentType="application/vnd.openxmlformats-officedocument.drawingml.diagramColors+xml"/>
  <Override PartName="/ppt/diagrams/drawing9.xml" ContentType="application/vnd.ms-office.drawingml.diagramDrawing+xml"/>
  <Override PartName="/ppt/notesSlides/notesSlide3.xml" ContentType="application/vnd.openxmlformats-officedocument.presentationml.notesSlide+xml"/>
  <Override PartName="/ppt/diagrams/data10.xml" ContentType="application/vnd.openxmlformats-officedocument.drawingml.diagramData+xml"/>
  <Override PartName="/ppt/diagrams/layout10.xml" ContentType="application/vnd.openxmlformats-officedocument.drawingml.diagramLayout+xml"/>
  <Override PartName="/ppt/diagrams/quickStyle10.xml" ContentType="application/vnd.openxmlformats-officedocument.drawingml.diagramStyle+xml"/>
  <Override PartName="/ppt/diagrams/colors10.xml" ContentType="application/vnd.openxmlformats-officedocument.drawingml.diagramColors+xml"/>
  <Override PartName="/ppt/diagrams/drawing10.xml" ContentType="application/vnd.ms-office.drawingml.diagramDrawing+xml"/>
  <Override PartName="/ppt/notesSlides/notesSlide4.xml" ContentType="application/vnd.openxmlformats-officedocument.presentationml.notesSlide+xml"/>
  <Override PartName="/ppt/diagrams/data11.xml" ContentType="application/vnd.openxmlformats-officedocument.drawingml.diagramData+xml"/>
  <Override PartName="/ppt/diagrams/layout11.xml" ContentType="application/vnd.openxmlformats-officedocument.drawingml.diagramLayout+xml"/>
  <Override PartName="/ppt/diagrams/quickStyle11.xml" ContentType="application/vnd.openxmlformats-officedocument.drawingml.diagramStyle+xml"/>
  <Override PartName="/ppt/diagrams/colors11.xml" ContentType="application/vnd.openxmlformats-officedocument.drawingml.diagramColors+xml"/>
  <Override PartName="/ppt/diagrams/drawing11.xml" ContentType="application/vnd.ms-office.drawingml.diagramDrawing+xml"/>
  <Override PartName="/ppt/notesSlides/notesSlide5.xml" ContentType="application/vnd.openxmlformats-officedocument.presentationml.notesSlide+xml"/>
  <Override PartName="/ppt/diagrams/data12.xml" ContentType="application/vnd.openxmlformats-officedocument.drawingml.diagramData+xml"/>
  <Override PartName="/ppt/diagrams/layout12.xml" ContentType="application/vnd.openxmlformats-officedocument.drawingml.diagramLayout+xml"/>
  <Override PartName="/ppt/diagrams/quickStyle12.xml" ContentType="application/vnd.openxmlformats-officedocument.drawingml.diagramStyle+xml"/>
  <Override PartName="/ppt/diagrams/colors12.xml" ContentType="application/vnd.openxmlformats-officedocument.drawingml.diagramColors+xml"/>
  <Override PartName="/ppt/diagrams/drawing12.xml" ContentType="application/vnd.ms-office.drawingml.diagramDrawing+xml"/>
  <Override PartName="/ppt/notesSlides/notesSlide6.xml" ContentType="application/vnd.openxmlformats-officedocument.presentationml.notesSlide+xml"/>
  <Override PartName="/ppt/diagrams/data13.xml" ContentType="application/vnd.openxmlformats-officedocument.drawingml.diagramData+xml"/>
  <Override PartName="/ppt/diagrams/layout13.xml" ContentType="application/vnd.openxmlformats-officedocument.drawingml.diagramLayout+xml"/>
  <Override PartName="/ppt/diagrams/quickStyle13.xml" ContentType="application/vnd.openxmlformats-officedocument.drawingml.diagramStyle+xml"/>
  <Override PartName="/ppt/diagrams/colors13.xml" ContentType="application/vnd.openxmlformats-officedocument.drawingml.diagramColors+xml"/>
  <Override PartName="/ppt/diagrams/drawing13.xml" ContentType="application/vnd.ms-office.drawingml.diagramDrawing+xml"/>
  <Override PartName="/ppt/diagrams/data14.xml" ContentType="application/vnd.openxmlformats-officedocument.drawingml.diagramData+xml"/>
  <Override PartName="/ppt/diagrams/layout14.xml" ContentType="application/vnd.openxmlformats-officedocument.drawingml.diagramLayout+xml"/>
  <Override PartName="/ppt/diagrams/quickStyle14.xml" ContentType="application/vnd.openxmlformats-officedocument.drawingml.diagramStyle+xml"/>
  <Override PartName="/ppt/diagrams/colors14.xml" ContentType="application/vnd.openxmlformats-officedocument.drawingml.diagramColors+xml"/>
  <Override PartName="/ppt/diagrams/drawing14.xml" ContentType="application/vnd.ms-office.drawingml.diagramDrawing+xml"/>
  <Override PartName="/ppt/diagrams/data15.xml" ContentType="application/vnd.openxmlformats-officedocument.drawingml.diagramData+xml"/>
  <Override PartName="/ppt/diagrams/layout15.xml" ContentType="application/vnd.openxmlformats-officedocument.drawingml.diagramLayout+xml"/>
  <Override PartName="/ppt/diagrams/quickStyle15.xml" ContentType="application/vnd.openxmlformats-officedocument.drawingml.diagramStyle+xml"/>
  <Override PartName="/ppt/diagrams/colors15.xml" ContentType="application/vnd.openxmlformats-officedocument.drawingml.diagramColors+xml"/>
  <Override PartName="/ppt/diagrams/drawing15.xml" ContentType="application/vnd.ms-office.drawingml.diagramDrawing+xml"/>
  <Override PartName="/ppt/diagrams/data16.xml" ContentType="application/vnd.openxmlformats-officedocument.drawingml.diagramData+xml"/>
  <Override PartName="/ppt/diagrams/layout16.xml" ContentType="application/vnd.openxmlformats-officedocument.drawingml.diagramLayout+xml"/>
  <Override PartName="/ppt/diagrams/quickStyle16.xml" ContentType="application/vnd.openxmlformats-officedocument.drawingml.diagramStyle+xml"/>
  <Override PartName="/ppt/diagrams/colors16.xml" ContentType="application/vnd.openxmlformats-officedocument.drawingml.diagramColors+xml"/>
  <Override PartName="/ppt/diagrams/drawing16.xml" ContentType="application/vnd.ms-office.drawingml.diagramDrawing+xml"/>
  <Override PartName="/ppt/diagrams/data17.xml" ContentType="application/vnd.openxmlformats-officedocument.drawingml.diagramData+xml"/>
  <Override PartName="/ppt/diagrams/layout17.xml" ContentType="application/vnd.openxmlformats-officedocument.drawingml.diagramLayout+xml"/>
  <Override PartName="/ppt/diagrams/quickStyle17.xml" ContentType="application/vnd.openxmlformats-officedocument.drawingml.diagramStyle+xml"/>
  <Override PartName="/ppt/diagrams/colors17.xml" ContentType="application/vnd.openxmlformats-officedocument.drawingml.diagramColors+xml"/>
  <Override PartName="/ppt/diagrams/drawing17.xml" ContentType="application/vnd.ms-office.drawingml.diagramDrawing+xml"/>
  <Override PartName="/ppt/diagrams/data18.xml" ContentType="application/vnd.openxmlformats-officedocument.drawingml.diagramData+xml"/>
  <Override PartName="/ppt/diagrams/layout18.xml" ContentType="application/vnd.openxmlformats-officedocument.drawingml.diagramLayout+xml"/>
  <Override PartName="/ppt/diagrams/quickStyle18.xml" ContentType="application/vnd.openxmlformats-officedocument.drawingml.diagramStyle+xml"/>
  <Override PartName="/ppt/diagrams/colors18.xml" ContentType="application/vnd.openxmlformats-officedocument.drawingml.diagramColors+xml"/>
  <Override PartName="/ppt/diagrams/drawing18.xml" ContentType="application/vnd.ms-office.drawingml.diagramDrawing+xml"/>
  <Override PartName="/ppt/diagrams/data19.xml" ContentType="application/vnd.openxmlformats-officedocument.drawingml.diagramData+xml"/>
  <Override PartName="/ppt/diagrams/layout19.xml" ContentType="application/vnd.openxmlformats-officedocument.drawingml.diagramLayout+xml"/>
  <Override PartName="/ppt/diagrams/quickStyle19.xml" ContentType="application/vnd.openxmlformats-officedocument.drawingml.diagramStyle+xml"/>
  <Override PartName="/ppt/diagrams/colors19.xml" ContentType="application/vnd.openxmlformats-officedocument.drawingml.diagramColors+xml"/>
  <Override PartName="/ppt/diagrams/drawing19.xml" ContentType="application/vnd.ms-office.drawingml.diagramDrawing+xml"/>
  <Override PartName="/ppt/notesSlides/notesSlide7.xml" ContentType="application/vnd.openxmlformats-officedocument.presentationml.notesSlide+xml"/>
  <Override PartName="/ppt/diagrams/data20.xml" ContentType="application/vnd.openxmlformats-officedocument.drawingml.diagramData+xml"/>
  <Override PartName="/ppt/diagrams/layout20.xml" ContentType="application/vnd.openxmlformats-officedocument.drawingml.diagramLayout+xml"/>
  <Override PartName="/ppt/diagrams/quickStyle20.xml" ContentType="application/vnd.openxmlformats-officedocument.drawingml.diagramStyle+xml"/>
  <Override PartName="/ppt/diagrams/colors20.xml" ContentType="application/vnd.openxmlformats-officedocument.drawingml.diagramColors+xml"/>
  <Override PartName="/ppt/diagrams/drawing20.xml" ContentType="application/vnd.ms-office.drawingml.diagramDrawing+xml"/>
  <Override PartName="/ppt/diagrams/data21.xml" ContentType="application/vnd.openxmlformats-officedocument.drawingml.diagramData+xml"/>
  <Override PartName="/ppt/diagrams/layout21.xml" ContentType="application/vnd.openxmlformats-officedocument.drawingml.diagramLayout+xml"/>
  <Override PartName="/ppt/diagrams/quickStyle21.xml" ContentType="application/vnd.openxmlformats-officedocument.drawingml.diagramStyle+xml"/>
  <Override PartName="/ppt/diagrams/colors21.xml" ContentType="application/vnd.openxmlformats-officedocument.drawingml.diagramColors+xml"/>
  <Override PartName="/ppt/diagrams/drawing21.xml" ContentType="application/vnd.ms-office.drawingml.diagramDrawing+xml"/>
  <Override PartName="/ppt/diagrams/data22.xml" ContentType="application/vnd.openxmlformats-officedocument.drawingml.diagramData+xml"/>
  <Override PartName="/ppt/diagrams/layout22.xml" ContentType="application/vnd.openxmlformats-officedocument.drawingml.diagramLayout+xml"/>
  <Override PartName="/ppt/diagrams/quickStyle22.xml" ContentType="application/vnd.openxmlformats-officedocument.drawingml.diagramStyle+xml"/>
  <Override PartName="/ppt/diagrams/colors22.xml" ContentType="application/vnd.openxmlformats-officedocument.drawingml.diagramColors+xml"/>
  <Override PartName="/ppt/diagrams/drawing22.xml" ContentType="application/vnd.ms-office.drawingml.diagramDrawing+xml"/>
  <Override PartName="/ppt/diagrams/data23.xml" ContentType="application/vnd.openxmlformats-officedocument.drawingml.diagramData+xml"/>
  <Override PartName="/ppt/diagrams/layout23.xml" ContentType="application/vnd.openxmlformats-officedocument.drawingml.diagramLayout+xml"/>
  <Override PartName="/ppt/diagrams/quickStyle23.xml" ContentType="application/vnd.openxmlformats-officedocument.drawingml.diagramStyle+xml"/>
  <Override PartName="/ppt/diagrams/colors23.xml" ContentType="application/vnd.openxmlformats-officedocument.drawingml.diagramColors+xml"/>
  <Override PartName="/ppt/diagrams/drawing23.xml" ContentType="application/vnd.ms-office.drawingml.diagramDrawing+xml"/>
  <Override PartName="/ppt/diagrams/data24.xml" ContentType="application/vnd.openxmlformats-officedocument.drawingml.diagramData+xml"/>
  <Override PartName="/ppt/diagrams/layout24.xml" ContentType="application/vnd.openxmlformats-officedocument.drawingml.diagramLayout+xml"/>
  <Override PartName="/ppt/diagrams/quickStyle24.xml" ContentType="application/vnd.openxmlformats-officedocument.drawingml.diagramStyle+xml"/>
  <Override PartName="/ppt/diagrams/colors24.xml" ContentType="application/vnd.openxmlformats-officedocument.drawingml.diagramColors+xml"/>
  <Override PartName="/ppt/diagrams/drawing24.xml" ContentType="application/vnd.ms-office.drawingml.diagramDrawing+xml"/>
  <Override PartName="/ppt/diagrams/data25.xml" ContentType="application/vnd.openxmlformats-officedocument.drawingml.diagramData+xml"/>
  <Override PartName="/ppt/diagrams/layout25.xml" ContentType="application/vnd.openxmlformats-officedocument.drawingml.diagramLayout+xml"/>
  <Override PartName="/ppt/diagrams/quickStyle25.xml" ContentType="application/vnd.openxmlformats-officedocument.drawingml.diagramStyle+xml"/>
  <Override PartName="/ppt/diagrams/colors25.xml" ContentType="application/vnd.openxmlformats-officedocument.drawingml.diagramColors+xml"/>
  <Override PartName="/ppt/diagrams/drawing25.xml" ContentType="application/vnd.ms-office.drawingml.diagramDrawing+xml"/>
  <Override PartName="/ppt/diagrams/data26.xml" ContentType="application/vnd.openxmlformats-officedocument.drawingml.diagramData+xml"/>
  <Override PartName="/ppt/diagrams/layout26.xml" ContentType="application/vnd.openxmlformats-officedocument.drawingml.diagramLayout+xml"/>
  <Override PartName="/ppt/diagrams/quickStyle26.xml" ContentType="application/vnd.openxmlformats-officedocument.drawingml.diagramStyle+xml"/>
  <Override PartName="/ppt/diagrams/colors26.xml" ContentType="application/vnd.openxmlformats-officedocument.drawingml.diagramColors+xml"/>
  <Override PartName="/ppt/diagrams/drawing26.xml" ContentType="application/vnd.ms-office.drawingml.diagramDrawing+xml"/>
  <Override PartName="/ppt/diagrams/data27.xml" ContentType="application/vnd.openxmlformats-officedocument.drawingml.diagramData+xml"/>
  <Override PartName="/ppt/diagrams/layout27.xml" ContentType="application/vnd.openxmlformats-officedocument.drawingml.diagramLayout+xml"/>
  <Override PartName="/ppt/diagrams/quickStyle27.xml" ContentType="application/vnd.openxmlformats-officedocument.drawingml.diagramStyle+xml"/>
  <Override PartName="/ppt/diagrams/colors27.xml" ContentType="application/vnd.openxmlformats-officedocument.drawingml.diagramColors+xml"/>
  <Override PartName="/ppt/diagrams/drawing27.xml" ContentType="application/vnd.ms-office.drawingml.diagramDrawing+xml"/>
  <Override PartName="/ppt/diagrams/data28.xml" ContentType="application/vnd.openxmlformats-officedocument.drawingml.diagramData+xml"/>
  <Override PartName="/ppt/diagrams/layout28.xml" ContentType="application/vnd.openxmlformats-officedocument.drawingml.diagramLayout+xml"/>
  <Override PartName="/ppt/diagrams/quickStyle28.xml" ContentType="application/vnd.openxmlformats-officedocument.drawingml.diagramStyle+xml"/>
  <Override PartName="/ppt/diagrams/colors28.xml" ContentType="application/vnd.openxmlformats-officedocument.drawingml.diagramColors+xml"/>
  <Override PartName="/ppt/diagrams/drawing28.xml" ContentType="application/vnd.ms-office.drawingml.diagramDrawing+xml"/>
  <Override PartName="/ppt/diagrams/data29.xml" ContentType="application/vnd.openxmlformats-officedocument.drawingml.diagramData+xml"/>
  <Override PartName="/ppt/diagrams/layout29.xml" ContentType="application/vnd.openxmlformats-officedocument.drawingml.diagramLayout+xml"/>
  <Override PartName="/ppt/diagrams/quickStyle29.xml" ContentType="application/vnd.openxmlformats-officedocument.drawingml.diagramStyle+xml"/>
  <Override PartName="/ppt/diagrams/colors29.xml" ContentType="application/vnd.openxmlformats-officedocument.drawingml.diagramColors+xml"/>
  <Override PartName="/ppt/diagrams/drawing29.xml" ContentType="application/vnd.ms-office.drawingml.diagramDrawing+xml"/>
  <Override PartName="/ppt/diagrams/data30.xml" ContentType="application/vnd.openxmlformats-officedocument.drawingml.diagramData+xml"/>
  <Override PartName="/ppt/diagrams/layout30.xml" ContentType="application/vnd.openxmlformats-officedocument.drawingml.diagramLayout+xml"/>
  <Override PartName="/ppt/diagrams/quickStyle30.xml" ContentType="application/vnd.openxmlformats-officedocument.drawingml.diagramStyle+xml"/>
  <Override PartName="/ppt/diagrams/colors30.xml" ContentType="application/vnd.openxmlformats-officedocument.drawingml.diagramColors+xml"/>
  <Override PartName="/ppt/diagrams/drawing30.xml" ContentType="application/vnd.ms-office.drawingml.diagramDrawing+xml"/>
  <Override PartName="/ppt/diagrams/data31.xml" ContentType="application/vnd.openxmlformats-officedocument.drawingml.diagramData+xml"/>
  <Override PartName="/ppt/diagrams/layout31.xml" ContentType="application/vnd.openxmlformats-officedocument.drawingml.diagramLayout+xml"/>
  <Override PartName="/ppt/diagrams/quickStyle31.xml" ContentType="application/vnd.openxmlformats-officedocument.drawingml.diagramStyle+xml"/>
  <Override PartName="/ppt/diagrams/colors31.xml" ContentType="application/vnd.openxmlformats-officedocument.drawingml.diagramColors+xml"/>
  <Override PartName="/ppt/diagrams/drawing31.xml" ContentType="application/vnd.ms-office.drawingml.diagramDrawing+xml"/>
  <Override PartName="/ppt/diagrams/data32.xml" ContentType="application/vnd.openxmlformats-officedocument.drawingml.diagramData+xml"/>
  <Override PartName="/ppt/diagrams/layout32.xml" ContentType="application/vnd.openxmlformats-officedocument.drawingml.diagramLayout+xml"/>
  <Override PartName="/ppt/diagrams/quickStyle32.xml" ContentType="application/vnd.openxmlformats-officedocument.drawingml.diagramStyle+xml"/>
  <Override PartName="/ppt/diagrams/colors32.xml" ContentType="application/vnd.openxmlformats-officedocument.drawingml.diagramColors+xml"/>
  <Override PartName="/ppt/diagrams/drawing32.xml" ContentType="application/vnd.ms-office.drawingml.diagramDrawing+xml"/>
  <Override PartName="/ppt/diagrams/data33.xml" ContentType="application/vnd.openxmlformats-officedocument.drawingml.diagramData+xml"/>
  <Override PartName="/ppt/diagrams/layout33.xml" ContentType="application/vnd.openxmlformats-officedocument.drawingml.diagramLayout+xml"/>
  <Override PartName="/ppt/diagrams/quickStyle33.xml" ContentType="application/vnd.openxmlformats-officedocument.drawingml.diagramStyle+xml"/>
  <Override PartName="/ppt/diagrams/colors33.xml" ContentType="application/vnd.openxmlformats-officedocument.drawingml.diagramColors+xml"/>
  <Override PartName="/ppt/diagrams/drawing33.xml" ContentType="application/vnd.ms-office.drawingml.diagramDrawing+xml"/>
  <Override PartName="/ppt/diagrams/data34.xml" ContentType="application/vnd.openxmlformats-officedocument.drawingml.diagramData+xml"/>
  <Override PartName="/ppt/diagrams/layout34.xml" ContentType="application/vnd.openxmlformats-officedocument.drawingml.diagramLayout+xml"/>
  <Override PartName="/ppt/diagrams/quickStyle34.xml" ContentType="application/vnd.openxmlformats-officedocument.drawingml.diagramStyle+xml"/>
  <Override PartName="/ppt/diagrams/colors34.xml" ContentType="application/vnd.openxmlformats-officedocument.drawingml.diagramColors+xml"/>
  <Override PartName="/ppt/diagrams/drawing34.xml" ContentType="application/vnd.ms-office.drawingml.diagramDrawing+xml"/>
  <Override PartName="/ppt/diagrams/data35.xml" ContentType="application/vnd.openxmlformats-officedocument.drawingml.diagramData+xml"/>
  <Override PartName="/ppt/diagrams/layout35.xml" ContentType="application/vnd.openxmlformats-officedocument.drawingml.diagramLayout+xml"/>
  <Override PartName="/ppt/diagrams/quickStyle35.xml" ContentType="application/vnd.openxmlformats-officedocument.drawingml.diagramStyle+xml"/>
  <Override PartName="/ppt/diagrams/colors35.xml" ContentType="application/vnd.openxmlformats-officedocument.drawingml.diagramColors+xml"/>
  <Override PartName="/ppt/diagrams/drawing35.xml" ContentType="application/vnd.ms-office.drawingml.diagramDrawing+xml"/>
  <Override PartName="/ppt/diagrams/data36.xml" ContentType="application/vnd.openxmlformats-officedocument.drawingml.diagramData+xml"/>
  <Override PartName="/ppt/diagrams/layout36.xml" ContentType="application/vnd.openxmlformats-officedocument.drawingml.diagramLayout+xml"/>
  <Override PartName="/ppt/diagrams/quickStyle36.xml" ContentType="application/vnd.openxmlformats-officedocument.drawingml.diagramStyle+xml"/>
  <Override PartName="/ppt/diagrams/colors36.xml" ContentType="application/vnd.openxmlformats-officedocument.drawingml.diagramColors+xml"/>
  <Override PartName="/ppt/diagrams/drawing36.xml" ContentType="application/vnd.ms-office.drawingml.diagramDrawing+xml"/>
  <Override PartName="/ppt/diagrams/data37.xml" ContentType="application/vnd.openxmlformats-officedocument.drawingml.diagramData+xml"/>
  <Override PartName="/ppt/diagrams/layout37.xml" ContentType="application/vnd.openxmlformats-officedocument.drawingml.diagramLayout+xml"/>
  <Override PartName="/ppt/diagrams/quickStyle37.xml" ContentType="application/vnd.openxmlformats-officedocument.drawingml.diagramStyle+xml"/>
  <Override PartName="/ppt/diagrams/colors37.xml" ContentType="application/vnd.openxmlformats-officedocument.drawingml.diagramColors+xml"/>
  <Override PartName="/ppt/diagrams/drawing37.xml" ContentType="application/vnd.ms-office.drawingml.diagramDrawing+xml"/>
  <Override PartName="/ppt/diagrams/data38.xml" ContentType="application/vnd.openxmlformats-officedocument.drawingml.diagramData+xml"/>
  <Override PartName="/ppt/diagrams/layout38.xml" ContentType="application/vnd.openxmlformats-officedocument.drawingml.diagramLayout+xml"/>
  <Override PartName="/ppt/diagrams/quickStyle38.xml" ContentType="application/vnd.openxmlformats-officedocument.drawingml.diagramStyle+xml"/>
  <Override PartName="/ppt/diagrams/colors38.xml" ContentType="application/vnd.openxmlformats-officedocument.drawingml.diagramColors+xml"/>
  <Override PartName="/ppt/diagrams/drawing38.xml" ContentType="application/vnd.ms-office.drawingml.diagramDrawing+xml"/>
  <Override PartName="/ppt/diagrams/data39.xml" ContentType="application/vnd.openxmlformats-officedocument.drawingml.diagramData+xml"/>
  <Override PartName="/ppt/diagrams/layout39.xml" ContentType="application/vnd.openxmlformats-officedocument.drawingml.diagramLayout+xml"/>
  <Override PartName="/ppt/diagrams/quickStyle39.xml" ContentType="application/vnd.openxmlformats-officedocument.drawingml.diagramStyle+xml"/>
  <Override PartName="/ppt/diagrams/colors39.xml" ContentType="application/vnd.openxmlformats-officedocument.drawingml.diagramColors+xml"/>
  <Override PartName="/ppt/diagrams/drawing39.xml" ContentType="application/vnd.ms-office.drawingml.diagramDrawing+xml"/>
  <Override PartName="/ppt/diagrams/data40.xml" ContentType="application/vnd.openxmlformats-officedocument.drawingml.diagramData+xml"/>
  <Override PartName="/ppt/diagrams/layout40.xml" ContentType="application/vnd.openxmlformats-officedocument.drawingml.diagramLayout+xml"/>
  <Override PartName="/ppt/diagrams/quickStyle40.xml" ContentType="application/vnd.openxmlformats-officedocument.drawingml.diagramStyle+xml"/>
  <Override PartName="/ppt/diagrams/colors40.xml" ContentType="application/vnd.openxmlformats-officedocument.drawingml.diagramColors+xml"/>
  <Override PartName="/ppt/diagrams/drawing40.xml" ContentType="application/vnd.ms-office.drawingml.diagramDrawing+xml"/>
  <Override PartName="/ppt/diagrams/data41.xml" ContentType="application/vnd.openxmlformats-officedocument.drawingml.diagramData+xml"/>
  <Override PartName="/ppt/diagrams/layout41.xml" ContentType="application/vnd.openxmlformats-officedocument.drawingml.diagramLayout+xml"/>
  <Override PartName="/ppt/diagrams/quickStyle41.xml" ContentType="application/vnd.openxmlformats-officedocument.drawingml.diagramStyle+xml"/>
  <Override PartName="/ppt/diagrams/colors41.xml" ContentType="application/vnd.openxmlformats-officedocument.drawingml.diagramColors+xml"/>
  <Override PartName="/ppt/diagrams/drawing41.xml" ContentType="application/vnd.ms-office.drawingml.diagramDrawing+xml"/>
  <Override PartName="/ppt/diagrams/data42.xml" ContentType="application/vnd.openxmlformats-officedocument.drawingml.diagramData+xml"/>
  <Override PartName="/ppt/diagrams/layout42.xml" ContentType="application/vnd.openxmlformats-officedocument.drawingml.diagramLayout+xml"/>
  <Override PartName="/ppt/diagrams/quickStyle42.xml" ContentType="application/vnd.openxmlformats-officedocument.drawingml.diagramStyle+xml"/>
  <Override PartName="/ppt/diagrams/colors42.xml" ContentType="application/vnd.openxmlformats-officedocument.drawingml.diagramColors+xml"/>
  <Override PartName="/ppt/diagrams/drawing42.xml" ContentType="application/vnd.ms-office.drawingml.diagramDrawing+xml"/>
  <Override PartName="/ppt/diagrams/data43.xml" ContentType="application/vnd.openxmlformats-officedocument.drawingml.diagramData+xml"/>
  <Override PartName="/ppt/diagrams/layout43.xml" ContentType="application/vnd.openxmlformats-officedocument.drawingml.diagramLayout+xml"/>
  <Override PartName="/ppt/diagrams/quickStyle43.xml" ContentType="application/vnd.openxmlformats-officedocument.drawingml.diagramStyle+xml"/>
  <Override PartName="/ppt/diagrams/colors43.xml" ContentType="application/vnd.openxmlformats-officedocument.drawingml.diagramColors+xml"/>
  <Override PartName="/ppt/diagrams/drawing43.xml" ContentType="application/vnd.ms-office.drawingml.diagramDrawing+xml"/>
  <Override PartName="/ppt/diagrams/data44.xml" ContentType="application/vnd.openxmlformats-officedocument.drawingml.diagramData+xml"/>
  <Override PartName="/ppt/diagrams/layout44.xml" ContentType="application/vnd.openxmlformats-officedocument.drawingml.diagramLayout+xml"/>
  <Override PartName="/ppt/diagrams/quickStyle44.xml" ContentType="application/vnd.openxmlformats-officedocument.drawingml.diagramStyle+xml"/>
  <Override PartName="/ppt/diagrams/colors44.xml" ContentType="application/vnd.openxmlformats-officedocument.drawingml.diagramColors+xml"/>
  <Override PartName="/ppt/diagrams/drawing44.xml" ContentType="application/vnd.ms-office.drawingml.diagramDrawing+xml"/>
  <Override PartName="/ppt/diagrams/data45.xml" ContentType="application/vnd.openxmlformats-officedocument.drawingml.diagramData+xml"/>
  <Override PartName="/ppt/diagrams/layout45.xml" ContentType="application/vnd.openxmlformats-officedocument.drawingml.diagramLayout+xml"/>
  <Override PartName="/ppt/diagrams/quickStyle45.xml" ContentType="application/vnd.openxmlformats-officedocument.drawingml.diagramStyle+xml"/>
  <Override PartName="/ppt/diagrams/colors45.xml" ContentType="application/vnd.openxmlformats-officedocument.drawingml.diagramColors+xml"/>
  <Override PartName="/ppt/diagrams/drawing45.xml" ContentType="application/vnd.ms-office.drawingml.diagramDrawing+xml"/>
  <Override PartName="/ppt/diagrams/data46.xml" ContentType="application/vnd.openxmlformats-officedocument.drawingml.diagramData+xml"/>
  <Override PartName="/ppt/diagrams/layout46.xml" ContentType="application/vnd.openxmlformats-officedocument.drawingml.diagramLayout+xml"/>
  <Override PartName="/ppt/diagrams/quickStyle46.xml" ContentType="application/vnd.openxmlformats-officedocument.drawingml.diagramStyle+xml"/>
  <Override PartName="/ppt/diagrams/colors46.xml" ContentType="application/vnd.openxmlformats-officedocument.drawingml.diagramColors+xml"/>
  <Override PartName="/ppt/diagrams/drawing46.xml" ContentType="application/vnd.ms-office.drawingml.diagramDrawing+xml"/>
  <Override PartName="/ppt/diagrams/data47.xml" ContentType="application/vnd.openxmlformats-officedocument.drawingml.diagramData+xml"/>
  <Override PartName="/ppt/diagrams/layout47.xml" ContentType="application/vnd.openxmlformats-officedocument.drawingml.diagramLayout+xml"/>
  <Override PartName="/ppt/diagrams/quickStyle47.xml" ContentType="application/vnd.openxmlformats-officedocument.drawingml.diagramStyle+xml"/>
  <Override PartName="/ppt/diagrams/colors47.xml" ContentType="application/vnd.openxmlformats-officedocument.drawingml.diagramColors+xml"/>
  <Override PartName="/ppt/diagrams/drawing47.xml" ContentType="application/vnd.ms-office.drawingml.diagramDrawing+xml"/>
  <Override PartName="/ppt/diagrams/data48.xml" ContentType="application/vnd.openxmlformats-officedocument.drawingml.diagramData+xml"/>
  <Override PartName="/ppt/diagrams/layout48.xml" ContentType="application/vnd.openxmlformats-officedocument.drawingml.diagramLayout+xml"/>
  <Override PartName="/ppt/diagrams/quickStyle48.xml" ContentType="application/vnd.openxmlformats-officedocument.drawingml.diagramStyle+xml"/>
  <Override PartName="/ppt/diagrams/colors48.xml" ContentType="application/vnd.openxmlformats-officedocument.drawingml.diagramColors+xml"/>
  <Override PartName="/ppt/diagrams/drawing48.xml" ContentType="application/vnd.ms-office.drawingml.diagramDrawing+xml"/>
  <Override PartName="/ppt/diagrams/data49.xml" ContentType="application/vnd.openxmlformats-officedocument.drawingml.diagramData+xml"/>
  <Override PartName="/ppt/diagrams/layout49.xml" ContentType="application/vnd.openxmlformats-officedocument.drawingml.diagramLayout+xml"/>
  <Override PartName="/ppt/diagrams/quickStyle49.xml" ContentType="application/vnd.openxmlformats-officedocument.drawingml.diagramStyle+xml"/>
  <Override PartName="/ppt/diagrams/colors49.xml" ContentType="application/vnd.openxmlformats-officedocument.drawingml.diagramColors+xml"/>
  <Override PartName="/ppt/diagrams/drawing49.xml" ContentType="application/vnd.ms-office.drawingml.diagramDrawing+xml"/>
  <Override PartName="/ppt/diagrams/data50.xml" ContentType="application/vnd.openxmlformats-officedocument.drawingml.diagramData+xml"/>
  <Override PartName="/ppt/diagrams/layout50.xml" ContentType="application/vnd.openxmlformats-officedocument.drawingml.diagramLayout+xml"/>
  <Override PartName="/ppt/diagrams/quickStyle50.xml" ContentType="application/vnd.openxmlformats-officedocument.drawingml.diagramStyle+xml"/>
  <Override PartName="/ppt/diagrams/colors50.xml" ContentType="application/vnd.openxmlformats-officedocument.drawingml.diagramColors+xml"/>
  <Override PartName="/ppt/diagrams/drawing50.xml" ContentType="application/vnd.ms-office.drawingml.diagramDrawing+xml"/>
  <Override PartName="/ppt/diagrams/data51.xml" ContentType="application/vnd.openxmlformats-officedocument.drawingml.diagramData+xml"/>
  <Override PartName="/ppt/diagrams/layout51.xml" ContentType="application/vnd.openxmlformats-officedocument.drawingml.diagramLayout+xml"/>
  <Override PartName="/ppt/diagrams/quickStyle51.xml" ContentType="application/vnd.openxmlformats-officedocument.drawingml.diagramStyle+xml"/>
  <Override PartName="/ppt/diagrams/colors51.xml" ContentType="application/vnd.openxmlformats-officedocument.drawingml.diagramColors+xml"/>
  <Override PartName="/ppt/diagrams/drawing51.xml" ContentType="application/vnd.ms-office.drawingml.diagramDrawing+xml"/>
  <Override PartName="/ppt/diagrams/data52.xml" ContentType="application/vnd.openxmlformats-officedocument.drawingml.diagramData+xml"/>
  <Override PartName="/ppt/diagrams/layout52.xml" ContentType="application/vnd.openxmlformats-officedocument.drawingml.diagramLayout+xml"/>
  <Override PartName="/ppt/diagrams/quickStyle52.xml" ContentType="application/vnd.openxmlformats-officedocument.drawingml.diagramStyle+xml"/>
  <Override PartName="/ppt/diagrams/colors52.xml" ContentType="application/vnd.openxmlformats-officedocument.drawingml.diagramColors+xml"/>
  <Override PartName="/ppt/diagrams/drawing52.xml" ContentType="application/vnd.ms-office.drawingml.diagramDrawing+xml"/>
  <Override PartName="/ppt/diagrams/data53.xml" ContentType="application/vnd.openxmlformats-officedocument.drawingml.diagramData+xml"/>
  <Override PartName="/ppt/diagrams/layout53.xml" ContentType="application/vnd.openxmlformats-officedocument.drawingml.diagramLayout+xml"/>
  <Override PartName="/ppt/diagrams/quickStyle53.xml" ContentType="application/vnd.openxmlformats-officedocument.drawingml.diagramStyle+xml"/>
  <Override PartName="/ppt/diagrams/colors53.xml" ContentType="application/vnd.openxmlformats-officedocument.drawingml.diagramColors+xml"/>
  <Override PartName="/ppt/diagrams/drawing53.xml" ContentType="application/vnd.ms-office.drawingml.diagramDrawing+xml"/>
  <Override PartName="/ppt/diagrams/data54.xml" ContentType="application/vnd.openxmlformats-officedocument.drawingml.diagramData+xml"/>
  <Override PartName="/ppt/diagrams/layout54.xml" ContentType="application/vnd.openxmlformats-officedocument.drawingml.diagramLayout+xml"/>
  <Override PartName="/ppt/diagrams/quickStyle54.xml" ContentType="application/vnd.openxmlformats-officedocument.drawingml.diagramStyle+xml"/>
  <Override PartName="/ppt/diagrams/colors54.xml" ContentType="application/vnd.openxmlformats-officedocument.drawingml.diagramColors+xml"/>
  <Override PartName="/ppt/diagrams/drawing54.xml" ContentType="application/vnd.ms-office.drawingml.diagramDrawing+xml"/>
  <Override PartName="/ppt/diagrams/data55.xml" ContentType="application/vnd.openxmlformats-officedocument.drawingml.diagramData+xml"/>
  <Override PartName="/ppt/diagrams/layout55.xml" ContentType="application/vnd.openxmlformats-officedocument.drawingml.diagramLayout+xml"/>
  <Override PartName="/ppt/diagrams/quickStyle55.xml" ContentType="application/vnd.openxmlformats-officedocument.drawingml.diagramStyle+xml"/>
  <Override PartName="/ppt/diagrams/colors55.xml" ContentType="application/vnd.openxmlformats-officedocument.drawingml.diagramColors+xml"/>
  <Override PartName="/ppt/diagrams/drawing55.xml" ContentType="application/vnd.ms-office.drawingml.diagramDrawing+xml"/>
  <Override PartName="/ppt/diagrams/data56.xml" ContentType="application/vnd.openxmlformats-officedocument.drawingml.diagramData+xml"/>
  <Override PartName="/ppt/diagrams/layout56.xml" ContentType="application/vnd.openxmlformats-officedocument.drawingml.diagramLayout+xml"/>
  <Override PartName="/ppt/diagrams/quickStyle56.xml" ContentType="application/vnd.openxmlformats-officedocument.drawingml.diagramStyle+xml"/>
  <Override PartName="/ppt/diagrams/colors56.xml" ContentType="application/vnd.openxmlformats-officedocument.drawingml.diagramColors+xml"/>
  <Override PartName="/ppt/diagrams/drawing56.xml" ContentType="application/vnd.ms-office.drawingml.diagramDrawing+xml"/>
  <Override PartName="/ppt/diagrams/data57.xml" ContentType="application/vnd.openxmlformats-officedocument.drawingml.diagramData+xml"/>
  <Override PartName="/ppt/diagrams/layout57.xml" ContentType="application/vnd.openxmlformats-officedocument.drawingml.diagramLayout+xml"/>
  <Override PartName="/ppt/diagrams/quickStyle57.xml" ContentType="application/vnd.openxmlformats-officedocument.drawingml.diagramStyle+xml"/>
  <Override PartName="/ppt/diagrams/colors57.xml" ContentType="application/vnd.openxmlformats-officedocument.drawingml.diagramColors+xml"/>
  <Override PartName="/ppt/diagrams/drawing57.xml" ContentType="application/vnd.ms-office.drawingml.diagramDrawing+xml"/>
  <Override PartName="/ppt/diagrams/data58.xml" ContentType="application/vnd.openxmlformats-officedocument.drawingml.diagramData+xml"/>
  <Override PartName="/ppt/diagrams/layout58.xml" ContentType="application/vnd.openxmlformats-officedocument.drawingml.diagramLayout+xml"/>
  <Override PartName="/ppt/diagrams/quickStyle58.xml" ContentType="application/vnd.openxmlformats-officedocument.drawingml.diagramStyle+xml"/>
  <Override PartName="/ppt/diagrams/colors58.xml" ContentType="application/vnd.openxmlformats-officedocument.drawingml.diagramColors+xml"/>
  <Override PartName="/ppt/diagrams/drawing58.xml" ContentType="application/vnd.ms-office.drawingml.diagramDrawing+xml"/>
  <Override PartName="/ppt/diagrams/data59.xml" ContentType="application/vnd.openxmlformats-officedocument.drawingml.diagramData+xml"/>
  <Override PartName="/ppt/diagrams/layout59.xml" ContentType="application/vnd.openxmlformats-officedocument.drawingml.diagramLayout+xml"/>
  <Override PartName="/ppt/diagrams/quickStyle59.xml" ContentType="application/vnd.openxmlformats-officedocument.drawingml.diagramStyle+xml"/>
  <Override PartName="/ppt/diagrams/colors59.xml" ContentType="application/vnd.openxmlformats-officedocument.drawingml.diagramColors+xml"/>
  <Override PartName="/ppt/diagrams/drawing59.xml" ContentType="application/vnd.ms-office.drawingml.diagramDrawing+xml"/>
  <Override PartName="/ppt/notesSlides/notesSlide8.xml" ContentType="application/vnd.openxmlformats-officedocument.presentationml.notesSlide+xml"/>
  <Override PartName="/ppt/diagrams/data60.xml" ContentType="application/vnd.openxmlformats-officedocument.drawingml.diagramData+xml"/>
  <Override PartName="/ppt/diagrams/layout60.xml" ContentType="application/vnd.openxmlformats-officedocument.drawingml.diagramLayout+xml"/>
  <Override PartName="/ppt/diagrams/quickStyle60.xml" ContentType="application/vnd.openxmlformats-officedocument.drawingml.diagramStyle+xml"/>
  <Override PartName="/ppt/diagrams/colors60.xml" ContentType="application/vnd.openxmlformats-officedocument.drawingml.diagramColors+xml"/>
  <Override PartName="/ppt/diagrams/drawing60.xml" ContentType="application/vnd.ms-office.drawingml.diagramDrawing+xml"/>
  <Override PartName="/ppt/diagrams/data61.xml" ContentType="application/vnd.openxmlformats-officedocument.drawingml.diagramData+xml"/>
  <Override PartName="/ppt/diagrams/layout61.xml" ContentType="application/vnd.openxmlformats-officedocument.drawingml.diagramLayout+xml"/>
  <Override PartName="/ppt/diagrams/quickStyle61.xml" ContentType="application/vnd.openxmlformats-officedocument.drawingml.diagramStyle+xml"/>
  <Override PartName="/ppt/diagrams/colors61.xml" ContentType="application/vnd.openxmlformats-officedocument.drawingml.diagramColors+xml"/>
  <Override PartName="/ppt/diagrams/drawing61.xml" ContentType="application/vnd.ms-office.drawingml.diagramDrawing+xml"/>
  <Override PartName="/ppt/diagrams/data62.xml" ContentType="application/vnd.openxmlformats-officedocument.drawingml.diagramData+xml"/>
  <Override PartName="/ppt/diagrams/layout62.xml" ContentType="application/vnd.openxmlformats-officedocument.drawingml.diagramLayout+xml"/>
  <Override PartName="/ppt/diagrams/quickStyle62.xml" ContentType="application/vnd.openxmlformats-officedocument.drawingml.diagramStyle+xml"/>
  <Override PartName="/ppt/diagrams/colors62.xml" ContentType="application/vnd.openxmlformats-officedocument.drawingml.diagramColors+xml"/>
  <Override PartName="/ppt/diagrams/drawing62.xml" ContentType="application/vnd.ms-office.drawingml.diagramDrawing+xml"/>
  <Override PartName="/ppt/diagrams/data63.xml" ContentType="application/vnd.openxmlformats-officedocument.drawingml.diagramData+xml"/>
  <Override PartName="/ppt/diagrams/layout63.xml" ContentType="application/vnd.openxmlformats-officedocument.drawingml.diagramLayout+xml"/>
  <Override PartName="/ppt/diagrams/quickStyle63.xml" ContentType="application/vnd.openxmlformats-officedocument.drawingml.diagramStyle+xml"/>
  <Override PartName="/ppt/diagrams/colors63.xml" ContentType="application/vnd.openxmlformats-officedocument.drawingml.diagramColors+xml"/>
  <Override PartName="/ppt/diagrams/drawing63.xml" ContentType="application/vnd.ms-office.drawingml.diagramDrawing+xml"/>
  <Override PartName="/ppt/diagrams/data64.xml" ContentType="application/vnd.openxmlformats-officedocument.drawingml.diagramData+xml"/>
  <Override PartName="/ppt/diagrams/layout64.xml" ContentType="application/vnd.openxmlformats-officedocument.drawingml.diagramLayout+xml"/>
  <Override PartName="/ppt/diagrams/quickStyle64.xml" ContentType="application/vnd.openxmlformats-officedocument.drawingml.diagramStyle+xml"/>
  <Override PartName="/ppt/diagrams/colors64.xml" ContentType="application/vnd.openxmlformats-officedocument.drawingml.diagramColors+xml"/>
  <Override PartName="/ppt/diagrams/drawing64.xml" ContentType="application/vnd.ms-office.drawingml.diagramDrawing+xml"/>
  <Override PartName="/ppt/diagrams/data65.xml" ContentType="application/vnd.openxmlformats-officedocument.drawingml.diagramData+xml"/>
  <Override PartName="/ppt/diagrams/layout65.xml" ContentType="application/vnd.openxmlformats-officedocument.drawingml.diagramLayout+xml"/>
  <Override PartName="/ppt/diagrams/quickStyle65.xml" ContentType="application/vnd.openxmlformats-officedocument.drawingml.diagramStyle+xml"/>
  <Override PartName="/ppt/diagrams/colors65.xml" ContentType="application/vnd.openxmlformats-officedocument.drawingml.diagramColors+xml"/>
  <Override PartName="/ppt/diagrams/drawing65.xml" ContentType="application/vnd.ms-office.drawingml.diagramDrawing+xml"/>
  <Override PartName="/ppt/diagrams/data66.xml" ContentType="application/vnd.openxmlformats-officedocument.drawingml.diagramData+xml"/>
  <Override PartName="/ppt/diagrams/layout66.xml" ContentType="application/vnd.openxmlformats-officedocument.drawingml.diagramLayout+xml"/>
  <Override PartName="/ppt/diagrams/quickStyle66.xml" ContentType="application/vnd.openxmlformats-officedocument.drawingml.diagramStyle+xml"/>
  <Override PartName="/ppt/diagrams/colors66.xml" ContentType="application/vnd.openxmlformats-officedocument.drawingml.diagramColors+xml"/>
  <Override PartName="/ppt/diagrams/drawing66.xml" ContentType="application/vnd.ms-office.drawingml.diagramDrawing+xml"/>
  <Override PartName="/ppt/diagrams/data67.xml" ContentType="application/vnd.openxmlformats-officedocument.drawingml.diagramData+xml"/>
  <Override PartName="/ppt/diagrams/layout67.xml" ContentType="application/vnd.openxmlformats-officedocument.drawingml.diagramLayout+xml"/>
  <Override PartName="/ppt/diagrams/quickStyle67.xml" ContentType="application/vnd.openxmlformats-officedocument.drawingml.diagramStyle+xml"/>
  <Override PartName="/ppt/diagrams/colors67.xml" ContentType="application/vnd.openxmlformats-officedocument.drawingml.diagramColors+xml"/>
  <Override PartName="/ppt/diagrams/drawing67.xml" ContentType="application/vnd.ms-office.drawingml.diagramDrawing+xml"/>
  <Override PartName="/ppt/diagrams/data68.xml" ContentType="application/vnd.openxmlformats-officedocument.drawingml.diagramData+xml"/>
  <Override PartName="/ppt/diagrams/layout68.xml" ContentType="application/vnd.openxmlformats-officedocument.drawingml.diagramLayout+xml"/>
  <Override PartName="/ppt/diagrams/quickStyle68.xml" ContentType="application/vnd.openxmlformats-officedocument.drawingml.diagramStyle+xml"/>
  <Override PartName="/ppt/diagrams/colors68.xml" ContentType="application/vnd.openxmlformats-officedocument.drawingml.diagramColors+xml"/>
  <Override PartName="/ppt/diagrams/drawing68.xml" ContentType="application/vnd.ms-office.drawingml.diagramDrawing+xml"/>
  <Override PartName="/ppt/diagrams/data69.xml" ContentType="application/vnd.openxmlformats-officedocument.drawingml.diagramData+xml"/>
  <Override PartName="/ppt/diagrams/layout69.xml" ContentType="application/vnd.openxmlformats-officedocument.drawingml.diagramLayout+xml"/>
  <Override PartName="/ppt/diagrams/quickStyle69.xml" ContentType="application/vnd.openxmlformats-officedocument.drawingml.diagramStyle+xml"/>
  <Override PartName="/ppt/diagrams/colors69.xml" ContentType="application/vnd.openxmlformats-officedocument.drawingml.diagramColors+xml"/>
  <Override PartName="/ppt/diagrams/drawing69.xml" ContentType="application/vnd.ms-office.drawingml.diagramDrawing+xml"/>
  <Override PartName="/ppt/diagrams/data70.xml" ContentType="application/vnd.openxmlformats-officedocument.drawingml.diagramData+xml"/>
  <Override PartName="/ppt/diagrams/layout70.xml" ContentType="application/vnd.openxmlformats-officedocument.drawingml.diagramLayout+xml"/>
  <Override PartName="/ppt/diagrams/quickStyle70.xml" ContentType="application/vnd.openxmlformats-officedocument.drawingml.diagramStyle+xml"/>
  <Override PartName="/ppt/diagrams/colors70.xml" ContentType="application/vnd.openxmlformats-officedocument.drawingml.diagramColors+xml"/>
  <Override PartName="/ppt/diagrams/drawing70.xml" ContentType="application/vnd.ms-office.drawingml.diagramDrawing+xml"/>
  <Override PartName="/ppt/diagrams/data71.xml" ContentType="application/vnd.openxmlformats-officedocument.drawingml.diagramData+xml"/>
  <Override PartName="/ppt/diagrams/layout71.xml" ContentType="application/vnd.openxmlformats-officedocument.drawingml.diagramLayout+xml"/>
  <Override PartName="/ppt/diagrams/quickStyle71.xml" ContentType="application/vnd.openxmlformats-officedocument.drawingml.diagramStyle+xml"/>
  <Override PartName="/ppt/diagrams/colors71.xml" ContentType="application/vnd.openxmlformats-officedocument.drawingml.diagramColors+xml"/>
  <Override PartName="/ppt/diagrams/drawing71.xml" ContentType="application/vnd.ms-office.drawingml.diagramDrawing+xml"/>
  <Override PartName="/ppt/diagrams/data72.xml" ContentType="application/vnd.openxmlformats-officedocument.drawingml.diagramData+xml"/>
  <Override PartName="/ppt/diagrams/layout72.xml" ContentType="application/vnd.openxmlformats-officedocument.drawingml.diagramLayout+xml"/>
  <Override PartName="/ppt/diagrams/quickStyle72.xml" ContentType="application/vnd.openxmlformats-officedocument.drawingml.diagramStyle+xml"/>
  <Override PartName="/ppt/diagrams/colors72.xml" ContentType="application/vnd.openxmlformats-officedocument.drawingml.diagramColors+xml"/>
  <Override PartName="/ppt/diagrams/drawing72.xml" ContentType="application/vnd.ms-office.drawingml.diagramDrawing+xml"/>
  <Override PartName="/ppt/diagrams/data73.xml" ContentType="application/vnd.openxmlformats-officedocument.drawingml.diagramData+xml"/>
  <Override PartName="/ppt/diagrams/layout73.xml" ContentType="application/vnd.openxmlformats-officedocument.drawingml.diagramLayout+xml"/>
  <Override PartName="/ppt/diagrams/quickStyle73.xml" ContentType="application/vnd.openxmlformats-officedocument.drawingml.diagramStyle+xml"/>
  <Override PartName="/ppt/diagrams/colors73.xml" ContentType="application/vnd.openxmlformats-officedocument.drawingml.diagramColors+xml"/>
  <Override PartName="/ppt/diagrams/drawing73.xml" ContentType="application/vnd.ms-office.drawingml.diagramDrawing+xml"/>
  <Override PartName="/ppt/diagrams/data74.xml" ContentType="application/vnd.openxmlformats-officedocument.drawingml.diagramData+xml"/>
  <Override PartName="/ppt/diagrams/layout74.xml" ContentType="application/vnd.openxmlformats-officedocument.drawingml.diagramLayout+xml"/>
  <Override PartName="/ppt/diagrams/quickStyle74.xml" ContentType="application/vnd.openxmlformats-officedocument.drawingml.diagramStyle+xml"/>
  <Override PartName="/ppt/diagrams/colors74.xml" ContentType="application/vnd.openxmlformats-officedocument.drawingml.diagramColors+xml"/>
  <Override PartName="/ppt/diagrams/drawing74.xml" ContentType="application/vnd.ms-office.drawingml.diagramDrawing+xml"/>
  <Override PartName="/ppt/diagrams/data75.xml" ContentType="application/vnd.openxmlformats-officedocument.drawingml.diagramData+xml"/>
  <Override PartName="/ppt/diagrams/layout75.xml" ContentType="application/vnd.openxmlformats-officedocument.drawingml.diagramLayout+xml"/>
  <Override PartName="/ppt/diagrams/quickStyle75.xml" ContentType="application/vnd.openxmlformats-officedocument.drawingml.diagramStyle+xml"/>
  <Override PartName="/ppt/diagrams/colors75.xml" ContentType="application/vnd.openxmlformats-officedocument.drawingml.diagramColors+xml"/>
  <Override PartName="/ppt/diagrams/drawing75.xml" ContentType="application/vnd.ms-office.drawingml.diagramDrawing+xml"/>
  <Override PartName="/ppt/diagrams/data76.xml" ContentType="application/vnd.openxmlformats-officedocument.drawingml.diagramData+xml"/>
  <Override PartName="/ppt/diagrams/layout76.xml" ContentType="application/vnd.openxmlformats-officedocument.drawingml.diagramLayout+xml"/>
  <Override PartName="/ppt/diagrams/quickStyle76.xml" ContentType="application/vnd.openxmlformats-officedocument.drawingml.diagramStyle+xml"/>
  <Override PartName="/ppt/diagrams/colors76.xml" ContentType="application/vnd.openxmlformats-officedocument.drawingml.diagramColors+xml"/>
  <Override PartName="/ppt/diagrams/drawing76.xml" ContentType="application/vnd.ms-office.drawingml.diagramDrawing+xml"/>
  <Override PartName="/ppt/diagrams/data77.xml" ContentType="application/vnd.openxmlformats-officedocument.drawingml.diagramData+xml"/>
  <Override PartName="/ppt/diagrams/layout77.xml" ContentType="application/vnd.openxmlformats-officedocument.drawingml.diagramLayout+xml"/>
  <Override PartName="/ppt/diagrams/quickStyle77.xml" ContentType="application/vnd.openxmlformats-officedocument.drawingml.diagramStyle+xml"/>
  <Override PartName="/ppt/diagrams/colors77.xml" ContentType="application/vnd.openxmlformats-officedocument.drawingml.diagramColors+xml"/>
  <Override PartName="/ppt/diagrams/drawing77.xml" ContentType="application/vnd.ms-office.drawingml.diagramDrawing+xml"/>
  <Override PartName="/ppt/diagrams/data78.xml" ContentType="application/vnd.openxmlformats-officedocument.drawingml.diagramData+xml"/>
  <Override PartName="/ppt/diagrams/layout78.xml" ContentType="application/vnd.openxmlformats-officedocument.drawingml.diagramLayout+xml"/>
  <Override PartName="/ppt/diagrams/quickStyle78.xml" ContentType="application/vnd.openxmlformats-officedocument.drawingml.diagramStyle+xml"/>
  <Override PartName="/ppt/diagrams/colors78.xml" ContentType="application/vnd.openxmlformats-officedocument.drawingml.diagramColors+xml"/>
  <Override PartName="/ppt/diagrams/drawing78.xml" ContentType="application/vnd.ms-office.drawingml.diagramDrawing+xml"/>
  <Override PartName="/ppt/diagrams/data79.xml" ContentType="application/vnd.openxmlformats-officedocument.drawingml.diagramData+xml"/>
  <Override PartName="/ppt/diagrams/layout79.xml" ContentType="application/vnd.openxmlformats-officedocument.drawingml.diagramLayout+xml"/>
  <Override PartName="/ppt/diagrams/quickStyle79.xml" ContentType="application/vnd.openxmlformats-officedocument.drawingml.diagramStyle+xml"/>
  <Override PartName="/ppt/diagrams/colors79.xml" ContentType="application/vnd.openxmlformats-officedocument.drawingml.diagramColors+xml"/>
  <Override PartName="/ppt/diagrams/drawing79.xml" ContentType="application/vnd.ms-office.drawingml.diagramDrawing+xml"/>
  <Override PartName="/ppt/diagrams/data80.xml" ContentType="application/vnd.openxmlformats-officedocument.drawingml.diagramData+xml"/>
  <Override PartName="/ppt/diagrams/layout80.xml" ContentType="application/vnd.openxmlformats-officedocument.drawingml.diagramLayout+xml"/>
  <Override PartName="/ppt/diagrams/quickStyle80.xml" ContentType="application/vnd.openxmlformats-officedocument.drawingml.diagramStyle+xml"/>
  <Override PartName="/ppt/diagrams/colors80.xml" ContentType="application/vnd.openxmlformats-officedocument.drawingml.diagramColors+xml"/>
  <Override PartName="/ppt/diagrams/drawing80.xml" ContentType="application/vnd.ms-office.drawingml.diagramDrawing+xml"/>
  <Override PartName="/ppt/diagrams/data81.xml" ContentType="application/vnd.openxmlformats-officedocument.drawingml.diagramData+xml"/>
  <Override PartName="/ppt/diagrams/layout81.xml" ContentType="application/vnd.openxmlformats-officedocument.drawingml.diagramLayout+xml"/>
  <Override PartName="/ppt/diagrams/quickStyle81.xml" ContentType="application/vnd.openxmlformats-officedocument.drawingml.diagramStyle+xml"/>
  <Override PartName="/ppt/diagrams/colors81.xml" ContentType="application/vnd.openxmlformats-officedocument.drawingml.diagramColors+xml"/>
  <Override PartName="/ppt/diagrams/drawing81.xml" ContentType="application/vnd.ms-office.drawingml.diagramDrawing+xml"/>
  <Override PartName="/ppt/diagrams/data82.xml" ContentType="application/vnd.openxmlformats-officedocument.drawingml.diagramData+xml"/>
  <Override PartName="/ppt/diagrams/layout82.xml" ContentType="application/vnd.openxmlformats-officedocument.drawingml.diagramLayout+xml"/>
  <Override PartName="/ppt/diagrams/quickStyle82.xml" ContentType="application/vnd.openxmlformats-officedocument.drawingml.diagramStyle+xml"/>
  <Override PartName="/ppt/diagrams/colors82.xml" ContentType="application/vnd.openxmlformats-officedocument.drawingml.diagramColors+xml"/>
  <Override PartName="/ppt/diagrams/drawing82.xml" ContentType="application/vnd.ms-office.drawingml.diagramDrawing+xml"/>
  <Override PartName="/ppt/diagrams/data83.xml" ContentType="application/vnd.openxmlformats-officedocument.drawingml.diagramData+xml"/>
  <Override PartName="/ppt/diagrams/layout83.xml" ContentType="application/vnd.openxmlformats-officedocument.drawingml.diagramLayout+xml"/>
  <Override PartName="/ppt/diagrams/quickStyle83.xml" ContentType="application/vnd.openxmlformats-officedocument.drawingml.diagramStyle+xml"/>
  <Override PartName="/ppt/diagrams/colors83.xml" ContentType="application/vnd.openxmlformats-officedocument.drawingml.diagramColors+xml"/>
  <Override PartName="/ppt/diagrams/drawing83.xml" ContentType="application/vnd.ms-office.drawingml.diagramDrawing+xml"/>
  <Override PartName="/ppt/diagrams/data84.xml" ContentType="application/vnd.openxmlformats-officedocument.drawingml.diagramData+xml"/>
  <Override PartName="/ppt/diagrams/layout84.xml" ContentType="application/vnd.openxmlformats-officedocument.drawingml.diagramLayout+xml"/>
  <Override PartName="/ppt/diagrams/quickStyle84.xml" ContentType="application/vnd.openxmlformats-officedocument.drawingml.diagramStyle+xml"/>
  <Override PartName="/ppt/diagrams/colors84.xml" ContentType="application/vnd.openxmlformats-officedocument.drawingml.diagramColors+xml"/>
  <Override PartName="/ppt/diagrams/drawing84.xml" ContentType="application/vnd.ms-office.drawingml.diagramDrawing+xml"/>
  <Override PartName="/ppt/diagrams/data85.xml" ContentType="application/vnd.openxmlformats-officedocument.drawingml.diagramData+xml"/>
  <Override PartName="/ppt/diagrams/layout85.xml" ContentType="application/vnd.openxmlformats-officedocument.drawingml.diagramLayout+xml"/>
  <Override PartName="/ppt/diagrams/quickStyle85.xml" ContentType="application/vnd.openxmlformats-officedocument.drawingml.diagramStyle+xml"/>
  <Override PartName="/ppt/diagrams/colors85.xml" ContentType="application/vnd.openxmlformats-officedocument.drawingml.diagramColors+xml"/>
  <Override PartName="/ppt/diagrams/drawing85.xml" ContentType="application/vnd.ms-office.drawingml.diagramDrawing+xml"/>
  <Override PartName="/ppt/diagrams/data86.xml" ContentType="application/vnd.openxmlformats-officedocument.drawingml.diagramData+xml"/>
  <Override PartName="/ppt/diagrams/layout86.xml" ContentType="application/vnd.openxmlformats-officedocument.drawingml.diagramLayout+xml"/>
  <Override PartName="/ppt/diagrams/quickStyle86.xml" ContentType="application/vnd.openxmlformats-officedocument.drawingml.diagramStyle+xml"/>
  <Override PartName="/ppt/diagrams/colors86.xml" ContentType="application/vnd.openxmlformats-officedocument.drawingml.diagramColors+xml"/>
  <Override PartName="/ppt/diagrams/drawing86.xml" ContentType="application/vnd.ms-office.drawingml.diagramDrawing+xml"/>
  <Override PartName="/ppt/diagrams/data87.xml" ContentType="application/vnd.openxmlformats-officedocument.drawingml.diagramData+xml"/>
  <Override PartName="/ppt/diagrams/layout87.xml" ContentType="application/vnd.openxmlformats-officedocument.drawingml.diagramLayout+xml"/>
  <Override PartName="/ppt/diagrams/quickStyle87.xml" ContentType="application/vnd.openxmlformats-officedocument.drawingml.diagramStyle+xml"/>
  <Override PartName="/ppt/diagrams/colors87.xml" ContentType="application/vnd.openxmlformats-officedocument.drawingml.diagramColors+xml"/>
  <Override PartName="/ppt/diagrams/drawing87.xml" ContentType="application/vnd.ms-office.drawingml.diagramDrawing+xml"/>
  <Override PartName="/ppt/diagrams/data88.xml" ContentType="application/vnd.openxmlformats-officedocument.drawingml.diagramData+xml"/>
  <Override PartName="/ppt/diagrams/layout88.xml" ContentType="application/vnd.openxmlformats-officedocument.drawingml.diagramLayout+xml"/>
  <Override PartName="/ppt/diagrams/quickStyle88.xml" ContentType="application/vnd.openxmlformats-officedocument.drawingml.diagramStyle+xml"/>
  <Override PartName="/ppt/diagrams/colors88.xml" ContentType="application/vnd.openxmlformats-officedocument.drawingml.diagramColors+xml"/>
  <Override PartName="/ppt/diagrams/drawing88.xml" ContentType="application/vnd.ms-office.drawingml.diagramDrawing+xml"/>
  <Override PartName="/ppt/diagrams/data89.xml" ContentType="application/vnd.openxmlformats-officedocument.drawingml.diagramData+xml"/>
  <Override PartName="/ppt/diagrams/layout89.xml" ContentType="application/vnd.openxmlformats-officedocument.drawingml.diagramLayout+xml"/>
  <Override PartName="/ppt/diagrams/quickStyle89.xml" ContentType="application/vnd.openxmlformats-officedocument.drawingml.diagramStyle+xml"/>
  <Override PartName="/ppt/diagrams/colors89.xml" ContentType="application/vnd.openxmlformats-officedocument.drawingml.diagramColors+xml"/>
  <Override PartName="/ppt/diagrams/drawing89.xml" ContentType="application/vnd.ms-office.drawingml.diagramDrawing+xml"/>
  <Override PartName="/ppt/diagrams/data90.xml" ContentType="application/vnd.openxmlformats-officedocument.drawingml.diagramData+xml"/>
  <Override PartName="/ppt/diagrams/layout90.xml" ContentType="application/vnd.openxmlformats-officedocument.drawingml.diagramLayout+xml"/>
  <Override PartName="/ppt/diagrams/quickStyle90.xml" ContentType="application/vnd.openxmlformats-officedocument.drawingml.diagramStyle+xml"/>
  <Override PartName="/ppt/diagrams/colors90.xml" ContentType="application/vnd.openxmlformats-officedocument.drawingml.diagramColors+xml"/>
  <Override PartName="/ppt/diagrams/drawing90.xml" ContentType="application/vnd.ms-office.drawingml.diagramDrawing+xml"/>
  <Override PartName="/ppt/diagrams/data91.xml" ContentType="application/vnd.openxmlformats-officedocument.drawingml.diagramData+xml"/>
  <Override PartName="/ppt/diagrams/layout91.xml" ContentType="application/vnd.openxmlformats-officedocument.drawingml.diagramLayout+xml"/>
  <Override PartName="/ppt/diagrams/quickStyle91.xml" ContentType="application/vnd.openxmlformats-officedocument.drawingml.diagramStyle+xml"/>
  <Override PartName="/ppt/diagrams/colors91.xml" ContentType="application/vnd.openxmlformats-officedocument.drawingml.diagramColors+xml"/>
  <Override PartName="/ppt/diagrams/drawing91.xml" ContentType="application/vnd.ms-office.drawingml.diagramDrawing+xml"/>
  <Override PartName="/ppt/diagrams/data92.xml" ContentType="application/vnd.openxmlformats-officedocument.drawingml.diagramData+xml"/>
  <Override PartName="/ppt/diagrams/layout92.xml" ContentType="application/vnd.openxmlformats-officedocument.drawingml.diagramLayout+xml"/>
  <Override PartName="/ppt/diagrams/quickStyle92.xml" ContentType="application/vnd.openxmlformats-officedocument.drawingml.diagramStyle+xml"/>
  <Override PartName="/ppt/diagrams/colors92.xml" ContentType="application/vnd.openxmlformats-officedocument.drawingml.diagramColors+xml"/>
  <Override PartName="/ppt/diagrams/drawing92.xml" ContentType="application/vnd.ms-office.drawingml.diagramDrawing+xml"/>
  <Override PartName="/ppt/diagrams/data93.xml" ContentType="application/vnd.openxmlformats-officedocument.drawingml.diagramData+xml"/>
  <Override PartName="/ppt/diagrams/layout93.xml" ContentType="application/vnd.openxmlformats-officedocument.drawingml.diagramLayout+xml"/>
  <Override PartName="/ppt/diagrams/quickStyle93.xml" ContentType="application/vnd.openxmlformats-officedocument.drawingml.diagramStyle+xml"/>
  <Override PartName="/ppt/diagrams/colors93.xml" ContentType="application/vnd.openxmlformats-officedocument.drawingml.diagramColors+xml"/>
  <Override PartName="/ppt/diagrams/drawing93.xml" ContentType="application/vnd.ms-office.drawingml.diagramDrawing+xml"/>
  <Override PartName="/ppt/diagrams/data94.xml" ContentType="application/vnd.openxmlformats-officedocument.drawingml.diagramData+xml"/>
  <Override PartName="/ppt/diagrams/layout94.xml" ContentType="application/vnd.openxmlformats-officedocument.drawingml.diagramLayout+xml"/>
  <Override PartName="/ppt/diagrams/quickStyle94.xml" ContentType="application/vnd.openxmlformats-officedocument.drawingml.diagramStyle+xml"/>
  <Override PartName="/ppt/diagrams/colors94.xml" ContentType="application/vnd.openxmlformats-officedocument.drawingml.diagramColors+xml"/>
  <Override PartName="/ppt/diagrams/drawing94.xml" ContentType="application/vnd.ms-office.drawingml.diagramDrawing+xml"/>
  <Override PartName="/ppt/diagrams/data95.xml" ContentType="application/vnd.openxmlformats-officedocument.drawingml.diagramData+xml"/>
  <Override PartName="/ppt/diagrams/layout95.xml" ContentType="application/vnd.openxmlformats-officedocument.drawingml.diagramLayout+xml"/>
  <Override PartName="/ppt/diagrams/quickStyle95.xml" ContentType="application/vnd.openxmlformats-officedocument.drawingml.diagramStyle+xml"/>
  <Override PartName="/ppt/diagrams/colors95.xml" ContentType="application/vnd.openxmlformats-officedocument.drawingml.diagramColors+xml"/>
  <Override PartName="/ppt/diagrams/drawing95.xml" ContentType="application/vnd.ms-office.drawingml.diagramDrawing+xml"/>
  <Override PartName="/ppt/diagrams/data96.xml" ContentType="application/vnd.openxmlformats-officedocument.drawingml.diagramData+xml"/>
  <Override PartName="/ppt/diagrams/layout96.xml" ContentType="application/vnd.openxmlformats-officedocument.drawingml.diagramLayout+xml"/>
  <Override PartName="/ppt/diagrams/quickStyle96.xml" ContentType="application/vnd.openxmlformats-officedocument.drawingml.diagramStyle+xml"/>
  <Override PartName="/ppt/diagrams/colors96.xml" ContentType="application/vnd.openxmlformats-officedocument.drawingml.diagramColors+xml"/>
  <Override PartName="/ppt/diagrams/drawing96.xml" ContentType="application/vnd.ms-office.drawingml.diagramDrawing+xml"/>
  <Override PartName="/ppt/diagrams/data97.xml" ContentType="application/vnd.openxmlformats-officedocument.drawingml.diagramData+xml"/>
  <Override PartName="/ppt/diagrams/layout97.xml" ContentType="application/vnd.openxmlformats-officedocument.drawingml.diagramLayout+xml"/>
  <Override PartName="/ppt/diagrams/quickStyle97.xml" ContentType="application/vnd.openxmlformats-officedocument.drawingml.diagramStyle+xml"/>
  <Override PartName="/ppt/diagrams/colors97.xml" ContentType="application/vnd.openxmlformats-officedocument.drawingml.diagramColors+xml"/>
  <Override PartName="/ppt/diagrams/drawing97.xml" ContentType="application/vnd.ms-office.drawingml.diagramDrawing+xml"/>
  <Override PartName="/ppt/diagrams/data98.xml" ContentType="application/vnd.openxmlformats-officedocument.drawingml.diagramData+xml"/>
  <Override PartName="/ppt/diagrams/layout98.xml" ContentType="application/vnd.openxmlformats-officedocument.drawingml.diagramLayout+xml"/>
  <Override PartName="/ppt/diagrams/quickStyle98.xml" ContentType="application/vnd.openxmlformats-officedocument.drawingml.diagramStyle+xml"/>
  <Override PartName="/ppt/diagrams/colors98.xml" ContentType="application/vnd.openxmlformats-officedocument.drawingml.diagramColors+xml"/>
  <Override PartName="/ppt/diagrams/drawing98.xml" ContentType="application/vnd.ms-office.drawingml.diagramDrawing+xml"/>
  <Override PartName="/ppt/diagrams/data99.xml" ContentType="application/vnd.openxmlformats-officedocument.drawingml.diagramData+xml"/>
  <Override PartName="/ppt/diagrams/layout99.xml" ContentType="application/vnd.openxmlformats-officedocument.drawingml.diagramLayout+xml"/>
  <Override PartName="/ppt/diagrams/quickStyle99.xml" ContentType="application/vnd.openxmlformats-officedocument.drawingml.diagramStyle+xml"/>
  <Override PartName="/ppt/diagrams/colors99.xml" ContentType="application/vnd.openxmlformats-officedocument.drawingml.diagramColors+xml"/>
  <Override PartName="/ppt/diagrams/drawing99.xml" ContentType="application/vnd.ms-office.drawingml.diagramDrawing+xml"/>
  <Override PartName="/ppt/diagrams/data100.xml" ContentType="application/vnd.openxmlformats-officedocument.drawingml.diagramData+xml"/>
  <Override PartName="/ppt/diagrams/layout100.xml" ContentType="application/vnd.openxmlformats-officedocument.drawingml.diagramLayout+xml"/>
  <Override PartName="/ppt/diagrams/quickStyle100.xml" ContentType="application/vnd.openxmlformats-officedocument.drawingml.diagramStyle+xml"/>
  <Override PartName="/ppt/diagrams/colors100.xml" ContentType="application/vnd.openxmlformats-officedocument.drawingml.diagramColors+xml"/>
  <Override PartName="/ppt/diagrams/drawing100.xml" ContentType="application/vnd.ms-office.drawingml.diagramDrawing+xml"/>
  <Override PartName="/ppt/diagrams/data101.xml" ContentType="application/vnd.openxmlformats-officedocument.drawingml.diagramData+xml"/>
  <Override PartName="/ppt/diagrams/layout101.xml" ContentType="application/vnd.openxmlformats-officedocument.drawingml.diagramLayout+xml"/>
  <Override PartName="/ppt/diagrams/quickStyle101.xml" ContentType="application/vnd.openxmlformats-officedocument.drawingml.diagramStyle+xml"/>
  <Override PartName="/ppt/diagrams/colors101.xml" ContentType="application/vnd.openxmlformats-officedocument.drawingml.diagramColors+xml"/>
  <Override PartName="/ppt/diagrams/drawing101.xml" ContentType="application/vnd.ms-office.drawingml.diagramDrawing+xml"/>
  <Override PartName="/ppt/diagrams/data102.xml" ContentType="application/vnd.openxmlformats-officedocument.drawingml.diagramData+xml"/>
  <Override PartName="/ppt/diagrams/layout102.xml" ContentType="application/vnd.openxmlformats-officedocument.drawingml.diagramLayout+xml"/>
  <Override PartName="/ppt/diagrams/quickStyle102.xml" ContentType="application/vnd.openxmlformats-officedocument.drawingml.diagramStyle+xml"/>
  <Override PartName="/ppt/diagrams/colors102.xml" ContentType="application/vnd.openxmlformats-officedocument.drawingml.diagramColors+xml"/>
  <Override PartName="/ppt/diagrams/drawing102.xml" ContentType="application/vnd.ms-office.drawingml.diagramDrawing+xml"/>
  <Override PartName="/ppt/diagrams/data103.xml" ContentType="application/vnd.openxmlformats-officedocument.drawingml.diagramData+xml"/>
  <Override PartName="/ppt/diagrams/layout103.xml" ContentType="application/vnd.openxmlformats-officedocument.drawingml.diagramLayout+xml"/>
  <Override PartName="/ppt/diagrams/quickStyle103.xml" ContentType="application/vnd.openxmlformats-officedocument.drawingml.diagramStyle+xml"/>
  <Override PartName="/ppt/diagrams/colors103.xml" ContentType="application/vnd.openxmlformats-officedocument.drawingml.diagramColors+xml"/>
  <Override PartName="/ppt/diagrams/drawing103.xml" ContentType="application/vnd.ms-office.drawingml.diagramDrawing+xml"/>
  <Override PartName="/ppt/diagrams/data104.xml" ContentType="application/vnd.openxmlformats-officedocument.drawingml.diagramData+xml"/>
  <Override PartName="/ppt/diagrams/layout104.xml" ContentType="application/vnd.openxmlformats-officedocument.drawingml.diagramLayout+xml"/>
  <Override PartName="/ppt/diagrams/quickStyle104.xml" ContentType="application/vnd.openxmlformats-officedocument.drawingml.diagramStyle+xml"/>
  <Override PartName="/ppt/diagrams/colors104.xml" ContentType="application/vnd.openxmlformats-officedocument.drawingml.diagramColors+xml"/>
  <Override PartName="/ppt/diagrams/drawing104.xml" ContentType="application/vnd.ms-office.drawingml.diagramDrawing+xml"/>
  <Override PartName="/ppt/diagrams/data105.xml" ContentType="application/vnd.openxmlformats-officedocument.drawingml.diagramData+xml"/>
  <Override PartName="/ppt/diagrams/layout105.xml" ContentType="application/vnd.openxmlformats-officedocument.drawingml.diagramLayout+xml"/>
  <Override PartName="/ppt/diagrams/quickStyle105.xml" ContentType="application/vnd.openxmlformats-officedocument.drawingml.diagramStyle+xml"/>
  <Override PartName="/ppt/diagrams/colors105.xml" ContentType="application/vnd.openxmlformats-officedocument.drawingml.diagramColors+xml"/>
  <Override PartName="/ppt/diagrams/drawing105.xml" ContentType="application/vnd.ms-office.drawingml.diagramDrawing+xml"/>
  <Override PartName="/ppt/diagrams/data106.xml" ContentType="application/vnd.openxmlformats-officedocument.drawingml.diagramData+xml"/>
  <Override PartName="/ppt/diagrams/layout106.xml" ContentType="application/vnd.openxmlformats-officedocument.drawingml.diagramLayout+xml"/>
  <Override PartName="/ppt/diagrams/quickStyle106.xml" ContentType="application/vnd.openxmlformats-officedocument.drawingml.diagramStyle+xml"/>
  <Override PartName="/ppt/diagrams/colors106.xml" ContentType="application/vnd.openxmlformats-officedocument.drawingml.diagramColors+xml"/>
  <Override PartName="/ppt/diagrams/drawing106.xml" ContentType="application/vnd.ms-office.drawingml.diagramDrawing+xml"/>
  <Override PartName="/ppt/diagrams/data107.xml" ContentType="application/vnd.openxmlformats-officedocument.drawingml.diagramData+xml"/>
  <Override PartName="/ppt/diagrams/layout107.xml" ContentType="application/vnd.openxmlformats-officedocument.drawingml.diagramLayout+xml"/>
  <Override PartName="/ppt/diagrams/quickStyle107.xml" ContentType="application/vnd.openxmlformats-officedocument.drawingml.diagramStyle+xml"/>
  <Override PartName="/ppt/diagrams/colors107.xml" ContentType="application/vnd.openxmlformats-officedocument.drawingml.diagramColors+xml"/>
  <Override PartName="/ppt/diagrams/drawing107.xml" ContentType="application/vnd.ms-office.drawingml.diagramDrawing+xml"/>
  <Override PartName="/ppt/diagrams/data108.xml" ContentType="application/vnd.openxmlformats-officedocument.drawingml.diagramData+xml"/>
  <Override PartName="/ppt/diagrams/layout108.xml" ContentType="application/vnd.openxmlformats-officedocument.drawingml.diagramLayout+xml"/>
  <Override PartName="/ppt/diagrams/quickStyle108.xml" ContentType="application/vnd.openxmlformats-officedocument.drawingml.diagramStyle+xml"/>
  <Override PartName="/ppt/diagrams/colors108.xml" ContentType="application/vnd.openxmlformats-officedocument.drawingml.diagramColors+xml"/>
  <Override PartName="/ppt/diagrams/drawing108.xml" ContentType="application/vnd.ms-office.drawingml.diagramDrawing+xml"/>
  <Override PartName="/ppt/diagrams/data109.xml" ContentType="application/vnd.openxmlformats-officedocument.drawingml.diagramData+xml"/>
  <Override PartName="/ppt/diagrams/layout109.xml" ContentType="application/vnd.openxmlformats-officedocument.drawingml.diagramLayout+xml"/>
  <Override PartName="/ppt/diagrams/quickStyle109.xml" ContentType="application/vnd.openxmlformats-officedocument.drawingml.diagramStyle+xml"/>
  <Override PartName="/ppt/diagrams/colors109.xml" ContentType="application/vnd.openxmlformats-officedocument.drawingml.diagramColors+xml"/>
  <Override PartName="/ppt/diagrams/drawing109.xml" ContentType="application/vnd.ms-office.drawingml.diagramDrawing+xml"/>
  <Override PartName="/ppt/diagrams/data110.xml" ContentType="application/vnd.openxmlformats-officedocument.drawingml.diagramData+xml"/>
  <Override PartName="/ppt/diagrams/layout110.xml" ContentType="application/vnd.openxmlformats-officedocument.drawingml.diagramLayout+xml"/>
  <Override PartName="/ppt/diagrams/quickStyle110.xml" ContentType="application/vnd.openxmlformats-officedocument.drawingml.diagramStyle+xml"/>
  <Override PartName="/ppt/diagrams/colors110.xml" ContentType="application/vnd.openxmlformats-officedocument.drawingml.diagramColors+xml"/>
  <Override PartName="/ppt/diagrams/drawing110.xml" ContentType="application/vnd.ms-office.drawingml.diagramDrawing+xml"/>
  <Override PartName="/ppt/diagrams/data111.xml" ContentType="application/vnd.openxmlformats-officedocument.drawingml.diagramData+xml"/>
  <Override PartName="/ppt/diagrams/layout111.xml" ContentType="application/vnd.openxmlformats-officedocument.drawingml.diagramLayout+xml"/>
  <Override PartName="/ppt/diagrams/quickStyle111.xml" ContentType="application/vnd.openxmlformats-officedocument.drawingml.diagramStyle+xml"/>
  <Override PartName="/ppt/diagrams/colors111.xml" ContentType="application/vnd.openxmlformats-officedocument.drawingml.diagramColors+xml"/>
  <Override PartName="/ppt/diagrams/drawing111.xml" ContentType="application/vnd.ms-office.drawingml.diagramDrawing+xml"/>
  <Override PartName="/ppt/diagrams/data112.xml" ContentType="application/vnd.openxmlformats-officedocument.drawingml.diagramData+xml"/>
  <Override PartName="/ppt/diagrams/layout112.xml" ContentType="application/vnd.openxmlformats-officedocument.drawingml.diagramLayout+xml"/>
  <Override PartName="/ppt/diagrams/quickStyle112.xml" ContentType="application/vnd.openxmlformats-officedocument.drawingml.diagramStyle+xml"/>
  <Override PartName="/ppt/diagrams/colors112.xml" ContentType="application/vnd.openxmlformats-officedocument.drawingml.diagramColors+xml"/>
  <Override PartName="/ppt/diagrams/drawing112.xml" ContentType="application/vnd.ms-office.drawingml.diagramDrawing+xml"/>
  <Override PartName="/ppt/diagrams/data113.xml" ContentType="application/vnd.openxmlformats-officedocument.drawingml.diagramData+xml"/>
  <Override PartName="/ppt/diagrams/layout113.xml" ContentType="application/vnd.openxmlformats-officedocument.drawingml.diagramLayout+xml"/>
  <Override PartName="/ppt/diagrams/quickStyle113.xml" ContentType="application/vnd.openxmlformats-officedocument.drawingml.diagramStyle+xml"/>
  <Override PartName="/ppt/diagrams/colors113.xml" ContentType="application/vnd.openxmlformats-officedocument.drawingml.diagramColors+xml"/>
  <Override PartName="/ppt/diagrams/drawing113.xml" ContentType="application/vnd.ms-office.drawingml.diagramDrawing+xml"/>
  <Override PartName="/ppt/diagrams/data114.xml" ContentType="application/vnd.openxmlformats-officedocument.drawingml.diagramData+xml"/>
  <Override PartName="/ppt/diagrams/layout114.xml" ContentType="application/vnd.openxmlformats-officedocument.drawingml.diagramLayout+xml"/>
  <Override PartName="/ppt/diagrams/quickStyle114.xml" ContentType="application/vnd.openxmlformats-officedocument.drawingml.diagramStyle+xml"/>
  <Override PartName="/ppt/diagrams/colors114.xml" ContentType="application/vnd.openxmlformats-officedocument.drawingml.diagramColors+xml"/>
  <Override PartName="/ppt/diagrams/drawing114.xml" ContentType="application/vnd.ms-office.drawingml.diagramDrawing+xml"/>
  <Override PartName="/ppt/diagrams/data115.xml" ContentType="application/vnd.openxmlformats-officedocument.drawingml.diagramData+xml"/>
  <Override PartName="/ppt/diagrams/layout115.xml" ContentType="application/vnd.openxmlformats-officedocument.drawingml.diagramLayout+xml"/>
  <Override PartName="/ppt/diagrams/quickStyle115.xml" ContentType="application/vnd.openxmlformats-officedocument.drawingml.diagramStyle+xml"/>
  <Override PartName="/ppt/diagrams/colors115.xml" ContentType="application/vnd.openxmlformats-officedocument.drawingml.diagramColors+xml"/>
  <Override PartName="/ppt/diagrams/drawing115.xml" ContentType="application/vnd.ms-office.drawingml.diagramDrawing+xml"/>
  <Override PartName="/ppt/diagrams/data116.xml" ContentType="application/vnd.openxmlformats-officedocument.drawingml.diagramData+xml"/>
  <Override PartName="/ppt/diagrams/layout116.xml" ContentType="application/vnd.openxmlformats-officedocument.drawingml.diagramLayout+xml"/>
  <Override PartName="/ppt/diagrams/quickStyle116.xml" ContentType="application/vnd.openxmlformats-officedocument.drawingml.diagramStyle+xml"/>
  <Override PartName="/ppt/diagrams/colors116.xml" ContentType="application/vnd.openxmlformats-officedocument.drawingml.diagramColors+xml"/>
  <Override PartName="/ppt/diagrams/drawing116.xml" ContentType="application/vnd.ms-office.drawingml.diagramDrawing+xml"/>
  <Override PartName="/ppt/diagrams/data117.xml" ContentType="application/vnd.openxmlformats-officedocument.drawingml.diagramData+xml"/>
  <Override PartName="/ppt/diagrams/layout117.xml" ContentType="application/vnd.openxmlformats-officedocument.drawingml.diagramLayout+xml"/>
  <Override PartName="/ppt/diagrams/quickStyle117.xml" ContentType="application/vnd.openxmlformats-officedocument.drawingml.diagramStyle+xml"/>
  <Override PartName="/ppt/diagrams/colors117.xml" ContentType="application/vnd.openxmlformats-officedocument.drawingml.diagramColors+xml"/>
  <Override PartName="/ppt/diagrams/drawing117.xml" ContentType="application/vnd.ms-office.drawingml.diagramDrawing+xml"/>
  <Override PartName="/ppt/diagrams/data118.xml" ContentType="application/vnd.openxmlformats-officedocument.drawingml.diagramData+xml"/>
  <Override PartName="/ppt/diagrams/layout118.xml" ContentType="application/vnd.openxmlformats-officedocument.drawingml.diagramLayout+xml"/>
  <Override PartName="/ppt/diagrams/quickStyle118.xml" ContentType="application/vnd.openxmlformats-officedocument.drawingml.diagramStyle+xml"/>
  <Override PartName="/ppt/diagrams/colors118.xml" ContentType="application/vnd.openxmlformats-officedocument.drawingml.diagramColors+xml"/>
  <Override PartName="/ppt/diagrams/drawing118.xml" ContentType="application/vnd.ms-office.drawingml.diagramDrawing+xml"/>
  <Override PartName="/ppt/diagrams/data119.xml" ContentType="application/vnd.openxmlformats-officedocument.drawingml.diagramData+xml"/>
  <Override PartName="/ppt/diagrams/layout119.xml" ContentType="application/vnd.openxmlformats-officedocument.drawingml.diagramLayout+xml"/>
  <Override PartName="/ppt/diagrams/quickStyle119.xml" ContentType="application/vnd.openxmlformats-officedocument.drawingml.diagramStyle+xml"/>
  <Override PartName="/ppt/diagrams/colors119.xml" ContentType="application/vnd.openxmlformats-officedocument.drawingml.diagramColors+xml"/>
  <Override PartName="/ppt/diagrams/drawing119.xml" ContentType="application/vnd.ms-office.drawingml.diagramDrawing+xml"/>
  <Override PartName="/ppt/diagrams/data120.xml" ContentType="application/vnd.openxmlformats-officedocument.drawingml.diagramData+xml"/>
  <Override PartName="/ppt/diagrams/layout120.xml" ContentType="application/vnd.openxmlformats-officedocument.drawingml.diagramLayout+xml"/>
  <Override PartName="/ppt/diagrams/quickStyle120.xml" ContentType="application/vnd.openxmlformats-officedocument.drawingml.diagramStyle+xml"/>
  <Override PartName="/ppt/diagrams/colors120.xml" ContentType="application/vnd.openxmlformats-officedocument.drawingml.diagramColors+xml"/>
  <Override PartName="/ppt/diagrams/drawing120.xml" ContentType="application/vnd.ms-office.drawingml.diagramDrawing+xml"/>
  <Override PartName="/ppt/diagrams/data121.xml" ContentType="application/vnd.openxmlformats-officedocument.drawingml.diagramData+xml"/>
  <Override PartName="/ppt/diagrams/layout121.xml" ContentType="application/vnd.openxmlformats-officedocument.drawingml.diagramLayout+xml"/>
  <Override PartName="/ppt/diagrams/quickStyle121.xml" ContentType="application/vnd.openxmlformats-officedocument.drawingml.diagramStyle+xml"/>
  <Override PartName="/ppt/diagrams/colors121.xml" ContentType="application/vnd.openxmlformats-officedocument.drawingml.diagramColors+xml"/>
  <Override PartName="/ppt/diagrams/drawing121.xml" ContentType="application/vnd.ms-office.drawingml.diagramDrawing+xml"/>
  <Override PartName="/ppt/diagrams/data122.xml" ContentType="application/vnd.openxmlformats-officedocument.drawingml.diagramData+xml"/>
  <Override PartName="/ppt/diagrams/layout122.xml" ContentType="application/vnd.openxmlformats-officedocument.drawingml.diagramLayout+xml"/>
  <Override PartName="/ppt/diagrams/quickStyle122.xml" ContentType="application/vnd.openxmlformats-officedocument.drawingml.diagramStyle+xml"/>
  <Override PartName="/ppt/diagrams/colors122.xml" ContentType="application/vnd.openxmlformats-officedocument.drawingml.diagramColors+xml"/>
  <Override PartName="/ppt/diagrams/drawing122.xml" ContentType="application/vnd.ms-office.drawingml.diagramDrawing+xml"/>
  <Override PartName="/ppt/diagrams/data123.xml" ContentType="application/vnd.openxmlformats-officedocument.drawingml.diagramData+xml"/>
  <Override PartName="/ppt/diagrams/layout123.xml" ContentType="application/vnd.openxmlformats-officedocument.drawingml.diagramLayout+xml"/>
  <Override PartName="/ppt/diagrams/quickStyle123.xml" ContentType="application/vnd.openxmlformats-officedocument.drawingml.diagramStyle+xml"/>
  <Override PartName="/ppt/diagrams/colors123.xml" ContentType="application/vnd.openxmlformats-officedocument.drawingml.diagramColors+xml"/>
  <Override PartName="/ppt/diagrams/drawing123.xml" ContentType="application/vnd.ms-office.drawingml.diagramDrawing+xml"/>
  <Override PartName="/ppt/diagrams/data124.xml" ContentType="application/vnd.openxmlformats-officedocument.drawingml.diagramData+xml"/>
  <Override PartName="/ppt/diagrams/layout124.xml" ContentType="application/vnd.openxmlformats-officedocument.drawingml.diagramLayout+xml"/>
  <Override PartName="/ppt/diagrams/quickStyle124.xml" ContentType="application/vnd.openxmlformats-officedocument.drawingml.diagramStyle+xml"/>
  <Override PartName="/ppt/diagrams/colors124.xml" ContentType="application/vnd.openxmlformats-officedocument.drawingml.diagramColors+xml"/>
  <Override PartName="/ppt/diagrams/drawing124.xml" ContentType="application/vnd.ms-office.drawingml.diagramDrawing+xml"/>
  <Override PartName="/ppt/diagrams/data125.xml" ContentType="application/vnd.openxmlformats-officedocument.drawingml.diagramData+xml"/>
  <Override PartName="/ppt/diagrams/layout125.xml" ContentType="application/vnd.openxmlformats-officedocument.drawingml.diagramLayout+xml"/>
  <Override PartName="/ppt/diagrams/quickStyle125.xml" ContentType="application/vnd.openxmlformats-officedocument.drawingml.diagramStyle+xml"/>
  <Override PartName="/ppt/diagrams/colors125.xml" ContentType="application/vnd.openxmlformats-officedocument.drawingml.diagramColors+xml"/>
  <Override PartName="/ppt/diagrams/drawing125.xml" ContentType="application/vnd.ms-office.drawingml.diagramDrawing+xml"/>
  <Override PartName="/ppt/diagrams/data126.xml" ContentType="application/vnd.openxmlformats-officedocument.drawingml.diagramData+xml"/>
  <Override PartName="/ppt/diagrams/layout126.xml" ContentType="application/vnd.openxmlformats-officedocument.drawingml.diagramLayout+xml"/>
  <Override PartName="/ppt/diagrams/quickStyle126.xml" ContentType="application/vnd.openxmlformats-officedocument.drawingml.diagramStyle+xml"/>
  <Override PartName="/ppt/diagrams/colors126.xml" ContentType="application/vnd.openxmlformats-officedocument.drawingml.diagramColors+xml"/>
  <Override PartName="/ppt/diagrams/drawing126.xml" ContentType="application/vnd.ms-office.drawingml.diagramDrawing+xml"/>
  <Override PartName="/ppt/diagrams/data127.xml" ContentType="application/vnd.openxmlformats-officedocument.drawingml.diagramData+xml"/>
  <Override PartName="/ppt/diagrams/layout127.xml" ContentType="application/vnd.openxmlformats-officedocument.drawingml.diagramLayout+xml"/>
  <Override PartName="/ppt/diagrams/quickStyle127.xml" ContentType="application/vnd.openxmlformats-officedocument.drawingml.diagramStyle+xml"/>
  <Override PartName="/ppt/diagrams/colors127.xml" ContentType="application/vnd.openxmlformats-officedocument.drawingml.diagramColors+xml"/>
  <Override PartName="/ppt/diagrams/drawing127.xml" ContentType="application/vnd.ms-office.drawingml.diagramDrawing+xml"/>
  <Override PartName="/ppt/diagrams/data128.xml" ContentType="application/vnd.openxmlformats-officedocument.drawingml.diagramData+xml"/>
  <Override PartName="/ppt/diagrams/layout128.xml" ContentType="application/vnd.openxmlformats-officedocument.drawingml.diagramLayout+xml"/>
  <Override PartName="/ppt/diagrams/quickStyle128.xml" ContentType="application/vnd.openxmlformats-officedocument.drawingml.diagramStyle+xml"/>
  <Override PartName="/ppt/diagrams/colors128.xml" ContentType="application/vnd.openxmlformats-officedocument.drawingml.diagramColors+xml"/>
  <Override PartName="/ppt/diagrams/drawing128.xml" ContentType="application/vnd.ms-office.drawingml.diagramDrawing+xml"/>
  <Override PartName="/ppt/diagrams/data129.xml" ContentType="application/vnd.openxmlformats-officedocument.drawingml.diagramData+xml"/>
  <Override PartName="/ppt/diagrams/layout129.xml" ContentType="application/vnd.openxmlformats-officedocument.drawingml.diagramLayout+xml"/>
  <Override PartName="/ppt/diagrams/quickStyle129.xml" ContentType="application/vnd.openxmlformats-officedocument.drawingml.diagramStyle+xml"/>
  <Override PartName="/ppt/diagrams/colors129.xml" ContentType="application/vnd.openxmlformats-officedocument.drawingml.diagramColors+xml"/>
  <Override PartName="/ppt/diagrams/drawing129.xml" ContentType="application/vnd.ms-office.drawingml.diagramDrawing+xml"/>
  <Override PartName="/ppt/diagrams/data130.xml" ContentType="application/vnd.openxmlformats-officedocument.drawingml.diagramData+xml"/>
  <Override PartName="/ppt/diagrams/layout130.xml" ContentType="application/vnd.openxmlformats-officedocument.drawingml.diagramLayout+xml"/>
  <Override PartName="/ppt/diagrams/quickStyle130.xml" ContentType="application/vnd.openxmlformats-officedocument.drawingml.diagramStyle+xml"/>
  <Override PartName="/ppt/diagrams/colors130.xml" ContentType="application/vnd.openxmlformats-officedocument.drawingml.diagramColors+xml"/>
  <Override PartName="/ppt/diagrams/drawing130.xml" ContentType="application/vnd.ms-office.drawingml.diagramDrawing+xml"/>
  <Override PartName="/ppt/diagrams/data131.xml" ContentType="application/vnd.openxmlformats-officedocument.drawingml.diagramData+xml"/>
  <Override PartName="/ppt/diagrams/layout131.xml" ContentType="application/vnd.openxmlformats-officedocument.drawingml.diagramLayout+xml"/>
  <Override PartName="/ppt/diagrams/quickStyle131.xml" ContentType="application/vnd.openxmlformats-officedocument.drawingml.diagramStyle+xml"/>
  <Override PartName="/ppt/diagrams/colors131.xml" ContentType="application/vnd.openxmlformats-officedocument.drawingml.diagramColors+xml"/>
  <Override PartName="/ppt/diagrams/drawing131.xml" ContentType="application/vnd.ms-office.drawingml.diagramDrawing+xml"/>
  <Override PartName="/ppt/diagrams/data132.xml" ContentType="application/vnd.openxmlformats-officedocument.drawingml.diagramData+xml"/>
  <Override PartName="/ppt/diagrams/layout132.xml" ContentType="application/vnd.openxmlformats-officedocument.drawingml.diagramLayout+xml"/>
  <Override PartName="/ppt/diagrams/quickStyle132.xml" ContentType="application/vnd.openxmlformats-officedocument.drawingml.diagramStyle+xml"/>
  <Override PartName="/ppt/diagrams/colors132.xml" ContentType="application/vnd.openxmlformats-officedocument.drawingml.diagramColors+xml"/>
  <Override PartName="/ppt/diagrams/drawing132.xml" ContentType="application/vnd.ms-office.drawingml.diagramDrawing+xml"/>
  <Override PartName="/ppt/diagrams/data133.xml" ContentType="application/vnd.openxmlformats-officedocument.drawingml.diagramData+xml"/>
  <Override PartName="/ppt/diagrams/layout133.xml" ContentType="application/vnd.openxmlformats-officedocument.drawingml.diagramLayout+xml"/>
  <Override PartName="/ppt/diagrams/quickStyle133.xml" ContentType="application/vnd.openxmlformats-officedocument.drawingml.diagramStyle+xml"/>
  <Override PartName="/ppt/diagrams/colors133.xml" ContentType="application/vnd.openxmlformats-officedocument.drawingml.diagramColors+xml"/>
  <Override PartName="/ppt/diagrams/drawing133.xml" ContentType="application/vnd.ms-office.drawingml.diagramDrawing+xml"/>
  <Override PartName="/ppt/diagrams/data134.xml" ContentType="application/vnd.openxmlformats-officedocument.drawingml.diagramData+xml"/>
  <Override PartName="/ppt/diagrams/layout134.xml" ContentType="application/vnd.openxmlformats-officedocument.drawingml.diagramLayout+xml"/>
  <Override PartName="/ppt/diagrams/quickStyle134.xml" ContentType="application/vnd.openxmlformats-officedocument.drawingml.diagramStyle+xml"/>
  <Override PartName="/ppt/diagrams/colors134.xml" ContentType="application/vnd.openxmlformats-officedocument.drawingml.diagramColors+xml"/>
  <Override PartName="/ppt/diagrams/drawing134.xml" ContentType="application/vnd.ms-office.drawingml.diagramDrawing+xml"/>
  <Override PartName="/ppt/diagrams/data135.xml" ContentType="application/vnd.openxmlformats-officedocument.drawingml.diagramData+xml"/>
  <Override PartName="/ppt/diagrams/layout135.xml" ContentType="application/vnd.openxmlformats-officedocument.drawingml.diagramLayout+xml"/>
  <Override PartName="/ppt/diagrams/quickStyle135.xml" ContentType="application/vnd.openxmlformats-officedocument.drawingml.diagramStyle+xml"/>
  <Override PartName="/ppt/diagrams/colors135.xml" ContentType="application/vnd.openxmlformats-officedocument.drawingml.diagramColors+xml"/>
  <Override PartName="/ppt/diagrams/drawing135.xml" ContentType="application/vnd.ms-office.drawingml.diagramDrawing+xml"/>
  <Override PartName="/ppt/diagrams/data136.xml" ContentType="application/vnd.openxmlformats-officedocument.drawingml.diagramData+xml"/>
  <Override PartName="/ppt/diagrams/layout136.xml" ContentType="application/vnd.openxmlformats-officedocument.drawingml.diagramLayout+xml"/>
  <Override PartName="/ppt/diagrams/quickStyle136.xml" ContentType="application/vnd.openxmlformats-officedocument.drawingml.diagramStyle+xml"/>
  <Override PartName="/ppt/diagrams/colors136.xml" ContentType="application/vnd.openxmlformats-officedocument.drawingml.diagramColors+xml"/>
  <Override PartName="/ppt/diagrams/drawing136.xml" ContentType="application/vnd.ms-office.drawingml.diagramDrawing+xml"/>
  <Override PartName="/ppt/diagrams/data137.xml" ContentType="application/vnd.openxmlformats-officedocument.drawingml.diagramData+xml"/>
  <Override PartName="/ppt/diagrams/layout137.xml" ContentType="application/vnd.openxmlformats-officedocument.drawingml.diagramLayout+xml"/>
  <Override PartName="/ppt/diagrams/quickStyle137.xml" ContentType="application/vnd.openxmlformats-officedocument.drawingml.diagramStyle+xml"/>
  <Override PartName="/ppt/diagrams/colors137.xml" ContentType="application/vnd.openxmlformats-officedocument.drawingml.diagramColors+xml"/>
  <Override PartName="/ppt/diagrams/drawing137.xml" ContentType="application/vnd.ms-office.drawingml.diagramDrawing+xml"/>
  <Override PartName="/ppt/diagrams/data138.xml" ContentType="application/vnd.openxmlformats-officedocument.drawingml.diagramData+xml"/>
  <Override PartName="/ppt/diagrams/layout138.xml" ContentType="application/vnd.openxmlformats-officedocument.drawingml.diagramLayout+xml"/>
  <Override PartName="/ppt/diagrams/quickStyle138.xml" ContentType="application/vnd.openxmlformats-officedocument.drawingml.diagramStyle+xml"/>
  <Override PartName="/ppt/diagrams/colors138.xml" ContentType="application/vnd.openxmlformats-officedocument.drawingml.diagramColors+xml"/>
  <Override PartName="/ppt/diagrams/drawing138.xml" ContentType="application/vnd.ms-office.drawingml.diagramDrawing+xml"/>
  <Override PartName="/ppt/diagrams/data139.xml" ContentType="application/vnd.openxmlformats-officedocument.drawingml.diagramData+xml"/>
  <Override PartName="/ppt/diagrams/layout139.xml" ContentType="application/vnd.openxmlformats-officedocument.drawingml.diagramLayout+xml"/>
  <Override PartName="/ppt/diagrams/quickStyle139.xml" ContentType="application/vnd.openxmlformats-officedocument.drawingml.diagramStyle+xml"/>
  <Override PartName="/ppt/diagrams/colors139.xml" ContentType="application/vnd.openxmlformats-officedocument.drawingml.diagramColors+xml"/>
  <Override PartName="/ppt/diagrams/drawing139.xml" ContentType="application/vnd.ms-office.drawingml.diagramDrawing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autoCompressPictures="0">
  <p:sldMasterIdLst>
    <p:sldMasterId id="2147483741" r:id="rId1"/>
  </p:sldMasterIdLst>
  <p:notesMasterIdLst>
    <p:notesMasterId r:id="rId165"/>
  </p:notesMasterIdLst>
  <p:sldIdLst>
    <p:sldId id="256" r:id="rId2"/>
    <p:sldId id="478" r:id="rId3"/>
    <p:sldId id="365" r:id="rId4"/>
    <p:sldId id="366" r:id="rId5"/>
    <p:sldId id="367" r:id="rId6"/>
    <p:sldId id="368" r:id="rId7"/>
    <p:sldId id="369" r:id="rId8"/>
    <p:sldId id="370" r:id="rId9"/>
    <p:sldId id="371" r:id="rId10"/>
    <p:sldId id="479" r:id="rId11"/>
    <p:sldId id="372" r:id="rId12"/>
    <p:sldId id="485" r:id="rId13"/>
    <p:sldId id="486" r:id="rId14"/>
    <p:sldId id="487" r:id="rId15"/>
    <p:sldId id="488" r:id="rId16"/>
    <p:sldId id="489" r:id="rId17"/>
    <p:sldId id="285" r:id="rId18"/>
    <p:sldId id="492" r:id="rId19"/>
    <p:sldId id="490" r:id="rId20"/>
    <p:sldId id="491" r:id="rId21"/>
    <p:sldId id="380" r:id="rId22"/>
    <p:sldId id="381" r:id="rId23"/>
    <p:sldId id="493" r:id="rId24"/>
    <p:sldId id="290" r:id="rId25"/>
    <p:sldId id="382" r:id="rId26"/>
    <p:sldId id="383" r:id="rId27"/>
    <p:sldId id="384" r:id="rId28"/>
    <p:sldId id="385" r:id="rId29"/>
    <p:sldId id="386" r:id="rId30"/>
    <p:sldId id="480" r:id="rId31"/>
    <p:sldId id="495" r:id="rId32"/>
    <p:sldId id="496" r:id="rId33"/>
    <p:sldId id="291" r:id="rId34"/>
    <p:sldId id="388" r:id="rId35"/>
    <p:sldId id="292" r:id="rId36"/>
    <p:sldId id="389" r:id="rId37"/>
    <p:sldId id="390" r:id="rId38"/>
    <p:sldId id="391" r:id="rId39"/>
    <p:sldId id="392" r:id="rId40"/>
    <p:sldId id="393" r:id="rId41"/>
    <p:sldId id="482" r:id="rId42"/>
    <p:sldId id="484" r:id="rId43"/>
    <p:sldId id="483" r:id="rId44"/>
    <p:sldId id="395" r:id="rId45"/>
    <p:sldId id="396" r:id="rId46"/>
    <p:sldId id="397" r:id="rId47"/>
    <p:sldId id="398" r:id="rId48"/>
    <p:sldId id="399" r:id="rId49"/>
    <p:sldId id="325" r:id="rId50"/>
    <p:sldId id="400" r:id="rId51"/>
    <p:sldId id="402" r:id="rId52"/>
    <p:sldId id="525" r:id="rId53"/>
    <p:sldId id="293" r:id="rId54"/>
    <p:sldId id="403" r:id="rId55"/>
    <p:sldId id="404" r:id="rId56"/>
    <p:sldId id="405" r:id="rId57"/>
    <p:sldId id="406" r:id="rId58"/>
    <p:sldId id="407" r:id="rId59"/>
    <p:sldId id="408" r:id="rId60"/>
    <p:sldId id="409" r:id="rId61"/>
    <p:sldId id="410" r:id="rId62"/>
    <p:sldId id="411" r:id="rId63"/>
    <p:sldId id="412" r:id="rId64"/>
    <p:sldId id="413" r:id="rId65"/>
    <p:sldId id="414" r:id="rId66"/>
    <p:sldId id="415" r:id="rId67"/>
    <p:sldId id="416" r:id="rId68"/>
    <p:sldId id="417" r:id="rId69"/>
    <p:sldId id="418" r:id="rId70"/>
    <p:sldId id="419" r:id="rId71"/>
    <p:sldId id="420" r:id="rId72"/>
    <p:sldId id="294" r:id="rId73"/>
    <p:sldId id="421" r:id="rId74"/>
    <p:sldId id="497" r:id="rId75"/>
    <p:sldId id="295" r:id="rId76"/>
    <p:sldId id="422" r:id="rId77"/>
    <p:sldId id="498" r:id="rId78"/>
    <p:sldId id="524" r:id="rId79"/>
    <p:sldId id="423" r:id="rId80"/>
    <p:sldId id="499" r:id="rId81"/>
    <p:sldId id="296" r:id="rId82"/>
    <p:sldId id="424" r:id="rId83"/>
    <p:sldId id="500" r:id="rId84"/>
    <p:sldId id="425" r:id="rId85"/>
    <p:sldId id="501" r:id="rId86"/>
    <p:sldId id="518" r:id="rId87"/>
    <p:sldId id="426" r:id="rId88"/>
    <p:sldId id="502" r:id="rId89"/>
    <p:sldId id="427" r:id="rId90"/>
    <p:sldId id="503" r:id="rId91"/>
    <p:sldId id="428" r:id="rId92"/>
    <p:sldId id="504" r:id="rId93"/>
    <p:sldId id="429" r:id="rId94"/>
    <p:sldId id="430" r:id="rId95"/>
    <p:sldId id="431" r:id="rId96"/>
    <p:sldId id="360" r:id="rId97"/>
    <p:sldId id="432" r:id="rId98"/>
    <p:sldId id="433" r:id="rId99"/>
    <p:sldId id="434" r:id="rId100"/>
    <p:sldId id="519" r:id="rId101"/>
    <p:sldId id="505" r:id="rId102"/>
    <p:sldId id="520" r:id="rId103"/>
    <p:sldId id="435" r:id="rId104"/>
    <p:sldId id="521" r:id="rId105"/>
    <p:sldId id="522" r:id="rId106"/>
    <p:sldId id="436" r:id="rId107"/>
    <p:sldId id="523" r:id="rId108"/>
    <p:sldId id="506" r:id="rId109"/>
    <p:sldId id="437" r:id="rId110"/>
    <p:sldId id="438" r:id="rId111"/>
    <p:sldId id="507" r:id="rId112"/>
    <p:sldId id="439" r:id="rId113"/>
    <p:sldId id="508" r:id="rId114"/>
    <p:sldId id="440" r:id="rId115"/>
    <p:sldId id="441" r:id="rId116"/>
    <p:sldId id="509" r:id="rId117"/>
    <p:sldId id="442" r:id="rId118"/>
    <p:sldId id="443" r:id="rId119"/>
    <p:sldId id="444" r:id="rId120"/>
    <p:sldId id="510" r:id="rId121"/>
    <p:sldId id="445" r:id="rId122"/>
    <p:sldId id="446" r:id="rId123"/>
    <p:sldId id="511" r:id="rId124"/>
    <p:sldId id="447" r:id="rId125"/>
    <p:sldId id="512" r:id="rId126"/>
    <p:sldId id="361" r:id="rId127"/>
    <p:sldId id="448" r:id="rId128"/>
    <p:sldId id="449" r:id="rId129"/>
    <p:sldId id="513" r:id="rId130"/>
    <p:sldId id="450" r:id="rId131"/>
    <p:sldId id="451" r:id="rId132"/>
    <p:sldId id="452" r:id="rId133"/>
    <p:sldId id="453" r:id="rId134"/>
    <p:sldId id="514" r:id="rId135"/>
    <p:sldId id="454" r:id="rId136"/>
    <p:sldId id="362" r:id="rId137"/>
    <p:sldId id="455" r:id="rId138"/>
    <p:sldId id="456" r:id="rId139"/>
    <p:sldId id="457" r:id="rId140"/>
    <p:sldId id="458" r:id="rId141"/>
    <p:sldId id="459" r:id="rId142"/>
    <p:sldId id="460" r:id="rId143"/>
    <p:sldId id="461" r:id="rId144"/>
    <p:sldId id="462" r:id="rId145"/>
    <p:sldId id="463" r:id="rId146"/>
    <p:sldId id="464" r:id="rId147"/>
    <p:sldId id="515" r:id="rId148"/>
    <p:sldId id="465" r:id="rId149"/>
    <p:sldId id="466" r:id="rId150"/>
    <p:sldId id="467" r:id="rId151"/>
    <p:sldId id="363" r:id="rId152"/>
    <p:sldId id="468" r:id="rId153"/>
    <p:sldId id="469" r:id="rId154"/>
    <p:sldId id="470" r:id="rId155"/>
    <p:sldId id="471" r:id="rId156"/>
    <p:sldId id="472" r:id="rId157"/>
    <p:sldId id="473" r:id="rId158"/>
    <p:sldId id="474" r:id="rId159"/>
    <p:sldId id="364" r:id="rId160"/>
    <p:sldId id="516" r:id="rId161"/>
    <p:sldId id="475" r:id="rId162"/>
    <p:sldId id="476" r:id="rId163"/>
    <p:sldId id="517" r:id="rId164"/>
  </p:sldIdLst>
  <p:sldSz cx="12192000" cy="68580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8FB837D-C827-4EFA-A057-4D05807E0F7C}" styleName="Themed Style 1 - Accent 6">
    <a:tblBg>
      <a:fillRef idx="2">
        <a:schemeClr val="accent6"/>
      </a:fillRef>
      <a:effectRef idx="1">
        <a:schemeClr val="accent6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Ref idx="1">
              <a:schemeClr val="accent6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  <a:fill>
          <a:solidFill>
            <a:schemeClr val="accent6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6"/>
            </a:lnRef>
          </a:left>
          <a:right>
            <a:lnRef idx="2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2">
              <a:schemeClr val="accent6"/>
            </a:lnRef>
          </a:top>
          <a:bottom>
            <a:lnRef idx="2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firstRow>
  </a:tblStyle>
  <a:tblStyle styleId="{616DA210-FB5B-4158-B5E0-FEB733F419BA}" styleName="Light Style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E8B1032C-EA38-4F05-BA0D-38AFFFC7BED3}" styleName="Light Style 3 - Accent 6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16D9F66E-5EB9-4882-86FB-DCBF35E3C3E4}" styleName="Medium Style 4 - Accent 6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6"/>
              </a:solidFill>
            </a:ln>
          </a:top>
        </a:tcBdr>
        <a:fill>
          <a:solidFill>
            <a:schemeClr val="accent6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6">
              <a:tint val="20000"/>
            </a:schemeClr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22868" autoAdjust="0"/>
    <p:restoredTop sz="87819" autoAdjust="0"/>
  </p:normalViewPr>
  <p:slideViewPr>
    <p:cSldViewPr snapToGrid="0">
      <p:cViewPr varScale="1">
        <p:scale>
          <a:sx n="74" d="100"/>
          <a:sy n="74" d="100"/>
        </p:scale>
        <p:origin x="642" y="6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45" Type="http://schemas.openxmlformats.org/officeDocument/2006/relationships/slide" Target="slides/slide144.xml"/><Relationship Id="rId161" Type="http://schemas.openxmlformats.org/officeDocument/2006/relationships/slide" Target="slides/slide160.xml"/><Relationship Id="rId166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51" Type="http://schemas.openxmlformats.org/officeDocument/2006/relationships/slide" Target="slides/slide150.xml"/><Relationship Id="rId156" Type="http://schemas.openxmlformats.org/officeDocument/2006/relationships/slide" Target="slides/slide155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167" Type="http://schemas.openxmlformats.org/officeDocument/2006/relationships/viewProps" Target="viewProps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162" Type="http://schemas.openxmlformats.org/officeDocument/2006/relationships/slide" Target="slides/slide16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slide" Target="slides/slide15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theme" Target="theme/theme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notesMaster" Target="notesMasters/notesMaster1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/Relationships>
</file>

<file path=ppt/diagrams/_rels/data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image" Target="../media/image1.png"/></Relationships>
</file>

<file path=ppt/diagrams/_rels/data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svg"/><Relationship Id="rId1" Type="http://schemas.openxmlformats.org/officeDocument/2006/relationships/image" Target="../media/image3.png"/><Relationship Id="rId6" Type="http://schemas.openxmlformats.org/officeDocument/2006/relationships/image" Target="../media/image8.svg"/><Relationship Id="rId5" Type="http://schemas.openxmlformats.org/officeDocument/2006/relationships/image" Target="../media/image7.png"/><Relationship Id="rId4" Type="http://schemas.openxmlformats.org/officeDocument/2006/relationships/image" Target="../media/image6.svg"/></Relationships>
</file>

<file path=ppt/diagrams/_rels/data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svg"/><Relationship Id="rId1" Type="http://schemas.openxmlformats.org/officeDocument/2006/relationships/image" Target="../media/image9.png"/><Relationship Id="rId6" Type="http://schemas.openxmlformats.org/officeDocument/2006/relationships/image" Target="../media/image14.svg"/><Relationship Id="rId5" Type="http://schemas.openxmlformats.org/officeDocument/2006/relationships/image" Target="../media/image13.png"/><Relationship Id="rId4" Type="http://schemas.openxmlformats.org/officeDocument/2006/relationships/image" Target="../media/image12.svg"/></Relationships>
</file>

<file path=ppt/diagrams/_rels/data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svg"/><Relationship Id="rId3" Type="http://schemas.openxmlformats.org/officeDocument/2006/relationships/image" Target="../media/image15.png"/><Relationship Id="rId7" Type="http://schemas.openxmlformats.org/officeDocument/2006/relationships/image" Target="../media/image19.png"/><Relationship Id="rId2" Type="http://schemas.openxmlformats.org/officeDocument/2006/relationships/image" Target="../media/image4.svg"/><Relationship Id="rId1" Type="http://schemas.openxmlformats.org/officeDocument/2006/relationships/image" Target="../media/image3.png"/><Relationship Id="rId6" Type="http://schemas.openxmlformats.org/officeDocument/2006/relationships/image" Target="../media/image18.svg"/><Relationship Id="rId5" Type="http://schemas.openxmlformats.org/officeDocument/2006/relationships/image" Target="../media/image17.png"/><Relationship Id="rId4" Type="http://schemas.openxmlformats.org/officeDocument/2006/relationships/image" Target="../media/image16.svg"/></Relationships>
</file>

<file path=ppt/diagrams/_rels/data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svg"/><Relationship Id="rId1" Type="http://schemas.openxmlformats.org/officeDocument/2006/relationships/image" Target="../media/image21.png"/><Relationship Id="rId6" Type="http://schemas.openxmlformats.org/officeDocument/2006/relationships/image" Target="../media/image26.svg"/><Relationship Id="rId5" Type="http://schemas.openxmlformats.org/officeDocument/2006/relationships/image" Target="../media/image25.png"/><Relationship Id="rId4" Type="http://schemas.openxmlformats.org/officeDocument/2006/relationships/image" Target="../media/image24.svg"/></Relationships>
</file>

<file path=ppt/diagrams/_rels/data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svg"/><Relationship Id="rId1" Type="http://schemas.openxmlformats.org/officeDocument/2006/relationships/image" Target="../media/image27.png"/><Relationship Id="rId6" Type="http://schemas.openxmlformats.org/officeDocument/2006/relationships/image" Target="../media/image32.svg"/><Relationship Id="rId5" Type="http://schemas.openxmlformats.org/officeDocument/2006/relationships/image" Target="../media/image31.png"/><Relationship Id="rId4" Type="http://schemas.openxmlformats.org/officeDocument/2006/relationships/image" Target="../media/image30.svg"/></Relationships>
</file>

<file path=ppt/diagrams/_rels/data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4.svg"/><Relationship Id="rId1" Type="http://schemas.openxmlformats.org/officeDocument/2006/relationships/image" Target="../media/image33.png"/><Relationship Id="rId6" Type="http://schemas.openxmlformats.org/officeDocument/2006/relationships/image" Target="../media/image32.svg"/><Relationship Id="rId5" Type="http://schemas.openxmlformats.org/officeDocument/2006/relationships/image" Target="../media/image31.png"/><Relationship Id="rId4" Type="http://schemas.openxmlformats.org/officeDocument/2006/relationships/image" Target="../media/image8.svg"/></Relationships>
</file>

<file path=ppt/diagrams/_rels/data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.svg"/><Relationship Id="rId3" Type="http://schemas.openxmlformats.org/officeDocument/2006/relationships/image" Target="../media/image38.png"/><Relationship Id="rId7" Type="http://schemas.openxmlformats.org/officeDocument/2006/relationships/image" Target="../media/image42.png"/><Relationship Id="rId2" Type="http://schemas.openxmlformats.org/officeDocument/2006/relationships/image" Target="../media/image37.svg"/><Relationship Id="rId1" Type="http://schemas.openxmlformats.org/officeDocument/2006/relationships/image" Target="../media/image36.png"/><Relationship Id="rId6" Type="http://schemas.openxmlformats.org/officeDocument/2006/relationships/image" Target="../media/image41.svg"/><Relationship Id="rId5" Type="http://schemas.openxmlformats.org/officeDocument/2006/relationships/image" Target="../media/image40.png"/><Relationship Id="rId4" Type="http://schemas.openxmlformats.org/officeDocument/2006/relationships/image" Target="../media/image39.svg"/></Relationships>
</file>

<file path=ppt/diagrams/_rels/data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image" Target="../media/image45.svg"/><Relationship Id="rId1" Type="http://schemas.openxmlformats.org/officeDocument/2006/relationships/image" Target="../media/image44.png"/><Relationship Id="rId6" Type="http://schemas.openxmlformats.org/officeDocument/2006/relationships/image" Target="../media/image49.svg"/><Relationship Id="rId5" Type="http://schemas.openxmlformats.org/officeDocument/2006/relationships/image" Target="../media/image48.png"/><Relationship Id="rId4" Type="http://schemas.openxmlformats.org/officeDocument/2006/relationships/image" Target="../media/image47.svg"/></Relationships>
</file>

<file path=ppt/diagrams/_rels/data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51.svg"/><Relationship Id="rId1" Type="http://schemas.openxmlformats.org/officeDocument/2006/relationships/image" Target="../media/image50.png"/><Relationship Id="rId6" Type="http://schemas.openxmlformats.org/officeDocument/2006/relationships/image" Target="../media/image39.svg"/><Relationship Id="rId5" Type="http://schemas.openxmlformats.org/officeDocument/2006/relationships/image" Target="../media/image38.png"/><Relationship Id="rId4" Type="http://schemas.openxmlformats.org/officeDocument/2006/relationships/image" Target="../media/image53.svg"/></Relationships>
</file>

<file path=ppt/diagrams/_rels/data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image" Target="../media/image55.svg"/><Relationship Id="rId1" Type="http://schemas.openxmlformats.org/officeDocument/2006/relationships/image" Target="../media/image54.png"/><Relationship Id="rId6" Type="http://schemas.openxmlformats.org/officeDocument/2006/relationships/image" Target="../media/image59.svg"/><Relationship Id="rId5" Type="http://schemas.openxmlformats.org/officeDocument/2006/relationships/image" Target="../media/image58.png"/><Relationship Id="rId4" Type="http://schemas.openxmlformats.org/officeDocument/2006/relationships/image" Target="../media/image57.svg"/></Relationships>
</file>

<file path=ppt/diagrams/_rels/data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61.svg"/><Relationship Id="rId1" Type="http://schemas.openxmlformats.org/officeDocument/2006/relationships/image" Target="../media/image60.png"/><Relationship Id="rId6" Type="http://schemas.openxmlformats.org/officeDocument/2006/relationships/image" Target="../media/image63.svg"/><Relationship Id="rId5" Type="http://schemas.openxmlformats.org/officeDocument/2006/relationships/image" Target="../media/image62.png"/><Relationship Id="rId4" Type="http://schemas.openxmlformats.org/officeDocument/2006/relationships/image" Target="../media/image39.svg"/></Relationships>
</file>

<file path=ppt/diagrams/_rels/data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65.svg"/><Relationship Id="rId1" Type="http://schemas.openxmlformats.org/officeDocument/2006/relationships/image" Target="../media/image64.png"/><Relationship Id="rId6" Type="http://schemas.openxmlformats.org/officeDocument/2006/relationships/image" Target="../media/image69.svg"/><Relationship Id="rId5" Type="http://schemas.openxmlformats.org/officeDocument/2006/relationships/image" Target="../media/image68.png"/><Relationship Id="rId4" Type="http://schemas.openxmlformats.org/officeDocument/2006/relationships/image" Target="../media/image67.svg"/></Relationships>
</file>

<file path=ppt/diagrams/_rels/data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image" Target="../media/image67.svg"/><Relationship Id="rId1" Type="http://schemas.openxmlformats.org/officeDocument/2006/relationships/image" Target="../media/image66.png"/><Relationship Id="rId6" Type="http://schemas.openxmlformats.org/officeDocument/2006/relationships/image" Target="../media/image73.svg"/><Relationship Id="rId5" Type="http://schemas.openxmlformats.org/officeDocument/2006/relationships/image" Target="../media/image72.png"/><Relationship Id="rId4" Type="http://schemas.openxmlformats.org/officeDocument/2006/relationships/image" Target="../media/image71.svg"/></Relationships>
</file>

<file path=ppt/diagrams/_rels/data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7.svg"/><Relationship Id="rId3" Type="http://schemas.openxmlformats.org/officeDocument/2006/relationships/image" Target="../media/image70.png"/><Relationship Id="rId7" Type="http://schemas.openxmlformats.org/officeDocument/2006/relationships/image" Target="../media/image76.png"/><Relationship Id="rId2" Type="http://schemas.openxmlformats.org/officeDocument/2006/relationships/image" Target="../media/image67.svg"/><Relationship Id="rId1" Type="http://schemas.openxmlformats.org/officeDocument/2006/relationships/image" Target="../media/image66.png"/><Relationship Id="rId6" Type="http://schemas.openxmlformats.org/officeDocument/2006/relationships/image" Target="../media/image75.svg"/><Relationship Id="rId5" Type="http://schemas.openxmlformats.org/officeDocument/2006/relationships/image" Target="../media/image74.png"/><Relationship Id="rId4" Type="http://schemas.openxmlformats.org/officeDocument/2006/relationships/image" Target="../media/image71.svg"/></Relationships>
</file>

<file path=ppt/diagrams/_rels/data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png"/><Relationship Id="rId2" Type="http://schemas.openxmlformats.org/officeDocument/2006/relationships/image" Target="../media/image79.svg"/><Relationship Id="rId1" Type="http://schemas.openxmlformats.org/officeDocument/2006/relationships/image" Target="../media/image78.png"/><Relationship Id="rId6" Type="http://schemas.openxmlformats.org/officeDocument/2006/relationships/image" Target="../media/image83.svg"/><Relationship Id="rId5" Type="http://schemas.openxmlformats.org/officeDocument/2006/relationships/image" Target="../media/image82.png"/><Relationship Id="rId4" Type="http://schemas.openxmlformats.org/officeDocument/2006/relationships/image" Target="../media/image81.svg"/></Relationships>
</file>

<file path=ppt/diagrams/_rels/data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svg"/><Relationship Id="rId1" Type="http://schemas.openxmlformats.org/officeDocument/2006/relationships/image" Target="../media/image27.png"/></Relationships>
</file>

<file path=ppt/diagrams/_rels/data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png"/><Relationship Id="rId2" Type="http://schemas.openxmlformats.org/officeDocument/2006/relationships/image" Target="../media/image85.svg"/><Relationship Id="rId1" Type="http://schemas.openxmlformats.org/officeDocument/2006/relationships/image" Target="../media/image84.png"/><Relationship Id="rId6" Type="http://schemas.openxmlformats.org/officeDocument/2006/relationships/image" Target="../media/image89.svg"/><Relationship Id="rId5" Type="http://schemas.openxmlformats.org/officeDocument/2006/relationships/image" Target="../media/image88.png"/><Relationship Id="rId4" Type="http://schemas.openxmlformats.org/officeDocument/2006/relationships/image" Target="../media/image87.svg"/></Relationships>
</file>

<file path=ppt/diagrams/_rels/data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image" Target="../media/image91.svg"/><Relationship Id="rId1" Type="http://schemas.openxmlformats.org/officeDocument/2006/relationships/image" Target="../media/image90.png"/><Relationship Id="rId6" Type="http://schemas.openxmlformats.org/officeDocument/2006/relationships/image" Target="../media/image95.svg"/><Relationship Id="rId5" Type="http://schemas.openxmlformats.org/officeDocument/2006/relationships/image" Target="../media/image94.png"/><Relationship Id="rId4" Type="http://schemas.openxmlformats.org/officeDocument/2006/relationships/image" Target="../media/image93.svg"/></Relationships>
</file>

<file path=ppt/diagrams/_rels/data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7.svg"/><Relationship Id="rId1" Type="http://schemas.openxmlformats.org/officeDocument/2006/relationships/image" Target="../media/image96.png"/></Relationships>
</file>

<file path=ppt/diagrams/_rels/data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7.svg"/><Relationship Id="rId1" Type="http://schemas.openxmlformats.org/officeDocument/2006/relationships/image" Target="../media/image96.png"/></Relationships>
</file>

<file path=ppt/diagrams/_rels/data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7.svg"/><Relationship Id="rId1" Type="http://schemas.openxmlformats.org/officeDocument/2006/relationships/image" Target="../media/image96.png"/></Relationships>
</file>

<file path=ppt/diagrams/_rels/data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7.svg"/><Relationship Id="rId1" Type="http://schemas.openxmlformats.org/officeDocument/2006/relationships/image" Target="../media/image96.png"/></Relationships>
</file>

<file path=ppt/diagrams/_rels/data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.png"/><Relationship Id="rId2" Type="http://schemas.openxmlformats.org/officeDocument/2006/relationships/image" Target="../media/image97.svg"/><Relationship Id="rId1" Type="http://schemas.openxmlformats.org/officeDocument/2006/relationships/image" Target="../media/image96.png"/><Relationship Id="rId6" Type="http://schemas.openxmlformats.org/officeDocument/2006/relationships/image" Target="../media/image101.svg"/><Relationship Id="rId5" Type="http://schemas.openxmlformats.org/officeDocument/2006/relationships/image" Target="../media/image100.png"/><Relationship Id="rId4" Type="http://schemas.openxmlformats.org/officeDocument/2006/relationships/image" Target="../media/image99.svg"/></Relationships>
</file>

<file path=ppt/diagrams/_rels/data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.svg"/><Relationship Id="rId3" Type="http://schemas.openxmlformats.org/officeDocument/2006/relationships/image" Target="../media/image102.png"/><Relationship Id="rId7" Type="http://schemas.openxmlformats.org/officeDocument/2006/relationships/image" Target="../media/image106.png"/><Relationship Id="rId2" Type="http://schemas.openxmlformats.org/officeDocument/2006/relationships/image" Target="../media/image85.svg"/><Relationship Id="rId1" Type="http://schemas.openxmlformats.org/officeDocument/2006/relationships/image" Target="../media/image84.png"/><Relationship Id="rId6" Type="http://schemas.openxmlformats.org/officeDocument/2006/relationships/image" Target="../media/image105.svg"/><Relationship Id="rId5" Type="http://schemas.openxmlformats.org/officeDocument/2006/relationships/image" Target="../media/image104.png"/><Relationship Id="rId4" Type="http://schemas.openxmlformats.org/officeDocument/2006/relationships/image" Target="../media/image103.svg"/></Relationships>
</file>

<file path=ppt/diagrams/_rels/data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.png"/><Relationship Id="rId2" Type="http://schemas.openxmlformats.org/officeDocument/2006/relationships/image" Target="../media/image109.svg"/><Relationship Id="rId1" Type="http://schemas.openxmlformats.org/officeDocument/2006/relationships/image" Target="../media/image108.png"/><Relationship Id="rId6" Type="http://schemas.openxmlformats.org/officeDocument/2006/relationships/image" Target="../media/image111.svg"/><Relationship Id="rId5" Type="http://schemas.openxmlformats.org/officeDocument/2006/relationships/image" Target="../media/image110.png"/><Relationship Id="rId4" Type="http://schemas.openxmlformats.org/officeDocument/2006/relationships/image" Target="../media/image105.svg"/></Relationships>
</file>

<file path=ppt/diagrams/_rels/data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3.png"/><Relationship Id="rId2" Type="http://schemas.openxmlformats.org/officeDocument/2006/relationships/image" Target="../media/image37.svg"/><Relationship Id="rId1" Type="http://schemas.openxmlformats.org/officeDocument/2006/relationships/image" Target="../media/image112.png"/><Relationship Id="rId6" Type="http://schemas.openxmlformats.org/officeDocument/2006/relationships/image" Target="../media/image116.svg"/><Relationship Id="rId5" Type="http://schemas.openxmlformats.org/officeDocument/2006/relationships/image" Target="../media/image115.png"/><Relationship Id="rId4" Type="http://schemas.openxmlformats.org/officeDocument/2006/relationships/image" Target="../media/image114.svg"/></Relationships>
</file>

<file path=ppt/diagrams/_rels/data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4.svg"/><Relationship Id="rId3" Type="http://schemas.openxmlformats.org/officeDocument/2006/relationships/image" Target="../media/image119.png"/><Relationship Id="rId7" Type="http://schemas.openxmlformats.org/officeDocument/2006/relationships/image" Target="../media/image123.png"/><Relationship Id="rId2" Type="http://schemas.openxmlformats.org/officeDocument/2006/relationships/image" Target="../media/image118.svg"/><Relationship Id="rId1" Type="http://schemas.openxmlformats.org/officeDocument/2006/relationships/image" Target="../media/image117.png"/><Relationship Id="rId6" Type="http://schemas.openxmlformats.org/officeDocument/2006/relationships/image" Target="../media/image122.svg"/><Relationship Id="rId5" Type="http://schemas.openxmlformats.org/officeDocument/2006/relationships/image" Target="../media/image121.png"/><Relationship Id="rId10" Type="http://schemas.openxmlformats.org/officeDocument/2006/relationships/image" Target="../media/image126.svg"/><Relationship Id="rId4" Type="http://schemas.openxmlformats.org/officeDocument/2006/relationships/image" Target="../media/image120.svg"/><Relationship Id="rId9" Type="http://schemas.openxmlformats.org/officeDocument/2006/relationships/image" Target="../media/image125.png"/></Relationships>
</file>

<file path=ppt/diagrams/_rels/data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7.png"/><Relationship Id="rId2" Type="http://schemas.openxmlformats.org/officeDocument/2006/relationships/image" Target="../media/image4.svg"/><Relationship Id="rId1" Type="http://schemas.openxmlformats.org/officeDocument/2006/relationships/image" Target="../media/image3.png"/><Relationship Id="rId6" Type="http://schemas.openxmlformats.org/officeDocument/2006/relationships/image" Target="../media/image130.svg"/><Relationship Id="rId5" Type="http://schemas.openxmlformats.org/officeDocument/2006/relationships/image" Target="../media/image129.png"/><Relationship Id="rId4" Type="http://schemas.openxmlformats.org/officeDocument/2006/relationships/image" Target="../media/image128.svg"/></Relationships>
</file>

<file path=ppt/diagrams/_rels/data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.png"/><Relationship Id="rId2" Type="http://schemas.openxmlformats.org/officeDocument/2006/relationships/image" Target="../media/image4.svg"/><Relationship Id="rId1" Type="http://schemas.openxmlformats.org/officeDocument/2006/relationships/image" Target="../media/image3.png"/><Relationship Id="rId6" Type="http://schemas.openxmlformats.org/officeDocument/2006/relationships/image" Target="../media/image134.svg"/><Relationship Id="rId5" Type="http://schemas.openxmlformats.org/officeDocument/2006/relationships/image" Target="../media/image133.png"/><Relationship Id="rId4" Type="http://schemas.openxmlformats.org/officeDocument/2006/relationships/image" Target="../media/image132.svg"/></Relationships>
</file>

<file path=ppt/diagrams/_rels/data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7.png"/><Relationship Id="rId2" Type="http://schemas.openxmlformats.org/officeDocument/2006/relationships/image" Target="../media/image136.svg"/><Relationship Id="rId1" Type="http://schemas.openxmlformats.org/officeDocument/2006/relationships/image" Target="../media/image135.png"/><Relationship Id="rId6" Type="http://schemas.openxmlformats.org/officeDocument/2006/relationships/image" Target="../media/image140.svg"/><Relationship Id="rId5" Type="http://schemas.openxmlformats.org/officeDocument/2006/relationships/image" Target="../media/image139.png"/><Relationship Id="rId4" Type="http://schemas.openxmlformats.org/officeDocument/2006/relationships/image" Target="../media/image138.svg"/></Relationships>
</file>

<file path=ppt/diagrams/_rels/data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1.png"/><Relationship Id="rId2" Type="http://schemas.openxmlformats.org/officeDocument/2006/relationships/image" Target="../media/image136.svg"/><Relationship Id="rId1" Type="http://schemas.openxmlformats.org/officeDocument/2006/relationships/image" Target="../media/image135.png"/><Relationship Id="rId6" Type="http://schemas.openxmlformats.org/officeDocument/2006/relationships/image" Target="../media/image144.svg"/><Relationship Id="rId5" Type="http://schemas.openxmlformats.org/officeDocument/2006/relationships/image" Target="../media/image143.png"/><Relationship Id="rId4" Type="http://schemas.openxmlformats.org/officeDocument/2006/relationships/image" Target="../media/image142.svg"/></Relationships>
</file>

<file path=ppt/diagrams/_rels/data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7.png"/><Relationship Id="rId2" Type="http://schemas.openxmlformats.org/officeDocument/2006/relationships/image" Target="../media/image146.svg"/><Relationship Id="rId1" Type="http://schemas.openxmlformats.org/officeDocument/2006/relationships/image" Target="../media/image145.png"/><Relationship Id="rId6" Type="http://schemas.openxmlformats.org/officeDocument/2006/relationships/image" Target="../media/image149.svg"/><Relationship Id="rId5" Type="http://schemas.openxmlformats.org/officeDocument/2006/relationships/image" Target="../media/image11.png"/><Relationship Id="rId4" Type="http://schemas.openxmlformats.org/officeDocument/2006/relationships/image" Target="../media/image148.svg"/></Relationships>
</file>

<file path=ppt/diagrams/_rels/data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146.svg"/><Relationship Id="rId1" Type="http://schemas.openxmlformats.org/officeDocument/2006/relationships/image" Target="../media/image145.png"/><Relationship Id="rId4" Type="http://schemas.openxmlformats.org/officeDocument/2006/relationships/image" Target="../media/image101.svg"/></Relationships>
</file>

<file path=ppt/diagrams/_rels/data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4.png"/><Relationship Id="rId2" Type="http://schemas.openxmlformats.org/officeDocument/2006/relationships/image" Target="../media/image153.svg"/><Relationship Id="rId1" Type="http://schemas.openxmlformats.org/officeDocument/2006/relationships/image" Target="../media/image152.png"/><Relationship Id="rId6" Type="http://schemas.openxmlformats.org/officeDocument/2006/relationships/image" Target="../media/image157.svg"/><Relationship Id="rId5" Type="http://schemas.openxmlformats.org/officeDocument/2006/relationships/image" Target="../media/image156.png"/><Relationship Id="rId4" Type="http://schemas.openxmlformats.org/officeDocument/2006/relationships/image" Target="../media/image155.svg"/></Relationships>
</file>

<file path=ppt/diagrams/_rels/data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.png"/><Relationship Id="rId2" Type="http://schemas.openxmlformats.org/officeDocument/2006/relationships/image" Target="../media/image159.svg"/><Relationship Id="rId1" Type="http://schemas.openxmlformats.org/officeDocument/2006/relationships/image" Target="../media/image158.png"/><Relationship Id="rId4" Type="http://schemas.openxmlformats.org/officeDocument/2006/relationships/image" Target="../media/image132.svg"/></Relationships>
</file>

<file path=ppt/diagrams/_rels/data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2.png"/><Relationship Id="rId2" Type="http://schemas.openxmlformats.org/officeDocument/2006/relationships/image" Target="../media/image161.svg"/><Relationship Id="rId1" Type="http://schemas.openxmlformats.org/officeDocument/2006/relationships/image" Target="../media/image160.png"/><Relationship Id="rId6" Type="http://schemas.openxmlformats.org/officeDocument/2006/relationships/image" Target="../media/image165.svg"/><Relationship Id="rId5" Type="http://schemas.openxmlformats.org/officeDocument/2006/relationships/image" Target="../media/image164.png"/><Relationship Id="rId4" Type="http://schemas.openxmlformats.org/officeDocument/2006/relationships/image" Target="../media/image163.svg"/></Relationships>
</file>

<file path=ppt/diagrams/_rels/data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8.png"/><Relationship Id="rId2" Type="http://schemas.openxmlformats.org/officeDocument/2006/relationships/image" Target="../media/image167.svg"/><Relationship Id="rId1" Type="http://schemas.openxmlformats.org/officeDocument/2006/relationships/image" Target="../media/image166.png"/><Relationship Id="rId4" Type="http://schemas.openxmlformats.org/officeDocument/2006/relationships/image" Target="../media/image169.svg"/></Relationships>
</file>

<file path=ppt/diagrams/_rels/data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2.png"/><Relationship Id="rId2" Type="http://schemas.openxmlformats.org/officeDocument/2006/relationships/image" Target="../media/image171.svg"/><Relationship Id="rId1" Type="http://schemas.openxmlformats.org/officeDocument/2006/relationships/image" Target="../media/image170.png"/><Relationship Id="rId6" Type="http://schemas.openxmlformats.org/officeDocument/2006/relationships/image" Target="../media/image175.svg"/><Relationship Id="rId5" Type="http://schemas.openxmlformats.org/officeDocument/2006/relationships/image" Target="../media/image174.png"/><Relationship Id="rId4" Type="http://schemas.openxmlformats.org/officeDocument/2006/relationships/image" Target="../media/image173.svg"/></Relationships>
</file>

<file path=ppt/diagrams/_rels/data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8.png"/><Relationship Id="rId2" Type="http://schemas.openxmlformats.org/officeDocument/2006/relationships/image" Target="../media/image177.svg"/><Relationship Id="rId1" Type="http://schemas.openxmlformats.org/officeDocument/2006/relationships/image" Target="../media/image176.png"/><Relationship Id="rId6" Type="http://schemas.openxmlformats.org/officeDocument/2006/relationships/image" Target="../media/image181.svg"/><Relationship Id="rId5" Type="http://schemas.openxmlformats.org/officeDocument/2006/relationships/image" Target="../media/image180.png"/><Relationship Id="rId4" Type="http://schemas.openxmlformats.org/officeDocument/2006/relationships/image" Target="../media/image179.svg"/></Relationships>
</file>

<file path=ppt/diagrams/_rels/data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png"/><Relationship Id="rId2" Type="http://schemas.openxmlformats.org/officeDocument/2006/relationships/image" Target="../media/image183.svg"/><Relationship Id="rId1" Type="http://schemas.openxmlformats.org/officeDocument/2006/relationships/image" Target="../media/image182.png"/><Relationship Id="rId6" Type="http://schemas.openxmlformats.org/officeDocument/2006/relationships/image" Target="../media/image187.svg"/><Relationship Id="rId5" Type="http://schemas.openxmlformats.org/officeDocument/2006/relationships/image" Target="../media/image186.png"/><Relationship Id="rId4" Type="http://schemas.openxmlformats.org/officeDocument/2006/relationships/image" Target="../media/image185.svg"/></Relationships>
</file>

<file path=ppt/diagrams/_rels/data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0.png"/><Relationship Id="rId2" Type="http://schemas.openxmlformats.org/officeDocument/2006/relationships/image" Target="../media/image189.svg"/><Relationship Id="rId1" Type="http://schemas.openxmlformats.org/officeDocument/2006/relationships/image" Target="../media/image188.png"/><Relationship Id="rId4" Type="http://schemas.openxmlformats.org/officeDocument/2006/relationships/image" Target="../media/image191.svg"/></Relationships>
</file>

<file path=ppt/diagrams/_rels/data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3.png"/><Relationship Id="rId2" Type="http://schemas.openxmlformats.org/officeDocument/2006/relationships/image" Target="../media/image202.svg"/><Relationship Id="rId1" Type="http://schemas.openxmlformats.org/officeDocument/2006/relationships/image" Target="../media/image201.png"/><Relationship Id="rId4" Type="http://schemas.openxmlformats.org/officeDocument/2006/relationships/image" Target="../media/image204.svg"/></Relationships>
</file>

<file path=ppt/diagrams/_rels/data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7.png"/><Relationship Id="rId2" Type="http://schemas.openxmlformats.org/officeDocument/2006/relationships/image" Target="../media/image206.svg"/><Relationship Id="rId1" Type="http://schemas.openxmlformats.org/officeDocument/2006/relationships/image" Target="../media/image205.png"/><Relationship Id="rId4" Type="http://schemas.openxmlformats.org/officeDocument/2006/relationships/image" Target="../media/image208.svg"/></Relationships>
</file>

<file path=ppt/diagrams/_rels/data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.png"/><Relationship Id="rId2" Type="http://schemas.openxmlformats.org/officeDocument/2006/relationships/image" Target="../media/image4.svg"/><Relationship Id="rId1" Type="http://schemas.openxmlformats.org/officeDocument/2006/relationships/image" Target="../media/image3.png"/><Relationship Id="rId4" Type="http://schemas.openxmlformats.org/officeDocument/2006/relationships/image" Target="../media/image116.svg"/></Relationships>
</file>

<file path=ppt/diagrams/_rels/data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9.png"/><Relationship Id="rId2" Type="http://schemas.openxmlformats.org/officeDocument/2006/relationships/image" Target="../media/image4.svg"/><Relationship Id="rId1" Type="http://schemas.openxmlformats.org/officeDocument/2006/relationships/image" Target="../media/image3.png"/><Relationship Id="rId4" Type="http://schemas.openxmlformats.org/officeDocument/2006/relationships/image" Target="../media/image210.svg"/></Relationships>
</file>

<file path=ppt/diagrams/_rels/data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4.svg"/><Relationship Id="rId1" Type="http://schemas.openxmlformats.org/officeDocument/2006/relationships/image" Target="../media/image3.png"/><Relationship Id="rId6" Type="http://schemas.openxmlformats.org/officeDocument/2006/relationships/image" Target="../media/image212.svg"/><Relationship Id="rId5" Type="http://schemas.openxmlformats.org/officeDocument/2006/relationships/image" Target="../media/image211.png"/><Relationship Id="rId4" Type="http://schemas.openxmlformats.org/officeDocument/2006/relationships/image" Target="../media/image8.svg"/></Relationships>
</file>

<file path=ppt/diagrams/_rels/data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3.png"/><Relationship Id="rId2" Type="http://schemas.openxmlformats.org/officeDocument/2006/relationships/image" Target="../media/image214.svg"/><Relationship Id="rId1" Type="http://schemas.openxmlformats.org/officeDocument/2006/relationships/image" Target="../media/image213.png"/><Relationship Id="rId6" Type="http://schemas.openxmlformats.org/officeDocument/2006/relationships/image" Target="../media/image217.svg"/><Relationship Id="rId5" Type="http://schemas.openxmlformats.org/officeDocument/2006/relationships/image" Target="../media/image216.png"/><Relationship Id="rId4" Type="http://schemas.openxmlformats.org/officeDocument/2006/relationships/image" Target="../media/image215.svg"/></Relationships>
</file>

<file path=ppt/diagrams/_rels/data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37.svg"/><Relationship Id="rId1" Type="http://schemas.openxmlformats.org/officeDocument/2006/relationships/image" Target="../media/image112.png"/><Relationship Id="rId4" Type="http://schemas.openxmlformats.org/officeDocument/2006/relationships/image" Target="../media/image30.svg"/></Relationships>
</file>

<file path=ppt/diagrams/_rels/data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37.svg"/><Relationship Id="rId1" Type="http://schemas.openxmlformats.org/officeDocument/2006/relationships/image" Target="../media/image112.png"/><Relationship Id="rId4" Type="http://schemas.openxmlformats.org/officeDocument/2006/relationships/image" Target="../media/image30.svg"/></Relationships>
</file>

<file path=ppt/diagrams/_rels/data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9.png"/><Relationship Id="rId2" Type="http://schemas.openxmlformats.org/officeDocument/2006/relationships/image" Target="../media/image4.svg"/><Relationship Id="rId1" Type="http://schemas.openxmlformats.org/officeDocument/2006/relationships/image" Target="../media/image3.png"/><Relationship Id="rId6" Type="http://schemas.openxmlformats.org/officeDocument/2006/relationships/image" Target="../media/image134.svg"/><Relationship Id="rId5" Type="http://schemas.openxmlformats.org/officeDocument/2006/relationships/image" Target="../media/image133.png"/><Relationship Id="rId4" Type="http://schemas.openxmlformats.org/officeDocument/2006/relationships/image" Target="../media/image210.svg"/></Relationships>
</file>

<file path=ppt/diagrams/_rels/data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9.png"/><Relationship Id="rId2" Type="http://schemas.openxmlformats.org/officeDocument/2006/relationships/image" Target="../media/image4.svg"/><Relationship Id="rId1" Type="http://schemas.openxmlformats.org/officeDocument/2006/relationships/image" Target="../media/image3.png"/><Relationship Id="rId6" Type="http://schemas.openxmlformats.org/officeDocument/2006/relationships/image" Target="../media/image217.svg"/><Relationship Id="rId5" Type="http://schemas.openxmlformats.org/officeDocument/2006/relationships/image" Target="../media/image216.png"/><Relationship Id="rId4" Type="http://schemas.openxmlformats.org/officeDocument/2006/relationships/image" Target="../media/image140.svg"/></Relationships>
</file>

<file path=ppt/diagrams/_rels/data1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5.svg"/><Relationship Id="rId3" Type="http://schemas.openxmlformats.org/officeDocument/2006/relationships/image" Target="../media/image220.png"/><Relationship Id="rId7" Type="http://schemas.openxmlformats.org/officeDocument/2006/relationships/image" Target="../media/image224.png"/><Relationship Id="rId12" Type="http://schemas.openxmlformats.org/officeDocument/2006/relationships/image" Target="../media/image206.svg"/><Relationship Id="rId2" Type="http://schemas.openxmlformats.org/officeDocument/2006/relationships/image" Target="../media/image219.svg"/><Relationship Id="rId1" Type="http://schemas.openxmlformats.org/officeDocument/2006/relationships/image" Target="../media/image218.png"/><Relationship Id="rId6" Type="http://schemas.openxmlformats.org/officeDocument/2006/relationships/image" Target="../media/image223.svg"/><Relationship Id="rId11" Type="http://schemas.openxmlformats.org/officeDocument/2006/relationships/image" Target="../media/image205.png"/><Relationship Id="rId5" Type="http://schemas.openxmlformats.org/officeDocument/2006/relationships/image" Target="../media/image222.png"/><Relationship Id="rId10" Type="http://schemas.openxmlformats.org/officeDocument/2006/relationships/image" Target="../media/image227.svg"/><Relationship Id="rId4" Type="http://schemas.openxmlformats.org/officeDocument/2006/relationships/image" Target="../media/image221.svg"/><Relationship Id="rId9" Type="http://schemas.openxmlformats.org/officeDocument/2006/relationships/image" Target="../media/image226.png"/></Relationships>
</file>

<file path=ppt/diagrams/_rels/data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8.png"/><Relationship Id="rId2" Type="http://schemas.openxmlformats.org/officeDocument/2006/relationships/image" Target="../media/image183.svg"/><Relationship Id="rId1" Type="http://schemas.openxmlformats.org/officeDocument/2006/relationships/image" Target="../media/image182.png"/><Relationship Id="rId6" Type="http://schemas.openxmlformats.org/officeDocument/2006/relationships/image" Target="../media/image132.svg"/><Relationship Id="rId5" Type="http://schemas.openxmlformats.org/officeDocument/2006/relationships/image" Target="../media/image131.png"/><Relationship Id="rId4" Type="http://schemas.openxmlformats.org/officeDocument/2006/relationships/image" Target="../media/image229.svg"/></Relationships>
</file>

<file path=ppt/diagrams/_rels/data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0.png"/><Relationship Id="rId2" Type="http://schemas.openxmlformats.org/officeDocument/2006/relationships/image" Target="../media/image95.svg"/><Relationship Id="rId1" Type="http://schemas.openxmlformats.org/officeDocument/2006/relationships/image" Target="../media/image94.png"/><Relationship Id="rId6" Type="http://schemas.openxmlformats.org/officeDocument/2006/relationships/image" Target="../media/image233.svg"/><Relationship Id="rId5" Type="http://schemas.openxmlformats.org/officeDocument/2006/relationships/image" Target="../media/image232.png"/><Relationship Id="rId4" Type="http://schemas.openxmlformats.org/officeDocument/2006/relationships/image" Target="../media/image231.svg"/></Relationships>
</file>

<file path=ppt/diagrams/_rels/data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5.png"/><Relationship Id="rId2" Type="http://schemas.openxmlformats.org/officeDocument/2006/relationships/image" Target="../media/image183.svg"/><Relationship Id="rId1" Type="http://schemas.openxmlformats.org/officeDocument/2006/relationships/image" Target="../media/image182.png"/><Relationship Id="rId6" Type="http://schemas.openxmlformats.org/officeDocument/2006/relationships/image" Target="../media/image238.svg"/><Relationship Id="rId5" Type="http://schemas.openxmlformats.org/officeDocument/2006/relationships/image" Target="../media/image237.png"/><Relationship Id="rId4" Type="http://schemas.openxmlformats.org/officeDocument/2006/relationships/image" Target="../media/image236.svg"/></Relationships>
</file>

<file path=ppt/diagrams/_rels/data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1.png"/><Relationship Id="rId2" Type="http://schemas.openxmlformats.org/officeDocument/2006/relationships/image" Target="../media/image240.svg"/><Relationship Id="rId1" Type="http://schemas.openxmlformats.org/officeDocument/2006/relationships/image" Target="../media/image239.png"/><Relationship Id="rId6" Type="http://schemas.openxmlformats.org/officeDocument/2006/relationships/image" Target="../media/image244.svg"/><Relationship Id="rId5" Type="http://schemas.openxmlformats.org/officeDocument/2006/relationships/image" Target="../media/image243.png"/><Relationship Id="rId4" Type="http://schemas.openxmlformats.org/officeDocument/2006/relationships/image" Target="../media/image242.svg"/></Relationships>
</file>

<file path=ppt/diagrams/_rels/data1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5.svg"/><Relationship Id="rId3" Type="http://schemas.openxmlformats.org/officeDocument/2006/relationships/image" Target="../media/image247.png"/><Relationship Id="rId7" Type="http://schemas.openxmlformats.org/officeDocument/2006/relationships/image" Target="../media/image94.png"/><Relationship Id="rId2" Type="http://schemas.openxmlformats.org/officeDocument/2006/relationships/image" Target="../media/image246.svg"/><Relationship Id="rId1" Type="http://schemas.openxmlformats.org/officeDocument/2006/relationships/image" Target="../media/image245.png"/><Relationship Id="rId6" Type="http://schemas.openxmlformats.org/officeDocument/2006/relationships/image" Target="../media/image250.svg"/><Relationship Id="rId5" Type="http://schemas.openxmlformats.org/officeDocument/2006/relationships/image" Target="../media/image249.png"/><Relationship Id="rId4" Type="http://schemas.openxmlformats.org/officeDocument/2006/relationships/image" Target="../media/image248.svg"/></Relationships>
</file>

<file path=ppt/diagrams/_rels/data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1.png"/><Relationship Id="rId2" Type="http://schemas.openxmlformats.org/officeDocument/2006/relationships/image" Target="../media/image37.svg"/><Relationship Id="rId1" Type="http://schemas.openxmlformats.org/officeDocument/2006/relationships/image" Target="../media/image112.png"/><Relationship Id="rId4" Type="http://schemas.openxmlformats.org/officeDocument/2006/relationships/image" Target="../media/image252.svg"/></Relationships>
</file>

<file path=ppt/diagrams/_rels/data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5.png"/><Relationship Id="rId2" Type="http://schemas.openxmlformats.org/officeDocument/2006/relationships/image" Target="../media/image254.svg"/><Relationship Id="rId1" Type="http://schemas.openxmlformats.org/officeDocument/2006/relationships/image" Target="../media/image253.png"/><Relationship Id="rId6" Type="http://schemas.openxmlformats.org/officeDocument/2006/relationships/image" Target="../media/image236.svg"/><Relationship Id="rId5" Type="http://schemas.openxmlformats.org/officeDocument/2006/relationships/image" Target="../media/image235.png"/><Relationship Id="rId4" Type="http://schemas.openxmlformats.org/officeDocument/2006/relationships/image" Target="../media/image256.svg"/></Relationships>
</file>

<file path=ppt/diagrams/_rels/data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5.png"/><Relationship Id="rId2" Type="http://schemas.openxmlformats.org/officeDocument/2006/relationships/image" Target="../media/image258.svg"/><Relationship Id="rId1" Type="http://schemas.openxmlformats.org/officeDocument/2006/relationships/image" Target="../media/image257.png"/><Relationship Id="rId6" Type="http://schemas.openxmlformats.org/officeDocument/2006/relationships/image" Target="../media/image153.svg"/><Relationship Id="rId5" Type="http://schemas.openxmlformats.org/officeDocument/2006/relationships/image" Target="../media/image152.png"/><Relationship Id="rId4" Type="http://schemas.openxmlformats.org/officeDocument/2006/relationships/image" Target="../media/image246.svg"/></Relationships>
</file>

<file path=ppt/diagrams/_rels/data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1.png"/><Relationship Id="rId2" Type="http://schemas.openxmlformats.org/officeDocument/2006/relationships/image" Target="../media/image260.svg"/><Relationship Id="rId1" Type="http://schemas.openxmlformats.org/officeDocument/2006/relationships/image" Target="../media/image259.png"/><Relationship Id="rId6" Type="http://schemas.openxmlformats.org/officeDocument/2006/relationships/image" Target="../media/image264.svg"/><Relationship Id="rId5" Type="http://schemas.openxmlformats.org/officeDocument/2006/relationships/image" Target="../media/image263.png"/><Relationship Id="rId4" Type="http://schemas.openxmlformats.org/officeDocument/2006/relationships/image" Target="../media/image262.svg"/></Relationships>
</file>

<file path=ppt/diagrams/_rels/data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5.png"/><Relationship Id="rId2" Type="http://schemas.openxmlformats.org/officeDocument/2006/relationships/image" Target="../media/image264.svg"/><Relationship Id="rId1" Type="http://schemas.openxmlformats.org/officeDocument/2006/relationships/image" Target="../media/image263.png"/><Relationship Id="rId4" Type="http://schemas.openxmlformats.org/officeDocument/2006/relationships/image" Target="../media/image266.svg"/></Relationships>
</file>

<file path=ppt/diagrams/_rels/data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7.png"/><Relationship Id="rId2" Type="http://schemas.openxmlformats.org/officeDocument/2006/relationships/image" Target="../media/image4.svg"/><Relationship Id="rId1" Type="http://schemas.openxmlformats.org/officeDocument/2006/relationships/image" Target="../media/image3.png"/><Relationship Id="rId4" Type="http://schemas.openxmlformats.org/officeDocument/2006/relationships/image" Target="../media/image268.svg"/></Relationships>
</file>

<file path=ppt/diagrams/_rels/data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1.png"/><Relationship Id="rId2" Type="http://schemas.openxmlformats.org/officeDocument/2006/relationships/image" Target="../media/image270.svg"/><Relationship Id="rId1" Type="http://schemas.openxmlformats.org/officeDocument/2006/relationships/image" Target="../media/image269.png"/><Relationship Id="rId6" Type="http://schemas.openxmlformats.org/officeDocument/2006/relationships/image" Target="../media/image262.svg"/><Relationship Id="rId5" Type="http://schemas.openxmlformats.org/officeDocument/2006/relationships/image" Target="../media/image261.png"/><Relationship Id="rId4" Type="http://schemas.openxmlformats.org/officeDocument/2006/relationships/image" Target="../media/image272.svg"/></Relationships>
</file>

<file path=ppt/diagrams/_rels/data1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8.svg"/><Relationship Id="rId3" Type="http://schemas.openxmlformats.org/officeDocument/2006/relationships/image" Target="../media/image273.png"/><Relationship Id="rId7" Type="http://schemas.openxmlformats.org/officeDocument/2006/relationships/image" Target="../media/image277.png"/><Relationship Id="rId2" Type="http://schemas.openxmlformats.org/officeDocument/2006/relationships/image" Target="../media/image240.svg"/><Relationship Id="rId1" Type="http://schemas.openxmlformats.org/officeDocument/2006/relationships/image" Target="../media/image239.png"/><Relationship Id="rId6" Type="http://schemas.openxmlformats.org/officeDocument/2006/relationships/image" Target="../media/image276.svg"/><Relationship Id="rId5" Type="http://schemas.openxmlformats.org/officeDocument/2006/relationships/image" Target="../media/image275.png"/><Relationship Id="rId4" Type="http://schemas.openxmlformats.org/officeDocument/2006/relationships/image" Target="../media/image274.svg"/></Relationships>
</file>

<file path=ppt/diagrams/_rels/data1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8.svg"/><Relationship Id="rId3" Type="http://schemas.openxmlformats.org/officeDocument/2006/relationships/image" Target="../media/image273.png"/><Relationship Id="rId7" Type="http://schemas.openxmlformats.org/officeDocument/2006/relationships/image" Target="../media/image207.png"/><Relationship Id="rId2" Type="http://schemas.openxmlformats.org/officeDocument/2006/relationships/image" Target="../media/image240.svg"/><Relationship Id="rId1" Type="http://schemas.openxmlformats.org/officeDocument/2006/relationships/image" Target="../media/image239.png"/><Relationship Id="rId6" Type="http://schemas.openxmlformats.org/officeDocument/2006/relationships/image" Target="../media/image280.svg"/><Relationship Id="rId5" Type="http://schemas.openxmlformats.org/officeDocument/2006/relationships/image" Target="../media/image279.png"/><Relationship Id="rId4" Type="http://schemas.openxmlformats.org/officeDocument/2006/relationships/image" Target="../media/image274.svg"/></Relationships>
</file>

<file path=ppt/diagrams/_rels/data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2.png"/><Relationship Id="rId2" Type="http://schemas.openxmlformats.org/officeDocument/2006/relationships/image" Target="../media/image240.svg"/><Relationship Id="rId1" Type="http://schemas.openxmlformats.org/officeDocument/2006/relationships/image" Target="../media/image239.png"/><Relationship Id="rId6" Type="http://schemas.openxmlformats.org/officeDocument/2006/relationships/image" Target="../media/image285.svg"/><Relationship Id="rId5" Type="http://schemas.openxmlformats.org/officeDocument/2006/relationships/image" Target="../media/image284.png"/><Relationship Id="rId4" Type="http://schemas.openxmlformats.org/officeDocument/2006/relationships/image" Target="../media/image283.svg"/></Relationships>
</file>

<file path=ppt/diagrams/_rels/data1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4.svg"/><Relationship Id="rId3" Type="http://schemas.openxmlformats.org/officeDocument/2006/relationships/image" Target="../media/image289.png"/><Relationship Id="rId7" Type="http://schemas.openxmlformats.org/officeDocument/2006/relationships/image" Target="../media/image293.png"/><Relationship Id="rId2" Type="http://schemas.openxmlformats.org/officeDocument/2006/relationships/image" Target="../media/image288.svg"/><Relationship Id="rId1" Type="http://schemas.openxmlformats.org/officeDocument/2006/relationships/image" Target="../media/image287.png"/><Relationship Id="rId6" Type="http://schemas.openxmlformats.org/officeDocument/2006/relationships/image" Target="../media/image292.svg"/><Relationship Id="rId5" Type="http://schemas.openxmlformats.org/officeDocument/2006/relationships/image" Target="../media/image291.png"/><Relationship Id="rId4" Type="http://schemas.openxmlformats.org/officeDocument/2006/relationships/image" Target="../media/image290.svg"/></Relationships>
</file>

<file path=ppt/diagrams/_rels/drawing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image" Target="../media/image1.png"/></Relationships>
</file>

<file path=ppt/diagrams/_rels/drawing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svg"/><Relationship Id="rId1" Type="http://schemas.openxmlformats.org/officeDocument/2006/relationships/image" Target="../media/image3.png"/><Relationship Id="rId6" Type="http://schemas.openxmlformats.org/officeDocument/2006/relationships/image" Target="../media/image8.svg"/><Relationship Id="rId5" Type="http://schemas.openxmlformats.org/officeDocument/2006/relationships/image" Target="../media/image7.png"/><Relationship Id="rId4" Type="http://schemas.openxmlformats.org/officeDocument/2006/relationships/image" Target="../media/image6.svg"/></Relationships>
</file>

<file path=ppt/diagrams/_rels/drawing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svg"/><Relationship Id="rId1" Type="http://schemas.openxmlformats.org/officeDocument/2006/relationships/image" Target="../media/image9.png"/><Relationship Id="rId6" Type="http://schemas.openxmlformats.org/officeDocument/2006/relationships/image" Target="../media/image14.svg"/><Relationship Id="rId5" Type="http://schemas.openxmlformats.org/officeDocument/2006/relationships/image" Target="../media/image13.png"/><Relationship Id="rId4" Type="http://schemas.openxmlformats.org/officeDocument/2006/relationships/image" Target="../media/image12.svg"/></Relationships>
</file>

<file path=ppt/diagrams/_rels/drawing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svg"/><Relationship Id="rId3" Type="http://schemas.openxmlformats.org/officeDocument/2006/relationships/image" Target="../media/image15.png"/><Relationship Id="rId7" Type="http://schemas.openxmlformats.org/officeDocument/2006/relationships/image" Target="../media/image19.png"/><Relationship Id="rId2" Type="http://schemas.openxmlformats.org/officeDocument/2006/relationships/image" Target="../media/image4.svg"/><Relationship Id="rId1" Type="http://schemas.openxmlformats.org/officeDocument/2006/relationships/image" Target="../media/image3.png"/><Relationship Id="rId6" Type="http://schemas.openxmlformats.org/officeDocument/2006/relationships/image" Target="../media/image18.svg"/><Relationship Id="rId5" Type="http://schemas.openxmlformats.org/officeDocument/2006/relationships/image" Target="../media/image17.png"/><Relationship Id="rId4" Type="http://schemas.openxmlformats.org/officeDocument/2006/relationships/image" Target="../media/image16.svg"/></Relationships>
</file>

<file path=ppt/diagrams/_rels/drawing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svg"/><Relationship Id="rId1" Type="http://schemas.openxmlformats.org/officeDocument/2006/relationships/image" Target="../media/image21.png"/><Relationship Id="rId6" Type="http://schemas.openxmlformats.org/officeDocument/2006/relationships/image" Target="../media/image26.svg"/><Relationship Id="rId5" Type="http://schemas.openxmlformats.org/officeDocument/2006/relationships/image" Target="../media/image25.png"/><Relationship Id="rId4" Type="http://schemas.openxmlformats.org/officeDocument/2006/relationships/image" Target="../media/image24.svg"/></Relationships>
</file>

<file path=ppt/diagrams/_rels/drawing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svg"/><Relationship Id="rId1" Type="http://schemas.openxmlformats.org/officeDocument/2006/relationships/image" Target="../media/image27.png"/><Relationship Id="rId6" Type="http://schemas.openxmlformats.org/officeDocument/2006/relationships/image" Target="../media/image32.svg"/><Relationship Id="rId5" Type="http://schemas.openxmlformats.org/officeDocument/2006/relationships/image" Target="../media/image31.png"/><Relationship Id="rId4" Type="http://schemas.openxmlformats.org/officeDocument/2006/relationships/image" Target="../media/image30.svg"/></Relationships>
</file>

<file path=ppt/diagrams/_rels/drawing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4.svg"/><Relationship Id="rId1" Type="http://schemas.openxmlformats.org/officeDocument/2006/relationships/image" Target="../media/image33.png"/><Relationship Id="rId6" Type="http://schemas.openxmlformats.org/officeDocument/2006/relationships/image" Target="../media/image32.svg"/><Relationship Id="rId5" Type="http://schemas.openxmlformats.org/officeDocument/2006/relationships/image" Target="../media/image31.png"/><Relationship Id="rId4" Type="http://schemas.openxmlformats.org/officeDocument/2006/relationships/image" Target="../media/image8.svg"/></Relationships>
</file>

<file path=ppt/diagrams/_rels/drawing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.svg"/><Relationship Id="rId3" Type="http://schemas.openxmlformats.org/officeDocument/2006/relationships/image" Target="../media/image38.png"/><Relationship Id="rId7" Type="http://schemas.openxmlformats.org/officeDocument/2006/relationships/image" Target="../media/image42.png"/><Relationship Id="rId2" Type="http://schemas.openxmlformats.org/officeDocument/2006/relationships/image" Target="../media/image37.svg"/><Relationship Id="rId1" Type="http://schemas.openxmlformats.org/officeDocument/2006/relationships/image" Target="../media/image36.png"/><Relationship Id="rId6" Type="http://schemas.openxmlformats.org/officeDocument/2006/relationships/image" Target="../media/image41.svg"/><Relationship Id="rId5" Type="http://schemas.openxmlformats.org/officeDocument/2006/relationships/image" Target="../media/image40.png"/><Relationship Id="rId4" Type="http://schemas.openxmlformats.org/officeDocument/2006/relationships/image" Target="../media/image39.svg"/></Relationships>
</file>

<file path=ppt/diagrams/_rels/drawing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image" Target="../media/image45.svg"/><Relationship Id="rId1" Type="http://schemas.openxmlformats.org/officeDocument/2006/relationships/image" Target="../media/image44.png"/><Relationship Id="rId6" Type="http://schemas.openxmlformats.org/officeDocument/2006/relationships/image" Target="../media/image49.svg"/><Relationship Id="rId5" Type="http://schemas.openxmlformats.org/officeDocument/2006/relationships/image" Target="../media/image48.png"/><Relationship Id="rId4" Type="http://schemas.openxmlformats.org/officeDocument/2006/relationships/image" Target="../media/image47.svg"/></Relationships>
</file>

<file path=ppt/diagrams/_rels/drawing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51.svg"/><Relationship Id="rId1" Type="http://schemas.openxmlformats.org/officeDocument/2006/relationships/image" Target="../media/image50.png"/><Relationship Id="rId6" Type="http://schemas.openxmlformats.org/officeDocument/2006/relationships/image" Target="../media/image39.svg"/><Relationship Id="rId5" Type="http://schemas.openxmlformats.org/officeDocument/2006/relationships/image" Target="../media/image38.png"/><Relationship Id="rId4" Type="http://schemas.openxmlformats.org/officeDocument/2006/relationships/image" Target="../media/image53.svg"/></Relationships>
</file>

<file path=ppt/diagrams/_rels/drawing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image" Target="../media/image55.svg"/><Relationship Id="rId1" Type="http://schemas.openxmlformats.org/officeDocument/2006/relationships/image" Target="../media/image54.png"/><Relationship Id="rId6" Type="http://schemas.openxmlformats.org/officeDocument/2006/relationships/image" Target="../media/image59.svg"/><Relationship Id="rId5" Type="http://schemas.openxmlformats.org/officeDocument/2006/relationships/image" Target="../media/image58.png"/><Relationship Id="rId4" Type="http://schemas.openxmlformats.org/officeDocument/2006/relationships/image" Target="../media/image57.svg"/></Relationships>
</file>

<file path=ppt/diagrams/_rels/drawing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61.svg"/><Relationship Id="rId1" Type="http://schemas.openxmlformats.org/officeDocument/2006/relationships/image" Target="../media/image60.png"/><Relationship Id="rId6" Type="http://schemas.openxmlformats.org/officeDocument/2006/relationships/image" Target="../media/image63.svg"/><Relationship Id="rId5" Type="http://schemas.openxmlformats.org/officeDocument/2006/relationships/image" Target="../media/image62.png"/><Relationship Id="rId4" Type="http://schemas.openxmlformats.org/officeDocument/2006/relationships/image" Target="../media/image39.svg"/></Relationships>
</file>

<file path=ppt/diagrams/_rels/drawing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65.svg"/><Relationship Id="rId1" Type="http://schemas.openxmlformats.org/officeDocument/2006/relationships/image" Target="../media/image64.png"/><Relationship Id="rId6" Type="http://schemas.openxmlformats.org/officeDocument/2006/relationships/image" Target="../media/image69.svg"/><Relationship Id="rId5" Type="http://schemas.openxmlformats.org/officeDocument/2006/relationships/image" Target="../media/image68.png"/><Relationship Id="rId4" Type="http://schemas.openxmlformats.org/officeDocument/2006/relationships/image" Target="../media/image67.svg"/></Relationships>
</file>

<file path=ppt/diagrams/_rels/drawing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image" Target="../media/image67.svg"/><Relationship Id="rId1" Type="http://schemas.openxmlformats.org/officeDocument/2006/relationships/image" Target="../media/image66.png"/><Relationship Id="rId6" Type="http://schemas.openxmlformats.org/officeDocument/2006/relationships/image" Target="../media/image73.svg"/><Relationship Id="rId5" Type="http://schemas.openxmlformats.org/officeDocument/2006/relationships/image" Target="../media/image72.png"/><Relationship Id="rId4" Type="http://schemas.openxmlformats.org/officeDocument/2006/relationships/image" Target="../media/image71.svg"/></Relationships>
</file>

<file path=ppt/diagrams/_rels/drawing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7.svg"/><Relationship Id="rId3" Type="http://schemas.openxmlformats.org/officeDocument/2006/relationships/image" Target="../media/image70.png"/><Relationship Id="rId7" Type="http://schemas.openxmlformats.org/officeDocument/2006/relationships/image" Target="../media/image76.png"/><Relationship Id="rId2" Type="http://schemas.openxmlformats.org/officeDocument/2006/relationships/image" Target="../media/image67.svg"/><Relationship Id="rId1" Type="http://schemas.openxmlformats.org/officeDocument/2006/relationships/image" Target="../media/image66.png"/><Relationship Id="rId6" Type="http://schemas.openxmlformats.org/officeDocument/2006/relationships/image" Target="../media/image75.svg"/><Relationship Id="rId5" Type="http://schemas.openxmlformats.org/officeDocument/2006/relationships/image" Target="../media/image74.png"/><Relationship Id="rId4" Type="http://schemas.openxmlformats.org/officeDocument/2006/relationships/image" Target="../media/image71.svg"/></Relationships>
</file>

<file path=ppt/diagrams/_rels/drawing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png"/><Relationship Id="rId2" Type="http://schemas.openxmlformats.org/officeDocument/2006/relationships/image" Target="../media/image79.svg"/><Relationship Id="rId1" Type="http://schemas.openxmlformats.org/officeDocument/2006/relationships/image" Target="../media/image78.png"/><Relationship Id="rId6" Type="http://schemas.openxmlformats.org/officeDocument/2006/relationships/image" Target="../media/image83.svg"/><Relationship Id="rId5" Type="http://schemas.openxmlformats.org/officeDocument/2006/relationships/image" Target="../media/image82.png"/><Relationship Id="rId4" Type="http://schemas.openxmlformats.org/officeDocument/2006/relationships/image" Target="../media/image81.svg"/></Relationships>
</file>

<file path=ppt/diagrams/_rels/drawing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svg"/><Relationship Id="rId1" Type="http://schemas.openxmlformats.org/officeDocument/2006/relationships/image" Target="../media/image27.png"/></Relationships>
</file>

<file path=ppt/diagrams/_rels/drawing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png"/><Relationship Id="rId2" Type="http://schemas.openxmlformats.org/officeDocument/2006/relationships/image" Target="../media/image85.svg"/><Relationship Id="rId1" Type="http://schemas.openxmlformats.org/officeDocument/2006/relationships/image" Target="../media/image84.png"/><Relationship Id="rId6" Type="http://schemas.openxmlformats.org/officeDocument/2006/relationships/image" Target="../media/image89.svg"/><Relationship Id="rId5" Type="http://schemas.openxmlformats.org/officeDocument/2006/relationships/image" Target="../media/image88.png"/><Relationship Id="rId4" Type="http://schemas.openxmlformats.org/officeDocument/2006/relationships/image" Target="../media/image87.svg"/></Relationships>
</file>

<file path=ppt/diagrams/_rels/drawing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image" Target="../media/image91.svg"/><Relationship Id="rId1" Type="http://schemas.openxmlformats.org/officeDocument/2006/relationships/image" Target="../media/image90.png"/><Relationship Id="rId6" Type="http://schemas.openxmlformats.org/officeDocument/2006/relationships/image" Target="../media/image95.svg"/><Relationship Id="rId5" Type="http://schemas.openxmlformats.org/officeDocument/2006/relationships/image" Target="../media/image94.png"/><Relationship Id="rId4" Type="http://schemas.openxmlformats.org/officeDocument/2006/relationships/image" Target="../media/image93.svg"/></Relationships>
</file>

<file path=ppt/diagrams/_rels/drawing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7.svg"/><Relationship Id="rId1" Type="http://schemas.openxmlformats.org/officeDocument/2006/relationships/image" Target="../media/image96.png"/></Relationships>
</file>

<file path=ppt/diagrams/_rels/drawing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7.svg"/><Relationship Id="rId1" Type="http://schemas.openxmlformats.org/officeDocument/2006/relationships/image" Target="../media/image96.png"/></Relationships>
</file>

<file path=ppt/diagrams/_rels/drawing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7.svg"/><Relationship Id="rId1" Type="http://schemas.openxmlformats.org/officeDocument/2006/relationships/image" Target="../media/image96.png"/></Relationships>
</file>

<file path=ppt/diagrams/_rels/drawing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7.svg"/><Relationship Id="rId1" Type="http://schemas.openxmlformats.org/officeDocument/2006/relationships/image" Target="../media/image96.png"/></Relationships>
</file>

<file path=ppt/diagrams/_rels/drawing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.png"/><Relationship Id="rId2" Type="http://schemas.openxmlformats.org/officeDocument/2006/relationships/image" Target="../media/image97.svg"/><Relationship Id="rId1" Type="http://schemas.openxmlformats.org/officeDocument/2006/relationships/image" Target="../media/image96.png"/><Relationship Id="rId6" Type="http://schemas.openxmlformats.org/officeDocument/2006/relationships/image" Target="../media/image101.svg"/><Relationship Id="rId5" Type="http://schemas.openxmlformats.org/officeDocument/2006/relationships/image" Target="../media/image100.png"/><Relationship Id="rId4" Type="http://schemas.openxmlformats.org/officeDocument/2006/relationships/image" Target="../media/image99.svg"/></Relationships>
</file>

<file path=ppt/diagrams/_rels/drawing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.svg"/><Relationship Id="rId3" Type="http://schemas.openxmlformats.org/officeDocument/2006/relationships/image" Target="../media/image102.png"/><Relationship Id="rId7" Type="http://schemas.openxmlformats.org/officeDocument/2006/relationships/image" Target="../media/image106.png"/><Relationship Id="rId2" Type="http://schemas.openxmlformats.org/officeDocument/2006/relationships/image" Target="../media/image85.svg"/><Relationship Id="rId1" Type="http://schemas.openxmlformats.org/officeDocument/2006/relationships/image" Target="../media/image84.png"/><Relationship Id="rId6" Type="http://schemas.openxmlformats.org/officeDocument/2006/relationships/image" Target="../media/image105.svg"/><Relationship Id="rId5" Type="http://schemas.openxmlformats.org/officeDocument/2006/relationships/image" Target="../media/image104.png"/><Relationship Id="rId4" Type="http://schemas.openxmlformats.org/officeDocument/2006/relationships/image" Target="../media/image103.svg"/></Relationships>
</file>

<file path=ppt/diagrams/_rels/drawing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.png"/><Relationship Id="rId2" Type="http://schemas.openxmlformats.org/officeDocument/2006/relationships/image" Target="../media/image109.svg"/><Relationship Id="rId1" Type="http://schemas.openxmlformats.org/officeDocument/2006/relationships/image" Target="../media/image108.png"/><Relationship Id="rId6" Type="http://schemas.openxmlformats.org/officeDocument/2006/relationships/image" Target="../media/image111.svg"/><Relationship Id="rId5" Type="http://schemas.openxmlformats.org/officeDocument/2006/relationships/image" Target="../media/image110.png"/><Relationship Id="rId4" Type="http://schemas.openxmlformats.org/officeDocument/2006/relationships/image" Target="../media/image105.svg"/></Relationships>
</file>

<file path=ppt/diagrams/_rels/drawing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3.png"/><Relationship Id="rId2" Type="http://schemas.openxmlformats.org/officeDocument/2006/relationships/image" Target="../media/image37.svg"/><Relationship Id="rId1" Type="http://schemas.openxmlformats.org/officeDocument/2006/relationships/image" Target="../media/image112.png"/><Relationship Id="rId6" Type="http://schemas.openxmlformats.org/officeDocument/2006/relationships/image" Target="../media/image116.svg"/><Relationship Id="rId5" Type="http://schemas.openxmlformats.org/officeDocument/2006/relationships/image" Target="../media/image115.png"/><Relationship Id="rId4" Type="http://schemas.openxmlformats.org/officeDocument/2006/relationships/image" Target="../media/image114.svg"/></Relationships>
</file>

<file path=ppt/diagrams/_rels/drawing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4.svg"/><Relationship Id="rId3" Type="http://schemas.openxmlformats.org/officeDocument/2006/relationships/image" Target="../media/image119.png"/><Relationship Id="rId7" Type="http://schemas.openxmlformats.org/officeDocument/2006/relationships/image" Target="../media/image123.png"/><Relationship Id="rId2" Type="http://schemas.openxmlformats.org/officeDocument/2006/relationships/image" Target="../media/image118.svg"/><Relationship Id="rId1" Type="http://schemas.openxmlformats.org/officeDocument/2006/relationships/image" Target="../media/image117.png"/><Relationship Id="rId6" Type="http://schemas.openxmlformats.org/officeDocument/2006/relationships/image" Target="../media/image122.svg"/><Relationship Id="rId5" Type="http://schemas.openxmlformats.org/officeDocument/2006/relationships/image" Target="../media/image121.png"/><Relationship Id="rId10" Type="http://schemas.openxmlformats.org/officeDocument/2006/relationships/image" Target="../media/image126.svg"/><Relationship Id="rId4" Type="http://schemas.openxmlformats.org/officeDocument/2006/relationships/image" Target="../media/image120.svg"/><Relationship Id="rId9" Type="http://schemas.openxmlformats.org/officeDocument/2006/relationships/image" Target="../media/image125.png"/></Relationships>
</file>

<file path=ppt/diagrams/_rels/drawing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7.png"/><Relationship Id="rId2" Type="http://schemas.openxmlformats.org/officeDocument/2006/relationships/image" Target="../media/image4.svg"/><Relationship Id="rId1" Type="http://schemas.openxmlformats.org/officeDocument/2006/relationships/image" Target="../media/image3.png"/><Relationship Id="rId6" Type="http://schemas.openxmlformats.org/officeDocument/2006/relationships/image" Target="../media/image130.svg"/><Relationship Id="rId5" Type="http://schemas.openxmlformats.org/officeDocument/2006/relationships/image" Target="../media/image129.png"/><Relationship Id="rId4" Type="http://schemas.openxmlformats.org/officeDocument/2006/relationships/image" Target="../media/image128.svg"/></Relationships>
</file>

<file path=ppt/diagrams/_rels/drawing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.png"/><Relationship Id="rId2" Type="http://schemas.openxmlformats.org/officeDocument/2006/relationships/image" Target="../media/image4.svg"/><Relationship Id="rId1" Type="http://schemas.openxmlformats.org/officeDocument/2006/relationships/image" Target="../media/image3.png"/><Relationship Id="rId6" Type="http://schemas.openxmlformats.org/officeDocument/2006/relationships/image" Target="../media/image134.svg"/><Relationship Id="rId5" Type="http://schemas.openxmlformats.org/officeDocument/2006/relationships/image" Target="../media/image133.png"/><Relationship Id="rId4" Type="http://schemas.openxmlformats.org/officeDocument/2006/relationships/image" Target="../media/image132.svg"/></Relationships>
</file>

<file path=ppt/diagrams/_rels/drawing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7.png"/><Relationship Id="rId2" Type="http://schemas.openxmlformats.org/officeDocument/2006/relationships/image" Target="../media/image136.svg"/><Relationship Id="rId1" Type="http://schemas.openxmlformats.org/officeDocument/2006/relationships/image" Target="../media/image135.png"/><Relationship Id="rId6" Type="http://schemas.openxmlformats.org/officeDocument/2006/relationships/image" Target="../media/image140.svg"/><Relationship Id="rId5" Type="http://schemas.openxmlformats.org/officeDocument/2006/relationships/image" Target="../media/image139.png"/><Relationship Id="rId4" Type="http://schemas.openxmlformats.org/officeDocument/2006/relationships/image" Target="../media/image138.svg"/></Relationships>
</file>

<file path=ppt/diagrams/_rels/drawing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1.png"/><Relationship Id="rId2" Type="http://schemas.openxmlformats.org/officeDocument/2006/relationships/image" Target="../media/image136.svg"/><Relationship Id="rId1" Type="http://schemas.openxmlformats.org/officeDocument/2006/relationships/image" Target="../media/image135.png"/><Relationship Id="rId6" Type="http://schemas.openxmlformats.org/officeDocument/2006/relationships/image" Target="../media/image144.svg"/><Relationship Id="rId5" Type="http://schemas.openxmlformats.org/officeDocument/2006/relationships/image" Target="../media/image143.png"/><Relationship Id="rId4" Type="http://schemas.openxmlformats.org/officeDocument/2006/relationships/image" Target="../media/image142.svg"/></Relationships>
</file>

<file path=ppt/diagrams/_rels/drawing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7.png"/><Relationship Id="rId2" Type="http://schemas.openxmlformats.org/officeDocument/2006/relationships/image" Target="../media/image146.svg"/><Relationship Id="rId1" Type="http://schemas.openxmlformats.org/officeDocument/2006/relationships/image" Target="../media/image145.png"/><Relationship Id="rId6" Type="http://schemas.openxmlformats.org/officeDocument/2006/relationships/image" Target="../media/image149.svg"/><Relationship Id="rId5" Type="http://schemas.openxmlformats.org/officeDocument/2006/relationships/image" Target="../media/image11.png"/><Relationship Id="rId4" Type="http://schemas.openxmlformats.org/officeDocument/2006/relationships/image" Target="../media/image148.svg"/></Relationships>
</file>

<file path=ppt/diagrams/_rels/drawing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146.svg"/><Relationship Id="rId1" Type="http://schemas.openxmlformats.org/officeDocument/2006/relationships/image" Target="../media/image145.png"/><Relationship Id="rId4" Type="http://schemas.openxmlformats.org/officeDocument/2006/relationships/image" Target="../media/image101.svg"/></Relationships>
</file>

<file path=ppt/diagrams/_rels/drawing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4.png"/><Relationship Id="rId2" Type="http://schemas.openxmlformats.org/officeDocument/2006/relationships/image" Target="../media/image153.svg"/><Relationship Id="rId1" Type="http://schemas.openxmlformats.org/officeDocument/2006/relationships/image" Target="../media/image152.png"/><Relationship Id="rId6" Type="http://schemas.openxmlformats.org/officeDocument/2006/relationships/image" Target="../media/image157.svg"/><Relationship Id="rId5" Type="http://schemas.openxmlformats.org/officeDocument/2006/relationships/image" Target="../media/image156.png"/><Relationship Id="rId4" Type="http://schemas.openxmlformats.org/officeDocument/2006/relationships/image" Target="../media/image155.svg"/></Relationships>
</file>

<file path=ppt/diagrams/_rels/drawing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.png"/><Relationship Id="rId2" Type="http://schemas.openxmlformats.org/officeDocument/2006/relationships/image" Target="../media/image159.svg"/><Relationship Id="rId1" Type="http://schemas.openxmlformats.org/officeDocument/2006/relationships/image" Target="../media/image158.png"/><Relationship Id="rId4" Type="http://schemas.openxmlformats.org/officeDocument/2006/relationships/image" Target="../media/image132.svg"/></Relationships>
</file>

<file path=ppt/diagrams/_rels/drawing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2.png"/><Relationship Id="rId2" Type="http://schemas.openxmlformats.org/officeDocument/2006/relationships/image" Target="../media/image161.svg"/><Relationship Id="rId1" Type="http://schemas.openxmlformats.org/officeDocument/2006/relationships/image" Target="../media/image160.png"/><Relationship Id="rId6" Type="http://schemas.openxmlformats.org/officeDocument/2006/relationships/image" Target="../media/image165.svg"/><Relationship Id="rId5" Type="http://schemas.openxmlformats.org/officeDocument/2006/relationships/image" Target="../media/image164.png"/><Relationship Id="rId4" Type="http://schemas.openxmlformats.org/officeDocument/2006/relationships/image" Target="../media/image163.svg"/></Relationships>
</file>

<file path=ppt/diagrams/_rels/drawing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8.png"/><Relationship Id="rId2" Type="http://schemas.openxmlformats.org/officeDocument/2006/relationships/image" Target="../media/image167.svg"/><Relationship Id="rId1" Type="http://schemas.openxmlformats.org/officeDocument/2006/relationships/image" Target="../media/image166.png"/><Relationship Id="rId4" Type="http://schemas.openxmlformats.org/officeDocument/2006/relationships/image" Target="../media/image169.svg"/></Relationships>
</file>

<file path=ppt/diagrams/_rels/drawing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2.png"/><Relationship Id="rId2" Type="http://schemas.openxmlformats.org/officeDocument/2006/relationships/image" Target="../media/image171.svg"/><Relationship Id="rId1" Type="http://schemas.openxmlformats.org/officeDocument/2006/relationships/image" Target="../media/image170.png"/><Relationship Id="rId6" Type="http://schemas.openxmlformats.org/officeDocument/2006/relationships/image" Target="../media/image175.svg"/><Relationship Id="rId5" Type="http://schemas.openxmlformats.org/officeDocument/2006/relationships/image" Target="../media/image174.png"/><Relationship Id="rId4" Type="http://schemas.openxmlformats.org/officeDocument/2006/relationships/image" Target="../media/image173.svg"/></Relationships>
</file>

<file path=ppt/diagrams/_rels/drawing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8.png"/><Relationship Id="rId2" Type="http://schemas.openxmlformats.org/officeDocument/2006/relationships/image" Target="../media/image177.svg"/><Relationship Id="rId1" Type="http://schemas.openxmlformats.org/officeDocument/2006/relationships/image" Target="../media/image176.png"/><Relationship Id="rId6" Type="http://schemas.openxmlformats.org/officeDocument/2006/relationships/image" Target="../media/image181.svg"/><Relationship Id="rId5" Type="http://schemas.openxmlformats.org/officeDocument/2006/relationships/image" Target="../media/image180.png"/><Relationship Id="rId4" Type="http://schemas.openxmlformats.org/officeDocument/2006/relationships/image" Target="../media/image179.svg"/></Relationships>
</file>

<file path=ppt/diagrams/_rels/drawing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png"/><Relationship Id="rId2" Type="http://schemas.openxmlformats.org/officeDocument/2006/relationships/image" Target="../media/image183.svg"/><Relationship Id="rId1" Type="http://schemas.openxmlformats.org/officeDocument/2006/relationships/image" Target="../media/image182.png"/><Relationship Id="rId6" Type="http://schemas.openxmlformats.org/officeDocument/2006/relationships/image" Target="../media/image187.svg"/><Relationship Id="rId5" Type="http://schemas.openxmlformats.org/officeDocument/2006/relationships/image" Target="../media/image186.png"/><Relationship Id="rId4" Type="http://schemas.openxmlformats.org/officeDocument/2006/relationships/image" Target="../media/image185.svg"/></Relationships>
</file>

<file path=ppt/diagrams/_rels/drawing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0.png"/><Relationship Id="rId2" Type="http://schemas.openxmlformats.org/officeDocument/2006/relationships/image" Target="../media/image189.svg"/><Relationship Id="rId1" Type="http://schemas.openxmlformats.org/officeDocument/2006/relationships/image" Target="../media/image188.png"/><Relationship Id="rId4" Type="http://schemas.openxmlformats.org/officeDocument/2006/relationships/image" Target="../media/image191.svg"/></Relationships>
</file>

<file path=ppt/diagrams/_rels/drawing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3.png"/><Relationship Id="rId2" Type="http://schemas.openxmlformats.org/officeDocument/2006/relationships/image" Target="../media/image202.svg"/><Relationship Id="rId1" Type="http://schemas.openxmlformats.org/officeDocument/2006/relationships/image" Target="../media/image201.png"/><Relationship Id="rId4" Type="http://schemas.openxmlformats.org/officeDocument/2006/relationships/image" Target="../media/image204.svg"/></Relationships>
</file>

<file path=ppt/diagrams/_rels/drawing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7.png"/><Relationship Id="rId2" Type="http://schemas.openxmlformats.org/officeDocument/2006/relationships/image" Target="../media/image206.svg"/><Relationship Id="rId1" Type="http://schemas.openxmlformats.org/officeDocument/2006/relationships/image" Target="../media/image205.png"/><Relationship Id="rId4" Type="http://schemas.openxmlformats.org/officeDocument/2006/relationships/image" Target="../media/image208.svg"/></Relationships>
</file>

<file path=ppt/diagrams/_rels/drawing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.png"/><Relationship Id="rId2" Type="http://schemas.openxmlformats.org/officeDocument/2006/relationships/image" Target="../media/image4.svg"/><Relationship Id="rId1" Type="http://schemas.openxmlformats.org/officeDocument/2006/relationships/image" Target="../media/image3.png"/><Relationship Id="rId4" Type="http://schemas.openxmlformats.org/officeDocument/2006/relationships/image" Target="../media/image116.svg"/></Relationships>
</file>

<file path=ppt/diagrams/_rels/drawing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9.png"/><Relationship Id="rId2" Type="http://schemas.openxmlformats.org/officeDocument/2006/relationships/image" Target="../media/image4.svg"/><Relationship Id="rId1" Type="http://schemas.openxmlformats.org/officeDocument/2006/relationships/image" Target="../media/image3.png"/><Relationship Id="rId4" Type="http://schemas.openxmlformats.org/officeDocument/2006/relationships/image" Target="../media/image210.svg"/></Relationships>
</file>

<file path=ppt/diagrams/_rels/drawing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4.svg"/><Relationship Id="rId1" Type="http://schemas.openxmlformats.org/officeDocument/2006/relationships/image" Target="../media/image3.png"/><Relationship Id="rId6" Type="http://schemas.openxmlformats.org/officeDocument/2006/relationships/image" Target="../media/image212.svg"/><Relationship Id="rId5" Type="http://schemas.openxmlformats.org/officeDocument/2006/relationships/image" Target="../media/image211.png"/><Relationship Id="rId4" Type="http://schemas.openxmlformats.org/officeDocument/2006/relationships/image" Target="../media/image8.svg"/></Relationships>
</file>

<file path=ppt/diagrams/_rels/drawing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3.png"/><Relationship Id="rId2" Type="http://schemas.openxmlformats.org/officeDocument/2006/relationships/image" Target="../media/image214.svg"/><Relationship Id="rId1" Type="http://schemas.openxmlformats.org/officeDocument/2006/relationships/image" Target="../media/image213.png"/><Relationship Id="rId6" Type="http://schemas.openxmlformats.org/officeDocument/2006/relationships/image" Target="../media/image217.svg"/><Relationship Id="rId5" Type="http://schemas.openxmlformats.org/officeDocument/2006/relationships/image" Target="../media/image216.png"/><Relationship Id="rId4" Type="http://schemas.openxmlformats.org/officeDocument/2006/relationships/image" Target="../media/image215.svg"/></Relationships>
</file>

<file path=ppt/diagrams/_rels/drawing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37.svg"/><Relationship Id="rId1" Type="http://schemas.openxmlformats.org/officeDocument/2006/relationships/image" Target="../media/image112.png"/><Relationship Id="rId4" Type="http://schemas.openxmlformats.org/officeDocument/2006/relationships/image" Target="../media/image30.svg"/></Relationships>
</file>

<file path=ppt/diagrams/_rels/drawing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37.svg"/><Relationship Id="rId1" Type="http://schemas.openxmlformats.org/officeDocument/2006/relationships/image" Target="../media/image112.png"/><Relationship Id="rId4" Type="http://schemas.openxmlformats.org/officeDocument/2006/relationships/image" Target="../media/image30.svg"/></Relationships>
</file>

<file path=ppt/diagrams/_rels/drawing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9.png"/><Relationship Id="rId2" Type="http://schemas.openxmlformats.org/officeDocument/2006/relationships/image" Target="../media/image4.svg"/><Relationship Id="rId1" Type="http://schemas.openxmlformats.org/officeDocument/2006/relationships/image" Target="../media/image3.png"/><Relationship Id="rId6" Type="http://schemas.openxmlformats.org/officeDocument/2006/relationships/image" Target="../media/image134.svg"/><Relationship Id="rId5" Type="http://schemas.openxmlformats.org/officeDocument/2006/relationships/image" Target="../media/image133.png"/><Relationship Id="rId4" Type="http://schemas.openxmlformats.org/officeDocument/2006/relationships/image" Target="../media/image210.svg"/></Relationships>
</file>

<file path=ppt/diagrams/_rels/drawing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9.png"/><Relationship Id="rId2" Type="http://schemas.openxmlformats.org/officeDocument/2006/relationships/image" Target="../media/image4.svg"/><Relationship Id="rId1" Type="http://schemas.openxmlformats.org/officeDocument/2006/relationships/image" Target="../media/image3.png"/><Relationship Id="rId6" Type="http://schemas.openxmlformats.org/officeDocument/2006/relationships/image" Target="../media/image217.svg"/><Relationship Id="rId5" Type="http://schemas.openxmlformats.org/officeDocument/2006/relationships/image" Target="../media/image216.png"/><Relationship Id="rId4" Type="http://schemas.openxmlformats.org/officeDocument/2006/relationships/image" Target="../media/image140.svg"/></Relationships>
</file>

<file path=ppt/diagrams/_rels/drawing1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5.svg"/><Relationship Id="rId3" Type="http://schemas.openxmlformats.org/officeDocument/2006/relationships/image" Target="../media/image220.png"/><Relationship Id="rId7" Type="http://schemas.openxmlformats.org/officeDocument/2006/relationships/image" Target="../media/image224.png"/><Relationship Id="rId12" Type="http://schemas.openxmlformats.org/officeDocument/2006/relationships/image" Target="../media/image206.svg"/><Relationship Id="rId2" Type="http://schemas.openxmlformats.org/officeDocument/2006/relationships/image" Target="../media/image219.svg"/><Relationship Id="rId1" Type="http://schemas.openxmlformats.org/officeDocument/2006/relationships/image" Target="../media/image218.png"/><Relationship Id="rId6" Type="http://schemas.openxmlformats.org/officeDocument/2006/relationships/image" Target="../media/image223.svg"/><Relationship Id="rId11" Type="http://schemas.openxmlformats.org/officeDocument/2006/relationships/image" Target="../media/image205.png"/><Relationship Id="rId5" Type="http://schemas.openxmlformats.org/officeDocument/2006/relationships/image" Target="../media/image222.png"/><Relationship Id="rId10" Type="http://schemas.openxmlformats.org/officeDocument/2006/relationships/image" Target="../media/image227.svg"/><Relationship Id="rId4" Type="http://schemas.openxmlformats.org/officeDocument/2006/relationships/image" Target="../media/image221.svg"/><Relationship Id="rId9" Type="http://schemas.openxmlformats.org/officeDocument/2006/relationships/image" Target="../media/image226.png"/></Relationships>
</file>

<file path=ppt/diagrams/_rels/drawing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8.png"/><Relationship Id="rId2" Type="http://schemas.openxmlformats.org/officeDocument/2006/relationships/image" Target="../media/image183.svg"/><Relationship Id="rId1" Type="http://schemas.openxmlformats.org/officeDocument/2006/relationships/image" Target="../media/image182.png"/><Relationship Id="rId6" Type="http://schemas.openxmlformats.org/officeDocument/2006/relationships/image" Target="../media/image132.svg"/><Relationship Id="rId5" Type="http://schemas.openxmlformats.org/officeDocument/2006/relationships/image" Target="../media/image131.png"/><Relationship Id="rId4" Type="http://schemas.openxmlformats.org/officeDocument/2006/relationships/image" Target="../media/image229.svg"/></Relationships>
</file>

<file path=ppt/diagrams/_rels/drawing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0.png"/><Relationship Id="rId2" Type="http://schemas.openxmlformats.org/officeDocument/2006/relationships/image" Target="../media/image95.svg"/><Relationship Id="rId1" Type="http://schemas.openxmlformats.org/officeDocument/2006/relationships/image" Target="../media/image94.png"/><Relationship Id="rId6" Type="http://schemas.openxmlformats.org/officeDocument/2006/relationships/image" Target="../media/image233.svg"/><Relationship Id="rId5" Type="http://schemas.openxmlformats.org/officeDocument/2006/relationships/image" Target="../media/image232.png"/><Relationship Id="rId4" Type="http://schemas.openxmlformats.org/officeDocument/2006/relationships/image" Target="../media/image231.svg"/></Relationships>
</file>

<file path=ppt/diagrams/_rels/drawing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5.png"/><Relationship Id="rId2" Type="http://schemas.openxmlformats.org/officeDocument/2006/relationships/image" Target="../media/image183.svg"/><Relationship Id="rId1" Type="http://schemas.openxmlformats.org/officeDocument/2006/relationships/image" Target="../media/image182.png"/><Relationship Id="rId6" Type="http://schemas.openxmlformats.org/officeDocument/2006/relationships/image" Target="../media/image238.svg"/><Relationship Id="rId5" Type="http://schemas.openxmlformats.org/officeDocument/2006/relationships/image" Target="../media/image237.png"/><Relationship Id="rId4" Type="http://schemas.openxmlformats.org/officeDocument/2006/relationships/image" Target="../media/image236.svg"/></Relationships>
</file>

<file path=ppt/diagrams/_rels/drawing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1.png"/><Relationship Id="rId2" Type="http://schemas.openxmlformats.org/officeDocument/2006/relationships/image" Target="../media/image240.svg"/><Relationship Id="rId1" Type="http://schemas.openxmlformats.org/officeDocument/2006/relationships/image" Target="../media/image239.png"/><Relationship Id="rId6" Type="http://schemas.openxmlformats.org/officeDocument/2006/relationships/image" Target="../media/image244.svg"/><Relationship Id="rId5" Type="http://schemas.openxmlformats.org/officeDocument/2006/relationships/image" Target="../media/image243.png"/><Relationship Id="rId4" Type="http://schemas.openxmlformats.org/officeDocument/2006/relationships/image" Target="../media/image242.svg"/></Relationships>
</file>

<file path=ppt/diagrams/_rels/drawing1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5.svg"/><Relationship Id="rId3" Type="http://schemas.openxmlformats.org/officeDocument/2006/relationships/image" Target="../media/image247.png"/><Relationship Id="rId7" Type="http://schemas.openxmlformats.org/officeDocument/2006/relationships/image" Target="../media/image94.png"/><Relationship Id="rId2" Type="http://schemas.openxmlformats.org/officeDocument/2006/relationships/image" Target="../media/image246.svg"/><Relationship Id="rId1" Type="http://schemas.openxmlformats.org/officeDocument/2006/relationships/image" Target="../media/image245.png"/><Relationship Id="rId6" Type="http://schemas.openxmlformats.org/officeDocument/2006/relationships/image" Target="../media/image250.svg"/><Relationship Id="rId5" Type="http://schemas.openxmlformats.org/officeDocument/2006/relationships/image" Target="../media/image249.png"/><Relationship Id="rId4" Type="http://schemas.openxmlformats.org/officeDocument/2006/relationships/image" Target="../media/image248.svg"/></Relationships>
</file>

<file path=ppt/diagrams/_rels/drawing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1.png"/><Relationship Id="rId2" Type="http://schemas.openxmlformats.org/officeDocument/2006/relationships/image" Target="../media/image37.svg"/><Relationship Id="rId1" Type="http://schemas.openxmlformats.org/officeDocument/2006/relationships/image" Target="../media/image112.png"/><Relationship Id="rId4" Type="http://schemas.openxmlformats.org/officeDocument/2006/relationships/image" Target="../media/image252.svg"/></Relationships>
</file>

<file path=ppt/diagrams/_rels/drawing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5.png"/><Relationship Id="rId2" Type="http://schemas.openxmlformats.org/officeDocument/2006/relationships/image" Target="../media/image254.svg"/><Relationship Id="rId1" Type="http://schemas.openxmlformats.org/officeDocument/2006/relationships/image" Target="../media/image253.png"/><Relationship Id="rId6" Type="http://schemas.openxmlformats.org/officeDocument/2006/relationships/image" Target="../media/image236.svg"/><Relationship Id="rId5" Type="http://schemas.openxmlformats.org/officeDocument/2006/relationships/image" Target="../media/image235.png"/><Relationship Id="rId4" Type="http://schemas.openxmlformats.org/officeDocument/2006/relationships/image" Target="../media/image256.svg"/></Relationships>
</file>

<file path=ppt/diagrams/_rels/drawing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5.png"/><Relationship Id="rId2" Type="http://schemas.openxmlformats.org/officeDocument/2006/relationships/image" Target="../media/image258.svg"/><Relationship Id="rId1" Type="http://schemas.openxmlformats.org/officeDocument/2006/relationships/image" Target="../media/image257.png"/><Relationship Id="rId6" Type="http://schemas.openxmlformats.org/officeDocument/2006/relationships/image" Target="../media/image153.svg"/><Relationship Id="rId5" Type="http://schemas.openxmlformats.org/officeDocument/2006/relationships/image" Target="../media/image152.png"/><Relationship Id="rId4" Type="http://schemas.openxmlformats.org/officeDocument/2006/relationships/image" Target="../media/image246.svg"/></Relationships>
</file>

<file path=ppt/diagrams/_rels/drawing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1.png"/><Relationship Id="rId2" Type="http://schemas.openxmlformats.org/officeDocument/2006/relationships/image" Target="../media/image260.svg"/><Relationship Id="rId1" Type="http://schemas.openxmlformats.org/officeDocument/2006/relationships/image" Target="../media/image259.png"/><Relationship Id="rId6" Type="http://schemas.openxmlformats.org/officeDocument/2006/relationships/image" Target="../media/image264.svg"/><Relationship Id="rId5" Type="http://schemas.openxmlformats.org/officeDocument/2006/relationships/image" Target="../media/image263.png"/><Relationship Id="rId4" Type="http://schemas.openxmlformats.org/officeDocument/2006/relationships/image" Target="../media/image262.svg"/></Relationships>
</file>

<file path=ppt/diagrams/_rels/drawing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5.png"/><Relationship Id="rId2" Type="http://schemas.openxmlformats.org/officeDocument/2006/relationships/image" Target="../media/image264.svg"/><Relationship Id="rId1" Type="http://schemas.openxmlformats.org/officeDocument/2006/relationships/image" Target="../media/image263.png"/><Relationship Id="rId4" Type="http://schemas.openxmlformats.org/officeDocument/2006/relationships/image" Target="../media/image266.svg"/></Relationships>
</file>

<file path=ppt/diagrams/_rels/drawing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7.png"/><Relationship Id="rId2" Type="http://schemas.openxmlformats.org/officeDocument/2006/relationships/image" Target="../media/image4.svg"/><Relationship Id="rId1" Type="http://schemas.openxmlformats.org/officeDocument/2006/relationships/image" Target="../media/image3.png"/><Relationship Id="rId4" Type="http://schemas.openxmlformats.org/officeDocument/2006/relationships/image" Target="../media/image268.svg"/></Relationships>
</file>

<file path=ppt/diagrams/_rels/drawing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1.png"/><Relationship Id="rId2" Type="http://schemas.openxmlformats.org/officeDocument/2006/relationships/image" Target="../media/image270.svg"/><Relationship Id="rId1" Type="http://schemas.openxmlformats.org/officeDocument/2006/relationships/image" Target="../media/image269.png"/><Relationship Id="rId6" Type="http://schemas.openxmlformats.org/officeDocument/2006/relationships/image" Target="../media/image262.svg"/><Relationship Id="rId5" Type="http://schemas.openxmlformats.org/officeDocument/2006/relationships/image" Target="../media/image261.png"/><Relationship Id="rId4" Type="http://schemas.openxmlformats.org/officeDocument/2006/relationships/image" Target="../media/image272.svg"/></Relationships>
</file>

<file path=ppt/diagrams/_rels/drawing1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8.svg"/><Relationship Id="rId3" Type="http://schemas.openxmlformats.org/officeDocument/2006/relationships/image" Target="../media/image273.png"/><Relationship Id="rId7" Type="http://schemas.openxmlformats.org/officeDocument/2006/relationships/image" Target="../media/image277.png"/><Relationship Id="rId2" Type="http://schemas.openxmlformats.org/officeDocument/2006/relationships/image" Target="../media/image240.svg"/><Relationship Id="rId1" Type="http://schemas.openxmlformats.org/officeDocument/2006/relationships/image" Target="../media/image239.png"/><Relationship Id="rId6" Type="http://schemas.openxmlformats.org/officeDocument/2006/relationships/image" Target="../media/image276.svg"/><Relationship Id="rId5" Type="http://schemas.openxmlformats.org/officeDocument/2006/relationships/image" Target="../media/image275.png"/><Relationship Id="rId4" Type="http://schemas.openxmlformats.org/officeDocument/2006/relationships/image" Target="../media/image274.svg"/></Relationships>
</file>

<file path=ppt/diagrams/_rels/drawing1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8.svg"/><Relationship Id="rId3" Type="http://schemas.openxmlformats.org/officeDocument/2006/relationships/image" Target="../media/image273.png"/><Relationship Id="rId7" Type="http://schemas.openxmlformats.org/officeDocument/2006/relationships/image" Target="../media/image207.png"/><Relationship Id="rId2" Type="http://schemas.openxmlformats.org/officeDocument/2006/relationships/image" Target="../media/image240.svg"/><Relationship Id="rId1" Type="http://schemas.openxmlformats.org/officeDocument/2006/relationships/image" Target="../media/image239.png"/><Relationship Id="rId6" Type="http://schemas.openxmlformats.org/officeDocument/2006/relationships/image" Target="../media/image280.svg"/><Relationship Id="rId5" Type="http://schemas.openxmlformats.org/officeDocument/2006/relationships/image" Target="../media/image279.png"/><Relationship Id="rId4" Type="http://schemas.openxmlformats.org/officeDocument/2006/relationships/image" Target="../media/image274.svg"/></Relationships>
</file>

<file path=ppt/diagrams/_rels/drawing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2.png"/><Relationship Id="rId2" Type="http://schemas.openxmlformats.org/officeDocument/2006/relationships/image" Target="../media/image240.svg"/><Relationship Id="rId1" Type="http://schemas.openxmlformats.org/officeDocument/2006/relationships/image" Target="../media/image239.png"/><Relationship Id="rId6" Type="http://schemas.openxmlformats.org/officeDocument/2006/relationships/image" Target="../media/image285.svg"/><Relationship Id="rId5" Type="http://schemas.openxmlformats.org/officeDocument/2006/relationships/image" Target="../media/image284.png"/><Relationship Id="rId4" Type="http://schemas.openxmlformats.org/officeDocument/2006/relationships/image" Target="../media/image283.svg"/></Relationships>
</file>

<file path=ppt/diagrams/_rels/drawing1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4.svg"/><Relationship Id="rId3" Type="http://schemas.openxmlformats.org/officeDocument/2006/relationships/image" Target="../media/image289.png"/><Relationship Id="rId7" Type="http://schemas.openxmlformats.org/officeDocument/2006/relationships/image" Target="../media/image293.png"/><Relationship Id="rId2" Type="http://schemas.openxmlformats.org/officeDocument/2006/relationships/image" Target="../media/image288.svg"/><Relationship Id="rId1" Type="http://schemas.openxmlformats.org/officeDocument/2006/relationships/image" Target="../media/image287.png"/><Relationship Id="rId6" Type="http://schemas.openxmlformats.org/officeDocument/2006/relationships/image" Target="../media/image292.svg"/><Relationship Id="rId5" Type="http://schemas.openxmlformats.org/officeDocument/2006/relationships/image" Target="../media/image291.png"/><Relationship Id="rId4" Type="http://schemas.openxmlformats.org/officeDocument/2006/relationships/image" Target="../media/image290.svg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3_2">
  <dgm:title val=""/>
  <dgm:desc val=""/>
  <dgm:catLst>
    <dgm:cat type="accent3" pri="13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4.xml><?xml version="1.0" encoding="utf-8"?>
<dgm:colorsDef xmlns:dgm="http://schemas.openxmlformats.org/drawingml/2006/diagram" xmlns:a="http://schemas.openxmlformats.org/drawingml/2006/main" uniqueId="urn:microsoft.com/office/officeart/2005/8/colors/accent5_2">
  <dgm:title val=""/>
  <dgm:desc val=""/>
  <dgm:catLst>
    <dgm:cat type="accent5" pri="11200"/>
  </dgm:catLst>
  <dgm:styleLbl name="node0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5"/>
    </dgm:fillClrLst>
    <dgm:linClrLst meth="repeat">
      <a:schemeClr val="accent5"/>
    </dgm:linClrLst>
    <dgm:effectClrLst/>
    <dgm:txLinClrLst/>
    <dgm:txFillClrLst/>
    <dgm:txEffectClrLst/>
  </dgm:styleLbl>
  <dgm:styleLbl name="lnNode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8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5.xml><?xml version="1.0" encoding="utf-8"?>
<dgm:colorsDef xmlns:dgm="http://schemas.openxmlformats.org/drawingml/2006/diagram" xmlns:a="http://schemas.openxmlformats.org/drawingml/2006/main" uniqueId="urn:microsoft.com/office/officeart/2005/8/colors/accent5_2">
  <dgm:title val=""/>
  <dgm:desc val=""/>
  <dgm:catLst>
    <dgm:cat type="accent5" pri="11200"/>
  </dgm:catLst>
  <dgm:styleLbl name="node0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5"/>
    </dgm:fillClrLst>
    <dgm:linClrLst meth="repeat">
      <a:schemeClr val="accent5"/>
    </dgm:linClrLst>
    <dgm:effectClrLst/>
    <dgm:txLinClrLst/>
    <dgm:txFillClrLst/>
    <dgm:txEffectClrLst/>
  </dgm:styleLbl>
  <dgm:styleLbl name="lnNode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8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6.xml><?xml version="1.0" encoding="utf-8"?>
<dgm:colorsDef xmlns:dgm="http://schemas.openxmlformats.org/drawingml/2006/diagram" xmlns:a="http://schemas.openxmlformats.org/drawingml/2006/main" uniqueId="urn:microsoft.com/office/officeart/2005/8/colors/accent5_2">
  <dgm:title val=""/>
  <dgm:desc val=""/>
  <dgm:catLst>
    <dgm:cat type="accent5" pri="11200"/>
  </dgm:catLst>
  <dgm:styleLbl name="node0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5"/>
    </dgm:fillClrLst>
    <dgm:linClrLst meth="repeat">
      <a:schemeClr val="accent5"/>
    </dgm:linClrLst>
    <dgm:effectClrLst/>
    <dgm:txLinClrLst/>
    <dgm:txFillClrLst/>
    <dgm:txEffectClrLst/>
  </dgm:styleLbl>
  <dgm:styleLbl name="lnNode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8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7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0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3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4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5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8.xml><?xml version="1.0" encoding="utf-8"?>
<dgm:colorsDef xmlns:dgm="http://schemas.openxmlformats.org/drawingml/2006/diagram" xmlns:a="http://schemas.openxmlformats.org/drawingml/2006/main" uniqueId="urn:microsoft.com/office/officeart/2005/8/colors/accent5_2">
  <dgm:title val=""/>
  <dgm:desc val=""/>
  <dgm:catLst>
    <dgm:cat type="accent5" pri="11200"/>
  </dgm:catLst>
  <dgm:styleLbl name="node0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5"/>
    </dgm:fillClrLst>
    <dgm:linClrLst meth="repeat">
      <a:schemeClr val="accent5"/>
    </dgm:linClrLst>
    <dgm:effectClrLst/>
    <dgm:txLinClrLst/>
    <dgm:txFillClrLst/>
    <dgm:txEffectClrLst/>
  </dgm:styleLbl>
  <dgm:styleLbl name="lnNode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8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0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5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3_2">
  <dgm:title val=""/>
  <dgm:desc val=""/>
  <dgm:catLst>
    <dgm:cat type="accent3" pri="13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6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3_2">
  <dgm:title val=""/>
  <dgm:desc val=""/>
  <dgm:catLst>
    <dgm:cat type="accent3" pri="13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7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8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0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3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4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5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6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7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8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9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0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3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4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7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8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9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0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1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3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4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5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6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8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9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0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1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2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3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4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5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6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7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8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9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0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1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2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3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4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5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0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4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6.xml><?xml version="1.0" encoding="utf-8"?>
<dgm:colorsDef xmlns:dgm="http://schemas.openxmlformats.org/drawingml/2006/diagram" xmlns:a="http://schemas.openxmlformats.org/drawingml/2006/main" uniqueId="urn:microsoft.com/office/officeart/2005/8/colors/accent5_2">
  <dgm:title val=""/>
  <dgm:desc val=""/>
  <dgm:catLst>
    <dgm:cat type="accent5" pri="11200"/>
  </dgm:catLst>
  <dgm:styleLbl name="node0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5"/>
    </dgm:fillClrLst>
    <dgm:linClrLst meth="repeat">
      <a:schemeClr val="accent5"/>
    </dgm:linClrLst>
    <dgm:effectClrLst/>
    <dgm:txLinClrLst/>
    <dgm:txFillClrLst/>
    <dgm:txEffectClrLst/>
  </dgm:styleLbl>
  <dgm:styleLbl name="lnNode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8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7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8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9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0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1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2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3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6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7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8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9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0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1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2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4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5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6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7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8.xml><?xml version="1.0" encoding="utf-8"?>
<dgm:colorsDef xmlns:dgm="http://schemas.openxmlformats.org/drawingml/2006/diagram" xmlns:a="http://schemas.openxmlformats.org/drawingml/2006/main" uniqueId="urn:microsoft.com/office/officeart/2005/8/colors/accent6_2">
  <dgm:title val=""/>
  <dgm:desc val=""/>
  <dgm:catLst>
    <dgm:cat type="accent6" pri="11200"/>
  </dgm:catLst>
  <dgm:styleLbl name="node0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6"/>
    </dgm:fillClrLst>
    <dgm:linClrLst meth="repeat">
      <a:schemeClr val="accent6"/>
    </dgm:linClrLst>
    <dgm:effectClrLst/>
    <dgm:txLinClrLst/>
    <dgm:txFillClrLst/>
    <dgm:txEffectClrLst/>
  </dgm:styleLbl>
  <dgm:styleLbl name="lnNode1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6">
        <a:tint val="60000"/>
      </a:schemeClr>
    </dgm:fillClrLst>
    <dgm:linClrLst meth="repeat">
      <a:schemeClr val="accent6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6">
        <a:tint val="60000"/>
      </a:schemeClr>
    </dgm:fillClrLst>
    <dgm:linClrLst meth="repeat">
      <a:schemeClr val="accent6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6">
        <a:tint val="60000"/>
      </a:schemeClr>
    </dgm:fillClrLst>
    <dgm:linClrLst meth="repeat">
      <a:schemeClr val="accent6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6"/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6"/>
    </dgm:fillClrLst>
    <dgm:linClrLst meth="repeat">
      <a:schemeClr val="accent6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6">
        <a:tint val="60000"/>
      </a:schemeClr>
    </dgm:fillClrLst>
    <dgm:linClrLst meth="repeat">
      <a:schemeClr val="accent6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accent6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6"/>
    </dgm:fillClrLst>
    <dgm:linClrLst meth="repeat">
      <a:schemeClr val="accent6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6"/>
    </dgm:fillClrLst>
    <dgm:linClrLst meth="repeat">
      <a:schemeClr val="accent6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6"/>
    </dgm:fillClrLst>
    <dgm:linClrLst meth="repeat">
      <a:schemeClr val="accent6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/>
    </dgm:fillClrLst>
    <dgm:linClrLst meth="repeat">
      <a:schemeClr val="accent6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/>
    </dgm:fillClrLst>
    <dgm:linClrLst meth="repeat">
      <a:schemeClr val="accent6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/>
    </dgm:fillClrLst>
    <dgm:linClrLst meth="repeat">
      <a:schemeClr val="accent6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6">
        <a:alpha val="90000"/>
        <a:tint val="40000"/>
      </a:schemeClr>
    </dgm:fillClrLst>
    <dgm:linClrLst meth="repeat">
      <a:schemeClr val="accent6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6">
        <a:alpha val="90000"/>
        <a:tint val="40000"/>
      </a:schemeClr>
    </dgm:fillClrLst>
    <dgm:linClrLst meth="repeat">
      <a:schemeClr val="accent6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6">
        <a:alpha val="90000"/>
        <a:tint val="40000"/>
      </a:schemeClr>
    </dgm:fillClrLst>
    <dgm:linClrLst meth="repeat">
      <a:schemeClr val="accent6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6">
        <a:tint val="4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6">
        <a:shade val="80000"/>
      </a:schemeClr>
    </dgm:fillClrLst>
    <dgm:linClrLst meth="repeat">
      <a:schemeClr val="accent6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6">
        <a:tint val="50000"/>
        <a:alpha val="40000"/>
      </a:schemeClr>
    </dgm:fillClrLst>
    <dgm:linClrLst meth="repeat">
      <a:schemeClr val="accent6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6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0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2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3.xml><?xml version="1.0" encoding="utf-8"?>
<dgm:colorsDef xmlns:dgm="http://schemas.openxmlformats.org/drawingml/2006/diagram" xmlns:a="http://schemas.openxmlformats.org/drawingml/2006/main" uniqueId="urn:microsoft.com/office/officeart/2005/8/colors/accent5_2">
  <dgm:title val=""/>
  <dgm:desc val=""/>
  <dgm:catLst>
    <dgm:cat type="accent5" pri="11200"/>
  </dgm:catLst>
  <dgm:styleLbl name="node0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5"/>
    </dgm:fillClrLst>
    <dgm:linClrLst meth="repeat">
      <a:schemeClr val="accent5"/>
    </dgm:linClrLst>
    <dgm:effectClrLst/>
    <dgm:txLinClrLst/>
    <dgm:txFillClrLst/>
    <dgm:txEffectClrLst/>
  </dgm:styleLbl>
  <dgm:styleLbl name="lnNode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8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4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6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8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9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0.xml><?xml version="1.0" encoding="utf-8"?>
<dgm:colorsDef xmlns:dgm="http://schemas.openxmlformats.org/drawingml/2006/diagram" xmlns:a="http://schemas.openxmlformats.org/drawingml/2006/main" uniqueId="urn:microsoft.com/office/officeart/2005/8/colors/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1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3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6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7.xml><?xml version="1.0" encoding="utf-8"?>
<dgm:colorsDef xmlns:dgm="http://schemas.openxmlformats.org/drawingml/2006/diagram" xmlns:a="http://schemas.openxmlformats.org/drawingml/2006/main" uniqueId="urn:microsoft.com/office/officeart/2005/8/colors/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A133FCAE-E73A-4F6E-AAE2-9B409B02E4EB}" type="doc">
      <dgm:prSet loTypeId="urn:microsoft.com/office/officeart/2018/2/layout/IconVerticalSolid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8E7782D7-80F6-4BA3-9B8A-2EC91E772AC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Introduction</a:t>
          </a:r>
          <a:endParaRPr lang="en-US" dirty="0"/>
        </a:p>
      </dgm:t>
    </dgm:pt>
    <dgm:pt modelId="{954B563A-FDB8-43A4-9E7B-D7FC6E4AC68E}" type="sibTrans" cxnId="{5008B347-A9D2-4032-9E8E-581E057B6423}">
      <dgm:prSet/>
      <dgm:spPr/>
      <dgm:t>
        <a:bodyPr/>
        <a:lstStyle/>
        <a:p>
          <a:endParaRPr lang="en-US"/>
        </a:p>
      </dgm:t>
    </dgm:pt>
    <dgm:pt modelId="{62F88E30-85D7-49F1-9928-AF43E76E1741}" type="parTrans" cxnId="{5008B347-A9D2-4032-9E8E-581E057B6423}">
      <dgm:prSet/>
      <dgm:spPr/>
      <dgm:t>
        <a:bodyPr/>
        <a:lstStyle/>
        <a:p>
          <a:endParaRPr lang="en-US" sz="2000"/>
        </a:p>
      </dgm:t>
    </dgm:pt>
    <dgm:pt modelId="{2B17923F-62F7-403B-AE27-F089EF6104C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Decentralized Consensus</a:t>
          </a:r>
          <a:endParaRPr lang="en-US" dirty="0"/>
        </a:p>
      </dgm:t>
    </dgm:pt>
    <dgm:pt modelId="{B8D3FDD8-370E-41E2-B5AE-8BD82A30E673}" type="parTrans" cxnId="{C4BD39AD-982B-4EC4-8119-3C73A9D592B0}">
      <dgm:prSet/>
      <dgm:spPr/>
      <dgm:t>
        <a:bodyPr/>
        <a:lstStyle/>
        <a:p>
          <a:endParaRPr lang="tr-TR"/>
        </a:p>
      </dgm:t>
    </dgm:pt>
    <dgm:pt modelId="{04814384-1790-4832-8E58-EF0DF5673CB3}" type="sibTrans" cxnId="{C4BD39AD-982B-4EC4-8119-3C73A9D592B0}">
      <dgm:prSet/>
      <dgm:spPr/>
      <dgm:t>
        <a:bodyPr/>
        <a:lstStyle/>
        <a:p>
          <a:endParaRPr lang="tr-TR"/>
        </a:p>
      </dgm:t>
    </dgm:pt>
    <dgm:pt modelId="{7D1EE5E0-0276-47DA-9A72-863517E840B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Independent Verification of Transactions</a:t>
          </a:r>
          <a:endParaRPr lang="en-US" dirty="0"/>
        </a:p>
      </dgm:t>
    </dgm:pt>
    <dgm:pt modelId="{27FCC66D-CAAC-4CC3-A942-407307F65530}" type="parTrans" cxnId="{C39353C1-B2B7-4040-A278-8FB9E3578214}">
      <dgm:prSet/>
      <dgm:spPr/>
      <dgm:t>
        <a:bodyPr/>
        <a:lstStyle/>
        <a:p>
          <a:endParaRPr lang="tr-TR"/>
        </a:p>
      </dgm:t>
    </dgm:pt>
    <dgm:pt modelId="{4245C55E-4814-411D-B35B-B4FF08571082}" type="sibTrans" cxnId="{C39353C1-B2B7-4040-A278-8FB9E3578214}">
      <dgm:prSet/>
      <dgm:spPr/>
      <dgm:t>
        <a:bodyPr/>
        <a:lstStyle/>
        <a:p>
          <a:endParaRPr lang="tr-TR"/>
        </a:p>
      </dgm:t>
    </dgm:pt>
    <dgm:pt modelId="{F000189B-280F-4223-B137-F5F017288E3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Mining Nodes</a:t>
          </a:r>
          <a:endParaRPr lang="en-US" dirty="0"/>
        </a:p>
      </dgm:t>
    </dgm:pt>
    <dgm:pt modelId="{FA7C5431-F073-477F-88D4-CA7540EE8F43}" type="parTrans" cxnId="{048F4E1C-1A2B-4DA3-B8C4-C5B5D479340F}">
      <dgm:prSet/>
      <dgm:spPr/>
      <dgm:t>
        <a:bodyPr/>
        <a:lstStyle/>
        <a:p>
          <a:endParaRPr lang="tr-TR"/>
        </a:p>
      </dgm:t>
    </dgm:pt>
    <dgm:pt modelId="{92E0CBEB-0065-4443-B1D4-3F544AF9FCD7}" type="sibTrans" cxnId="{048F4E1C-1A2B-4DA3-B8C4-C5B5D479340F}">
      <dgm:prSet/>
      <dgm:spPr/>
      <dgm:t>
        <a:bodyPr/>
        <a:lstStyle/>
        <a:p>
          <a:endParaRPr lang="tr-TR"/>
        </a:p>
      </dgm:t>
    </dgm:pt>
    <dgm:pt modelId="{CB7C5BEB-344E-4AC5-A971-005568C3AEA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Aggregating Transactions into Blocks</a:t>
          </a:r>
          <a:endParaRPr lang="en-US" dirty="0"/>
        </a:p>
      </dgm:t>
    </dgm:pt>
    <dgm:pt modelId="{8B47BD28-4A9A-4FFC-BE8F-3457BA5F7A5E}" type="parTrans" cxnId="{920BF706-5B14-46D4-9917-A4800F123F39}">
      <dgm:prSet/>
      <dgm:spPr/>
      <dgm:t>
        <a:bodyPr/>
        <a:lstStyle/>
        <a:p>
          <a:endParaRPr lang="tr-TR"/>
        </a:p>
      </dgm:t>
    </dgm:pt>
    <dgm:pt modelId="{AC06D854-7781-4D3F-B234-E095ED4895DE}" type="sibTrans" cxnId="{920BF706-5B14-46D4-9917-A4800F123F39}">
      <dgm:prSet/>
      <dgm:spPr/>
      <dgm:t>
        <a:bodyPr/>
        <a:lstStyle/>
        <a:p>
          <a:endParaRPr lang="tr-TR"/>
        </a:p>
      </dgm:t>
    </dgm:pt>
    <dgm:pt modelId="{9AFD8D46-198D-434E-BACB-46058239693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Constructing the Block Header</a:t>
          </a:r>
          <a:endParaRPr lang="en-US" dirty="0"/>
        </a:p>
      </dgm:t>
    </dgm:pt>
    <dgm:pt modelId="{2A6C97A0-FDE4-4047-B970-F74D1497C784}" type="parTrans" cxnId="{C598262C-C03A-4C94-BF24-3C1EC9576E60}">
      <dgm:prSet/>
      <dgm:spPr/>
      <dgm:t>
        <a:bodyPr/>
        <a:lstStyle/>
        <a:p>
          <a:endParaRPr lang="tr-TR"/>
        </a:p>
      </dgm:t>
    </dgm:pt>
    <dgm:pt modelId="{66249A96-15C2-41D3-9CE8-A69CE4F0B0AE}" type="sibTrans" cxnId="{C598262C-C03A-4C94-BF24-3C1EC9576E60}">
      <dgm:prSet/>
      <dgm:spPr/>
      <dgm:t>
        <a:bodyPr/>
        <a:lstStyle/>
        <a:p>
          <a:endParaRPr lang="tr-TR"/>
        </a:p>
      </dgm:t>
    </dgm:pt>
    <dgm:pt modelId="{FDB81963-7DFF-41AE-8CE0-4807782C44F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Mining the Block</a:t>
          </a:r>
          <a:endParaRPr lang="en-US" dirty="0"/>
        </a:p>
      </dgm:t>
    </dgm:pt>
    <dgm:pt modelId="{35713242-1EA6-4DDC-964B-8CE66C63F131}" type="parTrans" cxnId="{84EF0B3A-3E41-4EF6-8346-4C0A5375EFD4}">
      <dgm:prSet/>
      <dgm:spPr/>
      <dgm:t>
        <a:bodyPr/>
        <a:lstStyle/>
        <a:p>
          <a:endParaRPr lang="tr-TR"/>
        </a:p>
      </dgm:t>
    </dgm:pt>
    <dgm:pt modelId="{DE715029-2EB2-4AFB-9D0E-BF48B0FCD952}" type="sibTrans" cxnId="{84EF0B3A-3E41-4EF6-8346-4C0A5375EFD4}">
      <dgm:prSet/>
      <dgm:spPr/>
      <dgm:t>
        <a:bodyPr/>
        <a:lstStyle/>
        <a:p>
          <a:endParaRPr lang="tr-TR"/>
        </a:p>
      </dgm:t>
    </dgm:pt>
    <dgm:pt modelId="{65D286D2-7510-48DA-AF02-23CEBD371ED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Successfully</a:t>
          </a:r>
          <a:r>
            <a:rPr lang="tr-TR" dirty="0"/>
            <a:t> </a:t>
          </a:r>
          <a:r>
            <a:rPr lang="tr-TR" dirty="0" err="1"/>
            <a:t>Mining</a:t>
          </a:r>
          <a:r>
            <a:rPr lang="tr-TR" dirty="0"/>
            <a:t> </a:t>
          </a: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Block</a:t>
          </a:r>
          <a:endParaRPr lang="en-US" dirty="0"/>
        </a:p>
      </dgm:t>
    </dgm:pt>
    <dgm:pt modelId="{D52EF716-AE5D-4A6B-98F7-4C2A2B1FE3BD}" type="parTrans" cxnId="{C4A99DCA-388C-414A-85BD-546542E14DAC}">
      <dgm:prSet/>
      <dgm:spPr/>
      <dgm:t>
        <a:bodyPr/>
        <a:lstStyle/>
        <a:p>
          <a:endParaRPr lang="tr-TR"/>
        </a:p>
      </dgm:t>
    </dgm:pt>
    <dgm:pt modelId="{C93A6639-6302-4D45-98A7-9BEE5631ADDF}" type="sibTrans" cxnId="{C4A99DCA-388C-414A-85BD-546542E14DAC}">
      <dgm:prSet/>
      <dgm:spPr/>
      <dgm:t>
        <a:bodyPr/>
        <a:lstStyle/>
        <a:p>
          <a:endParaRPr lang="tr-TR"/>
        </a:p>
      </dgm:t>
    </dgm:pt>
    <dgm:pt modelId="{65ADD4C3-8BAE-45B1-A575-E0C3166D773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Validating a New Block</a:t>
          </a:r>
          <a:endParaRPr lang="en-US" dirty="0"/>
        </a:p>
      </dgm:t>
    </dgm:pt>
    <dgm:pt modelId="{53D4F655-979E-491C-9690-EF5B4BA097B4}" type="parTrans" cxnId="{0A5E9BBC-A833-4D7D-8E54-3568F009174D}">
      <dgm:prSet/>
      <dgm:spPr/>
      <dgm:t>
        <a:bodyPr/>
        <a:lstStyle/>
        <a:p>
          <a:endParaRPr lang="tr-TR"/>
        </a:p>
      </dgm:t>
    </dgm:pt>
    <dgm:pt modelId="{2B44194C-2871-46BD-932E-6FFFEF99E1D9}" type="sibTrans" cxnId="{0A5E9BBC-A833-4D7D-8E54-3568F009174D}">
      <dgm:prSet/>
      <dgm:spPr/>
      <dgm:t>
        <a:bodyPr/>
        <a:lstStyle/>
        <a:p>
          <a:endParaRPr lang="tr-TR"/>
        </a:p>
      </dgm:t>
    </dgm:pt>
    <dgm:pt modelId="{6089679B-E84E-4B26-B333-E397C0EEAF2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Assembling and Selecting Chains of Blocks</a:t>
          </a:r>
        </a:p>
      </dgm:t>
    </dgm:pt>
    <dgm:pt modelId="{FC31EB34-8FA9-42A0-8F93-A2B144BBA80D}" type="parTrans" cxnId="{4FECE97B-B982-43EC-ACEB-AC43D6AF96A3}">
      <dgm:prSet/>
      <dgm:spPr/>
      <dgm:t>
        <a:bodyPr/>
        <a:lstStyle/>
        <a:p>
          <a:endParaRPr lang="tr-TR"/>
        </a:p>
      </dgm:t>
    </dgm:pt>
    <dgm:pt modelId="{2804F852-14FA-4031-B36C-907CA2B2367B}" type="sibTrans" cxnId="{4FECE97B-B982-43EC-ACEB-AC43D6AF96A3}">
      <dgm:prSet/>
      <dgm:spPr/>
      <dgm:t>
        <a:bodyPr/>
        <a:lstStyle/>
        <a:p>
          <a:endParaRPr lang="tr-TR"/>
        </a:p>
      </dgm:t>
    </dgm:pt>
    <dgm:pt modelId="{077AE39F-95BA-4F8A-A08C-7B10D58142B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Mining and the Hashing Race</a:t>
          </a:r>
          <a:endParaRPr lang="en-US" dirty="0"/>
        </a:p>
      </dgm:t>
    </dgm:pt>
    <dgm:pt modelId="{E6C88058-6EF6-4C63-A9A5-057A4D2FD291}" type="parTrans" cxnId="{619F1E23-1B65-4363-A7ED-C9611E7BB336}">
      <dgm:prSet/>
      <dgm:spPr/>
      <dgm:t>
        <a:bodyPr/>
        <a:lstStyle/>
        <a:p>
          <a:endParaRPr lang="tr-TR"/>
        </a:p>
      </dgm:t>
    </dgm:pt>
    <dgm:pt modelId="{A88C229C-CFD1-452B-B8FB-0EFBEEA41F50}" type="sibTrans" cxnId="{619F1E23-1B65-4363-A7ED-C9611E7BB336}">
      <dgm:prSet/>
      <dgm:spPr/>
      <dgm:t>
        <a:bodyPr/>
        <a:lstStyle/>
        <a:p>
          <a:endParaRPr lang="tr-TR"/>
        </a:p>
      </dgm:t>
    </dgm:pt>
    <dgm:pt modelId="{457B543D-AD7F-43EE-A795-4CF6EF42F1A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Consensus Attacks</a:t>
          </a:r>
          <a:endParaRPr lang="en-US" dirty="0"/>
        </a:p>
      </dgm:t>
    </dgm:pt>
    <dgm:pt modelId="{9469DF2E-9E7E-4616-A774-7D415755D7B1}" type="parTrans" cxnId="{19AFFFE1-17BF-4C9B-B4CC-9A0A12A7C8B6}">
      <dgm:prSet/>
      <dgm:spPr/>
      <dgm:t>
        <a:bodyPr/>
        <a:lstStyle/>
        <a:p>
          <a:endParaRPr lang="tr-TR"/>
        </a:p>
      </dgm:t>
    </dgm:pt>
    <dgm:pt modelId="{E4033471-C139-4E5C-B56F-9DBD90F10475}" type="sibTrans" cxnId="{19AFFFE1-17BF-4C9B-B4CC-9A0A12A7C8B6}">
      <dgm:prSet/>
      <dgm:spPr/>
      <dgm:t>
        <a:bodyPr/>
        <a:lstStyle/>
        <a:p>
          <a:endParaRPr lang="tr-TR"/>
        </a:p>
      </dgm:t>
    </dgm:pt>
    <dgm:pt modelId="{0D1ED0C1-816B-4458-93B6-B4045DEB1E6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Changing</a:t>
          </a:r>
          <a:r>
            <a:rPr lang="tr-TR" dirty="0"/>
            <a:t> </a:t>
          </a: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Consensus</a:t>
          </a:r>
          <a:r>
            <a:rPr lang="tr-TR" dirty="0"/>
            <a:t> Rules</a:t>
          </a:r>
          <a:endParaRPr lang="en-US" dirty="0"/>
        </a:p>
      </dgm:t>
    </dgm:pt>
    <dgm:pt modelId="{F7164E03-5663-46E0-8660-1AF3D6625B48}" type="parTrans" cxnId="{EC35E501-8AE1-4926-B182-A56D64C72930}">
      <dgm:prSet/>
      <dgm:spPr/>
      <dgm:t>
        <a:bodyPr/>
        <a:lstStyle/>
        <a:p>
          <a:endParaRPr lang="tr-TR"/>
        </a:p>
      </dgm:t>
    </dgm:pt>
    <dgm:pt modelId="{CA58A6F4-0997-42CD-AEE6-A55E388B05A9}" type="sibTrans" cxnId="{EC35E501-8AE1-4926-B182-A56D64C72930}">
      <dgm:prSet/>
      <dgm:spPr/>
      <dgm:t>
        <a:bodyPr/>
        <a:lstStyle/>
        <a:p>
          <a:endParaRPr lang="tr-TR"/>
        </a:p>
      </dgm:t>
    </dgm:pt>
    <dgm:pt modelId="{F3416B66-B9CE-42B4-AD4D-BC8B1570B1E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Soft Fork Signaling with Block Version</a:t>
          </a:r>
        </a:p>
      </dgm:t>
    </dgm:pt>
    <dgm:pt modelId="{75217868-C59D-4E71-8D9D-988BD87744D9}" type="parTrans" cxnId="{8FA34DE3-3C7B-4B48-9902-6AD3A216F1EC}">
      <dgm:prSet/>
      <dgm:spPr/>
      <dgm:t>
        <a:bodyPr/>
        <a:lstStyle/>
        <a:p>
          <a:endParaRPr lang="tr-TR"/>
        </a:p>
      </dgm:t>
    </dgm:pt>
    <dgm:pt modelId="{1108BCFB-77B3-4C88-BE98-93DC50A34596}" type="sibTrans" cxnId="{8FA34DE3-3C7B-4B48-9902-6AD3A216F1EC}">
      <dgm:prSet/>
      <dgm:spPr/>
      <dgm:t>
        <a:bodyPr/>
        <a:lstStyle/>
        <a:p>
          <a:endParaRPr lang="tr-TR"/>
        </a:p>
      </dgm:t>
    </dgm:pt>
    <dgm:pt modelId="{C9BFEE64-AE08-4FF8-9629-E8C61C56A01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Consensus Software Development</a:t>
          </a:r>
          <a:endParaRPr lang="en-US" dirty="0"/>
        </a:p>
      </dgm:t>
    </dgm:pt>
    <dgm:pt modelId="{E3B2F332-7E67-4C4C-A77A-1F838CBC58F1}" type="parTrans" cxnId="{5737F726-0B9B-4161-A571-0A7918177F07}">
      <dgm:prSet/>
      <dgm:spPr/>
      <dgm:t>
        <a:bodyPr/>
        <a:lstStyle/>
        <a:p>
          <a:endParaRPr lang="tr-TR"/>
        </a:p>
      </dgm:t>
    </dgm:pt>
    <dgm:pt modelId="{7B16FC71-54E6-4B7D-A5BD-DA74D48D4998}" type="sibTrans" cxnId="{5737F726-0B9B-4161-A571-0A7918177F07}">
      <dgm:prSet/>
      <dgm:spPr/>
      <dgm:t>
        <a:bodyPr/>
        <a:lstStyle/>
        <a:p>
          <a:endParaRPr lang="tr-TR"/>
        </a:p>
      </dgm:t>
    </dgm:pt>
    <dgm:pt modelId="{08F4B0C2-F9A1-4319-A3DB-AD16A0AD8BE1}" type="pres">
      <dgm:prSet presAssocID="{A133FCAE-E73A-4F6E-AAE2-9B409B02E4EB}" presName="root" presStyleCnt="0">
        <dgm:presLayoutVars>
          <dgm:dir/>
          <dgm:resizeHandles val="exact"/>
        </dgm:presLayoutVars>
      </dgm:prSet>
      <dgm:spPr/>
    </dgm:pt>
    <dgm:pt modelId="{F42DE873-C73E-4544-8574-EFFCC443B60D}" type="pres">
      <dgm:prSet presAssocID="{8E7782D7-80F6-4BA3-9B8A-2EC91E772ACE}" presName="compNode" presStyleCnt="0"/>
      <dgm:spPr/>
    </dgm:pt>
    <dgm:pt modelId="{2F61D6AA-F154-4C02-BF89-4E959692B186}" type="pres">
      <dgm:prSet presAssocID="{8E7782D7-80F6-4BA3-9B8A-2EC91E772ACE}" presName="bgRect" presStyleLbl="bgShp" presStyleIdx="0" presStyleCnt="15"/>
      <dgm:spPr/>
    </dgm:pt>
    <dgm:pt modelId="{25FDDA82-91D8-49E1-957E-8CD51BB0AAA7}" type="pres">
      <dgm:prSet presAssocID="{8E7782D7-80F6-4BA3-9B8A-2EC91E772ACE}" presName="iconRect" presStyleLbl="node1" presStyleIdx="0" presStyleCnt="15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rainTracks"/>
        </a:ext>
      </dgm:extLst>
    </dgm:pt>
    <dgm:pt modelId="{93536E42-D167-486B-B0EC-2BD503D6C0C6}" type="pres">
      <dgm:prSet presAssocID="{8E7782D7-80F6-4BA3-9B8A-2EC91E772ACE}" presName="spaceRect" presStyleCnt="0"/>
      <dgm:spPr/>
    </dgm:pt>
    <dgm:pt modelId="{F7086D05-00DC-42E7-ABA8-F28AAB22342B}" type="pres">
      <dgm:prSet presAssocID="{8E7782D7-80F6-4BA3-9B8A-2EC91E772ACE}" presName="parTx" presStyleLbl="revTx" presStyleIdx="0" presStyleCnt="15">
        <dgm:presLayoutVars>
          <dgm:chMax val="0"/>
          <dgm:chPref val="0"/>
        </dgm:presLayoutVars>
      </dgm:prSet>
      <dgm:spPr/>
    </dgm:pt>
    <dgm:pt modelId="{36D5CC0F-13E7-4F67-BA0B-C84CE5B89C87}" type="pres">
      <dgm:prSet presAssocID="{954B563A-FDB8-43A4-9E7B-D7FC6E4AC68E}" presName="sibTrans" presStyleCnt="0"/>
      <dgm:spPr/>
    </dgm:pt>
    <dgm:pt modelId="{1CD65CE3-1AE9-4D5B-91C1-35F654748C48}" type="pres">
      <dgm:prSet presAssocID="{2B17923F-62F7-403B-AE27-F089EF6104CF}" presName="compNode" presStyleCnt="0"/>
      <dgm:spPr/>
    </dgm:pt>
    <dgm:pt modelId="{D1487E42-5347-4917-A547-B6247069761E}" type="pres">
      <dgm:prSet presAssocID="{2B17923F-62F7-403B-AE27-F089EF6104CF}" presName="bgRect" presStyleLbl="bgShp" presStyleIdx="1" presStyleCnt="15"/>
      <dgm:spPr/>
    </dgm:pt>
    <dgm:pt modelId="{9BED550D-DDE5-432F-AF0B-0B919FA6F804}" type="pres">
      <dgm:prSet presAssocID="{2B17923F-62F7-403B-AE27-F089EF6104CF}" presName="iconRect" presStyleLbl="node1" presStyleIdx="1" presStyleCnt="15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909B4C9F-AAD5-4F3A-B137-1062CC5B580F}" type="pres">
      <dgm:prSet presAssocID="{2B17923F-62F7-403B-AE27-F089EF6104CF}" presName="spaceRect" presStyleCnt="0"/>
      <dgm:spPr/>
    </dgm:pt>
    <dgm:pt modelId="{F93F12BC-9B5A-4FC5-9ED2-15C7A5E4F01B}" type="pres">
      <dgm:prSet presAssocID="{2B17923F-62F7-403B-AE27-F089EF6104CF}" presName="parTx" presStyleLbl="revTx" presStyleIdx="1" presStyleCnt="15">
        <dgm:presLayoutVars>
          <dgm:chMax val="0"/>
          <dgm:chPref val="0"/>
        </dgm:presLayoutVars>
      </dgm:prSet>
      <dgm:spPr/>
    </dgm:pt>
    <dgm:pt modelId="{6A1CE70E-4737-45DD-85FD-C61594F4D8C6}" type="pres">
      <dgm:prSet presAssocID="{04814384-1790-4832-8E58-EF0DF5673CB3}" presName="sibTrans" presStyleCnt="0"/>
      <dgm:spPr/>
    </dgm:pt>
    <dgm:pt modelId="{B80381A9-F517-4070-A99A-651ABA4CFC25}" type="pres">
      <dgm:prSet presAssocID="{7D1EE5E0-0276-47DA-9A72-863517E840BE}" presName="compNode" presStyleCnt="0"/>
      <dgm:spPr/>
    </dgm:pt>
    <dgm:pt modelId="{02955DCD-3C66-43F6-A554-A02E91A6DD5C}" type="pres">
      <dgm:prSet presAssocID="{7D1EE5E0-0276-47DA-9A72-863517E840BE}" presName="bgRect" presStyleLbl="bgShp" presStyleIdx="2" presStyleCnt="15"/>
      <dgm:spPr/>
    </dgm:pt>
    <dgm:pt modelId="{D0FC0BB7-6302-4836-9874-441AA4F67078}" type="pres">
      <dgm:prSet presAssocID="{7D1EE5E0-0276-47DA-9A72-863517E840BE}" presName="iconRect" presStyleLbl="node1" presStyleIdx="2" presStyleCnt="15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1CB43F8A-6AA1-4B88-A5C2-BC3FB40CEEAB}" type="pres">
      <dgm:prSet presAssocID="{7D1EE5E0-0276-47DA-9A72-863517E840BE}" presName="spaceRect" presStyleCnt="0"/>
      <dgm:spPr/>
    </dgm:pt>
    <dgm:pt modelId="{011E8ABB-3C4B-4458-90DA-BDE74B116744}" type="pres">
      <dgm:prSet presAssocID="{7D1EE5E0-0276-47DA-9A72-863517E840BE}" presName="parTx" presStyleLbl="revTx" presStyleIdx="2" presStyleCnt="15">
        <dgm:presLayoutVars>
          <dgm:chMax val="0"/>
          <dgm:chPref val="0"/>
        </dgm:presLayoutVars>
      </dgm:prSet>
      <dgm:spPr/>
    </dgm:pt>
    <dgm:pt modelId="{9CBD0299-DB2A-409C-A36F-87684D5549CD}" type="pres">
      <dgm:prSet presAssocID="{4245C55E-4814-411D-B35B-B4FF08571082}" presName="sibTrans" presStyleCnt="0"/>
      <dgm:spPr/>
    </dgm:pt>
    <dgm:pt modelId="{7E2DDEA9-ACD6-48FD-8C6D-88AEBF283EF3}" type="pres">
      <dgm:prSet presAssocID="{F000189B-280F-4223-B137-F5F017288E33}" presName="compNode" presStyleCnt="0"/>
      <dgm:spPr/>
    </dgm:pt>
    <dgm:pt modelId="{6D359034-B760-4960-A96A-A1F4FB72570A}" type="pres">
      <dgm:prSet presAssocID="{F000189B-280F-4223-B137-F5F017288E33}" presName="bgRect" presStyleLbl="bgShp" presStyleIdx="3" presStyleCnt="15"/>
      <dgm:spPr/>
    </dgm:pt>
    <dgm:pt modelId="{D585B13E-226D-4852-A038-EA40961AB95F}" type="pres">
      <dgm:prSet presAssocID="{F000189B-280F-4223-B137-F5F017288E33}" presName="iconRect" presStyleLbl="node1" presStyleIdx="3" presStyleCnt="15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72DFD1AB-5547-469C-BB45-45178E7D8003}" type="pres">
      <dgm:prSet presAssocID="{F000189B-280F-4223-B137-F5F017288E33}" presName="spaceRect" presStyleCnt="0"/>
      <dgm:spPr/>
    </dgm:pt>
    <dgm:pt modelId="{DA64EC4C-59FB-4DAD-B23A-8ECA911B4BC1}" type="pres">
      <dgm:prSet presAssocID="{F000189B-280F-4223-B137-F5F017288E33}" presName="parTx" presStyleLbl="revTx" presStyleIdx="3" presStyleCnt="15">
        <dgm:presLayoutVars>
          <dgm:chMax val="0"/>
          <dgm:chPref val="0"/>
        </dgm:presLayoutVars>
      </dgm:prSet>
      <dgm:spPr/>
    </dgm:pt>
    <dgm:pt modelId="{393CE489-DE90-4EDF-8A39-14AE55A67CA3}" type="pres">
      <dgm:prSet presAssocID="{92E0CBEB-0065-4443-B1D4-3F544AF9FCD7}" presName="sibTrans" presStyleCnt="0"/>
      <dgm:spPr/>
    </dgm:pt>
    <dgm:pt modelId="{62FA5662-3A96-4107-A47D-F3BCC1D9B724}" type="pres">
      <dgm:prSet presAssocID="{CB7C5BEB-344E-4AC5-A971-005568C3AEA1}" presName="compNode" presStyleCnt="0"/>
      <dgm:spPr/>
    </dgm:pt>
    <dgm:pt modelId="{5BE9AB06-D09A-4094-9185-E7B0F40157CB}" type="pres">
      <dgm:prSet presAssocID="{CB7C5BEB-344E-4AC5-A971-005568C3AEA1}" presName="bgRect" presStyleLbl="bgShp" presStyleIdx="4" presStyleCnt="15"/>
      <dgm:spPr/>
    </dgm:pt>
    <dgm:pt modelId="{29746BCB-A26E-49FD-B7E2-EF167D04CDE2}" type="pres">
      <dgm:prSet presAssocID="{CB7C5BEB-344E-4AC5-A971-005568C3AEA1}" presName="iconRect" presStyleLbl="node1" presStyleIdx="4" presStyleCnt="15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0D7E0307-51F3-4B31-AB75-1D6DE487DF82}" type="pres">
      <dgm:prSet presAssocID="{CB7C5BEB-344E-4AC5-A971-005568C3AEA1}" presName="spaceRect" presStyleCnt="0"/>
      <dgm:spPr/>
    </dgm:pt>
    <dgm:pt modelId="{4EBDE30E-CEF7-42FB-BA79-46869F1E8939}" type="pres">
      <dgm:prSet presAssocID="{CB7C5BEB-344E-4AC5-A971-005568C3AEA1}" presName="parTx" presStyleLbl="revTx" presStyleIdx="4" presStyleCnt="15">
        <dgm:presLayoutVars>
          <dgm:chMax val="0"/>
          <dgm:chPref val="0"/>
        </dgm:presLayoutVars>
      </dgm:prSet>
      <dgm:spPr/>
    </dgm:pt>
    <dgm:pt modelId="{3A99AF62-2EEE-4509-BEBE-B065732BAFA1}" type="pres">
      <dgm:prSet presAssocID="{AC06D854-7781-4D3F-B234-E095ED4895DE}" presName="sibTrans" presStyleCnt="0"/>
      <dgm:spPr/>
    </dgm:pt>
    <dgm:pt modelId="{6D37B6CB-F169-4EA1-8B97-C9D02E040B25}" type="pres">
      <dgm:prSet presAssocID="{9AFD8D46-198D-434E-BACB-460582396931}" presName="compNode" presStyleCnt="0"/>
      <dgm:spPr/>
    </dgm:pt>
    <dgm:pt modelId="{FF4D5F07-66C4-45A5-ABC2-709D6324F911}" type="pres">
      <dgm:prSet presAssocID="{9AFD8D46-198D-434E-BACB-460582396931}" presName="bgRect" presStyleLbl="bgShp" presStyleIdx="5" presStyleCnt="15"/>
      <dgm:spPr/>
    </dgm:pt>
    <dgm:pt modelId="{34593E5D-2FC1-4C8A-8B19-421FB0A42F2C}" type="pres">
      <dgm:prSet presAssocID="{9AFD8D46-198D-434E-BACB-460582396931}" presName="iconRect" presStyleLbl="node1" presStyleIdx="5" presStyleCnt="15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84A69BB8-C2B9-4246-84BA-5D1B87FC7C7E}" type="pres">
      <dgm:prSet presAssocID="{9AFD8D46-198D-434E-BACB-460582396931}" presName="spaceRect" presStyleCnt="0"/>
      <dgm:spPr/>
    </dgm:pt>
    <dgm:pt modelId="{815C062B-D355-41AA-8AA8-39DE89203F94}" type="pres">
      <dgm:prSet presAssocID="{9AFD8D46-198D-434E-BACB-460582396931}" presName="parTx" presStyleLbl="revTx" presStyleIdx="5" presStyleCnt="15">
        <dgm:presLayoutVars>
          <dgm:chMax val="0"/>
          <dgm:chPref val="0"/>
        </dgm:presLayoutVars>
      </dgm:prSet>
      <dgm:spPr/>
    </dgm:pt>
    <dgm:pt modelId="{7C9243B3-EFBE-45A9-B212-0A2230D321E2}" type="pres">
      <dgm:prSet presAssocID="{66249A96-15C2-41D3-9CE8-A69CE4F0B0AE}" presName="sibTrans" presStyleCnt="0"/>
      <dgm:spPr/>
    </dgm:pt>
    <dgm:pt modelId="{0437FF3D-A238-40BC-BC1D-9015896AB416}" type="pres">
      <dgm:prSet presAssocID="{FDB81963-7DFF-41AE-8CE0-4807782C44FB}" presName="compNode" presStyleCnt="0"/>
      <dgm:spPr/>
    </dgm:pt>
    <dgm:pt modelId="{B16A03AC-03E2-4A3B-92E0-6FA04B54FE28}" type="pres">
      <dgm:prSet presAssocID="{FDB81963-7DFF-41AE-8CE0-4807782C44FB}" presName="bgRect" presStyleLbl="bgShp" presStyleIdx="6" presStyleCnt="15"/>
      <dgm:spPr/>
    </dgm:pt>
    <dgm:pt modelId="{7C9BE215-E658-41F8-A0DA-A552B1AE7CA9}" type="pres">
      <dgm:prSet presAssocID="{FDB81963-7DFF-41AE-8CE0-4807782C44FB}" presName="iconRect" presStyleLbl="node1" presStyleIdx="6" presStyleCnt="15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476BB1A5-FE5C-4BA2-A274-52B0E3197CA2}" type="pres">
      <dgm:prSet presAssocID="{FDB81963-7DFF-41AE-8CE0-4807782C44FB}" presName="spaceRect" presStyleCnt="0"/>
      <dgm:spPr/>
    </dgm:pt>
    <dgm:pt modelId="{805F8D75-CAA3-42BE-BF05-823E66EF1DD1}" type="pres">
      <dgm:prSet presAssocID="{FDB81963-7DFF-41AE-8CE0-4807782C44FB}" presName="parTx" presStyleLbl="revTx" presStyleIdx="6" presStyleCnt="15">
        <dgm:presLayoutVars>
          <dgm:chMax val="0"/>
          <dgm:chPref val="0"/>
        </dgm:presLayoutVars>
      </dgm:prSet>
      <dgm:spPr/>
    </dgm:pt>
    <dgm:pt modelId="{266EF21C-682C-4CF2-8DC7-10493F73089A}" type="pres">
      <dgm:prSet presAssocID="{DE715029-2EB2-4AFB-9D0E-BF48B0FCD952}" presName="sibTrans" presStyleCnt="0"/>
      <dgm:spPr/>
    </dgm:pt>
    <dgm:pt modelId="{5BA2E872-90B2-43F0-9229-F2F59EE9CC87}" type="pres">
      <dgm:prSet presAssocID="{65D286D2-7510-48DA-AF02-23CEBD371EDF}" presName="compNode" presStyleCnt="0"/>
      <dgm:spPr/>
    </dgm:pt>
    <dgm:pt modelId="{C8DEAFEE-DEE3-4128-AEC7-C74802641A14}" type="pres">
      <dgm:prSet presAssocID="{65D286D2-7510-48DA-AF02-23CEBD371EDF}" presName="bgRect" presStyleLbl="bgShp" presStyleIdx="7" presStyleCnt="15"/>
      <dgm:spPr/>
    </dgm:pt>
    <dgm:pt modelId="{566F69F8-E7BA-47F3-AA96-45120B769D7F}" type="pres">
      <dgm:prSet presAssocID="{65D286D2-7510-48DA-AF02-23CEBD371EDF}" presName="iconRect" presStyleLbl="node1" presStyleIdx="7" presStyleCnt="15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AD22908D-8ED7-41DE-AEF4-BF05CC953328}" type="pres">
      <dgm:prSet presAssocID="{65D286D2-7510-48DA-AF02-23CEBD371EDF}" presName="spaceRect" presStyleCnt="0"/>
      <dgm:spPr/>
    </dgm:pt>
    <dgm:pt modelId="{FEDB96A7-C1E2-4DB0-BE1D-A59E3C6F2A0E}" type="pres">
      <dgm:prSet presAssocID="{65D286D2-7510-48DA-AF02-23CEBD371EDF}" presName="parTx" presStyleLbl="revTx" presStyleIdx="7" presStyleCnt="15">
        <dgm:presLayoutVars>
          <dgm:chMax val="0"/>
          <dgm:chPref val="0"/>
        </dgm:presLayoutVars>
      </dgm:prSet>
      <dgm:spPr/>
    </dgm:pt>
    <dgm:pt modelId="{2407B8EB-89F4-4390-A8D4-9096D219C58A}" type="pres">
      <dgm:prSet presAssocID="{C93A6639-6302-4D45-98A7-9BEE5631ADDF}" presName="sibTrans" presStyleCnt="0"/>
      <dgm:spPr/>
    </dgm:pt>
    <dgm:pt modelId="{4AD66659-9982-4D9F-B77C-BE445A1AE8C3}" type="pres">
      <dgm:prSet presAssocID="{65ADD4C3-8BAE-45B1-A575-E0C3166D7739}" presName="compNode" presStyleCnt="0"/>
      <dgm:spPr/>
    </dgm:pt>
    <dgm:pt modelId="{1A98300E-DC63-4E9B-BA7A-215C274296D6}" type="pres">
      <dgm:prSet presAssocID="{65ADD4C3-8BAE-45B1-A575-E0C3166D7739}" presName="bgRect" presStyleLbl="bgShp" presStyleIdx="8" presStyleCnt="15"/>
      <dgm:spPr/>
    </dgm:pt>
    <dgm:pt modelId="{0AF7E95B-874C-4A6F-896D-BB3AE4FB6DA5}" type="pres">
      <dgm:prSet presAssocID="{65ADD4C3-8BAE-45B1-A575-E0C3166D7739}" presName="iconRect" presStyleLbl="node1" presStyleIdx="8" presStyleCnt="15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19E41800-B157-4C03-975B-629246A307B6}" type="pres">
      <dgm:prSet presAssocID="{65ADD4C3-8BAE-45B1-A575-E0C3166D7739}" presName="spaceRect" presStyleCnt="0"/>
      <dgm:spPr/>
    </dgm:pt>
    <dgm:pt modelId="{1A293B90-CC78-4CFE-9B7B-74F7FE5FB360}" type="pres">
      <dgm:prSet presAssocID="{65ADD4C3-8BAE-45B1-A575-E0C3166D7739}" presName="parTx" presStyleLbl="revTx" presStyleIdx="8" presStyleCnt="15">
        <dgm:presLayoutVars>
          <dgm:chMax val="0"/>
          <dgm:chPref val="0"/>
        </dgm:presLayoutVars>
      </dgm:prSet>
      <dgm:spPr/>
    </dgm:pt>
    <dgm:pt modelId="{7362BBBD-E7CC-4D4C-9452-F64AE2CB7C9E}" type="pres">
      <dgm:prSet presAssocID="{2B44194C-2871-46BD-932E-6FFFEF99E1D9}" presName="sibTrans" presStyleCnt="0"/>
      <dgm:spPr/>
    </dgm:pt>
    <dgm:pt modelId="{99F54B66-A85F-4533-B304-AF89A07657C5}" type="pres">
      <dgm:prSet presAssocID="{6089679B-E84E-4B26-B333-E397C0EEAF23}" presName="compNode" presStyleCnt="0"/>
      <dgm:spPr/>
    </dgm:pt>
    <dgm:pt modelId="{B15940A8-7991-4DCC-8035-AB91B4DC14B9}" type="pres">
      <dgm:prSet presAssocID="{6089679B-E84E-4B26-B333-E397C0EEAF23}" presName="bgRect" presStyleLbl="bgShp" presStyleIdx="9" presStyleCnt="15"/>
      <dgm:spPr/>
    </dgm:pt>
    <dgm:pt modelId="{29863B75-93EB-4AE0-9D8F-BE50A4DA3684}" type="pres">
      <dgm:prSet presAssocID="{6089679B-E84E-4B26-B333-E397C0EEAF23}" presName="iconRect" presStyleLbl="node1" presStyleIdx="9" presStyleCnt="15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FA94388E-7D8C-44CE-93D4-A34D4990EB28}" type="pres">
      <dgm:prSet presAssocID="{6089679B-E84E-4B26-B333-E397C0EEAF23}" presName="spaceRect" presStyleCnt="0"/>
      <dgm:spPr/>
    </dgm:pt>
    <dgm:pt modelId="{50377F50-4C6E-4206-A9FE-F09BA9F777F7}" type="pres">
      <dgm:prSet presAssocID="{6089679B-E84E-4B26-B333-E397C0EEAF23}" presName="parTx" presStyleLbl="revTx" presStyleIdx="9" presStyleCnt="15">
        <dgm:presLayoutVars>
          <dgm:chMax val="0"/>
          <dgm:chPref val="0"/>
        </dgm:presLayoutVars>
      </dgm:prSet>
      <dgm:spPr/>
    </dgm:pt>
    <dgm:pt modelId="{1EF867AE-0E2B-499E-9C89-42DE26540DC5}" type="pres">
      <dgm:prSet presAssocID="{2804F852-14FA-4031-B36C-907CA2B2367B}" presName="sibTrans" presStyleCnt="0"/>
      <dgm:spPr/>
    </dgm:pt>
    <dgm:pt modelId="{3FAC6081-4B38-4657-B4BE-8233E0098D22}" type="pres">
      <dgm:prSet presAssocID="{077AE39F-95BA-4F8A-A08C-7B10D58142B4}" presName="compNode" presStyleCnt="0"/>
      <dgm:spPr/>
    </dgm:pt>
    <dgm:pt modelId="{96EC0379-B6BC-4164-A55F-CFFF1149616C}" type="pres">
      <dgm:prSet presAssocID="{077AE39F-95BA-4F8A-A08C-7B10D58142B4}" presName="bgRect" presStyleLbl="bgShp" presStyleIdx="10" presStyleCnt="15"/>
      <dgm:spPr/>
    </dgm:pt>
    <dgm:pt modelId="{81E0C92C-5A72-401F-9CBF-72E33CDF0050}" type="pres">
      <dgm:prSet presAssocID="{077AE39F-95BA-4F8A-A08C-7B10D58142B4}" presName="iconRect" presStyleLbl="node1" presStyleIdx="10" presStyleCnt="15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7316B321-D265-4785-AE7E-4F053A6FD16A}" type="pres">
      <dgm:prSet presAssocID="{077AE39F-95BA-4F8A-A08C-7B10D58142B4}" presName="spaceRect" presStyleCnt="0"/>
      <dgm:spPr/>
    </dgm:pt>
    <dgm:pt modelId="{1053CFEE-D28A-4E96-A877-F93395B7623E}" type="pres">
      <dgm:prSet presAssocID="{077AE39F-95BA-4F8A-A08C-7B10D58142B4}" presName="parTx" presStyleLbl="revTx" presStyleIdx="10" presStyleCnt="15">
        <dgm:presLayoutVars>
          <dgm:chMax val="0"/>
          <dgm:chPref val="0"/>
        </dgm:presLayoutVars>
      </dgm:prSet>
      <dgm:spPr/>
    </dgm:pt>
    <dgm:pt modelId="{86211B5E-ADFF-45CA-86F5-B440BA65026F}" type="pres">
      <dgm:prSet presAssocID="{A88C229C-CFD1-452B-B8FB-0EFBEEA41F50}" presName="sibTrans" presStyleCnt="0"/>
      <dgm:spPr/>
    </dgm:pt>
    <dgm:pt modelId="{14B92EAB-8090-4964-9044-3F4166E2F813}" type="pres">
      <dgm:prSet presAssocID="{457B543D-AD7F-43EE-A795-4CF6EF42F1A0}" presName="compNode" presStyleCnt="0"/>
      <dgm:spPr/>
    </dgm:pt>
    <dgm:pt modelId="{58C09792-1089-415A-A060-AB84D8393ED9}" type="pres">
      <dgm:prSet presAssocID="{457B543D-AD7F-43EE-A795-4CF6EF42F1A0}" presName="bgRect" presStyleLbl="bgShp" presStyleIdx="11" presStyleCnt="15"/>
      <dgm:spPr/>
    </dgm:pt>
    <dgm:pt modelId="{4F7DADC9-3D3A-4693-A9E1-437E8D0B4A22}" type="pres">
      <dgm:prSet presAssocID="{457B543D-AD7F-43EE-A795-4CF6EF42F1A0}" presName="iconRect" presStyleLbl="node1" presStyleIdx="11" presStyleCnt="15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FF2DFDD9-D013-499E-AA7D-36B495A9932F}" type="pres">
      <dgm:prSet presAssocID="{457B543D-AD7F-43EE-A795-4CF6EF42F1A0}" presName="spaceRect" presStyleCnt="0"/>
      <dgm:spPr/>
    </dgm:pt>
    <dgm:pt modelId="{09AE8753-A44A-4580-B9E4-2DCCC232CC64}" type="pres">
      <dgm:prSet presAssocID="{457B543D-AD7F-43EE-A795-4CF6EF42F1A0}" presName="parTx" presStyleLbl="revTx" presStyleIdx="11" presStyleCnt="15">
        <dgm:presLayoutVars>
          <dgm:chMax val="0"/>
          <dgm:chPref val="0"/>
        </dgm:presLayoutVars>
      </dgm:prSet>
      <dgm:spPr/>
    </dgm:pt>
    <dgm:pt modelId="{1C8A7E3D-15B7-4745-9B03-5F0750E9464C}" type="pres">
      <dgm:prSet presAssocID="{E4033471-C139-4E5C-B56F-9DBD90F10475}" presName="sibTrans" presStyleCnt="0"/>
      <dgm:spPr/>
    </dgm:pt>
    <dgm:pt modelId="{F69B4678-6F92-4F7E-B50F-9AE5C20D48BF}" type="pres">
      <dgm:prSet presAssocID="{0D1ED0C1-816B-4458-93B6-B4045DEB1E65}" presName="compNode" presStyleCnt="0"/>
      <dgm:spPr/>
    </dgm:pt>
    <dgm:pt modelId="{A1283F2B-DD5F-47E8-8361-88BEF19E2225}" type="pres">
      <dgm:prSet presAssocID="{0D1ED0C1-816B-4458-93B6-B4045DEB1E65}" presName="bgRect" presStyleLbl="bgShp" presStyleIdx="12" presStyleCnt="15"/>
      <dgm:spPr/>
    </dgm:pt>
    <dgm:pt modelId="{B323DBC0-31E1-459A-97CD-2C21905C8FEC}" type="pres">
      <dgm:prSet presAssocID="{0D1ED0C1-816B-4458-93B6-B4045DEB1E65}" presName="iconRect" presStyleLbl="node1" presStyleIdx="12" presStyleCnt="15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68CA3DDC-E966-4F4D-95E3-520D5EA30252}" type="pres">
      <dgm:prSet presAssocID="{0D1ED0C1-816B-4458-93B6-B4045DEB1E65}" presName="spaceRect" presStyleCnt="0"/>
      <dgm:spPr/>
    </dgm:pt>
    <dgm:pt modelId="{647E7124-9C0C-4E09-A25E-D75B094C5CE5}" type="pres">
      <dgm:prSet presAssocID="{0D1ED0C1-816B-4458-93B6-B4045DEB1E65}" presName="parTx" presStyleLbl="revTx" presStyleIdx="12" presStyleCnt="15">
        <dgm:presLayoutVars>
          <dgm:chMax val="0"/>
          <dgm:chPref val="0"/>
        </dgm:presLayoutVars>
      </dgm:prSet>
      <dgm:spPr/>
    </dgm:pt>
    <dgm:pt modelId="{6AA44425-A6EC-4A7E-858E-3E2DB13AF1EE}" type="pres">
      <dgm:prSet presAssocID="{CA58A6F4-0997-42CD-AEE6-A55E388B05A9}" presName="sibTrans" presStyleCnt="0"/>
      <dgm:spPr/>
    </dgm:pt>
    <dgm:pt modelId="{88B3A1B4-2084-4C24-8A86-A0C88B68A416}" type="pres">
      <dgm:prSet presAssocID="{F3416B66-B9CE-42B4-AD4D-BC8B1570B1E7}" presName="compNode" presStyleCnt="0"/>
      <dgm:spPr/>
    </dgm:pt>
    <dgm:pt modelId="{04AF0FD4-6D66-42CC-9D03-A19417A66EC2}" type="pres">
      <dgm:prSet presAssocID="{F3416B66-B9CE-42B4-AD4D-BC8B1570B1E7}" presName="bgRect" presStyleLbl="bgShp" presStyleIdx="13" presStyleCnt="15"/>
      <dgm:spPr/>
    </dgm:pt>
    <dgm:pt modelId="{545B1932-2F10-4BEA-8EED-27BC2B228356}" type="pres">
      <dgm:prSet presAssocID="{F3416B66-B9CE-42B4-AD4D-BC8B1570B1E7}" presName="iconRect" presStyleLbl="node1" presStyleIdx="13" presStyleCnt="15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61C335BA-E2C1-4D69-91A7-C9C4991153CD}" type="pres">
      <dgm:prSet presAssocID="{F3416B66-B9CE-42B4-AD4D-BC8B1570B1E7}" presName="spaceRect" presStyleCnt="0"/>
      <dgm:spPr/>
    </dgm:pt>
    <dgm:pt modelId="{BCC0F895-3150-4D98-81C6-2BBD65058B0D}" type="pres">
      <dgm:prSet presAssocID="{F3416B66-B9CE-42B4-AD4D-BC8B1570B1E7}" presName="parTx" presStyleLbl="revTx" presStyleIdx="13" presStyleCnt="15">
        <dgm:presLayoutVars>
          <dgm:chMax val="0"/>
          <dgm:chPref val="0"/>
        </dgm:presLayoutVars>
      </dgm:prSet>
      <dgm:spPr/>
    </dgm:pt>
    <dgm:pt modelId="{CD235F33-C419-4D4A-9779-4C121AE75B62}" type="pres">
      <dgm:prSet presAssocID="{1108BCFB-77B3-4C88-BE98-93DC50A34596}" presName="sibTrans" presStyleCnt="0"/>
      <dgm:spPr/>
    </dgm:pt>
    <dgm:pt modelId="{36510E5C-90B8-4884-82EA-253869DDF032}" type="pres">
      <dgm:prSet presAssocID="{C9BFEE64-AE08-4FF8-9629-E8C61C56A01A}" presName="compNode" presStyleCnt="0"/>
      <dgm:spPr/>
    </dgm:pt>
    <dgm:pt modelId="{E7883625-AB34-4725-ACBA-8193206CE016}" type="pres">
      <dgm:prSet presAssocID="{C9BFEE64-AE08-4FF8-9629-E8C61C56A01A}" presName="bgRect" presStyleLbl="bgShp" presStyleIdx="14" presStyleCnt="15"/>
      <dgm:spPr/>
    </dgm:pt>
    <dgm:pt modelId="{9B45604F-6946-43E8-A61A-2B85FF3D7E96}" type="pres">
      <dgm:prSet presAssocID="{C9BFEE64-AE08-4FF8-9629-E8C61C56A01A}" presName="iconRect" presStyleLbl="node1" presStyleIdx="14" presStyleCnt="15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4C87BACB-776A-4836-B89D-0BC296BD91B4}" type="pres">
      <dgm:prSet presAssocID="{C9BFEE64-AE08-4FF8-9629-E8C61C56A01A}" presName="spaceRect" presStyleCnt="0"/>
      <dgm:spPr/>
    </dgm:pt>
    <dgm:pt modelId="{D6F9DD82-7CB6-4CCE-8437-F0867B1BBE23}" type="pres">
      <dgm:prSet presAssocID="{C9BFEE64-AE08-4FF8-9629-E8C61C56A01A}" presName="parTx" presStyleLbl="revTx" presStyleIdx="14" presStyleCnt="15">
        <dgm:presLayoutVars>
          <dgm:chMax val="0"/>
          <dgm:chPref val="0"/>
        </dgm:presLayoutVars>
      </dgm:prSet>
      <dgm:spPr/>
    </dgm:pt>
  </dgm:ptLst>
  <dgm:cxnLst>
    <dgm:cxn modelId="{F8811D00-D918-4422-A504-44DC41EE70BA}" type="presOf" srcId="{2B17923F-62F7-403B-AE27-F089EF6104CF}" destId="{F93F12BC-9B5A-4FC5-9ED2-15C7A5E4F01B}" srcOrd="0" destOrd="0" presId="urn:microsoft.com/office/officeart/2018/2/layout/IconVerticalSolidList"/>
    <dgm:cxn modelId="{EC35E501-8AE1-4926-B182-A56D64C72930}" srcId="{A133FCAE-E73A-4F6E-AAE2-9B409B02E4EB}" destId="{0D1ED0C1-816B-4458-93B6-B4045DEB1E65}" srcOrd="12" destOrd="0" parTransId="{F7164E03-5663-46E0-8660-1AF3D6625B48}" sibTransId="{CA58A6F4-0997-42CD-AEE6-A55E388B05A9}"/>
    <dgm:cxn modelId="{DED3BD03-ECDE-4296-B205-42DBB8933FE1}" type="presOf" srcId="{7D1EE5E0-0276-47DA-9A72-863517E840BE}" destId="{011E8ABB-3C4B-4458-90DA-BDE74B116744}" srcOrd="0" destOrd="0" presId="urn:microsoft.com/office/officeart/2018/2/layout/IconVerticalSolidList"/>
    <dgm:cxn modelId="{920BF706-5B14-46D4-9917-A4800F123F39}" srcId="{A133FCAE-E73A-4F6E-AAE2-9B409B02E4EB}" destId="{CB7C5BEB-344E-4AC5-A971-005568C3AEA1}" srcOrd="4" destOrd="0" parTransId="{8B47BD28-4A9A-4FFC-BE8F-3457BA5F7A5E}" sibTransId="{AC06D854-7781-4D3F-B234-E095ED4895DE}"/>
    <dgm:cxn modelId="{048F4E1C-1A2B-4DA3-B8C4-C5B5D479340F}" srcId="{A133FCAE-E73A-4F6E-AAE2-9B409B02E4EB}" destId="{F000189B-280F-4223-B137-F5F017288E33}" srcOrd="3" destOrd="0" parTransId="{FA7C5431-F073-477F-88D4-CA7540EE8F43}" sibTransId="{92E0CBEB-0065-4443-B1D4-3F544AF9FCD7}"/>
    <dgm:cxn modelId="{0FC1F61E-5DEB-4FFE-831F-EF1DF712DC5A}" type="presOf" srcId="{077AE39F-95BA-4F8A-A08C-7B10D58142B4}" destId="{1053CFEE-D28A-4E96-A877-F93395B7623E}" srcOrd="0" destOrd="0" presId="urn:microsoft.com/office/officeart/2018/2/layout/IconVerticalSolidList"/>
    <dgm:cxn modelId="{0D0FFF21-B70B-4091-9964-BCD8FAA171D3}" type="presOf" srcId="{65ADD4C3-8BAE-45B1-A575-E0C3166D7739}" destId="{1A293B90-CC78-4CFE-9B7B-74F7FE5FB360}" srcOrd="0" destOrd="0" presId="urn:microsoft.com/office/officeart/2018/2/layout/IconVerticalSolidList"/>
    <dgm:cxn modelId="{619F1E23-1B65-4363-A7ED-C9611E7BB336}" srcId="{A133FCAE-E73A-4F6E-AAE2-9B409B02E4EB}" destId="{077AE39F-95BA-4F8A-A08C-7B10D58142B4}" srcOrd="10" destOrd="0" parTransId="{E6C88058-6EF6-4C63-A9A5-057A4D2FD291}" sibTransId="{A88C229C-CFD1-452B-B8FB-0EFBEEA41F50}"/>
    <dgm:cxn modelId="{5737F726-0B9B-4161-A571-0A7918177F07}" srcId="{A133FCAE-E73A-4F6E-AAE2-9B409B02E4EB}" destId="{C9BFEE64-AE08-4FF8-9629-E8C61C56A01A}" srcOrd="14" destOrd="0" parTransId="{E3B2F332-7E67-4C4C-A77A-1F838CBC58F1}" sibTransId="{7B16FC71-54E6-4B7D-A5BD-DA74D48D4998}"/>
    <dgm:cxn modelId="{C598262C-C03A-4C94-BF24-3C1EC9576E60}" srcId="{A133FCAE-E73A-4F6E-AAE2-9B409B02E4EB}" destId="{9AFD8D46-198D-434E-BACB-460582396931}" srcOrd="5" destOrd="0" parTransId="{2A6C97A0-FDE4-4047-B970-F74D1497C784}" sibTransId="{66249A96-15C2-41D3-9CE8-A69CE4F0B0AE}"/>
    <dgm:cxn modelId="{577E5131-91C2-4CAE-8B59-01CFBAB8868D}" type="presOf" srcId="{9AFD8D46-198D-434E-BACB-460582396931}" destId="{815C062B-D355-41AA-8AA8-39DE89203F94}" srcOrd="0" destOrd="0" presId="urn:microsoft.com/office/officeart/2018/2/layout/IconVerticalSolidList"/>
    <dgm:cxn modelId="{84EF0B3A-3E41-4EF6-8346-4C0A5375EFD4}" srcId="{A133FCAE-E73A-4F6E-AAE2-9B409B02E4EB}" destId="{FDB81963-7DFF-41AE-8CE0-4807782C44FB}" srcOrd="6" destOrd="0" parTransId="{35713242-1EA6-4DDC-964B-8CE66C63F131}" sibTransId="{DE715029-2EB2-4AFB-9D0E-BF48B0FCD952}"/>
    <dgm:cxn modelId="{5008B347-A9D2-4032-9E8E-581E057B6423}" srcId="{A133FCAE-E73A-4F6E-AAE2-9B409B02E4EB}" destId="{8E7782D7-80F6-4BA3-9B8A-2EC91E772ACE}" srcOrd="0" destOrd="0" parTransId="{62F88E30-85D7-49F1-9928-AF43E76E1741}" sibTransId="{954B563A-FDB8-43A4-9E7B-D7FC6E4AC68E}"/>
    <dgm:cxn modelId="{16983750-26AB-4A3B-BA31-AD7A59F8CC23}" type="presOf" srcId="{FDB81963-7DFF-41AE-8CE0-4807782C44FB}" destId="{805F8D75-CAA3-42BE-BF05-823E66EF1DD1}" srcOrd="0" destOrd="0" presId="urn:microsoft.com/office/officeart/2018/2/layout/IconVerticalSolidList"/>
    <dgm:cxn modelId="{4FECE97B-B982-43EC-ACEB-AC43D6AF96A3}" srcId="{A133FCAE-E73A-4F6E-AAE2-9B409B02E4EB}" destId="{6089679B-E84E-4B26-B333-E397C0EEAF23}" srcOrd="9" destOrd="0" parTransId="{FC31EB34-8FA9-42A0-8F93-A2B144BBA80D}" sibTransId="{2804F852-14FA-4031-B36C-907CA2B2367B}"/>
    <dgm:cxn modelId="{C89D6792-2154-4951-800F-590D43716D08}" type="presOf" srcId="{A133FCAE-E73A-4F6E-AAE2-9B409B02E4EB}" destId="{08F4B0C2-F9A1-4319-A3DB-AD16A0AD8BE1}" srcOrd="0" destOrd="0" presId="urn:microsoft.com/office/officeart/2018/2/layout/IconVerticalSolidList"/>
    <dgm:cxn modelId="{0C83C5A3-9B86-40FB-9893-CC73B9A08566}" type="presOf" srcId="{F000189B-280F-4223-B137-F5F017288E33}" destId="{DA64EC4C-59FB-4DAD-B23A-8ECA911B4BC1}" srcOrd="0" destOrd="0" presId="urn:microsoft.com/office/officeart/2018/2/layout/IconVerticalSolidList"/>
    <dgm:cxn modelId="{A95E3DA4-9865-4CC4-8305-6A94A8B7D930}" type="presOf" srcId="{CB7C5BEB-344E-4AC5-A971-005568C3AEA1}" destId="{4EBDE30E-CEF7-42FB-BA79-46869F1E8939}" srcOrd="0" destOrd="0" presId="urn:microsoft.com/office/officeart/2018/2/layout/IconVerticalSolidList"/>
    <dgm:cxn modelId="{ADA1C4AA-374E-4DA0-9514-63A87D73EDB8}" type="presOf" srcId="{8E7782D7-80F6-4BA3-9B8A-2EC91E772ACE}" destId="{F7086D05-00DC-42E7-ABA8-F28AAB22342B}" srcOrd="0" destOrd="0" presId="urn:microsoft.com/office/officeart/2018/2/layout/IconVerticalSolidList"/>
    <dgm:cxn modelId="{C4BD39AD-982B-4EC4-8119-3C73A9D592B0}" srcId="{A133FCAE-E73A-4F6E-AAE2-9B409B02E4EB}" destId="{2B17923F-62F7-403B-AE27-F089EF6104CF}" srcOrd="1" destOrd="0" parTransId="{B8D3FDD8-370E-41E2-B5AE-8BD82A30E673}" sibTransId="{04814384-1790-4832-8E58-EF0DF5673CB3}"/>
    <dgm:cxn modelId="{73456CB2-A670-4802-924B-12048AB921F9}" type="presOf" srcId="{6089679B-E84E-4B26-B333-E397C0EEAF23}" destId="{50377F50-4C6E-4206-A9FE-F09BA9F777F7}" srcOrd="0" destOrd="0" presId="urn:microsoft.com/office/officeart/2018/2/layout/IconVerticalSolidList"/>
    <dgm:cxn modelId="{0A5E9BBC-A833-4D7D-8E54-3568F009174D}" srcId="{A133FCAE-E73A-4F6E-AAE2-9B409B02E4EB}" destId="{65ADD4C3-8BAE-45B1-A575-E0C3166D7739}" srcOrd="8" destOrd="0" parTransId="{53D4F655-979E-491C-9690-EF5B4BA097B4}" sibTransId="{2B44194C-2871-46BD-932E-6FFFEF99E1D9}"/>
    <dgm:cxn modelId="{C39353C1-B2B7-4040-A278-8FB9E3578214}" srcId="{A133FCAE-E73A-4F6E-AAE2-9B409B02E4EB}" destId="{7D1EE5E0-0276-47DA-9A72-863517E840BE}" srcOrd="2" destOrd="0" parTransId="{27FCC66D-CAAC-4CC3-A942-407307F65530}" sibTransId="{4245C55E-4814-411D-B35B-B4FF08571082}"/>
    <dgm:cxn modelId="{BD6777C1-C200-4A8D-9C38-B2DF420FB635}" type="presOf" srcId="{65D286D2-7510-48DA-AF02-23CEBD371EDF}" destId="{FEDB96A7-C1E2-4DB0-BE1D-A59E3C6F2A0E}" srcOrd="0" destOrd="0" presId="urn:microsoft.com/office/officeart/2018/2/layout/IconVerticalSolidList"/>
    <dgm:cxn modelId="{C4A99DCA-388C-414A-85BD-546542E14DAC}" srcId="{A133FCAE-E73A-4F6E-AAE2-9B409B02E4EB}" destId="{65D286D2-7510-48DA-AF02-23CEBD371EDF}" srcOrd="7" destOrd="0" parTransId="{D52EF716-AE5D-4A6B-98F7-4C2A2B1FE3BD}" sibTransId="{C93A6639-6302-4D45-98A7-9BEE5631ADDF}"/>
    <dgm:cxn modelId="{003AE4DE-FACD-4D4D-B39E-D86AC2AD2CA6}" type="presOf" srcId="{F3416B66-B9CE-42B4-AD4D-BC8B1570B1E7}" destId="{BCC0F895-3150-4D98-81C6-2BBD65058B0D}" srcOrd="0" destOrd="0" presId="urn:microsoft.com/office/officeart/2018/2/layout/IconVerticalSolidList"/>
    <dgm:cxn modelId="{B5908DDF-2AAC-4F3A-9CE2-80B844D8FF39}" type="presOf" srcId="{C9BFEE64-AE08-4FF8-9629-E8C61C56A01A}" destId="{D6F9DD82-7CB6-4CCE-8437-F0867B1BBE23}" srcOrd="0" destOrd="0" presId="urn:microsoft.com/office/officeart/2018/2/layout/IconVerticalSolidList"/>
    <dgm:cxn modelId="{19AFFFE1-17BF-4C9B-B4CC-9A0A12A7C8B6}" srcId="{A133FCAE-E73A-4F6E-AAE2-9B409B02E4EB}" destId="{457B543D-AD7F-43EE-A795-4CF6EF42F1A0}" srcOrd="11" destOrd="0" parTransId="{9469DF2E-9E7E-4616-A774-7D415755D7B1}" sibTransId="{E4033471-C139-4E5C-B56F-9DBD90F10475}"/>
    <dgm:cxn modelId="{8FA34DE3-3C7B-4B48-9902-6AD3A216F1EC}" srcId="{A133FCAE-E73A-4F6E-AAE2-9B409B02E4EB}" destId="{F3416B66-B9CE-42B4-AD4D-BC8B1570B1E7}" srcOrd="13" destOrd="0" parTransId="{75217868-C59D-4E71-8D9D-988BD87744D9}" sibTransId="{1108BCFB-77B3-4C88-BE98-93DC50A34596}"/>
    <dgm:cxn modelId="{A90F1CE5-A1A1-4DB4-9281-D33A2CB9D7FC}" type="presOf" srcId="{0D1ED0C1-816B-4458-93B6-B4045DEB1E65}" destId="{647E7124-9C0C-4E09-A25E-D75B094C5CE5}" srcOrd="0" destOrd="0" presId="urn:microsoft.com/office/officeart/2018/2/layout/IconVerticalSolidList"/>
    <dgm:cxn modelId="{F970B4FF-67CC-4C93-8DEB-100E5B7836FF}" type="presOf" srcId="{457B543D-AD7F-43EE-A795-4CF6EF42F1A0}" destId="{09AE8753-A44A-4580-B9E4-2DCCC232CC64}" srcOrd="0" destOrd="0" presId="urn:microsoft.com/office/officeart/2018/2/layout/IconVerticalSolidList"/>
    <dgm:cxn modelId="{75CCF773-1E99-4304-85DE-5F57772A7B52}" type="presParOf" srcId="{08F4B0C2-F9A1-4319-A3DB-AD16A0AD8BE1}" destId="{F42DE873-C73E-4544-8574-EFFCC443B60D}" srcOrd="0" destOrd="0" presId="urn:microsoft.com/office/officeart/2018/2/layout/IconVerticalSolidList"/>
    <dgm:cxn modelId="{14D350E1-C0D3-4D4F-AE3D-40CAB936F470}" type="presParOf" srcId="{F42DE873-C73E-4544-8574-EFFCC443B60D}" destId="{2F61D6AA-F154-4C02-BF89-4E959692B186}" srcOrd="0" destOrd="0" presId="urn:microsoft.com/office/officeart/2018/2/layout/IconVerticalSolidList"/>
    <dgm:cxn modelId="{A2D1FFB1-5635-46F3-859E-0A4BA038FE1A}" type="presParOf" srcId="{F42DE873-C73E-4544-8574-EFFCC443B60D}" destId="{25FDDA82-91D8-49E1-957E-8CD51BB0AAA7}" srcOrd="1" destOrd="0" presId="urn:microsoft.com/office/officeart/2018/2/layout/IconVerticalSolidList"/>
    <dgm:cxn modelId="{81A4387C-38A1-456C-9CEF-B5FDDD24B39A}" type="presParOf" srcId="{F42DE873-C73E-4544-8574-EFFCC443B60D}" destId="{93536E42-D167-486B-B0EC-2BD503D6C0C6}" srcOrd="2" destOrd="0" presId="urn:microsoft.com/office/officeart/2018/2/layout/IconVerticalSolidList"/>
    <dgm:cxn modelId="{72E31CA8-D13E-4347-8F97-1351246D299A}" type="presParOf" srcId="{F42DE873-C73E-4544-8574-EFFCC443B60D}" destId="{F7086D05-00DC-42E7-ABA8-F28AAB22342B}" srcOrd="3" destOrd="0" presId="urn:microsoft.com/office/officeart/2018/2/layout/IconVerticalSolidList"/>
    <dgm:cxn modelId="{22710B15-0967-43E9-9ECA-1B15A870407D}" type="presParOf" srcId="{08F4B0C2-F9A1-4319-A3DB-AD16A0AD8BE1}" destId="{36D5CC0F-13E7-4F67-BA0B-C84CE5B89C87}" srcOrd="1" destOrd="0" presId="urn:microsoft.com/office/officeart/2018/2/layout/IconVerticalSolidList"/>
    <dgm:cxn modelId="{CE46D9BB-3D48-4910-9D12-02414B6FA00B}" type="presParOf" srcId="{08F4B0C2-F9A1-4319-A3DB-AD16A0AD8BE1}" destId="{1CD65CE3-1AE9-4D5B-91C1-35F654748C48}" srcOrd="2" destOrd="0" presId="urn:microsoft.com/office/officeart/2018/2/layout/IconVerticalSolidList"/>
    <dgm:cxn modelId="{54134FD5-4147-477A-9FA8-F092B10DAD7C}" type="presParOf" srcId="{1CD65CE3-1AE9-4D5B-91C1-35F654748C48}" destId="{D1487E42-5347-4917-A547-B6247069761E}" srcOrd="0" destOrd="0" presId="urn:microsoft.com/office/officeart/2018/2/layout/IconVerticalSolidList"/>
    <dgm:cxn modelId="{3FABA63D-3D66-42FE-91C5-1AB1CDB05F15}" type="presParOf" srcId="{1CD65CE3-1AE9-4D5B-91C1-35F654748C48}" destId="{9BED550D-DDE5-432F-AF0B-0B919FA6F804}" srcOrd="1" destOrd="0" presId="urn:microsoft.com/office/officeart/2018/2/layout/IconVerticalSolidList"/>
    <dgm:cxn modelId="{231916BF-9CDC-49A0-AE34-56DD3F452904}" type="presParOf" srcId="{1CD65CE3-1AE9-4D5B-91C1-35F654748C48}" destId="{909B4C9F-AAD5-4F3A-B137-1062CC5B580F}" srcOrd="2" destOrd="0" presId="urn:microsoft.com/office/officeart/2018/2/layout/IconVerticalSolidList"/>
    <dgm:cxn modelId="{62C42599-6133-4C7E-A2FB-6FED5E49807F}" type="presParOf" srcId="{1CD65CE3-1AE9-4D5B-91C1-35F654748C48}" destId="{F93F12BC-9B5A-4FC5-9ED2-15C7A5E4F01B}" srcOrd="3" destOrd="0" presId="urn:microsoft.com/office/officeart/2018/2/layout/IconVerticalSolidList"/>
    <dgm:cxn modelId="{57558C33-D565-4595-8FCB-02CA62681F45}" type="presParOf" srcId="{08F4B0C2-F9A1-4319-A3DB-AD16A0AD8BE1}" destId="{6A1CE70E-4737-45DD-85FD-C61594F4D8C6}" srcOrd="3" destOrd="0" presId="urn:microsoft.com/office/officeart/2018/2/layout/IconVerticalSolidList"/>
    <dgm:cxn modelId="{FFCDFD9A-BA4C-468B-B617-CA554BD42845}" type="presParOf" srcId="{08F4B0C2-F9A1-4319-A3DB-AD16A0AD8BE1}" destId="{B80381A9-F517-4070-A99A-651ABA4CFC25}" srcOrd="4" destOrd="0" presId="urn:microsoft.com/office/officeart/2018/2/layout/IconVerticalSolidList"/>
    <dgm:cxn modelId="{ABE5BFBE-C6CE-43C8-9778-9C6321CC33E7}" type="presParOf" srcId="{B80381A9-F517-4070-A99A-651ABA4CFC25}" destId="{02955DCD-3C66-43F6-A554-A02E91A6DD5C}" srcOrd="0" destOrd="0" presId="urn:microsoft.com/office/officeart/2018/2/layout/IconVerticalSolidList"/>
    <dgm:cxn modelId="{9309370A-7C29-4021-8BAE-D3703154A690}" type="presParOf" srcId="{B80381A9-F517-4070-A99A-651ABA4CFC25}" destId="{D0FC0BB7-6302-4836-9874-441AA4F67078}" srcOrd="1" destOrd="0" presId="urn:microsoft.com/office/officeart/2018/2/layout/IconVerticalSolidList"/>
    <dgm:cxn modelId="{24DAF09E-6642-4693-9EBA-C4C79D0CDA2D}" type="presParOf" srcId="{B80381A9-F517-4070-A99A-651ABA4CFC25}" destId="{1CB43F8A-6AA1-4B88-A5C2-BC3FB40CEEAB}" srcOrd="2" destOrd="0" presId="urn:microsoft.com/office/officeart/2018/2/layout/IconVerticalSolidList"/>
    <dgm:cxn modelId="{0BDC3F45-1609-4E78-8CDF-A66E97129FE3}" type="presParOf" srcId="{B80381A9-F517-4070-A99A-651ABA4CFC25}" destId="{011E8ABB-3C4B-4458-90DA-BDE74B116744}" srcOrd="3" destOrd="0" presId="urn:microsoft.com/office/officeart/2018/2/layout/IconVerticalSolidList"/>
    <dgm:cxn modelId="{124D1C74-CE70-401C-9BE9-D2FA072B2CF9}" type="presParOf" srcId="{08F4B0C2-F9A1-4319-A3DB-AD16A0AD8BE1}" destId="{9CBD0299-DB2A-409C-A36F-87684D5549CD}" srcOrd="5" destOrd="0" presId="urn:microsoft.com/office/officeart/2018/2/layout/IconVerticalSolidList"/>
    <dgm:cxn modelId="{0723A136-4FAD-455F-9FA6-2642A10A3F2C}" type="presParOf" srcId="{08F4B0C2-F9A1-4319-A3DB-AD16A0AD8BE1}" destId="{7E2DDEA9-ACD6-48FD-8C6D-88AEBF283EF3}" srcOrd="6" destOrd="0" presId="urn:microsoft.com/office/officeart/2018/2/layout/IconVerticalSolidList"/>
    <dgm:cxn modelId="{E4015CF8-A26E-4B36-9CE3-DFB1776BCE9A}" type="presParOf" srcId="{7E2DDEA9-ACD6-48FD-8C6D-88AEBF283EF3}" destId="{6D359034-B760-4960-A96A-A1F4FB72570A}" srcOrd="0" destOrd="0" presId="urn:microsoft.com/office/officeart/2018/2/layout/IconVerticalSolidList"/>
    <dgm:cxn modelId="{AC96D7C1-F0ED-481A-B7DF-AD29B517F1D8}" type="presParOf" srcId="{7E2DDEA9-ACD6-48FD-8C6D-88AEBF283EF3}" destId="{D585B13E-226D-4852-A038-EA40961AB95F}" srcOrd="1" destOrd="0" presId="urn:microsoft.com/office/officeart/2018/2/layout/IconVerticalSolidList"/>
    <dgm:cxn modelId="{5AD76A09-E234-4306-9ED5-6C7ADFCEEB41}" type="presParOf" srcId="{7E2DDEA9-ACD6-48FD-8C6D-88AEBF283EF3}" destId="{72DFD1AB-5547-469C-BB45-45178E7D8003}" srcOrd="2" destOrd="0" presId="urn:microsoft.com/office/officeart/2018/2/layout/IconVerticalSolidList"/>
    <dgm:cxn modelId="{2B77DDF4-EB07-4FA7-ACC6-6438CFD6F471}" type="presParOf" srcId="{7E2DDEA9-ACD6-48FD-8C6D-88AEBF283EF3}" destId="{DA64EC4C-59FB-4DAD-B23A-8ECA911B4BC1}" srcOrd="3" destOrd="0" presId="urn:microsoft.com/office/officeart/2018/2/layout/IconVerticalSolidList"/>
    <dgm:cxn modelId="{1CF3E259-4711-4B76-8A8B-5F49B5AA1119}" type="presParOf" srcId="{08F4B0C2-F9A1-4319-A3DB-AD16A0AD8BE1}" destId="{393CE489-DE90-4EDF-8A39-14AE55A67CA3}" srcOrd="7" destOrd="0" presId="urn:microsoft.com/office/officeart/2018/2/layout/IconVerticalSolidList"/>
    <dgm:cxn modelId="{E5E03CD2-2B9E-489F-8EB3-219215E86B55}" type="presParOf" srcId="{08F4B0C2-F9A1-4319-A3DB-AD16A0AD8BE1}" destId="{62FA5662-3A96-4107-A47D-F3BCC1D9B724}" srcOrd="8" destOrd="0" presId="urn:microsoft.com/office/officeart/2018/2/layout/IconVerticalSolidList"/>
    <dgm:cxn modelId="{3858FA61-5DD2-4CF2-9BA7-E4E1EC6109E5}" type="presParOf" srcId="{62FA5662-3A96-4107-A47D-F3BCC1D9B724}" destId="{5BE9AB06-D09A-4094-9185-E7B0F40157CB}" srcOrd="0" destOrd="0" presId="urn:microsoft.com/office/officeart/2018/2/layout/IconVerticalSolidList"/>
    <dgm:cxn modelId="{C3BA282A-1ED7-47B6-8E73-EB89A98C854A}" type="presParOf" srcId="{62FA5662-3A96-4107-A47D-F3BCC1D9B724}" destId="{29746BCB-A26E-49FD-B7E2-EF167D04CDE2}" srcOrd="1" destOrd="0" presId="urn:microsoft.com/office/officeart/2018/2/layout/IconVerticalSolidList"/>
    <dgm:cxn modelId="{CDF9B136-3CB0-445B-8E55-A7F0D0EF7438}" type="presParOf" srcId="{62FA5662-3A96-4107-A47D-F3BCC1D9B724}" destId="{0D7E0307-51F3-4B31-AB75-1D6DE487DF82}" srcOrd="2" destOrd="0" presId="urn:microsoft.com/office/officeart/2018/2/layout/IconVerticalSolidList"/>
    <dgm:cxn modelId="{7E24D9A1-82B1-4F35-B9C0-3DCF3C3A17FE}" type="presParOf" srcId="{62FA5662-3A96-4107-A47D-F3BCC1D9B724}" destId="{4EBDE30E-CEF7-42FB-BA79-46869F1E8939}" srcOrd="3" destOrd="0" presId="urn:microsoft.com/office/officeart/2018/2/layout/IconVerticalSolidList"/>
    <dgm:cxn modelId="{24B80CD9-7131-414B-8485-E1194ECB0EAE}" type="presParOf" srcId="{08F4B0C2-F9A1-4319-A3DB-AD16A0AD8BE1}" destId="{3A99AF62-2EEE-4509-BEBE-B065732BAFA1}" srcOrd="9" destOrd="0" presId="urn:microsoft.com/office/officeart/2018/2/layout/IconVerticalSolidList"/>
    <dgm:cxn modelId="{344DF512-03DC-45B8-8936-9D0BFF2D1C48}" type="presParOf" srcId="{08F4B0C2-F9A1-4319-A3DB-AD16A0AD8BE1}" destId="{6D37B6CB-F169-4EA1-8B97-C9D02E040B25}" srcOrd="10" destOrd="0" presId="urn:microsoft.com/office/officeart/2018/2/layout/IconVerticalSolidList"/>
    <dgm:cxn modelId="{ED2BA22F-08C1-4B76-8FE4-8BC2BF630741}" type="presParOf" srcId="{6D37B6CB-F169-4EA1-8B97-C9D02E040B25}" destId="{FF4D5F07-66C4-45A5-ABC2-709D6324F911}" srcOrd="0" destOrd="0" presId="urn:microsoft.com/office/officeart/2018/2/layout/IconVerticalSolidList"/>
    <dgm:cxn modelId="{551848FD-27FD-4D96-81E5-7401870EB33F}" type="presParOf" srcId="{6D37B6CB-F169-4EA1-8B97-C9D02E040B25}" destId="{34593E5D-2FC1-4C8A-8B19-421FB0A42F2C}" srcOrd="1" destOrd="0" presId="urn:microsoft.com/office/officeart/2018/2/layout/IconVerticalSolidList"/>
    <dgm:cxn modelId="{0483A1E9-6902-4AAC-9CCB-CB2C51F7A13B}" type="presParOf" srcId="{6D37B6CB-F169-4EA1-8B97-C9D02E040B25}" destId="{84A69BB8-C2B9-4246-84BA-5D1B87FC7C7E}" srcOrd="2" destOrd="0" presId="urn:microsoft.com/office/officeart/2018/2/layout/IconVerticalSolidList"/>
    <dgm:cxn modelId="{5F28F53D-6911-4EA2-8248-E3DFA453B542}" type="presParOf" srcId="{6D37B6CB-F169-4EA1-8B97-C9D02E040B25}" destId="{815C062B-D355-41AA-8AA8-39DE89203F94}" srcOrd="3" destOrd="0" presId="urn:microsoft.com/office/officeart/2018/2/layout/IconVerticalSolidList"/>
    <dgm:cxn modelId="{89203745-5AA9-4123-B3CD-E27474786A23}" type="presParOf" srcId="{08F4B0C2-F9A1-4319-A3DB-AD16A0AD8BE1}" destId="{7C9243B3-EFBE-45A9-B212-0A2230D321E2}" srcOrd="11" destOrd="0" presId="urn:microsoft.com/office/officeart/2018/2/layout/IconVerticalSolidList"/>
    <dgm:cxn modelId="{0E701DF2-E575-4BC9-918F-8191B0868ED8}" type="presParOf" srcId="{08F4B0C2-F9A1-4319-A3DB-AD16A0AD8BE1}" destId="{0437FF3D-A238-40BC-BC1D-9015896AB416}" srcOrd="12" destOrd="0" presId="urn:microsoft.com/office/officeart/2018/2/layout/IconVerticalSolidList"/>
    <dgm:cxn modelId="{731A192D-4A07-49B5-8FCF-1C34364F30C8}" type="presParOf" srcId="{0437FF3D-A238-40BC-BC1D-9015896AB416}" destId="{B16A03AC-03E2-4A3B-92E0-6FA04B54FE28}" srcOrd="0" destOrd="0" presId="urn:microsoft.com/office/officeart/2018/2/layout/IconVerticalSolidList"/>
    <dgm:cxn modelId="{2CAD986D-5EC5-4BB7-AF02-4744EEBD9BAD}" type="presParOf" srcId="{0437FF3D-A238-40BC-BC1D-9015896AB416}" destId="{7C9BE215-E658-41F8-A0DA-A552B1AE7CA9}" srcOrd="1" destOrd="0" presId="urn:microsoft.com/office/officeart/2018/2/layout/IconVerticalSolidList"/>
    <dgm:cxn modelId="{442F8085-EA9E-4FAD-B761-122E1698CA93}" type="presParOf" srcId="{0437FF3D-A238-40BC-BC1D-9015896AB416}" destId="{476BB1A5-FE5C-4BA2-A274-52B0E3197CA2}" srcOrd="2" destOrd="0" presId="urn:microsoft.com/office/officeart/2018/2/layout/IconVerticalSolidList"/>
    <dgm:cxn modelId="{C6A05977-6765-45E9-95BA-A77222F37459}" type="presParOf" srcId="{0437FF3D-A238-40BC-BC1D-9015896AB416}" destId="{805F8D75-CAA3-42BE-BF05-823E66EF1DD1}" srcOrd="3" destOrd="0" presId="urn:microsoft.com/office/officeart/2018/2/layout/IconVerticalSolidList"/>
    <dgm:cxn modelId="{C4EFDA16-1CAF-4DCA-AB23-D36C9E8C12F5}" type="presParOf" srcId="{08F4B0C2-F9A1-4319-A3DB-AD16A0AD8BE1}" destId="{266EF21C-682C-4CF2-8DC7-10493F73089A}" srcOrd="13" destOrd="0" presId="urn:microsoft.com/office/officeart/2018/2/layout/IconVerticalSolidList"/>
    <dgm:cxn modelId="{23228ED7-3AB8-4B40-8561-60D3F8973975}" type="presParOf" srcId="{08F4B0C2-F9A1-4319-A3DB-AD16A0AD8BE1}" destId="{5BA2E872-90B2-43F0-9229-F2F59EE9CC87}" srcOrd="14" destOrd="0" presId="urn:microsoft.com/office/officeart/2018/2/layout/IconVerticalSolidList"/>
    <dgm:cxn modelId="{68407557-1B64-4FC4-AC2D-E7942AFE86A8}" type="presParOf" srcId="{5BA2E872-90B2-43F0-9229-F2F59EE9CC87}" destId="{C8DEAFEE-DEE3-4128-AEC7-C74802641A14}" srcOrd="0" destOrd="0" presId="urn:microsoft.com/office/officeart/2018/2/layout/IconVerticalSolidList"/>
    <dgm:cxn modelId="{7C44243D-B9B4-4627-BE8A-ADBF4FD61473}" type="presParOf" srcId="{5BA2E872-90B2-43F0-9229-F2F59EE9CC87}" destId="{566F69F8-E7BA-47F3-AA96-45120B769D7F}" srcOrd="1" destOrd="0" presId="urn:microsoft.com/office/officeart/2018/2/layout/IconVerticalSolidList"/>
    <dgm:cxn modelId="{F1A0A60A-F595-44C4-B4D1-71CA243CCA39}" type="presParOf" srcId="{5BA2E872-90B2-43F0-9229-F2F59EE9CC87}" destId="{AD22908D-8ED7-41DE-AEF4-BF05CC953328}" srcOrd="2" destOrd="0" presId="urn:microsoft.com/office/officeart/2018/2/layout/IconVerticalSolidList"/>
    <dgm:cxn modelId="{92927C3F-477D-4E6B-B861-C2A27F03C0AA}" type="presParOf" srcId="{5BA2E872-90B2-43F0-9229-F2F59EE9CC87}" destId="{FEDB96A7-C1E2-4DB0-BE1D-A59E3C6F2A0E}" srcOrd="3" destOrd="0" presId="urn:microsoft.com/office/officeart/2018/2/layout/IconVerticalSolidList"/>
    <dgm:cxn modelId="{3467739C-2B62-4C2B-AFB0-6C004181144B}" type="presParOf" srcId="{08F4B0C2-F9A1-4319-A3DB-AD16A0AD8BE1}" destId="{2407B8EB-89F4-4390-A8D4-9096D219C58A}" srcOrd="15" destOrd="0" presId="urn:microsoft.com/office/officeart/2018/2/layout/IconVerticalSolidList"/>
    <dgm:cxn modelId="{B0A437F1-ACDC-465B-9B3E-F8FB6733A0E7}" type="presParOf" srcId="{08F4B0C2-F9A1-4319-A3DB-AD16A0AD8BE1}" destId="{4AD66659-9982-4D9F-B77C-BE445A1AE8C3}" srcOrd="16" destOrd="0" presId="urn:microsoft.com/office/officeart/2018/2/layout/IconVerticalSolidList"/>
    <dgm:cxn modelId="{60758433-B497-470C-89AE-F86FA18B0445}" type="presParOf" srcId="{4AD66659-9982-4D9F-B77C-BE445A1AE8C3}" destId="{1A98300E-DC63-4E9B-BA7A-215C274296D6}" srcOrd="0" destOrd="0" presId="urn:microsoft.com/office/officeart/2018/2/layout/IconVerticalSolidList"/>
    <dgm:cxn modelId="{CEF33BA9-1621-4540-ADA9-14FB5B0A68A9}" type="presParOf" srcId="{4AD66659-9982-4D9F-B77C-BE445A1AE8C3}" destId="{0AF7E95B-874C-4A6F-896D-BB3AE4FB6DA5}" srcOrd="1" destOrd="0" presId="urn:microsoft.com/office/officeart/2018/2/layout/IconVerticalSolidList"/>
    <dgm:cxn modelId="{76009F32-DFD2-4AE8-9C65-5B0F2D48B189}" type="presParOf" srcId="{4AD66659-9982-4D9F-B77C-BE445A1AE8C3}" destId="{19E41800-B157-4C03-975B-629246A307B6}" srcOrd="2" destOrd="0" presId="urn:microsoft.com/office/officeart/2018/2/layout/IconVerticalSolidList"/>
    <dgm:cxn modelId="{E8F3FAE2-96A3-4489-8DE9-AC95308B1C82}" type="presParOf" srcId="{4AD66659-9982-4D9F-B77C-BE445A1AE8C3}" destId="{1A293B90-CC78-4CFE-9B7B-74F7FE5FB360}" srcOrd="3" destOrd="0" presId="urn:microsoft.com/office/officeart/2018/2/layout/IconVerticalSolidList"/>
    <dgm:cxn modelId="{BF233729-0B80-4536-838C-68DCF0C7AC84}" type="presParOf" srcId="{08F4B0C2-F9A1-4319-A3DB-AD16A0AD8BE1}" destId="{7362BBBD-E7CC-4D4C-9452-F64AE2CB7C9E}" srcOrd="17" destOrd="0" presId="urn:microsoft.com/office/officeart/2018/2/layout/IconVerticalSolidList"/>
    <dgm:cxn modelId="{349D0DDF-1623-4C7D-AE60-6DCB929CF186}" type="presParOf" srcId="{08F4B0C2-F9A1-4319-A3DB-AD16A0AD8BE1}" destId="{99F54B66-A85F-4533-B304-AF89A07657C5}" srcOrd="18" destOrd="0" presId="urn:microsoft.com/office/officeart/2018/2/layout/IconVerticalSolidList"/>
    <dgm:cxn modelId="{1E1C2A90-6D7B-4113-BE25-BD9F2B6B9F40}" type="presParOf" srcId="{99F54B66-A85F-4533-B304-AF89A07657C5}" destId="{B15940A8-7991-4DCC-8035-AB91B4DC14B9}" srcOrd="0" destOrd="0" presId="urn:microsoft.com/office/officeart/2018/2/layout/IconVerticalSolidList"/>
    <dgm:cxn modelId="{4847E2A4-1C21-4BCA-918A-0627D5A2A643}" type="presParOf" srcId="{99F54B66-A85F-4533-B304-AF89A07657C5}" destId="{29863B75-93EB-4AE0-9D8F-BE50A4DA3684}" srcOrd="1" destOrd="0" presId="urn:microsoft.com/office/officeart/2018/2/layout/IconVerticalSolidList"/>
    <dgm:cxn modelId="{F248BF72-D6DE-4B2A-AB78-E00D9771CCC2}" type="presParOf" srcId="{99F54B66-A85F-4533-B304-AF89A07657C5}" destId="{FA94388E-7D8C-44CE-93D4-A34D4990EB28}" srcOrd="2" destOrd="0" presId="urn:microsoft.com/office/officeart/2018/2/layout/IconVerticalSolidList"/>
    <dgm:cxn modelId="{D2760B7A-49BB-401F-99E3-6D2D5B38C3DD}" type="presParOf" srcId="{99F54B66-A85F-4533-B304-AF89A07657C5}" destId="{50377F50-4C6E-4206-A9FE-F09BA9F777F7}" srcOrd="3" destOrd="0" presId="urn:microsoft.com/office/officeart/2018/2/layout/IconVerticalSolidList"/>
    <dgm:cxn modelId="{AC1D9BF0-EA18-480E-B94E-6DABADD1FF31}" type="presParOf" srcId="{08F4B0C2-F9A1-4319-A3DB-AD16A0AD8BE1}" destId="{1EF867AE-0E2B-499E-9C89-42DE26540DC5}" srcOrd="19" destOrd="0" presId="urn:microsoft.com/office/officeart/2018/2/layout/IconVerticalSolidList"/>
    <dgm:cxn modelId="{A5D31C05-CC91-4C26-8584-FDDF3167C437}" type="presParOf" srcId="{08F4B0C2-F9A1-4319-A3DB-AD16A0AD8BE1}" destId="{3FAC6081-4B38-4657-B4BE-8233E0098D22}" srcOrd="20" destOrd="0" presId="urn:microsoft.com/office/officeart/2018/2/layout/IconVerticalSolidList"/>
    <dgm:cxn modelId="{F3F6DDE4-300B-4D25-97BF-FF6CC4486F8F}" type="presParOf" srcId="{3FAC6081-4B38-4657-B4BE-8233E0098D22}" destId="{96EC0379-B6BC-4164-A55F-CFFF1149616C}" srcOrd="0" destOrd="0" presId="urn:microsoft.com/office/officeart/2018/2/layout/IconVerticalSolidList"/>
    <dgm:cxn modelId="{60F58D8A-0EDF-4A00-9FA3-34E6D9EF9F7A}" type="presParOf" srcId="{3FAC6081-4B38-4657-B4BE-8233E0098D22}" destId="{81E0C92C-5A72-401F-9CBF-72E33CDF0050}" srcOrd="1" destOrd="0" presId="urn:microsoft.com/office/officeart/2018/2/layout/IconVerticalSolidList"/>
    <dgm:cxn modelId="{C8404318-1284-4E9B-B641-A032FEF6469F}" type="presParOf" srcId="{3FAC6081-4B38-4657-B4BE-8233E0098D22}" destId="{7316B321-D265-4785-AE7E-4F053A6FD16A}" srcOrd="2" destOrd="0" presId="urn:microsoft.com/office/officeart/2018/2/layout/IconVerticalSolidList"/>
    <dgm:cxn modelId="{F39D5DF1-BBF8-4501-80F6-82DCDE6F369A}" type="presParOf" srcId="{3FAC6081-4B38-4657-B4BE-8233E0098D22}" destId="{1053CFEE-D28A-4E96-A877-F93395B7623E}" srcOrd="3" destOrd="0" presId="urn:microsoft.com/office/officeart/2018/2/layout/IconVerticalSolidList"/>
    <dgm:cxn modelId="{72874E1A-B56A-42FF-8C37-2F0E177F57B4}" type="presParOf" srcId="{08F4B0C2-F9A1-4319-A3DB-AD16A0AD8BE1}" destId="{86211B5E-ADFF-45CA-86F5-B440BA65026F}" srcOrd="21" destOrd="0" presId="urn:microsoft.com/office/officeart/2018/2/layout/IconVerticalSolidList"/>
    <dgm:cxn modelId="{F1CE3C9B-6A40-4822-8FD8-2C60631E44B5}" type="presParOf" srcId="{08F4B0C2-F9A1-4319-A3DB-AD16A0AD8BE1}" destId="{14B92EAB-8090-4964-9044-3F4166E2F813}" srcOrd="22" destOrd="0" presId="urn:microsoft.com/office/officeart/2018/2/layout/IconVerticalSolidList"/>
    <dgm:cxn modelId="{6C13C70D-6DAC-4FFA-96D3-8E45F417A0F6}" type="presParOf" srcId="{14B92EAB-8090-4964-9044-3F4166E2F813}" destId="{58C09792-1089-415A-A060-AB84D8393ED9}" srcOrd="0" destOrd="0" presId="urn:microsoft.com/office/officeart/2018/2/layout/IconVerticalSolidList"/>
    <dgm:cxn modelId="{D8B8454E-E243-4FB6-B12B-D415910500B1}" type="presParOf" srcId="{14B92EAB-8090-4964-9044-3F4166E2F813}" destId="{4F7DADC9-3D3A-4693-A9E1-437E8D0B4A22}" srcOrd="1" destOrd="0" presId="urn:microsoft.com/office/officeart/2018/2/layout/IconVerticalSolidList"/>
    <dgm:cxn modelId="{8C2F70D4-A6B8-4CDD-8FD5-EF251A355626}" type="presParOf" srcId="{14B92EAB-8090-4964-9044-3F4166E2F813}" destId="{FF2DFDD9-D013-499E-AA7D-36B495A9932F}" srcOrd="2" destOrd="0" presId="urn:microsoft.com/office/officeart/2018/2/layout/IconVerticalSolidList"/>
    <dgm:cxn modelId="{55F8B52E-0483-47E5-9744-DA39CC16554A}" type="presParOf" srcId="{14B92EAB-8090-4964-9044-3F4166E2F813}" destId="{09AE8753-A44A-4580-B9E4-2DCCC232CC64}" srcOrd="3" destOrd="0" presId="urn:microsoft.com/office/officeart/2018/2/layout/IconVerticalSolidList"/>
    <dgm:cxn modelId="{617B7FB0-9126-481C-A9E5-CF780AD2BA74}" type="presParOf" srcId="{08F4B0C2-F9A1-4319-A3DB-AD16A0AD8BE1}" destId="{1C8A7E3D-15B7-4745-9B03-5F0750E9464C}" srcOrd="23" destOrd="0" presId="urn:microsoft.com/office/officeart/2018/2/layout/IconVerticalSolidList"/>
    <dgm:cxn modelId="{32A00311-197B-49E3-956C-E99650B5C87E}" type="presParOf" srcId="{08F4B0C2-F9A1-4319-A3DB-AD16A0AD8BE1}" destId="{F69B4678-6F92-4F7E-B50F-9AE5C20D48BF}" srcOrd="24" destOrd="0" presId="urn:microsoft.com/office/officeart/2018/2/layout/IconVerticalSolidList"/>
    <dgm:cxn modelId="{C2A83260-BAC6-4EC4-A67E-9C8796C7C2AB}" type="presParOf" srcId="{F69B4678-6F92-4F7E-B50F-9AE5C20D48BF}" destId="{A1283F2B-DD5F-47E8-8361-88BEF19E2225}" srcOrd="0" destOrd="0" presId="urn:microsoft.com/office/officeart/2018/2/layout/IconVerticalSolidList"/>
    <dgm:cxn modelId="{D4A47288-CD98-4B44-B900-622732458A1B}" type="presParOf" srcId="{F69B4678-6F92-4F7E-B50F-9AE5C20D48BF}" destId="{B323DBC0-31E1-459A-97CD-2C21905C8FEC}" srcOrd="1" destOrd="0" presId="urn:microsoft.com/office/officeart/2018/2/layout/IconVerticalSolidList"/>
    <dgm:cxn modelId="{98950F8C-CE18-4DDC-83E7-2AEBD30259E5}" type="presParOf" srcId="{F69B4678-6F92-4F7E-B50F-9AE5C20D48BF}" destId="{68CA3DDC-E966-4F4D-95E3-520D5EA30252}" srcOrd="2" destOrd="0" presId="urn:microsoft.com/office/officeart/2018/2/layout/IconVerticalSolidList"/>
    <dgm:cxn modelId="{215E9529-EF30-4403-B432-D2F85AFC84A0}" type="presParOf" srcId="{F69B4678-6F92-4F7E-B50F-9AE5C20D48BF}" destId="{647E7124-9C0C-4E09-A25E-D75B094C5CE5}" srcOrd="3" destOrd="0" presId="urn:microsoft.com/office/officeart/2018/2/layout/IconVerticalSolidList"/>
    <dgm:cxn modelId="{98AFC8E2-4E5D-4E41-84B7-C02B82DB01A7}" type="presParOf" srcId="{08F4B0C2-F9A1-4319-A3DB-AD16A0AD8BE1}" destId="{6AA44425-A6EC-4A7E-858E-3E2DB13AF1EE}" srcOrd="25" destOrd="0" presId="urn:microsoft.com/office/officeart/2018/2/layout/IconVerticalSolidList"/>
    <dgm:cxn modelId="{B381B6FD-DBAA-4C2B-97D6-70D0FEEF366F}" type="presParOf" srcId="{08F4B0C2-F9A1-4319-A3DB-AD16A0AD8BE1}" destId="{88B3A1B4-2084-4C24-8A86-A0C88B68A416}" srcOrd="26" destOrd="0" presId="urn:microsoft.com/office/officeart/2018/2/layout/IconVerticalSolidList"/>
    <dgm:cxn modelId="{B0E3D281-5D25-4C4E-AA94-EDC0CE852DA7}" type="presParOf" srcId="{88B3A1B4-2084-4C24-8A86-A0C88B68A416}" destId="{04AF0FD4-6D66-42CC-9D03-A19417A66EC2}" srcOrd="0" destOrd="0" presId="urn:microsoft.com/office/officeart/2018/2/layout/IconVerticalSolidList"/>
    <dgm:cxn modelId="{6476C59B-1219-47D9-A396-31FE2D4C2E21}" type="presParOf" srcId="{88B3A1B4-2084-4C24-8A86-A0C88B68A416}" destId="{545B1932-2F10-4BEA-8EED-27BC2B228356}" srcOrd="1" destOrd="0" presId="urn:microsoft.com/office/officeart/2018/2/layout/IconVerticalSolidList"/>
    <dgm:cxn modelId="{6DDD0663-4AF9-48E9-B7B8-D90E7D41CAE7}" type="presParOf" srcId="{88B3A1B4-2084-4C24-8A86-A0C88B68A416}" destId="{61C335BA-E2C1-4D69-91A7-C9C4991153CD}" srcOrd="2" destOrd="0" presId="urn:microsoft.com/office/officeart/2018/2/layout/IconVerticalSolidList"/>
    <dgm:cxn modelId="{7960C9E3-E2B4-4A57-A399-31463B284BD0}" type="presParOf" srcId="{88B3A1B4-2084-4C24-8A86-A0C88B68A416}" destId="{BCC0F895-3150-4D98-81C6-2BBD65058B0D}" srcOrd="3" destOrd="0" presId="urn:microsoft.com/office/officeart/2018/2/layout/IconVerticalSolidList"/>
    <dgm:cxn modelId="{1566FD9A-61D5-4F29-BC63-BF818807B903}" type="presParOf" srcId="{08F4B0C2-F9A1-4319-A3DB-AD16A0AD8BE1}" destId="{CD235F33-C419-4D4A-9779-4C121AE75B62}" srcOrd="27" destOrd="0" presId="urn:microsoft.com/office/officeart/2018/2/layout/IconVerticalSolidList"/>
    <dgm:cxn modelId="{93DA0F34-A5C4-491E-B040-85E020A5B2D8}" type="presParOf" srcId="{08F4B0C2-F9A1-4319-A3DB-AD16A0AD8BE1}" destId="{36510E5C-90B8-4884-82EA-253869DDF032}" srcOrd="28" destOrd="0" presId="urn:microsoft.com/office/officeart/2018/2/layout/IconVerticalSolidList"/>
    <dgm:cxn modelId="{61E02FD8-CC7C-43FC-94FB-1C7FCEF71BE0}" type="presParOf" srcId="{36510E5C-90B8-4884-82EA-253869DDF032}" destId="{E7883625-AB34-4725-ACBA-8193206CE016}" srcOrd="0" destOrd="0" presId="urn:microsoft.com/office/officeart/2018/2/layout/IconVerticalSolidList"/>
    <dgm:cxn modelId="{0CFACE9E-1B40-425C-9495-F8B98D1978B1}" type="presParOf" srcId="{36510E5C-90B8-4884-82EA-253869DDF032}" destId="{9B45604F-6946-43E8-A61A-2B85FF3D7E96}" srcOrd="1" destOrd="0" presId="urn:microsoft.com/office/officeart/2018/2/layout/IconVerticalSolidList"/>
    <dgm:cxn modelId="{71B9C40C-C090-4D6E-B681-94B5BB4DAB85}" type="presParOf" srcId="{36510E5C-90B8-4884-82EA-253869DDF032}" destId="{4C87BACB-776A-4836-B89D-0BC296BD91B4}" srcOrd="2" destOrd="0" presId="urn:microsoft.com/office/officeart/2018/2/layout/IconVerticalSolidList"/>
    <dgm:cxn modelId="{E49F8DF3-ED87-4055-85FC-9FDDCFDBDF75}" type="presParOf" srcId="{36510E5C-90B8-4884-82EA-253869DDF032}" destId="{D6F9DD82-7CB6-4CCE-8437-F0867B1BBE23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1FEDA4AE-0A4A-4E83-8A37-F184C7DBEC2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C6BE9DF1-24B8-4D31-894B-59775B8D661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word</a:t>
          </a:r>
          <a:r>
            <a:rPr lang="tr-TR" dirty="0"/>
            <a:t> «</a:t>
          </a:r>
          <a:r>
            <a:rPr lang="tr-TR" dirty="0" err="1"/>
            <a:t>Mining</a:t>
          </a:r>
          <a:r>
            <a:rPr lang="tr-TR" dirty="0"/>
            <a:t>»</a:t>
          </a:r>
          <a:endParaRPr lang="en-US" dirty="0"/>
        </a:p>
      </dgm:t>
    </dgm:pt>
    <dgm:pt modelId="{E76933A5-8C6C-4045-8543-1EF28191430C}" type="parTrans" cxnId="{9C024264-410F-497B-976F-B201F8ADBCC2}">
      <dgm:prSet/>
      <dgm:spPr/>
      <dgm:t>
        <a:bodyPr/>
        <a:lstStyle/>
        <a:p>
          <a:endParaRPr lang="en-US"/>
        </a:p>
      </dgm:t>
    </dgm:pt>
    <dgm:pt modelId="{EFB3B344-39D3-4F48-B40F-45E97F589690}" type="sibTrans" cxnId="{9C024264-410F-497B-976F-B201F8ADBCC2}">
      <dgm:prSet/>
      <dgm:spPr/>
      <dgm:t>
        <a:bodyPr/>
        <a:lstStyle/>
        <a:p>
          <a:endParaRPr lang="en-US"/>
        </a:p>
      </dgm:t>
    </dgm:pt>
    <dgm:pt modelId="{93D0C77D-A9D9-4946-B6AE-595124D2750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Evoking</a:t>
          </a:r>
          <a:r>
            <a:rPr lang="tr-TR" dirty="0"/>
            <a:t> </a:t>
          </a: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extraction</a:t>
          </a:r>
          <a:r>
            <a:rPr lang="tr-TR" dirty="0"/>
            <a:t> of </a:t>
          </a:r>
          <a:r>
            <a:rPr lang="tr-TR" dirty="0" err="1"/>
            <a:t>precious</a:t>
          </a:r>
          <a:r>
            <a:rPr lang="tr-TR" dirty="0"/>
            <a:t> </a:t>
          </a:r>
          <a:r>
            <a:rPr lang="tr-TR" dirty="0" err="1"/>
            <a:t>metals</a:t>
          </a:r>
          <a:endParaRPr lang="en-US" dirty="0"/>
        </a:p>
      </dgm:t>
    </dgm:pt>
    <dgm:pt modelId="{06ABEC86-06AB-4D3D-B986-2C2F5D487A78}" type="parTrans" cxnId="{55F7E2A3-690B-4ABC-8772-0758E375460F}">
      <dgm:prSet/>
      <dgm:spPr/>
      <dgm:t>
        <a:bodyPr/>
        <a:lstStyle/>
        <a:p>
          <a:endParaRPr lang="en-US"/>
        </a:p>
      </dgm:t>
    </dgm:pt>
    <dgm:pt modelId="{A2736579-3245-4006-BEED-3A9046FD3C68}" type="sibTrans" cxnId="{55F7E2A3-690B-4ABC-8772-0758E375460F}">
      <dgm:prSet/>
      <dgm:spPr/>
      <dgm:t>
        <a:bodyPr/>
        <a:lstStyle/>
        <a:p>
          <a:endParaRPr lang="en-US"/>
        </a:p>
      </dgm:t>
    </dgm:pt>
    <dgm:pt modelId="{EE2887BC-1D6D-4DC8-9310-1E940A386DB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Focus</a:t>
          </a:r>
          <a:r>
            <a:rPr lang="tr-TR" dirty="0"/>
            <a:t> </a:t>
          </a: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attention</a:t>
          </a:r>
          <a:r>
            <a:rPr lang="tr-TR" dirty="0"/>
            <a:t> on </a:t>
          </a: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reward</a:t>
          </a:r>
          <a:r>
            <a:rPr lang="tr-TR" dirty="0"/>
            <a:t> of </a:t>
          </a:r>
          <a:r>
            <a:rPr lang="tr-TR" dirty="0" err="1"/>
            <a:t>mining</a:t>
          </a:r>
          <a:endParaRPr lang="en-US" dirty="0"/>
        </a:p>
      </dgm:t>
    </dgm:pt>
    <dgm:pt modelId="{CA22B267-C52B-4B2F-99E5-6377BEC698F9}" type="parTrans" cxnId="{2F15EB6A-EDFE-492C-BFEA-82CBACC38796}">
      <dgm:prSet/>
      <dgm:spPr/>
      <dgm:t>
        <a:bodyPr/>
        <a:lstStyle/>
        <a:p>
          <a:endParaRPr lang="en-US"/>
        </a:p>
      </dgm:t>
    </dgm:pt>
    <dgm:pt modelId="{7B90279D-A401-4F34-BC56-6B82138E2E68}" type="sibTrans" cxnId="{2F15EB6A-EDFE-492C-BFEA-82CBACC38796}">
      <dgm:prSet/>
      <dgm:spPr/>
      <dgm:t>
        <a:bodyPr/>
        <a:lstStyle/>
        <a:p>
          <a:endParaRPr lang="en-US"/>
        </a:p>
      </dgm:t>
    </dgm:pt>
    <dgm:pt modelId="{D409C9C0-67E8-416F-A697-C65F46DC5F9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Primary purpose</a:t>
          </a:r>
          <a:endParaRPr lang="en-US"/>
        </a:p>
      </dgm:t>
    </dgm:pt>
    <dgm:pt modelId="{E10AA27B-319B-4F16-92CC-2D811B851A33}" type="parTrans" cxnId="{BE46E163-2C3E-4B66-BA61-9C55F06D9CBA}">
      <dgm:prSet/>
      <dgm:spPr/>
      <dgm:t>
        <a:bodyPr/>
        <a:lstStyle/>
        <a:p>
          <a:endParaRPr lang="en-US"/>
        </a:p>
      </dgm:t>
    </dgm:pt>
    <dgm:pt modelId="{8581CDFC-E893-4613-9834-D9872FD3FB62}" type="sibTrans" cxnId="{BE46E163-2C3E-4B66-BA61-9C55F06D9CBA}">
      <dgm:prSet/>
      <dgm:spPr/>
      <dgm:t>
        <a:bodyPr/>
        <a:lstStyle/>
        <a:p>
          <a:endParaRPr lang="en-US"/>
        </a:p>
      </dgm:t>
    </dgm:pt>
    <dgm:pt modelId="{F082A0AA-7062-42BF-A476-E8808F72779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Validation of transactions</a:t>
          </a:r>
          <a:endParaRPr lang="en-US"/>
        </a:p>
      </dgm:t>
    </dgm:pt>
    <dgm:pt modelId="{38F83792-2D20-4679-89BA-6EBACE43DD5E}" type="parTrans" cxnId="{4982E796-1051-403C-A84C-B7A0BBB3AA95}">
      <dgm:prSet/>
      <dgm:spPr/>
      <dgm:t>
        <a:bodyPr/>
        <a:lstStyle/>
        <a:p>
          <a:endParaRPr lang="en-US"/>
        </a:p>
      </dgm:t>
    </dgm:pt>
    <dgm:pt modelId="{3434380C-8452-49EA-B99B-201FE2DE725D}" type="sibTrans" cxnId="{4982E796-1051-403C-A84C-B7A0BBB3AA95}">
      <dgm:prSet/>
      <dgm:spPr/>
      <dgm:t>
        <a:bodyPr/>
        <a:lstStyle/>
        <a:p>
          <a:endParaRPr lang="en-US"/>
        </a:p>
      </dgm:t>
    </dgm:pt>
    <dgm:pt modelId="{F1E6CF13-FAB7-4804-AE8D-F6E883F14DC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Mechanism underpins decentralized clearinghouse</a:t>
          </a:r>
          <a:endParaRPr lang="en-US"/>
        </a:p>
      </dgm:t>
    </dgm:pt>
    <dgm:pt modelId="{56A9EB59-7845-477D-9C61-367AA50681C5}" type="parTrans" cxnId="{C67207BC-71D1-4F17-AC34-6558C7DBF4AF}">
      <dgm:prSet/>
      <dgm:spPr/>
      <dgm:t>
        <a:bodyPr/>
        <a:lstStyle/>
        <a:p>
          <a:endParaRPr lang="en-US"/>
        </a:p>
      </dgm:t>
    </dgm:pt>
    <dgm:pt modelId="{F1FA2ADD-A726-44B8-AB60-A83785C174BE}" type="sibTrans" cxnId="{C67207BC-71D1-4F17-AC34-6558C7DBF4AF}">
      <dgm:prSet/>
      <dgm:spPr/>
      <dgm:t>
        <a:bodyPr/>
        <a:lstStyle/>
        <a:p>
          <a:endParaRPr lang="en-US"/>
        </a:p>
      </dgm:t>
    </dgm:pt>
    <dgm:pt modelId="{A05FBB61-5679-4817-84CE-1BEA1B83C07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Makes bitcoin special</a:t>
          </a:r>
          <a:endParaRPr lang="en-US"/>
        </a:p>
      </dgm:t>
    </dgm:pt>
    <dgm:pt modelId="{C49845D2-7418-4636-8FF0-579BB5F81162}" type="parTrans" cxnId="{323984A6-13DB-4D44-A462-D1FD7CEAE610}">
      <dgm:prSet/>
      <dgm:spPr/>
      <dgm:t>
        <a:bodyPr/>
        <a:lstStyle/>
        <a:p>
          <a:endParaRPr lang="en-US"/>
        </a:p>
      </dgm:t>
    </dgm:pt>
    <dgm:pt modelId="{7B5B33F0-9A3C-4591-8967-7441EE764A17}" type="sibTrans" cxnId="{323984A6-13DB-4D44-A462-D1FD7CEAE610}">
      <dgm:prSet/>
      <dgm:spPr/>
      <dgm:t>
        <a:bodyPr/>
        <a:lstStyle/>
        <a:p>
          <a:endParaRPr lang="en-US"/>
        </a:p>
      </dgm:t>
    </dgm:pt>
    <dgm:pt modelId="{E3E49323-FA7E-4F9B-8FC3-A1CCFF45368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Decentralized security mechanism</a:t>
          </a:r>
          <a:endParaRPr lang="en-US"/>
        </a:p>
      </dgm:t>
    </dgm:pt>
    <dgm:pt modelId="{1B1DDC7C-6EEA-4FC5-8BBF-1FE707D1B137}" type="parTrans" cxnId="{886536BC-A965-4757-BA09-5FFD3AB9FC38}">
      <dgm:prSet/>
      <dgm:spPr/>
      <dgm:t>
        <a:bodyPr/>
        <a:lstStyle/>
        <a:p>
          <a:endParaRPr lang="en-US"/>
        </a:p>
      </dgm:t>
    </dgm:pt>
    <dgm:pt modelId="{05A313B2-4898-47A6-8E75-D6B70C42AE79}" type="sibTrans" cxnId="{886536BC-A965-4757-BA09-5FFD3AB9FC38}">
      <dgm:prSet/>
      <dgm:spPr/>
      <dgm:t>
        <a:bodyPr/>
        <a:lstStyle/>
        <a:p>
          <a:endParaRPr lang="en-US"/>
        </a:p>
      </dgm:t>
    </dgm:pt>
    <dgm:pt modelId="{94B2DD8D-3D0D-4E0A-ABF4-0B51DE45579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is the basis for P2P digital cash</a:t>
          </a:r>
          <a:endParaRPr lang="en-US"/>
        </a:p>
      </dgm:t>
    </dgm:pt>
    <dgm:pt modelId="{FB12CD63-280C-4CDB-840C-F5F61D9E827E}" type="parTrans" cxnId="{B611DDC9-3B94-4B68-B8F4-D2BDF5CF8F8A}">
      <dgm:prSet/>
      <dgm:spPr/>
      <dgm:t>
        <a:bodyPr/>
        <a:lstStyle/>
        <a:p>
          <a:endParaRPr lang="en-US"/>
        </a:p>
      </dgm:t>
    </dgm:pt>
    <dgm:pt modelId="{28F15794-90AD-4139-BC38-13AB486A4166}" type="sibTrans" cxnId="{B611DDC9-3B94-4B68-B8F4-D2BDF5CF8F8A}">
      <dgm:prSet/>
      <dgm:spPr/>
      <dgm:t>
        <a:bodyPr/>
        <a:lstStyle/>
        <a:p>
          <a:endParaRPr lang="en-US"/>
        </a:p>
      </dgm:t>
    </dgm:pt>
    <dgm:pt modelId="{03650030-A59D-40D4-A1EB-4F361F0E6D1E}" type="pres">
      <dgm:prSet presAssocID="{1FEDA4AE-0A4A-4E83-8A37-F184C7DBEC2B}" presName="root" presStyleCnt="0">
        <dgm:presLayoutVars>
          <dgm:dir/>
          <dgm:resizeHandles val="exact"/>
        </dgm:presLayoutVars>
      </dgm:prSet>
      <dgm:spPr/>
    </dgm:pt>
    <dgm:pt modelId="{F940D7F6-63DA-4250-912C-7AD32C474EB4}" type="pres">
      <dgm:prSet presAssocID="{C6BE9DF1-24B8-4D31-894B-59775B8D6613}" presName="compNode" presStyleCnt="0"/>
      <dgm:spPr/>
    </dgm:pt>
    <dgm:pt modelId="{BEBB4337-8F02-43D8-BD82-C6700331BED1}" type="pres">
      <dgm:prSet presAssocID="{C6BE9DF1-24B8-4D31-894B-59775B8D6613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ng Tools"/>
        </a:ext>
      </dgm:extLst>
    </dgm:pt>
    <dgm:pt modelId="{72954AC6-9077-40A8-AE4A-36775F7AA44F}" type="pres">
      <dgm:prSet presAssocID="{C6BE9DF1-24B8-4D31-894B-59775B8D6613}" presName="iconSpace" presStyleCnt="0"/>
      <dgm:spPr/>
    </dgm:pt>
    <dgm:pt modelId="{5D134932-3894-4878-8285-44F9BAE705CB}" type="pres">
      <dgm:prSet presAssocID="{C6BE9DF1-24B8-4D31-894B-59775B8D6613}" presName="parTx" presStyleLbl="revTx" presStyleIdx="0" presStyleCnt="6">
        <dgm:presLayoutVars>
          <dgm:chMax val="0"/>
          <dgm:chPref val="0"/>
        </dgm:presLayoutVars>
      </dgm:prSet>
      <dgm:spPr/>
    </dgm:pt>
    <dgm:pt modelId="{E3CDC827-34B5-402A-BC24-B4A212459DAD}" type="pres">
      <dgm:prSet presAssocID="{C6BE9DF1-24B8-4D31-894B-59775B8D6613}" presName="txSpace" presStyleCnt="0"/>
      <dgm:spPr/>
    </dgm:pt>
    <dgm:pt modelId="{0AEF39B2-DCDC-40CD-843C-869D374C2166}" type="pres">
      <dgm:prSet presAssocID="{C6BE9DF1-24B8-4D31-894B-59775B8D6613}" presName="desTx" presStyleLbl="revTx" presStyleIdx="1" presStyleCnt="6">
        <dgm:presLayoutVars/>
      </dgm:prSet>
      <dgm:spPr/>
    </dgm:pt>
    <dgm:pt modelId="{B5697634-6FCC-4E07-9BF6-7A25466AA0B4}" type="pres">
      <dgm:prSet presAssocID="{EFB3B344-39D3-4F48-B40F-45E97F589690}" presName="sibTrans" presStyleCnt="0"/>
      <dgm:spPr/>
    </dgm:pt>
    <dgm:pt modelId="{E4B2446C-56CD-4244-95F3-67DC7DC746D0}" type="pres">
      <dgm:prSet presAssocID="{D409C9C0-67E8-416F-A697-C65F46DC5F9C}" presName="compNode" presStyleCnt="0"/>
      <dgm:spPr/>
    </dgm:pt>
    <dgm:pt modelId="{201F6C7F-992A-49AE-96C4-7E09CCA638D9}" type="pres">
      <dgm:prSet presAssocID="{D409C9C0-67E8-416F-A697-C65F46DC5F9C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Veri tabanı"/>
        </a:ext>
      </dgm:extLst>
    </dgm:pt>
    <dgm:pt modelId="{A32852A3-CF7D-4A53-8623-095A59FC6B9E}" type="pres">
      <dgm:prSet presAssocID="{D409C9C0-67E8-416F-A697-C65F46DC5F9C}" presName="iconSpace" presStyleCnt="0"/>
      <dgm:spPr/>
    </dgm:pt>
    <dgm:pt modelId="{EE0B3322-E737-4930-A870-B8612CBDB637}" type="pres">
      <dgm:prSet presAssocID="{D409C9C0-67E8-416F-A697-C65F46DC5F9C}" presName="parTx" presStyleLbl="revTx" presStyleIdx="2" presStyleCnt="6">
        <dgm:presLayoutVars>
          <dgm:chMax val="0"/>
          <dgm:chPref val="0"/>
        </dgm:presLayoutVars>
      </dgm:prSet>
      <dgm:spPr/>
    </dgm:pt>
    <dgm:pt modelId="{1A8B4FF1-AD37-487F-8E58-77FB247CC632}" type="pres">
      <dgm:prSet presAssocID="{D409C9C0-67E8-416F-A697-C65F46DC5F9C}" presName="txSpace" presStyleCnt="0"/>
      <dgm:spPr/>
    </dgm:pt>
    <dgm:pt modelId="{84ED53E2-3110-4905-9275-D13B25668C9A}" type="pres">
      <dgm:prSet presAssocID="{D409C9C0-67E8-416F-A697-C65F46DC5F9C}" presName="desTx" presStyleLbl="revTx" presStyleIdx="3" presStyleCnt="6">
        <dgm:presLayoutVars/>
      </dgm:prSet>
      <dgm:spPr/>
    </dgm:pt>
    <dgm:pt modelId="{BBB3E860-B465-430E-87C0-BBA266C65A9E}" type="pres">
      <dgm:prSet presAssocID="{8581CDFC-E893-4613-9834-D9872FD3FB62}" presName="sibTrans" presStyleCnt="0"/>
      <dgm:spPr/>
    </dgm:pt>
    <dgm:pt modelId="{A032227E-99F4-4E64-B73E-7621AD7C5E89}" type="pres">
      <dgm:prSet presAssocID="{A05FBB61-5679-4817-84CE-1BEA1B83C07B}" presName="compNode" presStyleCnt="0"/>
      <dgm:spPr/>
    </dgm:pt>
    <dgm:pt modelId="{4A03D44D-FD1F-4E20-8E7E-F7F2ED44BC6D}" type="pres">
      <dgm:prSet presAssocID="{A05FBB61-5679-4817-84CE-1BEA1B83C07B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60964A41-C196-43A6-B92E-ABF69EFD5B02}" type="pres">
      <dgm:prSet presAssocID="{A05FBB61-5679-4817-84CE-1BEA1B83C07B}" presName="iconSpace" presStyleCnt="0"/>
      <dgm:spPr/>
    </dgm:pt>
    <dgm:pt modelId="{8B6C9230-E932-444D-8CB8-3E041B076036}" type="pres">
      <dgm:prSet presAssocID="{A05FBB61-5679-4817-84CE-1BEA1B83C07B}" presName="parTx" presStyleLbl="revTx" presStyleIdx="4" presStyleCnt="6">
        <dgm:presLayoutVars>
          <dgm:chMax val="0"/>
          <dgm:chPref val="0"/>
        </dgm:presLayoutVars>
      </dgm:prSet>
      <dgm:spPr/>
    </dgm:pt>
    <dgm:pt modelId="{67436F94-083E-4366-88D6-7F4E8B0A89D1}" type="pres">
      <dgm:prSet presAssocID="{A05FBB61-5679-4817-84CE-1BEA1B83C07B}" presName="txSpace" presStyleCnt="0"/>
      <dgm:spPr/>
    </dgm:pt>
    <dgm:pt modelId="{3B3D69B2-37AD-44F7-915B-40F00AEF016A}" type="pres">
      <dgm:prSet presAssocID="{A05FBB61-5679-4817-84CE-1BEA1B83C07B}" presName="desTx" presStyleLbl="revTx" presStyleIdx="5" presStyleCnt="6">
        <dgm:presLayoutVars/>
      </dgm:prSet>
      <dgm:spPr/>
    </dgm:pt>
  </dgm:ptLst>
  <dgm:cxnLst>
    <dgm:cxn modelId="{5E333705-A041-4D04-8A69-2BC84A49280E}" type="presOf" srcId="{D409C9C0-67E8-416F-A697-C65F46DC5F9C}" destId="{EE0B3322-E737-4930-A870-B8612CBDB637}" srcOrd="0" destOrd="0" presId="urn:microsoft.com/office/officeart/2018/5/layout/CenteredIconLabelDescriptionList"/>
    <dgm:cxn modelId="{6E46D11E-484E-4E0A-8841-455BDC1F628F}" type="presOf" srcId="{E3E49323-FA7E-4F9B-8FC3-A1CCFF45368C}" destId="{3B3D69B2-37AD-44F7-915B-40F00AEF016A}" srcOrd="0" destOrd="0" presId="urn:microsoft.com/office/officeart/2018/5/layout/CenteredIconLabelDescriptionList"/>
    <dgm:cxn modelId="{C6326F39-0253-4DFD-AF97-12666EF0F718}" type="presOf" srcId="{1FEDA4AE-0A4A-4E83-8A37-F184C7DBEC2B}" destId="{03650030-A59D-40D4-A1EB-4F361F0E6D1E}" srcOrd="0" destOrd="0" presId="urn:microsoft.com/office/officeart/2018/5/layout/CenteredIconLabelDescriptionList"/>
    <dgm:cxn modelId="{BE46E163-2C3E-4B66-BA61-9C55F06D9CBA}" srcId="{1FEDA4AE-0A4A-4E83-8A37-F184C7DBEC2B}" destId="{D409C9C0-67E8-416F-A697-C65F46DC5F9C}" srcOrd="1" destOrd="0" parTransId="{E10AA27B-319B-4F16-92CC-2D811B851A33}" sibTransId="{8581CDFC-E893-4613-9834-D9872FD3FB62}"/>
    <dgm:cxn modelId="{9C024264-410F-497B-976F-B201F8ADBCC2}" srcId="{1FEDA4AE-0A4A-4E83-8A37-F184C7DBEC2B}" destId="{C6BE9DF1-24B8-4D31-894B-59775B8D6613}" srcOrd="0" destOrd="0" parTransId="{E76933A5-8C6C-4045-8543-1EF28191430C}" sibTransId="{EFB3B344-39D3-4F48-B40F-45E97F589690}"/>
    <dgm:cxn modelId="{2F15EB6A-EDFE-492C-BFEA-82CBACC38796}" srcId="{C6BE9DF1-24B8-4D31-894B-59775B8D6613}" destId="{EE2887BC-1D6D-4DC8-9310-1E940A386DB2}" srcOrd="1" destOrd="0" parTransId="{CA22B267-C52B-4B2F-99E5-6377BEC698F9}" sibTransId="{7B90279D-A401-4F34-BC56-6B82138E2E68}"/>
    <dgm:cxn modelId="{4982E796-1051-403C-A84C-B7A0BBB3AA95}" srcId="{D409C9C0-67E8-416F-A697-C65F46DC5F9C}" destId="{F082A0AA-7062-42BF-A476-E8808F72779A}" srcOrd="0" destOrd="0" parTransId="{38F83792-2D20-4679-89BA-6EBACE43DD5E}" sibTransId="{3434380C-8452-49EA-B99B-201FE2DE725D}"/>
    <dgm:cxn modelId="{55F7E2A3-690B-4ABC-8772-0758E375460F}" srcId="{C6BE9DF1-24B8-4D31-894B-59775B8D6613}" destId="{93D0C77D-A9D9-4946-B6AE-595124D2750E}" srcOrd="0" destOrd="0" parTransId="{06ABEC86-06AB-4D3D-B986-2C2F5D487A78}" sibTransId="{A2736579-3245-4006-BEED-3A9046FD3C68}"/>
    <dgm:cxn modelId="{323984A6-13DB-4D44-A462-D1FD7CEAE610}" srcId="{1FEDA4AE-0A4A-4E83-8A37-F184C7DBEC2B}" destId="{A05FBB61-5679-4817-84CE-1BEA1B83C07B}" srcOrd="2" destOrd="0" parTransId="{C49845D2-7418-4636-8FF0-579BB5F81162}" sibTransId="{7B5B33F0-9A3C-4591-8967-7441EE764A17}"/>
    <dgm:cxn modelId="{1CB4B4AF-F8D2-4CB9-B709-E341AE0EC6E8}" type="presOf" srcId="{C6BE9DF1-24B8-4D31-894B-59775B8D6613}" destId="{5D134932-3894-4878-8285-44F9BAE705CB}" srcOrd="0" destOrd="0" presId="urn:microsoft.com/office/officeart/2018/5/layout/CenteredIconLabelDescriptionList"/>
    <dgm:cxn modelId="{A73662B2-7229-4947-B7A2-E8D84310EA80}" type="presOf" srcId="{EE2887BC-1D6D-4DC8-9310-1E940A386DB2}" destId="{0AEF39B2-DCDC-40CD-843C-869D374C2166}" srcOrd="0" destOrd="1" presId="urn:microsoft.com/office/officeart/2018/5/layout/CenteredIconLabelDescriptionList"/>
    <dgm:cxn modelId="{C67207BC-71D1-4F17-AC34-6558C7DBF4AF}" srcId="{D409C9C0-67E8-416F-A697-C65F46DC5F9C}" destId="{F1E6CF13-FAB7-4804-AE8D-F6E883F14DCB}" srcOrd="1" destOrd="0" parTransId="{56A9EB59-7845-477D-9C61-367AA50681C5}" sibTransId="{F1FA2ADD-A726-44B8-AB60-A83785C174BE}"/>
    <dgm:cxn modelId="{886536BC-A965-4757-BA09-5FFD3AB9FC38}" srcId="{A05FBB61-5679-4817-84CE-1BEA1B83C07B}" destId="{E3E49323-FA7E-4F9B-8FC3-A1CCFF45368C}" srcOrd="0" destOrd="0" parTransId="{1B1DDC7C-6EEA-4FC5-8BBF-1FE707D1B137}" sibTransId="{05A313B2-4898-47A6-8E75-D6B70C42AE79}"/>
    <dgm:cxn modelId="{25992DC1-7A2F-4215-AA48-76BC7C179F61}" type="presOf" srcId="{F082A0AA-7062-42BF-A476-E8808F72779A}" destId="{84ED53E2-3110-4905-9275-D13B25668C9A}" srcOrd="0" destOrd="0" presId="urn:microsoft.com/office/officeart/2018/5/layout/CenteredIconLabelDescriptionList"/>
    <dgm:cxn modelId="{B611DDC9-3B94-4B68-B8F4-D2BDF5CF8F8A}" srcId="{A05FBB61-5679-4817-84CE-1BEA1B83C07B}" destId="{94B2DD8D-3D0D-4E0A-ABF4-0B51DE45579C}" srcOrd="1" destOrd="0" parTransId="{FB12CD63-280C-4CDB-840C-F5F61D9E827E}" sibTransId="{28F15794-90AD-4139-BC38-13AB486A4166}"/>
    <dgm:cxn modelId="{4DF64BCE-3B7C-4663-BAC0-D3237C7B52A8}" type="presOf" srcId="{94B2DD8D-3D0D-4E0A-ABF4-0B51DE45579C}" destId="{3B3D69B2-37AD-44F7-915B-40F00AEF016A}" srcOrd="0" destOrd="1" presId="urn:microsoft.com/office/officeart/2018/5/layout/CenteredIconLabelDescriptionList"/>
    <dgm:cxn modelId="{6D7458D9-A6D2-40DF-834D-E055CE50AD1D}" type="presOf" srcId="{A05FBB61-5679-4817-84CE-1BEA1B83C07B}" destId="{8B6C9230-E932-444D-8CB8-3E041B076036}" srcOrd="0" destOrd="0" presId="urn:microsoft.com/office/officeart/2018/5/layout/CenteredIconLabelDescriptionList"/>
    <dgm:cxn modelId="{BEA60DED-D03C-4D2E-AFA9-CC8ACC17B06D}" type="presOf" srcId="{F1E6CF13-FAB7-4804-AE8D-F6E883F14DCB}" destId="{84ED53E2-3110-4905-9275-D13B25668C9A}" srcOrd="0" destOrd="1" presId="urn:microsoft.com/office/officeart/2018/5/layout/CenteredIconLabelDescriptionList"/>
    <dgm:cxn modelId="{069F12F9-267E-4A86-8610-C4EB40183089}" type="presOf" srcId="{93D0C77D-A9D9-4946-B6AE-595124D2750E}" destId="{0AEF39B2-DCDC-40CD-843C-869D374C2166}" srcOrd="0" destOrd="0" presId="urn:microsoft.com/office/officeart/2018/5/layout/CenteredIconLabelDescriptionList"/>
    <dgm:cxn modelId="{E2CBC158-2C82-4041-B9E2-A2A5B3AD79AF}" type="presParOf" srcId="{03650030-A59D-40D4-A1EB-4F361F0E6D1E}" destId="{F940D7F6-63DA-4250-912C-7AD32C474EB4}" srcOrd="0" destOrd="0" presId="urn:microsoft.com/office/officeart/2018/5/layout/CenteredIconLabelDescriptionList"/>
    <dgm:cxn modelId="{0CD3B85D-7E7E-49D4-A04C-326FFE3FD0C3}" type="presParOf" srcId="{F940D7F6-63DA-4250-912C-7AD32C474EB4}" destId="{BEBB4337-8F02-43D8-BD82-C6700331BED1}" srcOrd="0" destOrd="0" presId="urn:microsoft.com/office/officeart/2018/5/layout/CenteredIconLabelDescriptionList"/>
    <dgm:cxn modelId="{085E671C-DB19-4CF2-9C24-8B88A60A5D46}" type="presParOf" srcId="{F940D7F6-63DA-4250-912C-7AD32C474EB4}" destId="{72954AC6-9077-40A8-AE4A-36775F7AA44F}" srcOrd="1" destOrd="0" presId="urn:microsoft.com/office/officeart/2018/5/layout/CenteredIconLabelDescriptionList"/>
    <dgm:cxn modelId="{9080131F-1934-45EE-886B-51108CA1774F}" type="presParOf" srcId="{F940D7F6-63DA-4250-912C-7AD32C474EB4}" destId="{5D134932-3894-4878-8285-44F9BAE705CB}" srcOrd="2" destOrd="0" presId="urn:microsoft.com/office/officeart/2018/5/layout/CenteredIconLabelDescriptionList"/>
    <dgm:cxn modelId="{A899298F-C662-4F96-909B-8070FADDD6B8}" type="presParOf" srcId="{F940D7F6-63DA-4250-912C-7AD32C474EB4}" destId="{E3CDC827-34B5-402A-BC24-B4A212459DAD}" srcOrd="3" destOrd="0" presId="urn:microsoft.com/office/officeart/2018/5/layout/CenteredIconLabelDescriptionList"/>
    <dgm:cxn modelId="{C5C94146-04CF-447E-B5B4-A8C39382134A}" type="presParOf" srcId="{F940D7F6-63DA-4250-912C-7AD32C474EB4}" destId="{0AEF39B2-DCDC-40CD-843C-869D374C2166}" srcOrd="4" destOrd="0" presId="urn:microsoft.com/office/officeart/2018/5/layout/CenteredIconLabelDescriptionList"/>
    <dgm:cxn modelId="{358F1195-A690-4E95-B69B-FDE4A19FA498}" type="presParOf" srcId="{03650030-A59D-40D4-A1EB-4F361F0E6D1E}" destId="{B5697634-6FCC-4E07-9BF6-7A25466AA0B4}" srcOrd="1" destOrd="0" presId="urn:microsoft.com/office/officeart/2018/5/layout/CenteredIconLabelDescriptionList"/>
    <dgm:cxn modelId="{A3CD49EF-8732-4184-BC80-306283346E83}" type="presParOf" srcId="{03650030-A59D-40D4-A1EB-4F361F0E6D1E}" destId="{E4B2446C-56CD-4244-95F3-67DC7DC746D0}" srcOrd="2" destOrd="0" presId="urn:microsoft.com/office/officeart/2018/5/layout/CenteredIconLabelDescriptionList"/>
    <dgm:cxn modelId="{53CA2369-D570-4B15-83B0-C9F937F9346C}" type="presParOf" srcId="{E4B2446C-56CD-4244-95F3-67DC7DC746D0}" destId="{201F6C7F-992A-49AE-96C4-7E09CCA638D9}" srcOrd="0" destOrd="0" presId="urn:microsoft.com/office/officeart/2018/5/layout/CenteredIconLabelDescriptionList"/>
    <dgm:cxn modelId="{A0CA3DED-B2A0-48A0-91C7-88F415357AB3}" type="presParOf" srcId="{E4B2446C-56CD-4244-95F3-67DC7DC746D0}" destId="{A32852A3-CF7D-4A53-8623-095A59FC6B9E}" srcOrd="1" destOrd="0" presId="urn:microsoft.com/office/officeart/2018/5/layout/CenteredIconLabelDescriptionList"/>
    <dgm:cxn modelId="{C0D4032C-590C-44B0-974B-F0CD479F7DA8}" type="presParOf" srcId="{E4B2446C-56CD-4244-95F3-67DC7DC746D0}" destId="{EE0B3322-E737-4930-A870-B8612CBDB637}" srcOrd="2" destOrd="0" presId="urn:microsoft.com/office/officeart/2018/5/layout/CenteredIconLabelDescriptionList"/>
    <dgm:cxn modelId="{E2CC9AF1-BEAF-4266-A081-59FB0EBA5CD4}" type="presParOf" srcId="{E4B2446C-56CD-4244-95F3-67DC7DC746D0}" destId="{1A8B4FF1-AD37-487F-8E58-77FB247CC632}" srcOrd="3" destOrd="0" presId="urn:microsoft.com/office/officeart/2018/5/layout/CenteredIconLabelDescriptionList"/>
    <dgm:cxn modelId="{9D7510EA-60B4-443A-9721-3E90EF8A1A08}" type="presParOf" srcId="{E4B2446C-56CD-4244-95F3-67DC7DC746D0}" destId="{84ED53E2-3110-4905-9275-D13B25668C9A}" srcOrd="4" destOrd="0" presId="urn:microsoft.com/office/officeart/2018/5/layout/CenteredIconLabelDescriptionList"/>
    <dgm:cxn modelId="{7BAFCCF0-6E64-452D-BD47-B76EB61D2931}" type="presParOf" srcId="{03650030-A59D-40D4-A1EB-4F361F0E6D1E}" destId="{BBB3E860-B465-430E-87C0-BBA266C65A9E}" srcOrd="3" destOrd="0" presId="urn:microsoft.com/office/officeart/2018/5/layout/CenteredIconLabelDescriptionList"/>
    <dgm:cxn modelId="{AAF06E53-0824-43B0-A7B0-CBDFFD5CE83D}" type="presParOf" srcId="{03650030-A59D-40D4-A1EB-4F361F0E6D1E}" destId="{A032227E-99F4-4E64-B73E-7621AD7C5E89}" srcOrd="4" destOrd="0" presId="urn:microsoft.com/office/officeart/2018/5/layout/CenteredIconLabelDescriptionList"/>
    <dgm:cxn modelId="{68BF9D47-3916-413D-981C-8DA6A6DDEC39}" type="presParOf" srcId="{A032227E-99F4-4E64-B73E-7621AD7C5E89}" destId="{4A03D44D-FD1F-4E20-8E7E-F7F2ED44BC6D}" srcOrd="0" destOrd="0" presId="urn:microsoft.com/office/officeart/2018/5/layout/CenteredIconLabelDescriptionList"/>
    <dgm:cxn modelId="{2A846A25-28D9-4B82-B47A-E243BB487F70}" type="presParOf" srcId="{A032227E-99F4-4E64-B73E-7621AD7C5E89}" destId="{60964A41-C196-43A6-B92E-ABF69EFD5B02}" srcOrd="1" destOrd="0" presId="urn:microsoft.com/office/officeart/2018/5/layout/CenteredIconLabelDescriptionList"/>
    <dgm:cxn modelId="{43E82A14-2763-4DBE-B67D-27945963CA61}" type="presParOf" srcId="{A032227E-99F4-4E64-B73E-7621AD7C5E89}" destId="{8B6C9230-E932-444D-8CB8-3E041B076036}" srcOrd="2" destOrd="0" presId="urn:microsoft.com/office/officeart/2018/5/layout/CenteredIconLabelDescriptionList"/>
    <dgm:cxn modelId="{3C0947CD-EDBC-4B07-9CF1-7AAF2DE0A386}" type="presParOf" srcId="{A032227E-99F4-4E64-B73E-7621AD7C5E89}" destId="{67436F94-083E-4366-88D6-7F4E8B0A89D1}" srcOrd="3" destOrd="0" presId="urn:microsoft.com/office/officeart/2018/5/layout/CenteredIconLabelDescriptionList"/>
    <dgm:cxn modelId="{59A4AF18-63E0-4816-918B-82ED55F6514C}" type="presParOf" srcId="{A032227E-99F4-4E64-B73E-7621AD7C5E89}" destId="{3B3D69B2-37AD-44F7-915B-40F00AEF016A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3868A45A-AACC-4176-9CAC-6D7DFFC0783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84B60E21-2463-4E41-A551-D1D3F7856E7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Benefits of Mining</a:t>
          </a:r>
          <a:endParaRPr lang="en-US"/>
        </a:p>
      </dgm:t>
    </dgm:pt>
    <dgm:pt modelId="{E4B0AD3E-8E23-47D6-80B7-6DF6FD2CAA0E}" type="parTrans" cxnId="{290D1755-2F2D-42BD-972E-21E2F05200FA}">
      <dgm:prSet/>
      <dgm:spPr/>
      <dgm:t>
        <a:bodyPr/>
        <a:lstStyle/>
        <a:p>
          <a:endParaRPr lang="en-US"/>
        </a:p>
      </dgm:t>
    </dgm:pt>
    <dgm:pt modelId="{0C06F9CC-4827-45DA-A180-CF2F66A5E210}" type="sibTrans" cxnId="{290D1755-2F2D-42BD-972E-21E2F05200FA}">
      <dgm:prSet/>
      <dgm:spPr/>
      <dgm:t>
        <a:bodyPr/>
        <a:lstStyle/>
        <a:p>
          <a:endParaRPr lang="en-US"/>
        </a:p>
      </dgm:t>
    </dgm:pt>
    <dgm:pt modelId="{137EB1FA-D73F-4EE6-A7FD-473CCBBC9BD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Secures the bitcoin system</a:t>
          </a:r>
          <a:endParaRPr lang="en-US"/>
        </a:p>
      </dgm:t>
    </dgm:pt>
    <dgm:pt modelId="{51036563-8526-428E-A564-997676E4B2CE}" type="parTrans" cxnId="{9A1A23B4-AD5E-4B22-BF37-DD7D864A2B16}">
      <dgm:prSet/>
      <dgm:spPr/>
      <dgm:t>
        <a:bodyPr/>
        <a:lstStyle/>
        <a:p>
          <a:endParaRPr lang="en-US"/>
        </a:p>
      </dgm:t>
    </dgm:pt>
    <dgm:pt modelId="{76120A56-3033-4DDE-BDA9-1FA807AD1790}" type="sibTrans" cxnId="{9A1A23B4-AD5E-4B22-BF37-DD7D864A2B16}">
      <dgm:prSet/>
      <dgm:spPr/>
      <dgm:t>
        <a:bodyPr/>
        <a:lstStyle/>
        <a:p>
          <a:endParaRPr lang="en-US"/>
        </a:p>
      </dgm:t>
    </dgm:pt>
    <dgm:pt modelId="{CB73165B-EE04-4E74-8D6B-CD78A5B427A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Enables network wide consensus without central authority</a:t>
          </a:r>
          <a:endParaRPr lang="en-US"/>
        </a:p>
      </dgm:t>
    </dgm:pt>
    <dgm:pt modelId="{C132E728-1FB2-4EA1-B932-1CB28A42FCB3}" type="parTrans" cxnId="{E9F232B0-4E86-471F-9222-146C00CF7EF5}">
      <dgm:prSet/>
      <dgm:spPr/>
      <dgm:t>
        <a:bodyPr/>
        <a:lstStyle/>
        <a:p>
          <a:endParaRPr lang="en-US"/>
        </a:p>
      </dgm:t>
    </dgm:pt>
    <dgm:pt modelId="{CA408A66-BF70-4AFB-B64C-509D07C5B4E4}" type="sibTrans" cxnId="{E9F232B0-4E86-471F-9222-146C00CF7EF5}">
      <dgm:prSet/>
      <dgm:spPr/>
      <dgm:t>
        <a:bodyPr/>
        <a:lstStyle/>
        <a:p>
          <a:endParaRPr lang="en-US"/>
        </a:p>
      </dgm:t>
    </dgm:pt>
    <dgm:pt modelId="{A509EAC2-2ED0-4CA3-A3BF-E50DB49BB84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Incentives</a:t>
          </a:r>
          <a:endParaRPr lang="en-US"/>
        </a:p>
      </dgm:t>
    </dgm:pt>
    <dgm:pt modelId="{ECBD8219-35F2-49D9-A94E-5929934AFB17}" type="parTrans" cxnId="{4133A788-205A-495B-B52E-0C5128575D63}">
      <dgm:prSet/>
      <dgm:spPr/>
      <dgm:t>
        <a:bodyPr/>
        <a:lstStyle/>
        <a:p>
          <a:endParaRPr lang="en-US"/>
        </a:p>
      </dgm:t>
    </dgm:pt>
    <dgm:pt modelId="{56D803BF-0ED9-4994-8E30-C61A86B61850}" type="sibTrans" cxnId="{4133A788-205A-495B-B52E-0C5128575D63}">
      <dgm:prSet/>
      <dgm:spPr/>
      <dgm:t>
        <a:bodyPr/>
        <a:lstStyle/>
        <a:p>
          <a:endParaRPr lang="en-US"/>
        </a:p>
      </dgm:t>
    </dgm:pt>
    <dgm:pt modelId="{51AFEECF-9D06-4074-B4B5-19F425C826B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Newly minted coins</a:t>
          </a:r>
          <a:endParaRPr lang="en-US"/>
        </a:p>
      </dgm:t>
    </dgm:pt>
    <dgm:pt modelId="{F09AEC59-AFFF-4B4D-8FE6-DF3751D688C3}" type="parTrans" cxnId="{EF0FE2C1-00BD-49DE-8AD5-E77304984D63}">
      <dgm:prSet/>
      <dgm:spPr/>
      <dgm:t>
        <a:bodyPr/>
        <a:lstStyle/>
        <a:p>
          <a:endParaRPr lang="en-US"/>
        </a:p>
      </dgm:t>
    </dgm:pt>
    <dgm:pt modelId="{DA09AD48-41B8-47F4-BD70-D91D9E0EC71E}" type="sibTrans" cxnId="{EF0FE2C1-00BD-49DE-8AD5-E77304984D63}">
      <dgm:prSet/>
      <dgm:spPr/>
      <dgm:t>
        <a:bodyPr/>
        <a:lstStyle/>
        <a:p>
          <a:endParaRPr lang="en-US"/>
        </a:p>
      </dgm:t>
    </dgm:pt>
    <dgm:pt modelId="{BBF71EEA-B254-4B79-B20C-A4A53AB1979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Transaction fees</a:t>
          </a:r>
          <a:endParaRPr lang="en-US"/>
        </a:p>
      </dgm:t>
    </dgm:pt>
    <dgm:pt modelId="{EDFFD630-1008-4867-A330-D6D8664CB55C}" type="parTrans" cxnId="{8491A77D-33D9-4D1B-9EFE-9AAFDDA5A1FC}">
      <dgm:prSet/>
      <dgm:spPr/>
      <dgm:t>
        <a:bodyPr/>
        <a:lstStyle/>
        <a:p>
          <a:endParaRPr lang="en-US"/>
        </a:p>
      </dgm:t>
    </dgm:pt>
    <dgm:pt modelId="{308742FE-0465-415A-AFA1-6EC02E7EF83C}" type="sibTrans" cxnId="{8491A77D-33D9-4D1B-9EFE-9AAFDDA5A1FC}">
      <dgm:prSet/>
      <dgm:spPr/>
      <dgm:t>
        <a:bodyPr/>
        <a:lstStyle/>
        <a:p>
          <a:endParaRPr lang="en-US"/>
        </a:p>
      </dgm:t>
    </dgm:pt>
    <dgm:pt modelId="{2ABC9224-DCCF-4BBD-B3DB-8F13E6C33ED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Miners</a:t>
          </a:r>
          <a:endParaRPr lang="en-US"/>
        </a:p>
      </dgm:t>
    </dgm:pt>
    <dgm:pt modelId="{87DBCF20-8A5C-4FAB-90DB-A4F12DF1A1F7}" type="parTrans" cxnId="{363E3E76-5AAA-4057-B507-EEA7AF2867F6}">
      <dgm:prSet/>
      <dgm:spPr/>
      <dgm:t>
        <a:bodyPr/>
        <a:lstStyle/>
        <a:p>
          <a:endParaRPr lang="en-US"/>
        </a:p>
      </dgm:t>
    </dgm:pt>
    <dgm:pt modelId="{E3E95573-D07A-45F6-AB86-7B332CC61333}" type="sibTrans" cxnId="{363E3E76-5AAA-4057-B507-EEA7AF2867F6}">
      <dgm:prSet/>
      <dgm:spPr/>
      <dgm:t>
        <a:bodyPr/>
        <a:lstStyle/>
        <a:p>
          <a:endParaRPr lang="en-US"/>
        </a:p>
      </dgm:t>
    </dgm:pt>
    <dgm:pt modelId="{90F3D5A9-F33D-48AD-9639-F3363F29603D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Validate transactions</a:t>
          </a:r>
          <a:endParaRPr lang="en-US"/>
        </a:p>
      </dgm:t>
    </dgm:pt>
    <dgm:pt modelId="{8AD046FC-FB09-4915-837C-C54C55748553}" type="parTrans" cxnId="{6971AF18-1210-499C-9F22-10A0EF00826A}">
      <dgm:prSet/>
      <dgm:spPr/>
      <dgm:t>
        <a:bodyPr/>
        <a:lstStyle/>
        <a:p>
          <a:endParaRPr lang="en-US"/>
        </a:p>
      </dgm:t>
    </dgm:pt>
    <dgm:pt modelId="{0F78F7CA-5E67-4733-88DB-CD4B3F246E25}" type="sibTrans" cxnId="{6971AF18-1210-499C-9F22-10A0EF00826A}">
      <dgm:prSet/>
      <dgm:spPr/>
      <dgm:t>
        <a:bodyPr/>
        <a:lstStyle/>
        <a:p>
          <a:endParaRPr lang="en-US"/>
        </a:p>
      </dgm:t>
    </dgm:pt>
    <dgm:pt modelId="{C37EFAC5-B8FF-4BFF-B0CD-0770E79DFD4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Record them on the global ledger</a:t>
          </a:r>
          <a:endParaRPr lang="en-US"/>
        </a:p>
      </dgm:t>
    </dgm:pt>
    <dgm:pt modelId="{00EFE9A8-CDF0-4BF6-AE60-0481130BB2AF}" type="parTrans" cxnId="{7EF8B5BD-B2CA-4A10-92C8-16C9D6642A60}">
      <dgm:prSet/>
      <dgm:spPr/>
      <dgm:t>
        <a:bodyPr/>
        <a:lstStyle/>
        <a:p>
          <a:endParaRPr lang="en-US"/>
        </a:p>
      </dgm:t>
    </dgm:pt>
    <dgm:pt modelId="{45C7E0EA-9D86-45F0-8EC3-8C27572F0CC7}" type="sibTrans" cxnId="{7EF8B5BD-B2CA-4A10-92C8-16C9D6642A60}">
      <dgm:prSet/>
      <dgm:spPr/>
      <dgm:t>
        <a:bodyPr/>
        <a:lstStyle/>
        <a:p>
          <a:endParaRPr lang="en-US"/>
        </a:p>
      </dgm:t>
    </dgm:pt>
    <dgm:pt modelId="{CC3161A4-F6C6-43E1-B9ED-B7DC6DA4BBF6}" type="pres">
      <dgm:prSet presAssocID="{3868A45A-AACC-4176-9CAC-6D7DFFC07837}" presName="root" presStyleCnt="0">
        <dgm:presLayoutVars>
          <dgm:dir/>
          <dgm:resizeHandles val="exact"/>
        </dgm:presLayoutVars>
      </dgm:prSet>
      <dgm:spPr/>
    </dgm:pt>
    <dgm:pt modelId="{EB9F9203-185E-4C6C-B0EC-872B476A2AD0}" type="pres">
      <dgm:prSet presAssocID="{84B60E21-2463-4E41-A551-D1D3F7856E76}" presName="compNode" presStyleCnt="0"/>
      <dgm:spPr/>
    </dgm:pt>
    <dgm:pt modelId="{1788693E-E380-4C4E-8720-770F0B3C28BE}" type="pres">
      <dgm:prSet presAssocID="{84B60E21-2463-4E41-A551-D1D3F7856E76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ilitle"/>
        </a:ext>
      </dgm:extLst>
    </dgm:pt>
    <dgm:pt modelId="{1EBB1AFC-2907-47B0-BDD9-3544AAC6F7B7}" type="pres">
      <dgm:prSet presAssocID="{84B60E21-2463-4E41-A551-D1D3F7856E76}" presName="iconSpace" presStyleCnt="0"/>
      <dgm:spPr/>
    </dgm:pt>
    <dgm:pt modelId="{B7587631-D946-4701-B4F8-9AEE6DF3137F}" type="pres">
      <dgm:prSet presAssocID="{84B60E21-2463-4E41-A551-D1D3F7856E76}" presName="parTx" presStyleLbl="revTx" presStyleIdx="0" presStyleCnt="6">
        <dgm:presLayoutVars>
          <dgm:chMax val="0"/>
          <dgm:chPref val="0"/>
        </dgm:presLayoutVars>
      </dgm:prSet>
      <dgm:spPr/>
    </dgm:pt>
    <dgm:pt modelId="{AE5709B1-4146-4A7A-8EFA-1E131F0D1645}" type="pres">
      <dgm:prSet presAssocID="{84B60E21-2463-4E41-A551-D1D3F7856E76}" presName="txSpace" presStyleCnt="0"/>
      <dgm:spPr/>
    </dgm:pt>
    <dgm:pt modelId="{8E1FE5A7-A0ED-45C2-B8E7-642D372A86E1}" type="pres">
      <dgm:prSet presAssocID="{84B60E21-2463-4E41-A551-D1D3F7856E76}" presName="desTx" presStyleLbl="revTx" presStyleIdx="1" presStyleCnt="6">
        <dgm:presLayoutVars/>
      </dgm:prSet>
      <dgm:spPr/>
    </dgm:pt>
    <dgm:pt modelId="{21900C33-2788-4C36-80A0-3307B5E2F583}" type="pres">
      <dgm:prSet presAssocID="{0C06F9CC-4827-45DA-A180-CF2F66A5E210}" presName="sibTrans" presStyleCnt="0"/>
      <dgm:spPr/>
    </dgm:pt>
    <dgm:pt modelId="{30FEF2EB-7FE3-4F61-A0D2-26D8BAB93DA5}" type="pres">
      <dgm:prSet presAssocID="{A509EAC2-2ED0-4CA3-A3BF-E50DB49BB846}" presName="compNode" presStyleCnt="0"/>
      <dgm:spPr/>
    </dgm:pt>
    <dgm:pt modelId="{BBA7A3E7-613B-45B9-AEE0-59466BE249E6}" type="pres">
      <dgm:prSet presAssocID="{A509EAC2-2ED0-4CA3-A3BF-E50DB49BB846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deni paralar"/>
        </a:ext>
      </dgm:extLst>
    </dgm:pt>
    <dgm:pt modelId="{98FA5F41-719D-40A7-ABC4-8A78FF905BD1}" type="pres">
      <dgm:prSet presAssocID="{A509EAC2-2ED0-4CA3-A3BF-E50DB49BB846}" presName="iconSpace" presStyleCnt="0"/>
      <dgm:spPr/>
    </dgm:pt>
    <dgm:pt modelId="{4B896029-DEAD-49CF-9273-869A74271AD9}" type="pres">
      <dgm:prSet presAssocID="{A509EAC2-2ED0-4CA3-A3BF-E50DB49BB846}" presName="parTx" presStyleLbl="revTx" presStyleIdx="2" presStyleCnt="6">
        <dgm:presLayoutVars>
          <dgm:chMax val="0"/>
          <dgm:chPref val="0"/>
        </dgm:presLayoutVars>
      </dgm:prSet>
      <dgm:spPr/>
    </dgm:pt>
    <dgm:pt modelId="{BD505E39-D8D1-4790-8C09-512EF0D31C0E}" type="pres">
      <dgm:prSet presAssocID="{A509EAC2-2ED0-4CA3-A3BF-E50DB49BB846}" presName="txSpace" presStyleCnt="0"/>
      <dgm:spPr/>
    </dgm:pt>
    <dgm:pt modelId="{E8A72E20-E4AA-451C-8833-B11AB231D8F0}" type="pres">
      <dgm:prSet presAssocID="{A509EAC2-2ED0-4CA3-A3BF-E50DB49BB846}" presName="desTx" presStyleLbl="revTx" presStyleIdx="3" presStyleCnt="6">
        <dgm:presLayoutVars/>
      </dgm:prSet>
      <dgm:spPr/>
    </dgm:pt>
    <dgm:pt modelId="{49CF3184-0391-4E9F-A2E5-7E47B53E6219}" type="pres">
      <dgm:prSet presAssocID="{56D803BF-0ED9-4994-8E30-C61A86B61850}" presName="sibTrans" presStyleCnt="0"/>
      <dgm:spPr/>
    </dgm:pt>
    <dgm:pt modelId="{A3175C6D-9993-41A0-A66E-CB46D8522A99}" type="pres">
      <dgm:prSet presAssocID="{2ABC9224-DCCF-4BBD-B3DB-8F13E6C33ED7}" presName="compNode" presStyleCnt="0"/>
      <dgm:spPr/>
    </dgm:pt>
    <dgm:pt modelId="{4CF308F6-6554-4367-8095-6AFFC5DA1304}" type="pres">
      <dgm:prSet presAssocID="{2ABC9224-DCCF-4BBD-B3DB-8F13E6C33ED7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elge"/>
        </a:ext>
      </dgm:extLst>
    </dgm:pt>
    <dgm:pt modelId="{472A4A0A-987B-41DC-B06F-AEEB9318AB7D}" type="pres">
      <dgm:prSet presAssocID="{2ABC9224-DCCF-4BBD-B3DB-8F13E6C33ED7}" presName="iconSpace" presStyleCnt="0"/>
      <dgm:spPr/>
    </dgm:pt>
    <dgm:pt modelId="{A41611E0-6E7D-4033-B848-574262EC2EA7}" type="pres">
      <dgm:prSet presAssocID="{2ABC9224-DCCF-4BBD-B3DB-8F13E6C33ED7}" presName="parTx" presStyleLbl="revTx" presStyleIdx="4" presStyleCnt="6">
        <dgm:presLayoutVars>
          <dgm:chMax val="0"/>
          <dgm:chPref val="0"/>
        </dgm:presLayoutVars>
      </dgm:prSet>
      <dgm:spPr/>
    </dgm:pt>
    <dgm:pt modelId="{1966680F-D94C-4EF8-B12E-D54A70F0F2DB}" type="pres">
      <dgm:prSet presAssocID="{2ABC9224-DCCF-4BBD-B3DB-8F13E6C33ED7}" presName="txSpace" presStyleCnt="0"/>
      <dgm:spPr/>
    </dgm:pt>
    <dgm:pt modelId="{65CC328A-A9EB-4BD0-9775-1514F5D5F253}" type="pres">
      <dgm:prSet presAssocID="{2ABC9224-DCCF-4BBD-B3DB-8F13E6C33ED7}" presName="desTx" presStyleLbl="revTx" presStyleIdx="5" presStyleCnt="6">
        <dgm:presLayoutVars/>
      </dgm:prSet>
      <dgm:spPr/>
    </dgm:pt>
  </dgm:ptLst>
  <dgm:cxnLst>
    <dgm:cxn modelId="{C7A34E0F-C6CA-42C1-B4EF-AA7B46936B66}" type="presOf" srcId="{CB73165B-EE04-4E74-8D6B-CD78A5B427A4}" destId="{8E1FE5A7-A0ED-45C2-B8E7-642D372A86E1}" srcOrd="0" destOrd="1" presId="urn:microsoft.com/office/officeart/2018/5/layout/CenteredIconLabelDescriptionList"/>
    <dgm:cxn modelId="{6646B210-CD98-4994-A7AC-B2412CF597AB}" type="presOf" srcId="{BBF71EEA-B254-4B79-B20C-A4A53AB19793}" destId="{E8A72E20-E4AA-451C-8833-B11AB231D8F0}" srcOrd="0" destOrd="1" presId="urn:microsoft.com/office/officeart/2018/5/layout/CenteredIconLabelDescriptionList"/>
    <dgm:cxn modelId="{6971AF18-1210-499C-9F22-10A0EF00826A}" srcId="{2ABC9224-DCCF-4BBD-B3DB-8F13E6C33ED7}" destId="{90F3D5A9-F33D-48AD-9639-F3363F29603D}" srcOrd="0" destOrd="0" parTransId="{8AD046FC-FB09-4915-837C-C54C55748553}" sibTransId="{0F78F7CA-5E67-4733-88DB-CD4B3F246E25}"/>
    <dgm:cxn modelId="{ED1D591F-50E1-4BAC-9FBC-60A73F55EAE9}" type="presOf" srcId="{3868A45A-AACC-4176-9CAC-6D7DFFC07837}" destId="{CC3161A4-F6C6-43E1-B9ED-B7DC6DA4BBF6}" srcOrd="0" destOrd="0" presId="urn:microsoft.com/office/officeart/2018/5/layout/CenteredIconLabelDescriptionList"/>
    <dgm:cxn modelId="{3440A42E-88CE-4821-9EF6-AA4DCB3132FE}" type="presOf" srcId="{90F3D5A9-F33D-48AD-9639-F3363F29603D}" destId="{65CC328A-A9EB-4BD0-9775-1514F5D5F253}" srcOrd="0" destOrd="0" presId="urn:microsoft.com/office/officeart/2018/5/layout/CenteredIconLabelDescriptionList"/>
    <dgm:cxn modelId="{CCE69A33-68DC-4A44-951B-03DBE57B7DAA}" type="presOf" srcId="{A509EAC2-2ED0-4CA3-A3BF-E50DB49BB846}" destId="{4B896029-DEAD-49CF-9273-869A74271AD9}" srcOrd="0" destOrd="0" presId="urn:microsoft.com/office/officeart/2018/5/layout/CenteredIconLabelDescriptionList"/>
    <dgm:cxn modelId="{53E8D13B-5D7A-4CCC-B644-C31AD7DA93B9}" type="presOf" srcId="{84B60E21-2463-4E41-A551-D1D3F7856E76}" destId="{B7587631-D946-4701-B4F8-9AEE6DF3137F}" srcOrd="0" destOrd="0" presId="urn:microsoft.com/office/officeart/2018/5/layout/CenteredIconLabelDescriptionList"/>
    <dgm:cxn modelId="{62E5A46C-5FC8-4847-B937-2F76A4D1F0C2}" type="presOf" srcId="{51AFEECF-9D06-4074-B4B5-19F425C826B3}" destId="{E8A72E20-E4AA-451C-8833-B11AB231D8F0}" srcOrd="0" destOrd="0" presId="urn:microsoft.com/office/officeart/2018/5/layout/CenteredIconLabelDescriptionList"/>
    <dgm:cxn modelId="{290D1755-2F2D-42BD-972E-21E2F05200FA}" srcId="{3868A45A-AACC-4176-9CAC-6D7DFFC07837}" destId="{84B60E21-2463-4E41-A551-D1D3F7856E76}" srcOrd="0" destOrd="0" parTransId="{E4B0AD3E-8E23-47D6-80B7-6DF6FD2CAA0E}" sibTransId="{0C06F9CC-4827-45DA-A180-CF2F66A5E210}"/>
    <dgm:cxn modelId="{363E3E76-5AAA-4057-B507-EEA7AF2867F6}" srcId="{3868A45A-AACC-4176-9CAC-6D7DFFC07837}" destId="{2ABC9224-DCCF-4BBD-B3DB-8F13E6C33ED7}" srcOrd="2" destOrd="0" parTransId="{87DBCF20-8A5C-4FAB-90DB-A4F12DF1A1F7}" sibTransId="{E3E95573-D07A-45F6-AB86-7B332CC61333}"/>
    <dgm:cxn modelId="{8514CB7B-5E24-49A4-960D-A31FC7F8A888}" type="presOf" srcId="{137EB1FA-D73F-4EE6-A7FD-473CCBBC9BDB}" destId="{8E1FE5A7-A0ED-45C2-B8E7-642D372A86E1}" srcOrd="0" destOrd="0" presId="urn:microsoft.com/office/officeart/2018/5/layout/CenteredIconLabelDescriptionList"/>
    <dgm:cxn modelId="{8491A77D-33D9-4D1B-9EFE-9AAFDDA5A1FC}" srcId="{A509EAC2-2ED0-4CA3-A3BF-E50DB49BB846}" destId="{BBF71EEA-B254-4B79-B20C-A4A53AB19793}" srcOrd="1" destOrd="0" parTransId="{EDFFD630-1008-4867-A330-D6D8664CB55C}" sibTransId="{308742FE-0465-415A-AFA1-6EC02E7EF83C}"/>
    <dgm:cxn modelId="{4133A788-205A-495B-B52E-0C5128575D63}" srcId="{3868A45A-AACC-4176-9CAC-6D7DFFC07837}" destId="{A509EAC2-2ED0-4CA3-A3BF-E50DB49BB846}" srcOrd="1" destOrd="0" parTransId="{ECBD8219-35F2-49D9-A94E-5929934AFB17}" sibTransId="{56D803BF-0ED9-4994-8E30-C61A86B61850}"/>
    <dgm:cxn modelId="{E9F232B0-4E86-471F-9222-146C00CF7EF5}" srcId="{84B60E21-2463-4E41-A551-D1D3F7856E76}" destId="{CB73165B-EE04-4E74-8D6B-CD78A5B427A4}" srcOrd="1" destOrd="0" parTransId="{C132E728-1FB2-4EA1-B932-1CB28A42FCB3}" sibTransId="{CA408A66-BF70-4AFB-B64C-509D07C5B4E4}"/>
    <dgm:cxn modelId="{9A1A23B4-AD5E-4B22-BF37-DD7D864A2B16}" srcId="{84B60E21-2463-4E41-A551-D1D3F7856E76}" destId="{137EB1FA-D73F-4EE6-A7FD-473CCBBC9BDB}" srcOrd="0" destOrd="0" parTransId="{51036563-8526-428E-A564-997676E4B2CE}" sibTransId="{76120A56-3033-4DDE-BDA9-1FA807AD1790}"/>
    <dgm:cxn modelId="{7EF8B5BD-B2CA-4A10-92C8-16C9D6642A60}" srcId="{2ABC9224-DCCF-4BBD-B3DB-8F13E6C33ED7}" destId="{C37EFAC5-B8FF-4BFF-B0CD-0770E79DFD41}" srcOrd="1" destOrd="0" parTransId="{00EFE9A8-CDF0-4BF6-AE60-0481130BB2AF}" sibTransId="{45C7E0EA-9D86-45F0-8EC3-8C27572F0CC7}"/>
    <dgm:cxn modelId="{EF0FE2C1-00BD-49DE-8AD5-E77304984D63}" srcId="{A509EAC2-2ED0-4CA3-A3BF-E50DB49BB846}" destId="{51AFEECF-9D06-4074-B4B5-19F425C826B3}" srcOrd="0" destOrd="0" parTransId="{F09AEC59-AFFF-4B4D-8FE6-DF3751D688C3}" sibTransId="{DA09AD48-41B8-47F4-BD70-D91D9E0EC71E}"/>
    <dgm:cxn modelId="{F25966CC-6B63-4A3C-8B33-877CBD36ED21}" type="presOf" srcId="{C37EFAC5-B8FF-4BFF-B0CD-0770E79DFD41}" destId="{65CC328A-A9EB-4BD0-9775-1514F5D5F253}" srcOrd="0" destOrd="1" presId="urn:microsoft.com/office/officeart/2018/5/layout/CenteredIconLabelDescriptionList"/>
    <dgm:cxn modelId="{7EE43CE2-7AAE-47E6-82A2-2122DCE64F4C}" type="presOf" srcId="{2ABC9224-DCCF-4BBD-B3DB-8F13E6C33ED7}" destId="{A41611E0-6E7D-4033-B848-574262EC2EA7}" srcOrd="0" destOrd="0" presId="urn:microsoft.com/office/officeart/2018/5/layout/CenteredIconLabelDescriptionList"/>
    <dgm:cxn modelId="{21C42453-A616-48CF-BCE1-0C0C481E6025}" type="presParOf" srcId="{CC3161A4-F6C6-43E1-B9ED-B7DC6DA4BBF6}" destId="{EB9F9203-185E-4C6C-B0EC-872B476A2AD0}" srcOrd="0" destOrd="0" presId="urn:microsoft.com/office/officeart/2018/5/layout/CenteredIconLabelDescriptionList"/>
    <dgm:cxn modelId="{0013753A-C362-41C2-B6D1-6AF67B9A5AD5}" type="presParOf" srcId="{EB9F9203-185E-4C6C-B0EC-872B476A2AD0}" destId="{1788693E-E380-4C4E-8720-770F0B3C28BE}" srcOrd="0" destOrd="0" presId="urn:microsoft.com/office/officeart/2018/5/layout/CenteredIconLabelDescriptionList"/>
    <dgm:cxn modelId="{E697E070-3B26-485C-8701-10953DEF768C}" type="presParOf" srcId="{EB9F9203-185E-4C6C-B0EC-872B476A2AD0}" destId="{1EBB1AFC-2907-47B0-BDD9-3544AAC6F7B7}" srcOrd="1" destOrd="0" presId="urn:microsoft.com/office/officeart/2018/5/layout/CenteredIconLabelDescriptionList"/>
    <dgm:cxn modelId="{BF921161-68F6-43D8-B27A-8385D02CF8F9}" type="presParOf" srcId="{EB9F9203-185E-4C6C-B0EC-872B476A2AD0}" destId="{B7587631-D946-4701-B4F8-9AEE6DF3137F}" srcOrd="2" destOrd="0" presId="urn:microsoft.com/office/officeart/2018/5/layout/CenteredIconLabelDescriptionList"/>
    <dgm:cxn modelId="{167468C9-D47C-419A-ADCB-D57C70EEF7B1}" type="presParOf" srcId="{EB9F9203-185E-4C6C-B0EC-872B476A2AD0}" destId="{AE5709B1-4146-4A7A-8EFA-1E131F0D1645}" srcOrd="3" destOrd="0" presId="urn:microsoft.com/office/officeart/2018/5/layout/CenteredIconLabelDescriptionList"/>
    <dgm:cxn modelId="{099CD7AC-2533-41D0-B8D9-7545BAE6B23F}" type="presParOf" srcId="{EB9F9203-185E-4C6C-B0EC-872B476A2AD0}" destId="{8E1FE5A7-A0ED-45C2-B8E7-642D372A86E1}" srcOrd="4" destOrd="0" presId="urn:microsoft.com/office/officeart/2018/5/layout/CenteredIconLabelDescriptionList"/>
    <dgm:cxn modelId="{418DA4CF-12E0-4471-9D30-891FA913B667}" type="presParOf" srcId="{CC3161A4-F6C6-43E1-B9ED-B7DC6DA4BBF6}" destId="{21900C33-2788-4C36-80A0-3307B5E2F583}" srcOrd="1" destOrd="0" presId="urn:microsoft.com/office/officeart/2018/5/layout/CenteredIconLabelDescriptionList"/>
    <dgm:cxn modelId="{86015148-3832-4D1E-A5B1-6D6874770F8F}" type="presParOf" srcId="{CC3161A4-F6C6-43E1-B9ED-B7DC6DA4BBF6}" destId="{30FEF2EB-7FE3-4F61-A0D2-26D8BAB93DA5}" srcOrd="2" destOrd="0" presId="urn:microsoft.com/office/officeart/2018/5/layout/CenteredIconLabelDescriptionList"/>
    <dgm:cxn modelId="{62A30CA0-23AD-446C-AD53-A6CA5038A4F6}" type="presParOf" srcId="{30FEF2EB-7FE3-4F61-A0D2-26D8BAB93DA5}" destId="{BBA7A3E7-613B-45B9-AEE0-59466BE249E6}" srcOrd="0" destOrd="0" presId="urn:microsoft.com/office/officeart/2018/5/layout/CenteredIconLabelDescriptionList"/>
    <dgm:cxn modelId="{AB560031-3612-4D99-9391-7FC0F80E88E8}" type="presParOf" srcId="{30FEF2EB-7FE3-4F61-A0D2-26D8BAB93DA5}" destId="{98FA5F41-719D-40A7-ABC4-8A78FF905BD1}" srcOrd="1" destOrd="0" presId="urn:microsoft.com/office/officeart/2018/5/layout/CenteredIconLabelDescriptionList"/>
    <dgm:cxn modelId="{5D6C77B9-4B0A-4240-B630-5F6FA752A4EF}" type="presParOf" srcId="{30FEF2EB-7FE3-4F61-A0D2-26D8BAB93DA5}" destId="{4B896029-DEAD-49CF-9273-869A74271AD9}" srcOrd="2" destOrd="0" presId="urn:microsoft.com/office/officeart/2018/5/layout/CenteredIconLabelDescriptionList"/>
    <dgm:cxn modelId="{DFC1C820-F2F7-4342-8E82-85810099E9E4}" type="presParOf" srcId="{30FEF2EB-7FE3-4F61-A0D2-26D8BAB93DA5}" destId="{BD505E39-D8D1-4790-8C09-512EF0D31C0E}" srcOrd="3" destOrd="0" presId="urn:microsoft.com/office/officeart/2018/5/layout/CenteredIconLabelDescriptionList"/>
    <dgm:cxn modelId="{2AA5FFBD-24CB-4373-8F66-2FA00AA0B67E}" type="presParOf" srcId="{30FEF2EB-7FE3-4F61-A0D2-26D8BAB93DA5}" destId="{E8A72E20-E4AA-451C-8833-B11AB231D8F0}" srcOrd="4" destOrd="0" presId="urn:microsoft.com/office/officeart/2018/5/layout/CenteredIconLabelDescriptionList"/>
    <dgm:cxn modelId="{B484B94E-F119-4F08-BA34-D601D8BCE814}" type="presParOf" srcId="{CC3161A4-F6C6-43E1-B9ED-B7DC6DA4BBF6}" destId="{49CF3184-0391-4E9F-A2E5-7E47B53E6219}" srcOrd="3" destOrd="0" presId="urn:microsoft.com/office/officeart/2018/5/layout/CenteredIconLabelDescriptionList"/>
    <dgm:cxn modelId="{7E19B4F8-0C7B-42C6-8F18-4B4449049ED3}" type="presParOf" srcId="{CC3161A4-F6C6-43E1-B9ED-B7DC6DA4BBF6}" destId="{A3175C6D-9993-41A0-A66E-CB46D8522A99}" srcOrd="4" destOrd="0" presId="urn:microsoft.com/office/officeart/2018/5/layout/CenteredIconLabelDescriptionList"/>
    <dgm:cxn modelId="{A634A0EF-C5DE-45D8-A57B-6AF95DCC8FDA}" type="presParOf" srcId="{A3175C6D-9993-41A0-A66E-CB46D8522A99}" destId="{4CF308F6-6554-4367-8095-6AFFC5DA1304}" srcOrd="0" destOrd="0" presId="urn:microsoft.com/office/officeart/2018/5/layout/CenteredIconLabelDescriptionList"/>
    <dgm:cxn modelId="{F8F87B0A-6226-4A1B-AAD1-184DA74E6D3F}" type="presParOf" srcId="{A3175C6D-9993-41A0-A66E-CB46D8522A99}" destId="{472A4A0A-987B-41DC-B06F-AEEB9318AB7D}" srcOrd="1" destOrd="0" presId="urn:microsoft.com/office/officeart/2018/5/layout/CenteredIconLabelDescriptionList"/>
    <dgm:cxn modelId="{8351C48A-0B5D-4EDE-9493-0912441D8C7F}" type="presParOf" srcId="{A3175C6D-9993-41A0-A66E-CB46D8522A99}" destId="{A41611E0-6E7D-4033-B848-574262EC2EA7}" srcOrd="2" destOrd="0" presId="urn:microsoft.com/office/officeart/2018/5/layout/CenteredIconLabelDescriptionList"/>
    <dgm:cxn modelId="{AFD3DFD0-31F2-44C4-A268-3124F74D06E8}" type="presParOf" srcId="{A3175C6D-9993-41A0-A66E-CB46D8522A99}" destId="{1966680F-D94C-4EF8-B12E-D54A70F0F2DB}" srcOrd="3" destOrd="0" presId="urn:microsoft.com/office/officeart/2018/5/layout/CenteredIconLabelDescriptionList"/>
    <dgm:cxn modelId="{65B8170C-E021-46A2-9BEF-0C48964327E2}" type="presParOf" srcId="{A3175C6D-9993-41A0-A66E-CB46D8522A99}" destId="{65CC328A-A9EB-4BD0-9775-1514F5D5F253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32AD0D2D-6C83-4B8B-A558-5893A24C9593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D3623B40-7C8D-4030-AD1C-17225696BBF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10 minutes</a:t>
          </a:r>
          <a:endParaRPr lang="en-US"/>
        </a:p>
      </dgm:t>
    </dgm:pt>
    <dgm:pt modelId="{1F9EA162-749E-4BDE-AD73-2746F356A2C9}" type="parTrans" cxnId="{E92C7EE6-B563-43E2-AA77-2C3002B5FD1A}">
      <dgm:prSet/>
      <dgm:spPr/>
      <dgm:t>
        <a:bodyPr/>
        <a:lstStyle/>
        <a:p>
          <a:endParaRPr lang="en-US"/>
        </a:p>
      </dgm:t>
    </dgm:pt>
    <dgm:pt modelId="{BFB3BBF4-1B78-4149-AF7A-42EC9A441439}" type="sibTrans" cxnId="{E92C7EE6-B563-43E2-AA77-2C3002B5FD1A}">
      <dgm:prSet/>
      <dgm:spPr/>
      <dgm:t>
        <a:bodyPr/>
        <a:lstStyle/>
        <a:p>
          <a:endParaRPr lang="en-US"/>
        </a:p>
      </dgm:t>
    </dgm:pt>
    <dgm:pt modelId="{EC50940B-273B-4BDC-862E-CA9D1EB1B81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 new block is mined on 10 minutes on average</a:t>
          </a:r>
          <a:endParaRPr lang="en-US"/>
        </a:p>
      </dgm:t>
    </dgm:pt>
    <dgm:pt modelId="{1E4F6B77-D82F-4083-910C-F531D327A1F0}" type="parTrans" cxnId="{E2461BE4-821D-41EA-A827-642F892BB120}">
      <dgm:prSet/>
      <dgm:spPr/>
      <dgm:t>
        <a:bodyPr/>
        <a:lstStyle/>
        <a:p>
          <a:endParaRPr lang="en-US"/>
        </a:p>
      </dgm:t>
    </dgm:pt>
    <dgm:pt modelId="{1F0768F1-5686-4D36-A838-12A50ABA8B22}" type="sibTrans" cxnId="{E2461BE4-821D-41EA-A827-642F892BB120}">
      <dgm:prSet/>
      <dgm:spPr/>
      <dgm:t>
        <a:bodyPr/>
        <a:lstStyle/>
        <a:p>
          <a:endParaRPr lang="en-US"/>
        </a:p>
      </dgm:t>
    </dgm:pt>
    <dgm:pt modelId="{4A508B43-FB88-49B1-AEBB-CDAE9846EB0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«Confirmed» Transactions</a:t>
          </a:r>
          <a:endParaRPr lang="en-US"/>
        </a:p>
      </dgm:t>
    </dgm:pt>
    <dgm:pt modelId="{19FC64AB-935E-42FD-812A-BFF0CA44E69D}" type="parTrans" cxnId="{7AF735F6-4408-4370-B80E-8AF9F72D98CA}">
      <dgm:prSet/>
      <dgm:spPr/>
      <dgm:t>
        <a:bodyPr/>
        <a:lstStyle/>
        <a:p>
          <a:endParaRPr lang="en-US"/>
        </a:p>
      </dgm:t>
    </dgm:pt>
    <dgm:pt modelId="{F8EFBA57-758A-4AA5-84B5-A74A2EA3E4CE}" type="sibTrans" cxnId="{7AF735F6-4408-4370-B80E-8AF9F72D98CA}">
      <dgm:prSet/>
      <dgm:spPr/>
      <dgm:t>
        <a:bodyPr/>
        <a:lstStyle/>
        <a:p>
          <a:endParaRPr lang="en-US"/>
        </a:p>
      </dgm:t>
    </dgm:pt>
    <dgm:pt modelId="{95D8C0C4-922F-4EB3-AED8-A1514F065A6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become part of a block</a:t>
          </a:r>
          <a:r>
            <a:rPr lang="tr-TR"/>
            <a:t> </a:t>
          </a:r>
          <a:r>
            <a:rPr lang="en-US"/>
            <a:t>added to the blockchain</a:t>
          </a:r>
        </a:p>
      </dgm:t>
    </dgm:pt>
    <dgm:pt modelId="{25A9653F-9202-4782-A7A7-AD1C10FD3DF6}" type="parTrans" cxnId="{48D4229F-59B7-402A-A0DC-94832BD86D83}">
      <dgm:prSet/>
      <dgm:spPr/>
      <dgm:t>
        <a:bodyPr/>
        <a:lstStyle/>
        <a:p>
          <a:endParaRPr lang="en-US"/>
        </a:p>
      </dgm:t>
    </dgm:pt>
    <dgm:pt modelId="{043039DF-EA7D-4930-9605-BAE3BA002D89}" type="sibTrans" cxnId="{48D4229F-59B7-402A-A0DC-94832BD86D83}">
      <dgm:prSet/>
      <dgm:spPr/>
      <dgm:t>
        <a:bodyPr/>
        <a:lstStyle/>
        <a:p>
          <a:endParaRPr lang="en-US"/>
        </a:p>
      </dgm:t>
    </dgm:pt>
    <dgm:pt modelId="{DF1BBC87-F145-453B-B965-3314E5F8F11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New owners of the bitcoin are allowed to spend</a:t>
          </a:r>
          <a:endParaRPr lang="en-US"/>
        </a:p>
      </dgm:t>
    </dgm:pt>
    <dgm:pt modelId="{069D2F7B-13C0-498E-ABCC-EDA52F948493}" type="parTrans" cxnId="{00F0F5E8-0595-446A-AB77-54B603673031}">
      <dgm:prSet/>
      <dgm:spPr/>
      <dgm:t>
        <a:bodyPr/>
        <a:lstStyle/>
        <a:p>
          <a:endParaRPr lang="en-US"/>
        </a:p>
      </dgm:t>
    </dgm:pt>
    <dgm:pt modelId="{776221C7-2D9F-4247-B36E-2815944A88DE}" type="sibTrans" cxnId="{00F0F5E8-0595-446A-AB77-54B603673031}">
      <dgm:prSet/>
      <dgm:spPr/>
      <dgm:t>
        <a:bodyPr/>
        <a:lstStyle/>
        <a:p>
          <a:endParaRPr lang="en-US"/>
        </a:p>
      </dgm:t>
    </dgm:pt>
    <dgm:pt modelId="{14EE3E58-8103-4BA2-99B7-B3DC4E95EC4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Rewards of miners</a:t>
          </a:r>
          <a:endParaRPr lang="en-US"/>
        </a:p>
      </dgm:t>
    </dgm:pt>
    <dgm:pt modelId="{9CA84CE5-E586-45C7-8B30-3E4FD72AB64C}" type="parTrans" cxnId="{2A6EF5B9-C1F7-4C5B-909A-02CB7BC3C692}">
      <dgm:prSet/>
      <dgm:spPr/>
      <dgm:t>
        <a:bodyPr/>
        <a:lstStyle/>
        <a:p>
          <a:endParaRPr lang="en-US"/>
        </a:p>
      </dgm:t>
    </dgm:pt>
    <dgm:pt modelId="{BBE0ACDC-84D6-4A06-84AF-8391B47C9755}" type="sibTrans" cxnId="{2A6EF5B9-C1F7-4C5B-909A-02CB7BC3C692}">
      <dgm:prSet/>
      <dgm:spPr/>
      <dgm:t>
        <a:bodyPr/>
        <a:lstStyle/>
        <a:p>
          <a:endParaRPr lang="en-US"/>
        </a:p>
      </dgm:t>
    </dgm:pt>
    <dgm:pt modelId="{70D0265F-F884-4D09-9F9D-6D0DEE87364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New coins created with each new block</a:t>
          </a:r>
          <a:endParaRPr lang="en-US"/>
        </a:p>
      </dgm:t>
    </dgm:pt>
    <dgm:pt modelId="{04B3A868-4054-46C9-8588-5C06E076D007}" type="parTrans" cxnId="{620F29FA-5EE7-4E99-B588-943C83A8A956}">
      <dgm:prSet/>
      <dgm:spPr/>
      <dgm:t>
        <a:bodyPr/>
        <a:lstStyle/>
        <a:p>
          <a:endParaRPr lang="en-US"/>
        </a:p>
      </dgm:t>
    </dgm:pt>
    <dgm:pt modelId="{F86DCB13-B1DD-4B74-9DE8-888702DCC2F8}" type="sibTrans" cxnId="{620F29FA-5EE7-4E99-B588-943C83A8A956}">
      <dgm:prSet/>
      <dgm:spPr/>
      <dgm:t>
        <a:bodyPr/>
        <a:lstStyle/>
        <a:p>
          <a:endParaRPr lang="en-US"/>
        </a:p>
      </dgm:t>
    </dgm:pt>
    <dgm:pt modelId="{DA38B27E-293F-467B-A68E-2846E26688D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Transaction fees from all transactions in the block</a:t>
          </a:r>
          <a:endParaRPr lang="en-US"/>
        </a:p>
      </dgm:t>
    </dgm:pt>
    <dgm:pt modelId="{C4256890-17A4-42C1-8BAD-D35A878C13CC}" type="parTrans" cxnId="{0769F467-C892-4481-849D-B0CF381B0F1C}">
      <dgm:prSet/>
      <dgm:spPr/>
      <dgm:t>
        <a:bodyPr/>
        <a:lstStyle/>
        <a:p>
          <a:endParaRPr lang="en-US"/>
        </a:p>
      </dgm:t>
    </dgm:pt>
    <dgm:pt modelId="{2D0B60BC-EDBB-4B32-9DC2-8CE45C3304F1}" type="sibTrans" cxnId="{0769F467-C892-4481-849D-B0CF381B0F1C}">
      <dgm:prSet/>
      <dgm:spPr/>
      <dgm:t>
        <a:bodyPr/>
        <a:lstStyle/>
        <a:p>
          <a:endParaRPr lang="en-US"/>
        </a:p>
      </dgm:t>
    </dgm:pt>
    <dgm:pt modelId="{D0484A42-2B14-4919-811C-384AE5EDF2B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Reason of reward</a:t>
          </a:r>
          <a:endParaRPr lang="en-US"/>
        </a:p>
      </dgm:t>
    </dgm:pt>
    <dgm:pt modelId="{42EFE8F5-25F8-412C-9BE0-06FAE3BB9A1C}" type="parTrans" cxnId="{E68C8242-D603-4B76-8D09-BFAD2332F73A}">
      <dgm:prSet/>
      <dgm:spPr/>
      <dgm:t>
        <a:bodyPr/>
        <a:lstStyle/>
        <a:p>
          <a:endParaRPr lang="en-US"/>
        </a:p>
      </dgm:t>
    </dgm:pt>
    <dgm:pt modelId="{FD2384A0-7C18-4EA1-9C11-8B9CDAF6BA84}" type="sibTrans" cxnId="{E68C8242-D603-4B76-8D09-BFAD2332F73A}">
      <dgm:prSet/>
      <dgm:spPr/>
      <dgm:t>
        <a:bodyPr/>
        <a:lstStyle/>
        <a:p>
          <a:endParaRPr lang="en-US"/>
        </a:p>
      </dgm:t>
    </dgm:pt>
    <dgm:pt modelId="{0A154E45-EB17-4B5E-8476-0CA32CE5159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Miners provide security to blockchain</a:t>
          </a:r>
          <a:endParaRPr lang="en-US"/>
        </a:p>
      </dgm:t>
    </dgm:pt>
    <dgm:pt modelId="{FBBB4961-41F9-4DE0-A008-98FF2B070B05}" type="parTrans" cxnId="{4D546804-142A-452D-B769-FAEA56733651}">
      <dgm:prSet/>
      <dgm:spPr/>
      <dgm:t>
        <a:bodyPr/>
        <a:lstStyle/>
        <a:p>
          <a:endParaRPr lang="en-US"/>
        </a:p>
      </dgm:t>
    </dgm:pt>
    <dgm:pt modelId="{C3B5FD75-1C99-4626-B2CE-B2E91877B963}" type="sibTrans" cxnId="{4D546804-142A-452D-B769-FAEA56733651}">
      <dgm:prSet/>
      <dgm:spPr/>
      <dgm:t>
        <a:bodyPr/>
        <a:lstStyle/>
        <a:p>
          <a:endParaRPr lang="en-US"/>
        </a:p>
      </dgm:t>
    </dgm:pt>
    <dgm:pt modelId="{5ECF8F0B-77F7-4537-AC97-1DDA2096ED99}" type="pres">
      <dgm:prSet presAssocID="{32AD0D2D-6C83-4B8B-A558-5893A24C9593}" presName="root" presStyleCnt="0">
        <dgm:presLayoutVars>
          <dgm:dir/>
          <dgm:resizeHandles val="exact"/>
        </dgm:presLayoutVars>
      </dgm:prSet>
      <dgm:spPr/>
    </dgm:pt>
    <dgm:pt modelId="{4A2D1553-CC9E-4DD3-BD20-5A459E374A43}" type="pres">
      <dgm:prSet presAssocID="{D3623B40-7C8D-4030-AD1C-17225696BBFD}" presName="compNode" presStyleCnt="0"/>
      <dgm:spPr/>
    </dgm:pt>
    <dgm:pt modelId="{30A11805-A41D-4551-B458-22BB7AD3A455}" type="pres">
      <dgm:prSet presAssocID="{D3623B40-7C8D-4030-AD1C-17225696BBFD}" presName="iconRect" presStyleLbl="node1" presStyleIdx="0" presStyleCnt="4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ng Tools"/>
        </a:ext>
      </dgm:extLst>
    </dgm:pt>
    <dgm:pt modelId="{1AA44B14-9644-4520-99CC-60773660CD8E}" type="pres">
      <dgm:prSet presAssocID="{D3623B40-7C8D-4030-AD1C-17225696BBFD}" presName="iconSpace" presStyleCnt="0"/>
      <dgm:spPr/>
    </dgm:pt>
    <dgm:pt modelId="{3E68B075-7C2F-4697-BC6B-52D50EF80E8B}" type="pres">
      <dgm:prSet presAssocID="{D3623B40-7C8D-4030-AD1C-17225696BBFD}" presName="parTx" presStyleLbl="revTx" presStyleIdx="0" presStyleCnt="8">
        <dgm:presLayoutVars>
          <dgm:chMax val="0"/>
          <dgm:chPref val="0"/>
        </dgm:presLayoutVars>
      </dgm:prSet>
      <dgm:spPr/>
    </dgm:pt>
    <dgm:pt modelId="{E533C332-498F-4754-AB90-D3DAF2846EC3}" type="pres">
      <dgm:prSet presAssocID="{D3623B40-7C8D-4030-AD1C-17225696BBFD}" presName="txSpace" presStyleCnt="0"/>
      <dgm:spPr/>
    </dgm:pt>
    <dgm:pt modelId="{A96E75B9-6234-4AD8-8B1D-2CE3A764F8AA}" type="pres">
      <dgm:prSet presAssocID="{D3623B40-7C8D-4030-AD1C-17225696BBFD}" presName="desTx" presStyleLbl="revTx" presStyleIdx="1" presStyleCnt="8">
        <dgm:presLayoutVars/>
      </dgm:prSet>
      <dgm:spPr/>
    </dgm:pt>
    <dgm:pt modelId="{1BF45641-7CEB-4023-9C98-F738F398E45D}" type="pres">
      <dgm:prSet presAssocID="{BFB3BBF4-1B78-4149-AF7A-42EC9A441439}" presName="sibTrans" presStyleCnt="0"/>
      <dgm:spPr/>
    </dgm:pt>
    <dgm:pt modelId="{53677B54-3D54-4863-A288-330A4BF446AA}" type="pres">
      <dgm:prSet presAssocID="{4A508B43-FB88-49B1-AEBB-CDAE9846EB08}" presName="compNode" presStyleCnt="0"/>
      <dgm:spPr/>
    </dgm:pt>
    <dgm:pt modelId="{851BE9E3-7AC7-4760-A1BB-F1314F04CEC8}" type="pres">
      <dgm:prSet presAssocID="{4A508B43-FB88-49B1-AEBB-CDAE9846EB08}" presName="iconRect" presStyleLbl="node1" presStyleIdx="1" presStyleCnt="4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D4AB80A9-3082-4E73-A54B-06E6C8BD7FF8}" type="pres">
      <dgm:prSet presAssocID="{4A508B43-FB88-49B1-AEBB-CDAE9846EB08}" presName="iconSpace" presStyleCnt="0"/>
      <dgm:spPr/>
    </dgm:pt>
    <dgm:pt modelId="{DEBEA239-A156-4B2B-9350-4322A9D4510F}" type="pres">
      <dgm:prSet presAssocID="{4A508B43-FB88-49B1-AEBB-CDAE9846EB08}" presName="parTx" presStyleLbl="revTx" presStyleIdx="2" presStyleCnt="8">
        <dgm:presLayoutVars>
          <dgm:chMax val="0"/>
          <dgm:chPref val="0"/>
        </dgm:presLayoutVars>
      </dgm:prSet>
      <dgm:spPr/>
    </dgm:pt>
    <dgm:pt modelId="{58F98770-7047-484A-8FF5-6F26AB310DE4}" type="pres">
      <dgm:prSet presAssocID="{4A508B43-FB88-49B1-AEBB-CDAE9846EB08}" presName="txSpace" presStyleCnt="0"/>
      <dgm:spPr/>
    </dgm:pt>
    <dgm:pt modelId="{496EA3AE-8B33-4502-B5E8-8ABAD08697A9}" type="pres">
      <dgm:prSet presAssocID="{4A508B43-FB88-49B1-AEBB-CDAE9846EB08}" presName="desTx" presStyleLbl="revTx" presStyleIdx="3" presStyleCnt="8">
        <dgm:presLayoutVars/>
      </dgm:prSet>
      <dgm:spPr/>
    </dgm:pt>
    <dgm:pt modelId="{66D9FB9E-EA17-417A-85BF-CBC86616576D}" type="pres">
      <dgm:prSet presAssocID="{F8EFBA57-758A-4AA5-84B5-A74A2EA3E4CE}" presName="sibTrans" presStyleCnt="0"/>
      <dgm:spPr/>
    </dgm:pt>
    <dgm:pt modelId="{D2BEEE77-D34D-42A8-B611-48081F134F5E}" type="pres">
      <dgm:prSet presAssocID="{14EE3E58-8103-4BA2-99B7-B3DC4E95EC40}" presName="compNode" presStyleCnt="0"/>
      <dgm:spPr/>
    </dgm:pt>
    <dgm:pt modelId="{763D407B-9AE4-4814-8BE4-AAAAE7460DEA}" type="pres">
      <dgm:prSet presAssocID="{14EE3E58-8103-4BA2-99B7-B3DC4E95EC40}" presName="iconRect" presStyleLbl="node1" presStyleIdx="2" presStyleCnt="4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ara"/>
        </a:ext>
      </dgm:extLst>
    </dgm:pt>
    <dgm:pt modelId="{822AC23A-4391-4219-B10A-8D26EA8B8A93}" type="pres">
      <dgm:prSet presAssocID="{14EE3E58-8103-4BA2-99B7-B3DC4E95EC40}" presName="iconSpace" presStyleCnt="0"/>
      <dgm:spPr/>
    </dgm:pt>
    <dgm:pt modelId="{676248C7-45B3-4864-89EF-DB6F6BAF799B}" type="pres">
      <dgm:prSet presAssocID="{14EE3E58-8103-4BA2-99B7-B3DC4E95EC40}" presName="parTx" presStyleLbl="revTx" presStyleIdx="4" presStyleCnt="8">
        <dgm:presLayoutVars>
          <dgm:chMax val="0"/>
          <dgm:chPref val="0"/>
        </dgm:presLayoutVars>
      </dgm:prSet>
      <dgm:spPr/>
    </dgm:pt>
    <dgm:pt modelId="{6B9AC257-933B-41D1-AE96-AD6CD8438CC8}" type="pres">
      <dgm:prSet presAssocID="{14EE3E58-8103-4BA2-99B7-B3DC4E95EC40}" presName="txSpace" presStyleCnt="0"/>
      <dgm:spPr/>
    </dgm:pt>
    <dgm:pt modelId="{3935F23C-2E20-416C-9CE8-674F59792174}" type="pres">
      <dgm:prSet presAssocID="{14EE3E58-8103-4BA2-99B7-B3DC4E95EC40}" presName="desTx" presStyleLbl="revTx" presStyleIdx="5" presStyleCnt="8">
        <dgm:presLayoutVars/>
      </dgm:prSet>
      <dgm:spPr/>
    </dgm:pt>
    <dgm:pt modelId="{96086930-4176-45C6-AD00-33252B86877D}" type="pres">
      <dgm:prSet presAssocID="{BBE0ACDC-84D6-4A06-84AF-8391B47C9755}" presName="sibTrans" presStyleCnt="0"/>
      <dgm:spPr/>
    </dgm:pt>
    <dgm:pt modelId="{17CF0FFE-8979-48FA-87ED-B20D3FF1E085}" type="pres">
      <dgm:prSet presAssocID="{D0484A42-2B14-4919-811C-384AE5EDF2BE}" presName="compNode" presStyleCnt="0"/>
      <dgm:spPr/>
    </dgm:pt>
    <dgm:pt modelId="{E64A01EF-6F51-45DC-BE71-8A56861C31E5}" type="pres">
      <dgm:prSet presAssocID="{D0484A42-2B14-4919-811C-384AE5EDF2BE}" presName="iconRect" presStyleLbl="node1" presStyleIdx="3" presStyleCnt="4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oyguncu"/>
        </a:ext>
      </dgm:extLst>
    </dgm:pt>
    <dgm:pt modelId="{25163FB7-F468-4760-BA30-AA4F5985AA2F}" type="pres">
      <dgm:prSet presAssocID="{D0484A42-2B14-4919-811C-384AE5EDF2BE}" presName="iconSpace" presStyleCnt="0"/>
      <dgm:spPr/>
    </dgm:pt>
    <dgm:pt modelId="{1E610C7B-3E7A-490E-9ACB-E0BE2AA0156D}" type="pres">
      <dgm:prSet presAssocID="{D0484A42-2B14-4919-811C-384AE5EDF2BE}" presName="parTx" presStyleLbl="revTx" presStyleIdx="6" presStyleCnt="8">
        <dgm:presLayoutVars>
          <dgm:chMax val="0"/>
          <dgm:chPref val="0"/>
        </dgm:presLayoutVars>
      </dgm:prSet>
      <dgm:spPr/>
    </dgm:pt>
    <dgm:pt modelId="{701C8001-86B9-4109-AE44-C96DB698C480}" type="pres">
      <dgm:prSet presAssocID="{D0484A42-2B14-4919-811C-384AE5EDF2BE}" presName="txSpace" presStyleCnt="0"/>
      <dgm:spPr/>
    </dgm:pt>
    <dgm:pt modelId="{34BEE8D5-AC28-493C-A5A3-3214EACD0E68}" type="pres">
      <dgm:prSet presAssocID="{D0484A42-2B14-4919-811C-384AE5EDF2BE}" presName="desTx" presStyleLbl="revTx" presStyleIdx="7" presStyleCnt="8">
        <dgm:presLayoutVars/>
      </dgm:prSet>
      <dgm:spPr/>
    </dgm:pt>
  </dgm:ptLst>
  <dgm:cxnLst>
    <dgm:cxn modelId="{4D546804-142A-452D-B769-FAEA56733651}" srcId="{D0484A42-2B14-4919-811C-384AE5EDF2BE}" destId="{0A154E45-EB17-4B5E-8476-0CA32CE51592}" srcOrd="0" destOrd="0" parTransId="{FBBB4961-41F9-4DE0-A008-98FF2B070B05}" sibTransId="{C3B5FD75-1C99-4626-B2CE-B2E91877B963}"/>
    <dgm:cxn modelId="{0D10A605-04C9-48B8-8187-1F16659D6214}" type="presOf" srcId="{DF1BBC87-F145-453B-B965-3314E5F8F11C}" destId="{496EA3AE-8B33-4502-B5E8-8ABAD08697A9}" srcOrd="0" destOrd="1" presId="urn:microsoft.com/office/officeart/2018/5/layout/CenteredIconLabelDescriptionList"/>
    <dgm:cxn modelId="{A4D95814-F4C5-4314-9D70-52FD090CA62D}" type="presOf" srcId="{70D0265F-F884-4D09-9F9D-6D0DEE87364E}" destId="{3935F23C-2E20-416C-9CE8-674F59792174}" srcOrd="0" destOrd="0" presId="urn:microsoft.com/office/officeart/2018/5/layout/CenteredIconLabelDescriptionList"/>
    <dgm:cxn modelId="{53D3EA18-3BA3-4347-A21A-9EA991880235}" type="presOf" srcId="{EC50940B-273B-4BDC-862E-CA9D1EB1B816}" destId="{A96E75B9-6234-4AD8-8B1D-2CE3A764F8AA}" srcOrd="0" destOrd="0" presId="urn:microsoft.com/office/officeart/2018/5/layout/CenteredIconLabelDescriptionList"/>
    <dgm:cxn modelId="{09C3AB2C-6CBC-4D17-BCF7-180C71B3201C}" type="presOf" srcId="{D0484A42-2B14-4919-811C-384AE5EDF2BE}" destId="{1E610C7B-3E7A-490E-9ACB-E0BE2AA0156D}" srcOrd="0" destOrd="0" presId="urn:microsoft.com/office/officeart/2018/5/layout/CenteredIconLabelDescriptionList"/>
    <dgm:cxn modelId="{E68C8242-D603-4B76-8D09-BFAD2332F73A}" srcId="{32AD0D2D-6C83-4B8B-A558-5893A24C9593}" destId="{D0484A42-2B14-4919-811C-384AE5EDF2BE}" srcOrd="3" destOrd="0" parTransId="{42EFE8F5-25F8-412C-9BE0-06FAE3BB9A1C}" sibTransId="{FD2384A0-7C18-4EA1-9C11-8B9CDAF6BA84}"/>
    <dgm:cxn modelId="{02039844-A342-4C86-8B6F-DFBBEC8EB204}" type="presOf" srcId="{4A508B43-FB88-49B1-AEBB-CDAE9846EB08}" destId="{DEBEA239-A156-4B2B-9350-4322A9D4510F}" srcOrd="0" destOrd="0" presId="urn:microsoft.com/office/officeart/2018/5/layout/CenteredIconLabelDescriptionList"/>
    <dgm:cxn modelId="{0769F467-C892-4481-849D-B0CF381B0F1C}" srcId="{14EE3E58-8103-4BA2-99B7-B3DC4E95EC40}" destId="{DA38B27E-293F-467B-A68E-2846E26688DF}" srcOrd="1" destOrd="0" parTransId="{C4256890-17A4-42C1-8BAD-D35A878C13CC}" sibTransId="{2D0B60BC-EDBB-4B32-9DC2-8CE45C3304F1}"/>
    <dgm:cxn modelId="{3819CD4E-CE64-4D97-A299-F32BCEF60C1E}" type="presOf" srcId="{14EE3E58-8103-4BA2-99B7-B3DC4E95EC40}" destId="{676248C7-45B3-4864-89EF-DB6F6BAF799B}" srcOrd="0" destOrd="0" presId="urn:microsoft.com/office/officeart/2018/5/layout/CenteredIconLabelDescriptionList"/>
    <dgm:cxn modelId="{48D4229F-59B7-402A-A0DC-94832BD86D83}" srcId="{4A508B43-FB88-49B1-AEBB-CDAE9846EB08}" destId="{95D8C0C4-922F-4EB3-AED8-A1514F065A63}" srcOrd="0" destOrd="0" parTransId="{25A9653F-9202-4782-A7A7-AD1C10FD3DF6}" sibTransId="{043039DF-EA7D-4930-9605-BAE3BA002D89}"/>
    <dgm:cxn modelId="{2A6EF5B9-C1F7-4C5B-909A-02CB7BC3C692}" srcId="{32AD0D2D-6C83-4B8B-A558-5893A24C9593}" destId="{14EE3E58-8103-4BA2-99B7-B3DC4E95EC40}" srcOrd="2" destOrd="0" parTransId="{9CA84CE5-E586-45C7-8B30-3E4FD72AB64C}" sibTransId="{BBE0ACDC-84D6-4A06-84AF-8391B47C9755}"/>
    <dgm:cxn modelId="{823755BF-48CF-4A55-B425-367EB0D90DCC}" type="presOf" srcId="{DA38B27E-293F-467B-A68E-2846E26688DF}" destId="{3935F23C-2E20-416C-9CE8-674F59792174}" srcOrd="0" destOrd="1" presId="urn:microsoft.com/office/officeart/2018/5/layout/CenteredIconLabelDescriptionList"/>
    <dgm:cxn modelId="{70B226D6-FF8C-43F9-8244-DA415E4A47E9}" type="presOf" srcId="{0A154E45-EB17-4B5E-8476-0CA32CE51592}" destId="{34BEE8D5-AC28-493C-A5A3-3214EACD0E68}" srcOrd="0" destOrd="0" presId="urn:microsoft.com/office/officeart/2018/5/layout/CenteredIconLabelDescriptionList"/>
    <dgm:cxn modelId="{165583DF-1688-4BB4-B50A-8541611510C8}" type="presOf" srcId="{95D8C0C4-922F-4EB3-AED8-A1514F065A63}" destId="{496EA3AE-8B33-4502-B5E8-8ABAD08697A9}" srcOrd="0" destOrd="0" presId="urn:microsoft.com/office/officeart/2018/5/layout/CenteredIconLabelDescriptionList"/>
    <dgm:cxn modelId="{E2461BE4-821D-41EA-A827-642F892BB120}" srcId="{D3623B40-7C8D-4030-AD1C-17225696BBFD}" destId="{EC50940B-273B-4BDC-862E-CA9D1EB1B816}" srcOrd="0" destOrd="0" parTransId="{1E4F6B77-D82F-4083-910C-F531D327A1F0}" sibTransId="{1F0768F1-5686-4D36-A838-12A50ABA8B22}"/>
    <dgm:cxn modelId="{E92C7EE6-B563-43E2-AA77-2C3002B5FD1A}" srcId="{32AD0D2D-6C83-4B8B-A558-5893A24C9593}" destId="{D3623B40-7C8D-4030-AD1C-17225696BBFD}" srcOrd="0" destOrd="0" parTransId="{1F9EA162-749E-4BDE-AD73-2746F356A2C9}" sibTransId="{BFB3BBF4-1B78-4149-AF7A-42EC9A441439}"/>
    <dgm:cxn modelId="{00F0F5E8-0595-446A-AB77-54B603673031}" srcId="{4A508B43-FB88-49B1-AEBB-CDAE9846EB08}" destId="{DF1BBC87-F145-453B-B965-3314E5F8F11C}" srcOrd="1" destOrd="0" parTransId="{069D2F7B-13C0-498E-ABCC-EDA52F948493}" sibTransId="{776221C7-2D9F-4247-B36E-2815944A88DE}"/>
    <dgm:cxn modelId="{7969DFED-1C5C-4872-B068-3903C49E59E4}" type="presOf" srcId="{32AD0D2D-6C83-4B8B-A558-5893A24C9593}" destId="{5ECF8F0B-77F7-4537-AC97-1DDA2096ED99}" srcOrd="0" destOrd="0" presId="urn:microsoft.com/office/officeart/2018/5/layout/CenteredIconLabelDescriptionList"/>
    <dgm:cxn modelId="{7AF735F6-4408-4370-B80E-8AF9F72D98CA}" srcId="{32AD0D2D-6C83-4B8B-A558-5893A24C9593}" destId="{4A508B43-FB88-49B1-AEBB-CDAE9846EB08}" srcOrd="1" destOrd="0" parTransId="{19FC64AB-935E-42FD-812A-BFF0CA44E69D}" sibTransId="{F8EFBA57-758A-4AA5-84B5-A74A2EA3E4CE}"/>
    <dgm:cxn modelId="{620F29FA-5EE7-4E99-B588-943C83A8A956}" srcId="{14EE3E58-8103-4BA2-99B7-B3DC4E95EC40}" destId="{70D0265F-F884-4D09-9F9D-6D0DEE87364E}" srcOrd="0" destOrd="0" parTransId="{04B3A868-4054-46C9-8588-5C06E076D007}" sibTransId="{F86DCB13-B1DD-4B74-9DE8-888702DCC2F8}"/>
    <dgm:cxn modelId="{63861FFC-C880-40F3-8F00-3D5A58A0BC84}" type="presOf" srcId="{D3623B40-7C8D-4030-AD1C-17225696BBFD}" destId="{3E68B075-7C2F-4697-BC6B-52D50EF80E8B}" srcOrd="0" destOrd="0" presId="urn:microsoft.com/office/officeart/2018/5/layout/CenteredIconLabelDescriptionList"/>
    <dgm:cxn modelId="{EAE8472F-F5A1-4839-9343-462BA62B7B76}" type="presParOf" srcId="{5ECF8F0B-77F7-4537-AC97-1DDA2096ED99}" destId="{4A2D1553-CC9E-4DD3-BD20-5A459E374A43}" srcOrd="0" destOrd="0" presId="urn:microsoft.com/office/officeart/2018/5/layout/CenteredIconLabelDescriptionList"/>
    <dgm:cxn modelId="{80260751-19C8-4EC0-9EDE-0D3FA6C09097}" type="presParOf" srcId="{4A2D1553-CC9E-4DD3-BD20-5A459E374A43}" destId="{30A11805-A41D-4551-B458-22BB7AD3A455}" srcOrd="0" destOrd="0" presId="urn:microsoft.com/office/officeart/2018/5/layout/CenteredIconLabelDescriptionList"/>
    <dgm:cxn modelId="{EC616404-A809-4080-8D0D-1B8B627C424A}" type="presParOf" srcId="{4A2D1553-CC9E-4DD3-BD20-5A459E374A43}" destId="{1AA44B14-9644-4520-99CC-60773660CD8E}" srcOrd="1" destOrd="0" presId="urn:microsoft.com/office/officeart/2018/5/layout/CenteredIconLabelDescriptionList"/>
    <dgm:cxn modelId="{33B036DF-55AC-4D6A-9744-BEEA467E3F07}" type="presParOf" srcId="{4A2D1553-CC9E-4DD3-BD20-5A459E374A43}" destId="{3E68B075-7C2F-4697-BC6B-52D50EF80E8B}" srcOrd="2" destOrd="0" presId="urn:microsoft.com/office/officeart/2018/5/layout/CenteredIconLabelDescriptionList"/>
    <dgm:cxn modelId="{DD95AB9D-AA91-4953-BC68-B1E37FCE448E}" type="presParOf" srcId="{4A2D1553-CC9E-4DD3-BD20-5A459E374A43}" destId="{E533C332-498F-4754-AB90-D3DAF2846EC3}" srcOrd="3" destOrd="0" presId="urn:microsoft.com/office/officeart/2018/5/layout/CenteredIconLabelDescriptionList"/>
    <dgm:cxn modelId="{469A4BF2-B59E-4456-89FD-A2363D85BD99}" type="presParOf" srcId="{4A2D1553-CC9E-4DD3-BD20-5A459E374A43}" destId="{A96E75B9-6234-4AD8-8B1D-2CE3A764F8AA}" srcOrd="4" destOrd="0" presId="urn:microsoft.com/office/officeart/2018/5/layout/CenteredIconLabelDescriptionList"/>
    <dgm:cxn modelId="{508D04D7-6370-46B3-9AB4-C201292C38EC}" type="presParOf" srcId="{5ECF8F0B-77F7-4537-AC97-1DDA2096ED99}" destId="{1BF45641-7CEB-4023-9C98-F738F398E45D}" srcOrd="1" destOrd="0" presId="urn:microsoft.com/office/officeart/2018/5/layout/CenteredIconLabelDescriptionList"/>
    <dgm:cxn modelId="{84B63388-60CF-42CF-8940-A2F61F851E44}" type="presParOf" srcId="{5ECF8F0B-77F7-4537-AC97-1DDA2096ED99}" destId="{53677B54-3D54-4863-A288-330A4BF446AA}" srcOrd="2" destOrd="0" presId="urn:microsoft.com/office/officeart/2018/5/layout/CenteredIconLabelDescriptionList"/>
    <dgm:cxn modelId="{2F2CB16A-5BC5-4C4B-B0AF-23327A207AD1}" type="presParOf" srcId="{53677B54-3D54-4863-A288-330A4BF446AA}" destId="{851BE9E3-7AC7-4760-A1BB-F1314F04CEC8}" srcOrd="0" destOrd="0" presId="urn:microsoft.com/office/officeart/2018/5/layout/CenteredIconLabelDescriptionList"/>
    <dgm:cxn modelId="{BB08311C-1300-4185-A6DA-540A97058DA3}" type="presParOf" srcId="{53677B54-3D54-4863-A288-330A4BF446AA}" destId="{D4AB80A9-3082-4E73-A54B-06E6C8BD7FF8}" srcOrd="1" destOrd="0" presId="urn:microsoft.com/office/officeart/2018/5/layout/CenteredIconLabelDescriptionList"/>
    <dgm:cxn modelId="{7F9F9388-76FC-44C8-9660-8C35CE86526E}" type="presParOf" srcId="{53677B54-3D54-4863-A288-330A4BF446AA}" destId="{DEBEA239-A156-4B2B-9350-4322A9D4510F}" srcOrd="2" destOrd="0" presId="urn:microsoft.com/office/officeart/2018/5/layout/CenteredIconLabelDescriptionList"/>
    <dgm:cxn modelId="{34652053-D0A3-44D0-94C1-4D11C514982D}" type="presParOf" srcId="{53677B54-3D54-4863-A288-330A4BF446AA}" destId="{58F98770-7047-484A-8FF5-6F26AB310DE4}" srcOrd="3" destOrd="0" presId="urn:microsoft.com/office/officeart/2018/5/layout/CenteredIconLabelDescriptionList"/>
    <dgm:cxn modelId="{E33E37E0-E692-44D1-ACE5-F0E693DEB00C}" type="presParOf" srcId="{53677B54-3D54-4863-A288-330A4BF446AA}" destId="{496EA3AE-8B33-4502-B5E8-8ABAD08697A9}" srcOrd="4" destOrd="0" presId="urn:microsoft.com/office/officeart/2018/5/layout/CenteredIconLabelDescriptionList"/>
    <dgm:cxn modelId="{A17F0234-6C4C-48F3-A785-9E8C538AB7B7}" type="presParOf" srcId="{5ECF8F0B-77F7-4537-AC97-1DDA2096ED99}" destId="{66D9FB9E-EA17-417A-85BF-CBC86616576D}" srcOrd="3" destOrd="0" presId="urn:microsoft.com/office/officeart/2018/5/layout/CenteredIconLabelDescriptionList"/>
    <dgm:cxn modelId="{E5929FF5-9B01-4B69-9877-71E7B85F9134}" type="presParOf" srcId="{5ECF8F0B-77F7-4537-AC97-1DDA2096ED99}" destId="{D2BEEE77-D34D-42A8-B611-48081F134F5E}" srcOrd="4" destOrd="0" presId="urn:microsoft.com/office/officeart/2018/5/layout/CenteredIconLabelDescriptionList"/>
    <dgm:cxn modelId="{7B3176B7-4BB3-4DB3-8992-FA3E9AB727A6}" type="presParOf" srcId="{D2BEEE77-D34D-42A8-B611-48081F134F5E}" destId="{763D407B-9AE4-4814-8BE4-AAAAE7460DEA}" srcOrd="0" destOrd="0" presId="urn:microsoft.com/office/officeart/2018/5/layout/CenteredIconLabelDescriptionList"/>
    <dgm:cxn modelId="{C2171232-21A6-432C-B13D-E60BAED6C4E1}" type="presParOf" srcId="{D2BEEE77-D34D-42A8-B611-48081F134F5E}" destId="{822AC23A-4391-4219-B10A-8D26EA8B8A93}" srcOrd="1" destOrd="0" presId="urn:microsoft.com/office/officeart/2018/5/layout/CenteredIconLabelDescriptionList"/>
    <dgm:cxn modelId="{B64D8779-E6E7-4EEE-B554-4467135DA91B}" type="presParOf" srcId="{D2BEEE77-D34D-42A8-B611-48081F134F5E}" destId="{676248C7-45B3-4864-89EF-DB6F6BAF799B}" srcOrd="2" destOrd="0" presId="urn:microsoft.com/office/officeart/2018/5/layout/CenteredIconLabelDescriptionList"/>
    <dgm:cxn modelId="{C243FB06-C98B-4E82-A73C-9E0FFD18929E}" type="presParOf" srcId="{D2BEEE77-D34D-42A8-B611-48081F134F5E}" destId="{6B9AC257-933B-41D1-AE96-AD6CD8438CC8}" srcOrd="3" destOrd="0" presId="urn:microsoft.com/office/officeart/2018/5/layout/CenteredIconLabelDescriptionList"/>
    <dgm:cxn modelId="{D29278A9-ECD3-40A9-87A1-08BF294D66CF}" type="presParOf" srcId="{D2BEEE77-D34D-42A8-B611-48081F134F5E}" destId="{3935F23C-2E20-416C-9CE8-674F59792174}" srcOrd="4" destOrd="0" presId="urn:microsoft.com/office/officeart/2018/5/layout/CenteredIconLabelDescriptionList"/>
    <dgm:cxn modelId="{0F874C64-97CF-4780-AD41-7B6FF381A23A}" type="presParOf" srcId="{5ECF8F0B-77F7-4537-AC97-1DDA2096ED99}" destId="{96086930-4176-45C6-AD00-33252B86877D}" srcOrd="5" destOrd="0" presId="urn:microsoft.com/office/officeart/2018/5/layout/CenteredIconLabelDescriptionList"/>
    <dgm:cxn modelId="{76A97CCF-2361-4E37-B1F9-D7F4955E8014}" type="presParOf" srcId="{5ECF8F0B-77F7-4537-AC97-1DDA2096ED99}" destId="{17CF0FFE-8979-48FA-87ED-B20D3FF1E085}" srcOrd="6" destOrd="0" presId="urn:microsoft.com/office/officeart/2018/5/layout/CenteredIconLabelDescriptionList"/>
    <dgm:cxn modelId="{132D8C44-C280-420B-B5A4-1E4C49C093EE}" type="presParOf" srcId="{17CF0FFE-8979-48FA-87ED-B20D3FF1E085}" destId="{E64A01EF-6F51-45DC-BE71-8A56861C31E5}" srcOrd="0" destOrd="0" presId="urn:microsoft.com/office/officeart/2018/5/layout/CenteredIconLabelDescriptionList"/>
    <dgm:cxn modelId="{2D10EB97-4E4D-43CA-9EA6-F45DD0C75133}" type="presParOf" srcId="{17CF0FFE-8979-48FA-87ED-B20D3FF1E085}" destId="{25163FB7-F468-4760-BA30-AA4F5985AA2F}" srcOrd="1" destOrd="0" presId="urn:microsoft.com/office/officeart/2018/5/layout/CenteredIconLabelDescriptionList"/>
    <dgm:cxn modelId="{63C3ABEF-5E8A-4A6F-AE24-5BCD302D71A0}" type="presParOf" srcId="{17CF0FFE-8979-48FA-87ED-B20D3FF1E085}" destId="{1E610C7B-3E7A-490E-9ACB-E0BE2AA0156D}" srcOrd="2" destOrd="0" presId="urn:microsoft.com/office/officeart/2018/5/layout/CenteredIconLabelDescriptionList"/>
    <dgm:cxn modelId="{3A500228-B78B-4D94-9B59-1B6B70CA2C04}" type="presParOf" srcId="{17CF0FFE-8979-48FA-87ED-B20D3FF1E085}" destId="{701C8001-86B9-4109-AE44-C96DB698C480}" srcOrd="3" destOrd="0" presId="urn:microsoft.com/office/officeart/2018/5/layout/CenteredIconLabelDescriptionList"/>
    <dgm:cxn modelId="{C494EAB4-251A-4E69-BC95-454FCDA7568E}" type="presParOf" srcId="{17CF0FFE-8979-48FA-87ED-B20D3FF1E085}" destId="{34BEE8D5-AC28-493C-A5A3-3214EACD0E6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.xml><?xml version="1.0" encoding="utf-8"?>
<dgm:dataModel xmlns:dgm="http://schemas.openxmlformats.org/drawingml/2006/diagram" xmlns:a="http://schemas.openxmlformats.org/drawingml/2006/main">
  <dgm:ptLst>
    <dgm:pt modelId="{8391349F-A14A-476B-95B5-C8043321D86F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3_2" csCatId="accent3" phldr="1"/>
      <dgm:spPr/>
      <dgm:t>
        <a:bodyPr/>
        <a:lstStyle/>
        <a:p>
          <a:endParaRPr lang="en-US"/>
        </a:p>
      </dgm:t>
    </dgm:pt>
    <dgm:pt modelId="{F4B77992-AC69-4023-BA77-D8BA919D7621}">
      <dgm:prSet/>
      <dgm:spPr/>
      <dgm:t>
        <a:bodyPr/>
        <a:lstStyle/>
        <a:p>
          <a:pPr>
            <a:defRPr b="1"/>
          </a:pPr>
          <a:r>
            <a:rPr lang="tr-TR"/>
            <a:t>Secure transactions</a:t>
          </a:r>
          <a:endParaRPr lang="en-US"/>
        </a:p>
      </dgm:t>
    </dgm:pt>
    <dgm:pt modelId="{DCE63C45-7400-46E2-813F-723653ADBF08}" type="parTrans" cxnId="{70D7C97D-53E9-4E4F-8706-6BB98585FA85}">
      <dgm:prSet/>
      <dgm:spPr/>
      <dgm:t>
        <a:bodyPr/>
        <a:lstStyle/>
        <a:p>
          <a:endParaRPr lang="en-US"/>
        </a:p>
      </dgm:t>
    </dgm:pt>
    <dgm:pt modelId="{22A61829-7AF8-4607-A8E2-0B9F2F122472}" type="sibTrans" cxnId="{70D7C97D-53E9-4E4F-8706-6BB98585FA85}">
      <dgm:prSet/>
      <dgm:spPr/>
      <dgm:t>
        <a:bodyPr/>
        <a:lstStyle/>
        <a:p>
          <a:endParaRPr lang="en-US"/>
        </a:p>
      </dgm:t>
    </dgm:pt>
    <dgm:pt modelId="{B3E64A87-AD24-4660-ADC0-FD7BF0F94CBE}">
      <dgm:prSet/>
      <dgm:spPr/>
      <dgm:t>
        <a:bodyPr/>
        <a:lstStyle/>
        <a:p>
          <a:pPr>
            <a:defRPr b="1"/>
          </a:pPr>
          <a:r>
            <a:rPr lang="tr-TR"/>
            <a:t>Proof-of-Work</a:t>
          </a:r>
          <a:endParaRPr lang="en-US"/>
        </a:p>
      </dgm:t>
    </dgm:pt>
    <dgm:pt modelId="{B992A18D-A98A-4933-8E74-431EBDAF4A29}" type="parTrans" cxnId="{7A29071A-F036-47CB-B98D-BD6AC707E80F}">
      <dgm:prSet/>
      <dgm:spPr/>
      <dgm:t>
        <a:bodyPr/>
        <a:lstStyle/>
        <a:p>
          <a:endParaRPr lang="en-US"/>
        </a:p>
      </dgm:t>
    </dgm:pt>
    <dgm:pt modelId="{7FC42F2B-C6EB-4371-939B-CC5B8C1953B2}" type="sibTrans" cxnId="{7A29071A-F036-47CB-B98D-BD6AC707E80F}">
      <dgm:prSet/>
      <dgm:spPr/>
      <dgm:t>
        <a:bodyPr/>
        <a:lstStyle/>
        <a:p>
          <a:endParaRPr lang="en-US"/>
        </a:p>
      </dgm:t>
    </dgm:pt>
    <dgm:pt modelId="{84B2A3A7-F353-4EA7-985F-AF0047673F6A}">
      <dgm:prSet/>
      <dgm:spPr/>
      <dgm:t>
        <a:bodyPr/>
        <a:lstStyle/>
        <a:p>
          <a:r>
            <a:rPr lang="tr-TR"/>
            <a:t>The solution to the difficult mathematical problem</a:t>
          </a:r>
          <a:endParaRPr lang="en-US"/>
        </a:p>
      </dgm:t>
    </dgm:pt>
    <dgm:pt modelId="{5BF9DAEF-2256-4182-BC82-91D3D4284D77}" type="parTrans" cxnId="{1CF8D904-2702-4390-965F-66889A783314}">
      <dgm:prSet/>
      <dgm:spPr/>
      <dgm:t>
        <a:bodyPr/>
        <a:lstStyle/>
        <a:p>
          <a:endParaRPr lang="en-US"/>
        </a:p>
      </dgm:t>
    </dgm:pt>
    <dgm:pt modelId="{B60AF250-1CF9-4127-82A7-C73E9FEBB53E}" type="sibTrans" cxnId="{1CF8D904-2702-4390-965F-66889A783314}">
      <dgm:prSet/>
      <dgm:spPr/>
      <dgm:t>
        <a:bodyPr/>
        <a:lstStyle/>
        <a:p>
          <a:endParaRPr lang="en-US"/>
        </a:p>
      </dgm:t>
    </dgm:pt>
    <dgm:pt modelId="{225FE25C-7EA8-4508-8E5B-592DFAC09416}">
      <dgm:prSet/>
      <dgm:spPr/>
      <dgm:t>
        <a:bodyPr/>
        <a:lstStyle/>
        <a:p>
          <a:r>
            <a:rPr lang="tr-TR" dirty="0" err="1"/>
            <a:t>Included</a:t>
          </a:r>
          <a:r>
            <a:rPr lang="tr-TR" dirty="0"/>
            <a:t> in </a:t>
          </a: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block</a:t>
          </a:r>
          <a:endParaRPr lang="en-US" dirty="0"/>
        </a:p>
      </dgm:t>
    </dgm:pt>
    <dgm:pt modelId="{0A284443-0D05-4A28-9359-9E3E73D03FC8}" type="parTrans" cxnId="{4733D050-3BB7-4A38-8026-F3F67AF88341}">
      <dgm:prSet/>
      <dgm:spPr/>
      <dgm:t>
        <a:bodyPr/>
        <a:lstStyle/>
        <a:p>
          <a:endParaRPr lang="en-US"/>
        </a:p>
      </dgm:t>
    </dgm:pt>
    <dgm:pt modelId="{14BFAF78-5D4A-4BBB-95EA-8DA9FF5BB30A}" type="sibTrans" cxnId="{4733D050-3BB7-4A38-8026-F3F67AF88341}">
      <dgm:prSet/>
      <dgm:spPr/>
      <dgm:t>
        <a:bodyPr/>
        <a:lstStyle/>
        <a:p>
          <a:endParaRPr lang="en-US"/>
        </a:p>
      </dgm:t>
    </dgm:pt>
    <dgm:pt modelId="{A2623EFE-DE76-4E63-99D7-74854B562E69}">
      <dgm:prSet/>
      <dgm:spPr/>
      <dgm:t>
        <a:bodyPr/>
        <a:lstStyle/>
        <a:p>
          <a:r>
            <a:rPr lang="tr-TR"/>
            <a:t>acts as a proof mechanism </a:t>
          </a:r>
          <a:endParaRPr lang="en-US"/>
        </a:p>
      </dgm:t>
    </dgm:pt>
    <dgm:pt modelId="{16532B1C-1826-48D6-82A7-85058E9739EB}" type="parTrans" cxnId="{69C27131-36D4-46D7-B27E-64CC0FB4F13B}">
      <dgm:prSet/>
      <dgm:spPr/>
      <dgm:t>
        <a:bodyPr/>
        <a:lstStyle/>
        <a:p>
          <a:endParaRPr lang="tr-TR"/>
        </a:p>
      </dgm:t>
    </dgm:pt>
    <dgm:pt modelId="{D11FA930-4DFE-4482-BCC9-F9EA1DC17B55}" type="sibTrans" cxnId="{69C27131-36D4-46D7-B27E-64CC0FB4F13B}">
      <dgm:prSet/>
      <dgm:spPr/>
      <dgm:t>
        <a:bodyPr/>
        <a:lstStyle/>
        <a:p>
          <a:endParaRPr lang="tr-TR"/>
        </a:p>
      </dgm:t>
    </dgm:pt>
    <dgm:pt modelId="{7DEEFA9E-7072-4062-A14C-E7E8A8F63B42}">
      <dgm:prSet/>
      <dgm:spPr/>
      <dgm:t>
        <a:bodyPr/>
        <a:lstStyle/>
        <a:p>
          <a:r>
            <a:rPr lang="tr-TR"/>
            <a:t>to secure the transactions included in the block</a:t>
          </a:r>
          <a:endParaRPr lang="en-US"/>
        </a:p>
      </dgm:t>
    </dgm:pt>
    <dgm:pt modelId="{FD807163-6212-4391-9FAD-06291E809BB0}" type="parTrans" cxnId="{A51CABDF-4622-4C1C-83D8-8BE5D740AA1C}">
      <dgm:prSet/>
      <dgm:spPr/>
      <dgm:t>
        <a:bodyPr/>
        <a:lstStyle/>
        <a:p>
          <a:endParaRPr lang="tr-TR"/>
        </a:p>
      </dgm:t>
    </dgm:pt>
    <dgm:pt modelId="{43F7137A-5472-434A-B21E-00FC8FF911B0}" type="sibTrans" cxnId="{A51CABDF-4622-4C1C-83D8-8BE5D740AA1C}">
      <dgm:prSet/>
      <dgm:spPr/>
      <dgm:t>
        <a:bodyPr/>
        <a:lstStyle/>
        <a:p>
          <a:endParaRPr lang="tr-TR"/>
        </a:p>
      </dgm:t>
    </dgm:pt>
    <dgm:pt modelId="{DD624A5C-39D7-45D3-8980-D40E94B22E58}">
      <dgm:prSet/>
      <dgm:spPr/>
      <dgm:t>
        <a:bodyPr/>
        <a:lstStyle/>
        <a:p>
          <a:pPr>
            <a:defRPr b="1"/>
          </a:pPr>
          <a:r>
            <a:rPr lang="tr-TR"/>
            <a:t>Competition</a:t>
          </a:r>
          <a:endParaRPr lang="en-US"/>
        </a:p>
      </dgm:t>
    </dgm:pt>
    <dgm:pt modelId="{8908DAF7-6E04-444F-98F8-28EFFD4CED24}" type="parTrans" cxnId="{F76C6A24-FDEB-4254-A5E0-BF3107DADC13}">
      <dgm:prSet/>
      <dgm:spPr/>
    </dgm:pt>
    <dgm:pt modelId="{85336C88-CD46-40ED-B189-32220ECB61FF}" type="sibTrans" cxnId="{F76C6A24-FDEB-4254-A5E0-BF3107DADC13}">
      <dgm:prSet/>
      <dgm:spPr/>
      <dgm:t>
        <a:bodyPr/>
        <a:lstStyle/>
        <a:p>
          <a:endParaRPr lang="en-US"/>
        </a:p>
      </dgm:t>
    </dgm:pt>
    <dgm:pt modelId="{F6F6C847-96C0-4321-9062-7181D4C221B1}">
      <dgm:prSet/>
      <dgm:spPr/>
      <dgm:t>
        <a:bodyPr/>
        <a:lstStyle/>
        <a:p>
          <a:r>
            <a:rPr lang="tr-TR"/>
            <a:t>Miners compete to solve a cryptographic hash algorithm</a:t>
          </a:r>
        </a:p>
      </dgm:t>
    </dgm:pt>
    <dgm:pt modelId="{219B58BD-1C15-4530-BF04-5806A3111B41}" type="parTrans" cxnId="{83DC18C7-7950-44A6-88FC-9A73AE3AE412}">
      <dgm:prSet/>
      <dgm:spPr/>
      <dgm:t>
        <a:bodyPr/>
        <a:lstStyle/>
        <a:p>
          <a:endParaRPr lang="tr-TR"/>
        </a:p>
      </dgm:t>
    </dgm:pt>
    <dgm:pt modelId="{CD466A5A-0B94-487D-AB93-6AC444815D39}" type="sibTrans" cxnId="{83DC18C7-7950-44A6-88FC-9A73AE3AE412}">
      <dgm:prSet/>
      <dgm:spPr/>
      <dgm:t>
        <a:bodyPr/>
        <a:lstStyle/>
        <a:p>
          <a:endParaRPr lang="tr-TR"/>
        </a:p>
      </dgm:t>
    </dgm:pt>
    <dgm:pt modelId="{5DA6678D-C801-48CD-B823-76B8B4444726}" type="pres">
      <dgm:prSet presAssocID="{8391349F-A14A-476B-95B5-C8043321D86F}" presName="root" presStyleCnt="0">
        <dgm:presLayoutVars>
          <dgm:dir/>
          <dgm:resizeHandles val="exact"/>
        </dgm:presLayoutVars>
      </dgm:prSet>
      <dgm:spPr/>
    </dgm:pt>
    <dgm:pt modelId="{B8DDBFD7-AAC1-4DB6-BDA1-A9D2135F124C}" type="pres">
      <dgm:prSet presAssocID="{F4B77992-AC69-4023-BA77-D8BA919D7621}" presName="compNode" presStyleCnt="0"/>
      <dgm:spPr/>
    </dgm:pt>
    <dgm:pt modelId="{4FDB791D-8E81-4BE2-922E-45C7177617F3}" type="pres">
      <dgm:prSet presAssocID="{F4B77992-AC69-4023-BA77-D8BA919D7621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ilitle"/>
        </a:ext>
      </dgm:extLst>
    </dgm:pt>
    <dgm:pt modelId="{B2B2E2B3-018B-45CF-97AC-072F4FE5C0BC}" type="pres">
      <dgm:prSet presAssocID="{F4B77992-AC69-4023-BA77-D8BA919D7621}" presName="iconSpace" presStyleCnt="0"/>
      <dgm:spPr/>
    </dgm:pt>
    <dgm:pt modelId="{351AB15B-C999-4D26-9031-4A482DA1395A}" type="pres">
      <dgm:prSet presAssocID="{F4B77992-AC69-4023-BA77-D8BA919D7621}" presName="parTx" presStyleLbl="revTx" presStyleIdx="0" presStyleCnt="6">
        <dgm:presLayoutVars>
          <dgm:chMax val="0"/>
          <dgm:chPref val="0"/>
        </dgm:presLayoutVars>
      </dgm:prSet>
      <dgm:spPr/>
    </dgm:pt>
    <dgm:pt modelId="{1005BC44-15FF-4258-909B-EB550E3311E7}" type="pres">
      <dgm:prSet presAssocID="{F4B77992-AC69-4023-BA77-D8BA919D7621}" presName="txSpace" presStyleCnt="0"/>
      <dgm:spPr/>
    </dgm:pt>
    <dgm:pt modelId="{56902AE9-F330-47DE-AD84-3512F6E8902F}" type="pres">
      <dgm:prSet presAssocID="{F4B77992-AC69-4023-BA77-D8BA919D7621}" presName="desTx" presStyleLbl="revTx" presStyleIdx="1" presStyleCnt="6">
        <dgm:presLayoutVars/>
      </dgm:prSet>
      <dgm:spPr/>
    </dgm:pt>
    <dgm:pt modelId="{84725D78-5BD6-46D8-AC32-77E43C91E00B}" type="pres">
      <dgm:prSet presAssocID="{22A61829-7AF8-4607-A8E2-0B9F2F122472}" presName="sibTrans" presStyleCnt="0"/>
      <dgm:spPr/>
    </dgm:pt>
    <dgm:pt modelId="{1E2B1EF3-3755-4C3C-BFC9-E0CDEF475FC1}" type="pres">
      <dgm:prSet presAssocID="{B3E64A87-AD24-4660-ADC0-FD7BF0F94CBE}" presName="compNode" presStyleCnt="0"/>
      <dgm:spPr/>
    </dgm:pt>
    <dgm:pt modelId="{23C25470-303A-4749-85F1-7D465363B2CB}" type="pres">
      <dgm:prSet presAssocID="{B3E64A87-AD24-4660-ADC0-FD7BF0F94CBE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tematik"/>
        </a:ext>
      </dgm:extLst>
    </dgm:pt>
    <dgm:pt modelId="{496A6ED3-1412-459B-BD8E-AF3A3F6CA7DC}" type="pres">
      <dgm:prSet presAssocID="{B3E64A87-AD24-4660-ADC0-FD7BF0F94CBE}" presName="iconSpace" presStyleCnt="0"/>
      <dgm:spPr/>
    </dgm:pt>
    <dgm:pt modelId="{E835BAC4-0260-42C1-B0F0-8F7C09B750D6}" type="pres">
      <dgm:prSet presAssocID="{B3E64A87-AD24-4660-ADC0-FD7BF0F94CBE}" presName="parTx" presStyleLbl="revTx" presStyleIdx="2" presStyleCnt="6">
        <dgm:presLayoutVars>
          <dgm:chMax val="0"/>
          <dgm:chPref val="0"/>
        </dgm:presLayoutVars>
      </dgm:prSet>
      <dgm:spPr/>
    </dgm:pt>
    <dgm:pt modelId="{EEF1A062-EC0E-4B68-BE4A-EBCEC2ABFACD}" type="pres">
      <dgm:prSet presAssocID="{B3E64A87-AD24-4660-ADC0-FD7BF0F94CBE}" presName="txSpace" presStyleCnt="0"/>
      <dgm:spPr/>
    </dgm:pt>
    <dgm:pt modelId="{25C052FF-F3DD-46B3-B734-084B9ECB60C8}" type="pres">
      <dgm:prSet presAssocID="{B3E64A87-AD24-4660-ADC0-FD7BF0F94CBE}" presName="desTx" presStyleLbl="revTx" presStyleIdx="3" presStyleCnt="6">
        <dgm:presLayoutVars/>
      </dgm:prSet>
      <dgm:spPr/>
    </dgm:pt>
    <dgm:pt modelId="{AB194926-8302-4AE1-A99A-B579BA3F8F12}" type="pres">
      <dgm:prSet presAssocID="{7FC42F2B-C6EB-4371-939B-CC5B8C1953B2}" presName="sibTrans" presStyleCnt="0"/>
      <dgm:spPr/>
    </dgm:pt>
    <dgm:pt modelId="{9EE9B528-2C03-4F3A-8E78-CC2D8A5CE5F7}" type="pres">
      <dgm:prSet presAssocID="{DD624A5C-39D7-45D3-8980-D40E94B22E58}" presName="compNode" presStyleCnt="0"/>
      <dgm:spPr/>
    </dgm:pt>
    <dgm:pt modelId="{704ED56F-3859-4EA4-A766-3D9C743C616C}" type="pres">
      <dgm:prSet presAssocID="{DD624A5C-39D7-45D3-8980-D40E94B22E58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siklet sürme"/>
        </a:ext>
      </dgm:extLst>
    </dgm:pt>
    <dgm:pt modelId="{4029D4E4-1133-499D-9D35-878F21D0C387}" type="pres">
      <dgm:prSet presAssocID="{DD624A5C-39D7-45D3-8980-D40E94B22E58}" presName="iconSpace" presStyleCnt="0"/>
      <dgm:spPr/>
    </dgm:pt>
    <dgm:pt modelId="{C0024FFE-C1E0-4DEB-85D5-699EF6ABB4DB}" type="pres">
      <dgm:prSet presAssocID="{DD624A5C-39D7-45D3-8980-D40E94B22E58}" presName="parTx" presStyleLbl="revTx" presStyleIdx="4" presStyleCnt="6">
        <dgm:presLayoutVars>
          <dgm:chMax val="0"/>
          <dgm:chPref val="0"/>
        </dgm:presLayoutVars>
      </dgm:prSet>
      <dgm:spPr/>
    </dgm:pt>
    <dgm:pt modelId="{AA348038-D147-4481-82E6-74DF8975C749}" type="pres">
      <dgm:prSet presAssocID="{DD624A5C-39D7-45D3-8980-D40E94B22E58}" presName="txSpace" presStyleCnt="0"/>
      <dgm:spPr/>
    </dgm:pt>
    <dgm:pt modelId="{EA4BE844-25CF-43A0-B26D-E227393F60B6}" type="pres">
      <dgm:prSet presAssocID="{DD624A5C-39D7-45D3-8980-D40E94B22E58}" presName="desTx" presStyleLbl="revTx" presStyleIdx="5" presStyleCnt="6">
        <dgm:presLayoutVars/>
      </dgm:prSet>
      <dgm:spPr/>
    </dgm:pt>
  </dgm:ptLst>
  <dgm:cxnLst>
    <dgm:cxn modelId="{1CF8D904-2702-4390-965F-66889A783314}" srcId="{B3E64A87-AD24-4660-ADC0-FD7BF0F94CBE}" destId="{84B2A3A7-F353-4EA7-985F-AF0047673F6A}" srcOrd="0" destOrd="0" parTransId="{5BF9DAEF-2256-4182-BC82-91D3D4284D77}" sibTransId="{B60AF250-1CF9-4127-82A7-C73E9FEBB53E}"/>
    <dgm:cxn modelId="{682BC719-D9C1-48E3-809F-22E67314CE1D}" type="presOf" srcId="{F6F6C847-96C0-4321-9062-7181D4C221B1}" destId="{EA4BE844-25CF-43A0-B26D-E227393F60B6}" srcOrd="0" destOrd="0" presId="urn:microsoft.com/office/officeart/2018/2/layout/IconLabelDescriptionList"/>
    <dgm:cxn modelId="{7A29071A-F036-47CB-B98D-BD6AC707E80F}" srcId="{8391349F-A14A-476B-95B5-C8043321D86F}" destId="{B3E64A87-AD24-4660-ADC0-FD7BF0F94CBE}" srcOrd="1" destOrd="0" parTransId="{B992A18D-A98A-4933-8E74-431EBDAF4A29}" sibTransId="{7FC42F2B-C6EB-4371-939B-CC5B8C1953B2}"/>
    <dgm:cxn modelId="{F76C6A24-FDEB-4254-A5E0-BF3107DADC13}" srcId="{8391349F-A14A-476B-95B5-C8043321D86F}" destId="{DD624A5C-39D7-45D3-8980-D40E94B22E58}" srcOrd="2" destOrd="0" parTransId="{8908DAF7-6E04-444F-98F8-28EFFD4CED24}" sibTransId="{85336C88-CD46-40ED-B189-32220ECB61FF}"/>
    <dgm:cxn modelId="{69C27131-36D4-46D7-B27E-64CC0FB4F13B}" srcId="{F4B77992-AC69-4023-BA77-D8BA919D7621}" destId="{A2623EFE-DE76-4E63-99D7-74854B562E69}" srcOrd="0" destOrd="0" parTransId="{16532B1C-1826-48D6-82A7-85058E9739EB}" sibTransId="{D11FA930-4DFE-4482-BCC9-F9EA1DC17B55}"/>
    <dgm:cxn modelId="{9E926B66-AEA8-45AC-B8A3-A08B00013AEE}" type="presOf" srcId="{8391349F-A14A-476B-95B5-C8043321D86F}" destId="{5DA6678D-C801-48CD-B823-76B8B4444726}" srcOrd="0" destOrd="0" presId="urn:microsoft.com/office/officeart/2018/2/layout/IconLabelDescriptionList"/>
    <dgm:cxn modelId="{AAA8E949-ECF8-4702-B7AF-F89C51BE8F4E}" type="presOf" srcId="{A2623EFE-DE76-4E63-99D7-74854B562E69}" destId="{56902AE9-F330-47DE-AD84-3512F6E8902F}" srcOrd="0" destOrd="0" presId="urn:microsoft.com/office/officeart/2018/2/layout/IconLabelDescriptionList"/>
    <dgm:cxn modelId="{4733D050-3BB7-4A38-8026-F3F67AF88341}" srcId="{B3E64A87-AD24-4660-ADC0-FD7BF0F94CBE}" destId="{225FE25C-7EA8-4508-8E5B-592DFAC09416}" srcOrd="1" destOrd="0" parTransId="{0A284443-0D05-4A28-9359-9E3E73D03FC8}" sibTransId="{14BFAF78-5D4A-4BBB-95EA-8DA9FF5BB30A}"/>
    <dgm:cxn modelId="{70D7C97D-53E9-4E4F-8706-6BB98585FA85}" srcId="{8391349F-A14A-476B-95B5-C8043321D86F}" destId="{F4B77992-AC69-4023-BA77-D8BA919D7621}" srcOrd="0" destOrd="0" parTransId="{DCE63C45-7400-46E2-813F-723653ADBF08}" sibTransId="{22A61829-7AF8-4607-A8E2-0B9F2F122472}"/>
    <dgm:cxn modelId="{03C04785-9500-4C22-83A1-99BFB764F966}" type="presOf" srcId="{DD624A5C-39D7-45D3-8980-D40E94B22E58}" destId="{C0024FFE-C1E0-4DEB-85D5-699EF6ABB4DB}" srcOrd="0" destOrd="0" presId="urn:microsoft.com/office/officeart/2018/2/layout/IconLabelDescriptionList"/>
    <dgm:cxn modelId="{ABD00A89-9986-4176-AE6B-303A9535D56C}" type="presOf" srcId="{7DEEFA9E-7072-4062-A14C-E7E8A8F63B42}" destId="{56902AE9-F330-47DE-AD84-3512F6E8902F}" srcOrd="0" destOrd="1" presId="urn:microsoft.com/office/officeart/2018/2/layout/IconLabelDescriptionList"/>
    <dgm:cxn modelId="{E58AD989-FAC0-4CCA-AA1B-8F161E1C3791}" type="presOf" srcId="{F4B77992-AC69-4023-BA77-D8BA919D7621}" destId="{351AB15B-C999-4D26-9031-4A482DA1395A}" srcOrd="0" destOrd="0" presId="urn:microsoft.com/office/officeart/2018/2/layout/IconLabelDescriptionList"/>
    <dgm:cxn modelId="{B4EE7DB9-0120-42E0-B5CD-14B6866B6361}" type="presOf" srcId="{84B2A3A7-F353-4EA7-985F-AF0047673F6A}" destId="{25C052FF-F3DD-46B3-B734-084B9ECB60C8}" srcOrd="0" destOrd="0" presId="urn:microsoft.com/office/officeart/2018/2/layout/IconLabelDescriptionList"/>
    <dgm:cxn modelId="{85B91BBD-633D-42E1-9801-257AF77F9EFC}" type="presOf" srcId="{225FE25C-7EA8-4508-8E5B-592DFAC09416}" destId="{25C052FF-F3DD-46B3-B734-084B9ECB60C8}" srcOrd="0" destOrd="1" presId="urn:microsoft.com/office/officeart/2018/2/layout/IconLabelDescriptionList"/>
    <dgm:cxn modelId="{83DC18C7-7950-44A6-88FC-9A73AE3AE412}" srcId="{DD624A5C-39D7-45D3-8980-D40E94B22E58}" destId="{F6F6C847-96C0-4321-9062-7181D4C221B1}" srcOrd="0" destOrd="0" parTransId="{219B58BD-1C15-4530-BF04-5806A3111B41}" sibTransId="{CD466A5A-0B94-487D-AB93-6AC444815D39}"/>
    <dgm:cxn modelId="{A51CABDF-4622-4C1C-83D8-8BE5D740AA1C}" srcId="{F4B77992-AC69-4023-BA77-D8BA919D7621}" destId="{7DEEFA9E-7072-4062-A14C-E7E8A8F63B42}" srcOrd="1" destOrd="0" parTransId="{FD807163-6212-4391-9FAD-06291E809BB0}" sibTransId="{43F7137A-5472-434A-B21E-00FC8FF911B0}"/>
    <dgm:cxn modelId="{43D659EF-6602-451A-9904-2B7DC4E80718}" type="presOf" srcId="{B3E64A87-AD24-4660-ADC0-FD7BF0F94CBE}" destId="{E835BAC4-0260-42C1-B0F0-8F7C09B750D6}" srcOrd="0" destOrd="0" presId="urn:microsoft.com/office/officeart/2018/2/layout/IconLabelDescriptionList"/>
    <dgm:cxn modelId="{CA95C184-D816-4A67-A70B-5125ABC550BB}" type="presParOf" srcId="{5DA6678D-C801-48CD-B823-76B8B4444726}" destId="{B8DDBFD7-AAC1-4DB6-BDA1-A9D2135F124C}" srcOrd="0" destOrd="0" presId="urn:microsoft.com/office/officeart/2018/2/layout/IconLabelDescriptionList"/>
    <dgm:cxn modelId="{DBA9D9EE-E8BB-451B-B9AB-C7FEA0A989A0}" type="presParOf" srcId="{B8DDBFD7-AAC1-4DB6-BDA1-A9D2135F124C}" destId="{4FDB791D-8E81-4BE2-922E-45C7177617F3}" srcOrd="0" destOrd="0" presId="urn:microsoft.com/office/officeart/2018/2/layout/IconLabelDescriptionList"/>
    <dgm:cxn modelId="{5B79ACCD-AADC-4D52-8D84-E5429825FE06}" type="presParOf" srcId="{B8DDBFD7-AAC1-4DB6-BDA1-A9D2135F124C}" destId="{B2B2E2B3-018B-45CF-97AC-072F4FE5C0BC}" srcOrd="1" destOrd="0" presId="urn:microsoft.com/office/officeart/2018/2/layout/IconLabelDescriptionList"/>
    <dgm:cxn modelId="{3DE5A563-1D05-407A-87FD-28012A1DFC13}" type="presParOf" srcId="{B8DDBFD7-AAC1-4DB6-BDA1-A9D2135F124C}" destId="{351AB15B-C999-4D26-9031-4A482DA1395A}" srcOrd="2" destOrd="0" presId="urn:microsoft.com/office/officeart/2018/2/layout/IconLabelDescriptionList"/>
    <dgm:cxn modelId="{D2209FDE-3F3F-4259-9E18-C450A7A0C014}" type="presParOf" srcId="{B8DDBFD7-AAC1-4DB6-BDA1-A9D2135F124C}" destId="{1005BC44-15FF-4258-909B-EB550E3311E7}" srcOrd="3" destOrd="0" presId="urn:microsoft.com/office/officeart/2018/2/layout/IconLabelDescriptionList"/>
    <dgm:cxn modelId="{1BC6FF07-49D6-49D3-BCCA-96B8FC0A6A52}" type="presParOf" srcId="{B8DDBFD7-AAC1-4DB6-BDA1-A9D2135F124C}" destId="{56902AE9-F330-47DE-AD84-3512F6E8902F}" srcOrd="4" destOrd="0" presId="urn:microsoft.com/office/officeart/2018/2/layout/IconLabelDescriptionList"/>
    <dgm:cxn modelId="{DAA0D5D2-067E-420B-AAC6-CD32FCA7D1CA}" type="presParOf" srcId="{5DA6678D-C801-48CD-B823-76B8B4444726}" destId="{84725D78-5BD6-46D8-AC32-77E43C91E00B}" srcOrd="1" destOrd="0" presId="urn:microsoft.com/office/officeart/2018/2/layout/IconLabelDescriptionList"/>
    <dgm:cxn modelId="{52427372-93CF-449F-82DB-F3BBE204D81C}" type="presParOf" srcId="{5DA6678D-C801-48CD-B823-76B8B4444726}" destId="{1E2B1EF3-3755-4C3C-BFC9-E0CDEF475FC1}" srcOrd="2" destOrd="0" presId="urn:microsoft.com/office/officeart/2018/2/layout/IconLabelDescriptionList"/>
    <dgm:cxn modelId="{D341446C-43C1-42C0-8190-505783930779}" type="presParOf" srcId="{1E2B1EF3-3755-4C3C-BFC9-E0CDEF475FC1}" destId="{23C25470-303A-4749-85F1-7D465363B2CB}" srcOrd="0" destOrd="0" presId="urn:microsoft.com/office/officeart/2018/2/layout/IconLabelDescriptionList"/>
    <dgm:cxn modelId="{17C82359-DB2B-4FCB-8531-259D71EF825E}" type="presParOf" srcId="{1E2B1EF3-3755-4C3C-BFC9-E0CDEF475FC1}" destId="{496A6ED3-1412-459B-BD8E-AF3A3F6CA7DC}" srcOrd="1" destOrd="0" presId="urn:microsoft.com/office/officeart/2018/2/layout/IconLabelDescriptionList"/>
    <dgm:cxn modelId="{1C53FCB2-8A55-4BD4-9DA5-730583484754}" type="presParOf" srcId="{1E2B1EF3-3755-4C3C-BFC9-E0CDEF475FC1}" destId="{E835BAC4-0260-42C1-B0F0-8F7C09B750D6}" srcOrd="2" destOrd="0" presId="urn:microsoft.com/office/officeart/2018/2/layout/IconLabelDescriptionList"/>
    <dgm:cxn modelId="{6880AB2E-7461-4070-8F15-FF9E24A9A6BE}" type="presParOf" srcId="{1E2B1EF3-3755-4C3C-BFC9-E0CDEF475FC1}" destId="{EEF1A062-EC0E-4B68-BE4A-EBCEC2ABFACD}" srcOrd="3" destOrd="0" presId="urn:microsoft.com/office/officeart/2018/2/layout/IconLabelDescriptionList"/>
    <dgm:cxn modelId="{B51442A7-1D95-4400-B29F-9AFBB04E31CF}" type="presParOf" srcId="{1E2B1EF3-3755-4C3C-BFC9-E0CDEF475FC1}" destId="{25C052FF-F3DD-46B3-B734-084B9ECB60C8}" srcOrd="4" destOrd="0" presId="urn:microsoft.com/office/officeart/2018/2/layout/IconLabelDescriptionList"/>
    <dgm:cxn modelId="{06C3F500-A6FF-4802-A013-BD18E4FE5B16}" type="presParOf" srcId="{5DA6678D-C801-48CD-B823-76B8B4444726}" destId="{AB194926-8302-4AE1-A99A-B579BA3F8F12}" srcOrd="3" destOrd="0" presId="urn:microsoft.com/office/officeart/2018/2/layout/IconLabelDescriptionList"/>
    <dgm:cxn modelId="{A551B307-6A45-403F-9663-D0DF6489C898}" type="presParOf" srcId="{5DA6678D-C801-48CD-B823-76B8B4444726}" destId="{9EE9B528-2C03-4F3A-8E78-CC2D8A5CE5F7}" srcOrd="4" destOrd="0" presId="urn:microsoft.com/office/officeart/2018/2/layout/IconLabelDescriptionList"/>
    <dgm:cxn modelId="{21C24794-A1E3-4243-9642-CC3DC8A98449}" type="presParOf" srcId="{9EE9B528-2C03-4F3A-8E78-CC2D8A5CE5F7}" destId="{704ED56F-3859-4EA4-A766-3D9C743C616C}" srcOrd="0" destOrd="0" presId="urn:microsoft.com/office/officeart/2018/2/layout/IconLabelDescriptionList"/>
    <dgm:cxn modelId="{D1B9751C-B8AC-44A5-BDFD-CFD51D56E086}" type="presParOf" srcId="{9EE9B528-2C03-4F3A-8E78-CC2D8A5CE5F7}" destId="{4029D4E4-1133-499D-9D35-878F21D0C387}" srcOrd="1" destOrd="0" presId="urn:microsoft.com/office/officeart/2018/2/layout/IconLabelDescriptionList"/>
    <dgm:cxn modelId="{66464058-437A-4CAE-AF95-D9E5CFCA6D97}" type="presParOf" srcId="{9EE9B528-2C03-4F3A-8E78-CC2D8A5CE5F7}" destId="{C0024FFE-C1E0-4DEB-85D5-699EF6ABB4DB}" srcOrd="2" destOrd="0" presId="urn:microsoft.com/office/officeart/2018/2/layout/IconLabelDescriptionList"/>
    <dgm:cxn modelId="{423D7D45-B371-42C5-852D-5B04B6C3B99E}" type="presParOf" srcId="{9EE9B528-2C03-4F3A-8E78-CC2D8A5CE5F7}" destId="{AA348038-D147-4481-82E6-74DF8975C749}" srcOrd="3" destOrd="0" presId="urn:microsoft.com/office/officeart/2018/2/layout/IconLabelDescriptionList"/>
    <dgm:cxn modelId="{AEA514FA-83BB-460A-ABA3-52D21F3EE75C}" type="presParOf" srcId="{9EE9B528-2C03-4F3A-8E78-CC2D8A5CE5F7}" destId="{EA4BE844-25CF-43A0-B26D-E227393F60B6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.xml><?xml version="1.0" encoding="utf-8"?>
<dgm:dataModel xmlns:dgm="http://schemas.openxmlformats.org/drawingml/2006/diagram" xmlns:a="http://schemas.openxmlformats.org/drawingml/2006/main">
  <dgm:ptLst>
    <dgm:pt modelId="{BBF06032-BDCB-4998-9715-1C316EDAF49C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0F39DDB0-3BB2-488D-8EDA-7AEB1E6C4FC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Bitcoin’s money supply</a:t>
          </a:r>
          <a:endParaRPr lang="en-US"/>
        </a:p>
      </dgm:t>
    </dgm:pt>
    <dgm:pt modelId="{88048FF3-A770-453E-8B35-6FE63053FC7B}" type="parTrans" cxnId="{1152B80B-F01F-4FEC-A991-25A06EE78115}">
      <dgm:prSet/>
      <dgm:spPr/>
      <dgm:t>
        <a:bodyPr/>
        <a:lstStyle/>
        <a:p>
          <a:endParaRPr lang="en-US"/>
        </a:p>
      </dgm:t>
    </dgm:pt>
    <dgm:pt modelId="{ACCA6034-5EE0-4103-B301-FCA9EAB26159}" type="sibTrans" cxnId="{1152B80B-F01F-4FEC-A991-25A06EE78115}">
      <dgm:prSet/>
      <dgm:spPr/>
      <dgm:t>
        <a:bodyPr/>
        <a:lstStyle/>
        <a:p>
          <a:endParaRPr lang="en-US"/>
        </a:p>
      </dgm:t>
    </dgm:pt>
    <dgm:pt modelId="{A8E0988B-6832-4ECB-BED6-77916D2CB38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Created by mining process</a:t>
          </a:r>
          <a:endParaRPr lang="en-US"/>
        </a:p>
      </dgm:t>
    </dgm:pt>
    <dgm:pt modelId="{1C025A17-77E9-40F6-9DD3-6B3364084F5A}" type="parTrans" cxnId="{A67E549B-93EB-47D2-A858-421BA16700E1}">
      <dgm:prSet/>
      <dgm:spPr/>
      <dgm:t>
        <a:bodyPr/>
        <a:lstStyle/>
        <a:p>
          <a:endParaRPr lang="en-US"/>
        </a:p>
      </dgm:t>
    </dgm:pt>
    <dgm:pt modelId="{22E6EA63-9E5F-44F4-9AF2-36D94584BD16}" type="sibTrans" cxnId="{A67E549B-93EB-47D2-A858-421BA16700E1}">
      <dgm:prSet/>
      <dgm:spPr/>
      <dgm:t>
        <a:bodyPr/>
        <a:lstStyle/>
        <a:p>
          <a:endParaRPr lang="en-US"/>
        </a:p>
      </dgm:t>
    </dgm:pt>
    <dgm:pt modelId="{198680AC-A047-425E-A7A1-F86930F083F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Similar to central banks issuing new money</a:t>
          </a:r>
          <a:endParaRPr lang="en-US"/>
        </a:p>
      </dgm:t>
    </dgm:pt>
    <dgm:pt modelId="{52E1B716-A62F-4D8C-A984-5EB93703CF8B}" type="parTrans" cxnId="{EFEC2F78-CEE5-49B4-BED0-CB0710322099}">
      <dgm:prSet/>
      <dgm:spPr/>
      <dgm:t>
        <a:bodyPr/>
        <a:lstStyle/>
        <a:p>
          <a:endParaRPr lang="en-US"/>
        </a:p>
      </dgm:t>
    </dgm:pt>
    <dgm:pt modelId="{8052C1CF-1218-4FCB-8375-4CAC608D22C4}" type="sibTrans" cxnId="{EFEC2F78-CEE5-49B4-BED0-CB0710322099}">
      <dgm:prSet/>
      <dgm:spPr/>
      <dgm:t>
        <a:bodyPr/>
        <a:lstStyle/>
        <a:p>
          <a:endParaRPr lang="en-US"/>
        </a:p>
      </dgm:t>
    </dgm:pt>
    <dgm:pt modelId="{428A09D8-C5FF-43BA-9599-6A80045606C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Decrease of bitcoin per block</a:t>
          </a:r>
          <a:endParaRPr lang="en-US"/>
        </a:p>
      </dgm:t>
    </dgm:pt>
    <dgm:pt modelId="{22809E74-08B0-4B77-8DDD-F0E5AA8EA5C5}" type="parTrans" cxnId="{BC339CEA-2BCC-45ED-B12F-6E77B5EB7F8A}">
      <dgm:prSet/>
      <dgm:spPr/>
      <dgm:t>
        <a:bodyPr/>
        <a:lstStyle/>
        <a:p>
          <a:endParaRPr lang="en-US"/>
        </a:p>
      </dgm:t>
    </dgm:pt>
    <dgm:pt modelId="{98794155-24E3-4CC5-99FE-002E717681DE}" type="sibTrans" cxnId="{BC339CEA-2BCC-45ED-B12F-6E77B5EB7F8A}">
      <dgm:prSet/>
      <dgm:spPr/>
      <dgm:t>
        <a:bodyPr/>
        <a:lstStyle/>
        <a:p>
          <a:endParaRPr lang="en-US"/>
        </a:p>
      </dgm:t>
    </dgm:pt>
    <dgm:pt modelId="{334A374C-6F39-4761-B04C-7802F3231C3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It started at 50 bitcoin per block in January of 2009</a:t>
          </a:r>
        </a:p>
      </dgm:t>
    </dgm:pt>
    <dgm:pt modelId="{AFDAE3B2-2E3B-4E23-A3F6-1482076487E6}" type="parTrans" cxnId="{1FE68867-DBEF-42B1-B77F-CA6A3DB1CF9C}">
      <dgm:prSet/>
      <dgm:spPr/>
      <dgm:t>
        <a:bodyPr/>
        <a:lstStyle/>
        <a:p>
          <a:endParaRPr lang="en-US"/>
        </a:p>
      </dgm:t>
    </dgm:pt>
    <dgm:pt modelId="{ECBADA05-3735-42A5-BDD6-28D8E6416E87}" type="sibTrans" cxnId="{1FE68867-DBEF-42B1-B77F-CA6A3DB1CF9C}">
      <dgm:prSet/>
      <dgm:spPr/>
      <dgm:t>
        <a:bodyPr/>
        <a:lstStyle/>
        <a:p>
          <a:endParaRPr lang="en-US"/>
        </a:p>
      </dgm:t>
    </dgm:pt>
    <dgm:pt modelId="{C891AAA3-0F46-4EDE-A691-6DE51B4B968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halved to 25 bitcoin</a:t>
          </a:r>
          <a:r>
            <a:rPr lang="tr-TR"/>
            <a:t> </a:t>
          </a:r>
          <a:r>
            <a:rPr lang="en-US"/>
            <a:t>per block in November of 2012</a:t>
          </a:r>
        </a:p>
      </dgm:t>
    </dgm:pt>
    <dgm:pt modelId="{0BB2EAC7-9BB7-4CC3-879B-4C684DF8C16F}" type="parTrans" cxnId="{CF862CDF-DFEF-40AE-97E0-318035AFDBDF}">
      <dgm:prSet/>
      <dgm:spPr/>
      <dgm:t>
        <a:bodyPr/>
        <a:lstStyle/>
        <a:p>
          <a:endParaRPr lang="en-US"/>
        </a:p>
      </dgm:t>
    </dgm:pt>
    <dgm:pt modelId="{6C648F26-8CCA-4F5C-B5FE-780877100746}" type="sibTrans" cxnId="{CF862CDF-DFEF-40AE-97E0-318035AFDBDF}">
      <dgm:prSet/>
      <dgm:spPr/>
      <dgm:t>
        <a:bodyPr/>
        <a:lstStyle/>
        <a:p>
          <a:endParaRPr lang="en-US"/>
        </a:p>
      </dgm:t>
    </dgm:pt>
    <dgm:pt modelId="{016B2B67-3943-4F67-816D-F3CE7E89FF0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It halved again to 12.5 bitcoin in July 2016</a:t>
          </a:r>
        </a:p>
      </dgm:t>
    </dgm:pt>
    <dgm:pt modelId="{05446E19-003D-4FF6-82B5-8E6120E14ED7}" type="parTrans" cxnId="{84060E5A-D325-47C7-803A-9A894F084CC7}">
      <dgm:prSet/>
      <dgm:spPr/>
      <dgm:t>
        <a:bodyPr/>
        <a:lstStyle/>
        <a:p>
          <a:endParaRPr lang="en-US"/>
        </a:p>
      </dgm:t>
    </dgm:pt>
    <dgm:pt modelId="{1C4D181A-D0D8-4CAD-BE97-3E7B9C99B117}" type="sibTrans" cxnId="{84060E5A-D325-47C7-803A-9A894F084CC7}">
      <dgm:prSet/>
      <dgm:spPr/>
      <dgm:t>
        <a:bodyPr/>
        <a:lstStyle/>
        <a:p>
          <a:endParaRPr lang="en-US"/>
        </a:p>
      </dgm:t>
    </dgm:pt>
    <dgm:pt modelId="{63E086CB-2786-4C7F-A55C-5A7CFD20B44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2140</a:t>
          </a:r>
          <a:endParaRPr lang="en-US"/>
        </a:p>
      </dgm:t>
    </dgm:pt>
    <dgm:pt modelId="{435ED523-2CFA-45F1-A185-DFBA0F2BF033}" type="parTrans" cxnId="{1E83BB59-1456-4FA5-8C2D-EBEFD97FD2C0}">
      <dgm:prSet/>
      <dgm:spPr/>
      <dgm:t>
        <a:bodyPr/>
        <a:lstStyle/>
        <a:p>
          <a:endParaRPr lang="en-US"/>
        </a:p>
      </dgm:t>
    </dgm:pt>
    <dgm:pt modelId="{A4568871-1FE0-4B7E-B29D-F4B5CE0B567F}" type="sibTrans" cxnId="{1E83BB59-1456-4FA5-8C2D-EBEFD97FD2C0}">
      <dgm:prSet/>
      <dgm:spPr/>
      <dgm:t>
        <a:bodyPr/>
        <a:lstStyle/>
        <a:p>
          <a:endParaRPr lang="en-US"/>
        </a:p>
      </dgm:t>
    </dgm:pt>
    <dgm:pt modelId="{C86C73E7-F61F-4866-94CC-528154CF61C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Decrease is exponential by half every 4 years</a:t>
          </a:r>
          <a:endParaRPr lang="en-US"/>
        </a:p>
      </dgm:t>
    </dgm:pt>
    <dgm:pt modelId="{7D402BDA-63E3-4C56-BFA0-BA57D6641E66}" type="parTrans" cxnId="{7B808485-3262-4CE7-A826-521727B7FD40}">
      <dgm:prSet/>
      <dgm:spPr/>
      <dgm:t>
        <a:bodyPr/>
        <a:lstStyle/>
        <a:p>
          <a:endParaRPr lang="en-US"/>
        </a:p>
      </dgm:t>
    </dgm:pt>
    <dgm:pt modelId="{1975A676-191B-4F47-BE49-8A0D0D6C5BD8}" type="sibTrans" cxnId="{7B808485-3262-4CE7-A826-521727B7FD40}">
      <dgm:prSet/>
      <dgm:spPr/>
      <dgm:t>
        <a:bodyPr/>
        <a:lstStyle/>
        <a:p>
          <a:endParaRPr lang="en-US"/>
        </a:p>
      </dgm:t>
    </dgm:pt>
    <dgm:pt modelId="{D5050D0E-0A07-40CD-BA1E-B2E85ECECCB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All</a:t>
          </a:r>
          <a:r>
            <a:rPr lang="tr-TR" dirty="0"/>
            <a:t> 20.99999998 </a:t>
          </a:r>
          <a:r>
            <a:rPr lang="tr-TR" dirty="0" err="1"/>
            <a:t>million</a:t>
          </a:r>
          <a:r>
            <a:rPr lang="tr-TR" dirty="0"/>
            <a:t> </a:t>
          </a:r>
          <a:r>
            <a:rPr lang="tr-TR" dirty="0" err="1"/>
            <a:t>bitcoin</a:t>
          </a:r>
          <a:endParaRPr lang="en-US" dirty="0"/>
        </a:p>
      </dgm:t>
    </dgm:pt>
    <dgm:pt modelId="{16C3EE03-5E1B-4725-AE09-97033333BCFD}" type="parTrans" cxnId="{25BCC394-6DBF-4013-8F2E-777CC54B9A07}">
      <dgm:prSet/>
      <dgm:spPr/>
      <dgm:t>
        <a:bodyPr/>
        <a:lstStyle/>
        <a:p>
          <a:endParaRPr lang="en-US"/>
        </a:p>
      </dgm:t>
    </dgm:pt>
    <dgm:pt modelId="{2D3C0B43-E926-4F35-BC1E-073CC96F139C}" type="sibTrans" cxnId="{25BCC394-6DBF-4013-8F2E-777CC54B9A07}">
      <dgm:prSet/>
      <dgm:spPr/>
      <dgm:t>
        <a:bodyPr/>
        <a:lstStyle/>
        <a:p>
          <a:endParaRPr lang="en-US"/>
        </a:p>
      </dgm:t>
    </dgm:pt>
    <dgm:pt modelId="{12721A65-29A3-4DB2-93A6-3C9781E2751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will</a:t>
          </a:r>
          <a:r>
            <a:rPr lang="tr-TR" dirty="0"/>
            <a:t> </a:t>
          </a:r>
          <a:r>
            <a:rPr lang="tr-TR" dirty="0" err="1"/>
            <a:t>have</a:t>
          </a:r>
          <a:r>
            <a:rPr lang="tr-TR" dirty="0"/>
            <a:t> </a:t>
          </a:r>
          <a:r>
            <a:rPr lang="tr-TR" dirty="0" err="1"/>
            <a:t>been</a:t>
          </a:r>
          <a:r>
            <a:rPr lang="tr-TR" dirty="0"/>
            <a:t> </a:t>
          </a:r>
          <a:r>
            <a:rPr lang="tr-TR" dirty="0" err="1"/>
            <a:t>issued</a:t>
          </a:r>
          <a:endParaRPr lang="en-US" dirty="0"/>
        </a:p>
      </dgm:t>
    </dgm:pt>
    <dgm:pt modelId="{45B6B3CC-C574-4BE2-98FF-F14EB9E84B16}" type="parTrans" cxnId="{22CFC45E-7D65-4C1E-9433-83AF54F7BCDA}">
      <dgm:prSet/>
      <dgm:spPr/>
    </dgm:pt>
    <dgm:pt modelId="{3AA570ED-AF3E-4A5A-A892-DDBF4C264FD4}" type="sibTrans" cxnId="{22CFC45E-7D65-4C1E-9433-83AF54F7BCDA}">
      <dgm:prSet/>
      <dgm:spPr/>
    </dgm:pt>
    <dgm:pt modelId="{6F115B61-B985-4097-B8C2-828CBAD030E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approximately </a:t>
          </a: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year</a:t>
          </a:r>
          <a:r>
            <a:rPr lang="tr-TR" dirty="0"/>
            <a:t> 2140</a:t>
          </a:r>
          <a:endParaRPr lang="en-US" dirty="0"/>
        </a:p>
      </dgm:t>
    </dgm:pt>
    <dgm:pt modelId="{0D60FAC9-D624-4290-A845-0B8B20395E2D}" type="parTrans" cxnId="{C90546D8-E723-441A-8756-D9F25AC71DDC}">
      <dgm:prSet/>
      <dgm:spPr/>
    </dgm:pt>
    <dgm:pt modelId="{77D1B656-FF2B-4765-A0FF-44C83D273B90}" type="sibTrans" cxnId="{C90546D8-E723-441A-8756-D9F25AC71DDC}">
      <dgm:prSet/>
      <dgm:spPr/>
    </dgm:pt>
    <dgm:pt modelId="{0AFF448A-2333-48BC-90CC-B6E55B6A0982}" type="pres">
      <dgm:prSet presAssocID="{BBF06032-BDCB-4998-9715-1C316EDAF49C}" presName="root" presStyleCnt="0">
        <dgm:presLayoutVars>
          <dgm:dir/>
          <dgm:resizeHandles val="exact"/>
        </dgm:presLayoutVars>
      </dgm:prSet>
      <dgm:spPr/>
    </dgm:pt>
    <dgm:pt modelId="{4B02875B-A27A-434A-A5FB-4117C155A356}" type="pres">
      <dgm:prSet presAssocID="{0F39DDB0-3BB2-488D-8EDA-7AEB1E6C4FCC}" presName="compNode" presStyleCnt="0"/>
      <dgm:spPr/>
    </dgm:pt>
    <dgm:pt modelId="{4A77E281-D561-44E8-9EC0-44F480D973AC}" type="pres">
      <dgm:prSet presAssocID="{0F39DDB0-3BB2-488D-8EDA-7AEB1E6C4FCC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a"/>
        </a:ext>
      </dgm:extLst>
    </dgm:pt>
    <dgm:pt modelId="{F0D092AA-FD6B-4576-A773-5F65FB8055BC}" type="pres">
      <dgm:prSet presAssocID="{0F39DDB0-3BB2-488D-8EDA-7AEB1E6C4FCC}" presName="iconSpace" presStyleCnt="0"/>
      <dgm:spPr/>
    </dgm:pt>
    <dgm:pt modelId="{10476304-132D-47FE-9DDE-68FC28AA293D}" type="pres">
      <dgm:prSet presAssocID="{0F39DDB0-3BB2-488D-8EDA-7AEB1E6C4FCC}" presName="parTx" presStyleLbl="revTx" presStyleIdx="0" presStyleCnt="6">
        <dgm:presLayoutVars>
          <dgm:chMax val="0"/>
          <dgm:chPref val="0"/>
        </dgm:presLayoutVars>
      </dgm:prSet>
      <dgm:spPr/>
    </dgm:pt>
    <dgm:pt modelId="{3E99A266-68F8-4CC8-A9E6-8C635037A5B9}" type="pres">
      <dgm:prSet presAssocID="{0F39DDB0-3BB2-488D-8EDA-7AEB1E6C4FCC}" presName="txSpace" presStyleCnt="0"/>
      <dgm:spPr/>
    </dgm:pt>
    <dgm:pt modelId="{89FDABA7-4ECB-4528-9E10-941ADDCD3753}" type="pres">
      <dgm:prSet presAssocID="{0F39DDB0-3BB2-488D-8EDA-7AEB1E6C4FCC}" presName="desTx" presStyleLbl="revTx" presStyleIdx="1" presStyleCnt="6">
        <dgm:presLayoutVars/>
      </dgm:prSet>
      <dgm:spPr/>
    </dgm:pt>
    <dgm:pt modelId="{E6935EF0-A134-4B17-BC1B-E108D73CBE77}" type="pres">
      <dgm:prSet presAssocID="{ACCA6034-5EE0-4103-B301-FCA9EAB26159}" presName="sibTrans" presStyleCnt="0"/>
      <dgm:spPr/>
    </dgm:pt>
    <dgm:pt modelId="{6C306317-8BB4-4D8D-84EE-7127347CFF13}" type="pres">
      <dgm:prSet presAssocID="{428A09D8-C5FF-43BA-9599-6A80045606C4}" presName="compNode" presStyleCnt="0"/>
      <dgm:spPr/>
    </dgm:pt>
    <dgm:pt modelId="{5A2A0021-0768-4EEF-9862-4F45A365A4EB}" type="pres">
      <dgm:prSet presAssocID="{428A09D8-C5FF-43BA-9599-6A80045606C4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ar"/>
        </a:ext>
      </dgm:extLst>
    </dgm:pt>
    <dgm:pt modelId="{C1FC4C7E-3CED-48F3-A88A-4ED31B4D2A9A}" type="pres">
      <dgm:prSet presAssocID="{428A09D8-C5FF-43BA-9599-6A80045606C4}" presName="iconSpace" presStyleCnt="0"/>
      <dgm:spPr/>
    </dgm:pt>
    <dgm:pt modelId="{ABDA243B-8C41-4493-BC71-BD547AF5059D}" type="pres">
      <dgm:prSet presAssocID="{428A09D8-C5FF-43BA-9599-6A80045606C4}" presName="parTx" presStyleLbl="revTx" presStyleIdx="2" presStyleCnt="6">
        <dgm:presLayoutVars>
          <dgm:chMax val="0"/>
          <dgm:chPref val="0"/>
        </dgm:presLayoutVars>
      </dgm:prSet>
      <dgm:spPr/>
    </dgm:pt>
    <dgm:pt modelId="{204041CA-467D-435D-B12A-A292B1B2BCF4}" type="pres">
      <dgm:prSet presAssocID="{428A09D8-C5FF-43BA-9599-6A80045606C4}" presName="txSpace" presStyleCnt="0"/>
      <dgm:spPr/>
    </dgm:pt>
    <dgm:pt modelId="{8FC44715-5A23-400D-B46A-8087069E5092}" type="pres">
      <dgm:prSet presAssocID="{428A09D8-C5FF-43BA-9599-6A80045606C4}" presName="desTx" presStyleLbl="revTx" presStyleIdx="3" presStyleCnt="6">
        <dgm:presLayoutVars/>
      </dgm:prSet>
      <dgm:spPr/>
    </dgm:pt>
    <dgm:pt modelId="{507DB6CE-ECF7-40B1-A33E-62BD899B8570}" type="pres">
      <dgm:prSet presAssocID="{98794155-24E3-4CC5-99FE-002E717681DE}" presName="sibTrans" presStyleCnt="0"/>
      <dgm:spPr/>
    </dgm:pt>
    <dgm:pt modelId="{FEEA76BA-C8D2-433A-9C05-C735583147F7}" type="pres">
      <dgm:prSet presAssocID="{63E086CB-2786-4C7F-A55C-5A7CFD20B447}" presName="compNode" presStyleCnt="0"/>
      <dgm:spPr/>
    </dgm:pt>
    <dgm:pt modelId="{F2AB622D-E2AF-4B9E-B7DC-4EB9D4F36637}" type="pres">
      <dgm:prSet presAssocID="{63E086CB-2786-4C7F-A55C-5A7CFD20B447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pward trend"/>
        </a:ext>
      </dgm:extLst>
    </dgm:pt>
    <dgm:pt modelId="{053F2B5A-AFE6-470A-878C-633F1830C4A7}" type="pres">
      <dgm:prSet presAssocID="{63E086CB-2786-4C7F-A55C-5A7CFD20B447}" presName="iconSpace" presStyleCnt="0"/>
      <dgm:spPr/>
    </dgm:pt>
    <dgm:pt modelId="{533478DB-1A0D-4489-A217-7304DF508129}" type="pres">
      <dgm:prSet presAssocID="{63E086CB-2786-4C7F-A55C-5A7CFD20B447}" presName="parTx" presStyleLbl="revTx" presStyleIdx="4" presStyleCnt="6">
        <dgm:presLayoutVars>
          <dgm:chMax val="0"/>
          <dgm:chPref val="0"/>
        </dgm:presLayoutVars>
      </dgm:prSet>
      <dgm:spPr/>
    </dgm:pt>
    <dgm:pt modelId="{682EF04D-B4BA-49C7-8804-9521FD72DFE9}" type="pres">
      <dgm:prSet presAssocID="{63E086CB-2786-4C7F-A55C-5A7CFD20B447}" presName="txSpace" presStyleCnt="0"/>
      <dgm:spPr/>
    </dgm:pt>
    <dgm:pt modelId="{CD2A6339-5467-4EED-BA89-365647B4512C}" type="pres">
      <dgm:prSet presAssocID="{63E086CB-2786-4C7F-A55C-5A7CFD20B447}" presName="desTx" presStyleLbl="revTx" presStyleIdx="5" presStyleCnt="6">
        <dgm:presLayoutVars/>
      </dgm:prSet>
      <dgm:spPr/>
    </dgm:pt>
  </dgm:ptLst>
  <dgm:cxnLst>
    <dgm:cxn modelId="{BDEDEB09-7C02-4DF0-A8C1-9D382A7FF9C6}" type="presOf" srcId="{63E086CB-2786-4C7F-A55C-5A7CFD20B447}" destId="{533478DB-1A0D-4489-A217-7304DF508129}" srcOrd="0" destOrd="0" presId="urn:microsoft.com/office/officeart/2018/5/layout/CenteredIconLabelDescriptionList"/>
    <dgm:cxn modelId="{1152B80B-F01F-4FEC-A991-25A06EE78115}" srcId="{BBF06032-BDCB-4998-9715-1C316EDAF49C}" destId="{0F39DDB0-3BB2-488D-8EDA-7AEB1E6C4FCC}" srcOrd="0" destOrd="0" parTransId="{88048FF3-A770-453E-8B35-6FE63053FC7B}" sibTransId="{ACCA6034-5EE0-4103-B301-FCA9EAB26159}"/>
    <dgm:cxn modelId="{504AED5D-3063-42D1-950C-B5D49FE100FB}" type="presOf" srcId="{334A374C-6F39-4761-B04C-7802F3231C31}" destId="{8FC44715-5A23-400D-B46A-8087069E5092}" srcOrd="0" destOrd="0" presId="urn:microsoft.com/office/officeart/2018/5/layout/CenteredIconLabelDescriptionList"/>
    <dgm:cxn modelId="{22CFC45E-7D65-4C1E-9433-83AF54F7BCDA}" srcId="{63E086CB-2786-4C7F-A55C-5A7CFD20B447}" destId="{12721A65-29A3-4DB2-93A6-3C9781E27515}" srcOrd="2" destOrd="0" parTransId="{45B6B3CC-C574-4BE2-98FF-F14EB9E84B16}" sibTransId="{3AA570ED-AF3E-4A5A-A892-DDBF4C264FD4}"/>
    <dgm:cxn modelId="{1FE68867-DBEF-42B1-B77F-CA6A3DB1CF9C}" srcId="{428A09D8-C5FF-43BA-9599-6A80045606C4}" destId="{334A374C-6F39-4761-B04C-7802F3231C31}" srcOrd="0" destOrd="0" parTransId="{AFDAE3B2-2E3B-4E23-A3F6-1482076487E6}" sibTransId="{ECBADA05-3735-42A5-BDD6-28D8E6416E87}"/>
    <dgm:cxn modelId="{EFEC2F78-CEE5-49B4-BED0-CB0710322099}" srcId="{0F39DDB0-3BB2-488D-8EDA-7AEB1E6C4FCC}" destId="{198680AC-A047-425E-A7A1-F86930F083F4}" srcOrd="1" destOrd="0" parTransId="{52E1B716-A62F-4D8C-A984-5EB93703CF8B}" sibTransId="{8052C1CF-1218-4FCB-8375-4CAC608D22C4}"/>
    <dgm:cxn modelId="{E3FF2159-210B-4742-861A-047E0B8F48D1}" type="presOf" srcId="{428A09D8-C5FF-43BA-9599-6A80045606C4}" destId="{ABDA243B-8C41-4493-BC71-BD547AF5059D}" srcOrd="0" destOrd="0" presId="urn:microsoft.com/office/officeart/2018/5/layout/CenteredIconLabelDescriptionList"/>
    <dgm:cxn modelId="{1E83BB59-1456-4FA5-8C2D-EBEFD97FD2C0}" srcId="{BBF06032-BDCB-4998-9715-1C316EDAF49C}" destId="{63E086CB-2786-4C7F-A55C-5A7CFD20B447}" srcOrd="2" destOrd="0" parTransId="{435ED523-2CFA-45F1-A185-DFBA0F2BF033}" sibTransId="{A4568871-1FE0-4B7E-B29D-F4B5CE0B567F}"/>
    <dgm:cxn modelId="{84060E5A-D325-47C7-803A-9A894F084CC7}" srcId="{428A09D8-C5FF-43BA-9599-6A80045606C4}" destId="{016B2B67-3943-4F67-816D-F3CE7E89FF01}" srcOrd="2" destOrd="0" parTransId="{05446E19-003D-4FF6-82B5-8E6120E14ED7}" sibTransId="{1C4D181A-D0D8-4CAD-BE97-3E7B9C99B117}"/>
    <dgm:cxn modelId="{B5C4365A-B54B-4514-97CC-D95B4010C4B7}" type="presOf" srcId="{6F115B61-B985-4097-B8C2-828CBAD030E2}" destId="{CD2A6339-5467-4EED-BA89-365647B4512C}" srcOrd="0" destOrd="3" presId="urn:microsoft.com/office/officeart/2018/5/layout/CenteredIconLabelDescriptionList"/>
    <dgm:cxn modelId="{7B808485-3262-4CE7-A826-521727B7FD40}" srcId="{63E086CB-2786-4C7F-A55C-5A7CFD20B447}" destId="{C86C73E7-F61F-4866-94CC-528154CF61CA}" srcOrd="0" destOrd="0" parTransId="{7D402BDA-63E3-4C56-BFA0-BA57D6641E66}" sibTransId="{1975A676-191B-4F47-BE49-8A0D0D6C5BD8}"/>
    <dgm:cxn modelId="{A8E4AC8F-EEF4-478A-BB90-2CADE299F4F7}" type="presOf" srcId="{198680AC-A047-425E-A7A1-F86930F083F4}" destId="{89FDABA7-4ECB-4528-9E10-941ADDCD3753}" srcOrd="0" destOrd="1" presId="urn:microsoft.com/office/officeart/2018/5/layout/CenteredIconLabelDescriptionList"/>
    <dgm:cxn modelId="{25BCC394-6DBF-4013-8F2E-777CC54B9A07}" srcId="{63E086CB-2786-4C7F-A55C-5A7CFD20B447}" destId="{D5050D0E-0A07-40CD-BA1E-B2E85ECECCBF}" srcOrd="1" destOrd="0" parTransId="{16C3EE03-5E1B-4725-AE09-97033333BCFD}" sibTransId="{2D3C0B43-E926-4F35-BC1E-073CC96F139C}"/>
    <dgm:cxn modelId="{A67E549B-93EB-47D2-A858-421BA16700E1}" srcId="{0F39DDB0-3BB2-488D-8EDA-7AEB1E6C4FCC}" destId="{A8E0988B-6832-4ECB-BED6-77916D2CB381}" srcOrd="0" destOrd="0" parTransId="{1C025A17-77E9-40F6-9DD3-6B3364084F5A}" sibTransId="{22E6EA63-9E5F-44F4-9AF2-36D94584BD16}"/>
    <dgm:cxn modelId="{B1B6F69E-4A9E-49F1-87BA-FFFE3267050B}" type="presOf" srcId="{D5050D0E-0A07-40CD-BA1E-B2E85ECECCBF}" destId="{CD2A6339-5467-4EED-BA89-365647B4512C}" srcOrd="0" destOrd="1" presId="urn:microsoft.com/office/officeart/2018/5/layout/CenteredIconLabelDescriptionList"/>
    <dgm:cxn modelId="{740FAAA6-D006-4A16-B8CF-D1B7459C01C5}" type="presOf" srcId="{A8E0988B-6832-4ECB-BED6-77916D2CB381}" destId="{89FDABA7-4ECB-4528-9E10-941ADDCD3753}" srcOrd="0" destOrd="0" presId="urn:microsoft.com/office/officeart/2018/5/layout/CenteredIconLabelDescriptionList"/>
    <dgm:cxn modelId="{8DE1D5AE-DA08-40C3-8179-373EF4E073D0}" type="presOf" srcId="{12721A65-29A3-4DB2-93A6-3C9781E27515}" destId="{CD2A6339-5467-4EED-BA89-365647B4512C}" srcOrd="0" destOrd="2" presId="urn:microsoft.com/office/officeart/2018/5/layout/CenteredIconLabelDescriptionList"/>
    <dgm:cxn modelId="{586A16D4-2898-4B1F-B992-6198D808BB9A}" type="presOf" srcId="{C891AAA3-0F46-4EDE-A691-6DE51B4B9688}" destId="{8FC44715-5A23-400D-B46A-8087069E5092}" srcOrd="0" destOrd="1" presId="urn:microsoft.com/office/officeart/2018/5/layout/CenteredIconLabelDescriptionList"/>
    <dgm:cxn modelId="{C90546D8-E723-441A-8756-D9F25AC71DDC}" srcId="{63E086CB-2786-4C7F-A55C-5A7CFD20B447}" destId="{6F115B61-B985-4097-B8C2-828CBAD030E2}" srcOrd="3" destOrd="0" parTransId="{0D60FAC9-D624-4290-A845-0B8B20395E2D}" sibTransId="{77D1B656-FF2B-4765-A0FF-44C83D273B90}"/>
    <dgm:cxn modelId="{7A32C0DA-4265-4E57-8125-7A560A413371}" type="presOf" srcId="{C86C73E7-F61F-4866-94CC-528154CF61CA}" destId="{CD2A6339-5467-4EED-BA89-365647B4512C}" srcOrd="0" destOrd="0" presId="urn:microsoft.com/office/officeart/2018/5/layout/CenteredIconLabelDescriptionList"/>
    <dgm:cxn modelId="{CF862CDF-DFEF-40AE-97E0-318035AFDBDF}" srcId="{428A09D8-C5FF-43BA-9599-6A80045606C4}" destId="{C891AAA3-0F46-4EDE-A691-6DE51B4B9688}" srcOrd="1" destOrd="0" parTransId="{0BB2EAC7-9BB7-4CC3-879B-4C684DF8C16F}" sibTransId="{6C648F26-8CCA-4F5C-B5FE-780877100746}"/>
    <dgm:cxn modelId="{BC339CEA-2BCC-45ED-B12F-6E77B5EB7F8A}" srcId="{BBF06032-BDCB-4998-9715-1C316EDAF49C}" destId="{428A09D8-C5FF-43BA-9599-6A80045606C4}" srcOrd="1" destOrd="0" parTransId="{22809E74-08B0-4B77-8DDD-F0E5AA8EA5C5}" sibTransId="{98794155-24E3-4CC5-99FE-002E717681DE}"/>
    <dgm:cxn modelId="{C31D35F4-26FF-478F-AD98-B14FCAC8E0CF}" type="presOf" srcId="{016B2B67-3943-4F67-816D-F3CE7E89FF01}" destId="{8FC44715-5A23-400D-B46A-8087069E5092}" srcOrd="0" destOrd="2" presId="urn:microsoft.com/office/officeart/2018/5/layout/CenteredIconLabelDescriptionList"/>
    <dgm:cxn modelId="{ECD2C3FA-3ADD-44F1-85D6-462C13335505}" type="presOf" srcId="{0F39DDB0-3BB2-488D-8EDA-7AEB1E6C4FCC}" destId="{10476304-132D-47FE-9DDE-68FC28AA293D}" srcOrd="0" destOrd="0" presId="urn:microsoft.com/office/officeart/2018/5/layout/CenteredIconLabelDescriptionList"/>
    <dgm:cxn modelId="{6500A3FC-390A-4867-955E-94ACE7D77B99}" type="presOf" srcId="{BBF06032-BDCB-4998-9715-1C316EDAF49C}" destId="{0AFF448A-2333-48BC-90CC-B6E55B6A0982}" srcOrd="0" destOrd="0" presId="urn:microsoft.com/office/officeart/2018/5/layout/CenteredIconLabelDescriptionList"/>
    <dgm:cxn modelId="{21E0D9C9-93FC-424C-9B68-EFAB6CBB7F2E}" type="presParOf" srcId="{0AFF448A-2333-48BC-90CC-B6E55B6A0982}" destId="{4B02875B-A27A-434A-A5FB-4117C155A356}" srcOrd="0" destOrd="0" presId="urn:microsoft.com/office/officeart/2018/5/layout/CenteredIconLabelDescriptionList"/>
    <dgm:cxn modelId="{C8DB4C08-A99D-46EA-9851-7C16F2D10638}" type="presParOf" srcId="{4B02875B-A27A-434A-A5FB-4117C155A356}" destId="{4A77E281-D561-44E8-9EC0-44F480D973AC}" srcOrd="0" destOrd="0" presId="urn:microsoft.com/office/officeart/2018/5/layout/CenteredIconLabelDescriptionList"/>
    <dgm:cxn modelId="{BA908ADF-978C-486E-810F-C8672362EC20}" type="presParOf" srcId="{4B02875B-A27A-434A-A5FB-4117C155A356}" destId="{F0D092AA-FD6B-4576-A773-5F65FB8055BC}" srcOrd="1" destOrd="0" presId="urn:microsoft.com/office/officeart/2018/5/layout/CenteredIconLabelDescriptionList"/>
    <dgm:cxn modelId="{E99707E9-C55B-41E7-9BD8-9D155A3587C7}" type="presParOf" srcId="{4B02875B-A27A-434A-A5FB-4117C155A356}" destId="{10476304-132D-47FE-9DDE-68FC28AA293D}" srcOrd="2" destOrd="0" presId="urn:microsoft.com/office/officeart/2018/5/layout/CenteredIconLabelDescriptionList"/>
    <dgm:cxn modelId="{3EBC66F3-168A-4D4B-82BF-3B46458E1CA7}" type="presParOf" srcId="{4B02875B-A27A-434A-A5FB-4117C155A356}" destId="{3E99A266-68F8-4CC8-A9E6-8C635037A5B9}" srcOrd="3" destOrd="0" presId="urn:microsoft.com/office/officeart/2018/5/layout/CenteredIconLabelDescriptionList"/>
    <dgm:cxn modelId="{8239E779-6A70-4EAA-BB49-1F8D1D297150}" type="presParOf" srcId="{4B02875B-A27A-434A-A5FB-4117C155A356}" destId="{89FDABA7-4ECB-4528-9E10-941ADDCD3753}" srcOrd="4" destOrd="0" presId="urn:microsoft.com/office/officeart/2018/5/layout/CenteredIconLabelDescriptionList"/>
    <dgm:cxn modelId="{7012D968-71A3-4386-9897-B0FDC5150876}" type="presParOf" srcId="{0AFF448A-2333-48BC-90CC-B6E55B6A0982}" destId="{E6935EF0-A134-4B17-BC1B-E108D73CBE77}" srcOrd="1" destOrd="0" presId="urn:microsoft.com/office/officeart/2018/5/layout/CenteredIconLabelDescriptionList"/>
    <dgm:cxn modelId="{EDBABDDD-A04C-41F4-8515-24470DBCFBD3}" type="presParOf" srcId="{0AFF448A-2333-48BC-90CC-B6E55B6A0982}" destId="{6C306317-8BB4-4D8D-84EE-7127347CFF13}" srcOrd="2" destOrd="0" presId="urn:microsoft.com/office/officeart/2018/5/layout/CenteredIconLabelDescriptionList"/>
    <dgm:cxn modelId="{A06D0EA3-09BD-481B-BA26-1B1B3EFFB497}" type="presParOf" srcId="{6C306317-8BB4-4D8D-84EE-7127347CFF13}" destId="{5A2A0021-0768-4EEF-9862-4F45A365A4EB}" srcOrd="0" destOrd="0" presId="urn:microsoft.com/office/officeart/2018/5/layout/CenteredIconLabelDescriptionList"/>
    <dgm:cxn modelId="{19BC8EC6-5699-4BFE-BC7B-6DB52C8BCDC2}" type="presParOf" srcId="{6C306317-8BB4-4D8D-84EE-7127347CFF13}" destId="{C1FC4C7E-3CED-48F3-A88A-4ED31B4D2A9A}" srcOrd="1" destOrd="0" presId="urn:microsoft.com/office/officeart/2018/5/layout/CenteredIconLabelDescriptionList"/>
    <dgm:cxn modelId="{4A3B6A48-D84A-40F0-BE0B-D3BCEE1242F5}" type="presParOf" srcId="{6C306317-8BB4-4D8D-84EE-7127347CFF13}" destId="{ABDA243B-8C41-4493-BC71-BD547AF5059D}" srcOrd="2" destOrd="0" presId="urn:microsoft.com/office/officeart/2018/5/layout/CenteredIconLabelDescriptionList"/>
    <dgm:cxn modelId="{D6B6D5D8-2D77-4174-BC2B-29FE09B47069}" type="presParOf" srcId="{6C306317-8BB4-4D8D-84EE-7127347CFF13}" destId="{204041CA-467D-435D-B12A-A292B1B2BCF4}" srcOrd="3" destOrd="0" presId="urn:microsoft.com/office/officeart/2018/5/layout/CenteredIconLabelDescriptionList"/>
    <dgm:cxn modelId="{AC71621F-626E-4D27-BC4C-E71C57FE3A61}" type="presParOf" srcId="{6C306317-8BB4-4D8D-84EE-7127347CFF13}" destId="{8FC44715-5A23-400D-B46A-8087069E5092}" srcOrd="4" destOrd="0" presId="urn:microsoft.com/office/officeart/2018/5/layout/CenteredIconLabelDescriptionList"/>
    <dgm:cxn modelId="{F73BE6D4-D3BC-400D-BF92-13A70C2EBDA1}" type="presParOf" srcId="{0AFF448A-2333-48BC-90CC-B6E55B6A0982}" destId="{507DB6CE-ECF7-40B1-A33E-62BD899B8570}" srcOrd="3" destOrd="0" presId="urn:microsoft.com/office/officeart/2018/5/layout/CenteredIconLabelDescriptionList"/>
    <dgm:cxn modelId="{670AB6E7-ECAD-4B11-BB64-423B930AA177}" type="presParOf" srcId="{0AFF448A-2333-48BC-90CC-B6E55B6A0982}" destId="{FEEA76BA-C8D2-433A-9C05-C735583147F7}" srcOrd="4" destOrd="0" presId="urn:microsoft.com/office/officeart/2018/5/layout/CenteredIconLabelDescriptionList"/>
    <dgm:cxn modelId="{A6F385B7-D6F2-4257-BFB5-FD1550C9FF5D}" type="presParOf" srcId="{FEEA76BA-C8D2-433A-9C05-C735583147F7}" destId="{F2AB622D-E2AF-4B9E-B7DC-4EB9D4F36637}" srcOrd="0" destOrd="0" presId="urn:microsoft.com/office/officeart/2018/5/layout/CenteredIconLabelDescriptionList"/>
    <dgm:cxn modelId="{A0BE90F1-7928-4AC4-9457-7059600ECEDE}" type="presParOf" srcId="{FEEA76BA-C8D2-433A-9C05-C735583147F7}" destId="{053F2B5A-AFE6-470A-878C-633F1830C4A7}" srcOrd="1" destOrd="0" presId="urn:microsoft.com/office/officeart/2018/5/layout/CenteredIconLabelDescriptionList"/>
    <dgm:cxn modelId="{CE55690D-0312-49F5-97DC-DA1F4D793938}" type="presParOf" srcId="{FEEA76BA-C8D2-433A-9C05-C735583147F7}" destId="{533478DB-1A0D-4489-A217-7304DF508129}" srcOrd="2" destOrd="0" presId="urn:microsoft.com/office/officeart/2018/5/layout/CenteredIconLabelDescriptionList"/>
    <dgm:cxn modelId="{5EB322AF-A2BE-4BF4-B87C-A150C7323C4D}" type="presParOf" srcId="{FEEA76BA-C8D2-433A-9C05-C735583147F7}" destId="{682EF04D-B4BA-49C7-8804-9521FD72DFE9}" srcOrd="3" destOrd="0" presId="urn:microsoft.com/office/officeart/2018/5/layout/CenteredIconLabelDescriptionList"/>
    <dgm:cxn modelId="{1B10E4D4-31E4-4450-A3BF-19AD83E171E8}" type="presParOf" srcId="{FEEA76BA-C8D2-433A-9C05-C735583147F7}" destId="{CD2A6339-5467-4EED-BA89-365647B4512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.xml><?xml version="1.0" encoding="utf-8"?>
<dgm:dataModel xmlns:dgm="http://schemas.openxmlformats.org/drawingml/2006/diagram" xmlns:a="http://schemas.openxmlformats.org/drawingml/2006/main">
  <dgm:ptLst>
    <dgm:pt modelId="{154B0845-8D58-44C0-AF64-8E8F48D480F2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50FF815C-C808-497F-9773-F5BD1854240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Minting</a:t>
          </a:r>
          <a:r>
            <a:rPr lang="tr-TR" dirty="0"/>
            <a:t> rate</a:t>
          </a:r>
          <a:endParaRPr lang="en-US" dirty="0"/>
        </a:p>
      </dgm:t>
    </dgm:pt>
    <dgm:pt modelId="{E269A21E-386B-4800-B2A5-EFFD565B4E6B}" type="parTrans" cxnId="{00B87771-51A0-4F49-885A-CE8609E48539}">
      <dgm:prSet/>
      <dgm:spPr/>
      <dgm:t>
        <a:bodyPr/>
        <a:lstStyle/>
        <a:p>
          <a:endParaRPr lang="en-US"/>
        </a:p>
      </dgm:t>
    </dgm:pt>
    <dgm:pt modelId="{395CA202-DC5A-4B49-A6CC-75AF198F6083}" type="sibTrans" cxnId="{00B87771-51A0-4F49-885A-CE8609E48539}">
      <dgm:prSet/>
      <dgm:spPr/>
      <dgm:t>
        <a:bodyPr/>
        <a:lstStyle/>
        <a:p>
          <a:endParaRPr lang="en-US"/>
        </a:p>
      </dgm:t>
    </dgm:pt>
    <dgm:pt modelId="{4EF02C2D-BB67-4B14-8E10-E59BE7ADD3D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Bitcoin are “minted”</a:t>
          </a:r>
        </a:p>
      </dgm:t>
    </dgm:pt>
    <dgm:pt modelId="{2FCDAFAE-0BE8-46F2-99B1-4220CFE9601A}" type="parTrans" cxnId="{950B4020-36E7-4AC3-9CF9-50B6EACFCB7B}">
      <dgm:prSet/>
      <dgm:spPr/>
      <dgm:t>
        <a:bodyPr/>
        <a:lstStyle/>
        <a:p>
          <a:endParaRPr lang="en-US"/>
        </a:p>
      </dgm:t>
    </dgm:pt>
    <dgm:pt modelId="{2559C77A-D8D3-4332-9BF4-E2B5B38214C6}" type="sibTrans" cxnId="{950B4020-36E7-4AC3-9CF9-50B6EACFCB7B}">
      <dgm:prSet/>
      <dgm:spPr/>
      <dgm:t>
        <a:bodyPr/>
        <a:lstStyle/>
        <a:p>
          <a:endParaRPr lang="en-US"/>
        </a:p>
      </dgm:t>
    </dgm:pt>
    <dgm:pt modelId="{F276C57D-7A03-4198-B25C-4C4D60F320B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at a </a:t>
          </a:r>
          <a:r>
            <a:rPr lang="en-US" b="1" dirty="0"/>
            <a:t>fixed</a:t>
          </a:r>
          <a:r>
            <a:rPr lang="en-US" dirty="0"/>
            <a:t> and</a:t>
          </a:r>
        </a:p>
      </dgm:t>
    </dgm:pt>
    <dgm:pt modelId="{B37F2CEC-BE8C-498F-9A06-05D8F0819052}" type="parTrans" cxnId="{D745B6B7-EBC6-4B7F-8AB9-58D40C207CED}">
      <dgm:prSet/>
      <dgm:spPr/>
      <dgm:t>
        <a:bodyPr/>
        <a:lstStyle/>
        <a:p>
          <a:endParaRPr lang="en-US"/>
        </a:p>
      </dgm:t>
    </dgm:pt>
    <dgm:pt modelId="{3B31B901-76BC-4EB3-9142-9D230D7B2F8C}" type="sibTrans" cxnId="{D745B6B7-EBC6-4B7F-8AB9-58D40C207CED}">
      <dgm:prSet/>
      <dgm:spPr/>
      <dgm:t>
        <a:bodyPr/>
        <a:lstStyle/>
        <a:p>
          <a:endParaRPr lang="en-US"/>
        </a:p>
      </dgm:t>
    </dgm:pt>
    <dgm:pt modelId="{73176CAA-1557-44D0-9F39-E4F232E1317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10 Minutes per Block</a:t>
          </a:r>
          <a:endParaRPr lang="en-US"/>
        </a:p>
      </dgm:t>
    </dgm:pt>
    <dgm:pt modelId="{BD038C75-0624-48AF-ABC2-D0E09313F838}" type="parTrans" cxnId="{2914D9F1-F26E-43F9-9B92-EEF92D1FBF86}">
      <dgm:prSet/>
      <dgm:spPr/>
      <dgm:t>
        <a:bodyPr/>
        <a:lstStyle/>
        <a:p>
          <a:endParaRPr lang="en-US"/>
        </a:p>
      </dgm:t>
    </dgm:pt>
    <dgm:pt modelId="{9B47CB70-F82C-4081-91B2-E3C2813DA374}" type="sibTrans" cxnId="{2914D9F1-F26E-43F9-9B92-EEF92D1FBF86}">
      <dgm:prSet/>
      <dgm:spPr/>
      <dgm:t>
        <a:bodyPr/>
        <a:lstStyle/>
        <a:p>
          <a:endParaRPr lang="en-US"/>
        </a:p>
      </dgm:t>
    </dgm:pt>
    <dgm:pt modelId="{C0764D82-B7A6-49BA-B2AB-8DE68BDBF2C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Each block, generated</a:t>
          </a:r>
        </a:p>
      </dgm:t>
    </dgm:pt>
    <dgm:pt modelId="{DC4CA62D-343D-4D10-AC4C-861D5F596316}" type="parTrans" cxnId="{FA7049A9-2C7B-4AE4-8DAE-345C7384608A}">
      <dgm:prSet/>
      <dgm:spPr/>
      <dgm:t>
        <a:bodyPr/>
        <a:lstStyle/>
        <a:p>
          <a:endParaRPr lang="en-US"/>
        </a:p>
      </dgm:t>
    </dgm:pt>
    <dgm:pt modelId="{F85C5B2C-B9B8-4159-A834-D8E7807B301F}" type="sibTrans" cxnId="{FA7049A9-2C7B-4AE4-8DAE-345C7384608A}">
      <dgm:prSet/>
      <dgm:spPr/>
      <dgm:t>
        <a:bodyPr/>
        <a:lstStyle/>
        <a:p>
          <a:endParaRPr lang="en-US"/>
        </a:p>
      </dgm:t>
    </dgm:pt>
    <dgm:pt modelId="{72B48A03-D3EF-4623-8511-43581C4F024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contains entirely new bitcoin</a:t>
          </a:r>
        </a:p>
      </dgm:t>
    </dgm:pt>
    <dgm:pt modelId="{E9CE2A84-2A79-416D-826E-6724B1BE891C}" type="parTrans" cxnId="{E2AAD0F3-9C87-485E-9487-BB55AFDD3696}">
      <dgm:prSet/>
      <dgm:spPr/>
      <dgm:t>
        <a:bodyPr/>
        <a:lstStyle/>
        <a:p>
          <a:endParaRPr lang="en-US"/>
        </a:p>
      </dgm:t>
    </dgm:pt>
    <dgm:pt modelId="{DC55AB1E-9668-4E0A-B0F4-1C383E929060}" type="sibTrans" cxnId="{E2AAD0F3-9C87-485E-9487-BB55AFDD3696}">
      <dgm:prSet/>
      <dgm:spPr/>
      <dgm:t>
        <a:bodyPr/>
        <a:lstStyle/>
        <a:p>
          <a:endParaRPr lang="en-US"/>
        </a:p>
      </dgm:t>
    </dgm:pt>
    <dgm:pt modelId="{D7B4480C-3607-43EB-AED0-93CA0C79E5B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210 000 </a:t>
          </a:r>
          <a:r>
            <a:rPr lang="tr-TR" dirty="0" err="1"/>
            <a:t>blocks</a:t>
          </a:r>
          <a:endParaRPr lang="en-US" dirty="0"/>
        </a:p>
      </dgm:t>
    </dgm:pt>
    <dgm:pt modelId="{3A620F98-A91B-45F7-A524-5405D3B0A7CA}" type="parTrans" cxnId="{34EF874E-A3D0-42E5-A29A-44D5A40B1467}">
      <dgm:prSet/>
      <dgm:spPr/>
      <dgm:t>
        <a:bodyPr/>
        <a:lstStyle/>
        <a:p>
          <a:endParaRPr lang="en-US"/>
        </a:p>
      </dgm:t>
    </dgm:pt>
    <dgm:pt modelId="{C405029E-0C48-4D56-A956-7D51FDB8C387}" type="sibTrans" cxnId="{34EF874E-A3D0-42E5-A29A-44D5A40B1467}">
      <dgm:prSet/>
      <dgm:spPr/>
      <dgm:t>
        <a:bodyPr/>
        <a:lstStyle/>
        <a:p>
          <a:endParaRPr lang="en-US"/>
        </a:p>
      </dgm:t>
    </dgm:pt>
    <dgm:pt modelId="{3E9C0C9C-A8E5-483E-9FE6-C09CB7C46DC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Every 210,000 blocks,</a:t>
          </a:r>
        </a:p>
      </dgm:t>
    </dgm:pt>
    <dgm:pt modelId="{AB526302-E0F7-4604-9308-10315F33332A}" type="parTrans" cxnId="{708A5435-9840-4D51-A03B-249117957FCC}">
      <dgm:prSet/>
      <dgm:spPr/>
      <dgm:t>
        <a:bodyPr/>
        <a:lstStyle/>
        <a:p>
          <a:endParaRPr lang="en-US"/>
        </a:p>
      </dgm:t>
    </dgm:pt>
    <dgm:pt modelId="{9FF75640-228E-4918-BFA5-4A9709484B6D}" type="sibTrans" cxnId="{708A5435-9840-4D51-A03B-249117957FCC}">
      <dgm:prSet/>
      <dgm:spPr/>
      <dgm:t>
        <a:bodyPr/>
        <a:lstStyle/>
        <a:p>
          <a:endParaRPr lang="en-US"/>
        </a:p>
      </dgm:t>
    </dgm:pt>
    <dgm:pt modelId="{EBD3BB2F-F745-4433-B4B4-25C7FD20D3F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created from nothing. </a:t>
          </a:r>
        </a:p>
      </dgm:t>
    </dgm:pt>
    <dgm:pt modelId="{5AD6B137-6CD5-47F0-B17E-F8345A21130F}" type="parTrans" cxnId="{4A960813-8667-46C9-B2CD-3DAC01186185}">
      <dgm:prSet/>
      <dgm:spPr/>
      <dgm:t>
        <a:bodyPr/>
        <a:lstStyle/>
        <a:p>
          <a:endParaRPr lang="tr-TR"/>
        </a:p>
      </dgm:t>
    </dgm:pt>
    <dgm:pt modelId="{E53C2706-D572-4170-8F86-4D2EAA91B1CA}" type="sibTrans" cxnId="{4A960813-8667-46C9-B2CD-3DAC01186185}">
      <dgm:prSet/>
      <dgm:spPr/>
      <dgm:t>
        <a:bodyPr/>
        <a:lstStyle/>
        <a:p>
          <a:endParaRPr lang="tr-TR"/>
        </a:p>
      </dgm:t>
    </dgm:pt>
    <dgm:pt modelId="{AEB12383-72A8-432F-BAC7-0B9DCAF0FD6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during the creation of each block </a:t>
          </a:r>
        </a:p>
      </dgm:t>
    </dgm:pt>
    <dgm:pt modelId="{0326B58C-C17C-4BFF-8D52-E5F4285100BD}" type="parTrans" cxnId="{1AF20F69-DA2B-44B9-A0AA-7C6326F7AB7B}">
      <dgm:prSet/>
      <dgm:spPr/>
    </dgm:pt>
    <dgm:pt modelId="{A53C39D1-A3D7-4F7C-8161-48D28B2DBE16}" type="sibTrans" cxnId="{1AF20F69-DA2B-44B9-A0AA-7C6326F7AB7B}">
      <dgm:prSet/>
      <dgm:spPr/>
    </dgm:pt>
    <dgm:pt modelId="{88175F24-79A3-41C1-9FD0-B38D2812CBC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b="1" dirty="0"/>
            <a:t>diminishing</a:t>
          </a:r>
          <a:r>
            <a:rPr lang="tr-TR" dirty="0"/>
            <a:t> rate</a:t>
          </a:r>
          <a:endParaRPr lang="en-US" dirty="0"/>
        </a:p>
      </dgm:t>
    </dgm:pt>
    <dgm:pt modelId="{F4FE55B8-D211-49C6-B4AD-8B3E5016DFC0}" type="parTrans" cxnId="{A5963C87-517F-409E-A1BF-CB575D7AA150}">
      <dgm:prSet/>
      <dgm:spPr/>
    </dgm:pt>
    <dgm:pt modelId="{0300A1C8-FC7E-46F4-BC87-054FC2C24D5B}" type="sibTrans" cxnId="{A5963C87-517F-409E-A1BF-CB575D7AA150}">
      <dgm:prSet/>
      <dgm:spPr/>
    </dgm:pt>
    <dgm:pt modelId="{E0ABF719-F801-4ECA-AF5E-2198E90AB64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on average every </a:t>
          </a:r>
          <a:r>
            <a:rPr lang="en-US" b="1" dirty="0"/>
            <a:t>10 minutes</a:t>
          </a:r>
        </a:p>
      </dgm:t>
    </dgm:pt>
    <dgm:pt modelId="{104816CD-61C8-446C-B48A-1BF060E602CA}" type="parTrans" cxnId="{9729CC2C-857A-45CC-9E48-53B3BDE6BA24}">
      <dgm:prSet/>
      <dgm:spPr/>
    </dgm:pt>
    <dgm:pt modelId="{6247B706-CBE1-4DCD-BEA1-27EF38AA1E62}" type="sibTrans" cxnId="{9729CC2C-857A-45CC-9E48-53B3BDE6BA24}">
      <dgm:prSet/>
      <dgm:spPr/>
    </dgm:pt>
    <dgm:pt modelId="{13F3539B-C684-49AE-89E9-189E7A60BE0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approximately every </a:t>
          </a:r>
          <a:r>
            <a:rPr lang="tr-TR" dirty="0"/>
            <a:t>4</a:t>
          </a:r>
          <a:r>
            <a:rPr lang="en-US" dirty="0"/>
            <a:t> years</a:t>
          </a:r>
        </a:p>
      </dgm:t>
    </dgm:pt>
    <dgm:pt modelId="{6F33D829-A299-4E79-8274-1DF948139E96}" type="parTrans" cxnId="{7CEC01A1-A2D5-403F-9F47-CBAE8A48FFBE}">
      <dgm:prSet/>
      <dgm:spPr/>
    </dgm:pt>
    <dgm:pt modelId="{79739968-67CA-425E-835B-CCDD97999DCA}" type="sibTrans" cxnId="{7CEC01A1-A2D5-403F-9F47-CBAE8A48FFBE}">
      <dgm:prSet/>
      <dgm:spPr/>
    </dgm:pt>
    <dgm:pt modelId="{E3BBFB4D-38BC-43BD-95F3-938B679763A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currency issuance rate</a:t>
          </a:r>
        </a:p>
      </dgm:t>
    </dgm:pt>
    <dgm:pt modelId="{724A6C64-C243-429A-900B-E01D1EE3EB25}" type="sibTrans" cxnId="{C65205EA-5E40-4981-A4A6-44214F4BB6EE}">
      <dgm:prSet/>
      <dgm:spPr/>
      <dgm:t>
        <a:bodyPr/>
        <a:lstStyle/>
        <a:p>
          <a:endParaRPr lang="en-US"/>
        </a:p>
      </dgm:t>
    </dgm:pt>
    <dgm:pt modelId="{7FCD24A2-CE84-48DA-807F-E81E1CC9E736}" type="parTrans" cxnId="{C65205EA-5E40-4981-A4A6-44214F4BB6EE}">
      <dgm:prSet/>
      <dgm:spPr/>
      <dgm:t>
        <a:bodyPr/>
        <a:lstStyle/>
        <a:p>
          <a:endParaRPr lang="en-US"/>
        </a:p>
      </dgm:t>
    </dgm:pt>
    <dgm:pt modelId="{9BCBFD51-B59E-4C67-B606-3759FDB93E7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is </a:t>
          </a:r>
          <a:r>
            <a:rPr lang="en-US" dirty="0"/>
            <a:t>decreased by 50%.</a:t>
          </a:r>
        </a:p>
      </dgm:t>
    </dgm:pt>
    <dgm:pt modelId="{ADD64BEE-90A2-44BB-9444-67BDE722AB83}" type="parTrans" cxnId="{A09B8D2F-7A1F-4A97-A2C5-D89110D7BEA5}">
      <dgm:prSet/>
      <dgm:spPr/>
    </dgm:pt>
    <dgm:pt modelId="{41282E54-4F09-4B57-8E48-343838F1445F}" type="sibTrans" cxnId="{A09B8D2F-7A1F-4A97-A2C5-D89110D7BEA5}">
      <dgm:prSet/>
      <dgm:spPr/>
    </dgm:pt>
    <dgm:pt modelId="{9BBA1A01-3AB0-4AF9-95D6-0C499FF44EEE}" type="pres">
      <dgm:prSet presAssocID="{154B0845-8D58-44C0-AF64-8E8F48D480F2}" presName="root" presStyleCnt="0">
        <dgm:presLayoutVars>
          <dgm:dir/>
          <dgm:resizeHandles val="exact"/>
        </dgm:presLayoutVars>
      </dgm:prSet>
      <dgm:spPr/>
    </dgm:pt>
    <dgm:pt modelId="{348F2519-849C-48D5-B1E0-4B123558DFE4}" type="pres">
      <dgm:prSet presAssocID="{50FF815C-C808-497F-9773-F5BD1854240C}" presName="compNode" presStyleCnt="0"/>
      <dgm:spPr/>
    </dgm:pt>
    <dgm:pt modelId="{4E6C9F9F-4751-403E-BC47-197F5B175C30}" type="pres">
      <dgm:prSet presAssocID="{50FF815C-C808-497F-9773-F5BD1854240C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upi"/>
        </a:ext>
      </dgm:extLst>
    </dgm:pt>
    <dgm:pt modelId="{EF7D2291-CC33-4A39-BA73-6C01CC44D821}" type="pres">
      <dgm:prSet presAssocID="{50FF815C-C808-497F-9773-F5BD1854240C}" presName="iconSpace" presStyleCnt="0"/>
      <dgm:spPr/>
    </dgm:pt>
    <dgm:pt modelId="{F13E5D94-49A3-4E72-82A4-E6E63411BA70}" type="pres">
      <dgm:prSet presAssocID="{50FF815C-C808-497F-9773-F5BD1854240C}" presName="parTx" presStyleLbl="revTx" presStyleIdx="0" presStyleCnt="6">
        <dgm:presLayoutVars>
          <dgm:chMax val="0"/>
          <dgm:chPref val="0"/>
        </dgm:presLayoutVars>
      </dgm:prSet>
      <dgm:spPr/>
    </dgm:pt>
    <dgm:pt modelId="{CA8533DA-405F-41DA-ACA0-589C2E690C7E}" type="pres">
      <dgm:prSet presAssocID="{50FF815C-C808-497F-9773-F5BD1854240C}" presName="txSpace" presStyleCnt="0"/>
      <dgm:spPr/>
    </dgm:pt>
    <dgm:pt modelId="{E8CFFCA9-8643-4055-8557-C7CDD260B9E1}" type="pres">
      <dgm:prSet presAssocID="{50FF815C-C808-497F-9773-F5BD1854240C}" presName="desTx" presStyleLbl="revTx" presStyleIdx="1" presStyleCnt="6">
        <dgm:presLayoutVars/>
      </dgm:prSet>
      <dgm:spPr/>
    </dgm:pt>
    <dgm:pt modelId="{DAF95A46-8116-42A2-89D3-AA2B1243D0B3}" type="pres">
      <dgm:prSet presAssocID="{395CA202-DC5A-4B49-A6CC-75AF198F6083}" presName="sibTrans" presStyleCnt="0"/>
      <dgm:spPr/>
    </dgm:pt>
    <dgm:pt modelId="{63341484-9D10-44E7-854B-28DCF672C723}" type="pres">
      <dgm:prSet presAssocID="{73176CAA-1557-44D0-9F39-E4F232E13177}" presName="compNode" presStyleCnt="0"/>
      <dgm:spPr/>
    </dgm:pt>
    <dgm:pt modelId="{1D2AB26D-6F7D-4CC9-AD5C-AB6D36178AC0}" type="pres">
      <dgm:prSet presAssocID="{73176CAA-1557-44D0-9F39-E4F232E13177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30487E7D-A42D-422E-9933-27251753D017}" type="pres">
      <dgm:prSet presAssocID="{73176CAA-1557-44D0-9F39-E4F232E13177}" presName="iconSpace" presStyleCnt="0"/>
      <dgm:spPr/>
    </dgm:pt>
    <dgm:pt modelId="{A2ABC573-395C-412E-83AF-8CFE21BC3A24}" type="pres">
      <dgm:prSet presAssocID="{73176CAA-1557-44D0-9F39-E4F232E13177}" presName="parTx" presStyleLbl="revTx" presStyleIdx="2" presStyleCnt="6">
        <dgm:presLayoutVars>
          <dgm:chMax val="0"/>
          <dgm:chPref val="0"/>
        </dgm:presLayoutVars>
      </dgm:prSet>
      <dgm:spPr/>
    </dgm:pt>
    <dgm:pt modelId="{D5164A84-BE54-4E79-8D0C-290E25D02C6A}" type="pres">
      <dgm:prSet presAssocID="{73176CAA-1557-44D0-9F39-E4F232E13177}" presName="txSpace" presStyleCnt="0"/>
      <dgm:spPr/>
    </dgm:pt>
    <dgm:pt modelId="{1BE90B1E-670B-42FE-A3E5-8B7E6D6BA018}" type="pres">
      <dgm:prSet presAssocID="{73176CAA-1557-44D0-9F39-E4F232E13177}" presName="desTx" presStyleLbl="revTx" presStyleIdx="3" presStyleCnt="6">
        <dgm:presLayoutVars/>
      </dgm:prSet>
      <dgm:spPr/>
    </dgm:pt>
    <dgm:pt modelId="{D1AD46B9-46C4-4103-899A-5E5E9C03AF64}" type="pres">
      <dgm:prSet presAssocID="{9B47CB70-F82C-4081-91B2-E3C2813DA374}" presName="sibTrans" presStyleCnt="0"/>
      <dgm:spPr/>
    </dgm:pt>
    <dgm:pt modelId="{325DAEAF-AFBF-42EA-82E9-F25A4ABFF7DD}" type="pres">
      <dgm:prSet presAssocID="{D7B4480C-3607-43EB-AED0-93CA0C79E5BF}" presName="compNode" presStyleCnt="0"/>
      <dgm:spPr/>
    </dgm:pt>
    <dgm:pt modelId="{001619C3-2B46-4EFA-BA55-A7D766259148}" type="pres">
      <dgm:prSet presAssocID="{D7B4480C-3607-43EB-AED0-93CA0C79E5BF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pward trend"/>
        </a:ext>
      </dgm:extLst>
    </dgm:pt>
    <dgm:pt modelId="{FC6B0179-8F8F-4EAF-9033-0539BA70D92C}" type="pres">
      <dgm:prSet presAssocID="{D7B4480C-3607-43EB-AED0-93CA0C79E5BF}" presName="iconSpace" presStyleCnt="0"/>
      <dgm:spPr/>
    </dgm:pt>
    <dgm:pt modelId="{CBC0C4C1-6AF8-47A5-A6DA-C65CB2DBF62C}" type="pres">
      <dgm:prSet presAssocID="{D7B4480C-3607-43EB-AED0-93CA0C79E5BF}" presName="parTx" presStyleLbl="revTx" presStyleIdx="4" presStyleCnt="6">
        <dgm:presLayoutVars>
          <dgm:chMax val="0"/>
          <dgm:chPref val="0"/>
        </dgm:presLayoutVars>
      </dgm:prSet>
      <dgm:spPr/>
    </dgm:pt>
    <dgm:pt modelId="{85AAB617-619F-4DFE-8C10-D1D0F01CD713}" type="pres">
      <dgm:prSet presAssocID="{D7B4480C-3607-43EB-AED0-93CA0C79E5BF}" presName="txSpace" presStyleCnt="0"/>
      <dgm:spPr/>
    </dgm:pt>
    <dgm:pt modelId="{7A0CCB0B-DA4B-4AD6-8AA5-5176458250F6}" type="pres">
      <dgm:prSet presAssocID="{D7B4480C-3607-43EB-AED0-93CA0C79E5BF}" presName="desTx" presStyleLbl="revTx" presStyleIdx="5" presStyleCnt="6">
        <dgm:presLayoutVars/>
      </dgm:prSet>
      <dgm:spPr/>
    </dgm:pt>
  </dgm:ptLst>
  <dgm:cxnLst>
    <dgm:cxn modelId="{E07D0500-2280-4FE5-A96A-BB506CE9E624}" type="presOf" srcId="{4EF02C2D-BB67-4B14-8E10-E59BE7ADD3D0}" destId="{E8CFFCA9-8643-4055-8557-C7CDD260B9E1}" srcOrd="0" destOrd="0" presId="urn:microsoft.com/office/officeart/2018/5/layout/CenteredIconLabelDescriptionList"/>
    <dgm:cxn modelId="{E77AF70B-314F-424B-864C-99BE2553C9D1}" type="presOf" srcId="{F276C57D-7A03-4198-B25C-4C4D60F320B9}" destId="{E8CFFCA9-8643-4055-8557-C7CDD260B9E1}" srcOrd="0" destOrd="2" presId="urn:microsoft.com/office/officeart/2018/5/layout/CenteredIconLabelDescriptionList"/>
    <dgm:cxn modelId="{4A960813-8667-46C9-B2CD-3DAC01186185}" srcId="{73176CAA-1557-44D0-9F39-E4F232E13177}" destId="{EBD3BB2F-F745-4433-B4B4-25C7FD20D3F5}" srcOrd="3" destOrd="0" parTransId="{5AD6B137-6CD5-47F0-B17E-F8345A21130F}" sibTransId="{E53C2706-D572-4170-8F86-4D2EAA91B1CA}"/>
    <dgm:cxn modelId="{950B4020-36E7-4AC3-9CF9-50B6EACFCB7B}" srcId="{50FF815C-C808-497F-9773-F5BD1854240C}" destId="{4EF02C2D-BB67-4B14-8E10-E59BE7ADD3D0}" srcOrd="0" destOrd="0" parTransId="{2FCDAFAE-0BE8-46F2-99B1-4220CFE9601A}" sibTransId="{2559C77A-D8D3-4332-9BF4-E2B5B38214C6}"/>
    <dgm:cxn modelId="{D388FF28-820E-48C3-A3CE-D7DBF5367931}" type="presOf" srcId="{E3BBFB4D-38BC-43BD-95F3-938B679763A3}" destId="{7A0CCB0B-DA4B-4AD6-8AA5-5176458250F6}" srcOrd="0" destOrd="2" presId="urn:microsoft.com/office/officeart/2018/5/layout/CenteredIconLabelDescriptionList"/>
    <dgm:cxn modelId="{9729CC2C-857A-45CC-9E48-53B3BDE6BA24}" srcId="{73176CAA-1557-44D0-9F39-E4F232E13177}" destId="{E0ABF719-F801-4ECA-AF5E-2198E90AB641}" srcOrd="1" destOrd="0" parTransId="{104816CD-61C8-446C-B48A-1BF060E602CA}" sibTransId="{6247B706-CBE1-4DCD-BEA1-27EF38AA1E62}"/>
    <dgm:cxn modelId="{A09B8D2F-7A1F-4A97-A2C5-D89110D7BEA5}" srcId="{D7B4480C-3607-43EB-AED0-93CA0C79E5BF}" destId="{9BCBFD51-B59E-4C67-B606-3759FDB93E77}" srcOrd="3" destOrd="0" parTransId="{ADD64BEE-90A2-44BB-9444-67BDE722AB83}" sibTransId="{41282E54-4F09-4B57-8E48-343838F1445F}"/>
    <dgm:cxn modelId="{708A5435-9840-4D51-A03B-249117957FCC}" srcId="{D7B4480C-3607-43EB-AED0-93CA0C79E5BF}" destId="{3E9C0C9C-A8E5-483E-9FE6-C09CB7C46DCA}" srcOrd="0" destOrd="0" parTransId="{AB526302-E0F7-4604-9308-10315F33332A}" sibTransId="{9FF75640-228E-4918-BFA5-4A9709484B6D}"/>
    <dgm:cxn modelId="{BDF0BF35-8F20-4494-AB83-3789012BA589}" type="presOf" srcId="{C0764D82-B7A6-49BA-B2AB-8DE68BDBF2CA}" destId="{1BE90B1E-670B-42FE-A3E5-8B7E6D6BA018}" srcOrd="0" destOrd="0" presId="urn:microsoft.com/office/officeart/2018/5/layout/CenteredIconLabelDescriptionList"/>
    <dgm:cxn modelId="{09A02040-011C-4353-905C-D2FFEEAEBB85}" type="presOf" srcId="{AEB12383-72A8-432F-BAC7-0B9DCAF0FD62}" destId="{E8CFFCA9-8643-4055-8557-C7CDD260B9E1}" srcOrd="0" destOrd="1" presId="urn:microsoft.com/office/officeart/2018/5/layout/CenteredIconLabelDescriptionList"/>
    <dgm:cxn modelId="{E79E535B-15DD-4F35-9C2B-C424D5933073}" type="presOf" srcId="{50FF815C-C808-497F-9773-F5BD1854240C}" destId="{F13E5D94-49A3-4E72-82A4-E6E63411BA70}" srcOrd="0" destOrd="0" presId="urn:microsoft.com/office/officeart/2018/5/layout/CenteredIconLabelDescriptionList"/>
    <dgm:cxn modelId="{1AF20F69-DA2B-44B9-A0AA-7C6326F7AB7B}" srcId="{50FF815C-C808-497F-9773-F5BD1854240C}" destId="{AEB12383-72A8-432F-BAC7-0B9DCAF0FD62}" srcOrd="1" destOrd="0" parTransId="{0326B58C-C17C-4BFF-8D52-E5F4285100BD}" sibTransId="{A53C39D1-A3D7-4F7C-8161-48D28B2DBE16}"/>
    <dgm:cxn modelId="{34EF874E-A3D0-42E5-A29A-44D5A40B1467}" srcId="{154B0845-8D58-44C0-AF64-8E8F48D480F2}" destId="{D7B4480C-3607-43EB-AED0-93CA0C79E5BF}" srcOrd="2" destOrd="0" parTransId="{3A620F98-A91B-45F7-A524-5405D3B0A7CA}" sibTransId="{C405029E-0C48-4D56-A956-7D51FDB8C387}"/>
    <dgm:cxn modelId="{93626850-6192-4A46-8466-9E622ABA6B19}" type="presOf" srcId="{D7B4480C-3607-43EB-AED0-93CA0C79E5BF}" destId="{CBC0C4C1-6AF8-47A5-A6DA-C65CB2DBF62C}" srcOrd="0" destOrd="0" presId="urn:microsoft.com/office/officeart/2018/5/layout/CenteredIconLabelDescriptionList"/>
    <dgm:cxn modelId="{00B87771-51A0-4F49-885A-CE8609E48539}" srcId="{154B0845-8D58-44C0-AF64-8E8F48D480F2}" destId="{50FF815C-C808-497F-9773-F5BD1854240C}" srcOrd="0" destOrd="0" parTransId="{E269A21E-386B-4800-B2A5-EFFD565B4E6B}" sibTransId="{395CA202-DC5A-4B49-A6CC-75AF198F6083}"/>
    <dgm:cxn modelId="{E33E2A73-172E-4171-A3D7-F5B48C08EC68}" type="presOf" srcId="{3E9C0C9C-A8E5-483E-9FE6-C09CB7C46DCA}" destId="{7A0CCB0B-DA4B-4AD6-8AA5-5176458250F6}" srcOrd="0" destOrd="0" presId="urn:microsoft.com/office/officeart/2018/5/layout/CenteredIconLabelDescriptionList"/>
    <dgm:cxn modelId="{24C63F84-7DAC-4A2C-B2FC-D87B95845D2B}" type="presOf" srcId="{EBD3BB2F-F745-4433-B4B4-25C7FD20D3F5}" destId="{1BE90B1E-670B-42FE-A3E5-8B7E6D6BA018}" srcOrd="0" destOrd="3" presId="urn:microsoft.com/office/officeart/2018/5/layout/CenteredIconLabelDescriptionList"/>
    <dgm:cxn modelId="{A5963C87-517F-409E-A1BF-CB575D7AA150}" srcId="{50FF815C-C808-497F-9773-F5BD1854240C}" destId="{88175F24-79A3-41C1-9FD0-B38D2812CBCE}" srcOrd="3" destOrd="0" parTransId="{F4FE55B8-D211-49C6-B4AD-8B3E5016DFC0}" sibTransId="{0300A1C8-FC7E-46F4-BC87-054FC2C24D5B}"/>
    <dgm:cxn modelId="{2107BA8C-F678-42B5-BA5F-7EB686944398}" type="presOf" srcId="{88175F24-79A3-41C1-9FD0-B38D2812CBCE}" destId="{E8CFFCA9-8643-4055-8557-C7CDD260B9E1}" srcOrd="0" destOrd="3" presId="urn:microsoft.com/office/officeart/2018/5/layout/CenteredIconLabelDescriptionList"/>
    <dgm:cxn modelId="{7CEC01A1-A2D5-403F-9F47-CBAE8A48FFBE}" srcId="{D7B4480C-3607-43EB-AED0-93CA0C79E5BF}" destId="{13F3539B-C684-49AE-89E9-189E7A60BE0E}" srcOrd="1" destOrd="0" parTransId="{6F33D829-A299-4E79-8274-1DF948139E96}" sibTransId="{79739968-67CA-425E-835B-CCDD97999DCA}"/>
    <dgm:cxn modelId="{FA7049A9-2C7B-4AE4-8DAE-345C7384608A}" srcId="{73176CAA-1557-44D0-9F39-E4F232E13177}" destId="{C0764D82-B7A6-49BA-B2AB-8DE68BDBF2CA}" srcOrd="0" destOrd="0" parTransId="{DC4CA62D-343D-4D10-AC4C-861D5F596316}" sibTransId="{F85C5B2C-B9B8-4159-A834-D8E7807B301F}"/>
    <dgm:cxn modelId="{D745B6B7-EBC6-4B7F-8AB9-58D40C207CED}" srcId="{50FF815C-C808-497F-9773-F5BD1854240C}" destId="{F276C57D-7A03-4198-B25C-4C4D60F320B9}" srcOrd="2" destOrd="0" parTransId="{B37F2CEC-BE8C-498F-9A06-05D8F0819052}" sibTransId="{3B31B901-76BC-4EB3-9142-9D230D7B2F8C}"/>
    <dgm:cxn modelId="{84E83FC0-31D4-41DB-937B-67733F4E8F32}" type="presOf" srcId="{73176CAA-1557-44D0-9F39-E4F232E13177}" destId="{A2ABC573-395C-412E-83AF-8CFE21BC3A24}" srcOrd="0" destOrd="0" presId="urn:microsoft.com/office/officeart/2018/5/layout/CenteredIconLabelDescriptionList"/>
    <dgm:cxn modelId="{88B3C2C6-05BD-439E-9946-BCD8063939BA}" type="presOf" srcId="{72B48A03-D3EF-4623-8511-43581C4F024C}" destId="{1BE90B1E-670B-42FE-A3E5-8B7E6D6BA018}" srcOrd="0" destOrd="2" presId="urn:microsoft.com/office/officeart/2018/5/layout/CenteredIconLabelDescriptionList"/>
    <dgm:cxn modelId="{2CC0B0CE-6740-4203-B615-F3F34F2F8043}" type="presOf" srcId="{154B0845-8D58-44C0-AF64-8E8F48D480F2}" destId="{9BBA1A01-3AB0-4AF9-95D6-0C499FF44EEE}" srcOrd="0" destOrd="0" presId="urn:microsoft.com/office/officeart/2018/5/layout/CenteredIconLabelDescriptionList"/>
    <dgm:cxn modelId="{D91DD3CE-047D-457F-B59E-7182B398A10D}" type="presOf" srcId="{13F3539B-C684-49AE-89E9-189E7A60BE0E}" destId="{7A0CCB0B-DA4B-4AD6-8AA5-5176458250F6}" srcOrd="0" destOrd="1" presId="urn:microsoft.com/office/officeart/2018/5/layout/CenteredIconLabelDescriptionList"/>
    <dgm:cxn modelId="{001433D5-631A-47B8-9B25-1E770CAFDE19}" type="presOf" srcId="{E0ABF719-F801-4ECA-AF5E-2198E90AB641}" destId="{1BE90B1E-670B-42FE-A3E5-8B7E6D6BA018}" srcOrd="0" destOrd="1" presId="urn:microsoft.com/office/officeart/2018/5/layout/CenteredIconLabelDescriptionList"/>
    <dgm:cxn modelId="{1F0E0ADC-5A6E-4097-AB4D-1DA561F0A10A}" type="presOf" srcId="{9BCBFD51-B59E-4C67-B606-3759FDB93E77}" destId="{7A0CCB0B-DA4B-4AD6-8AA5-5176458250F6}" srcOrd="0" destOrd="3" presId="urn:microsoft.com/office/officeart/2018/5/layout/CenteredIconLabelDescriptionList"/>
    <dgm:cxn modelId="{C65205EA-5E40-4981-A4A6-44214F4BB6EE}" srcId="{D7B4480C-3607-43EB-AED0-93CA0C79E5BF}" destId="{E3BBFB4D-38BC-43BD-95F3-938B679763A3}" srcOrd="2" destOrd="0" parTransId="{7FCD24A2-CE84-48DA-807F-E81E1CC9E736}" sibTransId="{724A6C64-C243-429A-900B-E01D1EE3EB25}"/>
    <dgm:cxn modelId="{2914D9F1-F26E-43F9-9B92-EEF92D1FBF86}" srcId="{154B0845-8D58-44C0-AF64-8E8F48D480F2}" destId="{73176CAA-1557-44D0-9F39-E4F232E13177}" srcOrd="1" destOrd="0" parTransId="{BD038C75-0624-48AF-ABC2-D0E09313F838}" sibTransId="{9B47CB70-F82C-4081-91B2-E3C2813DA374}"/>
    <dgm:cxn modelId="{E2AAD0F3-9C87-485E-9487-BB55AFDD3696}" srcId="{73176CAA-1557-44D0-9F39-E4F232E13177}" destId="{72B48A03-D3EF-4623-8511-43581C4F024C}" srcOrd="2" destOrd="0" parTransId="{E9CE2A84-2A79-416D-826E-6724B1BE891C}" sibTransId="{DC55AB1E-9668-4E0A-B0F4-1C383E929060}"/>
    <dgm:cxn modelId="{45421776-70F9-4847-A86D-0BE33E2D23EE}" type="presParOf" srcId="{9BBA1A01-3AB0-4AF9-95D6-0C499FF44EEE}" destId="{348F2519-849C-48D5-B1E0-4B123558DFE4}" srcOrd="0" destOrd="0" presId="urn:microsoft.com/office/officeart/2018/5/layout/CenteredIconLabelDescriptionList"/>
    <dgm:cxn modelId="{99C8CED9-923B-4C67-A1EB-E4BA513E47C3}" type="presParOf" srcId="{348F2519-849C-48D5-B1E0-4B123558DFE4}" destId="{4E6C9F9F-4751-403E-BC47-197F5B175C30}" srcOrd="0" destOrd="0" presId="urn:microsoft.com/office/officeart/2018/5/layout/CenteredIconLabelDescriptionList"/>
    <dgm:cxn modelId="{5E65F07F-2A9C-4B35-BBDF-631DC4966005}" type="presParOf" srcId="{348F2519-849C-48D5-B1E0-4B123558DFE4}" destId="{EF7D2291-CC33-4A39-BA73-6C01CC44D821}" srcOrd="1" destOrd="0" presId="urn:microsoft.com/office/officeart/2018/5/layout/CenteredIconLabelDescriptionList"/>
    <dgm:cxn modelId="{D3E37E9E-EFB8-46A6-BBD8-D2F8DC2FF340}" type="presParOf" srcId="{348F2519-849C-48D5-B1E0-4B123558DFE4}" destId="{F13E5D94-49A3-4E72-82A4-E6E63411BA70}" srcOrd="2" destOrd="0" presId="urn:microsoft.com/office/officeart/2018/5/layout/CenteredIconLabelDescriptionList"/>
    <dgm:cxn modelId="{D7CFD0F1-A8CE-4930-BA9B-225F18E5AC43}" type="presParOf" srcId="{348F2519-849C-48D5-B1E0-4B123558DFE4}" destId="{CA8533DA-405F-41DA-ACA0-589C2E690C7E}" srcOrd="3" destOrd="0" presId="urn:microsoft.com/office/officeart/2018/5/layout/CenteredIconLabelDescriptionList"/>
    <dgm:cxn modelId="{68651CDE-D94D-4889-ACCA-0F8E7C0DD197}" type="presParOf" srcId="{348F2519-849C-48D5-B1E0-4B123558DFE4}" destId="{E8CFFCA9-8643-4055-8557-C7CDD260B9E1}" srcOrd="4" destOrd="0" presId="urn:microsoft.com/office/officeart/2018/5/layout/CenteredIconLabelDescriptionList"/>
    <dgm:cxn modelId="{B8F443C0-CB4D-403C-A034-0CAEED73923D}" type="presParOf" srcId="{9BBA1A01-3AB0-4AF9-95D6-0C499FF44EEE}" destId="{DAF95A46-8116-42A2-89D3-AA2B1243D0B3}" srcOrd="1" destOrd="0" presId="urn:microsoft.com/office/officeart/2018/5/layout/CenteredIconLabelDescriptionList"/>
    <dgm:cxn modelId="{BF6C0511-A218-4C17-A8F2-8D81565AB264}" type="presParOf" srcId="{9BBA1A01-3AB0-4AF9-95D6-0C499FF44EEE}" destId="{63341484-9D10-44E7-854B-28DCF672C723}" srcOrd="2" destOrd="0" presId="urn:microsoft.com/office/officeart/2018/5/layout/CenteredIconLabelDescriptionList"/>
    <dgm:cxn modelId="{BC0E020B-D682-418A-8F3E-A403A0524BE0}" type="presParOf" srcId="{63341484-9D10-44E7-854B-28DCF672C723}" destId="{1D2AB26D-6F7D-4CC9-AD5C-AB6D36178AC0}" srcOrd="0" destOrd="0" presId="urn:microsoft.com/office/officeart/2018/5/layout/CenteredIconLabelDescriptionList"/>
    <dgm:cxn modelId="{98F20125-0075-4808-BD0B-0B150ABA5E16}" type="presParOf" srcId="{63341484-9D10-44E7-854B-28DCF672C723}" destId="{30487E7D-A42D-422E-9933-27251753D017}" srcOrd="1" destOrd="0" presId="urn:microsoft.com/office/officeart/2018/5/layout/CenteredIconLabelDescriptionList"/>
    <dgm:cxn modelId="{A4395B71-E99F-4745-9E69-CDA57A02ACBE}" type="presParOf" srcId="{63341484-9D10-44E7-854B-28DCF672C723}" destId="{A2ABC573-395C-412E-83AF-8CFE21BC3A24}" srcOrd="2" destOrd="0" presId="urn:microsoft.com/office/officeart/2018/5/layout/CenteredIconLabelDescriptionList"/>
    <dgm:cxn modelId="{D61C8791-12ED-4835-9BFE-BCF16520BA9D}" type="presParOf" srcId="{63341484-9D10-44E7-854B-28DCF672C723}" destId="{D5164A84-BE54-4E79-8D0C-290E25D02C6A}" srcOrd="3" destOrd="0" presId="urn:microsoft.com/office/officeart/2018/5/layout/CenteredIconLabelDescriptionList"/>
    <dgm:cxn modelId="{17CBB229-4F5A-45B1-A80D-486A5DD9B1A8}" type="presParOf" srcId="{63341484-9D10-44E7-854B-28DCF672C723}" destId="{1BE90B1E-670B-42FE-A3E5-8B7E6D6BA018}" srcOrd="4" destOrd="0" presId="urn:microsoft.com/office/officeart/2018/5/layout/CenteredIconLabelDescriptionList"/>
    <dgm:cxn modelId="{3C5E0FBD-89FB-429E-94E4-18F3DB83F1FE}" type="presParOf" srcId="{9BBA1A01-3AB0-4AF9-95D6-0C499FF44EEE}" destId="{D1AD46B9-46C4-4103-899A-5E5E9C03AF64}" srcOrd="3" destOrd="0" presId="urn:microsoft.com/office/officeart/2018/5/layout/CenteredIconLabelDescriptionList"/>
    <dgm:cxn modelId="{43066D1B-2610-4225-8DB9-718F1A49A564}" type="presParOf" srcId="{9BBA1A01-3AB0-4AF9-95D6-0C499FF44EEE}" destId="{325DAEAF-AFBF-42EA-82E9-F25A4ABFF7DD}" srcOrd="4" destOrd="0" presId="urn:microsoft.com/office/officeart/2018/5/layout/CenteredIconLabelDescriptionList"/>
    <dgm:cxn modelId="{CAF530F1-ADD4-4BE3-959F-B29E92C108EB}" type="presParOf" srcId="{325DAEAF-AFBF-42EA-82E9-F25A4ABFF7DD}" destId="{001619C3-2B46-4EFA-BA55-A7D766259148}" srcOrd="0" destOrd="0" presId="urn:microsoft.com/office/officeart/2018/5/layout/CenteredIconLabelDescriptionList"/>
    <dgm:cxn modelId="{DBD78F45-0E51-4698-9785-7E5A4414A007}" type="presParOf" srcId="{325DAEAF-AFBF-42EA-82E9-F25A4ABFF7DD}" destId="{FC6B0179-8F8F-4EAF-9033-0539BA70D92C}" srcOrd="1" destOrd="0" presId="urn:microsoft.com/office/officeart/2018/5/layout/CenteredIconLabelDescriptionList"/>
    <dgm:cxn modelId="{DA8C7849-7F94-4419-A00F-E3BF1E873E3C}" type="presParOf" srcId="{325DAEAF-AFBF-42EA-82E9-F25A4ABFF7DD}" destId="{CBC0C4C1-6AF8-47A5-A6DA-C65CB2DBF62C}" srcOrd="2" destOrd="0" presId="urn:microsoft.com/office/officeart/2018/5/layout/CenteredIconLabelDescriptionList"/>
    <dgm:cxn modelId="{3C799994-1913-47AF-8D7A-330FA117F603}" type="presParOf" srcId="{325DAEAF-AFBF-42EA-82E9-F25A4ABFF7DD}" destId="{85AAB617-619F-4DFE-8C10-D1D0F01CD713}" srcOrd="3" destOrd="0" presId="urn:microsoft.com/office/officeart/2018/5/layout/CenteredIconLabelDescriptionList"/>
    <dgm:cxn modelId="{2E0C0F98-5BB5-4AF1-BACF-BAB0A5B90A93}" type="presParOf" srcId="{325DAEAF-AFBF-42EA-82E9-F25A4ABFF7DD}" destId="{7A0CCB0B-DA4B-4AD6-8AA5-5176458250F6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8.xml><?xml version="1.0" encoding="utf-8"?>
<dgm:dataModel xmlns:dgm="http://schemas.openxmlformats.org/drawingml/2006/diagram" xmlns:a="http://schemas.openxmlformats.org/drawingml/2006/main">
  <dgm:ptLst>
    <dgm:pt modelId="{0D3A1C26-7CF8-41F0-BFA6-F6BCBE4AFC25}" type="doc">
      <dgm:prSet loTypeId="urn:microsoft.com/office/officeart/2005/8/layout/hProcess11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tr-TR"/>
        </a:p>
      </dgm:t>
    </dgm:pt>
    <dgm:pt modelId="{B8CAA157-F7AD-4A2E-9562-A9D35D456A78}">
      <dgm:prSet custT="1"/>
      <dgm:spPr/>
      <dgm:t>
        <a:bodyPr/>
        <a:lstStyle/>
        <a:p>
          <a:r>
            <a:rPr lang="tr-TR" sz="2000"/>
            <a:t>2009</a:t>
          </a:r>
        </a:p>
      </dgm:t>
    </dgm:pt>
    <dgm:pt modelId="{0F43EEA1-2D4A-4A73-A013-4348243D72A0}" type="parTrans" cxnId="{9B0A458F-7F00-4DA8-9815-6B51E095FE70}">
      <dgm:prSet/>
      <dgm:spPr/>
      <dgm:t>
        <a:bodyPr/>
        <a:lstStyle/>
        <a:p>
          <a:endParaRPr lang="tr-TR" sz="3200"/>
        </a:p>
      </dgm:t>
    </dgm:pt>
    <dgm:pt modelId="{CE8D797B-8BC7-4449-90F3-E1ACCC798570}" type="sibTrans" cxnId="{9B0A458F-7F00-4DA8-9815-6B51E095FE70}">
      <dgm:prSet/>
      <dgm:spPr/>
      <dgm:t>
        <a:bodyPr/>
        <a:lstStyle/>
        <a:p>
          <a:endParaRPr lang="tr-TR" sz="3200"/>
        </a:p>
      </dgm:t>
    </dgm:pt>
    <dgm:pt modelId="{4E01A5E5-1019-4A50-9EE1-1276871F4E6C}">
      <dgm:prSet custT="1"/>
      <dgm:spPr/>
      <dgm:t>
        <a:bodyPr/>
        <a:lstStyle/>
        <a:p>
          <a:r>
            <a:rPr lang="tr-TR" sz="1200"/>
            <a:t>50 bitcoins</a:t>
          </a:r>
        </a:p>
      </dgm:t>
    </dgm:pt>
    <dgm:pt modelId="{13125CB6-F35E-4703-8818-FBD6C1934EFE}" type="parTrans" cxnId="{A583F7F7-BBE3-4263-9278-20280E3E3A6B}">
      <dgm:prSet/>
      <dgm:spPr/>
      <dgm:t>
        <a:bodyPr/>
        <a:lstStyle/>
        <a:p>
          <a:endParaRPr lang="tr-TR" sz="3200"/>
        </a:p>
      </dgm:t>
    </dgm:pt>
    <dgm:pt modelId="{43F18FE3-646D-4802-829B-B68EF60E83FA}" type="sibTrans" cxnId="{A583F7F7-BBE3-4263-9278-20280E3E3A6B}">
      <dgm:prSet/>
      <dgm:spPr/>
      <dgm:t>
        <a:bodyPr/>
        <a:lstStyle/>
        <a:p>
          <a:endParaRPr lang="tr-TR" sz="3200"/>
        </a:p>
      </dgm:t>
    </dgm:pt>
    <dgm:pt modelId="{E9EAA39F-0AB4-4369-B510-C248BE1B6404}">
      <dgm:prSet custT="1"/>
      <dgm:spPr/>
      <dgm:t>
        <a:bodyPr/>
        <a:lstStyle/>
        <a:p>
          <a:r>
            <a:rPr lang="tr-TR" sz="2000"/>
            <a:t>2012</a:t>
          </a:r>
        </a:p>
      </dgm:t>
    </dgm:pt>
    <dgm:pt modelId="{6A310181-5498-4D9B-9BCA-0752218F0080}" type="parTrans" cxnId="{7535A98B-2906-4D07-9AF6-256AB715871B}">
      <dgm:prSet/>
      <dgm:spPr/>
      <dgm:t>
        <a:bodyPr/>
        <a:lstStyle/>
        <a:p>
          <a:endParaRPr lang="tr-TR" sz="3200"/>
        </a:p>
      </dgm:t>
    </dgm:pt>
    <dgm:pt modelId="{EDA1315D-A07B-4D91-B817-551D689084B5}" type="sibTrans" cxnId="{7535A98B-2906-4D07-9AF6-256AB715871B}">
      <dgm:prSet/>
      <dgm:spPr/>
      <dgm:t>
        <a:bodyPr/>
        <a:lstStyle/>
        <a:p>
          <a:endParaRPr lang="tr-TR" sz="3200"/>
        </a:p>
      </dgm:t>
    </dgm:pt>
    <dgm:pt modelId="{B9F682CD-8E6B-47AF-A402-770A70EB2264}">
      <dgm:prSet custT="1"/>
      <dgm:spPr/>
      <dgm:t>
        <a:bodyPr/>
        <a:lstStyle/>
        <a:p>
          <a:r>
            <a:rPr lang="tr-TR" sz="1200"/>
            <a:t>25 bitcoins</a:t>
          </a:r>
        </a:p>
      </dgm:t>
    </dgm:pt>
    <dgm:pt modelId="{45DF98FA-03B7-412D-BFFC-2E5BEB496CDF}" type="parTrans" cxnId="{B50C40ED-9FAE-4E9D-A6B6-7C4B12425AFA}">
      <dgm:prSet/>
      <dgm:spPr/>
      <dgm:t>
        <a:bodyPr/>
        <a:lstStyle/>
        <a:p>
          <a:endParaRPr lang="tr-TR" sz="3200"/>
        </a:p>
      </dgm:t>
    </dgm:pt>
    <dgm:pt modelId="{7D2CA8D1-A446-4C91-B9E1-9F63DB0B4DBD}" type="sibTrans" cxnId="{B50C40ED-9FAE-4E9D-A6B6-7C4B12425AFA}">
      <dgm:prSet/>
      <dgm:spPr/>
      <dgm:t>
        <a:bodyPr/>
        <a:lstStyle/>
        <a:p>
          <a:endParaRPr lang="tr-TR" sz="3200"/>
        </a:p>
      </dgm:t>
    </dgm:pt>
    <dgm:pt modelId="{F5F955E8-7E45-4EC0-AFFE-D48188D7F002}">
      <dgm:prSet custT="1"/>
      <dgm:spPr/>
      <dgm:t>
        <a:bodyPr/>
        <a:lstStyle/>
        <a:p>
          <a:r>
            <a:rPr lang="tr-TR" sz="2000"/>
            <a:t>2016</a:t>
          </a:r>
        </a:p>
      </dgm:t>
    </dgm:pt>
    <dgm:pt modelId="{A5AE6696-947E-42C6-BCDF-7096909B533E}" type="parTrans" cxnId="{3D85D168-FC22-43C7-976E-EA11C618989D}">
      <dgm:prSet/>
      <dgm:spPr/>
      <dgm:t>
        <a:bodyPr/>
        <a:lstStyle/>
        <a:p>
          <a:endParaRPr lang="tr-TR" sz="3200"/>
        </a:p>
      </dgm:t>
    </dgm:pt>
    <dgm:pt modelId="{B687151D-659D-4F58-838C-1BAC09E7D3D9}" type="sibTrans" cxnId="{3D85D168-FC22-43C7-976E-EA11C618989D}">
      <dgm:prSet/>
      <dgm:spPr/>
      <dgm:t>
        <a:bodyPr/>
        <a:lstStyle/>
        <a:p>
          <a:endParaRPr lang="tr-TR" sz="3200"/>
        </a:p>
      </dgm:t>
    </dgm:pt>
    <dgm:pt modelId="{EDFEFF7A-ACFC-40F2-92C4-A0899370934C}">
      <dgm:prSet custT="1"/>
      <dgm:spPr/>
      <dgm:t>
        <a:bodyPr/>
        <a:lstStyle/>
        <a:p>
          <a:r>
            <a:rPr lang="tr-TR" sz="1200"/>
            <a:t>12.5 bitcoins</a:t>
          </a:r>
        </a:p>
      </dgm:t>
    </dgm:pt>
    <dgm:pt modelId="{A254D9F0-6F28-4CE7-80F7-AC8C71206505}" type="parTrans" cxnId="{35EC763E-8A1D-49A7-A586-AD529936F42B}">
      <dgm:prSet/>
      <dgm:spPr/>
      <dgm:t>
        <a:bodyPr/>
        <a:lstStyle/>
        <a:p>
          <a:endParaRPr lang="tr-TR" sz="3200"/>
        </a:p>
      </dgm:t>
    </dgm:pt>
    <dgm:pt modelId="{C5CAA6E9-D8C9-4A0E-8ECF-052A48644834}" type="sibTrans" cxnId="{35EC763E-8A1D-49A7-A586-AD529936F42B}">
      <dgm:prSet/>
      <dgm:spPr/>
      <dgm:t>
        <a:bodyPr/>
        <a:lstStyle/>
        <a:p>
          <a:endParaRPr lang="tr-TR" sz="3200"/>
        </a:p>
      </dgm:t>
    </dgm:pt>
    <dgm:pt modelId="{E8208E19-DAD7-4E4D-A6C9-8CE2F1EF87CF}">
      <dgm:prSet custT="1"/>
      <dgm:spPr/>
      <dgm:t>
        <a:bodyPr/>
        <a:lstStyle/>
        <a:p>
          <a:r>
            <a:rPr lang="tr-TR" sz="2000"/>
            <a:t>2020</a:t>
          </a:r>
        </a:p>
      </dgm:t>
    </dgm:pt>
    <dgm:pt modelId="{777BF023-AE9A-4622-84AC-0967595B4B8A}" type="parTrans" cxnId="{7FA75287-EBCA-474B-9289-A9FC14CA081C}">
      <dgm:prSet/>
      <dgm:spPr/>
      <dgm:t>
        <a:bodyPr/>
        <a:lstStyle/>
        <a:p>
          <a:endParaRPr lang="tr-TR" sz="3200"/>
        </a:p>
      </dgm:t>
    </dgm:pt>
    <dgm:pt modelId="{FE008517-26B0-4508-8ACB-6C21BA622AC0}" type="sibTrans" cxnId="{7FA75287-EBCA-474B-9289-A9FC14CA081C}">
      <dgm:prSet/>
      <dgm:spPr/>
      <dgm:t>
        <a:bodyPr/>
        <a:lstStyle/>
        <a:p>
          <a:endParaRPr lang="tr-TR" sz="3200"/>
        </a:p>
      </dgm:t>
    </dgm:pt>
    <dgm:pt modelId="{44977D96-DECE-4A02-922C-67E0F54F9A93}">
      <dgm:prSet custT="1"/>
      <dgm:spPr/>
      <dgm:t>
        <a:bodyPr/>
        <a:lstStyle/>
        <a:p>
          <a:r>
            <a:rPr lang="tr-TR" sz="1200" dirty="0"/>
            <a:t>Block 630,000</a:t>
          </a:r>
        </a:p>
      </dgm:t>
    </dgm:pt>
    <dgm:pt modelId="{5C9FBECB-A9C9-496C-8032-930B0231DEB3}" type="parTrans" cxnId="{20D2E606-A59A-467A-BA49-9B698B0094FC}">
      <dgm:prSet/>
      <dgm:spPr/>
      <dgm:t>
        <a:bodyPr/>
        <a:lstStyle/>
        <a:p>
          <a:endParaRPr lang="tr-TR" sz="3200"/>
        </a:p>
      </dgm:t>
    </dgm:pt>
    <dgm:pt modelId="{988EAB5B-37DD-4CF8-B266-CAF50CE83A1C}" type="sibTrans" cxnId="{20D2E606-A59A-467A-BA49-9B698B0094FC}">
      <dgm:prSet/>
      <dgm:spPr/>
      <dgm:t>
        <a:bodyPr/>
        <a:lstStyle/>
        <a:p>
          <a:endParaRPr lang="tr-TR" sz="3200"/>
        </a:p>
      </dgm:t>
    </dgm:pt>
    <dgm:pt modelId="{731B61AA-72A6-4F14-812D-C640AEC05CD1}">
      <dgm:prSet custT="1"/>
      <dgm:spPr/>
      <dgm:t>
        <a:bodyPr/>
        <a:lstStyle/>
        <a:p>
          <a:r>
            <a:rPr lang="tr-TR" sz="1200" dirty="0"/>
            <a:t>6,25 bitcoins</a:t>
          </a:r>
        </a:p>
      </dgm:t>
    </dgm:pt>
    <dgm:pt modelId="{1DF8D0A4-BC7E-40CF-846F-76B5DED4BAA0}" type="parTrans" cxnId="{64403D88-AA38-467E-BC0D-8F407D7E796C}">
      <dgm:prSet/>
      <dgm:spPr/>
      <dgm:t>
        <a:bodyPr/>
        <a:lstStyle/>
        <a:p>
          <a:endParaRPr lang="tr-TR" sz="3200"/>
        </a:p>
      </dgm:t>
    </dgm:pt>
    <dgm:pt modelId="{B3DF2A53-56C7-4175-AAB6-61EBBEC5F305}" type="sibTrans" cxnId="{64403D88-AA38-467E-BC0D-8F407D7E796C}">
      <dgm:prSet/>
      <dgm:spPr/>
      <dgm:t>
        <a:bodyPr/>
        <a:lstStyle/>
        <a:p>
          <a:endParaRPr lang="tr-TR" sz="3200"/>
        </a:p>
      </dgm:t>
    </dgm:pt>
    <dgm:pt modelId="{095BD829-4DEE-4C37-BB56-3328C231F2B7}">
      <dgm:prSet custT="1"/>
      <dgm:spPr/>
      <dgm:t>
        <a:bodyPr/>
        <a:lstStyle/>
        <a:p>
          <a:r>
            <a:rPr lang="tr-TR" sz="2000"/>
            <a:t>…</a:t>
          </a:r>
        </a:p>
      </dgm:t>
    </dgm:pt>
    <dgm:pt modelId="{FFCE124C-9F26-452C-9359-6CF2DED6C227}" type="parTrans" cxnId="{FDB76C9A-3438-4152-AC53-5C7657742924}">
      <dgm:prSet/>
      <dgm:spPr/>
      <dgm:t>
        <a:bodyPr/>
        <a:lstStyle/>
        <a:p>
          <a:endParaRPr lang="tr-TR" sz="3200"/>
        </a:p>
      </dgm:t>
    </dgm:pt>
    <dgm:pt modelId="{6EDD8544-4281-41C0-8FB3-A2065EA6A9B0}" type="sibTrans" cxnId="{FDB76C9A-3438-4152-AC53-5C7657742924}">
      <dgm:prSet/>
      <dgm:spPr/>
      <dgm:t>
        <a:bodyPr/>
        <a:lstStyle/>
        <a:p>
          <a:endParaRPr lang="tr-TR" sz="3200"/>
        </a:p>
      </dgm:t>
    </dgm:pt>
    <dgm:pt modelId="{3F495969-A1F2-4914-80E8-29EF172A20B5}">
      <dgm:prSet custT="1"/>
      <dgm:spPr/>
      <dgm:t>
        <a:bodyPr/>
        <a:lstStyle/>
        <a:p>
          <a:r>
            <a:rPr lang="tr-TR" sz="2000"/>
            <a:t>2137</a:t>
          </a:r>
        </a:p>
      </dgm:t>
    </dgm:pt>
    <dgm:pt modelId="{33DFB654-635E-4950-84F6-E7E5259BA3A5}" type="parTrans" cxnId="{DA14676B-6DED-48BE-8E2B-B36DCB8A9E43}">
      <dgm:prSet/>
      <dgm:spPr/>
      <dgm:t>
        <a:bodyPr/>
        <a:lstStyle/>
        <a:p>
          <a:endParaRPr lang="tr-TR" sz="3200"/>
        </a:p>
      </dgm:t>
    </dgm:pt>
    <dgm:pt modelId="{AF7DCADE-BE60-42BB-AB34-7C9FDEC8C0BC}" type="sibTrans" cxnId="{DA14676B-6DED-48BE-8E2B-B36DCB8A9E43}">
      <dgm:prSet/>
      <dgm:spPr/>
      <dgm:t>
        <a:bodyPr/>
        <a:lstStyle/>
        <a:p>
          <a:endParaRPr lang="tr-TR" sz="3200"/>
        </a:p>
      </dgm:t>
    </dgm:pt>
    <dgm:pt modelId="{053E70F5-DEDB-4A05-B1E2-6428F189297F}">
      <dgm:prSet custT="1"/>
      <dgm:spPr/>
      <dgm:t>
        <a:bodyPr/>
        <a:lstStyle/>
        <a:p>
          <a:r>
            <a:rPr lang="tr-TR" sz="1200" dirty="0"/>
            <a:t>Block 6,720,000</a:t>
          </a:r>
        </a:p>
      </dgm:t>
    </dgm:pt>
    <dgm:pt modelId="{FE79B0BA-396D-443F-BEC5-F93E234DE299}" type="parTrans" cxnId="{6EB22F74-3D4D-4454-8EDA-F21ECF8093B3}">
      <dgm:prSet/>
      <dgm:spPr/>
      <dgm:t>
        <a:bodyPr/>
        <a:lstStyle/>
        <a:p>
          <a:endParaRPr lang="tr-TR" sz="3200"/>
        </a:p>
      </dgm:t>
    </dgm:pt>
    <dgm:pt modelId="{5F82F5F4-7522-419D-9E68-BB8A05670410}" type="sibTrans" cxnId="{6EB22F74-3D4D-4454-8EDA-F21ECF8093B3}">
      <dgm:prSet/>
      <dgm:spPr/>
      <dgm:t>
        <a:bodyPr/>
        <a:lstStyle/>
        <a:p>
          <a:endParaRPr lang="tr-TR" sz="3200"/>
        </a:p>
      </dgm:t>
    </dgm:pt>
    <dgm:pt modelId="{883A0EC4-35C7-4D23-A279-B5375CB126AB}">
      <dgm:prSet custT="1"/>
      <dgm:spPr/>
      <dgm:t>
        <a:bodyPr/>
        <a:lstStyle/>
        <a:p>
          <a:r>
            <a:rPr lang="tr-TR" sz="1200"/>
            <a:t>1 Satoshi</a:t>
          </a:r>
        </a:p>
      </dgm:t>
    </dgm:pt>
    <dgm:pt modelId="{7BF9B0B9-807D-4E4F-AFBD-7CA1D4997C55}" type="parTrans" cxnId="{7FC1C93A-4456-45AC-B111-8E1D4D04FFC6}">
      <dgm:prSet/>
      <dgm:spPr/>
      <dgm:t>
        <a:bodyPr/>
        <a:lstStyle/>
        <a:p>
          <a:endParaRPr lang="tr-TR" sz="3200"/>
        </a:p>
      </dgm:t>
    </dgm:pt>
    <dgm:pt modelId="{ADBF89B9-4423-4BD3-8C54-CC54AD08CBDD}" type="sibTrans" cxnId="{7FC1C93A-4456-45AC-B111-8E1D4D04FFC6}">
      <dgm:prSet/>
      <dgm:spPr/>
      <dgm:t>
        <a:bodyPr/>
        <a:lstStyle/>
        <a:p>
          <a:endParaRPr lang="tr-TR" sz="3200"/>
        </a:p>
      </dgm:t>
    </dgm:pt>
    <dgm:pt modelId="{FB56D370-7F1B-4EFE-A4B7-50D62F3EB1A5}">
      <dgm:prSet custT="1"/>
      <dgm:spPr/>
      <dgm:t>
        <a:bodyPr/>
        <a:lstStyle/>
        <a:p>
          <a:r>
            <a:rPr lang="tr-TR" sz="2000"/>
            <a:t>2140</a:t>
          </a:r>
        </a:p>
      </dgm:t>
    </dgm:pt>
    <dgm:pt modelId="{53B981FE-14DD-4D98-B163-703A7AF9B2FE}" type="parTrans" cxnId="{F846B1F8-966B-49D1-8099-2E383BB5E3E8}">
      <dgm:prSet/>
      <dgm:spPr/>
      <dgm:t>
        <a:bodyPr/>
        <a:lstStyle/>
        <a:p>
          <a:endParaRPr lang="tr-TR" sz="3200"/>
        </a:p>
      </dgm:t>
    </dgm:pt>
    <dgm:pt modelId="{439D280D-402E-4EB7-B0C7-8B4C47D1140B}" type="sibTrans" cxnId="{F846B1F8-966B-49D1-8099-2E383BB5E3E8}">
      <dgm:prSet/>
      <dgm:spPr/>
      <dgm:t>
        <a:bodyPr/>
        <a:lstStyle/>
        <a:p>
          <a:endParaRPr lang="tr-TR" sz="3200"/>
        </a:p>
      </dgm:t>
    </dgm:pt>
    <dgm:pt modelId="{B82232AA-06AE-4744-B77C-55DA6E20B410}">
      <dgm:prSet custT="1"/>
      <dgm:spPr/>
      <dgm:t>
        <a:bodyPr/>
        <a:lstStyle/>
        <a:p>
          <a:r>
            <a:rPr lang="tr-TR" sz="1200" dirty="0"/>
            <a:t>2,099,999,997,690,000 satoshis</a:t>
          </a:r>
        </a:p>
      </dgm:t>
    </dgm:pt>
    <dgm:pt modelId="{EBE09553-A2C3-43CD-BD28-E1F6581D6BFC}" type="parTrans" cxnId="{6C04B768-1D45-4446-A7F3-9F9992617D5C}">
      <dgm:prSet/>
      <dgm:spPr/>
      <dgm:t>
        <a:bodyPr/>
        <a:lstStyle/>
        <a:p>
          <a:endParaRPr lang="tr-TR" sz="3200"/>
        </a:p>
      </dgm:t>
    </dgm:pt>
    <dgm:pt modelId="{6B251566-FEE4-4C4E-B2BD-0954AB74CF26}" type="sibTrans" cxnId="{6C04B768-1D45-4446-A7F3-9F9992617D5C}">
      <dgm:prSet/>
      <dgm:spPr/>
      <dgm:t>
        <a:bodyPr/>
        <a:lstStyle/>
        <a:p>
          <a:endParaRPr lang="tr-TR" sz="3200"/>
        </a:p>
      </dgm:t>
    </dgm:pt>
    <dgm:pt modelId="{30117DB0-D939-454A-9014-A8BC41BF0211}" type="pres">
      <dgm:prSet presAssocID="{0D3A1C26-7CF8-41F0-BFA6-F6BCBE4AFC25}" presName="Name0" presStyleCnt="0">
        <dgm:presLayoutVars>
          <dgm:dir/>
          <dgm:resizeHandles val="exact"/>
        </dgm:presLayoutVars>
      </dgm:prSet>
      <dgm:spPr/>
    </dgm:pt>
    <dgm:pt modelId="{AFD59363-E72C-4B74-9ED8-81450BEF6784}" type="pres">
      <dgm:prSet presAssocID="{0D3A1C26-7CF8-41F0-BFA6-F6BCBE4AFC25}" presName="arrow" presStyleLbl="bgShp" presStyleIdx="0" presStyleCnt="1"/>
      <dgm:spPr/>
    </dgm:pt>
    <dgm:pt modelId="{1E936251-46F3-4F87-BC42-C2F978B36D7A}" type="pres">
      <dgm:prSet presAssocID="{0D3A1C26-7CF8-41F0-BFA6-F6BCBE4AFC25}" presName="points" presStyleCnt="0"/>
      <dgm:spPr/>
    </dgm:pt>
    <dgm:pt modelId="{5198BF85-0615-4A3C-A295-773B5BAE28CC}" type="pres">
      <dgm:prSet presAssocID="{B8CAA157-F7AD-4A2E-9562-A9D35D456A78}" presName="compositeA" presStyleCnt="0"/>
      <dgm:spPr/>
    </dgm:pt>
    <dgm:pt modelId="{F38D6DBA-21FF-49AF-8191-110F05F318B7}" type="pres">
      <dgm:prSet presAssocID="{B8CAA157-F7AD-4A2E-9562-A9D35D456A78}" presName="textA" presStyleLbl="revTx" presStyleIdx="0" presStyleCnt="7">
        <dgm:presLayoutVars>
          <dgm:bulletEnabled val="1"/>
        </dgm:presLayoutVars>
      </dgm:prSet>
      <dgm:spPr/>
    </dgm:pt>
    <dgm:pt modelId="{9054778B-B306-47F0-9A45-55FEEC744284}" type="pres">
      <dgm:prSet presAssocID="{B8CAA157-F7AD-4A2E-9562-A9D35D456A78}" presName="circleA" presStyleLbl="node1" presStyleIdx="0" presStyleCnt="7"/>
      <dgm:spPr/>
    </dgm:pt>
    <dgm:pt modelId="{4FF38787-797F-4743-8366-126A546A1539}" type="pres">
      <dgm:prSet presAssocID="{B8CAA157-F7AD-4A2E-9562-A9D35D456A78}" presName="spaceA" presStyleCnt="0"/>
      <dgm:spPr/>
    </dgm:pt>
    <dgm:pt modelId="{8744944A-C0BC-4142-A49D-2A4C14F1DCE9}" type="pres">
      <dgm:prSet presAssocID="{CE8D797B-8BC7-4449-90F3-E1ACCC798570}" presName="space" presStyleCnt="0"/>
      <dgm:spPr/>
    </dgm:pt>
    <dgm:pt modelId="{D39EBDC0-1778-4760-B965-172D242C2D7F}" type="pres">
      <dgm:prSet presAssocID="{E9EAA39F-0AB4-4369-B510-C248BE1B6404}" presName="compositeB" presStyleCnt="0"/>
      <dgm:spPr/>
    </dgm:pt>
    <dgm:pt modelId="{E771753B-2621-4064-BF7E-26F3E8186BD9}" type="pres">
      <dgm:prSet presAssocID="{E9EAA39F-0AB4-4369-B510-C248BE1B6404}" presName="textB" presStyleLbl="revTx" presStyleIdx="1" presStyleCnt="7">
        <dgm:presLayoutVars>
          <dgm:bulletEnabled val="1"/>
        </dgm:presLayoutVars>
      </dgm:prSet>
      <dgm:spPr/>
    </dgm:pt>
    <dgm:pt modelId="{2B37639B-0FE3-455B-BC26-0A6D4B6B037E}" type="pres">
      <dgm:prSet presAssocID="{E9EAA39F-0AB4-4369-B510-C248BE1B6404}" presName="circleB" presStyleLbl="node1" presStyleIdx="1" presStyleCnt="7"/>
      <dgm:spPr/>
    </dgm:pt>
    <dgm:pt modelId="{A659852E-F474-46D9-9046-FC6F157BDB6A}" type="pres">
      <dgm:prSet presAssocID="{E9EAA39F-0AB4-4369-B510-C248BE1B6404}" presName="spaceB" presStyleCnt="0"/>
      <dgm:spPr/>
    </dgm:pt>
    <dgm:pt modelId="{BBE6DC68-BC6B-496D-AD42-1311BC509603}" type="pres">
      <dgm:prSet presAssocID="{EDA1315D-A07B-4D91-B817-551D689084B5}" presName="space" presStyleCnt="0"/>
      <dgm:spPr/>
    </dgm:pt>
    <dgm:pt modelId="{CC594718-0F86-48E4-A206-D828F07D0344}" type="pres">
      <dgm:prSet presAssocID="{F5F955E8-7E45-4EC0-AFFE-D48188D7F002}" presName="compositeA" presStyleCnt="0"/>
      <dgm:spPr/>
    </dgm:pt>
    <dgm:pt modelId="{BDBEBC53-326C-4A3E-88BA-6E90DBC7D530}" type="pres">
      <dgm:prSet presAssocID="{F5F955E8-7E45-4EC0-AFFE-D48188D7F002}" presName="textA" presStyleLbl="revTx" presStyleIdx="2" presStyleCnt="7">
        <dgm:presLayoutVars>
          <dgm:bulletEnabled val="1"/>
        </dgm:presLayoutVars>
      </dgm:prSet>
      <dgm:spPr/>
    </dgm:pt>
    <dgm:pt modelId="{0A75D595-1693-479C-A547-D564146298D5}" type="pres">
      <dgm:prSet presAssocID="{F5F955E8-7E45-4EC0-AFFE-D48188D7F002}" presName="circleA" presStyleLbl="node1" presStyleIdx="2" presStyleCnt="7"/>
      <dgm:spPr/>
    </dgm:pt>
    <dgm:pt modelId="{FA75BB30-A495-4F6D-8FE7-5B489BDE4DFD}" type="pres">
      <dgm:prSet presAssocID="{F5F955E8-7E45-4EC0-AFFE-D48188D7F002}" presName="spaceA" presStyleCnt="0"/>
      <dgm:spPr/>
    </dgm:pt>
    <dgm:pt modelId="{488E8A2D-8B02-49C9-9007-0E426683C987}" type="pres">
      <dgm:prSet presAssocID="{B687151D-659D-4F58-838C-1BAC09E7D3D9}" presName="space" presStyleCnt="0"/>
      <dgm:spPr/>
    </dgm:pt>
    <dgm:pt modelId="{9272106C-034C-4D76-96E5-C22EA5434B81}" type="pres">
      <dgm:prSet presAssocID="{E8208E19-DAD7-4E4D-A6C9-8CE2F1EF87CF}" presName="compositeB" presStyleCnt="0"/>
      <dgm:spPr/>
    </dgm:pt>
    <dgm:pt modelId="{0E574F6C-3A90-4190-B060-BD531E2A7A31}" type="pres">
      <dgm:prSet presAssocID="{E8208E19-DAD7-4E4D-A6C9-8CE2F1EF87CF}" presName="textB" presStyleLbl="revTx" presStyleIdx="3" presStyleCnt="7" custScaleX="147603">
        <dgm:presLayoutVars>
          <dgm:bulletEnabled val="1"/>
        </dgm:presLayoutVars>
      </dgm:prSet>
      <dgm:spPr/>
    </dgm:pt>
    <dgm:pt modelId="{260703F7-09AB-447D-B61D-EA522F063C7E}" type="pres">
      <dgm:prSet presAssocID="{E8208E19-DAD7-4E4D-A6C9-8CE2F1EF87CF}" presName="circleB" presStyleLbl="node1" presStyleIdx="3" presStyleCnt="7"/>
      <dgm:spPr/>
    </dgm:pt>
    <dgm:pt modelId="{E8A1FDA2-D678-4CFB-949E-24DB6A2B7139}" type="pres">
      <dgm:prSet presAssocID="{E8208E19-DAD7-4E4D-A6C9-8CE2F1EF87CF}" presName="spaceB" presStyleCnt="0"/>
      <dgm:spPr/>
    </dgm:pt>
    <dgm:pt modelId="{814F9CA6-6C8A-4620-8A90-152B95BD6C08}" type="pres">
      <dgm:prSet presAssocID="{FE008517-26B0-4508-8ACB-6C21BA622AC0}" presName="space" presStyleCnt="0"/>
      <dgm:spPr/>
    </dgm:pt>
    <dgm:pt modelId="{6F38F501-2609-4CDC-8BCA-5D83E9F86036}" type="pres">
      <dgm:prSet presAssocID="{095BD829-4DEE-4C37-BB56-3328C231F2B7}" presName="compositeA" presStyleCnt="0"/>
      <dgm:spPr/>
    </dgm:pt>
    <dgm:pt modelId="{195A63F6-0287-4F33-A279-B2654BF75AF9}" type="pres">
      <dgm:prSet presAssocID="{095BD829-4DEE-4C37-BB56-3328C231F2B7}" presName="textA" presStyleLbl="revTx" presStyleIdx="4" presStyleCnt="7">
        <dgm:presLayoutVars>
          <dgm:bulletEnabled val="1"/>
        </dgm:presLayoutVars>
      </dgm:prSet>
      <dgm:spPr/>
    </dgm:pt>
    <dgm:pt modelId="{FA3EB241-BA40-4396-948E-C90B0C41AA49}" type="pres">
      <dgm:prSet presAssocID="{095BD829-4DEE-4C37-BB56-3328C231F2B7}" presName="circleA" presStyleLbl="node1" presStyleIdx="4" presStyleCnt="7"/>
      <dgm:spPr/>
    </dgm:pt>
    <dgm:pt modelId="{316607B7-47E8-4990-8204-859970FB7908}" type="pres">
      <dgm:prSet presAssocID="{095BD829-4DEE-4C37-BB56-3328C231F2B7}" presName="spaceA" presStyleCnt="0"/>
      <dgm:spPr/>
    </dgm:pt>
    <dgm:pt modelId="{C0D025C8-FB72-42BD-9F01-1E7F6628CEDE}" type="pres">
      <dgm:prSet presAssocID="{6EDD8544-4281-41C0-8FB3-A2065EA6A9B0}" presName="space" presStyleCnt="0"/>
      <dgm:spPr/>
    </dgm:pt>
    <dgm:pt modelId="{BFBA90FF-17CD-42FB-A738-79E785FD4D3F}" type="pres">
      <dgm:prSet presAssocID="{3F495969-A1F2-4914-80E8-29EF172A20B5}" presName="compositeB" presStyleCnt="0"/>
      <dgm:spPr/>
    </dgm:pt>
    <dgm:pt modelId="{104E83D3-D6FD-4B21-B815-61446B7836B7}" type="pres">
      <dgm:prSet presAssocID="{3F495969-A1F2-4914-80E8-29EF172A20B5}" presName="textB" presStyleLbl="revTx" presStyleIdx="5" presStyleCnt="7" custScaleX="131280">
        <dgm:presLayoutVars>
          <dgm:bulletEnabled val="1"/>
        </dgm:presLayoutVars>
      </dgm:prSet>
      <dgm:spPr/>
    </dgm:pt>
    <dgm:pt modelId="{B2202EB8-AA8B-4CF9-B4CB-A4C941095649}" type="pres">
      <dgm:prSet presAssocID="{3F495969-A1F2-4914-80E8-29EF172A20B5}" presName="circleB" presStyleLbl="node1" presStyleIdx="5" presStyleCnt="7"/>
      <dgm:spPr/>
    </dgm:pt>
    <dgm:pt modelId="{76037322-85A2-486E-9CD5-5A0C86A1D793}" type="pres">
      <dgm:prSet presAssocID="{3F495969-A1F2-4914-80E8-29EF172A20B5}" presName="spaceB" presStyleCnt="0"/>
      <dgm:spPr/>
    </dgm:pt>
    <dgm:pt modelId="{8B27EA06-B65B-4144-A878-BBD27D51DBB5}" type="pres">
      <dgm:prSet presAssocID="{AF7DCADE-BE60-42BB-AB34-7C9FDEC8C0BC}" presName="space" presStyleCnt="0"/>
      <dgm:spPr/>
    </dgm:pt>
    <dgm:pt modelId="{378198A7-A250-4B4A-B3E3-338B307A7196}" type="pres">
      <dgm:prSet presAssocID="{FB56D370-7F1B-4EFE-A4B7-50D62F3EB1A5}" presName="compositeA" presStyleCnt="0"/>
      <dgm:spPr/>
    </dgm:pt>
    <dgm:pt modelId="{63DAC4D7-C84B-4B2B-9B2C-4560DB278A41}" type="pres">
      <dgm:prSet presAssocID="{FB56D370-7F1B-4EFE-A4B7-50D62F3EB1A5}" presName="textA" presStyleLbl="revTx" presStyleIdx="6" presStyleCnt="7" custScaleX="182471">
        <dgm:presLayoutVars>
          <dgm:bulletEnabled val="1"/>
        </dgm:presLayoutVars>
      </dgm:prSet>
      <dgm:spPr/>
    </dgm:pt>
    <dgm:pt modelId="{5EE2AA87-8194-40BD-BF46-8BADAE63BF2C}" type="pres">
      <dgm:prSet presAssocID="{FB56D370-7F1B-4EFE-A4B7-50D62F3EB1A5}" presName="circleA" presStyleLbl="node1" presStyleIdx="6" presStyleCnt="7"/>
      <dgm:spPr/>
    </dgm:pt>
    <dgm:pt modelId="{6E4F9471-F4E4-4286-AD08-EC8D48FD412D}" type="pres">
      <dgm:prSet presAssocID="{FB56D370-7F1B-4EFE-A4B7-50D62F3EB1A5}" presName="spaceA" presStyleCnt="0"/>
      <dgm:spPr/>
    </dgm:pt>
  </dgm:ptLst>
  <dgm:cxnLst>
    <dgm:cxn modelId="{20D2E606-A59A-467A-BA49-9B698B0094FC}" srcId="{E8208E19-DAD7-4E4D-A6C9-8CE2F1EF87CF}" destId="{44977D96-DECE-4A02-922C-67E0F54F9A93}" srcOrd="0" destOrd="0" parTransId="{5C9FBECB-A9C9-496C-8032-930B0231DEB3}" sibTransId="{988EAB5B-37DD-4CF8-B266-CAF50CE83A1C}"/>
    <dgm:cxn modelId="{45DF7008-444D-48A3-AF14-D5EE1B748BD8}" type="presOf" srcId="{E8208E19-DAD7-4E4D-A6C9-8CE2F1EF87CF}" destId="{0E574F6C-3A90-4190-B060-BD531E2A7A31}" srcOrd="0" destOrd="0" presId="urn:microsoft.com/office/officeart/2005/8/layout/hProcess11"/>
    <dgm:cxn modelId="{442EB21B-E540-49C4-8B27-00202B2A24FA}" type="presOf" srcId="{B9F682CD-8E6B-47AF-A402-770A70EB2264}" destId="{E771753B-2621-4064-BF7E-26F3E8186BD9}" srcOrd="0" destOrd="1" presId="urn:microsoft.com/office/officeart/2005/8/layout/hProcess11"/>
    <dgm:cxn modelId="{E1CE631C-4729-4123-B766-98F4A780C499}" type="presOf" srcId="{731B61AA-72A6-4F14-812D-C640AEC05CD1}" destId="{0E574F6C-3A90-4190-B060-BD531E2A7A31}" srcOrd="0" destOrd="2" presId="urn:microsoft.com/office/officeart/2005/8/layout/hProcess11"/>
    <dgm:cxn modelId="{7FC1C93A-4456-45AC-B111-8E1D4D04FFC6}" srcId="{3F495969-A1F2-4914-80E8-29EF172A20B5}" destId="{883A0EC4-35C7-4D23-A279-B5375CB126AB}" srcOrd="1" destOrd="0" parTransId="{7BF9B0B9-807D-4E4F-AFBD-7CA1D4997C55}" sibTransId="{ADBF89B9-4423-4BD3-8C54-CC54AD08CBDD}"/>
    <dgm:cxn modelId="{35EC763E-8A1D-49A7-A586-AD529936F42B}" srcId="{F5F955E8-7E45-4EC0-AFFE-D48188D7F002}" destId="{EDFEFF7A-ACFC-40F2-92C4-A0899370934C}" srcOrd="0" destOrd="0" parTransId="{A254D9F0-6F28-4CE7-80F7-AC8C71206505}" sibTransId="{C5CAA6E9-D8C9-4A0E-8ECF-052A48644834}"/>
    <dgm:cxn modelId="{A1CC0E64-A6D7-4CFB-9D51-E3D5CDEAA036}" type="presOf" srcId="{B82232AA-06AE-4744-B77C-55DA6E20B410}" destId="{63DAC4D7-C84B-4B2B-9B2C-4560DB278A41}" srcOrd="0" destOrd="1" presId="urn:microsoft.com/office/officeart/2005/8/layout/hProcess11"/>
    <dgm:cxn modelId="{6C04B768-1D45-4446-A7F3-9F9992617D5C}" srcId="{FB56D370-7F1B-4EFE-A4B7-50D62F3EB1A5}" destId="{B82232AA-06AE-4744-B77C-55DA6E20B410}" srcOrd="0" destOrd="0" parTransId="{EBE09553-A2C3-43CD-BD28-E1F6581D6BFC}" sibTransId="{6B251566-FEE4-4C4E-B2BD-0954AB74CF26}"/>
    <dgm:cxn modelId="{3D85D168-FC22-43C7-976E-EA11C618989D}" srcId="{0D3A1C26-7CF8-41F0-BFA6-F6BCBE4AFC25}" destId="{F5F955E8-7E45-4EC0-AFFE-D48188D7F002}" srcOrd="2" destOrd="0" parTransId="{A5AE6696-947E-42C6-BCDF-7096909B533E}" sibTransId="{B687151D-659D-4F58-838C-1BAC09E7D3D9}"/>
    <dgm:cxn modelId="{90BFD269-6C94-4680-87E7-F161C7E28D6B}" type="presOf" srcId="{095BD829-4DEE-4C37-BB56-3328C231F2B7}" destId="{195A63F6-0287-4F33-A279-B2654BF75AF9}" srcOrd="0" destOrd="0" presId="urn:microsoft.com/office/officeart/2005/8/layout/hProcess11"/>
    <dgm:cxn modelId="{DA14676B-6DED-48BE-8E2B-B36DCB8A9E43}" srcId="{0D3A1C26-7CF8-41F0-BFA6-F6BCBE4AFC25}" destId="{3F495969-A1F2-4914-80E8-29EF172A20B5}" srcOrd="5" destOrd="0" parTransId="{33DFB654-635E-4950-84F6-E7E5259BA3A5}" sibTransId="{AF7DCADE-BE60-42BB-AB34-7C9FDEC8C0BC}"/>
    <dgm:cxn modelId="{6EB22F74-3D4D-4454-8EDA-F21ECF8093B3}" srcId="{3F495969-A1F2-4914-80E8-29EF172A20B5}" destId="{053E70F5-DEDB-4A05-B1E2-6428F189297F}" srcOrd="0" destOrd="0" parTransId="{FE79B0BA-396D-443F-BEC5-F93E234DE299}" sibTransId="{5F82F5F4-7522-419D-9E68-BB8A05670410}"/>
    <dgm:cxn modelId="{1DDEF879-43C1-4ADD-95A6-28D6FF1C6ECC}" type="presOf" srcId="{B8CAA157-F7AD-4A2E-9562-A9D35D456A78}" destId="{F38D6DBA-21FF-49AF-8191-110F05F318B7}" srcOrd="0" destOrd="0" presId="urn:microsoft.com/office/officeart/2005/8/layout/hProcess11"/>
    <dgm:cxn modelId="{5287287B-47C3-46DD-9ED5-C35EAA9400C9}" type="presOf" srcId="{F5F955E8-7E45-4EC0-AFFE-D48188D7F002}" destId="{BDBEBC53-326C-4A3E-88BA-6E90DBC7D530}" srcOrd="0" destOrd="0" presId="urn:microsoft.com/office/officeart/2005/8/layout/hProcess11"/>
    <dgm:cxn modelId="{749B1D7C-F356-434B-8270-445AF4245E54}" type="presOf" srcId="{4E01A5E5-1019-4A50-9EE1-1276871F4E6C}" destId="{F38D6DBA-21FF-49AF-8191-110F05F318B7}" srcOrd="0" destOrd="1" presId="urn:microsoft.com/office/officeart/2005/8/layout/hProcess11"/>
    <dgm:cxn modelId="{7FA75287-EBCA-474B-9289-A9FC14CA081C}" srcId="{0D3A1C26-7CF8-41F0-BFA6-F6BCBE4AFC25}" destId="{E8208E19-DAD7-4E4D-A6C9-8CE2F1EF87CF}" srcOrd="3" destOrd="0" parTransId="{777BF023-AE9A-4622-84AC-0967595B4B8A}" sibTransId="{FE008517-26B0-4508-8ACB-6C21BA622AC0}"/>
    <dgm:cxn modelId="{64403D88-AA38-467E-BC0D-8F407D7E796C}" srcId="{E8208E19-DAD7-4E4D-A6C9-8CE2F1EF87CF}" destId="{731B61AA-72A6-4F14-812D-C640AEC05CD1}" srcOrd="1" destOrd="0" parTransId="{1DF8D0A4-BC7E-40CF-846F-76B5DED4BAA0}" sibTransId="{B3DF2A53-56C7-4175-AAB6-61EBBEC5F305}"/>
    <dgm:cxn modelId="{7535A98B-2906-4D07-9AF6-256AB715871B}" srcId="{0D3A1C26-7CF8-41F0-BFA6-F6BCBE4AFC25}" destId="{E9EAA39F-0AB4-4369-B510-C248BE1B6404}" srcOrd="1" destOrd="0" parTransId="{6A310181-5498-4D9B-9BCA-0752218F0080}" sibTransId="{EDA1315D-A07B-4D91-B817-551D689084B5}"/>
    <dgm:cxn modelId="{9B0A458F-7F00-4DA8-9815-6B51E095FE70}" srcId="{0D3A1C26-7CF8-41F0-BFA6-F6BCBE4AFC25}" destId="{B8CAA157-F7AD-4A2E-9562-A9D35D456A78}" srcOrd="0" destOrd="0" parTransId="{0F43EEA1-2D4A-4A73-A013-4348243D72A0}" sibTransId="{CE8D797B-8BC7-4449-90F3-E1ACCC798570}"/>
    <dgm:cxn modelId="{FDB76C9A-3438-4152-AC53-5C7657742924}" srcId="{0D3A1C26-7CF8-41F0-BFA6-F6BCBE4AFC25}" destId="{095BD829-4DEE-4C37-BB56-3328C231F2B7}" srcOrd="4" destOrd="0" parTransId="{FFCE124C-9F26-452C-9359-6CF2DED6C227}" sibTransId="{6EDD8544-4281-41C0-8FB3-A2065EA6A9B0}"/>
    <dgm:cxn modelId="{FCDB39A3-03CA-441D-A45B-0D360BD21C0D}" type="presOf" srcId="{053E70F5-DEDB-4A05-B1E2-6428F189297F}" destId="{104E83D3-D6FD-4B21-B815-61446B7836B7}" srcOrd="0" destOrd="1" presId="urn:microsoft.com/office/officeart/2005/8/layout/hProcess11"/>
    <dgm:cxn modelId="{F8EAA7A4-0B20-45FB-9C3B-0D9A4B7CB394}" type="presOf" srcId="{E9EAA39F-0AB4-4369-B510-C248BE1B6404}" destId="{E771753B-2621-4064-BF7E-26F3E8186BD9}" srcOrd="0" destOrd="0" presId="urn:microsoft.com/office/officeart/2005/8/layout/hProcess11"/>
    <dgm:cxn modelId="{5B6EEDAD-4BDF-4A1E-915E-A2C28E29C014}" type="presOf" srcId="{EDFEFF7A-ACFC-40F2-92C4-A0899370934C}" destId="{BDBEBC53-326C-4A3E-88BA-6E90DBC7D530}" srcOrd="0" destOrd="1" presId="urn:microsoft.com/office/officeart/2005/8/layout/hProcess11"/>
    <dgm:cxn modelId="{DD2AADC3-F2D3-4768-8B09-2900F04CC238}" type="presOf" srcId="{0D3A1C26-7CF8-41F0-BFA6-F6BCBE4AFC25}" destId="{30117DB0-D939-454A-9014-A8BC41BF0211}" srcOrd="0" destOrd="0" presId="urn:microsoft.com/office/officeart/2005/8/layout/hProcess11"/>
    <dgm:cxn modelId="{CD2A24C7-0D29-4C50-B956-EC7285044A1D}" type="presOf" srcId="{3F495969-A1F2-4914-80E8-29EF172A20B5}" destId="{104E83D3-D6FD-4B21-B815-61446B7836B7}" srcOrd="0" destOrd="0" presId="urn:microsoft.com/office/officeart/2005/8/layout/hProcess11"/>
    <dgm:cxn modelId="{596496CE-38E4-45CB-A4A7-05EE53770FDA}" type="presOf" srcId="{44977D96-DECE-4A02-922C-67E0F54F9A93}" destId="{0E574F6C-3A90-4190-B060-BD531E2A7A31}" srcOrd="0" destOrd="1" presId="urn:microsoft.com/office/officeart/2005/8/layout/hProcess11"/>
    <dgm:cxn modelId="{A56D53DC-8C12-4BDB-8BF6-F38B8787F1A9}" type="presOf" srcId="{883A0EC4-35C7-4D23-A279-B5375CB126AB}" destId="{104E83D3-D6FD-4B21-B815-61446B7836B7}" srcOrd="0" destOrd="2" presId="urn:microsoft.com/office/officeart/2005/8/layout/hProcess11"/>
    <dgm:cxn modelId="{720CF1E4-003F-4165-8A87-374DC765F0A3}" type="presOf" srcId="{FB56D370-7F1B-4EFE-A4B7-50D62F3EB1A5}" destId="{63DAC4D7-C84B-4B2B-9B2C-4560DB278A41}" srcOrd="0" destOrd="0" presId="urn:microsoft.com/office/officeart/2005/8/layout/hProcess11"/>
    <dgm:cxn modelId="{B50C40ED-9FAE-4E9D-A6B6-7C4B12425AFA}" srcId="{E9EAA39F-0AB4-4369-B510-C248BE1B6404}" destId="{B9F682CD-8E6B-47AF-A402-770A70EB2264}" srcOrd="0" destOrd="0" parTransId="{45DF98FA-03B7-412D-BFFC-2E5BEB496CDF}" sibTransId="{7D2CA8D1-A446-4C91-B9E1-9F63DB0B4DBD}"/>
    <dgm:cxn modelId="{A583F7F7-BBE3-4263-9278-20280E3E3A6B}" srcId="{B8CAA157-F7AD-4A2E-9562-A9D35D456A78}" destId="{4E01A5E5-1019-4A50-9EE1-1276871F4E6C}" srcOrd="0" destOrd="0" parTransId="{13125CB6-F35E-4703-8818-FBD6C1934EFE}" sibTransId="{43F18FE3-646D-4802-829B-B68EF60E83FA}"/>
    <dgm:cxn modelId="{F846B1F8-966B-49D1-8099-2E383BB5E3E8}" srcId="{0D3A1C26-7CF8-41F0-BFA6-F6BCBE4AFC25}" destId="{FB56D370-7F1B-4EFE-A4B7-50D62F3EB1A5}" srcOrd="6" destOrd="0" parTransId="{53B981FE-14DD-4D98-B163-703A7AF9B2FE}" sibTransId="{439D280D-402E-4EB7-B0C7-8B4C47D1140B}"/>
    <dgm:cxn modelId="{50827558-C647-4456-97DF-DDE42E915527}" type="presParOf" srcId="{30117DB0-D939-454A-9014-A8BC41BF0211}" destId="{AFD59363-E72C-4B74-9ED8-81450BEF6784}" srcOrd="0" destOrd="0" presId="urn:microsoft.com/office/officeart/2005/8/layout/hProcess11"/>
    <dgm:cxn modelId="{236ECD09-4450-40FF-AFA7-05A6C8235BFE}" type="presParOf" srcId="{30117DB0-D939-454A-9014-A8BC41BF0211}" destId="{1E936251-46F3-4F87-BC42-C2F978B36D7A}" srcOrd="1" destOrd="0" presId="urn:microsoft.com/office/officeart/2005/8/layout/hProcess11"/>
    <dgm:cxn modelId="{D74F9F22-35A1-43A5-894E-CA83AFAE8D3B}" type="presParOf" srcId="{1E936251-46F3-4F87-BC42-C2F978B36D7A}" destId="{5198BF85-0615-4A3C-A295-773B5BAE28CC}" srcOrd="0" destOrd="0" presId="urn:microsoft.com/office/officeart/2005/8/layout/hProcess11"/>
    <dgm:cxn modelId="{65E9B53B-01D5-4605-A368-CB566EDA42D2}" type="presParOf" srcId="{5198BF85-0615-4A3C-A295-773B5BAE28CC}" destId="{F38D6DBA-21FF-49AF-8191-110F05F318B7}" srcOrd="0" destOrd="0" presId="urn:microsoft.com/office/officeart/2005/8/layout/hProcess11"/>
    <dgm:cxn modelId="{6F9D3A99-327A-442B-9FEF-097B421BDDDC}" type="presParOf" srcId="{5198BF85-0615-4A3C-A295-773B5BAE28CC}" destId="{9054778B-B306-47F0-9A45-55FEEC744284}" srcOrd="1" destOrd="0" presId="urn:microsoft.com/office/officeart/2005/8/layout/hProcess11"/>
    <dgm:cxn modelId="{D5CA4E93-84E8-47E4-8B77-80F4DB4AE0F2}" type="presParOf" srcId="{5198BF85-0615-4A3C-A295-773B5BAE28CC}" destId="{4FF38787-797F-4743-8366-126A546A1539}" srcOrd="2" destOrd="0" presId="urn:microsoft.com/office/officeart/2005/8/layout/hProcess11"/>
    <dgm:cxn modelId="{F844DAAA-2F7C-4BA0-9258-21FF1785F403}" type="presParOf" srcId="{1E936251-46F3-4F87-BC42-C2F978B36D7A}" destId="{8744944A-C0BC-4142-A49D-2A4C14F1DCE9}" srcOrd="1" destOrd="0" presId="urn:microsoft.com/office/officeart/2005/8/layout/hProcess11"/>
    <dgm:cxn modelId="{6654D2BB-E582-4A9B-91BE-5155B70EF2E4}" type="presParOf" srcId="{1E936251-46F3-4F87-BC42-C2F978B36D7A}" destId="{D39EBDC0-1778-4760-B965-172D242C2D7F}" srcOrd="2" destOrd="0" presId="urn:microsoft.com/office/officeart/2005/8/layout/hProcess11"/>
    <dgm:cxn modelId="{B526AC1F-D278-4495-8D07-F893EADF557E}" type="presParOf" srcId="{D39EBDC0-1778-4760-B965-172D242C2D7F}" destId="{E771753B-2621-4064-BF7E-26F3E8186BD9}" srcOrd="0" destOrd="0" presId="urn:microsoft.com/office/officeart/2005/8/layout/hProcess11"/>
    <dgm:cxn modelId="{EFEDDA64-63D0-4754-BC94-E37CEBFB6D27}" type="presParOf" srcId="{D39EBDC0-1778-4760-B965-172D242C2D7F}" destId="{2B37639B-0FE3-455B-BC26-0A6D4B6B037E}" srcOrd="1" destOrd="0" presId="urn:microsoft.com/office/officeart/2005/8/layout/hProcess11"/>
    <dgm:cxn modelId="{52C4B742-A939-4EDB-97BC-B415A7FA5600}" type="presParOf" srcId="{D39EBDC0-1778-4760-B965-172D242C2D7F}" destId="{A659852E-F474-46D9-9046-FC6F157BDB6A}" srcOrd="2" destOrd="0" presId="urn:microsoft.com/office/officeart/2005/8/layout/hProcess11"/>
    <dgm:cxn modelId="{8FD0D851-D0E8-48FD-ADA5-77A22CEEE468}" type="presParOf" srcId="{1E936251-46F3-4F87-BC42-C2F978B36D7A}" destId="{BBE6DC68-BC6B-496D-AD42-1311BC509603}" srcOrd="3" destOrd="0" presId="urn:microsoft.com/office/officeart/2005/8/layout/hProcess11"/>
    <dgm:cxn modelId="{12245654-5215-4A73-A9D9-244397D20379}" type="presParOf" srcId="{1E936251-46F3-4F87-BC42-C2F978B36D7A}" destId="{CC594718-0F86-48E4-A206-D828F07D0344}" srcOrd="4" destOrd="0" presId="urn:microsoft.com/office/officeart/2005/8/layout/hProcess11"/>
    <dgm:cxn modelId="{61723EFE-2BD6-4C4A-A59D-15ECD4671841}" type="presParOf" srcId="{CC594718-0F86-48E4-A206-D828F07D0344}" destId="{BDBEBC53-326C-4A3E-88BA-6E90DBC7D530}" srcOrd="0" destOrd="0" presId="urn:microsoft.com/office/officeart/2005/8/layout/hProcess11"/>
    <dgm:cxn modelId="{00EA1004-129A-4DF4-B144-D8854AAA2E22}" type="presParOf" srcId="{CC594718-0F86-48E4-A206-D828F07D0344}" destId="{0A75D595-1693-479C-A547-D564146298D5}" srcOrd="1" destOrd="0" presId="urn:microsoft.com/office/officeart/2005/8/layout/hProcess11"/>
    <dgm:cxn modelId="{5FE4EB07-C4A2-4D6E-802C-77B044182E11}" type="presParOf" srcId="{CC594718-0F86-48E4-A206-D828F07D0344}" destId="{FA75BB30-A495-4F6D-8FE7-5B489BDE4DFD}" srcOrd="2" destOrd="0" presId="urn:microsoft.com/office/officeart/2005/8/layout/hProcess11"/>
    <dgm:cxn modelId="{F5CA258F-65E9-46FD-B951-CB6A4A7ADE1B}" type="presParOf" srcId="{1E936251-46F3-4F87-BC42-C2F978B36D7A}" destId="{488E8A2D-8B02-49C9-9007-0E426683C987}" srcOrd="5" destOrd="0" presId="urn:microsoft.com/office/officeart/2005/8/layout/hProcess11"/>
    <dgm:cxn modelId="{3F4C512C-B55C-4FD7-BF46-3E4BA33955EA}" type="presParOf" srcId="{1E936251-46F3-4F87-BC42-C2F978B36D7A}" destId="{9272106C-034C-4D76-96E5-C22EA5434B81}" srcOrd="6" destOrd="0" presId="urn:microsoft.com/office/officeart/2005/8/layout/hProcess11"/>
    <dgm:cxn modelId="{744DECDD-BA5C-433F-833C-E26256517FEF}" type="presParOf" srcId="{9272106C-034C-4D76-96E5-C22EA5434B81}" destId="{0E574F6C-3A90-4190-B060-BD531E2A7A31}" srcOrd="0" destOrd="0" presId="urn:microsoft.com/office/officeart/2005/8/layout/hProcess11"/>
    <dgm:cxn modelId="{3B0C733A-E6FA-40C7-862F-C026A6638E07}" type="presParOf" srcId="{9272106C-034C-4D76-96E5-C22EA5434B81}" destId="{260703F7-09AB-447D-B61D-EA522F063C7E}" srcOrd="1" destOrd="0" presId="urn:microsoft.com/office/officeart/2005/8/layout/hProcess11"/>
    <dgm:cxn modelId="{EC97CB00-7486-44EB-B9DA-C43378E2C464}" type="presParOf" srcId="{9272106C-034C-4D76-96E5-C22EA5434B81}" destId="{E8A1FDA2-D678-4CFB-949E-24DB6A2B7139}" srcOrd="2" destOrd="0" presId="urn:microsoft.com/office/officeart/2005/8/layout/hProcess11"/>
    <dgm:cxn modelId="{24E48EC3-10B9-409F-B108-A64E668E358C}" type="presParOf" srcId="{1E936251-46F3-4F87-BC42-C2F978B36D7A}" destId="{814F9CA6-6C8A-4620-8A90-152B95BD6C08}" srcOrd="7" destOrd="0" presId="urn:microsoft.com/office/officeart/2005/8/layout/hProcess11"/>
    <dgm:cxn modelId="{E410E4BA-AAA3-4329-BA15-A55032C76C9D}" type="presParOf" srcId="{1E936251-46F3-4F87-BC42-C2F978B36D7A}" destId="{6F38F501-2609-4CDC-8BCA-5D83E9F86036}" srcOrd="8" destOrd="0" presId="urn:microsoft.com/office/officeart/2005/8/layout/hProcess11"/>
    <dgm:cxn modelId="{3F51E86D-7407-4058-B78B-4C7E5D587074}" type="presParOf" srcId="{6F38F501-2609-4CDC-8BCA-5D83E9F86036}" destId="{195A63F6-0287-4F33-A279-B2654BF75AF9}" srcOrd="0" destOrd="0" presId="urn:microsoft.com/office/officeart/2005/8/layout/hProcess11"/>
    <dgm:cxn modelId="{19D62D2D-3552-4505-9032-630E808E6CFB}" type="presParOf" srcId="{6F38F501-2609-4CDC-8BCA-5D83E9F86036}" destId="{FA3EB241-BA40-4396-948E-C90B0C41AA49}" srcOrd="1" destOrd="0" presId="urn:microsoft.com/office/officeart/2005/8/layout/hProcess11"/>
    <dgm:cxn modelId="{1C9E8E32-895F-453C-87B7-8A06671FCA73}" type="presParOf" srcId="{6F38F501-2609-4CDC-8BCA-5D83E9F86036}" destId="{316607B7-47E8-4990-8204-859970FB7908}" srcOrd="2" destOrd="0" presId="urn:microsoft.com/office/officeart/2005/8/layout/hProcess11"/>
    <dgm:cxn modelId="{E96AE336-513C-443E-9918-EC7F14BC434F}" type="presParOf" srcId="{1E936251-46F3-4F87-BC42-C2F978B36D7A}" destId="{C0D025C8-FB72-42BD-9F01-1E7F6628CEDE}" srcOrd="9" destOrd="0" presId="urn:microsoft.com/office/officeart/2005/8/layout/hProcess11"/>
    <dgm:cxn modelId="{7B2724B2-E074-4F22-8D52-050F0F3F7035}" type="presParOf" srcId="{1E936251-46F3-4F87-BC42-C2F978B36D7A}" destId="{BFBA90FF-17CD-42FB-A738-79E785FD4D3F}" srcOrd="10" destOrd="0" presId="urn:microsoft.com/office/officeart/2005/8/layout/hProcess11"/>
    <dgm:cxn modelId="{9773BEE8-D182-4A6C-AA8B-3980F602B67D}" type="presParOf" srcId="{BFBA90FF-17CD-42FB-A738-79E785FD4D3F}" destId="{104E83D3-D6FD-4B21-B815-61446B7836B7}" srcOrd="0" destOrd="0" presId="urn:microsoft.com/office/officeart/2005/8/layout/hProcess11"/>
    <dgm:cxn modelId="{4759E751-FF3D-4745-9341-4F7F56887F97}" type="presParOf" srcId="{BFBA90FF-17CD-42FB-A738-79E785FD4D3F}" destId="{B2202EB8-AA8B-4CF9-B4CB-A4C941095649}" srcOrd="1" destOrd="0" presId="urn:microsoft.com/office/officeart/2005/8/layout/hProcess11"/>
    <dgm:cxn modelId="{2EA1ADDD-2266-4D72-8CB4-E36CBE70320D}" type="presParOf" srcId="{BFBA90FF-17CD-42FB-A738-79E785FD4D3F}" destId="{76037322-85A2-486E-9CD5-5A0C86A1D793}" srcOrd="2" destOrd="0" presId="urn:microsoft.com/office/officeart/2005/8/layout/hProcess11"/>
    <dgm:cxn modelId="{A80A2898-0F02-4739-A750-8061E0E7AFF4}" type="presParOf" srcId="{1E936251-46F3-4F87-BC42-C2F978B36D7A}" destId="{8B27EA06-B65B-4144-A878-BBD27D51DBB5}" srcOrd="11" destOrd="0" presId="urn:microsoft.com/office/officeart/2005/8/layout/hProcess11"/>
    <dgm:cxn modelId="{FC036896-CCB6-4544-AC8E-4F3C68A8DCCA}" type="presParOf" srcId="{1E936251-46F3-4F87-BC42-C2F978B36D7A}" destId="{378198A7-A250-4B4A-B3E3-338B307A7196}" srcOrd="12" destOrd="0" presId="urn:microsoft.com/office/officeart/2005/8/layout/hProcess11"/>
    <dgm:cxn modelId="{5F4D0E81-46AE-438E-B16E-74D95A804A65}" type="presParOf" srcId="{378198A7-A250-4B4A-B3E3-338B307A7196}" destId="{63DAC4D7-C84B-4B2B-9B2C-4560DB278A41}" srcOrd="0" destOrd="0" presId="urn:microsoft.com/office/officeart/2005/8/layout/hProcess11"/>
    <dgm:cxn modelId="{5111D322-3F4C-4D5E-9588-16C7D4F3DF81}" type="presParOf" srcId="{378198A7-A250-4B4A-B3E3-338B307A7196}" destId="{5EE2AA87-8194-40BD-BF46-8BADAE63BF2C}" srcOrd="1" destOrd="0" presId="urn:microsoft.com/office/officeart/2005/8/layout/hProcess11"/>
    <dgm:cxn modelId="{6FAA8B1D-0298-4E42-A11E-0848FEB38368}" type="presParOf" srcId="{378198A7-A250-4B4A-B3E3-338B307A7196}" destId="{6E4F9471-F4E4-4286-AD08-EC8D48FD412D}" srcOrd="2" destOrd="0" presId="urn:microsoft.com/office/officeart/2005/8/layout/hProcess1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.xml><?xml version="1.0" encoding="utf-8"?>
<dgm:dataModel xmlns:dgm="http://schemas.openxmlformats.org/drawingml/2006/diagram" xmlns:a="http://schemas.openxmlformats.org/drawingml/2006/main">
  <dgm:ptLst>
    <dgm:pt modelId="{154B0845-8D58-44C0-AF64-8E8F48D480F2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50FF815C-C808-497F-9773-F5BD1854240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Bitcoin is deflationary</a:t>
          </a:r>
          <a:endParaRPr lang="en-US"/>
        </a:p>
      </dgm:t>
    </dgm:pt>
    <dgm:pt modelId="{E269A21E-386B-4800-B2A5-EFFD565B4E6B}" type="parTrans" cxnId="{00B87771-51A0-4F49-885A-CE8609E48539}">
      <dgm:prSet/>
      <dgm:spPr/>
      <dgm:t>
        <a:bodyPr/>
        <a:lstStyle/>
        <a:p>
          <a:endParaRPr lang="en-US"/>
        </a:p>
      </dgm:t>
    </dgm:pt>
    <dgm:pt modelId="{395CA202-DC5A-4B49-A6CC-75AF198F6083}" type="sibTrans" cxnId="{00B87771-51A0-4F49-885A-CE8609E48539}">
      <dgm:prSet/>
      <dgm:spPr/>
      <dgm:t>
        <a:bodyPr/>
        <a:lstStyle/>
        <a:p>
          <a:endParaRPr lang="en-US"/>
        </a:p>
      </dgm:t>
    </dgm:pt>
    <dgm:pt modelId="{E475A3F9-DF4A-4982-845B-088E46216FE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opposite of inflation </a:t>
          </a:r>
        </a:p>
      </dgm:t>
    </dgm:pt>
    <dgm:pt modelId="{4C2978B9-E512-4039-8401-3233B65F68AC}" type="parTrans" cxnId="{F9C24C13-640C-4E5B-B7EB-CA26CBBB8716}">
      <dgm:prSet/>
      <dgm:spPr/>
      <dgm:t>
        <a:bodyPr/>
        <a:lstStyle/>
        <a:p>
          <a:endParaRPr lang="tr-TR"/>
        </a:p>
      </dgm:t>
    </dgm:pt>
    <dgm:pt modelId="{C4F7FA0C-16CF-423B-8D75-AD3D7C018CD1}" type="sibTrans" cxnId="{F9C24C13-640C-4E5B-B7EB-CA26CBBB8716}">
      <dgm:prSet/>
      <dgm:spPr/>
      <dgm:t>
        <a:bodyPr/>
        <a:lstStyle/>
        <a:p>
          <a:endParaRPr lang="tr-TR"/>
        </a:p>
      </dgm:t>
    </dgm:pt>
    <dgm:pt modelId="{253AFE4D-77B4-417E-BDDF-ACAE439DDCE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more purchasing power over time</a:t>
          </a:r>
        </a:p>
      </dgm:t>
    </dgm:pt>
    <dgm:pt modelId="{73B685BD-1330-4E64-A368-E99445280578}" type="parTrans" cxnId="{2774FC7A-6086-4E8C-8A86-A88CEC8B3876}">
      <dgm:prSet/>
      <dgm:spPr/>
      <dgm:t>
        <a:bodyPr/>
        <a:lstStyle/>
        <a:p>
          <a:endParaRPr lang="tr-TR"/>
        </a:p>
      </dgm:t>
    </dgm:pt>
    <dgm:pt modelId="{3637B5D8-9B37-4D81-A864-0FBC899F38FE}" type="sibTrans" cxnId="{2774FC7A-6086-4E8C-8A86-A88CEC8B3876}">
      <dgm:prSet/>
      <dgm:spPr/>
      <dgm:t>
        <a:bodyPr/>
        <a:lstStyle/>
        <a:p>
          <a:endParaRPr lang="tr-TR"/>
        </a:p>
      </dgm:t>
    </dgm:pt>
    <dgm:pt modelId="{79C110B9-A5DA-4091-AD0A-8A65CC7E689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Consequences</a:t>
          </a:r>
          <a:r>
            <a:rPr lang="tr-TR"/>
            <a:t> of</a:t>
          </a:r>
          <a:endParaRPr lang="en-US"/>
        </a:p>
      </dgm:t>
    </dgm:pt>
    <dgm:pt modelId="{6EFEC1B3-9118-4F26-8B5D-6946F5B3F3AF}" type="parTrans" cxnId="{7B2FAE7A-ACC6-4842-B4CE-C36B4C017A96}">
      <dgm:prSet/>
      <dgm:spPr/>
      <dgm:t>
        <a:bodyPr/>
        <a:lstStyle/>
        <a:p>
          <a:endParaRPr lang="tr-TR"/>
        </a:p>
      </dgm:t>
    </dgm:pt>
    <dgm:pt modelId="{F37FAAED-E639-427A-AE9A-B04F30B86642}" type="sibTrans" cxnId="{7B2FAE7A-ACC6-4842-B4CE-C36B4C017A96}">
      <dgm:prSet/>
      <dgm:spPr/>
      <dgm:t>
        <a:bodyPr/>
        <a:lstStyle/>
        <a:p>
          <a:endParaRPr lang="tr-TR"/>
        </a:p>
      </dgm:t>
    </dgm:pt>
    <dgm:pt modelId="{61AD892E-21AB-4F90-8D9E-11EE5514623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fixed and diminishing monetary</a:t>
          </a:r>
          <a:r>
            <a:rPr lang="tr-TR"/>
            <a:t> </a:t>
          </a:r>
          <a:r>
            <a:rPr lang="en-US"/>
            <a:t>issuance</a:t>
          </a:r>
        </a:p>
      </dgm:t>
    </dgm:pt>
    <dgm:pt modelId="{A0C0494B-2115-4102-A3CF-0B058AB4A062}" type="parTrans" cxnId="{A47E81DB-2F59-411E-98CA-F12877DE7246}">
      <dgm:prSet/>
      <dgm:spPr/>
      <dgm:t>
        <a:bodyPr/>
        <a:lstStyle/>
        <a:p>
          <a:endParaRPr lang="tr-TR"/>
        </a:p>
      </dgm:t>
    </dgm:pt>
    <dgm:pt modelId="{3D9DDF69-9F4E-4F6B-865B-50920B324033}" type="sibTrans" cxnId="{A47E81DB-2F59-411E-98CA-F12877DE7246}">
      <dgm:prSet/>
      <dgm:spPr/>
      <dgm:t>
        <a:bodyPr/>
        <a:lstStyle/>
        <a:p>
          <a:endParaRPr lang="tr-TR"/>
        </a:p>
      </dgm:t>
    </dgm:pt>
    <dgm:pt modelId="{42CCF54C-6F15-4D41-BB08-9F4CF110773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Supply</a:t>
          </a:r>
          <a:r>
            <a:rPr lang="tr-TR"/>
            <a:t> vs. </a:t>
          </a:r>
          <a:r>
            <a:rPr lang="tr-TR" err="1"/>
            <a:t>Demand</a:t>
          </a:r>
          <a:endParaRPr lang="en-US"/>
        </a:p>
      </dgm:t>
    </dgm:pt>
    <dgm:pt modelId="{B4DCD088-F940-4158-B3F6-7C7322F71D1E}" type="parTrans" cxnId="{CD1ED255-97B1-44E3-9ED9-ABB8136EF340}">
      <dgm:prSet/>
      <dgm:spPr/>
      <dgm:t>
        <a:bodyPr/>
        <a:lstStyle/>
        <a:p>
          <a:endParaRPr lang="tr-TR"/>
        </a:p>
      </dgm:t>
    </dgm:pt>
    <dgm:pt modelId="{8ADD2E40-1C6D-4023-AE01-519CDD3A4C16}" type="sibTrans" cxnId="{CD1ED255-97B1-44E3-9ED9-ABB8136EF340}">
      <dgm:prSet/>
      <dgm:spPr/>
      <dgm:t>
        <a:bodyPr/>
        <a:lstStyle/>
        <a:p>
          <a:endParaRPr lang="tr-TR"/>
        </a:p>
      </dgm:t>
    </dgm:pt>
    <dgm:pt modelId="{C9029144-5163-47CE-A585-108568BC269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err="1"/>
            <a:t>produces</a:t>
          </a:r>
          <a:r>
            <a:rPr lang="en-US"/>
            <a:t> a mismatch</a:t>
          </a:r>
        </a:p>
      </dgm:t>
    </dgm:pt>
    <dgm:pt modelId="{FBDDDDE0-21F0-4C4F-9253-4AA68862ADA4}" type="parTrans" cxnId="{A037AEAD-C0CB-416C-BAD8-367AA7269A0D}">
      <dgm:prSet/>
      <dgm:spPr/>
      <dgm:t>
        <a:bodyPr/>
        <a:lstStyle/>
        <a:p>
          <a:endParaRPr lang="tr-TR"/>
        </a:p>
      </dgm:t>
    </dgm:pt>
    <dgm:pt modelId="{F0A2CE6B-1C3B-42C8-86CA-DDC5A7492C80}" type="sibTrans" cxnId="{A037AEAD-C0CB-416C-BAD8-367AA7269A0D}">
      <dgm:prSet/>
      <dgm:spPr/>
      <dgm:t>
        <a:bodyPr/>
        <a:lstStyle/>
        <a:p>
          <a:endParaRPr lang="tr-TR"/>
        </a:p>
      </dgm:t>
    </dgm:pt>
    <dgm:pt modelId="{B166AF66-561E-4184-9E5D-E2799F70D47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İn</a:t>
          </a:r>
          <a:r>
            <a:rPr lang="tr-TR"/>
            <a:t> </a:t>
          </a:r>
          <a:r>
            <a:rPr lang="en-US"/>
            <a:t>supply and demand </a:t>
          </a:r>
        </a:p>
      </dgm:t>
    </dgm:pt>
    <dgm:pt modelId="{A62E03EC-127E-4B21-A556-F862FD693E9D}" type="parTrans" cxnId="{A461934D-9738-438A-8D8F-EF444408DF93}">
      <dgm:prSet/>
      <dgm:spPr/>
      <dgm:t>
        <a:bodyPr/>
        <a:lstStyle/>
        <a:p>
          <a:endParaRPr lang="tr-TR"/>
        </a:p>
      </dgm:t>
    </dgm:pt>
    <dgm:pt modelId="{713BE1ED-AE42-4A33-AE74-8DCF78CF8181}" type="sibTrans" cxnId="{A461934D-9738-438A-8D8F-EF444408DF93}">
      <dgm:prSet/>
      <dgm:spPr/>
      <dgm:t>
        <a:bodyPr/>
        <a:lstStyle/>
        <a:p>
          <a:endParaRPr lang="tr-TR"/>
        </a:p>
      </dgm:t>
    </dgm:pt>
    <dgm:pt modelId="{E94DEEEC-AE87-404F-8490-63EC2468DF4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Results in</a:t>
          </a:r>
          <a:endParaRPr lang="en-US"/>
        </a:p>
      </dgm:t>
    </dgm:pt>
    <dgm:pt modelId="{3A60EF79-09BF-4851-9FB1-CF0546E598B6}" type="parTrans" cxnId="{10A6B387-5B2C-460F-80CA-4ACE0A36FA03}">
      <dgm:prSet/>
      <dgm:spPr/>
      <dgm:t>
        <a:bodyPr/>
        <a:lstStyle/>
        <a:p>
          <a:endParaRPr lang="tr-TR"/>
        </a:p>
      </dgm:t>
    </dgm:pt>
    <dgm:pt modelId="{51406767-30D2-4C4E-B14B-FAC54080F862}" type="sibTrans" cxnId="{10A6B387-5B2C-460F-80CA-4ACE0A36FA03}">
      <dgm:prSet/>
      <dgm:spPr/>
      <dgm:t>
        <a:bodyPr/>
        <a:lstStyle/>
        <a:p>
          <a:endParaRPr lang="tr-TR"/>
        </a:p>
      </dgm:t>
    </dgm:pt>
    <dgm:pt modelId="{1B9A6CC4-AF68-452B-B46B-4EE34649B4B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drives up the value</a:t>
          </a:r>
        </a:p>
      </dgm:t>
    </dgm:pt>
    <dgm:pt modelId="{88E30027-948E-46D7-96DC-60FC0BAEBBD0}" type="parTrans" cxnId="{8BA3EDEC-C5A6-4C93-9D62-E1EA24C0817E}">
      <dgm:prSet/>
      <dgm:spPr/>
      <dgm:t>
        <a:bodyPr/>
        <a:lstStyle/>
        <a:p>
          <a:endParaRPr lang="tr-TR"/>
        </a:p>
      </dgm:t>
    </dgm:pt>
    <dgm:pt modelId="{AAE61DDD-5406-49B8-AE82-11CF0170B772}" type="sibTrans" cxnId="{8BA3EDEC-C5A6-4C93-9D62-E1EA24C0817E}">
      <dgm:prSet/>
      <dgm:spPr/>
      <dgm:t>
        <a:bodyPr/>
        <a:lstStyle/>
        <a:p>
          <a:endParaRPr lang="tr-TR"/>
        </a:p>
      </dgm:t>
    </dgm:pt>
    <dgm:pt modelId="{D4A296DB-D078-4A05-A672-5C64467050E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exchange rate of a currency</a:t>
          </a:r>
          <a:endParaRPr lang="tr-TR"/>
        </a:p>
      </dgm:t>
    </dgm:pt>
    <dgm:pt modelId="{38C49837-13E0-49D5-B982-DB5777BEDB7C}" type="parTrans" cxnId="{E3158602-1E59-4C6F-B834-4F2A1B7902D4}">
      <dgm:prSet/>
      <dgm:spPr/>
      <dgm:t>
        <a:bodyPr/>
        <a:lstStyle/>
        <a:p>
          <a:endParaRPr lang="tr-TR"/>
        </a:p>
      </dgm:t>
    </dgm:pt>
    <dgm:pt modelId="{5B281D97-D734-4247-A700-398CE5B45C1C}" type="sibTrans" cxnId="{E3158602-1E59-4C6F-B834-4F2A1B7902D4}">
      <dgm:prSet/>
      <dgm:spPr/>
      <dgm:t>
        <a:bodyPr/>
        <a:lstStyle/>
        <a:p>
          <a:endParaRPr lang="tr-TR"/>
        </a:p>
      </dgm:t>
    </dgm:pt>
    <dgm:pt modelId="{9BBA1A01-3AB0-4AF9-95D6-0C499FF44EEE}" type="pres">
      <dgm:prSet presAssocID="{154B0845-8D58-44C0-AF64-8E8F48D480F2}" presName="root" presStyleCnt="0">
        <dgm:presLayoutVars>
          <dgm:dir/>
          <dgm:resizeHandles val="exact"/>
        </dgm:presLayoutVars>
      </dgm:prSet>
      <dgm:spPr/>
    </dgm:pt>
    <dgm:pt modelId="{348F2519-849C-48D5-B1E0-4B123558DFE4}" type="pres">
      <dgm:prSet presAssocID="{50FF815C-C808-497F-9773-F5BD1854240C}" presName="compNode" presStyleCnt="0"/>
      <dgm:spPr/>
    </dgm:pt>
    <dgm:pt modelId="{4E6C9F9F-4751-403E-BC47-197F5B175C30}" type="pres">
      <dgm:prSet presAssocID="{50FF815C-C808-497F-9773-F5BD1854240C}" presName="iconRect" presStyleLbl="node1" presStyleIdx="0" presStyleCnt="4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EF7D2291-CC33-4A39-BA73-6C01CC44D821}" type="pres">
      <dgm:prSet presAssocID="{50FF815C-C808-497F-9773-F5BD1854240C}" presName="iconSpace" presStyleCnt="0"/>
      <dgm:spPr/>
    </dgm:pt>
    <dgm:pt modelId="{F13E5D94-49A3-4E72-82A4-E6E63411BA70}" type="pres">
      <dgm:prSet presAssocID="{50FF815C-C808-497F-9773-F5BD1854240C}" presName="parTx" presStyleLbl="revTx" presStyleIdx="0" presStyleCnt="8">
        <dgm:presLayoutVars>
          <dgm:chMax val="0"/>
          <dgm:chPref val="0"/>
        </dgm:presLayoutVars>
      </dgm:prSet>
      <dgm:spPr/>
    </dgm:pt>
    <dgm:pt modelId="{CA8533DA-405F-41DA-ACA0-589C2E690C7E}" type="pres">
      <dgm:prSet presAssocID="{50FF815C-C808-497F-9773-F5BD1854240C}" presName="txSpace" presStyleCnt="0"/>
      <dgm:spPr/>
    </dgm:pt>
    <dgm:pt modelId="{E8CFFCA9-8643-4055-8557-C7CDD260B9E1}" type="pres">
      <dgm:prSet presAssocID="{50FF815C-C808-497F-9773-F5BD1854240C}" presName="desTx" presStyleLbl="revTx" presStyleIdx="1" presStyleCnt="8">
        <dgm:presLayoutVars/>
      </dgm:prSet>
      <dgm:spPr/>
    </dgm:pt>
    <dgm:pt modelId="{DAF95A46-8116-42A2-89D3-AA2B1243D0B3}" type="pres">
      <dgm:prSet presAssocID="{395CA202-DC5A-4B49-A6CC-75AF198F6083}" presName="sibTrans" presStyleCnt="0"/>
      <dgm:spPr/>
    </dgm:pt>
    <dgm:pt modelId="{034F2823-17EE-4C0A-9826-0149FE167775}" type="pres">
      <dgm:prSet presAssocID="{79C110B9-A5DA-4091-AD0A-8A65CC7E6891}" presName="compNode" presStyleCnt="0"/>
      <dgm:spPr/>
    </dgm:pt>
    <dgm:pt modelId="{CF0D78D4-47EC-4F86-A676-C93646A061B0}" type="pres">
      <dgm:prSet presAssocID="{79C110B9-A5DA-4091-AD0A-8A65CC7E6891}" presName="iconRect" presStyleLbl="node1" presStyleIdx="1" presStyleCnt="4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Money"/>
        </a:ext>
      </dgm:extLst>
    </dgm:pt>
    <dgm:pt modelId="{B6F1CB3D-0365-481A-9610-34CEA5B0BD61}" type="pres">
      <dgm:prSet presAssocID="{79C110B9-A5DA-4091-AD0A-8A65CC7E6891}" presName="iconSpace" presStyleCnt="0"/>
      <dgm:spPr/>
    </dgm:pt>
    <dgm:pt modelId="{0224D889-0659-437B-9F15-E49FD03A08BA}" type="pres">
      <dgm:prSet presAssocID="{79C110B9-A5DA-4091-AD0A-8A65CC7E6891}" presName="parTx" presStyleLbl="revTx" presStyleIdx="2" presStyleCnt="8">
        <dgm:presLayoutVars>
          <dgm:chMax val="0"/>
          <dgm:chPref val="0"/>
        </dgm:presLayoutVars>
      </dgm:prSet>
      <dgm:spPr/>
    </dgm:pt>
    <dgm:pt modelId="{157FB1C3-2AF1-41AC-BEBA-554E8CEFD6EB}" type="pres">
      <dgm:prSet presAssocID="{79C110B9-A5DA-4091-AD0A-8A65CC7E6891}" presName="txSpace" presStyleCnt="0"/>
      <dgm:spPr/>
    </dgm:pt>
    <dgm:pt modelId="{D84E1A36-5C90-48B9-9C98-F654897682B6}" type="pres">
      <dgm:prSet presAssocID="{79C110B9-A5DA-4091-AD0A-8A65CC7E6891}" presName="desTx" presStyleLbl="revTx" presStyleIdx="3" presStyleCnt="8">
        <dgm:presLayoutVars/>
      </dgm:prSet>
      <dgm:spPr/>
    </dgm:pt>
    <dgm:pt modelId="{27D8C1E2-007B-47E8-91F3-B4AF6C434FDB}" type="pres">
      <dgm:prSet presAssocID="{F37FAAED-E639-427A-AE9A-B04F30B86642}" presName="sibTrans" presStyleCnt="0"/>
      <dgm:spPr/>
    </dgm:pt>
    <dgm:pt modelId="{639B791D-4026-4D56-BD6D-B2706C400EEE}" type="pres">
      <dgm:prSet presAssocID="{42CCF54C-6F15-4D41-BB08-9F4CF110773B}" presName="compNode" presStyleCnt="0"/>
      <dgm:spPr/>
    </dgm:pt>
    <dgm:pt modelId="{8344BCC9-2CF6-4CED-88B5-94DD33314F78}" type="pres">
      <dgm:prSet presAssocID="{42CCF54C-6F15-4D41-BB08-9F4CF110773B}" presName="iconRect" presStyleLbl="node1" presStyleIdx="2" presStyleCnt="4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Factory"/>
        </a:ext>
      </dgm:extLst>
    </dgm:pt>
    <dgm:pt modelId="{4F45D990-E65B-4AD7-BB20-3548E88EAD7E}" type="pres">
      <dgm:prSet presAssocID="{42CCF54C-6F15-4D41-BB08-9F4CF110773B}" presName="iconSpace" presStyleCnt="0"/>
      <dgm:spPr/>
    </dgm:pt>
    <dgm:pt modelId="{8F5DC884-AA18-4839-924A-CDDB26597499}" type="pres">
      <dgm:prSet presAssocID="{42CCF54C-6F15-4D41-BB08-9F4CF110773B}" presName="parTx" presStyleLbl="revTx" presStyleIdx="4" presStyleCnt="8">
        <dgm:presLayoutVars>
          <dgm:chMax val="0"/>
          <dgm:chPref val="0"/>
        </dgm:presLayoutVars>
      </dgm:prSet>
      <dgm:spPr/>
    </dgm:pt>
    <dgm:pt modelId="{FF9F868B-380E-42AF-AF18-AB5BFEF11FFE}" type="pres">
      <dgm:prSet presAssocID="{42CCF54C-6F15-4D41-BB08-9F4CF110773B}" presName="txSpace" presStyleCnt="0"/>
      <dgm:spPr/>
    </dgm:pt>
    <dgm:pt modelId="{92C14709-79FC-4ED6-8E5E-36A106FA0299}" type="pres">
      <dgm:prSet presAssocID="{42CCF54C-6F15-4D41-BB08-9F4CF110773B}" presName="desTx" presStyleLbl="revTx" presStyleIdx="5" presStyleCnt="8">
        <dgm:presLayoutVars/>
      </dgm:prSet>
      <dgm:spPr/>
    </dgm:pt>
    <dgm:pt modelId="{424BCE74-F270-4BFE-9CB8-068AE2B725C3}" type="pres">
      <dgm:prSet presAssocID="{8ADD2E40-1C6D-4023-AE01-519CDD3A4C16}" presName="sibTrans" presStyleCnt="0"/>
      <dgm:spPr/>
    </dgm:pt>
    <dgm:pt modelId="{58F6CEC6-50B6-4C94-98F4-0B8EC388DD3B}" type="pres">
      <dgm:prSet presAssocID="{E94DEEEC-AE87-404F-8490-63EC2468DF4C}" presName="compNode" presStyleCnt="0"/>
      <dgm:spPr/>
    </dgm:pt>
    <dgm:pt modelId="{7E3F829C-64EA-41E2-8EF0-AFA5AC1B824A}" type="pres">
      <dgm:prSet presAssocID="{E94DEEEC-AE87-404F-8490-63EC2468DF4C}" presName="iconRect" presStyleLbl="node1" presStyleIdx="3" presStyleCnt="4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Upward trend"/>
        </a:ext>
      </dgm:extLst>
    </dgm:pt>
    <dgm:pt modelId="{F07C2409-C42B-49C4-A959-B33AD25FA7AD}" type="pres">
      <dgm:prSet presAssocID="{E94DEEEC-AE87-404F-8490-63EC2468DF4C}" presName="iconSpace" presStyleCnt="0"/>
      <dgm:spPr/>
    </dgm:pt>
    <dgm:pt modelId="{868CE9FA-7D65-4B35-829A-DBC8619CBD59}" type="pres">
      <dgm:prSet presAssocID="{E94DEEEC-AE87-404F-8490-63EC2468DF4C}" presName="parTx" presStyleLbl="revTx" presStyleIdx="6" presStyleCnt="8">
        <dgm:presLayoutVars>
          <dgm:chMax val="0"/>
          <dgm:chPref val="0"/>
        </dgm:presLayoutVars>
      </dgm:prSet>
      <dgm:spPr/>
    </dgm:pt>
    <dgm:pt modelId="{E6ED0F3C-DF12-4FD2-AE16-8D679C1ADD9F}" type="pres">
      <dgm:prSet presAssocID="{E94DEEEC-AE87-404F-8490-63EC2468DF4C}" presName="txSpace" presStyleCnt="0"/>
      <dgm:spPr/>
    </dgm:pt>
    <dgm:pt modelId="{3DA3D60A-4E7C-42DA-9FAA-AE179B7ED9A7}" type="pres">
      <dgm:prSet presAssocID="{E94DEEEC-AE87-404F-8490-63EC2468DF4C}" presName="desTx" presStyleLbl="revTx" presStyleIdx="7" presStyleCnt="8">
        <dgm:presLayoutVars/>
      </dgm:prSet>
      <dgm:spPr/>
    </dgm:pt>
  </dgm:ptLst>
  <dgm:cxnLst>
    <dgm:cxn modelId="{E3158602-1E59-4C6F-B834-4F2A1B7902D4}" srcId="{E94DEEEC-AE87-404F-8490-63EC2468DF4C}" destId="{D4A296DB-D078-4A05-A672-5C64467050E3}" srcOrd="1" destOrd="0" parTransId="{38C49837-13E0-49D5-B982-DB5777BEDB7C}" sibTransId="{5B281D97-D734-4247-A700-398CE5B45C1C}"/>
    <dgm:cxn modelId="{DA90780C-E02E-45A8-AD4D-AF65B6AE382E}" type="presOf" srcId="{42CCF54C-6F15-4D41-BB08-9F4CF110773B}" destId="{8F5DC884-AA18-4839-924A-CDDB26597499}" srcOrd="0" destOrd="0" presId="urn:microsoft.com/office/officeart/2018/5/layout/CenteredIconLabelDescriptionList"/>
    <dgm:cxn modelId="{F9C24C13-640C-4E5B-B7EB-CA26CBBB8716}" srcId="{50FF815C-C808-497F-9773-F5BD1854240C}" destId="{E475A3F9-DF4A-4982-845B-088E46216FEA}" srcOrd="0" destOrd="0" parTransId="{4C2978B9-E512-4039-8401-3233B65F68AC}" sibTransId="{C4F7FA0C-16CF-423B-8D75-AD3D7C018CD1}"/>
    <dgm:cxn modelId="{DF4D731D-9D7A-48DB-8A0D-56635A8F50F5}" type="presOf" srcId="{E94DEEEC-AE87-404F-8490-63EC2468DF4C}" destId="{868CE9FA-7D65-4B35-829A-DBC8619CBD59}" srcOrd="0" destOrd="0" presId="urn:microsoft.com/office/officeart/2018/5/layout/CenteredIconLabelDescriptionList"/>
    <dgm:cxn modelId="{C169E421-8223-46C9-912C-EBBE1E57241D}" type="presOf" srcId="{253AFE4D-77B4-417E-BDDF-ACAE439DDCE0}" destId="{E8CFFCA9-8643-4055-8557-C7CDD260B9E1}" srcOrd="0" destOrd="1" presId="urn:microsoft.com/office/officeart/2018/5/layout/CenteredIconLabelDescriptionList"/>
    <dgm:cxn modelId="{E79E535B-15DD-4F35-9C2B-C424D5933073}" type="presOf" srcId="{50FF815C-C808-497F-9773-F5BD1854240C}" destId="{F13E5D94-49A3-4E72-82A4-E6E63411BA70}" srcOrd="0" destOrd="0" presId="urn:microsoft.com/office/officeart/2018/5/layout/CenteredIconLabelDescriptionList"/>
    <dgm:cxn modelId="{A461934D-9738-438A-8D8F-EF444408DF93}" srcId="{42CCF54C-6F15-4D41-BB08-9F4CF110773B}" destId="{B166AF66-561E-4184-9E5D-E2799F70D47C}" srcOrd="1" destOrd="0" parTransId="{A62E03EC-127E-4B21-A556-F862FD693E9D}" sibTransId="{713BE1ED-AE42-4A33-AE74-8DCF78CF8181}"/>
    <dgm:cxn modelId="{00B87771-51A0-4F49-885A-CE8609E48539}" srcId="{154B0845-8D58-44C0-AF64-8E8F48D480F2}" destId="{50FF815C-C808-497F-9773-F5BD1854240C}" srcOrd="0" destOrd="0" parTransId="{E269A21E-386B-4800-B2A5-EFFD565B4E6B}" sibTransId="{395CA202-DC5A-4B49-A6CC-75AF198F6083}"/>
    <dgm:cxn modelId="{CD1ED255-97B1-44E3-9ED9-ABB8136EF340}" srcId="{154B0845-8D58-44C0-AF64-8E8F48D480F2}" destId="{42CCF54C-6F15-4D41-BB08-9F4CF110773B}" srcOrd="2" destOrd="0" parTransId="{B4DCD088-F940-4158-B3F6-7C7322F71D1E}" sibTransId="{8ADD2E40-1C6D-4023-AE01-519CDD3A4C16}"/>
    <dgm:cxn modelId="{14421376-52FA-46C1-A8A7-B3FED4AFF772}" type="presOf" srcId="{E475A3F9-DF4A-4982-845B-088E46216FEA}" destId="{E8CFFCA9-8643-4055-8557-C7CDD260B9E1}" srcOrd="0" destOrd="0" presId="urn:microsoft.com/office/officeart/2018/5/layout/CenteredIconLabelDescriptionList"/>
    <dgm:cxn modelId="{7B2FAE7A-ACC6-4842-B4CE-C36B4C017A96}" srcId="{154B0845-8D58-44C0-AF64-8E8F48D480F2}" destId="{79C110B9-A5DA-4091-AD0A-8A65CC7E6891}" srcOrd="1" destOrd="0" parTransId="{6EFEC1B3-9118-4F26-8B5D-6946F5B3F3AF}" sibTransId="{F37FAAED-E639-427A-AE9A-B04F30B86642}"/>
    <dgm:cxn modelId="{2774FC7A-6086-4E8C-8A86-A88CEC8B3876}" srcId="{50FF815C-C808-497F-9773-F5BD1854240C}" destId="{253AFE4D-77B4-417E-BDDF-ACAE439DDCE0}" srcOrd="1" destOrd="0" parTransId="{73B685BD-1330-4E64-A368-E99445280578}" sibTransId="{3637B5D8-9B37-4D81-A864-0FBC899F38FE}"/>
    <dgm:cxn modelId="{2FE9A37F-9EE3-4E4F-AA9E-B79B7E6BEFF8}" type="presOf" srcId="{D4A296DB-D078-4A05-A672-5C64467050E3}" destId="{3DA3D60A-4E7C-42DA-9FAA-AE179B7ED9A7}" srcOrd="0" destOrd="1" presId="urn:microsoft.com/office/officeart/2018/5/layout/CenteredIconLabelDescriptionList"/>
    <dgm:cxn modelId="{8343D483-0651-407A-8911-A12EC18C3C4B}" type="presOf" srcId="{B166AF66-561E-4184-9E5D-E2799F70D47C}" destId="{92C14709-79FC-4ED6-8E5E-36A106FA0299}" srcOrd="0" destOrd="1" presId="urn:microsoft.com/office/officeart/2018/5/layout/CenteredIconLabelDescriptionList"/>
    <dgm:cxn modelId="{10A6B387-5B2C-460F-80CA-4ACE0A36FA03}" srcId="{154B0845-8D58-44C0-AF64-8E8F48D480F2}" destId="{E94DEEEC-AE87-404F-8490-63EC2468DF4C}" srcOrd="3" destOrd="0" parTransId="{3A60EF79-09BF-4851-9FB1-CF0546E598B6}" sibTransId="{51406767-30D2-4C4E-B14B-FAC54080F862}"/>
    <dgm:cxn modelId="{78351FA2-3E36-4016-9930-5DD1BC50E2FA}" type="presOf" srcId="{1B9A6CC4-AF68-452B-B46B-4EE34649B4B9}" destId="{3DA3D60A-4E7C-42DA-9FAA-AE179B7ED9A7}" srcOrd="0" destOrd="0" presId="urn:microsoft.com/office/officeart/2018/5/layout/CenteredIconLabelDescriptionList"/>
    <dgm:cxn modelId="{A037AEAD-C0CB-416C-BAD8-367AA7269A0D}" srcId="{42CCF54C-6F15-4D41-BB08-9F4CF110773B}" destId="{C9029144-5163-47CE-A585-108568BC2693}" srcOrd="0" destOrd="0" parTransId="{FBDDDDE0-21F0-4C4F-9253-4AA68862ADA4}" sibTransId="{F0A2CE6B-1C3B-42C8-86CA-DDC5A7492C80}"/>
    <dgm:cxn modelId="{2CC0B0CE-6740-4203-B615-F3F34F2F8043}" type="presOf" srcId="{154B0845-8D58-44C0-AF64-8E8F48D480F2}" destId="{9BBA1A01-3AB0-4AF9-95D6-0C499FF44EEE}" srcOrd="0" destOrd="0" presId="urn:microsoft.com/office/officeart/2018/5/layout/CenteredIconLabelDescriptionList"/>
    <dgm:cxn modelId="{963C4ED6-7EFA-44C9-B17B-712DD64D32B6}" type="presOf" srcId="{79C110B9-A5DA-4091-AD0A-8A65CC7E6891}" destId="{0224D889-0659-437B-9F15-E49FD03A08BA}" srcOrd="0" destOrd="0" presId="urn:microsoft.com/office/officeart/2018/5/layout/CenteredIconLabelDescriptionList"/>
    <dgm:cxn modelId="{A47E81DB-2F59-411E-98CA-F12877DE7246}" srcId="{79C110B9-A5DA-4091-AD0A-8A65CC7E6891}" destId="{61AD892E-21AB-4F90-8D9E-11EE55146233}" srcOrd="0" destOrd="0" parTransId="{A0C0494B-2115-4102-A3CF-0B058AB4A062}" sibTransId="{3D9DDF69-9F4E-4F6B-865B-50920B324033}"/>
    <dgm:cxn modelId="{AE9F67E1-6B47-4098-B9E8-8AA8E3DF4F42}" type="presOf" srcId="{C9029144-5163-47CE-A585-108568BC2693}" destId="{92C14709-79FC-4ED6-8E5E-36A106FA0299}" srcOrd="0" destOrd="0" presId="urn:microsoft.com/office/officeart/2018/5/layout/CenteredIconLabelDescriptionList"/>
    <dgm:cxn modelId="{8BA3EDEC-C5A6-4C93-9D62-E1EA24C0817E}" srcId="{E94DEEEC-AE87-404F-8490-63EC2468DF4C}" destId="{1B9A6CC4-AF68-452B-B46B-4EE34649B4B9}" srcOrd="0" destOrd="0" parTransId="{88E30027-948E-46D7-96DC-60FC0BAEBBD0}" sibTransId="{AAE61DDD-5406-49B8-AE82-11CF0170B772}"/>
    <dgm:cxn modelId="{82D1CBFE-3C3F-4B8D-9320-DBDD19B20C42}" type="presOf" srcId="{61AD892E-21AB-4F90-8D9E-11EE55146233}" destId="{D84E1A36-5C90-48B9-9C98-F654897682B6}" srcOrd="0" destOrd="0" presId="urn:microsoft.com/office/officeart/2018/5/layout/CenteredIconLabelDescriptionList"/>
    <dgm:cxn modelId="{45421776-70F9-4847-A86D-0BE33E2D23EE}" type="presParOf" srcId="{9BBA1A01-3AB0-4AF9-95D6-0C499FF44EEE}" destId="{348F2519-849C-48D5-B1E0-4B123558DFE4}" srcOrd="0" destOrd="0" presId="urn:microsoft.com/office/officeart/2018/5/layout/CenteredIconLabelDescriptionList"/>
    <dgm:cxn modelId="{99C8CED9-923B-4C67-A1EB-E4BA513E47C3}" type="presParOf" srcId="{348F2519-849C-48D5-B1E0-4B123558DFE4}" destId="{4E6C9F9F-4751-403E-BC47-197F5B175C30}" srcOrd="0" destOrd="0" presId="urn:microsoft.com/office/officeart/2018/5/layout/CenteredIconLabelDescriptionList"/>
    <dgm:cxn modelId="{5E65F07F-2A9C-4B35-BBDF-631DC4966005}" type="presParOf" srcId="{348F2519-849C-48D5-B1E0-4B123558DFE4}" destId="{EF7D2291-CC33-4A39-BA73-6C01CC44D821}" srcOrd="1" destOrd="0" presId="urn:microsoft.com/office/officeart/2018/5/layout/CenteredIconLabelDescriptionList"/>
    <dgm:cxn modelId="{D3E37E9E-EFB8-46A6-BBD8-D2F8DC2FF340}" type="presParOf" srcId="{348F2519-849C-48D5-B1E0-4B123558DFE4}" destId="{F13E5D94-49A3-4E72-82A4-E6E63411BA70}" srcOrd="2" destOrd="0" presId="urn:microsoft.com/office/officeart/2018/5/layout/CenteredIconLabelDescriptionList"/>
    <dgm:cxn modelId="{D7CFD0F1-A8CE-4930-BA9B-225F18E5AC43}" type="presParOf" srcId="{348F2519-849C-48D5-B1E0-4B123558DFE4}" destId="{CA8533DA-405F-41DA-ACA0-589C2E690C7E}" srcOrd="3" destOrd="0" presId="urn:microsoft.com/office/officeart/2018/5/layout/CenteredIconLabelDescriptionList"/>
    <dgm:cxn modelId="{68651CDE-D94D-4889-ACCA-0F8E7C0DD197}" type="presParOf" srcId="{348F2519-849C-48D5-B1E0-4B123558DFE4}" destId="{E8CFFCA9-8643-4055-8557-C7CDD260B9E1}" srcOrd="4" destOrd="0" presId="urn:microsoft.com/office/officeart/2018/5/layout/CenteredIconLabelDescriptionList"/>
    <dgm:cxn modelId="{B8F443C0-CB4D-403C-A034-0CAEED73923D}" type="presParOf" srcId="{9BBA1A01-3AB0-4AF9-95D6-0C499FF44EEE}" destId="{DAF95A46-8116-42A2-89D3-AA2B1243D0B3}" srcOrd="1" destOrd="0" presId="urn:microsoft.com/office/officeart/2018/5/layout/CenteredIconLabelDescriptionList"/>
    <dgm:cxn modelId="{7A22665D-D963-4D62-A996-97336A1711DB}" type="presParOf" srcId="{9BBA1A01-3AB0-4AF9-95D6-0C499FF44EEE}" destId="{034F2823-17EE-4C0A-9826-0149FE167775}" srcOrd="2" destOrd="0" presId="urn:microsoft.com/office/officeart/2018/5/layout/CenteredIconLabelDescriptionList"/>
    <dgm:cxn modelId="{F6E682FD-F655-4AAC-B421-22237E65E25D}" type="presParOf" srcId="{034F2823-17EE-4C0A-9826-0149FE167775}" destId="{CF0D78D4-47EC-4F86-A676-C93646A061B0}" srcOrd="0" destOrd="0" presId="urn:microsoft.com/office/officeart/2018/5/layout/CenteredIconLabelDescriptionList"/>
    <dgm:cxn modelId="{2C2F159B-4B62-4604-8263-7FD236E41635}" type="presParOf" srcId="{034F2823-17EE-4C0A-9826-0149FE167775}" destId="{B6F1CB3D-0365-481A-9610-34CEA5B0BD61}" srcOrd="1" destOrd="0" presId="urn:microsoft.com/office/officeart/2018/5/layout/CenteredIconLabelDescriptionList"/>
    <dgm:cxn modelId="{9A332998-AE34-4621-A84A-71086CFF7351}" type="presParOf" srcId="{034F2823-17EE-4C0A-9826-0149FE167775}" destId="{0224D889-0659-437B-9F15-E49FD03A08BA}" srcOrd="2" destOrd="0" presId="urn:microsoft.com/office/officeart/2018/5/layout/CenteredIconLabelDescriptionList"/>
    <dgm:cxn modelId="{E27C9CC2-E33D-4860-B933-0881D48BF6A7}" type="presParOf" srcId="{034F2823-17EE-4C0A-9826-0149FE167775}" destId="{157FB1C3-2AF1-41AC-BEBA-554E8CEFD6EB}" srcOrd="3" destOrd="0" presId="urn:microsoft.com/office/officeart/2018/5/layout/CenteredIconLabelDescriptionList"/>
    <dgm:cxn modelId="{D40143BB-E248-4035-9562-AF300EB4CC9E}" type="presParOf" srcId="{034F2823-17EE-4C0A-9826-0149FE167775}" destId="{D84E1A36-5C90-48B9-9C98-F654897682B6}" srcOrd="4" destOrd="0" presId="urn:microsoft.com/office/officeart/2018/5/layout/CenteredIconLabelDescriptionList"/>
    <dgm:cxn modelId="{CD8ADBBC-464C-448B-A593-6D4DB8B0E2ED}" type="presParOf" srcId="{9BBA1A01-3AB0-4AF9-95D6-0C499FF44EEE}" destId="{27D8C1E2-007B-47E8-91F3-B4AF6C434FDB}" srcOrd="3" destOrd="0" presId="urn:microsoft.com/office/officeart/2018/5/layout/CenteredIconLabelDescriptionList"/>
    <dgm:cxn modelId="{3F550DF6-E9BA-432F-998F-74596C45A4E3}" type="presParOf" srcId="{9BBA1A01-3AB0-4AF9-95D6-0C499FF44EEE}" destId="{639B791D-4026-4D56-BD6D-B2706C400EEE}" srcOrd="4" destOrd="0" presId="urn:microsoft.com/office/officeart/2018/5/layout/CenteredIconLabelDescriptionList"/>
    <dgm:cxn modelId="{51E61EE0-7951-4AE7-92E3-C6F1FBAE3365}" type="presParOf" srcId="{639B791D-4026-4D56-BD6D-B2706C400EEE}" destId="{8344BCC9-2CF6-4CED-88B5-94DD33314F78}" srcOrd="0" destOrd="0" presId="urn:microsoft.com/office/officeart/2018/5/layout/CenteredIconLabelDescriptionList"/>
    <dgm:cxn modelId="{C47CCCE5-1AF7-482B-B7F1-0B298E1CCBE4}" type="presParOf" srcId="{639B791D-4026-4D56-BD6D-B2706C400EEE}" destId="{4F45D990-E65B-4AD7-BB20-3548E88EAD7E}" srcOrd="1" destOrd="0" presId="urn:microsoft.com/office/officeart/2018/5/layout/CenteredIconLabelDescriptionList"/>
    <dgm:cxn modelId="{1106FC6C-61EE-4AD7-90EB-BFEE1C5E019A}" type="presParOf" srcId="{639B791D-4026-4D56-BD6D-B2706C400EEE}" destId="{8F5DC884-AA18-4839-924A-CDDB26597499}" srcOrd="2" destOrd="0" presId="urn:microsoft.com/office/officeart/2018/5/layout/CenteredIconLabelDescriptionList"/>
    <dgm:cxn modelId="{B6A545BC-6D2A-43BA-9766-03F3D23C4906}" type="presParOf" srcId="{639B791D-4026-4D56-BD6D-B2706C400EEE}" destId="{FF9F868B-380E-42AF-AF18-AB5BFEF11FFE}" srcOrd="3" destOrd="0" presId="urn:microsoft.com/office/officeart/2018/5/layout/CenteredIconLabelDescriptionList"/>
    <dgm:cxn modelId="{5F5A312C-6094-4E8F-8FC3-6435A7CC8B16}" type="presParOf" srcId="{639B791D-4026-4D56-BD6D-B2706C400EEE}" destId="{92C14709-79FC-4ED6-8E5E-36A106FA0299}" srcOrd="4" destOrd="0" presId="urn:microsoft.com/office/officeart/2018/5/layout/CenteredIconLabelDescriptionList"/>
    <dgm:cxn modelId="{882A4113-B3A9-44FC-9854-BBCC4110EBA4}" type="presParOf" srcId="{9BBA1A01-3AB0-4AF9-95D6-0C499FF44EEE}" destId="{424BCE74-F270-4BFE-9CB8-068AE2B725C3}" srcOrd="5" destOrd="0" presId="urn:microsoft.com/office/officeart/2018/5/layout/CenteredIconLabelDescriptionList"/>
    <dgm:cxn modelId="{2E49E2A2-0F67-4A01-9F32-338E77E800D7}" type="presParOf" srcId="{9BBA1A01-3AB0-4AF9-95D6-0C499FF44EEE}" destId="{58F6CEC6-50B6-4C94-98F4-0B8EC388DD3B}" srcOrd="6" destOrd="0" presId="urn:microsoft.com/office/officeart/2018/5/layout/CenteredIconLabelDescriptionList"/>
    <dgm:cxn modelId="{043F58D9-AEA3-4B28-AA07-27756F83F098}" type="presParOf" srcId="{58F6CEC6-50B6-4C94-98F4-0B8EC388DD3B}" destId="{7E3F829C-64EA-41E2-8EF0-AFA5AC1B824A}" srcOrd="0" destOrd="0" presId="urn:microsoft.com/office/officeart/2018/5/layout/CenteredIconLabelDescriptionList"/>
    <dgm:cxn modelId="{FF09E896-1147-4138-9902-DED97C6B4E46}" type="presParOf" srcId="{58F6CEC6-50B6-4C94-98F4-0B8EC388DD3B}" destId="{F07C2409-C42B-49C4-A959-B33AD25FA7AD}" srcOrd="1" destOrd="0" presId="urn:microsoft.com/office/officeart/2018/5/layout/CenteredIconLabelDescriptionList"/>
    <dgm:cxn modelId="{B96A3E93-57A3-4D70-A519-CA0FDF03284D}" type="presParOf" srcId="{58F6CEC6-50B6-4C94-98F4-0B8EC388DD3B}" destId="{868CE9FA-7D65-4B35-829A-DBC8619CBD59}" srcOrd="2" destOrd="0" presId="urn:microsoft.com/office/officeart/2018/5/layout/CenteredIconLabelDescriptionList"/>
    <dgm:cxn modelId="{5094EE89-8FF7-49FF-A186-5741DC3DCC89}" type="presParOf" srcId="{58F6CEC6-50B6-4C94-98F4-0B8EC388DD3B}" destId="{E6ED0F3C-DF12-4FD2-AE16-8D679C1ADD9F}" srcOrd="3" destOrd="0" presId="urn:microsoft.com/office/officeart/2018/5/layout/CenteredIconLabelDescriptionList"/>
    <dgm:cxn modelId="{9C3A2A90-8817-425C-959B-13E191E60BA2}" type="presParOf" srcId="{58F6CEC6-50B6-4C94-98F4-0B8EC388DD3B}" destId="{3DA3D60A-4E7C-42DA-9FAA-AE179B7ED9A7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10.xml><?xml version="1.0" encoding="utf-8"?>
<dgm:dataModel xmlns:dgm="http://schemas.openxmlformats.org/drawingml/2006/diagram" xmlns:a="http://schemas.openxmlformats.org/drawingml/2006/main">
  <dgm:ptLst>
    <dgm:pt modelId="{154B0845-8D58-44C0-AF64-8E8F48D480F2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50FF815C-C808-497F-9773-F5BD1854240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Keep</a:t>
          </a:r>
          <a:r>
            <a:rPr lang="tr-TR"/>
            <a:t> </a:t>
          </a:r>
          <a:r>
            <a:rPr lang="tr-TR" err="1"/>
            <a:t>instead</a:t>
          </a:r>
          <a:r>
            <a:rPr lang="tr-TR"/>
            <a:t> of </a:t>
          </a:r>
          <a:r>
            <a:rPr lang="tr-TR" err="1"/>
            <a:t>spend</a:t>
          </a:r>
          <a:endParaRPr lang="en-US"/>
        </a:p>
      </dgm:t>
    </dgm:pt>
    <dgm:pt modelId="{E269A21E-386B-4800-B2A5-EFFD565B4E6B}" type="parTrans" cxnId="{00B87771-51A0-4F49-885A-CE8609E48539}">
      <dgm:prSet/>
      <dgm:spPr/>
      <dgm:t>
        <a:bodyPr/>
        <a:lstStyle/>
        <a:p>
          <a:endParaRPr lang="en-US"/>
        </a:p>
      </dgm:t>
    </dgm:pt>
    <dgm:pt modelId="{395CA202-DC5A-4B49-A6CC-75AF198F6083}" type="sibTrans" cxnId="{00B87771-51A0-4F49-885A-CE8609E48539}">
      <dgm:prSet/>
      <dgm:spPr/>
      <dgm:t>
        <a:bodyPr/>
        <a:lstStyle/>
        <a:p>
          <a:endParaRPr lang="en-US"/>
        </a:p>
      </dgm:t>
    </dgm:pt>
    <dgm:pt modelId="{CF48218A-3DCC-41C7-AF98-6712F812848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people</a:t>
          </a:r>
          <a:r>
            <a:rPr lang="tr-TR"/>
            <a:t> </a:t>
          </a:r>
          <a:r>
            <a:rPr lang="en-US"/>
            <a:t>hop</a:t>
          </a:r>
          <a:r>
            <a:rPr lang="tr-TR"/>
            <a:t>e</a:t>
          </a:r>
          <a:r>
            <a:rPr lang="en-US"/>
            <a:t> prices will fall</a:t>
          </a:r>
        </a:p>
      </dgm:t>
    </dgm:pt>
    <dgm:pt modelId="{440B3220-1696-46CA-B121-8CB5C234D5E1}" type="parTrans" cxnId="{401FCADA-9C4C-4947-9620-446A1E59A800}">
      <dgm:prSet/>
      <dgm:spPr/>
      <dgm:t>
        <a:bodyPr/>
        <a:lstStyle/>
        <a:p>
          <a:endParaRPr lang="tr-TR"/>
        </a:p>
      </dgm:t>
    </dgm:pt>
    <dgm:pt modelId="{B01E59A2-EBB7-4779-B833-8D0EBD28771F}" type="sibTrans" cxnId="{401FCADA-9C4C-4947-9620-446A1E59A800}">
      <dgm:prSet/>
      <dgm:spPr/>
      <dgm:t>
        <a:bodyPr/>
        <a:lstStyle/>
        <a:p>
          <a:endParaRPr lang="tr-TR"/>
        </a:p>
      </dgm:t>
    </dgm:pt>
    <dgm:pt modelId="{4FFD0250-7AAB-4B9F-BDF9-1830A672B28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tend to hoard</a:t>
          </a:r>
          <a:r>
            <a:rPr lang="tr-TR"/>
            <a:t> </a:t>
          </a:r>
          <a:r>
            <a:rPr lang="en-US"/>
            <a:t>money instead of spending it</a:t>
          </a:r>
        </a:p>
      </dgm:t>
    </dgm:pt>
    <dgm:pt modelId="{B3C0431E-D9F4-4A16-87E3-E32F3C72BB46}" type="parTrans" cxnId="{5968AF41-430D-48A9-A681-6842934D2F9A}">
      <dgm:prSet/>
      <dgm:spPr/>
      <dgm:t>
        <a:bodyPr/>
        <a:lstStyle/>
        <a:p>
          <a:endParaRPr lang="tr-TR"/>
        </a:p>
      </dgm:t>
    </dgm:pt>
    <dgm:pt modelId="{58F7E1D6-9841-47CB-8252-B81BF7C4C45C}" type="sibTrans" cxnId="{5968AF41-430D-48A9-A681-6842934D2F9A}">
      <dgm:prSet/>
      <dgm:spPr/>
      <dgm:t>
        <a:bodyPr/>
        <a:lstStyle/>
        <a:p>
          <a:endParaRPr lang="tr-TR"/>
        </a:p>
      </dgm:t>
    </dgm:pt>
    <dgm:pt modelId="{31DA0C5B-E917-4CA0-8885-804BBA9525C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“Lost Decade” </a:t>
          </a:r>
        </a:p>
      </dgm:t>
    </dgm:pt>
    <dgm:pt modelId="{CC228181-3D13-4F66-82FA-F096766F5D80}" type="parTrans" cxnId="{465231B8-D0DE-499B-8166-0226B712B8AD}">
      <dgm:prSet/>
      <dgm:spPr/>
      <dgm:t>
        <a:bodyPr/>
        <a:lstStyle/>
        <a:p>
          <a:endParaRPr lang="tr-TR"/>
        </a:p>
      </dgm:t>
    </dgm:pt>
    <dgm:pt modelId="{7228E222-F39D-4C02-B87B-07CF7693DFB4}" type="sibTrans" cxnId="{465231B8-D0DE-499B-8166-0226B712B8AD}">
      <dgm:prSet/>
      <dgm:spPr/>
      <dgm:t>
        <a:bodyPr/>
        <a:lstStyle/>
        <a:p>
          <a:endParaRPr lang="tr-TR"/>
        </a:p>
      </dgm:t>
    </dgm:pt>
    <dgm:pt modelId="{EE14802B-C338-4E04-8C9A-438694469C1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Such a phenomenon unfolded</a:t>
          </a:r>
        </a:p>
      </dgm:t>
    </dgm:pt>
    <dgm:pt modelId="{CC1134B3-B0C8-4EFB-9420-BC44258C7183}" type="parTrans" cxnId="{5D8DA94D-B498-4145-8CFD-BBE5C8B1C9A1}">
      <dgm:prSet/>
      <dgm:spPr/>
      <dgm:t>
        <a:bodyPr/>
        <a:lstStyle/>
        <a:p>
          <a:endParaRPr lang="tr-TR"/>
        </a:p>
      </dgm:t>
    </dgm:pt>
    <dgm:pt modelId="{E12BE1A7-54B1-4774-B06E-59C8EDC454FE}" type="sibTrans" cxnId="{5D8DA94D-B498-4145-8CFD-BBE5C8B1C9A1}">
      <dgm:prSet/>
      <dgm:spPr/>
      <dgm:t>
        <a:bodyPr/>
        <a:lstStyle/>
        <a:p>
          <a:endParaRPr lang="tr-TR"/>
        </a:p>
      </dgm:t>
    </dgm:pt>
    <dgm:pt modelId="{ED9BEECF-4507-4532-AE6F-45584993189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during Japan’s “Lost Decade,” </a:t>
          </a:r>
        </a:p>
      </dgm:t>
    </dgm:pt>
    <dgm:pt modelId="{B412547A-C794-48B6-BDD4-2E6065E839D2}" type="parTrans" cxnId="{F804646A-5CC7-434E-AF3D-16CFBDCD3F4E}">
      <dgm:prSet/>
      <dgm:spPr/>
      <dgm:t>
        <a:bodyPr/>
        <a:lstStyle/>
        <a:p>
          <a:endParaRPr lang="tr-TR"/>
        </a:p>
      </dgm:t>
    </dgm:pt>
    <dgm:pt modelId="{A22151B9-49F1-4CB2-937D-C7642B6A4021}" type="sibTrans" cxnId="{F804646A-5CC7-434E-AF3D-16CFBDCD3F4E}">
      <dgm:prSet/>
      <dgm:spPr/>
      <dgm:t>
        <a:bodyPr/>
        <a:lstStyle/>
        <a:p>
          <a:endParaRPr lang="tr-TR"/>
        </a:p>
      </dgm:t>
    </dgm:pt>
    <dgm:pt modelId="{362212E5-5D87-41F5-8FFD-4B6D2550152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Deflationary</a:t>
          </a:r>
          <a:r>
            <a:rPr lang="tr-TR"/>
            <a:t> </a:t>
          </a:r>
          <a:r>
            <a:rPr lang="en-US"/>
            <a:t>spiral</a:t>
          </a:r>
        </a:p>
      </dgm:t>
    </dgm:pt>
    <dgm:pt modelId="{AA0511E3-965C-4774-B714-EC486FDACB7B}" type="parTrans" cxnId="{C7B81EDA-001A-4E8C-8C3D-4B3867F9541D}">
      <dgm:prSet/>
      <dgm:spPr/>
      <dgm:t>
        <a:bodyPr/>
        <a:lstStyle/>
        <a:p>
          <a:endParaRPr lang="tr-TR"/>
        </a:p>
      </dgm:t>
    </dgm:pt>
    <dgm:pt modelId="{290F6DED-E568-46F2-A55C-2874339918D9}" type="sibTrans" cxnId="{C7B81EDA-001A-4E8C-8C3D-4B3867F9541D}">
      <dgm:prSet/>
      <dgm:spPr/>
      <dgm:t>
        <a:bodyPr/>
        <a:lstStyle/>
        <a:p>
          <a:endParaRPr lang="tr-TR"/>
        </a:p>
      </dgm:t>
    </dgm:pt>
    <dgm:pt modelId="{C8378574-D48F-4D31-B08D-3093B7769DA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complete collapse of demand </a:t>
          </a:r>
        </a:p>
      </dgm:t>
    </dgm:pt>
    <dgm:pt modelId="{7A7BBFB1-7304-4CB4-A892-DEF42D58340D}" type="parTrans" cxnId="{16576055-1285-4A09-B289-42D1E94D9A83}">
      <dgm:prSet/>
      <dgm:spPr/>
      <dgm:t>
        <a:bodyPr/>
        <a:lstStyle/>
        <a:p>
          <a:endParaRPr lang="tr-TR"/>
        </a:p>
      </dgm:t>
    </dgm:pt>
    <dgm:pt modelId="{3121B105-360A-47FB-937D-5ABDC1BE51BB}" type="sibTrans" cxnId="{16576055-1285-4A09-B289-42D1E94D9A83}">
      <dgm:prSet/>
      <dgm:spPr/>
      <dgm:t>
        <a:bodyPr/>
        <a:lstStyle/>
        <a:p>
          <a:endParaRPr lang="tr-TR"/>
        </a:p>
      </dgm:t>
    </dgm:pt>
    <dgm:pt modelId="{4F537D8C-08B7-484C-A643-6367F2D01CA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</a:t>
          </a:r>
          <a:r>
            <a:rPr lang="tr-TR"/>
            <a:t> </a:t>
          </a:r>
          <a:r>
            <a:rPr lang="en-US"/>
            <a:t>currency </a:t>
          </a:r>
          <a:r>
            <a:rPr lang="tr-TR"/>
            <a:t>is </a:t>
          </a:r>
          <a:r>
            <a:rPr lang="tr-TR" err="1"/>
            <a:t>pushed</a:t>
          </a:r>
          <a:r>
            <a:rPr lang="tr-TR"/>
            <a:t> </a:t>
          </a:r>
          <a:r>
            <a:rPr lang="en-US"/>
            <a:t>into a deflationary spiral.</a:t>
          </a:r>
        </a:p>
      </dgm:t>
    </dgm:pt>
    <dgm:pt modelId="{95BE218B-40E4-42C8-9A2D-89CD70F575ED}" type="parTrans" cxnId="{D5EAC52B-B9C1-43C9-B8CE-A08DA3666204}">
      <dgm:prSet/>
      <dgm:spPr/>
      <dgm:t>
        <a:bodyPr/>
        <a:lstStyle/>
        <a:p>
          <a:endParaRPr lang="tr-TR"/>
        </a:p>
      </dgm:t>
    </dgm:pt>
    <dgm:pt modelId="{B3B342F0-27AF-4B8F-AF4E-0D31BDC44CCE}" type="sibTrans" cxnId="{D5EAC52B-B9C1-43C9-B8CE-A08DA3666204}">
      <dgm:prSet/>
      <dgm:spPr/>
      <dgm:t>
        <a:bodyPr/>
        <a:lstStyle/>
        <a:p>
          <a:endParaRPr lang="tr-TR"/>
        </a:p>
      </dgm:t>
    </dgm:pt>
    <dgm:pt modelId="{9BBA1A01-3AB0-4AF9-95D6-0C499FF44EEE}" type="pres">
      <dgm:prSet presAssocID="{154B0845-8D58-44C0-AF64-8E8F48D480F2}" presName="root" presStyleCnt="0">
        <dgm:presLayoutVars>
          <dgm:dir/>
          <dgm:resizeHandles val="exact"/>
        </dgm:presLayoutVars>
      </dgm:prSet>
      <dgm:spPr/>
    </dgm:pt>
    <dgm:pt modelId="{348F2519-849C-48D5-B1E0-4B123558DFE4}" type="pres">
      <dgm:prSet presAssocID="{50FF815C-C808-497F-9773-F5BD1854240C}" presName="compNode" presStyleCnt="0"/>
      <dgm:spPr/>
    </dgm:pt>
    <dgm:pt modelId="{4E6C9F9F-4751-403E-BC47-197F5B175C30}" type="pres">
      <dgm:prSet presAssocID="{50FF815C-C808-497F-9773-F5BD1854240C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iggy Bank"/>
        </a:ext>
      </dgm:extLst>
    </dgm:pt>
    <dgm:pt modelId="{EF7D2291-CC33-4A39-BA73-6C01CC44D821}" type="pres">
      <dgm:prSet presAssocID="{50FF815C-C808-497F-9773-F5BD1854240C}" presName="iconSpace" presStyleCnt="0"/>
      <dgm:spPr/>
    </dgm:pt>
    <dgm:pt modelId="{F13E5D94-49A3-4E72-82A4-E6E63411BA70}" type="pres">
      <dgm:prSet presAssocID="{50FF815C-C808-497F-9773-F5BD1854240C}" presName="parTx" presStyleLbl="revTx" presStyleIdx="0" presStyleCnt="6">
        <dgm:presLayoutVars>
          <dgm:chMax val="0"/>
          <dgm:chPref val="0"/>
        </dgm:presLayoutVars>
      </dgm:prSet>
      <dgm:spPr/>
    </dgm:pt>
    <dgm:pt modelId="{CA8533DA-405F-41DA-ACA0-589C2E690C7E}" type="pres">
      <dgm:prSet presAssocID="{50FF815C-C808-497F-9773-F5BD1854240C}" presName="txSpace" presStyleCnt="0"/>
      <dgm:spPr/>
    </dgm:pt>
    <dgm:pt modelId="{E8CFFCA9-8643-4055-8557-C7CDD260B9E1}" type="pres">
      <dgm:prSet presAssocID="{50FF815C-C808-497F-9773-F5BD1854240C}" presName="desTx" presStyleLbl="revTx" presStyleIdx="1" presStyleCnt="6">
        <dgm:presLayoutVars/>
      </dgm:prSet>
      <dgm:spPr/>
    </dgm:pt>
    <dgm:pt modelId="{DAF95A46-8116-42A2-89D3-AA2B1243D0B3}" type="pres">
      <dgm:prSet presAssocID="{395CA202-DC5A-4B49-A6CC-75AF198F6083}" presName="sibTrans" presStyleCnt="0"/>
      <dgm:spPr/>
    </dgm:pt>
    <dgm:pt modelId="{74388E2B-DBAF-481B-85BA-901437623CBD}" type="pres">
      <dgm:prSet presAssocID="{31DA0C5B-E917-4CA0-8885-804BBA9525CE}" presName="compNode" presStyleCnt="0"/>
      <dgm:spPr/>
    </dgm:pt>
    <dgm:pt modelId="{520CBDFD-DF7E-4EA2-96FE-30FEDF7D1769}" type="pres">
      <dgm:prSet presAssocID="{31DA0C5B-E917-4CA0-8885-804BBA9525CE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Film strip"/>
        </a:ext>
      </dgm:extLst>
    </dgm:pt>
    <dgm:pt modelId="{BD3BCFC2-A292-4CE2-80EF-136F80E4F949}" type="pres">
      <dgm:prSet presAssocID="{31DA0C5B-E917-4CA0-8885-804BBA9525CE}" presName="iconSpace" presStyleCnt="0"/>
      <dgm:spPr/>
    </dgm:pt>
    <dgm:pt modelId="{D37B5DEA-ABD4-4424-A8DF-D813BC6D0468}" type="pres">
      <dgm:prSet presAssocID="{31DA0C5B-E917-4CA0-8885-804BBA9525CE}" presName="parTx" presStyleLbl="revTx" presStyleIdx="2" presStyleCnt="6">
        <dgm:presLayoutVars>
          <dgm:chMax val="0"/>
          <dgm:chPref val="0"/>
        </dgm:presLayoutVars>
      </dgm:prSet>
      <dgm:spPr/>
    </dgm:pt>
    <dgm:pt modelId="{6EB751A2-08D3-4D52-A0CA-20734AB464CB}" type="pres">
      <dgm:prSet presAssocID="{31DA0C5B-E917-4CA0-8885-804BBA9525CE}" presName="txSpace" presStyleCnt="0"/>
      <dgm:spPr/>
    </dgm:pt>
    <dgm:pt modelId="{2E64338C-0F50-40E7-B038-811B454E2D7E}" type="pres">
      <dgm:prSet presAssocID="{31DA0C5B-E917-4CA0-8885-804BBA9525CE}" presName="desTx" presStyleLbl="revTx" presStyleIdx="3" presStyleCnt="6">
        <dgm:presLayoutVars/>
      </dgm:prSet>
      <dgm:spPr/>
    </dgm:pt>
    <dgm:pt modelId="{C8EC6E50-898C-43AC-B363-EA7FC98A1F59}" type="pres">
      <dgm:prSet presAssocID="{7228E222-F39D-4C02-B87B-07CF7693DFB4}" presName="sibTrans" presStyleCnt="0"/>
      <dgm:spPr/>
    </dgm:pt>
    <dgm:pt modelId="{3FE1BFC5-F245-4161-B798-F21A1B7ED6AA}" type="pres">
      <dgm:prSet presAssocID="{362212E5-5D87-41F5-8FFD-4B6D2550152E}" presName="compNode" presStyleCnt="0"/>
      <dgm:spPr/>
    </dgm:pt>
    <dgm:pt modelId="{11CC587E-6A8C-4494-A4F1-ACB1BAA867C8}" type="pres">
      <dgm:prSet presAssocID="{362212E5-5D87-41F5-8FFD-4B6D2550152E}" presName="iconRect" presStyleLbl="node1" presStyleIdx="2" presStyleCnt="3"/>
      <dgm:spPr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</dgm:pt>
    <dgm:pt modelId="{D60B6AED-3527-4CA5-ABB4-377331BB1A7F}" type="pres">
      <dgm:prSet presAssocID="{362212E5-5D87-41F5-8FFD-4B6D2550152E}" presName="iconSpace" presStyleCnt="0"/>
      <dgm:spPr/>
    </dgm:pt>
    <dgm:pt modelId="{43DBDEA6-E801-4A28-BCC2-F388BC3BC3B5}" type="pres">
      <dgm:prSet presAssocID="{362212E5-5D87-41F5-8FFD-4B6D2550152E}" presName="parTx" presStyleLbl="revTx" presStyleIdx="4" presStyleCnt="6">
        <dgm:presLayoutVars>
          <dgm:chMax val="0"/>
          <dgm:chPref val="0"/>
        </dgm:presLayoutVars>
      </dgm:prSet>
      <dgm:spPr/>
    </dgm:pt>
    <dgm:pt modelId="{89BD6B2E-23F7-4E85-925E-1491CEA0FC05}" type="pres">
      <dgm:prSet presAssocID="{362212E5-5D87-41F5-8FFD-4B6D2550152E}" presName="txSpace" presStyleCnt="0"/>
      <dgm:spPr/>
    </dgm:pt>
    <dgm:pt modelId="{72133F2B-FFCD-4DAC-837C-4133DBB27558}" type="pres">
      <dgm:prSet presAssocID="{362212E5-5D87-41F5-8FFD-4B6D2550152E}" presName="desTx" presStyleLbl="revTx" presStyleIdx="5" presStyleCnt="6">
        <dgm:presLayoutVars/>
      </dgm:prSet>
      <dgm:spPr/>
    </dgm:pt>
  </dgm:ptLst>
  <dgm:cxnLst>
    <dgm:cxn modelId="{A53C2A1D-F7AB-4A14-8065-553F368E44A6}" type="presOf" srcId="{4F537D8C-08B7-484C-A643-6367F2D01CAF}" destId="{72133F2B-FFCD-4DAC-837C-4133DBB27558}" srcOrd="0" destOrd="1" presId="urn:microsoft.com/office/officeart/2018/5/layout/CenteredIconLabelDescriptionList"/>
    <dgm:cxn modelId="{D5EAC52B-B9C1-43C9-B8CE-A08DA3666204}" srcId="{362212E5-5D87-41F5-8FFD-4B6D2550152E}" destId="{4F537D8C-08B7-484C-A643-6367F2D01CAF}" srcOrd="1" destOrd="0" parTransId="{95BE218B-40E4-42C8-9A2D-89CD70F575ED}" sibTransId="{B3B342F0-27AF-4B8F-AF4E-0D31BDC44CCE}"/>
    <dgm:cxn modelId="{C58B3334-FD5F-44A0-8A79-72E4D0B39EF3}" type="presOf" srcId="{31DA0C5B-E917-4CA0-8885-804BBA9525CE}" destId="{D37B5DEA-ABD4-4424-A8DF-D813BC6D0468}" srcOrd="0" destOrd="0" presId="urn:microsoft.com/office/officeart/2018/5/layout/CenteredIconLabelDescriptionList"/>
    <dgm:cxn modelId="{E79E535B-15DD-4F35-9C2B-C424D5933073}" type="presOf" srcId="{50FF815C-C808-497F-9773-F5BD1854240C}" destId="{F13E5D94-49A3-4E72-82A4-E6E63411BA70}" srcOrd="0" destOrd="0" presId="urn:microsoft.com/office/officeart/2018/5/layout/CenteredIconLabelDescriptionList"/>
    <dgm:cxn modelId="{5968AF41-430D-48A9-A681-6842934D2F9A}" srcId="{50FF815C-C808-497F-9773-F5BD1854240C}" destId="{4FFD0250-7AAB-4B9F-BDF9-1830A672B287}" srcOrd="1" destOrd="0" parTransId="{B3C0431E-D9F4-4A16-87E3-E32F3C72BB46}" sibTransId="{58F7E1D6-9841-47CB-8252-B81BF7C4C45C}"/>
    <dgm:cxn modelId="{245BB241-135C-45E5-9BFF-B972B7685AC3}" type="presOf" srcId="{ED9BEECF-4507-4532-AE6F-455849931897}" destId="{2E64338C-0F50-40E7-B038-811B454E2D7E}" srcOrd="0" destOrd="1" presId="urn:microsoft.com/office/officeart/2018/5/layout/CenteredIconLabelDescriptionList"/>
    <dgm:cxn modelId="{F804646A-5CC7-434E-AF3D-16CFBDCD3F4E}" srcId="{31DA0C5B-E917-4CA0-8885-804BBA9525CE}" destId="{ED9BEECF-4507-4532-AE6F-455849931897}" srcOrd="1" destOrd="0" parTransId="{B412547A-C794-48B6-BDD4-2E6065E839D2}" sibTransId="{A22151B9-49F1-4CB2-937D-C7642B6A4021}"/>
    <dgm:cxn modelId="{5D8DA94D-B498-4145-8CFD-BBE5C8B1C9A1}" srcId="{31DA0C5B-E917-4CA0-8885-804BBA9525CE}" destId="{EE14802B-C338-4E04-8C9A-438694469C13}" srcOrd="0" destOrd="0" parTransId="{CC1134B3-B0C8-4EFB-9420-BC44258C7183}" sibTransId="{E12BE1A7-54B1-4774-B06E-59C8EDC454FE}"/>
    <dgm:cxn modelId="{00B87771-51A0-4F49-885A-CE8609E48539}" srcId="{154B0845-8D58-44C0-AF64-8E8F48D480F2}" destId="{50FF815C-C808-497F-9773-F5BD1854240C}" srcOrd="0" destOrd="0" parTransId="{E269A21E-386B-4800-B2A5-EFFD565B4E6B}" sibTransId="{395CA202-DC5A-4B49-A6CC-75AF198F6083}"/>
    <dgm:cxn modelId="{C148AF53-D209-419C-8E07-45AB903F6BA8}" type="presOf" srcId="{4FFD0250-7AAB-4B9F-BDF9-1830A672B287}" destId="{E8CFFCA9-8643-4055-8557-C7CDD260B9E1}" srcOrd="0" destOrd="1" presId="urn:microsoft.com/office/officeart/2018/5/layout/CenteredIconLabelDescriptionList"/>
    <dgm:cxn modelId="{16576055-1285-4A09-B289-42D1E94D9A83}" srcId="{362212E5-5D87-41F5-8FFD-4B6D2550152E}" destId="{C8378574-D48F-4D31-B08D-3093B7769DA4}" srcOrd="0" destOrd="0" parTransId="{7A7BBFB1-7304-4CB4-A892-DEF42D58340D}" sibTransId="{3121B105-360A-47FB-937D-5ABDC1BE51BB}"/>
    <dgm:cxn modelId="{53D852B2-31D1-4093-AA8B-9573A88C712B}" type="presOf" srcId="{362212E5-5D87-41F5-8FFD-4B6D2550152E}" destId="{43DBDEA6-E801-4A28-BCC2-F388BC3BC3B5}" srcOrd="0" destOrd="0" presId="urn:microsoft.com/office/officeart/2018/5/layout/CenteredIconLabelDescriptionList"/>
    <dgm:cxn modelId="{465231B8-D0DE-499B-8166-0226B712B8AD}" srcId="{154B0845-8D58-44C0-AF64-8E8F48D480F2}" destId="{31DA0C5B-E917-4CA0-8885-804BBA9525CE}" srcOrd="1" destOrd="0" parTransId="{CC228181-3D13-4F66-82FA-F096766F5D80}" sibTransId="{7228E222-F39D-4C02-B87B-07CF7693DFB4}"/>
    <dgm:cxn modelId="{FBAB68BC-9D0B-41E4-B7F6-C08B22800959}" type="presOf" srcId="{C8378574-D48F-4D31-B08D-3093B7769DA4}" destId="{72133F2B-FFCD-4DAC-837C-4133DBB27558}" srcOrd="0" destOrd="0" presId="urn:microsoft.com/office/officeart/2018/5/layout/CenteredIconLabelDescriptionList"/>
    <dgm:cxn modelId="{AC44D7CC-962A-4E63-BCBE-1096FE445692}" type="presOf" srcId="{CF48218A-3DCC-41C7-AF98-6712F8128480}" destId="{E8CFFCA9-8643-4055-8557-C7CDD260B9E1}" srcOrd="0" destOrd="0" presId="urn:microsoft.com/office/officeart/2018/5/layout/CenteredIconLabelDescriptionList"/>
    <dgm:cxn modelId="{2CC0B0CE-6740-4203-B615-F3F34F2F8043}" type="presOf" srcId="{154B0845-8D58-44C0-AF64-8E8F48D480F2}" destId="{9BBA1A01-3AB0-4AF9-95D6-0C499FF44EEE}" srcOrd="0" destOrd="0" presId="urn:microsoft.com/office/officeart/2018/5/layout/CenteredIconLabelDescriptionList"/>
    <dgm:cxn modelId="{C7B81EDA-001A-4E8C-8C3D-4B3867F9541D}" srcId="{154B0845-8D58-44C0-AF64-8E8F48D480F2}" destId="{362212E5-5D87-41F5-8FFD-4B6D2550152E}" srcOrd="2" destOrd="0" parTransId="{AA0511E3-965C-4774-B714-EC486FDACB7B}" sibTransId="{290F6DED-E568-46F2-A55C-2874339918D9}"/>
    <dgm:cxn modelId="{401FCADA-9C4C-4947-9620-446A1E59A800}" srcId="{50FF815C-C808-497F-9773-F5BD1854240C}" destId="{CF48218A-3DCC-41C7-AF98-6712F8128480}" srcOrd="0" destOrd="0" parTransId="{440B3220-1696-46CA-B121-8CB5C234D5E1}" sibTransId="{B01E59A2-EBB7-4779-B833-8D0EBD28771F}"/>
    <dgm:cxn modelId="{7516A0E5-2968-45B7-AE37-0610082A929B}" type="presOf" srcId="{EE14802B-C338-4E04-8C9A-438694469C13}" destId="{2E64338C-0F50-40E7-B038-811B454E2D7E}" srcOrd="0" destOrd="0" presId="urn:microsoft.com/office/officeart/2018/5/layout/CenteredIconLabelDescriptionList"/>
    <dgm:cxn modelId="{45421776-70F9-4847-A86D-0BE33E2D23EE}" type="presParOf" srcId="{9BBA1A01-3AB0-4AF9-95D6-0C499FF44EEE}" destId="{348F2519-849C-48D5-B1E0-4B123558DFE4}" srcOrd="0" destOrd="0" presId="urn:microsoft.com/office/officeart/2018/5/layout/CenteredIconLabelDescriptionList"/>
    <dgm:cxn modelId="{99C8CED9-923B-4C67-A1EB-E4BA513E47C3}" type="presParOf" srcId="{348F2519-849C-48D5-B1E0-4B123558DFE4}" destId="{4E6C9F9F-4751-403E-BC47-197F5B175C30}" srcOrd="0" destOrd="0" presId="urn:microsoft.com/office/officeart/2018/5/layout/CenteredIconLabelDescriptionList"/>
    <dgm:cxn modelId="{5E65F07F-2A9C-4B35-BBDF-631DC4966005}" type="presParOf" srcId="{348F2519-849C-48D5-B1E0-4B123558DFE4}" destId="{EF7D2291-CC33-4A39-BA73-6C01CC44D821}" srcOrd="1" destOrd="0" presId="urn:microsoft.com/office/officeart/2018/5/layout/CenteredIconLabelDescriptionList"/>
    <dgm:cxn modelId="{D3E37E9E-EFB8-46A6-BBD8-D2F8DC2FF340}" type="presParOf" srcId="{348F2519-849C-48D5-B1E0-4B123558DFE4}" destId="{F13E5D94-49A3-4E72-82A4-E6E63411BA70}" srcOrd="2" destOrd="0" presId="urn:microsoft.com/office/officeart/2018/5/layout/CenteredIconLabelDescriptionList"/>
    <dgm:cxn modelId="{D7CFD0F1-A8CE-4930-BA9B-225F18E5AC43}" type="presParOf" srcId="{348F2519-849C-48D5-B1E0-4B123558DFE4}" destId="{CA8533DA-405F-41DA-ACA0-589C2E690C7E}" srcOrd="3" destOrd="0" presId="urn:microsoft.com/office/officeart/2018/5/layout/CenteredIconLabelDescriptionList"/>
    <dgm:cxn modelId="{68651CDE-D94D-4889-ACCA-0F8E7C0DD197}" type="presParOf" srcId="{348F2519-849C-48D5-B1E0-4B123558DFE4}" destId="{E8CFFCA9-8643-4055-8557-C7CDD260B9E1}" srcOrd="4" destOrd="0" presId="urn:microsoft.com/office/officeart/2018/5/layout/CenteredIconLabelDescriptionList"/>
    <dgm:cxn modelId="{B8F443C0-CB4D-403C-A034-0CAEED73923D}" type="presParOf" srcId="{9BBA1A01-3AB0-4AF9-95D6-0C499FF44EEE}" destId="{DAF95A46-8116-42A2-89D3-AA2B1243D0B3}" srcOrd="1" destOrd="0" presId="urn:microsoft.com/office/officeart/2018/5/layout/CenteredIconLabelDescriptionList"/>
    <dgm:cxn modelId="{F927F9D8-C2FC-4009-9F93-655F0B6A9A53}" type="presParOf" srcId="{9BBA1A01-3AB0-4AF9-95D6-0C499FF44EEE}" destId="{74388E2B-DBAF-481B-85BA-901437623CBD}" srcOrd="2" destOrd="0" presId="urn:microsoft.com/office/officeart/2018/5/layout/CenteredIconLabelDescriptionList"/>
    <dgm:cxn modelId="{E311C743-85AD-488A-B6B8-414C1F80A0CA}" type="presParOf" srcId="{74388E2B-DBAF-481B-85BA-901437623CBD}" destId="{520CBDFD-DF7E-4EA2-96FE-30FEDF7D1769}" srcOrd="0" destOrd="0" presId="urn:microsoft.com/office/officeart/2018/5/layout/CenteredIconLabelDescriptionList"/>
    <dgm:cxn modelId="{F1E6C441-ABFD-48F9-85FA-A749D084BC96}" type="presParOf" srcId="{74388E2B-DBAF-481B-85BA-901437623CBD}" destId="{BD3BCFC2-A292-4CE2-80EF-136F80E4F949}" srcOrd="1" destOrd="0" presId="urn:microsoft.com/office/officeart/2018/5/layout/CenteredIconLabelDescriptionList"/>
    <dgm:cxn modelId="{17A60D79-7928-426A-B812-89C4B46018FB}" type="presParOf" srcId="{74388E2B-DBAF-481B-85BA-901437623CBD}" destId="{D37B5DEA-ABD4-4424-A8DF-D813BC6D0468}" srcOrd="2" destOrd="0" presId="urn:microsoft.com/office/officeart/2018/5/layout/CenteredIconLabelDescriptionList"/>
    <dgm:cxn modelId="{92C7027E-FC98-4206-A904-018ABA268F45}" type="presParOf" srcId="{74388E2B-DBAF-481B-85BA-901437623CBD}" destId="{6EB751A2-08D3-4D52-A0CA-20734AB464CB}" srcOrd="3" destOrd="0" presId="urn:microsoft.com/office/officeart/2018/5/layout/CenteredIconLabelDescriptionList"/>
    <dgm:cxn modelId="{991723AF-8207-4D4F-868D-16309551CB6E}" type="presParOf" srcId="{74388E2B-DBAF-481B-85BA-901437623CBD}" destId="{2E64338C-0F50-40E7-B038-811B454E2D7E}" srcOrd="4" destOrd="0" presId="urn:microsoft.com/office/officeart/2018/5/layout/CenteredIconLabelDescriptionList"/>
    <dgm:cxn modelId="{A6D7018A-6C35-4794-9E55-2484347B47A0}" type="presParOf" srcId="{9BBA1A01-3AB0-4AF9-95D6-0C499FF44EEE}" destId="{C8EC6E50-898C-43AC-B363-EA7FC98A1F59}" srcOrd="3" destOrd="0" presId="urn:microsoft.com/office/officeart/2018/5/layout/CenteredIconLabelDescriptionList"/>
    <dgm:cxn modelId="{BD30A58B-4852-41F5-AB38-06B41A365CF7}" type="presParOf" srcId="{9BBA1A01-3AB0-4AF9-95D6-0C499FF44EEE}" destId="{3FE1BFC5-F245-4161-B798-F21A1B7ED6AA}" srcOrd="4" destOrd="0" presId="urn:microsoft.com/office/officeart/2018/5/layout/CenteredIconLabelDescriptionList"/>
    <dgm:cxn modelId="{BE80FD36-8B7A-401A-BC27-D2A4FFE4AC47}" type="presParOf" srcId="{3FE1BFC5-F245-4161-B798-F21A1B7ED6AA}" destId="{11CC587E-6A8C-4494-A4F1-ACB1BAA867C8}" srcOrd="0" destOrd="0" presId="urn:microsoft.com/office/officeart/2018/5/layout/CenteredIconLabelDescriptionList"/>
    <dgm:cxn modelId="{E49E69D9-C9AC-4389-9613-22C506970961}" type="presParOf" srcId="{3FE1BFC5-F245-4161-B798-F21A1B7ED6AA}" destId="{D60B6AED-3527-4CA5-ABB4-377331BB1A7F}" srcOrd="1" destOrd="0" presId="urn:microsoft.com/office/officeart/2018/5/layout/CenteredIconLabelDescriptionList"/>
    <dgm:cxn modelId="{C89D8F3B-A656-49F4-A0C2-37D079FE94BE}" type="presParOf" srcId="{3FE1BFC5-F245-4161-B798-F21A1B7ED6AA}" destId="{43DBDEA6-E801-4A28-BCC2-F388BC3BC3B5}" srcOrd="2" destOrd="0" presId="urn:microsoft.com/office/officeart/2018/5/layout/CenteredIconLabelDescriptionList"/>
    <dgm:cxn modelId="{71679BB3-9C19-4B05-852B-02C24B51E18A}" type="presParOf" srcId="{3FE1BFC5-F245-4161-B798-F21A1B7ED6AA}" destId="{89BD6B2E-23F7-4E85-925E-1491CEA0FC05}" srcOrd="3" destOrd="0" presId="urn:microsoft.com/office/officeart/2018/5/layout/CenteredIconLabelDescriptionList"/>
    <dgm:cxn modelId="{7F1412BE-338D-401C-8D75-50781131F2EF}" type="presParOf" srcId="{3FE1BFC5-F245-4161-B798-F21A1B7ED6AA}" destId="{72133F2B-FFCD-4DAC-837C-4133DBB2755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11.xml><?xml version="1.0" encoding="utf-8"?>
<dgm:dataModel xmlns:dgm="http://schemas.openxmlformats.org/drawingml/2006/diagram" xmlns:a="http://schemas.openxmlformats.org/drawingml/2006/main">
  <dgm:ptLst>
    <dgm:pt modelId="{154B0845-8D58-44C0-AF64-8E8F48D480F2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50FF815C-C808-497F-9773-F5BD1854240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Inflationary </a:t>
          </a:r>
          <a:r>
            <a:rPr lang="en-US"/>
            <a:t>fiat currency</a:t>
          </a:r>
        </a:p>
      </dgm:t>
    </dgm:pt>
    <dgm:pt modelId="{E269A21E-386B-4800-B2A5-EFFD565B4E6B}" type="parTrans" cxnId="{00B87771-51A0-4F49-885A-CE8609E48539}">
      <dgm:prSet/>
      <dgm:spPr/>
      <dgm:t>
        <a:bodyPr/>
        <a:lstStyle/>
        <a:p>
          <a:endParaRPr lang="en-US"/>
        </a:p>
      </dgm:t>
    </dgm:pt>
    <dgm:pt modelId="{395CA202-DC5A-4B49-A6CC-75AF198F6083}" type="sibTrans" cxnId="{00B87771-51A0-4F49-885A-CE8609E48539}">
      <dgm:prSet/>
      <dgm:spPr/>
      <dgm:t>
        <a:bodyPr/>
        <a:lstStyle/>
        <a:p>
          <a:endParaRPr lang="en-US"/>
        </a:p>
      </dgm:t>
    </dgm:pt>
    <dgm:pt modelId="{87356E30-A115-4990-85E2-B56B56B00FF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very difficult to</a:t>
          </a:r>
          <a:r>
            <a:rPr lang="tr-TR"/>
            <a:t> </a:t>
          </a:r>
          <a:r>
            <a:rPr lang="en-US"/>
            <a:t>enter a deflationary spiral </a:t>
          </a:r>
        </a:p>
      </dgm:t>
    </dgm:pt>
    <dgm:pt modelId="{EC9AC498-8EEC-424E-9085-72E5AB3A23EB}" type="parTrans" cxnId="{AC4CAFF5-C3FF-4C14-9249-F99E33860C67}">
      <dgm:prSet/>
      <dgm:spPr/>
      <dgm:t>
        <a:bodyPr/>
        <a:lstStyle/>
        <a:p>
          <a:endParaRPr lang="tr-TR"/>
        </a:p>
      </dgm:t>
    </dgm:pt>
    <dgm:pt modelId="{4D817C27-2EBB-4129-856D-A7CAEBA3684A}" type="sibTrans" cxnId="{AC4CAFF5-C3FF-4C14-9249-F99E33860C67}">
      <dgm:prSet/>
      <dgm:spPr/>
      <dgm:t>
        <a:bodyPr/>
        <a:lstStyle/>
        <a:p>
          <a:endParaRPr lang="tr-TR"/>
        </a:p>
      </dgm:t>
    </dgm:pt>
    <dgm:pt modelId="{087A993D-A25A-4901-9E4A-1455F0FB94B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 the possibility of unlimited printing</a:t>
          </a:r>
        </a:p>
      </dgm:t>
    </dgm:pt>
    <dgm:pt modelId="{68F39101-DFD2-4FE4-8688-A0316846CFF9}" type="parTrans" cxnId="{7834D076-49FE-4BF0-B2F7-1C5830311E76}">
      <dgm:prSet/>
      <dgm:spPr/>
      <dgm:t>
        <a:bodyPr/>
        <a:lstStyle/>
        <a:p>
          <a:endParaRPr lang="tr-TR"/>
        </a:p>
      </dgm:t>
    </dgm:pt>
    <dgm:pt modelId="{9684E28D-9A04-469C-9F29-88DCD99FDC3C}" type="sibTrans" cxnId="{7834D076-49FE-4BF0-B2F7-1C5830311E76}">
      <dgm:prSet/>
      <dgm:spPr/>
      <dgm:t>
        <a:bodyPr/>
        <a:lstStyle/>
        <a:p>
          <a:endParaRPr lang="tr-TR"/>
        </a:p>
      </dgm:t>
    </dgm:pt>
    <dgm:pt modelId="{E9EC60DF-FC58-4BBA-82F3-DA23E81E868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Still</a:t>
          </a:r>
          <a:r>
            <a:rPr lang="tr-TR"/>
            <a:t> </a:t>
          </a:r>
          <a:r>
            <a:rPr lang="tr-TR" err="1"/>
            <a:t>deflation</a:t>
          </a:r>
          <a:r>
            <a:rPr lang="tr-TR"/>
            <a:t> </a:t>
          </a:r>
          <a:r>
            <a:rPr lang="tr-TR" err="1"/>
            <a:t>possible</a:t>
          </a:r>
          <a:r>
            <a:rPr lang="tr-TR"/>
            <a:t>? </a:t>
          </a:r>
          <a:endParaRPr lang="en-US"/>
        </a:p>
      </dgm:t>
    </dgm:pt>
    <dgm:pt modelId="{ED1D29E0-7D6F-4A15-83C8-3DCB404341DC}" type="parTrans" cxnId="{B708ECFB-3F0D-4A29-96E7-478FB70A8A1B}">
      <dgm:prSet/>
      <dgm:spPr/>
      <dgm:t>
        <a:bodyPr/>
        <a:lstStyle/>
        <a:p>
          <a:endParaRPr lang="tr-TR"/>
        </a:p>
      </dgm:t>
    </dgm:pt>
    <dgm:pt modelId="{7D0BC425-4A71-4A52-B8CD-47D2C87DA859}" type="sibTrans" cxnId="{B708ECFB-3F0D-4A29-96E7-478FB70A8A1B}">
      <dgm:prSet/>
      <dgm:spPr/>
      <dgm:t>
        <a:bodyPr/>
        <a:lstStyle/>
        <a:p>
          <a:endParaRPr lang="tr-TR"/>
        </a:p>
      </dgm:t>
    </dgm:pt>
    <dgm:pt modelId="{F1E8C846-27E0-4F6C-89B4-92AE6F5F359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if</a:t>
          </a:r>
          <a:r>
            <a:rPr lang="en-US"/>
            <a:t> there is a complete collapse in demand </a:t>
          </a:r>
        </a:p>
      </dgm:t>
    </dgm:pt>
    <dgm:pt modelId="{00C7C62C-0492-48AA-B06E-D26D40AE1AEE}" type="parTrans" cxnId="{F431B073-DC36-42F7-82F8-D051AB085C7F}">
      <dgm:prSet/>
      <dgm:spPr/>
      <dgm:t>
        <a:bodyPr/>
        <a:lstStyle/>
        <a:p>
          <a:endParaRPr lang="tr-TR"/>
        </a:p>
      </dgm:t>
    </dgm:pt>
    <dgm:pt modelId="{FA7601E9-6E0A-4E6C-95DE-7206D67855B6}" type="sibTrans" cxnId="{F431B073-DC36-42F7-82F8-D051AB085C7F}">
      <dgm:prSet/>
      <dgm:spPr/>
      <dgm:t>
        <a:bodyPr/>
        <a:lstStyle/>
        <a:p>
          <a:endParaRPr lang="tr-TR"/>
        </a:p>
      </dgm:t>
    </dgm:pt>
    <dgm:pt modelId="{D0F80AFF-9592-4B33-9DFC-494F5B99522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an</a:t>
          </a:r>
          <a:r>
            <a:rPr lang="tr-TR"/>
            <a:t> unwillingness to print money</a:t>
          </a:r>
          <a:endParaRPr lang="en-US"/>
        </a:p>
      </dgm:t>
    </dgm:pt>
    <dgm:pt modelId="{F2D0EBF6-612F-47B5-9668-D535F5D20C31}" type="parTrans" cxnId="{EC8B6823-09E7-431A-BB4B-68BCD865F216}">
      <dgm:prSet/>
      <dgm:spPr/>
      <dgm:t>
        <a:bodyPr/>
        <a:lstStyle/>
        <a:p>
          <a:endParaRPr lang="tr-TR"/>
        </a:p>
      </dgm:t>
    </dgm:pt>
    <dgm:pt modelId="{F8AF6888-ED06-47B0-A3A6-77A60C2443AC}" type="sibTrans" cxnId="{EC8B6823-09E7-431A-BB4B-68BCD865F216}">
      <dgm:prSet/>
      <dgm:spPr/>
      <dgm:t>
        <a:bodyPr/>
        <a:lstStyle/>
        <a:p>
          <a:endParaRPr lang="tr-TR"/>
        </a:p>
      </dgm:t>
    </dgm:pt>
    <dgm:pt modelId="{C5507B31-5FCD-4BB3-833D-3724648232E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Deflation in bitcoin </a:t>
          </a:r>
        </a:p>
      </dgm:t>
    </dgm:pt>
    <dgm:pt modelId="{8D383283-9FCC-4436-AFF9-66F2EE3F28EF}" type="parTrans" cxnId="{5C488FA4-7ED8-424D-8886-FAA241873D60}">
      <dgm:prSet/>
      <dgm:spPr/>
      <dgm:t>
        <a:bodyPr/>
        <a:lstStyle/>
        <a:p>
          <a:endParaRPr lang="tr-TR"/>
        </a:p>
      </dgm:t>
    </dgm:pt>
    <dgm:pt modelId="{5C10A2F2-D197-4251-9D65-0DD92E50DCFD}" type="sibTrans" cxnId="{5C488FA4-7ED8-424D-8886-FAA241873D60}">
      <dgm:prSet/>
      <dgm:spPr/>
      <dgm:t>
        <a:bodyPr/>
        <a:lstStyle/>
        <a:p>
          <a:endParaRPr lang="tr-TR"/>
        </a:p>
      </dgm:t>
    </dgm:pt>
    <dgm:pt modelId="{C15BB578-A6B9-4843-A559-D663603EA75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is not caused by a collapse in</a:t>
          </a:r>
          <a:r>
            <a:rPr lang="tr-TR"/>
            <a:t> </a:t>
          </a:r>
          <a:r>
            <a:rPr lang="en-US"/>
            <a:t>demand</a:t>
          </a:r>
        </a:p>
      </dgm:t>
    </dgm:pt>
    <dgm:pt modelId="{203B2457-25DF-495E-88E4-188D73DC8668}" type="parTrans" cxnId="{5E3B58CB-4C9F-49BB-B37C-11D4D5C07448}">
      <dgm:prSet/>
      <dgm:spPr/>
      <dgm:t>
        <a:bodyPr/>
        <a:lstStyle/>
        <a:p>
          <a:endParaRPr lang="tr-TR"/>
        </a:p>
      </dgm:t>
    </dgm:pt>
    <dgm:pt modelId="{95F90C68-2071-4101-92F1-D7A35CA01809}" type="sibTrans" cxnId="{5E3B58CB-4C9F-49BB-B37C-11D4D5C07448}">
      <dgm:prSet/>
      <dgm:spPr/>
      <dgm:t>
        <a:bodyPr/>
        <a:lstStyle/>
        <a:p>
          <a:endParaRPr lang="tr-TR"/>
        </a:p>
      </dgm:t>
    </dgm:pt>
    <dgm:pt modelId="{EF498AC2-65FA-41D6-8484-88C81589676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but by a predictably constrained supply</a:t>
          </a:r>
        </a:p>
      </dgm:t>
    </dgm:pt>
    <dgm:pt modelId="{31BD7DBD-71F1-4716-9E88-6C63B78AEF60}" type="parTrans" cxnId="{155B4E95-C2D0-451B-AFF9-A1A0AB80F9E4}">
      <dgm:prSet/>
      <dgm:spPr/>
      <dgm:t>
        <a:bodyPr/>
        <a:lstStyle/>
        <a:p>
          <a:endParaRPr lang="tr-TR"/>
        </a:p>
      </dgm:t>
    </dgm:pt>
    <dgm:pt modelId="{B2E9332B-13D8-4CBD-BE79-100993036E81}" type="sibTrans" cxnId="{155B4E95-C2D0-451B-AFF9-A1A0AB80F9E4}">
      <dgm:prSet/>
      <dgm:spPr/>
      <dgm:t>
        <a:bodyPr/>
        <a:lstStyle/>
        <a:p>
          <a:endParaRPr lang="tr-TR"/>
        </a:p>
      </dgm:t>
    </dgm:pt>
    <dgm:pt modelId="{9BBA1A01-3AB0-4AF9-95D6-0C499FF44EEE}" type="pres">
      <dgm:prSet presAssocID="{154B0845-8D58-44C0-AF64-8E8F48D480F2}" presName="root" presStyleCnt="0">
        <dgm:presLayoutVars>
          <dgm:dir/>
          <dgm:resizeHandles val="exact"/>
        </dgm:presLayoutVars>
      </dgm:prSet>
      <dgm:spPr/>
    </dgm:pt>
    <dgm:pt modelId="{348F2519-849C-48D5-B1E0-4B123558DFE4}" type="pres">
      <dgm:prSet presAssocID="{50FF815C-C808-497F-9773-F5BD1854240C}" presName="compNode" presStyleCnt="0"/>
      <dgm:spPr/>
    </dgm:pt>
    <dgm:pt modelId="{4E6C9F9F-4751-403E-BC47-197F5B175C30}" type="pres">
      <dgm:prSet presAssocID="{50FF815C-C808-497F-9773-F5BD1854240C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lar"/>
        </a:ext>
      </dgm:extLst>
    </dgm:pt>
    <dgm:pt modelId="{EF7D2291-CC33-4A39-BA73-6C01CC44D821}" type="pres">
      <dgm:prSet presAssocID="{50FF815C-C808-497F-9773-F5BD1854240C}" presName="iconSpace" presStyleCnt="0"/>
      <dgm:spPr/>
    </dgm:pt>
    <dgm:pt modelId="{F13E5D94-49A3-4E72-82A4-E6E63411BA70}" type="pres">
      <dgm:prSet presAssocID="{50FF815C-C808-497F-9773-F5BD1854240C}" presName="parTx" presStyleLbl="revTx" presStyleIdx="0" presStyleCnt="6">
        <dgm:presLayoutVars>
          <dgm:chMax val="0"/>
          <dgm:chPref val="0"/>
        </dgm:presLayoutVars>
      </dgm:prSet>
      <dgm:spPr/>
    </dgm:pt>
    <dgm:pt modelId="{CA8533DA-405F-41DA-ACA0-589C2E690C7E}" type="pres">
      <dgm:prSet presAssocID="{50FF815C-C808-497F-9773-F5BD1854240C}" presName="txSpace" presStyleCnt="0"/>
      <dgm:spPr/>
    </dgm:pt>
    <dgm:pt modelId="{E8CFFCA9-8643-4055-8557-C7CDD260B9E1}" type="pres">
      <dgm:prSet presAssocID="{50FF815C-C808-497F-9773-F5BD1854240C}" presName="desTx" presStyleLbl="revTx" presStyleIdx="1" presStyleCnt="6">
        <dgm:presLayoutVars/>
      </dgm:prSet>
      <dgm:spPr/>
    </dgm:pt>
    <dgm:pt modelId="{DAF95A46-8116-42A2-89D3-AA2B1243D0B3}" type="pres">
      <dgm:prSet presAssocID="{395CA202-DC5A-4B49-A6CC-75AF198F6083}" presName="sibTrans" presStyleCnt="0"/>
      <dgm:spPr/>
    </dgm:pt>
    <dgm:pt modelId="{762F43FF-1515-4AC5-841E-5555473B5FAA}" type="pres">
      <dgm:prSet presAssocID="{E9EC60DF-FC58-4BBA-82F3-DA23E81E868F}" presName="compNode" presStyleCnt="0"/>
      <dgm:spPr/>
    </dgm:pt>
    <dgm:pt modelId="{03AC48B3-BD28-44B8-B3C3-E8FA719490DF}" type="pres">
      <dgm:prSet presAssocID="{E9EC60DF-FC58-4BBA-82F3-DA23E81E868F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Downward trend"/>
        </a:ext>
      </dgm:extLst>
    </dgm:pt>
    <dgm:pt modelId="{3BB12422-F60A-4026-A5B2-5696289C69AE}" type="pres">
      <dgm:prSet presAssocID="{E9EC60DF-FC58-4BBA-82F3-DA23E81E868F}" presName="iconSpace" presStyleCnt="0"/>
      <dgm:spPr/>
    </dgm:pt>
    <dgm:pt modelId="{7BE21704-2C8F-4D6B-BC5F-BF08CA8C6331}" type="pres">
      <dgm:prSet presAssocID="{E9EC60DF-FC58-4BBA-82F3-DA23E81E868F}" presName="parTx" presStyleLbl="revTx" presStyleIdx="2" presStyleCnt="6">
        <dgm:presLayoutVars>
          <dgm:chMax val="0"/>
          <dgm:chPref val="0"/>
        </dgm:presLayoutVars>
      </dgm:prSet>
      <dgm:spPr/>
    </dgm:pt>
    <dgm:pt modelId="{77E57478-F05E-4641-8583-2D275E0BCFFF}" type="pres">
      <dgm:prSet presAssocID="{E9EC60DF-FC58-4BBA-82F3-DA23E81E868F}" presName="txSpace" presStyleCnt="0"/>
      <dgm:spPr/>
    </dgm:pt>
    <dgm:pt modelId="{8EAE520D-E05A-4615-BF62-B556DF51A334}" type="pres">
      <dgm:prSet presAssocID="{E9EC60DF-FC58-4BBA-82F3-DA23E81E868F}" presName="desTx" presStyleLbl="revTx" presStyleIdx="3" presStyleCnt="6">
        <dgm:presLayoutVars/>
      </dgm:prSet>
      <dgm:spPr/>
    </dgm:pt>
    <dgm:pt modelId="{3CF8E53B-5BD0-4956-9138-D73A03721734}" type="pres">
      <dgm:prSet presAssocID="{7D0BC425-4A71-4A52-B8CD-47D2C87DA859}" presName="sibTrans" presStyleCnt="0"/>
      <dgm:spPr/>
    </dgm:pt>
    <dgm:pt modelId="{E8DA3F4D-EF44-4532-B81E-A9A10E672716}" type="pres">
      <dgm:prSet presAssocID="{C5507B31-5FCD-4BB3-833D-3724648232E0}" presName="compNode" presStyleCnt="0"/>
      <dgm:spPr/>
    </dgm:pt>
    <dgm:pt modelId="{B17AA9F4-FB3E-466A-A8B3-8BC9C4C191DD}" type="pres">
      <dgm:prSet presAssocID="{C5507B31-5FCD-4BB3-833D-3724648232E0}" presName="iconRect" presStyleLbl="node1" presStyleIdx="2" presStyleCnt="3"/>
      <dgm:spPr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</dgm:pt>
    <dgm:pt modelId="{9C6DC732-A5CF-4B02-A8F9-4E8DF93FA28E}" type="pres">
      <dgm:prSet presAssocID="{C5507B31-5FCD-4BB3-833D-3724648232E0}" presName="iconSpace" presStyleCnt="0"/>
      <dgm:spPr/>
    </dgm:pt>
    <dgm:pt modelId="{1E8C2C38-0A95-492E-9D7D-938711ADB0D1}" type="pres">
      <dgm:prSet presAssocID="{C5507B31-5FCD-4BB3-833D-3724648232E0}" presName="parTx" presStyleLbl="revTx" presStyleIdx="4" presStyleCnt="6">
        <dgm:presLayoutVars>
          <dgm:chMax val="0"/>
          <dgm:chPref val="0"/>
        </dgm:presLayoutVars>
      </dgm:prSet>
      <dgm:spPr/>
    </dgm:pt>
    <dgm:pt modelId="{B7AE1272-8CB0-4BED-A827-C0095D125BE9}" type="pres">
      <dgm:prSet presAssocID="{C5507B31-5FCD-4BB3-833D-3724648232E0}" presName="txSpace" presStyleCnt="0"/>
      <dgm:spPr/>
    </dgm:pt>
    <dgm:pt modelId="{30DC1A04-4B74-4D64-8AD7-1EBC3398E9E8}" type="pres">
      <dgm:prSet presAssocID="{C5507B31-5FCD-4BB3-833D-3724648232E0}" presName="desTx" presStyleLbl="revTx" presStyleIdx="5" presStyleCnt="6">
        <dgm:presLayoutVars/>
      </dgm:prSet>
      <dgm:spPr/>
    </dgm:pt>
  </dgm:ptLst>
  <dgm:cxnLst>
    <dgm:cxn modelId="{EC8B6823-09E7-431A-BB4B-68BCD865F216}" srcId="{E9EC60DF-FC58-4BBA-82F3-DA23E81E868F}" destId="{D0F80AFF-9592-4B33-9DFC-494F5B99522C}" srcOrd="1" destOrd="0" parTransId="{F2D0EBF6-612F-47B5-9668-D535F5D20C31}" sibTransId="{F8AF6888-ED06-47B0-A3A6-77A60C2443AC}"/>
    <dgm:cxn modelId="{E79E535B-15DD-4F35-9C2B-C424D5933073}" type="presOf" srcId="{50FF815C-C808-497F-9773-F5BD1854240C}" destId="{F13E5D94-49A3-4E72-82A4-E6E63411BA70}" srcOrd="0" destOrd="0" presId="urn:microsoft.com/office/officeart/2018/5/layout/CenteredIconLabelDescriptionList"/>
    <dgm:cxn modelId="{CFAE4749-C1CC-49CF-A42A-B37F78F7E005}" type="presOf" srcId="{87356E30-A115-4990-85E2-B56B56B00FF7}" destId="{E8CFFCA9-8643-4055-8557-C7CDD260B9E1}" srcOrd="0" destOrd="0" presId="urn:microsoft.com/office/officeart/2018/5/layout/CenteredIconLabelDescriptionList"/>
    <dgm:cxn modelId="{00B87771-51A0-4F49-885A-CE8609E48539}" srcId="{154B0845-8D58-44C0-AF64-8E8F48D480F2}" destId="{50FF815C-C808-497F-9773-F5BD1854240C}" srcOrd="0" destOrd="0" parTransId="{E269A21E-386B-4800-B2A5-EFFD565B4E6B}" sibTransId="{395CA202-DC5A-4B49-A6CC-75AF198F6083}"/>
    <dgm:cxn modelId="{4BB7A473-B455-4AD8-BB79-F2E131388AFA}" type="presOf" srcId="{F1E8C846-27E0-4F6C-89B4-92AE6F5F359C}" destId="{8EAE520D-E05A-4615-BF62-B556DF51A334}" srcOrd="0" destOrd="0" presId="urn:microsoft.com/office/officeart/2018/5/layout/CenteredIconLabelDescriptionList"/>
    <dgm:cxn modelId="{F431B073-DC36-42F7-82F8-D051AB085C7F}" srcId="{E9EC60DF-FC58-4BBA-82F3-DA23E81E868F}" destId="{F1E8C846-27E0-4F6C-89B4-92AE6F5F359C}" srcOrd="0" destOrd="0" parTransId="{00C7C62C-0492-48AA-B06E-D26D40AE1AEE}" sibTransId="{FA7601E9-6E0A-4E6C-95DE-7206D67855B6}"/>
    <dgm:cxn modelId="{7834D076-49FE-4BF0-B2F7-1C5830311E76}" srcId="{50FF815C-C808-497F-9773-F5BD1854240C}" destId="{087A993D-A25A-4901-9E4A-1455F0FB94BD}" srcOrd="1" destOrd="0" parTransId="{68F39101-DFD2-4FE4-8688-A0316846CFF9}" sibTransId="{9684E28D-9A04-469C-9F29-88DCD99FDC3C}"/>
    <dgm:cxn modelId="{ABBFDA7D-0641-4BE2-9D95-8F1578480017}" type="presOf" srcId="{EF498AC2-65FA-41D6-8484-88C81589676E}" destId="{30DC1A04-4B74-4D64-8AD7-1EBC3398E9E8}" srcOrd="0" destOrd="1" presId="urn:microsoft.com/office/officeart/2018/5/layout/CenteredIconLabelDescriptionList"/>
    <dgm:cxn modelId="{283D5183-81F9-400F-8CA0-0303D125F15F}" type="presOf" srcId="{C15BB578-A6B9-4843-A559-D663603EA757}" destId="{30DC1A04-4B74-4D64-8AD7-1EBC3398E9E8}" srcOrd="0" destOrd="0" presId="urn:microsoft.com/office/officeart/2018/5/layout/CenteredIconLabelDescriptionList"/>
    <dgm:cxn modelId="{155B4E95-C2D0-451B-AFF9-A1A0AB80F9E4}" srcId="{C5507B31-5FCD-4BB3-833D-3724648232E0}" destId="{EF498AC2-65FA-41D6-8484-88C81589676E}" srcOrd="1" destOrd="0" parTransId="{31BD7DBD-71F1-4716-9E88-6C63B78AEF60}" sibTransId="{B2E9332B-13D8-4CBD-BE79-100993036E81}"/>
    <dgm:cxn modelId="{5C488FA4-7ED8-424D-8886-FAA241873D60}" srcId="{154B0845-8D58-44C0-AF64-8E8F48D480F2}" destId="{C5507B31-5FCD-4BB3-833D-3724648232E0}" srcOrd="2" destOrd="0" parTransId="{8D383283-9FCC-4436-AFF9-66F2EE3F28EF}" sibTransId="{5C10A2F2-D197-4251-9D65-0DD92E50DCFD}"/>
    <dgm:cxn modelId="{764FB8AD-4AF6-4394-8EEF-25E227ACC088}" type="presOf" srcId="{E9EC60DF-FC58-4BBA-82F3-DA23E81E868F}" destId="{7BE21704-2C8F-4D6B-BC5F-BF08CA8C6331}" srcOrd="0" destOrd="0" presId="urn:microsoft.com/office/officeart/2018/5/layout/CenteredIconLabelDescriptionList"/>
    <dgm:cxn modelId="{A09D94C0-F99E-4E78-866A-AA5103020DCB}" type="presOf" srcId="{087A993D-A25A-4901-9E4A-1455F0FB94BD}" destId="{E8CFFCA9-8643-4055-8557-C7CDD260B9E1}" srcOrd="0" destOrd="1" presId="urn:microsoft.com/office/officeart/2018/5/layout/CenteredIconLabelDescriptionList"/>
    <dgm:cxn modelId="{5E3B58CB-4C9F-49BB-B37C-11D4D5C07448}" srcId="{C5507B31-5FCD-4BB3-833D-3724648232E0}" destId="{C15BB578-A6B9-4843-A559-D663603EA757}" srcOrd="0" destOrd="0" parTransId="{203B2457-25DF-495E-88E4-188D73DC8668}" sibTransId="{95F90C68-2071-4101-92F1-D7A35CA01809}"/>
    <dgm:cxn modelId="{2CC0B0CE-6740-4203-B615-F3F34F2F8043}" type="presOf" srcId="{154B0845-8D58-44C0-AF64-8E8F48D480F2}" destId="{9BBA1A01-3AB0-4AF9-95D6-0C499FF44EEE}" srcOrd="0" destOrd="0" presId="urn:microsoft.com/office/officeart/2018/5/layout/CenteredIconLabelDescriptionList"/>
    <dgm:cxn modelId="{95B6B1D5-28D5-4743-850B-6F5F1228C5B7}" type="presOf" srcId="{D0F80AFF-9592-4B33-9DFC-494F5B99522C}" destId="{8EAE520D-E05A-4615-BF62-B556DF51A334}" srcOrd="0" destOrd="1" presId="urn:microsoft.com/office/officeart/2018/5/layout/CenteredIconLabelDescriptionList"/>
    <dgm:cxn modelId="{672BF4E4-2500-4625-A901-517F255090F2}" type="presOf" srcId="{C5507B31-5FCD-4BB3-833D-3724648232E0}" destId="{1E8C2C38-0A95-492E-9D7D-938711ADB0D1}" srcOrd="0" destOrd="0" presId="urn:microsoft.com/office/officeart/2018/5/layout/CenteredIconLabelDescriptionList"/>
    <dgm:cxn modelId="{AC4CAFF5-C3FF-4C14-9249-F99E33860C67}" srcId="{50FF815C-C808-497F-9773-F5BD1854240C}" destId="{87356E30-A115-4990-85E2-B56B56B00FF7}" srcOrd="0" destOrd="0" parTransId="{EC9AC498-8EEC-424E-9085-72E5AB3A23EB}" sibTransId="{4D817C27-2EBB-4129-856D-A7CAEBA3684A}"/>
    <dgm:cxn modelId="{B708ECFB-3F0D-4A29-96E7-478FB70A8A1B}" srcId="{154B0845-8D58-44C0-AF64-8E8F48D480F2}" destId="{E9EC60DF-FC58-4BBA-82F3-DA23E81E868F}" srcOrd="1" destOrd="0" parTransId="{ED1D29E0-7D6F-4A15-83C8-3DCB404341DC}" sibTransId="{7D0BC425-4A71-4A52-B8CD-47D2C87DA859}"/>
    <dgm:cxn modelId="{45421776-70F9-4847-A86D-0BE33E2D23EE}" type="presParOf" srcId="{9BBA1A01-3AB0-4AF9-95D6-0C499FF44EEE}" destId="{348F2519-849C-48D5-B1E0-4B123558DFE4}" srcOrd="0" destOrd="0" presId="urn:microsoft.com/office/officeart/2018/5/layout/CenteredIconLabelDescriptionList"/>
    <dgm:cxn modelId="{99C8CED9-923B-4C67-A1EB-E4BA513E47C3}" type="presParOf" srcId="{348F2519-849C-48D5-B1E0-4B123558DFE4}" destId="{4E6C9F9F-4751-403E-BC47-197F5B175C30}" srcOrd="0" destOrd="0" presId="urn:microsoft.com/office/officeart/2018/5/layout/CenteredIconLabelDescriptionList"/>
    <dgm:cxn modelId="{5E65F07F-2A9C-4B35-BBDF-631DC4966005}" type="presParOf" srcId="{348F2519-849C-48D5-B1E0-4B123558DFE4}" destId="{EF7D2291-CC33-4A39-BA73-6C01CC44D821}" srcOrd="1" destOrd="0" presId="urn:microsoft.com/office/officeart/2018/5/layout/CenteredIconLabelDescriptionList"/>
    <dgm:cxn modelId="{D3E37E9E-EFB8-46A6-BBD8-D2F8DC2FF340}" type="presParOf" srcId="{348F2519-849C-48D5-B1E0-4B123558DFE4}" destId="{F13E5D94-49A3-4E72-82A4-E6E63411BA70}" srcOrd="2" destOrd="0" presId="urn:microsoft.com/office/officeart/2018/5/layout/CenteredIconLabelDescriptionList"/>
    <dgm:cxn modelId="{D7CFD0F1-A8CE-4930-BA9B-225F18E5AC43}" type="presParOf" srcId="{348F2519-849C-48D5-B1E0-4B123558DFE4}" destId="{CA8533DA-405F-41DA-ACA0-589C2E690C7E}" srcOrd="3" destOrd="0" presId="urn:microsoft.com/office/officeart/2018/5/layout/CenteredIconLabelDescriptionList"/>
    <dgm:cxn modelId="{68651CDE-D94D-4889-ACCA-0F8E7C0DD197}" type="presParOf" srcId="{348F2519-849C-48D5-B1E0-4B123558DFE4}" destId="{E8CFFCA9-8643-4055-8557-C7CDD260B9E1}" srcOrd="4" destOrd="0" presId="urn:microsoft.com/office/officeart/2018/5/layout/CenteredIconLabelDescriptionList"/>
    <dgm:cxn modelId="{B8F443C0-CB4D-403C-A034-0CAEED73923D}" type="presParOf" srcId="{9BBA1A01-3AB0-4AF9-95D6-0C499FF44EEE}" destId="{DAF95A46-8116-42A2-89D3-AA2B1243D0B3}" srcOrd="1" destOrd="0" presId="urn:microsoft.com/office/officeart/2018/5/layout/CenteredIconLabelDescriptionList"/>
    <dgm:cxn modelId="{A514DD50-C988-4D58-865A-7D68D9E903E6}" type="presParOf" srcId="{9BBA1A01-3AB0-4AF9-95D6-0C499FF44EEE}" destId="{762F43FF-1515-4AC5-841E-5555473B5FAA}" srcOrd="2" destOrd="0" presId="urn:microsoft.com/office/officeart/2018/5/layout/CenteredIconLabelDescriptionList"/>
    <dgm:cxn modelId="{E3BEE8CE-A586-4C65-A2D7-C8A12529D807}" type="presParOf" srcId="{762F43FF-1515-4AC5-841E-5555473B5FAA}" destId="{03AC48B3-BD28-44B8-B3C3-E8FA719490DF}" srcOrd="0" destOrd="0" presId="urn:microsoft.com/office/officeart/2018/5/layout/CenteredIconLabelDescriptionList"/>
    <dgm:cxn modelId="{55C6AB42-8B07-43E0-988C-A0F5609F5379}" type="presParOf" srcId="{762F43FF-1515-4AC5-841E-5555473B5FAA}" destId="{3BB12422-F60A-4026-A5B2-5696289C69AE}" srcOrd="1" destOrd="0" presId="urn:microsoft.com/office/officeart/2018/5/layout/CenteredIconLabelDescriptionList"/>
    <dgm:cxn modelId="{7F8419B9-1E41-42F6-9A02-7D75F3FFAC4A}" type="presParOf" srcId="{762F43FF-1515-4AC5-841E-5555473B5FAA}" destId="{7BE21704-2C8F-4D6B-BC5F-BF08CA8C6331}" srcOrd="2" destOrd="0" presId="urn:microsoft.com/office/officeart/2018/5/layout/CenteredIconLabelDescriptionList"/>
    <dgm:cxn modelId="{6D11386F-E029-49B2-8266-C7EDD14F302F}" type="presParOf" srcId="{762F43FF-1515-4AC5-841E-5555473B5FAA}" destId="{77E57478-F05E-4641-8583-2D275E0BCFFF}" srcOrd="3" destOrd="0" presId="urn:microsoft.com/office/officeart/2018/5/layout/CenteredIconLabelDescriptionList"/>
    <dgm:cxn modelId="{B0397147-3E7F-4254-932D-46D53275F682}" type="presParOf" srcId="{762F43FF-1515-4AC5-841E-5555473B5FAA}" destId="{8EAE520D-E05A-4615-BF62-B556DF51A334}" srcOrd="4" destOrd="0" presId="urn:microsoft.com/office/officeart/2018/5/layout/CenteredIconLabelDescriptionList"/>
    <dgm:cxn modelId="{3D65419B-E5BB-4922-829F-2CDB677CAD7B}" type="presParOf" srcId="{9BBA1A01-3AB0-4AF9-95D6-0C499FF44EEE}" destId="{3CF8E53B-5BD0-4956-9138-D73A03721734}" srcOrd="3" destOrd="0" presId="urn:microsoft.com/office/officeart/2018/5/layout/CenteredIconLabelDescriptionList"/>
    <dgm:cxn modelId="{5B95B8A7-659A-409A-96DB-F050621D0633}" type="presParOf" srcId="{9BBA1A01-3AB0-4AF9-95D6-0C499FF44EEE}" destId="{E8DA3F4D-EF44-4532-B81E-A9A10E672716}" srcOrd="4" destOrd="0" presId="urn:microsoft.com/office/officeart/2018/5/layout/CenteredIconLabelDescriptionList"/>
    <dgm:cxn modelId="{C173B526-2231-4426-AB65-03CA7EEEECDF}" type="presParOf" srcId="{E8DA3F4D-EF44-4532-B81E-A9A10E672716}" destId="{B17AA9F4-FB3E-466A-A8B3-8BC9C4C191DD}" srcOrd="0" destOrd="0" presId="urn:microsoft.com/office/officeart/2018/5/layout/CenteredIconLabelDescriptionList"/>
    <dgm:cxn modelId="{03D5588E-D091-48CC-BAE5-08CEECD51EF4}" type="presParOf" srcId="{E8DA3F4D-EF44-4532-B81E-A9A10E672716}" destId="{9C6DC732-A5CF-4B02-A8F9-4E8DF93FA28E}" srcOrd="1" destOrd="0" presId="urn:microsoft.com/office/officeart/2018/5/layout/CenteredIconLabelDescriptionList"/>
    <dgm:cxn modelId="{9BB8ACD5-B138-4791-A55C-49212DAF1DDC}" type="presParOf" srcId="{E8DA3F4D-EF44-4532-B81E-A9A10E672716}" destId="{1E8C2C38-0A95-492E-9D7D-938711ADB0D1}" srcOrd="2" destOrd="0" presId="urn:microsoft.com/office/officeart/2018/5/layout/CenteredIconLabelDescriptionList"/>
    <dgm:cxn modelId="{EC8B9A2A-10C1-4255-B3B5-129DD5CBF561}" type="presParOf" srcId="{E8DA3F4D-EF44-4532-B81E-A9A10E672716}" destId="{B7AE1272-8CB0-4BED-A827-C0095D125BE9}" srcOrd="3" destOrd="0" presId="urn:microsoft.com/office/officeart/2018/5/layout/CenteredIconLabelDescriptionList"/>
    <dgm:cxn modelId="{782EC39A-0D27-4526-849A-B91226D8DB8D}" type="presParOf" srcId="{E8DA3F4D-EF44-4532-B81E-A9A10E672716}" destId="{30DC1A04-4B74-4D64-8AD7-1EBC3398E9E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12.xml><?xml version="1.0" encoding="utf-8"?>
<dgm:dataModel xmlns:dgm="http://schemas.openxmlformats.org/drawingml/2006/diagram" xmlns:a="http://schemas.openxmlformats.org/drawingml/2006/main">
  <dgm:ptLst>
    <dgm:pt modelId="{154B0845-8D58-44C0-AF64-8E8F48D480F2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50FF815C-C808-497F-9773-F5BD1854240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Inflation</a:t>
          </a:r>
          <a:r>
            <a:rPr lang="tr-TR" dirty="0"/>
            <a:t>: </a:t>
          </a:r>
          <a:r>
            <a:rPr lang="tr-TR" dirty="0" err="1"/>
            <a:t>Hidden</a:t>
          </a:r>
          <a:r>
            <a:rPr lang="tr-TR" dirty="0"/>
            <a:t> </a:t>
          </a:r>
          <a:r>
            <a:rPr lang="tr-TR" dirty="0" err="1"/>
            <a:t>taxation</a:t>
          </a:r>
          <a:endParaRPr lang="en-US" dirty="0"/>
        </a:p>
      </dgm:t>
    </dgm:pt>
    <dgm:pt modelId="{E269A21E-386B-4800-B2A5-EFFD565B4E6B}" type="parTrans" cxnId="{00B87771-51A0-4F49-885A-CE8609E48539}">
      <dgm:prSet/>
      <dgm:spPr/>
      <dgm:t>
        <a:bodyPr/>
        <a:lstStyle/>
        <a:p>
          <a:endParaRPr lang="en-US"/>
        </a:p>
      </dgm:t>
    </dgm:pt>
    <dgm:pt modelId="{395CA202-DC5A-4B49-A6CC-75AF198F6083}" type="sibTrans" cxnId="{00B87771-51A0-4F49-885A-CE8609E48539}">
      <dgm:prSet/>
      <dgm:spPr/>
      <dgm:t>
        <a:bodyPr/>
        <a:lstStyle/>
        <a:p>
          <a:endParaRPr lang="en-US"/>
        </a:p>
      </dgm:t>
    </dgm:pt>
    <dgm:pt modelId="{FCBC1839-478B-44CA-923B-A1A517E345D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Inflation</a:t>
          </a:r>
          <a:r>
            <a:rPr lang="tr-TR" dirty="0"/>
            <a:t> </a:t>
          </a:r>
          <a:r>
            <a:rPr lang="en-US" dirty="0"/>
            <a:t>causes</a:t>
          </a:r>
          <a:r>
            <a:rPr lang="tr-TR" dirty="0"/>
            <a:t> </a:t>
          </a:r>
          <a:r>
            <a:rPr lang="en-US" dirty="0"/>
            <a:t>a slow but inevitable debasement of currency </a:t>
          </a:r>
        </a:p>
      </dgm:t>
    </dgm:pt>
    <dgm:pt modelId="{A420C2A4-E2A1-42F8-89F5-4C3462DBC31A}" type="parTrans" cxnId="{13C75DEF-DDE0-4D37-8329-6BD06F762909}">
      <dgm:prSet/>
      <dgm:spPr/>
      <dgm:t>
        <a:bodyPr/>
        <a:lstStyle/>
        <a:p>
          <a:endParaRPr lang="tr-TR"/>
        </a:p>
      </dgm:t>
    </dgm:pt>
    <dgm:pt modelId="{E75A09B9-8743-4825-B89C-002EB9DB0BD6}" type="sibTrans" cxnId="{13C75DEF-DDE0-4D37-8329-6BD06F762909}">
      <dgm:prSet/>
      <dgm:spPr/>
      <dgm:t>
        <a:bodyPr/>
        <a:lstStyle/>
        <a:p>
          <a:endParaRPr lang="tr-TR"/>
        </a:p>
      </dgm:t>
    </dgm:pt>
    <dgm:pt modelId="{258A09F7-12D9-4B5A-AE41-707A35D6852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resulting in a form of hidden</a:t>
          </a:r>
          <a:r>
            <a:rPr lang="tr-TR"/>
            <a:t> </a:t>
          </a:r>
          <a:r>
            <a:rPr lang="en-US"/>
            <a:t>taxation </a:t>
          </a:r>
        </a:p>
      </dgm:t>
    </dgm:pt>
    <dgm:pt modelId="{606F20DB-AC14-45FC-B9DE-1F867D0C3340}" type="parTrans" cxnId="{3BB1F44B-6053-4062-95A3-68A41A7E8FDD}">
      <dgm:prSet/>
      <dgm:spPr/>
      <dgm:t>
        <a:bodyPr/>
        <a:lstStyle/>
        <a:p>
          <a:endParaRPr lang="tr-TR"/>
        </a:p>
      </dgm:t>
    </dgm:pt>
    <dgm:pt modelId="{B367C0CB-9C1D-4681-B543-EA6DB6160362}" type="sibTrans" cxnId="{3BB1F44B-6053-4062-95A3-68A41A7E8FDD}">
      <dgm:prSet/>
      <dgm:spPr/>
      <dgm:t>
        <a:bodyPr/>
        <a:lstStyle/>
        <a:p>
          <a:endParaRPr lang="tr-TR"/>
        </a:p>
      </dgm:t>
    </dgm:pt>
    <dgm:pt modelId="{F18B4634-ECBE-4510-8687-7D914B8830D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Inflation</a:t>
          </a:r>
          <a:r>
            <a:rPr lang="tr-TR" dirty="0"/>
            <a:t>: </a:t>
          </a:r>
          <a:r>
            <a:rPr lang="tr-TR" dirty="0" err="1"/>
            <a:t>savers</a:t>
          </a:r>
          <a:r>
            <a:rPr lang="tr-TR" dirty="0"/>
            <a:t> </a:t>
          </a:r>
          <a:r>
            <a:rPr lang="en-US" dirty="0"/>
            <a:t>punish</a:t>
          </a:r>
          <a:r>
            <a:rPr lang="tr-TR" dirty="0" err="1"/>
            <a:t>ment</a:t>
          </a:r>
          <a:r>
            <a:rPr lang="en-US" dirty="0"/>
            <a:t> </a:t>
          </a:r>
        </a:p>
      </dgm:t>
    </dgm:pt>
    <dgm:pt modelId="{76795500-C0E0-42B6-81B2-132D507B03A9}" type="parTrans" cxnId="{6173FAF6-9077-49BF-AEE9-29D740D78D93}">
      <dgm:prSet/>
      <dgm:spPr/>
      <dgm:t>
        <a:bodyPr/>
        <a:lstStyle/>
        <a:p>
          <a:endParaRPr lang="tr-TR"/>
        </a:p>
      </dgm:t>
    </dgm:pt>
    <dgm:pt modelId="{941DFB69-F7D7-431A-8254-D3C329ADF175}" type="sibTrans" cxnId="{6173FAF6-9077-49BF-AEE9-29D740D78D93}">
      <dgm:prSet/>
      <dgm:spPr/>
      <dgm:t>
        <a:bodyPr/>
        <a:lstStyle/>
        <a:p>
          <a:endParaRPr lang="tr-TR"/>
        </a:p>
      </dgm:t>
    </dgm:pt>
    <dgm:pt modelId="{18767D1F-3B57-4739-9CEC-A757F8B6090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bail out debtors </a:t>
          </a:r>
        </a:p>
      </dgm:t>
    </dgm:pt>
    <dgm:pt modelId="{59814145-2AAB-406A-942D-E895455B2B0B}" type="parTrans" cxnId="{FEE27D4C-0BE4-4938-B90D-32F998ED4DE0}">
      <dgm:prSet/>
      <dgm:spPr/>
      <dgm:t>
        <a:bodyPr/>
        <a:lstStyle/>
        <a:p>
          <a:endParaRPr lang="tr-TR"/>
        </a:p>
      </dgm:t>
    </dgm:pt>
    <dgm:pt modelId="{A64D7C93-570A-4F68-B137-F561CD77A65E}" type="sibTrans" cxnId="{FEE27D4C-0BE4-4938-B90D-32F998ED4DE0}">
      <dgm:prSet/>
      <dgm:spPr/>
      <dgm:t>
        <a:bodyPr/>
        <a:lstStyle/>
        <a:p>
          <a:endParaRPr lang="tr-TR"/>
        </a:p>
      </dgm:t>
    </dgm:pt>
    <dgm:pt modelId="{46CEBD58-EA5E-4239-88D9-051D0BA6463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including the biggest</a:t>
          </a:r>
          <a:r>
            <a:rPr lang="tr-TR" dirty="0"/>
            <a:t> </a:t>
          </a:r>
          <a:r>
            <a:rPr lang="en-US" dirty="0"/>
            <a:t>debtors</a:t>
          </a:r>
          <a:r>
            <a:rPr lang="tr-TR" dirty="0"/>
            <a:t>:</a:t>
          </a:r>
          <a:r>
            <a:rPr lang="en-US" dirty="0"/>
            <a:t> governments themselves</a:t>
          </a:r>
        </a:p>
      </dgm:t>
    </dgm:pt>
    <dgm:pt modelId="{9FB203BE-5E17-441F-A0C8-117913C1E98C}" type="parTrans" cxnId="{3A3FEA38-1619-4018-8037-B28CAAB49219}">
      <dgm:prSet/>
      <dgm:spPr/>
      <dgm:t>
        <a:bodyPr/>
        <a:lstStyle/>
        <a:p>
          <a:endParaRPr lang="tr-TR"/>
        </a:p>
      </dgm:t>
    </dgm:pt>
    <dgm:pt modelId="{178B8FC2-0D4C-43E7-B11A-9FFDA13BAC35}" type="sibTrans" cxnId="{3A3FEA38-1619-4018-8037-B28CAAB49219}">
      <dgm:prSet/>
      <dgm:spPr/>
      <dgm:t>
        <a:bodyPr/>
        <a:lstStyle/>
        <a:p>
          <a:endParaRPr lang="tr-TR"/>
        </a:p>
      </dgm:t>
    </dgm:pt>
    <dgm:pt modelId="{B1C5A6BE-AC93-4BE5-94D7-07A59F957D1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Moral hazard</a:t>
          </a:r>
          <a:endParaRPr lang="en-US"/>
        </a:p>
      </dgm:t>
    </dgm:pt>
    <dgm:pt modelId="{B5B43EC8-D690-4B4D-8CB4-4FB1D73EDBF5}" type="parTrans" cxnId="{99444D27-1D72-4904-9107-88838595D835}">
      <dgm:prSet/>
      <dgm:spPr/>
      <dgm:t>
        <a:bodyPr/>
        <a:lstStyle/>
        <a:p>
          <a:endParaRPr lang="tr-TR"/>
        </a:p>
      </dgm:t>
    </dgm:pt>
    <dgm:pt modelId="{5D5B6FDC-5733-4BEF-A769-8264C5A72D4C}" type="sibTrans" cxnId="{99444D27-1D72-4904-9107-88838595D835}">
      <dgm:prSet/>
      <dgm:spPr/>
      <dgm:t>
        <a:bodyPr/>
        <a:lstStyle/>
        <a:p>
          <a:endParaRPr lang="tr-TR"/>
        </a:p>
      </dgm:t>
    </dgm:pt>
    <dgm:pt modelId="{ABDF72BD-0117-4CB6-A80A-0A959CAAE2F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Currencies under government control</a:t>
          </a:r>
        </a:p>
      </dgm:t>
    </dgm:pt>
    <dgm:pt modelId="{358AD5C4-A509-4A5B-9C47-26E0F5892392}" type="parTrans" cxnId="{4E297D28-23D0-4B94-9799-ACA45ACA5A16}">
      <dgm:prSet/>
      <dgm:spPr/>
      <dgm:t>
        <a:bodyPr/>
        <a:lstStyle/>
        <a:p>
          <a:endParaRPr lang="tr-TR"/>
        </a:p>
      </dgm:t>
    </dgm:pt>
    <dgm:pt modelId="{E23C0556-55AD-4639-8EF6-3FD0E00A9B1A}" type="sibTrans" cxnId="{4E297D28-23D0-4B94-9799-ACA45ACA5A16}">
      <dgm:prSet/>
      <dgm:spPr/>
      <dgm:t>
        <a:bodyPr/>
        <a:lstStyle/>
        <a:p>
          <a:endParaRPr lang="tr-TR"/>
        </a:p>
      </dgm:t>
    </dgm:pt>
    <dgm:pt modelId="{CFB75F1E-7A0C-4647-A2A8-C0E12E6626D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can later be erased through debasement at</a:t>
          </a:r>
          <a:r>
            <a:rPr lang="tr-TR"/>
            <a:t> </a:t>
          </a:r>
          <a:r>
            <a:rPr lang="tr-TR" err="1"/>
            <a:t>the</a:t>
          </a:r>
          <a:r>
            <a:rPr lang="tr-TR"/>
            <a:t> </a:t>
          </a:r>
          <a:r>
            <a:rPr lang="tr-TR" err="1"/>
            <a:t>expense</a:t>
          </a:r>
          <a:r>
            <a:rPr lang="tr-TR"/>
            <a:t> of </a:t>
          </a:r>
          <a:r>
            <a:rPr lang="tr-TR" err="1"/>
            <a:t>savers</a:t>
          </a:r>
          <a:r>
            <a:rPr lang="tr-TR"/>
            <a:t>.</a:t>
          </a:r>
          <a:endParaRPr lang="en-US"/>
        </a:p>
      </dgm:t>
    </dgm:pt>
    <dgm:pt modelId="{932E5E9E-286F-4AE7-84CC-797CCC87E80F}" type="parTrans" cxnId="{A65C058B-3307-4291-83C6-BB00A0BABB12}">
      <dgm:prSet/>
      <dgm:spPr/>
      <dgm:t>
        <a:bodyPr/>
        <a:lstStyle/>
        <a:p>
          <a:endParaRPr lang="tr-TR"/>
        </a:p>
      </dgm:t>
    </dgm:pt>
    <dgm:pt modelId="{35F16286-7CAD-41BB-8629-E2AFF0E7036E}" type="sibTrans" cxnId="{A65C058B-3307-4291-83C6-BB00A0BABB12}">
      <dgm:prSet/>
      <dgm:spPr/>
      <dgm:t>
        <a:bodyPr/>
        <a:lstStyle/>
        <a:p>
          <a:endParaRPr lang="tr-TR"/>
        </a:p>
      </dgm:t>
    </dgm:pt>
    <dgm:pt modelId="{486DE91F-9AE0-416E-8174-0EC68EAE693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suffer </a:t>
          </a:r>
          <a:r>
            <a:rPr lang="tr-TR" dirty="0"/>
            <a:t> </a:t>
          </a:r>
          <a:r>
            <a:rPr lang="en-US" dirty="0"/>
            <a:t>from</a:t>
          </a:r>
          <a:r>
            <a:rPr lang="tr-TR" dirty="0"/>
            <a:t> </a:t>
          </a:r>
          <a:r>
            <a:rPr lang="en-US" dirty="0"/>
            <a:t>the moral hazard of easy debt issuance</a:t>
          </a:r>
        </a:p>
      </dgm:t>
    </dgm:pt>
    <dgm:pt modelId="{FD2CEEEF-0B92-46E4-B288-E15C5B3B2C32}" type="parTrans" cxnId="{27630BF0-A1C7-4531-8A01-D6EF1AD7F1A6}">
      <dgm:prSet/>
      <dgm:spPr/>
      <dgm:t>
        <a:bodyPr/>
        <a:lstStyle/>
        <a:p>
          <a:endParaRPr lang="en-US"/>
        </a:p>
      </dgm:t>
    </dgm:pt>
    <dgm:pt modelId="{19EA892E-2F8D-45B4-BB57-0ADDBF8E545D}" type="sibTrans" cxnId="{27630BF0-A1C7-4531-8A01-D6EF1AD7F1A6}">
      <dgm:prSet/>
      <dgm:spPr/>
      <dgm:t>
        <a:bodyPr/>
        <a:lstStyle/>
        <a:p>
          <a:endParaRPr lang="en-US"/>
        </a:p>
      </dgm:t>
    </dgm:pt>
    <dgm:pt modelId="{9BBA1A01-3AB0-4AF9-95D6-0C499FF44EEE}" type="pres">
      <dgm:prSet presAssocID="{154B0845-8D58-44C0-AF64-8E8F48D480F2}" presName="root" presStyleCnt="0">
        <dgm:presLayoutVars>
          <dgm:dir/>
          <dgm:resizeHandles val="exact"/>
        </dgm:presLayoutVars>
      </dgm:prSet>
      <dgm:spPr/>
    </dgm:pt>
    <dgm:pt modelId="{348F2519-849C-48D5-B1E0-4B123558DFE4}" type="pres">
      <dgm:prSet presAssocID="{50FF815C-C808-497F-9773-F5BD1854240C}" presName="compNode" presStyleCnt="0"/>
      <dgm:spPr/>
    </dgm:pt>
    <dgm:pt modelId="{4E6C9F9F-4751-403E-BC47-197F5B175C30}" type="pres">
      <dgm:prSet presAssocID="{50FF815C-C808-497F-9773-F5BD1854240C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oins"/>
        </a:ext>
      </dgm:extLst>
    </dgm:pt>
    <dgm:pt modelId="{EF7D2291-CC33-4A39-BA73-6C01CC44D821}" type="pres">
      <dgm:prSet presAssocID="{50FF815C-C808-497F-9773-F5BD1854240C}" presName="iconSpace" presStyleCnt="0"/>
      <dgm:spPr/>
    </dgm:pt>
    <dgm:pt modelId="{F13E5D94-49A3-4E72-82A4-E6E63411BA70}" type="pres">
      <dgm:prSet presAssocID="{50FF815C-C808-497F-9773-F5BD1854240C}" presName="parTx" presStyleLbl="revTx" presStyleIdx="0" presStyleCnt="6">
        <dgm:presLayoutVars>
          <dgm:chMax val="0"/>
          <dgm:chPref val="0"/>
        </dgm:presLayoutVars>
      </dgm:prSet>
      <dgm:spPr/>
    </dgm:pt>
    <dgm:pt modelId="{CA8533DA-405F-41DA-ACA0-589C2E690C7E}" type="pres">
      <dgm:prSet presAssocID="{50FF815C-C808-497F-9773-F5BD1854240C}" presName="txSpace" presStyleCnt="0"/>
      <dgm:spPr/>
    </dgm:pt>
    <dgm:pt modelId="{E8CFFCA9-8643-4055-8557-C7CDD260B9E1}" type="pres">
      <dgm:prSet presAssocID="{50FF815C-C808-497F-9773-F5BD1854240C}" presName="desTx" presStyleLbl="revTx" presStyleIdx="1" presStyleCnt="6">
        <dgm:presLayoutVars/>
      </dgm:prSet>
      <dgm:spPr/>
    </dgm:pt>
    <dgm:pt modelId="{DAF95A46-8116-42A2-89D3-AA2B1243D0B3}" type="pres">
      <dgm:prSet presAssocID="{395CA202-DC5A-4B49-A6CC-75AF198F6083}" presName="sibTrans" presStyleCnt="0"/>
      <dgm:spPr/>
    </dgm:pt>
    <dgm:pt modelId="{0CE877DE-DC27-481E-A890-CEEB95CDA2FC}" type="pres">
      <dgm:prSet presAssocID="{F18B4634-ECBE-4510-8687-7D914B8830D6}" presName="compNode" presStyleCnt="0"/>
      <dgm:spPr/>
    </dgm:pt>
    <dgm:pt modelId="{C65D0A52-327E-41D1-B184-ADDF5C6A02AB}" type="pres">
      <dgm:prSet presAssocID="{F18B4634-ECBE-4510-8687-7D914B8830D6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Bar Graph with Upward Trend"/>
        </a:ext>
      </dgm:extLst>
    </dgm:pt>
    <dgm:pt modelId="{D7B18991-B45B-4BB0-89DE-1D38624CE834}" type="pres">
      <dgm:prSet presAssocID="{F18B4634-ECBE-4510-8687-7D914B8830D6}" presName="iconSpace" presStyleCnt="0"/>
      <dgm:spPr/>
    </dgm:pt>
    <dgm:pt modelId="{86D876D8-1C30-4061-8A6B-DC5DD4C52D5C}" type="pres">
      <dgm:prSet presAssocID="{F18B4634-ECBE-4510-8687-7D914B8830D6}" presName="parTx" presStyleLbl="revTx" presStyleIdx="2" presStyleCnt="6">
        <dgm:presLayoutVars>
          <dgm:chMax val="0"/>
          <dgm:chPref val="0"/>
        </dgm:presLayoutVars>
      </dgm:prSet>
      <dgm:spPr/>
    </dgm:pt>
    <dgm:pt modelId="{C533588F-2ECA-458A-B0A5-11439C74A243}" type="pres">
      <dgm:prSet presAssocID="{F18B4634-ECBE-4510-8687-7D914B8830D6}" presName="txSpace" presStyleCnt="0"/>
      <dgm:spPr/>
    </dgm:pt>
    <dgm:pt modelId="{E9A28B5A-5204-42AA-B333-B92637FB1D28}" type="pres">
      <dgm:prSet presAssocID="{F18B4634-ECBE-4510-8687-7D914B8830D6}" presName="desTx" presStyleLbl="revTx" presStyleIdx="3" presStyleCnt="6">
        <dgm:presLayoutVars/>
      </dgm:prSet>
      <dgm:spPr/>
    </dgm:pt>
    <dgm:pt modelId="{29D651D6-11FB-4B15-B50C-A1D1B94040BD}" type="pres">
      <dgm:prSet presAssocID="{941DFB69-F7D7-431A-8254-D3C329ADF175}" presName="sibTrans" presStyleCnt="0"/>
      <dgm:spPr/>
    </dgm:pt>
    <dgm:pt modelId="{1EE227A4-E261-4CC3-BADE-6C615D352FF4}" type="pres">
      <dgm:prSet presAssocID="{B1C5A6BE-AC93-4BE5-94D7-07A59F957D1E}" presName="compNode" presStyleCnt="0"/>
      <dgm:spPr/>
    </dgm:pt>
    <dgm:pt modelId="{829897D8-8E54-45A6-AB7F-64504A686897}" type="pres">
      <dgm:prSet presAssocID="{B1C5A6BE-AC93-4BE5-94D7-07A59F957D1E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Scales of Justice"/>
        </a:ext>
      </dgm:extLst>
    </dgm:pt>
    <dgm:pt modelId="{E688906D-5492-42A8-B361-5D73BB2448E1}" type="pres">
      <dgm:prSet presAssocID="{B1C5A6BE-AC93-4BE5-94D7-07A59F957D1E}" presName="iconSpace" presStyleCnt="0"/>
      <dgm:spPr/>
    </dgm:pt>
    <dgm:pt modelId="{56CC7172-BE5F-4E51-AAEE-881EC014AE51}" type="pres">
      <dgm:prSet presAssocID="{B1C5A6BE-AC93-4BE5-94D7-07A59F957D1E}" presName="parTx" presStyleLbl="revTx" presStyleIdx="4" presStyleCnt="6">
        <dgm:presLayoutVars>
          <dgm:chMax val="0"/>
          <dgm:chPref val="0"/>
        </dgm:presLayoutVars>
      </dgm:prSet>
      <dgm:spPr/>
    </dgm:pt>
    <dgm:pt modelId="{E45771F5-55D6-409B-8786-05BE7C09B1BD}" type="pres">
      <dgm:prSet presAssocID="{B1C5A6BE-AC93-4BE5-94D7-07A59F957D1E}" presName="txSpace" presStyleCnt="0"/>
      <dgm:spPr/>
    </dgm:pt>
    <dgm:pt modelId="{7238F0E5-EBE8-457B-9D47-6DEF3891604F}" type="pres">
      <dgm:prSet presAssocID="{B1C5A6BE-AC93-4BE5-94D7-07A59F957D1E}" presName="desTx" presStyleLbl="revTx" presStyleIdx="5" presStyleCnt="6">
        <dgm:presLayoutVars/>
      </dgm:prSet>
      <dgm:spPr/>
    </dgm:pt>
  </dgm:ptLst>
  <dgm:cxnLst>
    <dgm:cxn modelId="{7561BB12-11BF-45BD-953F-BC0BE391CBEF}" type="presOf" srcId="{B1C5A6BE-AC93-4BE5-94D7-07A59F957D1E}" destId="{56CC7172-BE5F-4E51-AAEE-881EC014AE51}" srcOrd="0" destOrd="0" presId="urn:microsoft.com/office/officeart/2018/5/layout/CenteredIconLabelDescriptionList"/>
    <dgm:cxn modelId="{7240BE20-C866-47AC-9A36-691DDA6B3D9C}" type="presOf" srcId="{ABDF72BD-0117-4CB6-A80A-0A959CAAE2FD}" destId="{7238F0E5-EBE8-457B-9D47-6DEF3891604F}" srcOrd="0" destOrd="0" presId="urn:microsoft.com/office/officeart/2018/5/layout/CenteredIconLabelDescriptionList"/>
    <dgm:cxn modelId="{99444D27-1D72-4904-9107-88838595D835}" srcId="{154B0845-8D58-44C0-AF64-8E8F48D480F2}" destId="{B1C5A6BE-AC93-4BE5-94D7-07A59F957D1E}" srcOrd="2" destOrd="0" parTransId="{B5B43EC8-D690-4B4D-8CB4-4FB1D73EDBF5}" sibTransId="{5D5B6FDC-5733-4BEF-A769-8264C5A72D4C}"/>
    <dgm:cxn modelId="{4E297D28-23D0-4B94-9799-ACA45ACA5A16}" srcId="{B1C5A6BE-AC93-4BE5-94D7-07A59F957D1E}" destId="{ABDF72BD-0117-4CB6-A80A-0A959CAAE2FD}" srcOrd="0" destOrd="0" parTransId="{358AD5C4-A509-4A5B-9C47-26E0F5892392}" sibTransId="{E23C0556-55AD-4639-8EF6-3FD0E00A9B1A}"/>
    <dgm:cxn modelId="{0ECA7534-082A-4547-B1CC-ED262BFAD0BD}" type="presOf" srcId="{258A09F7-12D9-4B5A-AE41-707A35D6852D}" destId="{E8CFFCA9-8643-4055-8557-C7CDD260B9E1}" srcOrd="0" destOrd="1" presId="urn:microsoft.com/office/officeart/2018/5/layout/CenteredIconLabelDescriptionList"/>
    <dgm:cxn modelId="{3A3FEA38-1619-4018-8037-B28CAAB49219}" srcId="{F18B4634-ECBE-4510-8687-7D914B8830D6}" destId="{46CEBD58-EA5E-4239-88D9-051D0BA6463E}" srcOrd="1" destOrd="0" parTransId="{9FB203BE-5E17-441F-A0C8-117913C1E98C}" sibTransId="{178B8FC2-0D4C-43E7-B11A-9FFDA13BAC35}"/>
    <dgm:cxn modelId="{E79E535B-15DD-4F35-9C2B-C424D5933073}" type="presOf" srcId="{50FF815C-C808-497F-9773-F5BD1854240C}" destId="{F13E5D94-49A3-4E72-82A4-E6E63411BA70}" srcOrd="0" destOrd="0" presId="urn:microsoft.com/office/officeart/2018/5/layout/CenteredIconLabelDescriptionList"/>
    <dgm:cxn modelId="{3BB1F44B-6053-4062-95A3-68A41A7E8FDD}" srcId="{50FF815C-C808-497F-9773-F5BD1854240C}" destId="{258A09F7-12D9-4B5A-AE41-707A35D6852D}" srcOrd="1" destOrd="0" parTransId="{606F20DB-AC14-45FC-B9DE-1F867D0C3340}" sibTransId="{B367C0CB-9C1D-4681-B543-EA6DB6160362}"/>
    <dgm:cxn modelId="{FEE27D4C-0BE4-4938-B90D-32F998ED4DE0}" srcId="{F18B4634-ECBE-4510-8687-7D914B8830D6}" destId="{18767D1F-3B57-4739-9CEC-A757F8B6090C}" srcOrd="0" destOrd="0" parTransId="{59814145-2AAB-406A-942D-E895455B2B0B}" sibTransId="{A64D7C93-570A-4F68-B137-F561CD77A65E}"/>
    <dgm:cxn modelId="{3B8E746E-7F38-4161-A78A-EBDE4591E15D}" type="presOf" srcId="{18767D1F-3B57-4739-9CEC-A757F8B6090C}" destId="{E9A28B5A-5204-42AA-B333-B92637FB1D28}" srcOrd="0" destOrd="0" presId="urn:microsoft.com/office/officeart/2018/5/layout/CenteredIconLabelDescriptionList"/>
    <dgm:cxn modelId="{00B87771-51A0-4F49-885A-CE8609E48539}" srcId="{154B0845-8D58-44C0-AF64-8E8F48D480F2}" destId="{50FF815C-C808-497F-9773-F5BD1854240C}" srcOrd="0" destOrd="0" parTransId="{E269A21E-386B-4800-B2A5-EFFD565B4E6B}" sibTransId="{395CA202-DC5A-4B49-A6CC-75AF198F6083}"/>
    <dgm:cxn modelId="{E5729B54-3F32-4B56-A33E-D6AD37F6FFEE}" type="presOf" srcId="{486DE91F-9AE0-416E-8174-0EC68EAE693F}" destId="{7238F0E5-EBE8-457B-9D47-6DEF3891604F}" srcOrd="0" destOrd="1" presId="urn:microsoft.com/office/officeart/2018/5/layout/CenteredIconLabelDescriptionList"/>
    <dgm:cxn modelId="{18FEE154-0EEC-4FEE-B52D-848872DA797A}" type="presOf" srcId="{F18B4634-ECBE-4510-8687-7D914B8830D6}" destId="{86D876D8-1C30-4061-8A6B-DC5DD4C52D5C}" srcOrd="0" destOrd="0" presId="urn:microsoft.com/office/officeart/2018/5/layout/CenteredIconLabelDescriptionList"/>
    <dgm:cxn modelId="{F93A1A84-A290-4B6F-B552-4BD07A122B6B}" type="presOf" srcId="{FCBC1839-478B-44CA-923B-A1A517E345D5}" destId="{E8CFFCA9-8643-4055-8557-C7CDD260B9E1}" srcOrd="0" destOrd="0" presId="urn:microsoft.com/office/officeart/2018/5/layout/CenteredIconLabelDescriptionList"/>
    <dgm:cxn modelId="{59CDD986-9066-492C-882A-39A37B29A7DD}" type="presOf" srcId="{CFB75F1E-7A0C-4647-A2A8-C0E12E6626D9}" destId="{7238F0E5-EBE8-457B-9D47-6DEF3891604F}" srcOrd="0" destOrd="2" presId="urn:microsoft.com/office/officeart/2018/5/layout/CenteredIconLabelDescriptionList"/>
    <dgm:cxn modelId="{A65C058B-3307-4291-83C6-BB00A0BABB12}" srcId="{B1C5A6BE-AC93-4BE5-94D7-07A59F957D1E}" destId="{CFB75F1E-7A0C-4647-A2A8-C0E12E6626D9}" srcOrd="2" destOrd="0" parTransId="{932E5E9E-286F-4AE7-84CC-797CCC87E80F}" sibTransId="{35F16286-7CAD-41BB-8629-E2AFF0E7036E}"/>
    <dgm:cxn modelId="{FB1BBE94-F299-4083-92CA-B32082D1C443}" type="presOf" srcId="{46CEBD58-EA5E-4239-88D9-051D0BA6463E}" destId="{E9A28B5A-5204-42AA-B333-B92637FB1D28}" srcOrd="0" destOrd="1" presId="urn:microsoft.com/office/officeart/2018/5/layout/CenteredIconLabelDescriptionList"/>
    <dgm:cxn modelId="{2CC0B0CE-6740-4203-B615-F3F34F2F8043}" type="presOf" srcId="{154B0845-8D58-44C0-AF64-8E8F48D480F2}" destId="{9BBA1A01-3AB0-4AF9-95D6-0C499FF44EEE}" srcOrd="0" destOrd="0" presId="urn:microsoft.com/office/officeart/2018/5/layout/CenteredIconLabelDescriptionList"/>
    <dgm:cxn modelId="{13C75DEF-DDE0-4D37-8329-6BD06F762909}" srcId="{50FF815C-C808-497F-9773-F5BD1854240C}" destId="{FCBC1839-478B-44CA-923B-A1A517E345D5}" srcOrd="0" destOrd="0" parTransId="{A420C2A4-E2A1-42F8-89F5-4C3462DBC31A}" sibTransId="{E75A09B9-8743-4825-B89C-002EB9DB0BD6}"/>
    <dgm:cxn modelId="{27630BF0-A1C7-4531-8A01-D6EF1AD7F1A6}" srcId="{B1C5A6BE-AC93-4BE5-94D7-07A59F957D1E}" destId="{486DE91F-9AE0-416E-8174-0EC68EAE693F}" srcOrd="1" destOrd="0" parTransId="{FD2CEEEF-0B92-46E4-B288-E15C5B3B2C32}" sibTransId="{19EA892E-2F8D-45B4-BB57-0ADDBF8E545D}"/>
    <dgm:cxn modelId="{6173FAF6-9077-49BF-AEE9-29D740D78D93}" srcId="{154B0845-8D58-44C0-AF64-8E8F48D480F2}" destId="{F18B4634-ECBE-4510-8687-7D914B8830D6}" srcOrd="1" destOrd="0" parTransId="{76795500-C0E0-42B6-81B2-132D507B03A9}" sibTransId="{941DFB69-F7D7-431A-8254-D3C329ADF175}"/>
    <dgm:cxn modelId="{45421776-70F9-4847-A86D-0BE33E2D23EE}" type="presParOf" srcId="{9BBA1A01-3AB0-4AF9-95D6-0C499FF44EEE}" destId="{348F2519-849C-48D5-B1E0-4B123558DFE4}" srcOrd="0" destOrd="0" presId="urn:microsoft.com/office/officeart/2018/5/layout/CenteredIconLabelDescriptionList"/>
    <dgm:cxn modelId="{99C8CED9-923B-4C67-A1EB-E4BA513E47C3}" type="presParOf" srcId="{348F2519-849C-48D5-B1E0-4B123558DFE4}" destId="{4E6C9F9F-4751-403E-BC47-197F5B175C30}" srcOrd="0" destOrd="0" presId="urn:microsoft.com/office/officeart/2018/5/layout/CenteredIconLabelDescriptionList"/>
    <dgm:cxn modelId="{5E65F07F-2A9C-4B35-BBDF-631DC4966005}" type="presParOf" srcId="{348F2519-849C-48D5-B1E0-4B123558DFE4}" destId="{EF7D2291-CC33-4A39-BA73-6C01CC44D821}" srcOrd="1" destOrd="0" presId="urn:microsoft.com/office/officeart/2018/5/layout/CenteredIconLabelDescriptionList"/>
    <dgm:cxn modelId="{D3E37E9E-EFB8-46A6-BBD8-D2F8DC2FF340}" type="presParOf" srcId="{348F2519-849C-48D5-B1E0-4B123558DFE4}" destId="{F13E5D94-49A3-4E72-82A4-E6E63411BA70}" srcOrd="2" destOrd="0" presId="urn:microsoft.com/office/officeart/2018/5/layout/CenteredIconLabelDescriptionList"/>
    <dgm:cxn modelId="{D7CFD0F1-A8CE-4930-BA9B-225F18E5AC43}" type="presParOf" srcId="{348F2519-849C-48D5-B1E0-4B123558DFE4}" destId="{CA8533DA-405F-41DA-ACA0-589C2E690C7E}" srcOrd="3" destOrd="0" presId="urn:microsoft.com/office/officeart/2018/5/layout/CenteredIconLabelDescriptionList"/>
    <dgm:cxn modelId="{68651CDE-D94D-4889-ACCA-0F8E7C0DD197}" type="presParOf" srcId="{348F2519-849C-48D5-B1E0-4B123558DFE4}" destId="{E8CFFCA9-8643-4055-8557-C7CDD260B9E1}" srcOrd="4" destOrd="0" presId="urn:microsoft.com/office/officeart/2018/5/layout/CenteredIconLabelDescriptionList"/>
    <dgm:cxn modelId="{B8F443C0-CB4D-403C-A034-0CAEED73923D}" type="presParOf" srcId="{9BBA1A01-3AB0-4AF9-95D6-0C499FF44EEE}" destId="{DAF95A46-8116-42A2-89D3-AA2B1243D0B3}" srcOrd="1" destOrd="0" presId="urn:microsoft.com/office/officeart/2018/5/layout/CenteredIconLabelDescriptionList"/>
    <dgm:cxn modelId="{4EFE2A3E-9834-440B-98E9-58BE29A42EA4}" type="presParOf" srcId="{9BBA1A01-3AB0-4AF9-95D6-0C499FF44EEE}" destId="{0CE877DE-DC27-481E-A890-CEEB95CDA2FC}" srcOrd="2" destOrd="0" presId="urn:microsoft.com/office/officeart/2018/5/layout/CenteredIconLabelDescriptionList"/>
    <dgm:cxn modelId="{5B6306D2-890F-4826-B255-A370A3F6125C}" type="presParOf" srcId="{0CE877DE-DC27-481E-A890-CEEB95CDA2FC}" destId="{C65D0A52-327E-41D1-B184-ADDF5C6A02AB}" srcOrd="0" destOrd="0" presId="urn:microsoft.com/office/officeart/2018/5/layout/CenteredIconLabelDescriptionList"/>
    <dgm:cxn modelId="{80F4DDF7-987A-443E-B064-75E1886A27CA}" type="presParOf" srcId="{0CE877DE-DC27-481E-A890-CEEB95CDA2FC}" destId="{D7B18991-B45B-4BB0-89DE-1D38624CE834}" srcOrd="1" destOrd="0" presId="urn:microsoft.com/office/officeart/2018/5/layout/CenteredIconLabelDescriptionList"/>
    <dgm:cxn modelId="{F5A40F42-DF95-43A2-9C5A-3DB19F337560}" type="presParOf" srcId="{0CE877DE-DC27-481E-A890-CEEB95CDA2FC}" destId="{86D876D8-1C30-4061-8A6B-DC5DD4C52D5C}" srcOrd="2" destOrd="0" presId="urn:microsoft.com/office/officeart/2018/5/layout/CenteredIconLabelDescriptionList"/>
    <dgm:cxn modelId="{B7D5782C-90C1-4C60-94AE-F08B0D4BEA99}" type="presParOf" srcId="{0CE877DE-DC27-481E-A890-CEEB95CDA2FC}" destId="{C533588F-2ECA-458A-B0A5-11439C74A243}" srcOrd="3" destOrd="0" presId="urn:microsoft.com/office/officeart/2018/5/layout/CenteredIconLabelDescriptionList"/>
    <dgm:cxn modelId="{0B71E89E-FA1C-489F-9F19-1ACBCC75767F}" type="presParOf" srcId="{0CE877DE-DC27-481E-A890-CEEB95CDA2FC}" destId="{E9A28B5A-5204-42AA-B333-B92637FB1D28}" srcOrd="4" destOrd="0" presId="urn:microsoft.com/office/officeart/2018/5/layout/CenteredIconLabelDescriptionList"/>
    <dgm:cxn modelId="{2BB2919A-26B5-4744-83CA-C885FC2DBA71}" type="presParOf" srcId="{9BBA1A01-3AB0-4AF9-95D6-0C499FF44EEE}" destId="{29D651D6-11FB-4B15-B50C-A1D1B94040BD}" srcOrd="3" destOrd="0" presId="urn:microsoft.com/office/officeart/2018/5/layout/CenteredIconLabelDescriptionList"/>
    <dgm:cxn modelId="{B1C477D4-4191-44AA-9FD0-6CF9DBE4503D}" type="presParOf" srcId="{9BBA1A01-3AB0-4AF9-95D6-0C499FF44EEE}" destId="{1EE227A4-E261-4CC3-BADE-6C615D352FF4}" srcOrd="4" destOrd="0" presId="urn:microsoft.com/office/officeart/2018/5/layout/CenteredIconLabelDescriptionList"/>
    <dgm:cxn modelId="{C2E3A57A-11A5-4C39-854C-8BDDAC860044}" type="presParOf" srcId="{1EE227A4-E261-4CC3-BADE-6C615D352FF4}" destId="{829897D8-8E54-45A6-AB7F-64504A686897}" srcOrd="0" destOrd="0" presId="urn:microsoft.com/office/officeart/2018/5/layout/CenteredIconLabelDescriptionList"/>
    <dgm:cxn modelId="{BC50F531-30D7-4745-8DC1-E51D33EEB361}" type="presParOf" srcId="{1EE227A4-E261-4CC3-BADE-6C615D352FF4}" destId="{E688906D-5492-42A8-B361-5D73BB2448E1}" srcOrd="1" destOrd="0" presId="urn:microsoft.com/office/officeart/2018/5/layout/CenteredIconLabelDescriptionList"/>
    <dgm:cxn modelId="{28741395-B07A-4DA2-A5BD-488764116B7F}" type="presParOf" srcId="{1EE227A4-E261-4CC3-BADE-6C615D352FF4}" destId="{56CC7172-BE5F-4E51-AAEE-881EC014AE51}" srcOrd="2" destOrd="0" presId="urn:microsoft.com/office/officeart/2018/5/layout/CenteredIconLabelDescriptionList"/>
    <dgm:cxn modelId="{66B4CCC0-71EA-4ED3-85F6-1F31682944CE}" type="presParOf" srcId="{1EE227A4-E261-4CC3-BADE-6C615D352FF4}" destId="{E45771F5-55D6-409B-8786-05BE7C09B1BD}" srcOrd="3" destOrd="0" presId="urn:microsoft.com/office/officeart/2018/5/layout/CenteredIconLabelDescriptionList"/>
    <dgm:cxn modelId="{F65BD879-84E4-4460-9819-17C1769BDF76}" type="presParOf" srcId="{1EE227A4-E261-4CC3-BADE-6C615D352FF4}" destId="{7238F0E5-EBE8-457B-9D47-6DEF3891604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13.xml><?xml version="1.0" encoding="utf-8"?>
<dgm:dataModel xmlns:dgm="http://schemas.openxmlformats.org/drawingml/2006/diagram" xmlns:a="http://schemas.openxmlformats.org/drawingml/2006/main">
  <dgm:ptLst>
    <dgm:pt modelId="{154B0845-8D58-44C0-AF64-8E8F48D480F2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50FF815C-C808-497F-9773-F5BD1854240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Deflation</a:t>
          </a:r>
          <a:r>
            <a:rPr lang="tr-TR"/>
            <a:t> is a problem</a:t>
          </a:r>
          <a:endParaRPr lang="en-US"/>
        </a:p>
      </dgm:t>
    </dgm:pt>
    <dgm:pt modelId="{E269A21E-386B-4800-B2A5-EFFD565B4E6B}" type="parTrans" cxnId="{00B87771-51A0-4F49-885A-CE8609E48539}">
      <dgm:prSet/>
      <dgm:spPr/>
      <dgm:t>
        <a:bodyPr/>
        <a:lstStyle/>
        <a:p>
          <a:endParaRPr lang="en-US"/>
        </a:p>
      </dgm:t>
    </dgm:pt>
    <dgm:pt modelId="{395CA202-DC5A-4B49-A6CC-75AF198F6083}" type="sibTrans" cxnId="{00B87771-51A0-4F49-885A-CE8609E48539}">
      <dgm:prSet/>
      <dgm:spPr/>
      <dgm:t>
        <a:bodyPr/>
        <a:lstStyle/>
        <a:p>
          <a:endParaRPr lang="en-US"/>
        </a:p>
      </dgm:t>
    </dgm:pt>
    <dgm:pt modelId="{46CEF87D-8CFC-4C37-8721-39D2090C6B9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Advantage</a:t>
          </a:r>
          <a:endParaRPr lang="en-US"/>
        </a:p>
      </dgm:t>
    </dgm:pt>
    <dgm:pt modelId="{1AB5F27B-E345-475D-831C-183BCFA9BF1C}" type="parTrans" cxnId="{B1043165-4F76-40D9-8742-557C2634E505}">
      <dgm:prSet/>
      <dgm:spPr/>
      <dgm:t>
        <a:bodyPr/>
        <a:lstStyle/>
        <a:p>
          <a:endParaRPr lang="tr-TR"/>
        </a:p>
      </dgm:t>
    </dgm:pt>
    <dgm:pt modelId="{9EDBA076-11DD-405B-A252-A91C70848808}" type="sibTrans" cxnId="{B1043165-4F76-40D9-8742-557C2634E505}">
      <dgm:prSet/>
      <dgm:spPr/>
      <dgm:t>
        <a:bodyPr/>
        <a:lstStyle/>
        <a:p>
          <a:endParaRPr lang="tr-TR"/>
        </a:p>
      </dgm:t>
    </dgm:pt>
    <dgm:pt modelId="{5F9F45A1-D805-4C92-A4DB-C2156AF615B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because the protection</a:t>
          </a:r>
          <a:r>
            <a:rPr lang="tr-TR"/>
            <a:t> </a:t>
          </a:r>
          <a:r>
            <a:rPr lang="en-US"/>
            <a:t>from inflation</a:t>
          </a:r>
        </a:p>
      </dgm:t>
    </dgm:pt>
    <dgm:pt modelId="{5C8735FF-04A9-4528-944C-0B06B0D622F8}" type="parTrans" cxnId="{73ED8F62-AE71-41D0-B8DF-62ECE131A139}">
      <dgm:prSet/>
      <dgm:spPr/>
      <dgm:t>
        <a:bodyPr/>
        <a:lstStyle/>
        <a:p>
          <a:endParaRPr lang="tr-TR"/>
        </a:p>
      </dgm:t>
    </dgm:pt>
    <dgm:pt modelId="{B8BE9377-99C0-4D68-8D22-3BB6C94766E2}" type="sibTrans" cxnId="{73ED8F62-AE71-41D0-B8DF-62ECE131A139}">
      <dgm:prSet/>
      <dgm:spPr/>
      <dgm:t>
        <a:bodyPr/>
        <a:lstStyle/>
        <a:p>
          <a:endParaRPr lang="tr-TR"/>
        </a:p>
      </dgm:t>
    </dgm:pt>
    <dgm:pt modelId="{26112C2C-CEA6-40EA-8147-ABD261D4370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when it is not driven</a:t>
          </a:r>
        </a:p>
      </dgm:t>
    </dgm:pt>
    <dgm:pt modelId="{32967607-46C7-4B61-8090-A5FBA9A5ECF6}" type="parTrans" cxnId="{BDEE5832-8950-42A8-9C34-C7F11B44329A}">
      <dgm:prSet/>
      <dgm:spPr/>
    </dgm:pt>
    <dgm:pt modelId="{C0B5E663-BACA-4E6C-B2C5-F39CC9D0D087}" type="sibTrans" cxnId="{BDEE5832-8950-42A8-9C34-C7F11B44329A}">
      <dgm:prSet/>
      <dgm:spPr/>
    </dgm:pt>
    <dgm:pt modelId="{27C4C2AD-77C6-4E36-BEFD-8E374234E02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by rapid economic retraction</a:t>
          </a:r>
        </a:p>
      </dgm:t>
    </dgm:pt>
    <dgm:pt modelId="{EEF82E4D-051C-43E1-9F17-2993F4C713D9}" type="parTrans" cxnId="{F4A8DA39-76B4-4586-A9BE-1EFA32B49801}">
      <dgm:prSet/>
      <dgm:spPr/>
    </dgm:pt>
    <dgm:pt modelId="{45E4D09E-D658-42BA-826F-ADABA8DABD5E}" type="sibTrans" cxnId="{F4A8DA39-76B4-4586-A9BE-1EFA32B49801}">
      <dgm:prSet/>
      <dgm:spPr/>
    </dgm:pt>
    <dgm:pt modelId="{060DC8F2-1D92-436E-859D-23FA52A4613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Reflection</a:t>
          </a:r>
          <a:endParaRPr lang="en-US"/>
        </a:p>
      </dgm:t>
    </dgm:pt>
    <dgm:pt modelId="{929C2C33-EC4D-47C4-9D63-4B252EF55404}" type="parTrans" cxnId="{8A2D0949-C1D8-45B9-AB66-C69860DA1E08}">
      <dgm:prSet/>
      <dgm:spPr/>
    </dgm:pt>
    <dgm:pt modelId="{0D8F8890-D0A6-4F28-B69B-3138F86AF09F}" type="sibTrans" cxnId="{8A2D0949-C1D8-45B9-AB66-C69860DA1E08}">
      <dgm:prSet/>
      <dgm:spPr/>
    </dgm:pt>
    <dgm:pt modelId="{9209B0FD-8E2C-4990-9AAD-D9751A39D0B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err="1"/>
            <a:t>Currency</a:t>
          </a:r>
          <a:r>
            <a:rPr lang="tr-TR"/>
            <a:t> </a:t>
          </a:r>
          <a:r>
            <a:rPr lang="tr-TR" err="1"/>
            <a:t>should</a:t>
          </a:r>
          <a:r>
            <a:rPr lang="tr-TR"/>
            <a:t> </a:t>
          </a:r>
          <a:r>
            <a:rPr lang="tr-TR" err="1"/>
            <a:t>reflect</a:t>
          </a:r>
          <a:endParaRPr lang="en-US"/>
        </a:p>
      </dgm:t>
    </dgm:pt>
    <dgm:pt modelId="{867E0D98-18CD-48A8-9FD7-B3A2897FFB04}" type="parTrans" cxnId="{1B9143C2-2E0E-479E-BEFC-F632CC550B45}">
      <dgm:prSet/>
      <dgm:spPr/>
    </dgm:pt>
    <dgm:pt modelId="{5C13E0D7-7ED0-4F1A-B768-91900B38CE16}" type="sibTrans" cxnId="{1B9143C2-2E0E-479E-BEFC-F632CC550B45}">
      <dgm:prSet/>
      <dgm:spPr/>
    </dgm:pt>
    <dgm:pt modelId="{72666C1A-66B2-43FB-91D0-6124A3DADA0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</a:t>
          </a:r>
          <a:r>
            <a:rPr lang="tr-TR" err="1"/>
            <a:t>economical</a:t>
          </a:r>
          <a:r>
            <a:rPr lang="tr-TR"/>
            <a:t> </a:t>
          </a:r>
          <a:r>
            <a:rPr lang="tr-TR" err="1"/>
            <a:t>conditions</a:t>
          </a:r>
          <a:endParaRPr lang="en-US"/>
        </a:p>
      </dgm:t>
    </dgm:pt>
    <dgm:pt modelId="{FBEF195B-2E17-454B-A706-90F74982E4AA}" type="parTrans" cxnId="{ECB92C4D-D6DD-495E-AF9A-B70D4BB557BE}">
      <dgm:prSet/>
      <dgm:spPr/>
    </dgm:pt>
    <dgm:pt modelId="{133A393A-D89C-4225-BDE5-230225811E56}" type="sibTrans" cxnId="{ECB92C4D-D6DD-495E-AF9A-B70D4BB557BE}">
      <dgm:prSet/>
      <dgm:spPr/>
    </dgm:pt>
    <dgm:pt modelId="{9BBA1A01-3AB0-4AF9-95D6-0C499FF44EEE}" type="pres">
      <dgm:prSet presAssocID="{154B0845-8D58-44C0-AF64-8E8F48D480F2}" presName="root" presStyleCnt="0">
        <dgm:presLayoutVars>
          <dgm:dir/>
          <dgm:resizeHandles val="exact"/>
        </dgm:presLayoutVars>
      </dgm:prSet>
      <dgm:spPr/>
    </dgm:pt>
    <dgm:pt modelId="{348F2519-849C-48D5-B1E0-4B123558DFE4}" type="pres">
      <dgm:prSet presAssocID="{50FF815C-C808-497F-9773-F5BD1854240C}" presName="compNode" presStyleCnt="0"/>
      <dgm:spPr/>
    </dgm:pt>
    <dgm:pt modelId="{4E6C9F9F-4751-403E-BC47-197F5B175C30}" type="pres">
      <dgm:prSet presAssocID="{50FF815C-C808-497F-9773-F5BD1854240C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r Graph with Downward Trend"/>
        </a:ext>
      </dgm:extLst>
    </dgm:pt>
    <dgm:pt modelId="{EF7D2291-CC33-4A39-BA73-6C01CC44D821}" type="pres">
      <dgm:prSet presAssocID="{50FF815C-C808-497F-9773-F5BD1854240C}" presName="iconSpace" presStyleCnt="0"/>
      <dgm:spPr/>
    </dgm:pt>
    <dgm:pt modelId="{F13E5D94-49A3-4E72-82A4-E6E63411BA70}" type="pres">
      <dgm:prSet presAssocID="{50FF815C-C808-497F-9773-F5BD1854240C}" presName="parTx" presStyleLbl="revTx" presStyleIdx="0" presStyleCnt="6">
        <dgm:presLayoutVars>
          <dgm:chMax val="0"/>
          <dgm:chPref val="0"/>
        </dgm:presLayoutVars>
      </dgm:prSet>
      <dgm:spPr/>
    </dgm:pt>
    <dgm:pt modelId="{CA8533DA-405F-41DA-ACA0-589C2E690C7E}" type="pres">
      <dgm:prSet presAssocID="{50FF815C-C808-497F-9773-F5BD1854240C}" presName="txSpace" presStyleCnt="0"/>
      <dgm:spPr/>
    </dgm:pt>
    <dgm:pt modelId="{E8CFFCA9-8643-4055-8557-C7CDD260B9E1}" type="pres">
      <dgm:prSet presAssocID="{50FF815C-C808-497F-9773-F5BD1854240C}" presName="desTx" presStyleLbl="revTx" presStyleIdx="1" presStyleCnt="6">
        <dgm:presLayoutVars/>
      </dgm:prSet>
      <dgm:spPr/>
    </dgm:pt>
    <dgm:pt modelId="{DAF95A46-8116-42A2-89D3-AA2B1243D0B3}" type="pres">
      <dgm:prSet presAssocID="{395CA202-DC5A-4B49-A6CC-75AF198F6083}" presName="sibTrans" presStyleCnt="0"/>
      <dgm:spPr/>
    </dgm:pt>
    <dgm:pt modelId="{2599A9F4-F3F3-4DD6-B54D-7A37DE8BE850}" type="pres">
      <dgm:prSet presAssocID="{46CEF87D-8CFC-4C37-8721-39D2090C6B97}" presName="compNode" presStyleCnt="0"/>
      <dgm:spPr/>
    </dgm:pt>
    <dgm:pt modelId="{6561D5CC-772C-490A-A7F4-8D1A5F32CF27}" type="pres">
      <dgm:prSet presAssocID="{46CEF87D-8CFC-4C37-8721-39D2090C6B97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Money"/>
        </a:ext>
      </dgm:extLst>
    </dgm:pt>
    <dgm:pt modelId="{12CE7157-4305-4FF8-A9DB-C23690F9CBC3}" type="pres">
      <dgm:prSet presAssocID="{46CEF87D-8CFC-4C37-8721-39D2090C6B97}" presName="iconSpace" presStyleCnt="0"/>
      <dgm:spPr/>
    </dgm:pt>
    <dgm:pt modelId="{5D5A9E87-7F69-4E9F-B49D-133637E16DFB}" type="pres">
      <dgm:prSet presAssocID="{46CEF87D-8CFC-4C37-8721-39D2090C6B97}" presName="parTx" presStyleLbl="revTx" presStyleIdx="2" presStyleCnt="6">
        <dgm:presLayoutVars>
          <dgm:chMax val="0"/>
          <dgm:chPref val="0"/>
        </dgm:presLayoutVars>
      </dgm:prSet>
      <dgm:spPr/>
    </dgm:pt>
    <dgm:pt modelId="{636E668A-E3EA-4BDD-A718-8479D33E7232}" type="pres">
      <dgm:prSet presAssocID="{46CEF87D-8CFC-4C37-8721-39D2090C6B97}" presName="txSpace" presStyleCnt="0"/>
      <dgm:spPr/>
    </dgm:pt>
    <dgm:pt modelId="{F2AF05E7-4EE5-43B1-8BEA-0CB42584F668}" type="pres">
      <dgm:prSet presAssocID="{46CEF87D-8CFC-4C37-8721-39D2090C6B97}" presName="desTx" presStyleLbl="revTx" presStyleIdx="3" presStyleCnt="6">
        <dgm:presLayoutVars/>
      </dgm:prSet>
      <dgm:spPr/>
    </dgm:pt>
    <dgm:pt modelId="{685417A6-F124-4468-9459-FE912884CAC1}" type="pres">
      <dgm:prSet presAssocID="{9EDBA076-11DD-405B-A252-A91C70848808}" presName="sibTrans" presStyleCnt="0"/>
      <dgm:spPr/>
    </dgm:pt>
    <dgm:pt modelId="{E24CE96D-12B0-49CD-9895-9A539EEADBB4}" type="pres">
      <dgm:prSet presAssocID="{060DC8F2-1D92-436E-859D-23FA52A46134}" presName="compNode" presStyleCnt="0"/>
      <dgm:spPr/>
    </dgm:pt>
    <dgm:pt modelId="{C68D78CE-EA75-4797-BDAB-99B10379777B}" type="pres">
      <dgm:prSet presAssocID="{060DC8F2-1D92-436E-859D-23FA52A46134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Ampul"/>
        </a:ext>
      </dgm:extLst>
    </dgm:pt>
    <dgm:pt modelId="{4C12BBF9-BBE9-413C-865F-F3174253A512}" type="pres">
      <dgm:prSet presAssocID="{060DC8F2-1D92-436E-859D-23FA52A46134}" presName="iconSpace" presStyleCnt="0"/>
      <dgm:spPr/>
    </dgm:pt>
    <dgm:pt modelId="{4B0FEBCC-8683-4093-A313-894C79052A38}" type="pres">
      <dgm:prSet presAssocID="{060DC8F2-1D92-436E-859D-23FA52A46134}" presName="parTx" presStyleLbl="revTx" presStyleIdx="4" presStyleCnt="6">
        <dgm:presLayoutVars>
          <dgm:chMax val="0"/>
          <dgm:chPref val="0"/>
        </dgm:presLayoutVars>
      </dgm:prSet>
      <dgm:spPr/>
    </dgm:pt>
    <dgm:pt modelId="{D7B4FDC0-D00F-4360-8E3B-0F85A3650ECB}" type="pres">
      <dgm:prSet presAssocID="{060DC8F2-1D92-436E-859D-23FA52A46134}" presName="txSpace" presStyleCnt="0"/>
      <dgm:spPr/>
    </dgm:pt>
    <dgm:pt modelId="{AAF7CA4E-3683-454D-B0E6-A05177921233}" type="pres">
      <dgm:prSet presAssocID="{060DC8F2-1D92-436E-859D-23FA52A46134}" presName="desTx" presStyleLbl="revTx" presStyleIdx="5" presStyleCnt="6">
        <dgm:presLayoutVars/>
      </dgm:prSet>
      <dgm:spPr/>
    </dgm:pt>
  </dgm:ptLst>
  <dgm:cxnLst>
    <dgm:cxn modelId="{66C72C0B-FDBF-4716-8AF1-82AB613885DA}" type="presOf" srcId="{9209B0FD-8E2C-4990-9AAD-D9751A39D0BC}" destId="{AAF7CA4E-3683-454D-B0E6-A05177921233}" srcOrd="0" destOrd="0" presId="urn:microsoft.com/office/officeart/2018/5/layout/CenteredIconLabelDescriptionList"/>
    <dgm:cxn modelId="{55204A11-C90B-4C03-8FBA-1AE873BA7EF6}" type="presOf" srcId="{5F9F45A1-D805-4C92-A4DB-C2156AF615B0}" destId="{F2AF05E7-4EE5-43B1-8BEA-0CB42584F668}" srcOrd="0" destOrd="0" presId="urn:microsoft.com/office/officeart/2018/5/layout/CenteredIconLabelDescriptionList"/>
    <dgm:cxn modelId="{4F067118-92FC-4007-98B9-9467D0A1DED3}" type="presOf" srcId="{46CEF87D-8CFC-4C37-8721-39D2090C6B97}" destId="{5D5A9E87-7F69-4E9F-B49D-133637E16DFB}" srcOrd="0" destOrd="0" presId="urn:microsoft.com/office/officeart/2018/5/layout/CenteredIconLabelDescriptionList"/>
    <dgm:cxn modelId="{BDEE5832-8950-42A8-9C34-C7F11B44329A}" srcId="{50FF815C-C808-497F-9773-F5BD1854240C}" destId="{26112C2C-CEA6-40EA-8147-ABD261D4370E}" srcOrd="0" destOrd="0" parTransId="{32967607-46C7-4B61-8090-A5FBA9A5ECF6}" sibTransId="{C0B5E663-BACA-4E6C-B2C5-F39CC9D0D087}"/>
    <dgm:cxn modelId="{F4A8DA39-76B4-4586-A9BE-1EFA32B49801}" srcId="{50FF815C-C808-497F-9773-F5BD1854240C}" destId="{27C4C2AD-77C6-4E36-BEFD-8E374234E02A}" srcOrd="1" destOrd="0" parTransId="{EEF82E4D-051C-43E1-9F17-2993F4C713D9}" sibTransId="{45E4D09E-D658-42BA-826F-ADABA8DABD5E}"/>
    <dgm:cxn modelId="{E79E535B-15DD-4F35-9C2B-C424D5933073}" type="presOf" srcId="{50FF815C-C808-497F-9773-F5BD1854240C}" destId="{F13E5D94-49A3-4E72-82A4-E6E63411BA70}" srcOrd="0" destOrd="0" presId="urn:microsoft.com/office/officeart/2018/5/layout/CenteredIconLabelDescriptionList"/>
    <dgm:cxn modelId="{73ED8F62-AE71-41D0-B8DF-62ECE131A139}" srcId="{46CEF87D-8CFC-4C37-8721-39D2090C6B97}" destId="{5F9F45A1-D805-4C92-A4DB-C2156AF615B0}" srcOrd="0" destOrd="0" parTransId="{5C8735FF-04A9-4528-944C-0B06B0D622F8}" sibTransId="{B8BE9377-99C0-4D68-8D22-3BB6C94766E2}"/>
    <dgm:cxn modelId="{B1043165-4F76-40D9-8742-557C2634E505}" srcId="{154B0845-8D58-44C0-AF64-8E8F48D480F2}" destId="{46CEF87D-8CFC-4C37-8721-39D2090C6B97}" srcOrd="1" destOrd="0" parTransId="{1AB5F27B-E345-475D-831C-183BCFA9BF1C}" sibTransId="{9EDBA076-11DD-405B-A252-A91C70848808}"/>
    <dgm:cxn modelId="{8A2D0949-C1D8-45B9-AB66-C69860DA1E08}" srcId="{154B0845-8D58-44C0-AF64-8E8F48D480F2}" destId="{060DC8F2-1D92-436E-859D-23FA52A46134}" srcOrd="2" destOrd="0" parTransId="{929C2C33-EC4D-47C4-9D63-4B252EF55404}" sibTransId="{0D8F8890-D0A6-4F28-B69B-3138F86AF09F}"/>
    <dgm:cxn modelId="{ECB92C4D-D6DD-495E-AF9A-B70D4BB557BE}" srcId="{060DC8F2-1D92-436E-859D-23FA52A46134}" destId="{72666C1A-66B2-43FB-91D0-6124A3DADA0E}" srcOrd="1" destOrd="0" parTransId="{FBEF195B-2E17-454B-A706-90F74982E4AA}" sibTransId="{133A393A-D89C-4225-BDE5-230225811E56}"/>
    <dgm:cxn modelId="{AB3D1050-6F46-4AE4-96FB-9153F336FDB8}" type="presOf" srcId="{26112C2C-CEA6-40EA-8147-ABD261D4370E}" destId="{E8CFFCA9-8643-4055-8557-C7CDD260B9E1}" srcOrd="0" destOrd="0" presId="urn:microsoft.com/office/officeart/2018/5/layout/CenteredIconLabelDescriptionList"/>
    <dgm:cxn modelId="{00B87771-51A0-4F49-885A-CE8609E48539}" srcId="{154B0845-8D58-44C0-AF64-8E8F48D480F2}" destId="{50FF815C-C808-497F-9773-F5BD1854240C}" srcOrd="0" destOrd="0" parTransId="{E269A21E-386B-4800-B2A5-EFFD565B4E6B}" sibTransId="{395CA202-DC5A-4B49-A6CC-75AF198F6083}"/>
    <dgm:cxn modelId="{E93FBB54-94C4-4F2E-AADF-9DE263A756BD}" type="presOf" srcId="{060DC8F2-1D92-436E-859D-23FA52A46134}" destId="{4B0FEBCC-8683-4093-A313-894C79052A38}" srcOrd="0" destOrd="0" presId="urn:microsoft.com/office/officeart/2018/5/layout/CenteredIconLabelDescriptionList"/>
    <dgm:cxn modelId="{F704F0AF-A821-4333-8BD7-EBAB21AA8EEE}" type="presOf" srcId="{27C4C2AD-77C6-4E36-BEFD-8E374234E02A}" destId="{E8CFFCA9-8643-4055-8557-C7CDD260B9E1}" srcOrd="0" destOrd="1" presId="urn:microsoft.com/office/officeart/2018/5/layout/CenteredIconLabelDescriptionList"/>
    <dgm:cxn modelId="{1B9143C2-2E0E-479E-BEFC-F632CC550B45}" srcId="{060DC8F2-1D92-436E-859D-23FA52A46134}" destId="{9209B0FD-8E2C-4990-9AAD-D9751A39D0BC}" srcOrd="0" destOrd="0" parTransId="{867E0D98-18CD-48A8-9FD7-B3A2897FFB04}" sibTransId="{5C13E0D7-7ED0-4F1A-B768-91900B38CE16}"/>
    <dgm:cxn modelId="{2CC0B0CE-6740-4203-B615-F3F34F2F8043}" type="presOf" srcId="{154B0845-8D58-44C0-AF64-8E8F48D480F2}" destId="{9BBA1A01-3AB0-4AF9-95D6-0C499FF44EEE}" srcOrd="0" destOrd="0" presId="urn:microsoft.com/office/officeart/2018/5/layout/CenteredIconLabelDescriptionList"/>
    <dgm:cxn modelId="{B3C367CF-33E1-47D5-B2EB-EB6FC1C2835D}" type="presOf" srcId="{72666C1A-66B2-43FB-91D0-6124A3DADA0E}" destId="{AAF7CA4E-3683-454D-B0E6-A05177921233}" srcOrd="0" destOrd="1" presId="urn:microsoft.com/office/officeart/2018/5/layout/CenteredIconLabelDescriptionList"/>
    <dgm:cxn modelId="{45421776-70F9-4847-A86D-0BE33E2D23EE}" type="presParOf" srcId="{9BBA1A01-3AB0-4AF9-95D6-0C499FF44EEE}" destId="{348F2519-849C-48D5-B1E0-4B123558DFE4}" srcOrd="0" destOrd="0" presId="urn:microsoft.com/office/officeart/2018/5/layout/CenteredIconLabelDescriptionList"/>
    <dgm:cxn modelId="{99C8CED9-923B-4C67-A1EB-E4BA513E47C3}" type="presParOf" srcId="{348F2519-849C-48D5-B1E0-4B123558DFE4}" destId="{4E6C9F9F-4751-403E-BC47-197F5B175C30}" srcOrd="0" destOrd="0" presId="urn:microsoft.com/office/officeart/2018/5/layout/CenteredIconLabelDescriptionList"/>
    <dgm:cxn modelId="{5E65F07F-2A9C-4B35-BBDF-631DC4966005}" type="presParOf" srcId="{348F2519-849C-48D5-B1E0-4B123558DFE4}" destId="{EF7D2291-CC33-4A39-BA73-6C01CC44D821}" srcOrd="1" destOrd="0" presId="urn:microsoft.com/office/officeart/2018/5/layout/CenteredIconLabelDescriptionList"/>
    <dgm:cxn modelId="{D3E37E9E-EFB8-46A6-BBD8-D2F8DC2FF340}" type="presParOf" srcId="{348F2519-849C-48D5-B1E0-4B123558DFE4}" destId="{F13E5D94-49A3-4E72-82A4-E6E63411BA70}" srcOrd="2" destOrd="0" presId="urn:microsoft.com/office/officeart/2018/5/layout/CenteredIconLabelDescriptionList"/>
    <dgm:cxn modelId="{D7CFD0F1-A8CE-4930-BA9B-225F18E5AC43}" type="presParOf" srcId="{348F2519-849C-48D5-B1E0-4B123558DFE4}" destId="{CA8533DA-405F-41DA-ACA0-589C2E690C7E}" srcOrd="3" destOrd="0" presId="urn:microsoft.com/office/officeart/2018/5/layout/CenteredIconLabelDescriptionList"/>
    <dgm:cxn modelId="{68651CDE-D94D-4889-ACCA-0F8E7C0DD197}" type="presParOf" srcId="{348F2519-849C-48D5-B1E0-4B123558DFE4}" destId="{E8CFFCA9-8643-4055-8557-C7CDD260B9E1}" srcOrd="4" destOrd="0" presId="urn:microsoft.com/office/officeart/2018/5/layout/CenteredIconLabelDescriptionList"/>
    <dgm:cxn modelId="{B8F443C0-CB4D-403C-A034-0CAEED73923D}" type="presParOf" srcId="{9BBA1A01-3AB0-4AF9-95D6-0C499FF44EEE}" destId="{DAF95A46-8116-42A2-89D3-AA2B1243D0B3}" srcOrd="1" destOrd="0" presId="urn:microsoft.com/office/officeart/2018/5/layout/CenteredIconLabelDescriptionList"/>
    <dgm:cxn modelId="{F7F6AF19-CFF9-4B11-812B-BC1899DABB69}" type="presParOf" srcId="{9BBA1A01-3AB0-4AF9-95D6-0C499FF44EEE}" destId="{2599A9F4-F3F3-4DD6-B54D-7A37DE8BE850}" srcOrd="2" destOrd="0" presId="urn:microsoft.com/office/officeart/2018/5/layout/CenteredIconLabelDescriptionList"/>
    <dgm:cxn modelId="{2AFCBF88-E8DF-46CA-AD16-AD6D7C0DD146}" type="presParOf" srcId="{2599A9F4-F3F3-4DD6-B54D-7A37DE8BE850}" destId="{6561D5CC-772C-490A-A7F4-8D1A5F32CF27}" srcOrd="0" destOrd="0" presId="urn:microsoft.com/office/officeart/2018/5/layout/CenteredIconLabelDescriptionList"/>
    <dgm:cxn modelId="{BAE100F4-F8D7-4A48-B406-0E92EE24C85D}" type="presParOf" srcId="{2599A9F4-F3F3-4DD6-B54D-7A37DE8BE850}" destId="{12CE7157-4305-4FF8-A9DB-C23690F9CBC3}" srcOrd="1" destOrd="0" presId="urn:microsoft.com/office/officeart/2018/5/layout/CenteredIconLabelDescriptionList"/>
    <dgm:cxn modelId="{BC982118-3300-4BA1-8371-C2240ADDB5BD}" type="presParOf" srcId="{2599A9F4-F3F3-4DD6-B54D-7A37DE8BE850}" destId="{5D5A9E87-7F69-4E9F-B49D-133637E16DFB}" srcOrd="2" destOrd="0" presId="urn:microsoft.com/office/officeart/2018/5/layout/CenteredIconLabelDescriptionList"/>
    <dgm:cxn modelId="{53DD553A-CB5E-4870-B196-15EC4E999E3E}" type="presParOf" srcId="{2599A9F4-F3F3-4DD6-B54D-7A37DE8BE850}" destId="{636E668A-E3EA-4BDD-A718-8479D33E7232}" srcOrd="3" destOrd="0" presId="urn:microsoft.com/office/officeart/2018/5/layout/CenteredIconLabelDescriptionList"/>
    <dgm:cxn modelId="{9D9B50C9-D20D-4DE6-8A06-5D8941637CCF}" type="presParOf" srcId="{2599A9F4-F3F3-4DD6-B54D-7A37DE8BE850}" destId="{F2AF05E7-4EE5-43B1-8BEA-0CB42584F668}" srcOrd="4" destOrd="0" presId="urn:microsoft.com/office/officeart/2018/5/layout/CenteredIconLabelDescriptionList"/>
    <dgm:cxn modelId="{99CE2990-1C97-476C-8F23-599F3B4163BE}" type="presParOf" srcId="{9BBA1A01-3AB0-4AF9-95D6-0C499FF44EEE}" destId="{685417A6-F124-4468-9459-FE912884CAC1}" srcOrd="3" destOrd="0" presId="urn:microsoft.com/office/officeart/2018/5/layout/CenteredIconLabelDescriptionList"/>
    <dgm:cxn modelId="{7D9B735F-2464-4085-933C-D5FF7A6FB372}" type="presParOf" srcId="{9BBA1A01-3AB0-4AF9-95D6-0C499FF44EEE}" destId="{E24CE96D-12B0-49CD-9895-9A539EEADBB4}" srcOrd="4" destOrd="0" presId="urn:microsoft.com/office/officeart/2018/5/layout/CenteredIconLabelDescriptionList"/>
    <dgm:cxn modelId="{D68939CE-009C-46C3-B610-166F6ACD55A3}" type="presParOf" srcId="{E24CE96D-12B0-49CD-9895-9A539EEADBB4}" destId="{C68D78CE-EA75-4797-BDAB-99B10379777B}" srcOrd="0" destOrd="0" presId="urn:microsoft.com/office/officeart/2018/5/layout/CenteredIconLabelDescriptionList"/>
    <dgm:cxn modelId="{6999E020-C7AA-4E4F-9904-081AB712645D}" type="presParOf" srcId="{E24CE96D-12B0-49CD-9895-9A539EEADBB4}" destId="{4C12BBF9-BBE9-413C-865F-F3174253A512}" srcOrd="1" destOrd="0" presId="urn:microsoft.com/office/officeart/2018/5/layout/CenteredIconLabelDescriptionList"/>
    <dgm:cxn modelId="{23C4078C-D873-4179-B952-EE21A8284C1C}" type="presParOf" srcId="{E24CE96D-12B0-49CD-9895-9A539EEADBB4}" destId="{4B0FEBCC-8683-4093-A313-894C79052A38}" srcOrd="2" destOrd="0" presId="urn:microsoft.com/office/officeart/2018/5/layout/CenteredIconLabelDescriptionList"/>
    <dgm:cxn modelId="{8534D4B2-CF14-4971-8B0A-0A53373084BB}" type="presParOf" srcId="{E24CE96D-12B0-49CD-9895-9A539EEADBB4}" destId="{D7B4FDC0-D00F-4360-8E3B-0F85A3650ECB}" srcOrd="3" destOrd="0" presId="urn:microsoft.com/office/officeart/2018/5/layout/CenteredIconLabelDescriptionList"/>
    <dgm:cxn modelId="{7E0A6BA0-E5F5-4FB3-B30E-789EF14C2D82}" type="presParOf" srcId="{E24CE96D-12B0-49CD-9895-9A539EEADBB4}" destId="{AAF7CA4E-3683-454D-B0E6-A05177921233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14.xml><?xml version="1.0" encoding="utf-8"?>
<dgm:dataModel xmlns:dgm="http://schemas.openxmlformats.org/drawingml/2006/diagram" xmlns:a="http://schemas.openxmlformats.org/drawingml/2006/main">
  <dgm:ptLst>
    <dgm:pt modelId="{CABF5CBB-FE4B-4583-B101-8FD501714C23}" type="doc">
      <dgm:prSet loTypeId="urn:microsoft.com/office/officeart/2018/2/layout/IconLabelDescriptionList" loCatId="icon" qsTypeId="urn:microsoft.com/office/officeart/2005/8/quickstyle/simple1" qsCatId="simple" csTypeId="urn:microsoft.com/office/officeart/2005/8/colors/accent5_2" csCatId="accent5" phldr="1"/>
      <dgm:spPr/>
      <dgm:t>
        <a:bodyPr/>
        <a:lstStyle/>
        <a:p>
          <a:endParaRPr lang="en-US"/>
        </a:p>
      </dgm:t>
    </dgm:pt>
    <dgm:pt modelId="{70438773-0C24-4E15-9B0D-FA0CB6F6D43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Clearinghouse</a:t>
          </a:r>
          <a:endParaRPr lang="en-US"/>
        </a:p>
      </dgm:t>
    </dgm:pt>
    <dgm:pt modelId="{F068F08E-A1D5-4CC4-9103-E3CD86780C89}" type="parTrans" cxnId="{5375A4FD-C7C4-4A39-81E4-59724059B7B6}">
      <dgm:prSet/>
      <dgm:spPr/>
      <dgm:t>
        <a:bodyPr/>
        <a:lstStyle/>
        <a:p>
          <a:endParaRPr lang="en-US"/>
        </a:p>
      </dgm:t>
    </dgm:pt>
    <dgm:pt modelId="{1501AC05-91F5-4049-B290-B95102D7B47C}" type="sibTrans" cxnId="{5375A4FD-C7C4-4A39-81E4-59724059B7B6}">
      <dgm:prSet/>
      <dgm:spPr/>
      <dgm:t>
        <a:bodyPr/>
        <a:lstStyle/>
        <a:p>
          <a:endParaRPr lang="en-US"/>
        </a:p>
      </dgm:t>
    </dgm:pt>
    <dgm:pt modelId="{EBE1E5F2-692D-4039-81B1-3EC79C37910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basically</a:t>
          </a:r>
          <a:r>
            <a:rPr lang="tr-TR"/>
            <a:t> </a:t>
          </a:r>
          <a:r>
            <a:rPr lang="en-US"/>
            <a:t>verifying and clearing all transactions</a:t>
          </a:r>
        </a:p>
      </dgm:t>
    </dgm:pt>
    <dgm:pt modelId="{1FEE2265-7DA6-4375-8127-F49C371868C6}" type="parTrans" cxnId="{6AADC528-81A4-40E0-BDDE-089328407B93}">
      <dgm:prSet/>
      <dgm:spPr/>
      <dgm:t>
        <a:bodyPr/>
        <a:lstStyle/>
        <a:p>
          <a:endParaRPr lang="tr-TR"/>
        </a:p>
      </dgm:t>
    </dgm:pt>
    <dgm:pt modelId="{D1F6D680-A3F4-4212-86A3-9F63598A9663}" type="sibTrans" cxnId="{6AADC528-81A4-40E0-BDDE-089328407B93}">
      <dgm:prSet/>
      <dgm:spPr/>
      <dgm:t>
        <a:bodyPr/>
        <a:lstStyle/>
        <a:p>
          <a:endParaRPr lang="tr-TR"/>
        </a:p>
      </dgm:t>
    </dgm:pt>
    <dgm:pt modelId="{765E763C-A152-409E-AB6D-17CE21C3A62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Traditional</a:t>
          </a:r>
          <a:endParaRPr lang="en-US"/>
        </a:p>
      </dgm:t>
    </dgm:pt>
    <dgm:pt modelId="{EE2A1415-B215-403E-95BD-442D9DB17102}" type="parTrans" cxnId="{985E3905-556F-4518-B348-B5DC65D224AF}">
      <dgm:prSet/>
      <dgm:spPr/>
      <dgm:t>
        <a:bodyPr/>
        <a:lstStyle/>
        <a:p>
          <a:endParaRPr lang="tr-TR"/>
        </a:p>
      </dgm:t>
    </dgm:pt>
    <dgm:pt modelId="{9A89AB28-C375-4BB8-92D9-E05E71E74960}" type="sibTrans" cxnId="{985E3905-556F-4518-B348-B5DC65D224AF}">
      <dgm:prSet/>
      <dgm:spPr/>
      <dgm:t>
        <a:bodyPr/>
        <a:lstStyle/>
        <a:p>
          <a:endParaRPr lang="tr-TR"/>
        </a:p>
      </dgm:t>
    </dgm:pt>
    <dgm:pt modelId="{F445DA25-BDA8-4796-A122-B5D1C57F340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traditional payment systems</a:t>
          </a:r>
        </a:p>
      </dgm:t>
    </dgm:pt>
    <dgm:pt modelId="{5675EC7E-C099-4771-83A6-0A444F3AAE8A}" type="parTrans" cxnId="{097CF01B-47E8-4A13-BB1A-1FFBE7B9ADD3}">
      <dgm:prSet/>
      <dgm:spPr/>
      <dgm:t>
        <a:bodyPr/>
        <a:lstStyle/>
        <a:p>
          <a:endParaRPr lang="tr-TR"/>
        </a:p>
      </dgm:t>
    </dgm:pt>
    <dgm:pt modelId="{CE206173-A9CF-4B55-992D-8569C97F2EA3}" type="sibTrans" cxnId="{097CF01B-47E8-4A13-BB1A-1FFBE7B9ADD3}">
      <dgm:prSet/>
      <dgm:spPr/>
      <dgm:t>
        <a:bodyPr/>
        <a:lstStyle/>
        <a:p>
          <a:endParaRPr lang="tr-TR"/>
        </a:p>
      </dgm:t>
    </dgm:pt>
    <dgm:pt modelId="{D38F0CDB-8483-40BE-B99C-F0D1E38CF24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depend</a:t>
          </a:r>
          <a:r>
            <a:rPr lang="tr-TR"/>
            <a:t> </a:t>
          </a:r>
          <a:r>
            <a:rPr lang="en-US"/>
            <a:t>on a trust model</a:t>
          </a:r>
        </a:p>
      </dgm:t>
    </dgm:pt>
    <dgm:pt modelId="{5BFD41D7-5115-4917-963B-EFA22F58EFB3}" type="parTrans" cxnId="{C811696E-31EC-4B30-A793-E08CC776B712}">
      <dgm:prSet/>
      <dgm:spPr/>
      <dgm:t>
        <a:bodyPr/>
        <a:lstStyle/>
        <a:p>
          <a:endParaRPr lang="tr-TR"/>
        </a:p>
      </dgm:t>
    </dgm:pt>
    <dgm:pt modelId="{5F601425-0B81-4BAB-BFF7-0673CA835A34}" type="sibTrans" cxnId="{C811696E-31EC-4B30-A793-E08CC776B712}">
      <dgm:prSet/>
      <dgm:spPr/>
      <dgm:t>
        <a:bodyPr/>
        <a:lstStyle/>
        <a:p>
          <a:endParaRPr lang="tr-TR"/>
        </a:p>
      </dgm:t>
    </dgm:pt>
    <dgm:pt modelId="{DD99CD8B-8C5B-4BEE-B64D-9D913371728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Central</a:t>
          </a:r>
          <a:r>
            <a:rPr lang="tr-TR"/>
            <a:t> </a:t>
          </a:r>
          <a:r>
            <a:rPr lang="en-US"/>
            <a:t>authority</a:t>
          </a:r>
        </a:p>
      </dgm:t>
    </dgm:pt>
    <dgm:pt modelId="{1CFDB3C0-9425-4E3C-837D-67C7E2DD81B5}" type="parTrans" cxnId="{F636625B-0C3A-483F-8BE5-3F9437502C43}">
      <dgm:prSet/>
      <dgm:spPr/>
      <dgm:t>
        <a:bodyPr/>
        <a:lstStyle/>
        <a:p>
          <a:endParaRPr lang="tr-TR"/>
        </a:p>
      </dgm:t>
    </dgm:pt>
    <dgm:pt modelId="{0EF91327-F43B-47B7-B1F9-939E23AB22DE}" type="sibTrans" cxnId="{F636625B-0C3A-483F-8BE5-3F9437502C43}">
      <dgm:prSet/>
      <dgm:spPr/>
      <dgm:t>
        <a:bodyPr/>
        <a:lstStyle/>
        <a:p>
          <a:endParaRPr lang="tr-TR"/>
        </a:p>
      </dgm:t>
    </dgm:pt>
    <dgm:pt modelId="{ECA5A975-E964-404D-8D30-0A876A2A3D4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err="1"/>
            <a:t>provid</a:t>
          </a:r>
          <a:r>
            <a:rPr lang="tr-TR"/>
            <a:t>e</a:t>
          </a:r>
          <a:r>
            <a:rPr lang="en-US"/>
            <a:t> a clearinghouse service</a:t>
          </a:r>
        </a:p>
      </dgm:t>
    </dgm:pt>
    <dgm:pt modelId="{A45B848F-441D-4B0E-8529-37ED5AE27224}" type="parTrans" cxnId="{470E4AC4-8396-4C34-8222-C7A988584F2F}">
      <dgm:prSet/>
      <dgm:spPr/>
      <dgm:t>
        <a:bodyPr/>
        <a:lstStyle/>
        <a:p>
          <a:endParaRPr lang="tr-TR"/>
        </a:p>
      </dgm:t>
    </dgm:pt>
    <dgm:pt modelId="{1068D09A-CD66-40B6-AD4D-607536BB0FD1}" type="sibTrans" cxnId="{470E4AC4-8396-4C34-8222-C7A988584F2F}">
      <dgm:prSet/>
      <dgm:spPr/>
      <dgm:t>
        <a:bodyPr/>
        <a:lstStyle/>
        <a:p>
          <a:endParaRPr lang="tr-TR"/>
        </a:p>
      </dgm:t>
    </dgm:pt>
    <dgm:pt modelId="{98B02E6B-2D57-4716-8FC0-F0E532CEBF23}" type="pres">
      <dgm:prSet presAssocID="{CABF5CBB-FE4B-4583-B101-8FD501714C23}" presName="root" presStyleCnt="0">
        <dgm:presLayoutVars>
          <dgm:dir/>
          <dgm:resizeHandles val="exact"/>
        </dgm:presLayoutVars>
      </dgm:prSet>
      <dgm:spPr/>
    </dgm:pt>
    <dgm:pt modelId="{7AB083DD-AD13-4712-A8BB-9C397F4B2FAF}" type="pres">
      <dgm:prSet presAssocID="{70438773-0C24-4E15-9B0D-FA0CB6F6D430}" presName="compNode" presStyleCnt="0"/>
      <dgm:spPr/>
    </dgm:pt>
    <dgm:pt modelId="{80C0930D-9526-47EB-BD5F-10215318F98B}" type="pres">
      <dgm:prSet presAssocID="{70438773-0C24-4E15-9B0D-FA0CB6F6D430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Register"/>
        </a:ext>
      </dgm:extLst>
    </dgm:pt>
    <dgm:pt modelId="{5D6C543F-AE82-4540-B844-48DD96CEFD20}" type="pres">
      <dgm:prSet presAssocID="{70438773-0C24-4E15-9B0D-FA0CB6F6D430}" presName="iconSpace" presStyleCnt="0"/>
      <dgm:spPr/>
    </dgm:pt>
    <dgm:pt modelId="{1C5227E6-9AEB-49E7-934D-CF4E1B4E8ACE}" type="pres">
      <dgm:prSet presAssocID="{70438773-0C24-4E15-9B0D-FA0CB6F6D430}" presName="parTx" presStyleLbl="revTx" presStyleIdx="0" presStyleCnt="6">
        <dgm:presLayoutVars>
          <dgm:chMax val="0"/>
          <dgm:chPref val="0"/>
        </dgm:presLayoutVars>
      </dgm:prSet>
      <dgm:spPr/>
    </dgm:pt>
    <dgm:pt modelId="{9A066EDC-341E-4A7C-B07E-7F9A07DC957E}" type="pres">
      <dgm:prSet presAssocID="{70438773-0C24-4E15-9B0D-FA0CB6F6D430}" presName="txSpace" presStyleCnt="0"/>
      <dgm:spPr/>
    </dgm:pt>
    <dgm:pt modelId="{A61F1B91-2807-445F-8BEE-625C802E14DA}" type="pres">
      <dgm:prSet presAssocID="{70438773-0C24-4E15-9B0D-FA0CB6F6D430}" presName="desTx" presStyleLbl="revTx" presStyleIdx="1" presStyleCnt="6">
        <dgm:presLayoutVars/>
      </dgm:prSet>
      <dgm:spPr/>
    </dgm:pt>
    <dgm:pt modelId="{12B676F1-5609-4FF5-8589-CC6F22DEC666}" type="pres">
      <dgm:prSet presAssocID="{1501AC05-91F5-4049-B290-B95102D7B47C}" presName="sibTrans" presStyleCnt="0"/>
      <dgm:spPr/>
    </dgm:pt>
    <dgm:pt modelId="{061391D6-C604-4A4C-908B-844B26001F55}" type="pres">
      <dgm:prSet presAssocID="{765E763C-A152-409E-AB6D-17CE21C3A62F}" presName="compNode" presStyleCnt="0"/>
      <dgm:spPr/>
    </dgm:pt>
    <dgm:pt modelId="{EDD9E9EF-F311-486F-950F-BF46D70B2F6A}" type="pres">
      <dgm:prSet presAssocID="{765E763C-A152-409E-AB6D-17CE21C3A62F}" presName="iconRect" presStyleLbl="node1" presStyleIdx="1" presStyleCnt="3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A854B3CB-D9E0-40F1-97E4-47F0D7FDB315}" type="pres">
      <dgm:prSet presAssocID="{765E763C-A152-409E-AB6D-17CE21C3A62F}" presName="iconSpace" presStyleCnt="0"/>
      <dgm:spPr/>
    </dgm:pt>
    <dgm:pt modelId="{FEFEA085-6EF6-45C4-A683-297218A92502}" type="pres">
      <dgm:prSet presAssocID="{765E763C-A152-409E-AB6D-17CE21C3A62F}" presName="parTx" presStyleLbl="revTx" presStyleIdx="2" presStyleCnt="6">
        <dgm:presLayoutVars>
          <dgm:chMax val="0"/>
          <dgm:chPref val="0"/>
        </dgm:presLayoutVars>
      </dgm:prSet>
      <dgm:spPr/>
    </dgm:pt>
    <dgm:pt modelId="{1FBC4A35-96C5-45DD-9324-BFAC6A93BF47}" type="pres">
      <dgm:prSet presAssocID="{765E763C-A152-409E-AB6D-17CE21C3A62F}" presName="txSpace" presStyleCnt="0"/>
      <dgm:spPr/>
    </dgm:pt>
    <dgm:pt modelId="{30861D9E-B420-42D0-AF8D-F7312AA22A14}" type="pres">
      <dgm:prSet presAssocID="{765E763C-A152-409E-AB6D-17CE21C3A62F}" presName="desTx" presStyleLbl="revTx" presStyleIdx="3" presStyleCnt="6">
        <dgm:presLayoutVars/>
      </dgm:prSet>
      <dgm:spPr/>
    </dgm:pt>
    <dgm:pt modelId="{6CABAF2F-7D55-4CBD-BC9C-F3C6FB755CEA}" type="pres">
      <dgm:prSet presAssocID="{9A89AB28-C375-4BB8-92D9-E05E71E74960}" presName="sibTrans" presStyleCnt="0"/>
      <dgm:spPr/>
    </dgm:pt>
    <dgm:pt modelId="{A8D66738-5C9D-49C9-94A4-A8EE160CAF73}" type="pres">
      <dgm:prSet presAssocID="{DD99CD8B-8C5B-4BEE-B64D-9D9133717281}" presName="compNode" presStyleCnt="0"/>
      <dgm:spPr/>
    </dgm:pt>
    <dgm:pt modelId="{0AC80A38-036D-416C-861B-45D66C29A131}" type="pres">
      <dgm:prSet presAssocID="{DD99CD8B-8C5B-4BEE-B64D-9D9133717281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User"/>
        </a:ext>
      </dgm:extLst>
    </dgm:pt>
    <dgm:pt modelId="{0D410207-2DDF-43E6-9480-64BFEB8E4220}" type="pres">
      <dgm:prSet presAssocID="{DD99CD8B-8C5B-4BEE-B64D-9D9133717281}" presName="iconSpace" presStyleCnt="0"/>
      <dgm:spPr/>
    </dgm:pt>
    <dgm:pt modelId="{76F8044C-2D27-4A37-87F4-2769511DBA1E}" type="pres">
      <dgm:prSet presAssocID="{DD99CD8B-8C5B-4BEE-B64D-9D9133717281}" presName="parTx" presStyleLbl="revTx" presStyleIdx="4" presStyleCnt="6">
        <dgm:presLayoutVars>
          <dgm:chMax val="0"/>
          <dgm:chPref val="0"/>
        </dgm:presLayoutVars>
      </dgm:prSet>
      <dgm:spPr/>
    </dgm:pt>
    <dgm:pt modelId="{06F40219-4841-46CB-90D5-94B8B257B4AD}" type="pres">
      <dgm:prSet presAssocID="{DD99CD8B-8C5B-4BEE-B64D-9D9133717281}" presName="txSpace" presStyleCnt="0"/>
      <dgm:spPr/>
    </dgm:pt>
    <dgm:pt modelId="{DEB7959D-6213-438B-8EAA-6E843E9B4ACD}" type="pres">
      <dgm:prSet presAssocID="{DD99CD8B-8C5B-4BEE-B64D-9D9133717281}" presName="desTx" presStyleLbl="revTx" presStyleIdx="5" presStyleCnt="6">
        <dgm:presLayoutVars/>
      </dgm:prSet>
      <dgm:spPr/>
    </dgm:pt>
  </dgm:ptLst>
  <dgm:cxnLst>
    <dgm:cxn modelId="{985E3905-556F-4518-B348-B5DC65D224AF}" srcId="{CABF5CBB-FE4B-4583-B101-8FD501714C23}" destId="{765E763C-A152-409E-AB6D-17CE21C3A62F}" srcOrd="1" destOrd="0" parTransId="{EE2A1415-B215-403E-95BD-442D9DB17102}" sibTransId="{9A89AB28-C375-4BB8-92D9-E05E71E74960}"/>
    <dgm:cxn modelId="{9056730F-7BD3-4F77-8E53-DC539B3D1748}" type="presOf" srcId="{ECA5A975-E964-404D-8D30-0A876A2A3D41}" destId="{DEB7959D-6213-438B-8EAA-6E843E9B4ACD}" srcOrd="0" destOrd="0" presId="urn:microsoft.com/office/officeart/2018/2/layout/IconLabelDescriptionList"/>
    <dgm:cxn modelId="{260DC210-B47F-4926-989A-75116D028976}" type="presOf" srcId="{EBE1E5F2-692D-4039-81B1-3EC79C379100}" destId="{A61F1B91-2807-445F-8BEE-625C802E14DA}" srcOrd="0" destOrd="0" presId="urn:microsoft.com/office/officeart/2018/2/layout/IconLabelDescriptionList"/>
    <dgm:cxn modelId="{097CF01B-47E8-4A13-BB1A-1FFBE7B9ADD3}" srcId="{765E763C-A152-409E-AB6D-17CE21C3A62F}" destId="{F445DA25-BDA8-4796-A122-B5D1C57F3407}" srcOrd="0" destOrd="0" parTransId="{5675EC7E-C099-4771-83A6-0A444F3AAE8A}" sibTransId="{CE206173-A9CF-4B55-992D-8569C97F2EA3}"/>
    <dgm:cxn modelId="{6AADC528-81A4-40E0-BDDE-089328407B93}" srcId="{70438773-0C24-4E15-9B0D-FA0CB6F6D430}" destId="{EBE1E5F2-692D-4039-81B1-3EC79C379100}" srcOrd="0" destOrd="0" parTransId="{1FEE2265-7DA6-4375-8127-F49C371868C6}" sibTransId="{D1F6D680-A3F4-4212-86A3-9F63598A9663}"/>
    <dgm:cxn modelId="{334FDC31-80B8-45F1-992B-D2161ACD0531}" type="presOf" srcId="{D38F0CDB-8483-40BE-B99C-F0D1E38CF24F}" destId="{30861D9E-B420-42D0-AF8D-F7312AA22A14}" srcOrd="0" destOrd="1" presId="urn:microsoft.com/office/officeart/2018/2/layout/IconLabelDescriptionList"/>
    <dgm:cxn modelId="{52B2D93C-EF16-4D78-A39F-46C687430D41}" type="presOf" srcId="{765E763C-A152-409E-AB6D-17CE21C3A62F}" destId="{FEFEA085-6EF6-45C4-A683-297218A92502}" srcOrd="0" destOrd="0" presId="urn:microsoft.com/office/officeart/2018/2/layout/IconLabelDescriptionList"/>
    <dgm:cxn modelId="{F636625B-0C3A-483F-8BE5-3F9437502C43}" srcId="{CABF5CBB-FE4B-4583-B101-8FD501714C23}" destId="{DD99CD8B-8C5B-4BEE-B64D-9D9133717281}" srcOrd="2" destOrd="0" parTransId="{1CFDB3C0-9425-4E3C-837D-67C7E2DD81B5}" sibTransId="{0EF91327-F43B-47B7-B1F9-939E23AB22DE}"/>
    <dgm:cxn modelId="{5F9A5960-C146-449F-985D-7416931EA81A}" type="presOf" srcId="{CABF5CBB-FE4B-4583-B101-8FD501714C23}" destId="{98B02E6B-2D57-4716-8FC0-F0E532CEBF23}" srcOrd="0" destOrd="0" presId="urn:microsoft.com/office/officeart/2018/2/layout/IconLabelDescriptionList"/>
    <dgm:cxn modelId="{C811696E-31EC-4B30-A793-E08CC776B712}" srcId="{765E763C-A152-409E-AB6D-17CE21C3A62F}" destId="{D38F0CDB-8483-40BE-B99C-F0D1E38CF24F}" srcOrd="1" destOrd="0" parTransId="{5BFD41D7-5115-4917-963B-EFA22F58EFB3}" sibTransId="{5F601425-0B81-4BAB-BFF7-0673CA835A34}"/>
    <dgm:cxn modelId="{2414A28C-91EA-4AF1-95FD-A750DB369CF1}" type="presOf" srcId="{70438773-0C24-4E15-9B0D-FA0CB6F6D430}" destId="{1C5227E6-9AEB-49E7-934D-CF4E1B4E8ACE}" srcOrd="0" destOrd="0" presId="urn:microsoft.com/office/officeart/2018/2/layout/IconLabelDescriptionList"/>
    <dgm:cxn modelId="{ADCDBCC0-C584-4B96-9D6E-FB8BE9272E1E}" type="presOf" srcId="{DD99CD8B-8C5B-4BEE-B64D-9D9133717281}" destId="{76F8044C-2D27-4A37-87F4-2769511DBA1E}" srcOrd="0" destOrd="0" presId="urn:microsoft.com/office/officeart/2018/2/layout/IconLabelDescriptionList"/>
    <dgm:cxn modelId="{470E4AC4-8396-4C34-8222-C7A988584F2F}" srcId="{DD99CD8B-8C5B-4BEE-B64D-9D9133717281}" destId="{ECA5A975-E964-404D-8D30-0A876A2A3D41}" srcOrd="0" destOrd="0" parTransId="{A45B848F-441D-4B0E-8529-37ED5AE27224}" sibTransId="{1068D09A-CD66-40B6-AD4D-607536BB0FD1}"/>
    <dgm:cxn modelId="{5375A4FD-C7C4-4A39-81E4-59724059B7B6}" srcId="{CABF5CBB-FE4B-4583-B101-8FD501714C23}" destId="{70438773-0C24-4E15-9B0D-FA0CB6F6D430}" srcOrd="0" destOrd="0" parTransId="{F068F08E-A1D5-4CC4-9103-E3CD86780C89}" sibTransId="{1501AC05-91F5-4049-B290-B95102D7B47C}"/>
    <dgm:cxn modelId="{09FA24FF-4C52-4D3A-BB1C-AC3907FEB1B9}" type="presOf" srcId="{F445DA25-BDA8-4796-A122-B5D1C57F3407}" destId="{30861D9E-B420-42D0-AF8D-F7312AA22A14}" srcOrd="0" destOrd="0" presId="urn:microsoft.com/office/officeart/2018/2/layout/IconLabelDescriptionList"/>
    <dgm:cxn modelId="{4A89FC4C-626B-4D5F-9C6C-599949031931}" type="presParOf" srcId="{98B02E6B-2D57-4716-8FC0-F0E532CEBF23}" destId="{7AB083DD-AD13-4712-A8BB-9C397F4B2FAF}" srcOrd="0" destOrd="0" presId="urn:microsoft.com/office/officeart/2018/2/layout/IconLabelDescriptionList"/>
    <dgm:cxn modelId="{F72ADA9A-3040-4442-8206-683F38C67166}" type="presParOf" srcId="{7AB083DD-AD13-4712-A8BB-9C397F4B2FAF}" destId="{80C0930D-9526-47EB-BD5F-10215318F98B}" srcOrd="0" destOrd="0" presId="urn:microsoft.com/office/officeart/2018/2/layout/IconLabelDescriptionList"/>
    <dgm:cxn modelId="{80E90D08-DB6E-4EA9-A5D3-E66C1A7F2CA6}" type="presParOf" srcId="{7AB083DD-AD13-4712-A8BB-9C397F4B2FAF}" destId="{5D6C543F-AE82-4540-B844-48DD96CEFD20}" srcOrd="1" destOrd="0" presId="urn:microsoft.com/office/officeart/2018/2/layout/IconLabelDescriptionList"/>
    <dgm:cxn modelId="{27115913-8E45-46E5-A681-1A600C59064E}" type="presParOf" srcId="{7AB083DD-AD13-4712-A8BB-9C397F4B2FAF}" destId="{1C5227E6-9AEB-49E7-934D-CF4E1B4E8ACE}" srcOrd="2" destOrd="0" presId="urn:microsoft.com/office/officeart/2018/2/layout/IconLabelDescriptionList"/>
    <dgm:cxn modelId="{F43CFF14-4B91-4015-8AC8-389612199A8E}" type="presParOf" srcId="{7AB083DD-AD13-4712-A8BB-9C397F4B2FAF}" destId="{9A066EDC-341E-4A7C-B07E-7F9A07DC957E}" srcOrd="3" destOrd="0" presId="urn:microsoft.com/office/officeart/2018/2/layout/IconLabelDescriptionList"/>
    <dgm:cxn modelId="{7A8D437A-94D1-4E60-8A37-A107AB7AE24B}" type="presParOf" srcId="{7AB083DD-AD13-4712-A8BB-9C397F4B2FAF}" destId="{A61F1B91-2807-445F-8BEE-625C802E14DA}" srcOrd="4" destOrd="0" presId="urn:microsoft.com/office/officeart/2018/2/layout/IconLabelDescriptionList"/>
    <dgm:cxn modelId="{AC7279B8-0908-40D7-9526-F3E3DEBB9A02}" type="presParOf" srcId="{98B02E6B-2D57-4716-8FC0-F0E532CEBF23}" destId="{12B676F1-5609-4FF5-8589-CC6F22DEC666}" srcOrd="1" destOrd="0" presId="urn:microsoft.com/office/officeart/2018/2/layout/IconLabelDescriptionList"/>
    <dgm:cxn modelId="{1D73B78C-78F0-4A89-98BE-0511B2D7DC42}" type="presParOf" srcId="{98B02E6B-2D57-4716-8FC0-F0E532CEBF23}" destId="{061391D6-C604-4A4C-908B-844B26001F55}" srcOrd="2" destOrd="0" presId="urn:microsoft.com/office/officeart/2018/2/layout/IconLabelDescriptionList"/>
    <dgm:cxn modelId="{EA1A3EE8-7BE5-4244-B31D-10AF1267E2B0}" type="presParOf" srcId="{061391D6-C604-4A4C-908B-844B26001F55}" destId="{EDD9E9EF-F311-486F-950F-BF46D70B2F6A}" srcOrd="0" destOrd="0" presId="urn:microsoft.com/office/officeart/2018/2/layout/IconLabelDescriptionList"/>
    <dgm:cxn modelId="{C76377AC-C04C-4DE7-BC13-709DC536B291}" type="presParOf" srcId="{061391D6-C604-4A4C-908B-844B26001F55}" destId="{A854B3CB-D9E0-40F1-97E4-47F0D7FDB315}" srcOrd="1" destOrd="0" presId="urn:microsoft.com/office/officeart/2018/2/layout/IconLabelDescriptionList"/>
    <dgm:cxn modelId="{933E579D-29E5-4873-A492-D1F3B3E9C148}" type="presParOf" srcId="{061391D6-C604-4A4C-908B-844B26001F55}" destId="{FEFEA085-6EF6-45C4-A683-297218A92502}" srcOrd="2" destOrd="0" presId="urn:microsoft.com/office/officeart/2018/2/layout/IconLabelDescriptionList"/>
    <dgm:cxn modelId="{EA3EF7CA-0D70-416E-8369-E78B3F8C66BD}" type="presParOf" srcId="{061391D6-C604-4A4C-908B-844B26001F55}" destId="{1FBC4A35-96C5-45DD-9324-BFAC6A93BF47}" srcOrd="3" destOrd="0" presId="urn:microsoft.com/office/officeart/2018/2/layout/IconLabelDescriptionList"/>
    <dgm:cxn modelId="{F794E91B-CF8C-415C-B4AA-42C635D1AA55}" type="presParOf" srcId="{061391D6-C604-4A4C-908B-844B26001F55}" destId="{30861D9E-B420-42D0-AF8D-F7312AA22A14}" srcOrd="4" destOrd="0" presId="urn:microsoft.com/office/officeart/2018/2/layout/IconLabelDescriptionList"/>
    <dgm:cxn modelId="{2818DA02-3544-497B-A643-8BF441C0B234}" type="presParOf" srcId="{98B02E6B-2D57-4716-8FC0-F0E532CEBF23}" destId="{6CABAF2F-7D55-4CBD-BC9C-F3C6FB755CEA}" srcOrd="3" destOrd="0" presId="urn:microsoft.com/office/officeart/2018/2/layout/IconLabelDescriptionList"/>
    <dgm:cxn modelId="{60AF7AA6-BEC4-4762-92C1-F78E47258983}" type="presParOf" srcId="{98B02E6B-2D57-4716-8FC0-F0E532CEBF23}" destId="{A8D66738-5C9D-49C9-94A4-A8EE160CAF73}" srcOrd="4" destOrd="0" presId="urn:microsoft.com/office/officeart/2018/2/layout/IconLabelDescriptionList"/>
    <dgm:cxn modelId="{E6A8AFB2-4AA4-4907-8A8F-6DD613533AB4}" type="presParOf" srcId="{A8D66738-5C9D-49C9-94A4-A8EE160CAF73}" destId="{0AC80A38-036D-416C-861B-45D66C29A131}" srcOrd="0" destOrd="0" presId="urn:microsoft.com/office/officeart/2018/2/layout/IconLabelDescriptionList"/>
    <dgm:cxn modelId="{D1ABD4ED-E70D-46E7-8863-0156C5AC6F9D}" type="presParOf" srcId="{A8D66738-5C9D-49C9-94A4-A8EE160CAF73}" destId="{0D410207-2DDF-43E6-9480-64BFEB8E4220}" srcOrd="1" destOrd="0" presId="urn:microsoft.com/office/officeart/2018/2/layout/IconLabelDescriptionList"/>
    <dgm:cxn modelId="{4C0DADDE-C745-4DCD-9F6A-025616DD12E1}" type="presParOf" srcId="{A8D66738-5C9D-49C9-94A4-A8EE160CAF73}" destId="{76F8044C-2D27-4A37-87F4-2769511DBA1E}" srcOrd="2" destOrd="0" presId="urn:microsoft.com/office/officeart/2018/2/layout/IconLabelDescriptionList"/>
    <dgm:cxn modelId="{FC5C51CA-A904-4459-8F88-E7433E5E923B}" type="presParOf" srcId="{A8D66738-5C9D-49C9-94A4-A8EE160CAF73}" destId="{06F40219-4841-46CB-90D5-94B8B257B4AD}" srcOrd="3" destOrd="0" presId="urn:microsoft.com/office/officeart/2018/2/layout/IconLabelDescriptionList"/>
    <dgm:cxn modelId="{F1ACF854-599F-4235-9518-0826D43091D6}" type="presParOf" srcId="{A8D66738-5C9D-49C9-94A4-A8EE160CAF73}" destId="{DEB7959D-6213-438B-8EAA-6E843E9B4ACD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5.xml><?xml version="1.0" encoding="utf-8"?>
<dgm:dataModel xmlns:dgm="http://schemas.openxmlformats.org/drawingml/2006/diagram" xmlns:a="http://schemas.openxmlformats.org/drawingml/2006/main">
  <dgm:ptLst>
    <dgm:pt modelId="{CABF5CBB-FE4B-4583-B101-8FD501714C23}" type="doc">
      <dgm:prSet loTypeId="urn:microsoft.com/office/officeart/2018/2/layout/IconLabelDescriptionList" loCatId="icon" qsTypeId="urn:microsoft.com/office/officeart/2005/8/quickstyle/simple1" qsCatId="simple" csTypeId="urn:microsoft.com/office/officeart/2005/8/colors/accent5_2" csCatId="accent5" phldr="1"/>
      <dgm:spPr/>
      <dgm:t>
        <a:bodyPr/>
        <a:lstStyle/>
        <a:p>
          <a:endParaRPr lang="en-US"/>
        </a:p>
      </dgm:t>
    </dgm:pt>
    <dgm:pt modelId="{70438773-0C24-4E15-9B0D-FA0CB6F6D43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Bitcoin</a:t>
          </a:r>
          <a:endParaRPr lang="en-US"/>
        </a:p>
      </dgm:t>
    </dgm:pt>
    <dgm:pt modelId="{F068F08E-A1D5-4CC4-9103-E3CD86780C89}" type="parTrans" cxnId="{5375A4FD-C7C4-4A39-81E4-59724059B7B6}">
      <dgm:prSet/>
      <dgm:spPr/>
      <dgm:t>
        <a:bodyPr/>
        <a:lstStyle/>
        <a:p>
          <a:endParaRPr lang="en-US"/>
        </a:p>
      </dgm:t>
    </dgm:pt>
    <dgm:pt modelId="{1501AC05-91F5-4049-B290-B95102D7B47C}" type="sibTrans" cxnId="{5375A4FD-C7C4-4A39-81E4-59724059B7B6}">
      <dgm:prSet/>
      <dgm:spPr/>
      <dgm:t>
        <a:bodyPr/>
        <a:lstStyle/>
        <a:p>
          <a:endParaRPr lang="en-US"/>
        </a:p>
      </dgm:t>
    </dgm:pt>
    <dgm:pt modelId="{7B71FEE3-14B6-4484-A26B-4377374954B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has no central authority</a:t>
          </a:r>
        </a:p>
      </dgm:t>
    </dgm:pt>
    <dgm:pt modelId="{D67CF7EF-2268-4E7B-A906-C5F7FD59232A}" type="parTrans" cxnId="{EED55843-0023-4AEB-A2A5-D212948BC565}">
      <dgm:prSet/>
      <dgm:spPr/>
      <dgm:t>
        <a:bodyPr/>
        <a:lstStyle/>
        <a:p>
          <a:endParaRPr lang="en-US"/>
        </a:p>
      </dgm:t>
    </dgm:pt>
    <dgm:pt modelId="{2575D6A8-6BF2-49C7-BFDE-BFA62AB5827B}" type="sibTrans" cxnId="{EED55843-0023-4AEB-A2A5-D212948BC565}">
      <dgm:prSet/>
      <dgm:spPr/>
      <dgm:t>
        <a:bodyPr/>
        <a:lstStyle/>
        <a:p>
          <a:endParaRPr lang="en-US"/>
        </a:p>
      </dgm:t>
    </dgm:pt>
    <dgm:pt modelId="{6FE8C90E-5F1A-49F7-B9B8-007F00A2810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Trust</a:t>
          </a:r>
          <a:r>
            <a:rPr lang="tr-TR"/>
            <a:t> </a:t>
          </a:r>
          <a:r>
            <a:rPr lang="tr-TR" err="1"/>
            <a:t>to</a:t>
          </a:r>
          <a:r>
            <a:rPr lang="tr-TR"/>
            <a:t> </a:t>
          </a:r>
          <a:r>
            <a:rPr lang="tr-TR" err="1"/>
            <a:t>full</a:t>
          </a:r>
          <a:r>
            <a:rPr lang="tr-TR"/>
            <a:t> </a:t>
          </a:r>
          <a:r>
            <a:rPr lang="tr-TR" err="1"/>
            <a:t>node</a:t>
          </a:r>
          <a:endParaRPr lang="en-US"/>
        </a:p>
      </dgm:t>
    </dgm:pt>
    <dgm:pt modelId="{4C62FCB8-9673-438A-942C-F34CE8488893}" type="parTrans" cxnId="{428D312F-A3A0-48C4-9B13-D01F9F880705}">
      <dgm:prSet/>
      <dgm:spPr/>
      <dgm:t>
        <a:bodyPr/>
        <a:lstStyle/>
        <a:p>
          <a:endParaRPr lang="en-US"/>
        </a:p>
      </dgm:t>
    </dgm:pt>
    <dgm:pt modelId="{A78DD9B5-167D-4D76-A3B5-980F6C756E50}" type="sibTrans" cxnId="{428D312F-A3A0-48C4-9B13-D01F9F880705}">
      <dgm:prSet/>
      <dgm:spPr/>
      <dgm:t>
        <a:bodyPr/>
        <a:lstStyle/>
        <a:p>
          <a:endParaRPr lang="en-US"/>
        </a:p>
      </dgm:t>
    </dgm:pt>
    <dgm:pt modelId="{99B54AC8-AF72-4A7C-B915-5350D94FD50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every full node has</a:t>
          </a:r>
        </a:p>
      </dgm:t>
    </dgm:pt>
    <dgm:pt modelId="{BC058AE2-E491-4180-88A5-4C4A8AD02D3B}" type="parTrans" cxnId="{6A6BAD85-C0DF-4E78-8BF7-7A8D9553A270}">
      <dgm:prSet/>
      <dgm:spPr/>
      <dgm:t>
        <a:bodyPr/>
        <a:lstStyle/>
        <a:p>
          <a:endParaRPr lang="en-US"/>
        </a:p>
      </dgm:t>
    </dgm:pt>
    <dgm:pt modelId="{3A30E667-F260-4376-B586-C9049F61111E}" type="sibTrans" cxnId="{6A6BAD85-C0DF-4E78-8BF7-7A8D9553A270}">
      <dgm:prSet/>
      <dgm:spPr/>
      <dgm:t>
        <a:bodyPr/>
        <a:lstStyle/>
        <a:p>
          <a:endParaRPr lang="en-US"/>
        </a:p>
      </dgm:t>
    </dgm:pt>
    <dgm:pt modelId="{1E7E1BC2-FB1B-4B81-9542-6BFC0D1A281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Full node itself as the authority</a:t>
          </a:r>
          <a:endParaRPr lang="en-US"/>
        </a:p>
      </dgm:t>
    </dgm:pt>
    <dgm:pt modelId="{2A010274-E3F7-4875-9710-F034036A6524}" type="parTrans" cxnId="{6C91619F-D020-4B71-988A-04A9D942DB54}">
      <dgm:prSet/>
      <dgm:spPr/>
      <dgm:t>
        <a:bodyPr/>
        <a:lstStyle/>
        <a:p>
          <a:endParaRPr lang="tr-TR"/>
        </a:p>
      </dgm:t>
    </dgm:pt>
    <dgm:pt modelId="{81FC70C5-DBCF-4EB9-A351-509753E4BD5C}" type="sibTrans" cxnId="{6C91619F-D020-4B71-988A-04A9D942DB54}">
      <dgm:prSet/>
      <dgm:spPr/>
      <dgm:t>
        <a:bodyPr/>
        <a:lstStyle/>
        <a:p>
          <a:endParaRPr lang="tr-TR"/>
        </a:p>
      </dgm:t>
    </dgm:pt>
    <dgm:pt modelId="{73399C1C-A384-47FA-BF87-EBCB4BECE0B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Exact</a:t>
          </a:r>
          <a:r>
            <a:rPr lang="tr-TR" dirty="0"/>
            <a:t> </a:t>
          </a:r>
          <a:r>
            <a:rPr lang="tr-TR" dirty="0" err="1"/>
            <a:t>copy</a:t>
          </a:r>
          <a:r>
            <a:rPr lang="tr-TR" dirty="0"/>
            <a:t> of </a:t>
          </a:r>
          <a:r>
            <a:rPr lang="tr-TR" dirty="0" err="1"/>
            <a:t>ledger</a:t>
          </a:r>
          <a:endParaRPr lang="en-US" dirty="0"/>
        </a:p>
      </dgm:t>
    </dgm:pt>
    <dgm:pt modelId="{CCE02018-91DA-4279-B2F2-2C45041A0711}" type="parTrans" cxnId="{70A8F2D7-3F19-4A8E-BEA3-F563B3D171EA}">
      <dgm:prSet/>
      <dgm:spPr/>
      <dgm:t>
        <a:bodyPr/>
        <a:lstStyle/>
        <a:p>
          <a:endParaRPr lang="tr-TR"/>
        </a:p>
      </dgm:t>
    </dgm:pt>
    <dgm:pt modelId="{D174A50E-64BB-408C-9DCF-26CF1025DFA6}" type="sibTrans" cxnId="{70A8F2D7-3F19-4A8E-BEA3-F563B3D171EA}">
      <dgm:prSet/>
      <dgm:spPr/>
      <dgm:t>
        <a:bodyPr/>
        <a:lstStyle/>
        <a:p>
          <a:endParaRPr lang="tr-TR"/>
        </a:p>
      </dgm:t>
    </dgm:pt>
    <dgm:pt modelId="{DB5EB5E0-46A6-42BC-B851-09E5293BEAB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complete copy of a public ledger</a:t>
          </a:r>
        </a:p>
      </dgm:t>
    </dgm:pt>
    <dgm:pt modelId="{7790D0FE-B9ED-437E-AF41-AC1E099A931F}" type="parTrans" cxnId="{BD0D4862-84BD-48B2-A140-F9119FA3CC73}">
      <dgm:prSet/>
      <dgm:spPr/>
      <dgm:t>
        <a:bodyPr/>
        <a:lstStyle/>
        <a:p>
          <a:endParaRPr lang="tr-TR"/>
        </a:p>
      </dgm:t>
    </dgm:pt>
    <dgm:pt modelId="{6CB4CD64-0E4D-436F-9E58-190C0F8AFB15}" type="sibTrans" cxnId="{BD0D4862-84BD-48B2-A140-F9119FA3CC73}">
      <dgm:prSet/>
      <dgm:spPr/>
      <dgm:t>
        <a:bodyPr/>
        <a:lstStyle/>
        <a:p>
          <a:endParaRPr lang="tr-TR"/>
        </a:p>
      </dgm:t>
    </dgm:pt>
    <dgm:pt modelId="{98B02E6B-2D57-4716-8FC0-F0E532CEBF23}" type="pres">
      <dgm:prSet presAssocID="{CABF5CBB-FE4B-4583-B101-8FD501714C23}" presName="root" presStyleCnt="0">
        <dgm:presLayoutVars>
          <dgm:dir/>
          <dgm:resizeHandles val="exact"/>
        </dgm:presLayoutVars>
      </dgm:prSet>
      <dgm:spPr/>
    </dgm:pt>
    <dgm:pt modelId="{7AB083DD-AD13-4712-A8BB-9C397F4B2FAF}" type="pres">
      <dgm:prSet presAssocID="{70438773-0C24-4E15-9B0D-FA0CB6F6D430}" presName="compNode" presStyleCnt="0"/>
      <dgm:spPr/>
    </dgm:pt>
    <dgm:pt modelId="{80C0930D-9526-47EB-BD5F-10215318F98B}" type="pres">
      <dgm:prSet presAssocID="{70438773-0C24-4E15-9B0D-FA0CB6F6D430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Banka"/>
        </a:ext>
      </dgm:extLst>
    </dgm:pt>
    <dgm:pt modelId="{5D6C543F-AE82-4540-B844-48DD96CEFD20}" type="pres">
      <dgm:prSet presAssocID="{70438773-0C24-4E15-9B0D-FA0CB6F6D430}" presName="iconSpace" presStyleCnt="0"/>
      <dgm:spPr/>
    </dgm:pt>
    <dgm:pt modelId="{1C5227E6-9AEB-49E7-934D-CF4E1B4E8ACE}" type="pres">
      <dgm:prSet presAssocID="{70438773-0C24-4E15-9B0D-FA0CB6F6D430}" presName="parTx" presStyleLbl="revTx" presStyleIdx="0" presStyleCnt="6">
        <dgm:presLayoutVars>
          <dgm:chMax val="0"/>
          <dgm:chPref val="0"/>
        </dgm:presLayoutVars>
      </dgm:prSet>
      <dgm:spPr/>
    </dgm:pt>
    <dgm:pt modelId="{9A066EDC-341E-4A7C-B07E-7F9A07DC957E}" type="pres">
      <dgm:prSet presAssocID="{70438773-0C24-4E15-9B0D-FA0CB6F6D430}" presName="txSpace" presStyleCnt="0"/>
      <dgm:spPr/>
    </dgm:pt>
    <dgm:pt modelId="{A61F1B91-2807-445F-8BEE-625C802E14DA}" type="pres">
      <dgm:prSet presAssocID="{70438773-0C24-4E15-9B0D-FA0CB6F6D430}" presName="desTx" presStyleLbl="revTx" presStyleIdx="1" presStyleCnt="6">
        <dgm:presLayoutVars/>
      </dgm:prSet>
      <dgm:spPr/>
    </dgm:pt>
    <dgm:pt modelId="{12B676F1-5609-4FF5-8589-CC6F22DEC666}" type="pres">
      <dgm:prSet presAssocID="{1501AC05-91F5-4049-B290-B95102D7B47C}" presName="sibTrans" presStyleCnt="0"/>
      <dgm:spPr/>
    </dgm:pt>
    <dgm:pt modelId="{C9CE8493-B934-4D9E-86E4-8A0978A833E2}" type="pres">
      <dgm:prSet presAssocID="{6FE8C90E-5F1A-49F7-B9B8-007F00A28107}" presName="compNode" presStyleCnt="0"/>
      <dgm:spPr/>
    </dgm:pt>
    <dgm:pt modelId="{E6C3BEAB-0265-49DD-96D8-A5FA02E79BEB}" type="pres">
      <dgm:prSet presAssocID="{6FE8C90E-5F1A-49F7-B9B8-007F00A28107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Network"/>
        </a:ext>
      </dgm:extLst>
    </dgm:pt>
    <dgm:pt modelId="{B69E158F-EFF6-4953-BBFC-2FD2A83D8FE1}" type="pres">
      <dgm:prSet presAssocID="{6FE8C90E-5F1A-49F7-B9B8-007F00A28107}" presName="iconSpace" presStyleCnt="0"/>
      <dgm:spPr/>
    </dgm:pt>
    <dgm:pt modelId="{C4A08B84-E71F-4049-AC52-6F94C08F650B}" type="pres">
      <dgm:prSet presAssocID="{6FE8C90E-5F1A-49F7-B9B8-007F00A28107}" presName="parTx" presStyleLbl="revTx" presStyleIdx="2" presStyleCnt="6">
        <dgm:presLayoutVars>
          <dgm:chMax val="0"/>
          <dgm:chPref val="0"/>
        </dgm:presLayoutVars>
      </dgm:prSet>
      <dgm:spPr/>
    </dgm:pt>
    <dgm:pt modelId="{3B749F4D-2D0E-4711-A2B3-5BD34F72ED6B}" type="pres">
      <dgm:prSet presAssocID="{6FE8C90E-5F1A-49F7-B9B8-007F00A28107}" presName="txSpace" presStyleCnt="0"/>
      <dgm:spPr/>
    </dgm:pt>
    <dgm:pt modelId="{53C94C1F-B1D9-4E36-9708-8ECB988B9C42}" type="pres">
      <dgm:prSet presAssocID="{6FE8C90E-5F1A-49F7-B9B8-007F00A28107}" presName="desTx" presStyleLbl="revTx" presStyleIdx="3" presStyleCnt="6">
        <dgm:presLayoutVars/>
      </dgm:prSet>
      <dgm:spPr/>
    </dgm:pt>
    <dgm:pt modelId="{EC02CCC0-A0E0-408B-94CB-2B1257456E7E}" type="pres">
      <dgm:prSet presAssocID="{A78DD9B5-167D-4D76-A3B5-980F6C756E50}" presName="sibTrans" presStyleCnt="0"/>
      <dgm:spPr/>
    </dgm:pt>
    <dgm:pt modelId="{17DC7E6B-C3B2-4EFD-884D-FE39E6596E39}" type="pres">
      <dgm:prSet presAssocID="{73399C1C-A384-47FA-BF87-EBCB4BECE0BC}" presName="compNode" presStyleCnt="0"/>
      <dgm:spPr/>
    </dgm:pt>
    <dgm:pt modelId="{435AF45F-FF32-4180-BF2A-305A297A285E}" type="pres">
      <dgm:prSet presAssocID="{73399C1C-A384-47FA-BF87-EBCB4BECE0BC}" presName="iconRect" presStyleLbl="node1" presStyleIdx="2" presStyleCnt="3"/>
      <dgm:spPr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</dgm:pt>
    <dgm:pt modelId="{F9890487-33C2-4E1F-BC72-8DCEDD628A1B}" type="pres">
      <dgm:prSet presAssocID="{73399C1C-A384-47FA-BF87-EBCB4BECE0BC}" presName="iconSpace" presStyleCnt="0"/>
      <dgm:spPr/>
    </dgm:pt>
    <dgm:pt modelId="{EC242FDF-7BD8-47A4-80B9-BC8796D51BBA}" type="pres">
      <dgm:prSet presAssocID="{73399C1C-A384-47FA-BF87-EBCB4BECE0BC}" presName="parTx" presStyleLbl="revTx" presStyleIdx="4" presStyleCnt="6">
        <dgm:presLayoutVars>
          <dgm:chMax val="0"/>
          <dgm:chPref val="0"/>
        </dgm:presLayoutVars>
      </dgm:prSet>
      <dgm:spPr/>
    </dgm:pt>
    <dgm:pt modelId="{52012B99-2F10-4963-B371-87F29FE388F4}" type="pres">
      <dgm:prSet presAssocID="{73399C1C-A384-47FA-BF87-EBCB4BECE0BC}" presName="txSpace" presStyleCnt="0"/>
      <dgm:spPr/>
    </dgm:pt>
    <dgm:pt modelId="{380CE73B-2251-42BD-AFB0-3971F2C1DCE3}" type="pres">
      <dgm:prSet presAssocID="{73399C1C-A384-47FA-BF87-EBCB4BECE0BC}" presName="desTx" presStyleLbl="revTx" presStyleIdx="5" presStyleCnt="6">
        <dgm:presLayoutVars/>
      </dgm:prSet>
      <dgm:spPr/>
    </dgm:pt>
  </dgm:ptLst>
  <dgm:cxnLst>
    <dgm:cxn modelId="{8399C72D-9C3C-455D-B280-888724FA2A32}" type="presOf" srcId="{6FE8C90E-5F1A-49F7-B9B8-007F00A28107}" destId="{C4A08B84-E71F-4049-AC52-6F94C08F650B}" srcOrd="0" destOrd="0" presId="urn:microsoft.com/office/officeart/2018/2/layout/IconLabelDescriptionList"/>
    <dgm:cxn modelId="{428D312F-A3A0-48C4-9B13-D01F9F880705}" srcId="{CABF5CBB-FE4B-4583-B101-8FD501714C23}" destId="{6FE8C90E-5F1A-49F7-B9B8-007F00A28107}" srcOrd="1" destOrd="0" parTransId="{4C62FCB8-9673-438A-942C-F34CE8488893}" sibTransId="{A78DD9B5-167D-4D76-A3B5-980F6C756E50}"/>
    <dgm:cxn modelId="{5F9A5960-C146-449F-985D-7416931EA81A}" type="presOf" srcId="{CABF5CBB-FE4B-4583-B101-8FD501714C23}" destId="{98B02E6B-2D57-4716-8FC0-F0E532CEBF23}" srcOrd="0" destOrd="0" presId="urn:microsoft.com/office/officeart/2018/2/layout/IconLabelDescriptionList"/>
    <dgm:cxn modelId="{BD0D4862-84BD-48B2-A140-F9119FA3CC73}" srcId="{73399C1C-A384-47FA-BF87-EBCB4BECE0BC}" destId="{DB5EB5E0-46A6-42BC-B851-09E5293BEAB1}" srcOrd="1" destOrd="0" parTransId="{7790D0FE-B9ED-437E-AF41-AC1E099A931F}" sibTransId="{6CB4CD64-0E4D-436F-9E58-190C0F8AFB15}"/>
    <dgm:cxn modelId="{EED55843-0023-4AEB-A2A5-D212948BC565}" srcId="{70438773-0C24-4E15-9B0D-FA0CB6F6D430}" destId="{7B71FEE3-14B6-4484-A26B-4377374954B0}" srcOrd="0" destOrd="0" parTransId="{D67CF7EF-2268-4E7B-A906-C5F7FD59232A}" sibTransId="{2575D6A8-6BF2-49C7-BFDE-BFA62AB5827B}"/>
    <dgm:cxn modelId="{D5534F4F-3286-47AD-A75C-328FCED22147}" type="presOf" srcId="{DB5EB5E0-46A6-42BC-B851-09E5293BEAB1}" destId="{380CE73B-2251-42BD-AFB0-3971F2C1DCE3}" srcOrd="0" destOrd="1" presId="urn:microsoft.com/office/officeart/2018/2/layout/IconLabelDescriptionList"/>
    <dgm:cxn modelId="{EA5EDF75-4EC1-4774-B09F-B8B6073D3D28}" type="presOf" srcId="{7B71FEE3-14B6-4484-A26B-4377374954B0}" destId="{A61F1B91-2807-445F-8BEE-625C802E14DA}" srcOrd="0" destOrd="0" presId="urn:microsoft.com/office/officeart/2018/2/layout/IconLabelDescriptionList"/>
    <dgm:cxn modelId="{A280387B-B230-4960-BE63-5A4BBDC2E251}" type="presOf" srcId="{99B54AC8-AF72-4A7C-B915-5350D94FD50D}" destId="{380CE73B-2251-42BD-AFB0-3971F2C1DCE3}" srcOrd="0" destOrd="0" presId="urn:microsoft.com/office/officeart/2018/2/layout/IconLabelDescriptionList"/>
    <dgm:cxn modelId="{6A6BAD85-C0DF-4E78-8BF7-7A8D9553A270}" srcId="{73399C1C-A384-47FA-BF87-EBCB4BECE0BC}" destId="{99B54AC8-AF72-4A7C-B915-5350D94FD50D}" srcOrd="0" destOrd="0" parTransId="{BC058AE2-E491-4180-88A5-4C4A8AD02D3B}" sibTransId="{3A30E667-F260-4376-B586-C9049F61111E}"/>
    <dgm:cxn modelId="{2414A28C-91EA-4AF1-95FD-A750DB369CF1}" type="presOf" srcId="{70438773-0C24-4E15-9B0D-FA0CB6F6D430}" destId="{1C5227E6-9AEB-49E7-934D-CF4E1B4E8ACE}" srcOrd="0" destOrd="0" presId="urn:microsoft.com/office/officeart/2018/2/layout/IconLabelDescriptionList"/>
    <dgm:cxn modelId="{F3973A9E-38E2-4AD3-B2CD-7E0DB1656841}" type="presOf" srcId="{1E7E1BC2-FB1B-4B81-9542-6BFC0D1A2813}" destId="{53C94C1F-B1D9-4E36-9708-8ECB988B9C42}" srcOrd="0" destOrd="0" presId="urn:microsoft.com/office/officeart/2018/2/layout/IconLabelDescriptionList"/>
    <dgm:cxn modelId="{6C91619F-D020-4B71-988A-04A9D942DB54}" srcId="{6FE8C90E-5F1A-49F7-B9B8-007F00A28107}" destId="{1E7E1BC2-FB1B-4B81-9542-6BFC0D1A2813}" srcOrd="0" destOrd="0" parTransId="{2A010274-E3F7-4875-9710-F034036A6524}" sibTransId="{81FC70C5-DBCF-4EB9-A351-509753E4BD5C}"/>
    <dgm:cxn modelId="{70A8F2D7-3F19-4A8E-BEA3-F563B3D171EA}" srcId="{CABF5CBB-FE4B-4583-B101-8FD501714C23}" destId="{73399C1C-A384-47FA-BF87-EBCB4BECE0BC}" srcOrd="2" destOrd="0" parTransId="{CCE02018-91DA-4279-B2F2-2C45041A0711}" sibTransId="{D174A50E-64BB-408C-9DCF-26CF1025DFA6}"/>
    <dgm:cxn modelId="{186DEED8-FF67-49D0-9033-0BE4B8EB119E}" type="presOf" srcId="{73399C1C-A384-47FA-BF87-EBCB4BECE0BC}" destId="{EC242FDF-7BD8-47A4-80B9-BC8796D51BBA}" srcOrd="0" destOrd="0" presId="urn:microsoft.com/office/officeart/2018/2/layout/IconLabelDescriptionList"/>
    <dgm:cxn modelId="{5375A4FD-C7C4-4A39-81E4-59724059B7B6}" srcId="{CABF5CBB-FE4B-4583-B101-8FD501714C23}" destId="{70438773-0C24-4E15-9B0D-FA0CB6F6D430}" srcOrd="0" destOrd="0" parTransId="{F068F08E-A1D5-4CC4-9103-E3CD86780C89}" sibTransId="{1501AC05-91F5-4049-B290-B95102D7B47C}"/>
    <dgm:cxn modelId="{4A89FC4C-626B-4D5F-9C6C-599949031931}" type="presParOf" srcId="{98B02E6B-2D57-4716-8FC0-F0E532CEBF23}" destId="{7AB083DD-AD13-4712-A8BB-9C397F4B2FAF}" srcOrd="0" destOrd="0" presId="urn:microsoft.com/office/officeart/2018/2/layout/IconLabelDescriptionList"/>
    <dgm:cxn modelId="{F72ADA9A-3040-4442-8206-683F38C67166}" type="presParOf" srcId="{7AB083DD-AD13-4712-A8BB-9C397F4B2FAF}" destId="{80C0930D-9526-47EB-BD5F-10215318F98B}" srcOrd="0" destOrd="0" presId="urn:microsoft.com/office/officeart/2018/2/layout/IconLabelDescriptionList"/>
    <dgm:cxn modelId="{80E90D08-DB6E-4EA9-A5D3-E66C1A7F2CA6}" type="presParOf" srcId="{7AB083DD-AD13-4712-A8BB-9C397F4B2FAF}" destId="{5D6C543F-AE82-4540-B844-48DD96CEFD20}" srcOrd="1" destOrd="0" presId="urn:microsoft.com/office/officeart/2018/2/layout/IconLabelDescriptionList"/>
    <dgm:cxn modelId="{27115913-8E45-46E5-A681-1A600C59064E}" type="presParOf" srcId="{7AB083DD-AD13-4712-A8BB-9C397F4B2FAF}" destId="{1C5227E6-9AEB-49E7-934D-CF4E1B4E8ACE}" srcOrd="2" destOrd="0" presId="urn:microsoft.com/office/officeart/2018/2/layout/IconLabelDescriptionList"/>
    <dgm:cxn modelId="{F43CFF14-4B91-4015-8AC8-389612199A8E}" type="presParOf" srcId="{7AB083DD-AD13-4712-A8BB-9C397F4B2FAF}" destId="{9A066EDC-341E-4A7C-B07E-7F9A07DC957E}" srcOrd="3" destOrd="0" presId="urn:microsoft.com/office/officeart/2018/2/layout/IconLabelDescriptionList"/>
    <dgm:cxn modelId="{7A8D437A-94D1-4E60-8A37-A107AB7AE24B}" type="presParOf" srcId="{7AB083DD-AD13-4712-A8BB-9C397F4B2FAF}" destId="{A61F1B91-2807-445F-8BEE-625C802E14DA}" srcOrd="4" destOrd="0" presId="urn:microsoft.com/office/officeart/2018/2/layout/IconLabelDescriptionList"/>
    <dgm:cxn modelId="{AC7279B8-0908-40D7-9526-F3E3DEBB9A02}" type="presParOf" srcId="{98B02E6B-2D57-4716-8FC0-F0E532CEBF23}" destId="{12B676F1-5609-4FF5-8589-CC6F22DEC666}" srcOrd="1" destOrd="0" presId="urn:microsoft.com/office/officeart/2018/2/layout/IconLabelDescriptionList"/>
    <dgm:cxn modelId="{14B0F258-91E2-4C34-B62D-D7F6E6E97311}" type="presParOf" srcId="{98B02E6B-2D57-4716-8FC0-F0E532CEBF23}" destId="{C9CE8493-B934-4D9E-86E4-8A0978A833E2}" srcOrd="2" destOrd="0" presId="urn:microsoft.com/office/officeart/2018/2/layout/IconLabelDescriptionList"/>
    <dgm:cxn modelId="{A929AE3B-9D93-476B-88E4-469D164FD4CC}" type="presParOf" srcId="{C9CE8493-B934-4D9E-86E4-8A0978A833E2}" destId="{E6C3BEAB-0265-49DD-96D8-A5FA02E79BEB}" srcOrd="0" destOrd="0" presId="urn:microsoft.com/office/officeart/2018/2/layout/IconLabelDescriptionList"/>
    <dgm:cxn modelId="{821C1657-2C40-4F0A-9669-31B378354AAD}" type="presParOf" srcId="{C9CE8493-B934-4D9E-86E4-8A0978A833E2}" destId="{B69E158F-EFF6-4953-BBFC-2FD2A83D8FE1}" srcOrd="1" destOrd="0" presId="urn:microsoft.com/office/officeart/2018/2/layout/IconLabelDescriptionList"/>
    <dgm:cxn modelId="{36A6D770-252A-4996-891A-794271CB9CAA}" type="presParOf" srcId="{C9CE8493-B934-4D9E-86E4-8A0978A833E2}" destId="{C4A08B84-E71F-4049-AC52-6F94C08F650B}" srcOrd="2" destOrd="0" presId="urn:microsoft.com/office/officeart/2018/2/layout/IconLabelDescriptionList"/>
    <dgm:cxn modelId="{24C8C530-C422-44A4-ACFF-6D64460AF932}" type="presParOf" srcId="{C9CE8493-B934-4D9E-86E4-8A0978A833E2}" destId="{3B749F4D-2D0E-4711-A2B3-5BD34F72ED6B}" srcOrd="3" destOrd="0" presId="urn:microsoft.com/office/officeart/2018/2/layout/IconLabelDescriptionList"/>
    <dgm:cxn modelId="{650AC356-6D32-4132-B75E-5FE5875B508E}" type="presParOf" srcId="{C9CE8493-B934-4D9E-86E4-8A0978A833E2}" destId="{53C94C1F-B1D9-4E36-9708-8ECB988B9C42}" srcOrd="4" destOrd="0" presId="urn:microsoft.com/office/officeart/2018/2/layout/IconLabelDescriptionList"/>
    <dgm:cxn modelId="{7B27263B-4452-4323-9842-BF576FEDD20D}" type="presParOf" srcId="{98B02E6B-2D57-4716-8FC0-F0E532CEBF23}" destId="{EC02CCC0-A0E0-408B-94CB-2B1257456E7E}" srcOrd="3" destOrd="0" presId="urn:microsoft.com/office/officeart/2018/2/layout/IconLabelDescriptionList"/>
    <dgm:cxn modelId="{97A13419-9DCF-4EFD-B22E-1E14C1932BEE}" type="presParOf" srcId="{98B02E6B-2D57-4716-8FC0-F0E532CEBF23}" destId="{17DC7E6B-C3B2-4EFD-884D-FE39E6596E39}" srcOrd="4" destOrd="0" presId="urn:microsoft.com/office/officeart/2018/2/layout/IconLabelDescriptionList"/>
    <dgm:cxn modelId="{8C5B9943-3401-40D8-A2FC-7D5E37D6D561}" type="presParOf" srcId="{17DC7E6B-C3B2-4EFD-884D-FE39E6596E39}" destId="{435AF45F-FF32-4180-BF2A-305A297A285E}" srcOrd="0" destOrd="0" presId="urn:microsoft.com/office/officeart/2018/2/layout/IconLabelDescriptionList"/>
    <dgm:cxn modelId="{819FEF92-FECD-47B2-8EED-D5DE68AC61C0}" type="presParOf" srcId="{17DC7E6B-C3B2-4EFD-884D-FE39E6596E39}" destId="{F9890487-33C2-4E1F-BC72-8DCEDD628A1B}" srcOrd="1" destOrd="0" presId="urn:microsoft.com/office/officeart/2018/2/layout/IconLabelDescriptionList"/>
    <dgm:cxn modelId="{4A86FAAF-CEB8-4128-899D-D20D2256353E}" type="presParOf" srcId="{17DC7E6B-C3B2-4EFD-884D-FE39E6596E39}" destId="{EC242FDF-7BD8-47A4-80B9-BC8796D51BBA}" srcOrd="2" destOrd="0" presId="urn:microsoft.com/office/officeart/2018/2/layout/IconLabelDescriptionList"/>
    <dgm:cxn modelId="{8B1D2CB3-150E-4404-85CD-96ED138796CA}" type="presParOf" srcId="{17DC7E6B-C3B2-4EFD-884D-FE39E6596E39}" destId="{52012B99-2F10-4963-B371-87F29FE388F4}" srcOrd="3" destOrd="0" presId="urn:microsoft.com/office/officeart/2018/2/layout/IconLabelDescriptionList"/>
    <dgm:cxn modelId="{2EFD78E8-3DB8-480B-8453-4381C03D929F}" type="presParOf" srcId="{17DC7E6B-C3B2-4EFD-884D-FE39E6596E39}" destId="{380CE73B-2251-42BD-AFB0-3971F2C1DCE3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6.xml><?xml version="1.0" encoding="utf-8"?>
<dgm:dataModel xmlns:dgm="http://schemas.openxmlformats.org/drawingml/2006/diagram" xmlns:a="http://schemas.openxmlformats.org/drawingml/2006/main">
  <dgm:ptLst>
    <dgm:pt modelId="{CABF5CBB-FE4B-4583-B101-8FD501714C23}" type="doc">
      <dgm:prSet loTypeId="urn:microsoft.com/office/officeart/2018/2/layout/IconLabelDescriptionList" loCatId="icon" qsTypeId="urn:microsoft.com/office/officeart/2005/8/quickstyle/simple1" qsCatId="simple" csTypeId="urn:microsoft.com/office/officeart/2005/8/colors/accent5_2" csCatId="accent5" phldr="1"/>
      <dgm:spPr/>
      <dgm:t>
        <a:bodyPr/>
        <a:lstStyle/>
        <a:p>
          <a:endParaRPr lang="en-US"/>
        </a:p>
      </dgm:t>
    </dgm:pt>
    <dgm:pt modelId="{70438773-0C24-4E15-9B0D-FA0CB6F6D43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Consensus</a:t>
          </a:r>
          <a:endParaRPr lang="en-US"/>
        </a:p>
      </dgm:t>
    </dgm:pt>
    <dgm:pt modelId="{F068F08E-A1D5-4CC4-9103-E3CD86780C89}" type="parTrans" cxnId="{5375A4FD-C7C4-4A39-81E4-59724059B7B6}">
      <dgm:prSet/>
      <dgm:spPr/>
      <dgm:t>
        <a:bodyPr/>
        <a:lstStyle/>
        <a:p>
          <a:endParaRPr lang="en-US"/>
        </a:p>
      </dgm:t>
    </dgm:pt>
    <dgm:pt modelId="{1501AC05-91F5-4049-B290-B95102D7B47C}" type="sibTrans" cxnId="{5375A4FD-C7C4-4A39-81E4-59724059B7B6}">
      <dgm:prSet/>
      <dgm:spPr/>
      <dgm:t>
        <a:bodyPr/>
        <a:lstStyle/>
        <a:p>
          <a:endParaRPr lang="en-US"/>
        </a:p>
      </dgm:t>
    </dgm:pt>
    <dgm:pt modelId="{F03172A5-30C7-4B68-8BD2-B48BCB11CF4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err="1"/>
            <a:t>Decentralized</a:t>
          </a:r>
          <a:endParaRPr lang="en-US"/>
        </a:p>
      </dgm:t>
    </dgm:pt>
    <dgm:pt modelId="{A5FA4AC5-A41E-447B-A028-B90AE0C15106}" type="parTrans" cxnId="{A05888F8-00A8-454B-8BBA-7DFF57BE7008}">
      <dgm:prSet/>
      <dgm:spPr/>
      <dgm:t>
        <a:bodyPr/>
        <a:lstStyle/>
        <a:p>
          <a:endParaRPr lang="tr-TR"/>
        </a:p>
      </dgm:t>
    </dgm:pt>
    <dgm:pt modelId="{A002F37B-2BE8-4775-8046-4279E31D3A7C}" type="sibTrans" cxnId="{A05888F8-00A8-454B-8BBA-7DFF57BE7008}">
      <dgm:prSet/>
      <dgm:spPr/>
      <dgm:t>
        <a:bodyPr/>
        <a:lstStyle/>
        <a:p>
          <a:endParaRPr lang="tr-TR"/>
        </a:p>
      </dgm:t>
    </dgm:pt>
    <dgm:pt modelId="{3E6752C5-A933-4EE2-8762-228ECA32F89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err="1"/>
            <a:t>Emergent</a:t>
          </a:r>
          <a:endParaRPr lang="en-US"/>
        </a:p>
      </dgm:t>
    </dgm:pt>
    <dgm:pt modelId="{0F883C59-D261-4B48-A458-375DAC71D919}" type="parTrans" cxnId="{D52F1CCB-FDF2-4C1A-A939-E9A7D60C8615}">
      <dgm:prSet/>
      <dgm:spPr/>
      <dgm:t>
        <a:bodyPr/>
        <a:lstStyle/>
        <a:p>
          <a:endParaRPr lang="tr-TR"/>
        </a:p>
      </dgm:t>
    </dgm:pt>
    <dgm:pt modelId="{A4E98007-2D30-4751-B0F6-F674EB0FA00B}" type="sibTrans" cxnId="{D52F1CCB-FDF2-4C1A-A939-E9A7D60C8615}">
      <dgm:prSet/>
      <dgm:spPr/>
      <dgm:t>
        <a:bodyPr/>
        <a:lstStyle/>
        <a:p>
          <a:endParaRPr lang="tr-TR"/>
        </a:p>
      </dgm:t>
    </dgm:pt>
    <dgm:pt modelId="{FC414416-0120-488F-A7C6-3DFEDCC7BB8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Decentralized</a:t>
          </a:r>
          <a:r>
            <a:rPr lang="tr-TR"/>
            <a:t> </a:t>
          </a:r>
          <a:r>
            <a:rPr lang="tr-TR" err="1"/>
            <a:t>consensus</a:t>
          </a:r>
          <a:endParaRPr lang="en-US"/>
        </a:p>
      </dgm:t>
    </dgm:pt>
    <dgm:pt modelId="{789CD77F-D6FF-4E7A-BED1-BAA16943A823}" type="parTrans" cxnId="{9F871E3B-1E9A-4F36-9528-D54EA0DC625A}">
      <dgm:prSet/>
      <dgm:spPr/>
      <dgm:t>
        <a:bodyPr/>
        <a:lstStyle/>
        <a:p>
          <a:endParaRPr lang="tr-TR"/>
        </a:p>
      </dgm:t>
    </dgm:pt>
    <dgm:pt modelId="{A246B722-C012-4A07-B94E-93DE9FEC6A22}" type="sibTrans" cxnId="{9F871E3B-1E9A-4F36-9528-D54EA0DC625A}">
      <dgm:prSet/>
      <dgm:spPr/>
      <dgm:t>
        <a:bodyPr/>
        <a:lstStyle/>
        <a:p>
          <a:endParaRPr lang="tr-TR"/>
        </a:p>
      </dgm:t>
    </dgm:pt>
    <dgm:pt modelId="{9E8532E3-7C56-437F-B314-3994E2181D8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err="1"/>
            <a:t>Different</a:t>
          </a:r>
          <a:r>
            <a:rPr lang="tr-TR"/>
            <a:t> </a:t>
          </a:r>
          <a:r>
            <a:rPr lang="tr-TR" err="1"/>
            <a:t>nodes</a:t>
          </a:r>
          <a:endParaRPr lang="en-US"/>
        </a:p>
      </dgm:t>
    </dgm:pt>
    <dgm:pt modelId="{25B8B4EB-9D56-4320-A499-A0D07898DE78}" type="parTrans" cxnId="{26C93573-3F63-48AC-9A4E-B47A3D51E2BA}">
      <dgm:prSet/>
      <dgm:spPr/>
      <dgm:t>
        <a:bodyPr/>
        <a:lstStyle/>
        <a:p>
          <a:endParaRPr lang="tr-TR"/>
        </a:p>
      </dgm:t>
    </dgm:pt>
    <dgm:pt modelId="{FCD36743-56A4-4A44-9BE9-1B4BF3F6F574}" type="sibTrans" cxnId="{26C93573-3F63-48AC-9A4E-B47A3D51E2BA}">
      <dgm:prSet/>
      <dgm:spPr/>
      <dgm:t>
        <a:bodyPr/>
        <a:lstStyle/>
        <a:p>
          <a:endParaRPr lang="tr-TR"/>
        </a:p>
      </dgm:t>
    </dgm:pt>
    <dgm:pt modelId="{8AD627D9-DD11-4702-9F74-DB20417B406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</a:t>
          </a:r>
          <a:r>
            <a:rPr lang="tr-TR" err="1"/>
            <a:t>same</a:t>
          </a:r>
          <a:r>
            <a:rPr lang="tr-TR"/>
            <a:t> </a:t>
          </a:r>
          <a:r>
            <a:rPr lang="tr-TR" err="1"/>
            <a:t>conclusion</a:t>
          </a:r>
          <a:endParaRPr lang="en-US"/>
        </a:p>
      </dgm:t>
    </dgm:pt>
    <dgm:pt modelId="{675013D3-4E10-4C0D-B1E0-707F18333DD2}" type="parTrans" cxnId="{2E536567-306E-432C-8728-F3A5D924FAE6}">
      <dgm:prSet/>
      <dgm:spPr/>
      <dgm:t>
        <a:bodyPr/>
        <a:lstStyle/>
        <a:p>
          <a:endParaRPr lang="tr-TR"/>
        </a:p>
      </dgm:t>
    </dgm:pt>
    <dgm:pt modelId="{9EC3C5AE-CB97-4AFF-9D9B-7B686063635C}" type="sibTrans" cxnId="{2E536567-306E-432C-8728-F3A5D924FAE6}">
      <dgm:prSet/>
      <dgm:spPr/>
      <dgm:t>
        <a:bodyPr/>
        <a:lstStyle/>
        <a:p>
          <a:endParaRPr lang="tr-TR"/>
        </a:p>
      </dgm:t>
    </dgm:pt>
    <dgm:pt modelId="{19132995-D135-4EB1-98E5-95B1CA756E9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Mechanism</a:t>
          </a:r>
          <a:endParaRPr lang="en-US"/>
        </a:p>
      </dgm:t>
    </dgm:pt>
    <dgm:pt modelId="{F15DEB12-B7D6-4CD9-9E18-35874C512CA8}" type="parTrans" cxnId="{F4FCDA2A-C9E1-48BB-8ADA-3E94F9A02E35}">
      <dgm:prSet/>
      <dgm:spPr/>
      <dgm:t>
        <a:bodyPr/>
        <a:lstStyle/>
        <a:p>
          <a:endParaRPr lang="tr-TR"/>
        </a:p>
      </dgm:t>
    </dgm:pt>
    <dgm:pt modelId="{FBA273A9-F461-4674-ABD8-E8D7A6FDF1F9}" type="sibTrans" cxnId="{F4FCDA2A-C9E1-48BB-8ADA-3E94F9A02E35}">
      <dgm:prSet/>
      <dgm:spPr/>
      <dgm:t>
        <a:bodyPr/>
        <a:lstStyle/>
        <a:p>
          <a:endParaRPr lang="tr-TR"/>
        </a:p>
      </dgm:t>
    </dgm:pt>
    <dgm:pt modelId="{8BABD0A0-3DD3-4144-8D06-22032B2B51C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every node in the</a:t>
          </a:r>
          <a:r>
            <a:rPr lang="tr-TR"/>
            <a:t> </a:t>
          </a:r>
          <a:r>
            <a:rPr lang="en-US"/>
            <a:t>network</a:t>
          </a:r>
        </a:p>
      </dgm:t>
    </dgm:pt>
    <dgm:pt modelId="{FA14EC46-21BA-40AC-960B-7E7EB5C371C9}" type="parTrans" cxnId="{3130C885-FF1B-477D-B7E1-AB6D9FA9FCE6}">
      <dgm:prSet/>
      <dgm:spPr/>
      <dgm:t>
        <a:bodyPr/>
        <a:lstStyle/>
        <a:p>
          <a:endParaRPr lang="tr-TR"/>
        </a:p>
      </dgm:t>
    </dgm:pt>
    <dgm:pt modelId="{28FF52AA-E8F7-499C-8EC0-8F688FB865B9}" type="sibTrans" cxnId="{3130C885-FF1B-477D-B7E1-AB6D9FA9FCE6}">
      <dgm:prSet/>
      <dgm:spPr/>
      <dgm:t>
        <a:bodyPr/>
        <a:lstStyle/>
        <a:p>
          <a:endParaRPr lang="tr-TR"/>
        </a:p>
      </dgm:t>
    </dgm:pt>
    <dgm:pt modelId="{74ADA10D-5974-4238-A35F-61DA6DF2562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arrive at the same conclusion</a:t>
          </a:r>
        </a:p>
      </dgm:t>
    </dgm:pt>
    <dgm:pt modelId="{5A1AF28C-17AE-41FD-A74F-724FC181110B}" type="parTrans" cxnId="{E6C01416-AD90-446E-929F-02FBA364D9F9}">
      <dgm:prSet/>
      <dgm:spPr/>
      <dgm:t>
        <a:bodyPr/>
        <a:lstStyle/>
        <a:p>
          <a:endParaRPr lang="tr-TR"/>
        </a:p>
      </dgm:t>
    </dgm:pt>
    <dgm:pt modelId="{5B354BED-2351-480B-B034-F16A9DD7E76F}" type="sibTrans" cxnId="{E6C01416-AD90-446E-929F-02FBA364D9F9}">
      <dgm:prSet/>
      <dgm:spPr/>
      <dgm:t>
        <a:bodyPr/>
        <a:lstStyle/>
        <a:p>
          <a:endParaRPr lang="tr-TR"/>
        </a:p>
      </dgm:t>
    </dgm:pt>
    <dgm:pt modelId="{CB829AD0-0969-4E02-A7EC-C13CDCD7B39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Emergent</a:t>
          </a:r>
          <a:r>
            <a:rPr lang="tr-TR"/>
            <a:t> </a:t>
          </a:r>
          <a:r>
            <a:rPr lang="tr-TR" err="1"/>
            <a:t>consensus</a:t>
          </a:r>
          <a:endParaRPr lang="en-US"/>
        </a:p>
      </dgm:t>
    </dgm:pt>
    <dgm:pt modelId="{2D722FC2-E052-4B76-99D7-D24F0548B7BB}" type="parTrans" cxnId="{80AA4847-EC16-4EDD-892E-1DEC0F9FFE4D}">
      <dgm:prSet/>
      <dgm:spPr/>
      <dgm:t>
        <a:bodyPr/>
        <a:lstStyle/>
        <a:p>
          <a:endParaRPr lang="tr-TR"/>
        </a:p>
      </dgm:t>
    </dgm:pt>
    <dgm:pt modelId="{CB366B29-D1BC-46B9-B602-9E1690D78730}" type="sibTrans" cxnId="{80AA4847-EC16-4EDD-892E-1DEC0F9FFE4D}">
      <dgm:prSet/>
      <dgm:spPr/>
      <dgm:t>
        <a:bodyPr/>
        <a:lstStyle/>
        <a:p>
          <a:endParaRPr lang="tr-TR"/>
        </a:p>
      </dgm:t>
    </dgm:pt>
    <dgm:pt modelId="{480B6F53-8855-42C3-A625-5D0A039228F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consensus is not achieved explicitly</a:t>
          </a:r>
        </a:p>
      </dgm:t>
    </dgm:pt>
    <dgm:pt modelId="{95D0880C-4A62-49AA-A2EE-ACDAC4102AD7}" type="parTrans" cxnId="{42192387-E925-434E-9F27-D5B09484BEF0}">
      <dgm:prSet/>
      <dgm:spPr/>
      <dgm:t>
        <a:bodyPr/>
        <a:lstStyle/>
        <a:p>
          <a:endParaRPr lang="tr-TR"/>
        </a:p>
      </dgm:t>
    </dgm:pt>
    <dgm:pt modelId="{26B139AD-AAFD-4F0F-A41C-945B4B448AB1}" type="sibTrans" cxnId="{42192387-E925-434E-9F27-D5B09484BEF0}">
      <dgm:prSet/>
      <dgm:spPr/>
      <dgm:t>
        <a:bodyPr/>
        <a:lstStyle/>
        <a:p>
          <a:endParaRPr lang="tr-TR"/>
        </a:p>
      </dgm:t>
    </dgm:pt>
    <dgm:pt modelId="{647E89C6-262E-4951-BD0B-928C18A2210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Election</a:t>
          </a:r>
          <a:r>
            <a:rPr lang="tr-TR"/>
            <a:t> &amp; moment</a:t>
          </a:r>
          <a:endParaRPr lang="en-US"/>
        </a:p>
      </dgm:t>
    </dgm:pt>
    <dgm:pt modelId="{0710602D-A68A-4B26-B851-BC1F832F16C9}" type="parTrans" cxnId="{9182FBB7-ED13-43F6-9749-AAB2C0E10F31}">
      <dgm:prSet/>
      <dgm:spPr/>
      <dgm:t>
        <a:bodyPr/>
        <a:lstStyle/>
        <a:p>
          <a:endParaRPr lang="tr-TR"/>
        </a:p>
      </dgm:t>
    </dgm:pt>
    <dgm:pt modelId="{589A4BBA-5BE1-46BD-9F74-95C6CDCD026A}" type="sibTrans" cxnId="{9182FBB7-ED13-43F6-9749-AAB2C0E10F31}">
      <dgm:prSet/>
      <dgm:spPr/>
      <dgm:t>
        <a:bodyPr/>
        <a:lstStyle/>
        <a:p>
          <a:endParaRPr lang="tr-TR"/>
        </a:p>
      </dgm:t>
    </dgm:pt>
    <dgm:pt modelId="{A229690B-F8D9-43E4-839C-9DEB90D3975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there is no election</a:t>
          </a:r>
        </a:p>
      </dgm:t>
    </dgm:pt>
    <dgm:pt modelId="{37402E84-C537-4218-8AC8-BEA2B1CDD371}" type="parTrans" cxnId="{C23775B5-0E12-4A16-824A-375707BA13CE}">
      <dgm:prSet/>
      <dgm:spPr/>
      <dgm:t>
        <a:bodyPr/>
        <a:lstStyle/>
        <a:p>
          <a:endParaRPr lang="tr-TR"/>
        </a:p>
      </dgm:t>
    </dgm:pt>
    <dgm:pt modelId="{B0040221-75AC-4D40-8AD2-55233C49493F}" type="sibTrans" cxnId="{C23775B5-0E12-4A16-824A-375707BA13CE}">
      <dgm:prSet/>
      <dgm:spPr/>
      <dgm:t>
        <a:bodyPr/>
        <a:lstStyle/>
        <a:p>
          <a:endParaRPr lang="tr-TR"/>
        </a:p>
      </dgm:t>
    </dgm:pt>
    <dgm:pt modelId="{B5C637A8-B710-45BA-8D2E-130617EF590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err="1"/>
            <a:t>no</a:t>
          </a:r>
          <a:r>
            <a:rPr lang="tr-TR"/>
            <a:t> </a:t>
          </a:r>
          <a:r>
            <a:rPr lang="en-US"/>
            <a:t>fixed moment when consensus occurs</a:t>
          </a:r>
        </a:p>
      </dgm:t>
    </dgm:pt>
    <dgm:pt modelId="{D6C204DE-E590-4AB1-95D0-3063F9E0085C}" type="parTrans" cxnId="{D7DA7231-8140-4604-A816-54411B1A6618}">
      <dgm:prSet/>
      <dgm:spPr/>
      <dgm:t>
        <a:bodyPr/>
        <a:lstStyle/>
        <a:p>
          <a:endParaRPr lang="tr-TR"/>
        </a:p>
      </dgm:t>
    </dgm:pt>
    <dgm:pt modelId="{6637CA7D-B14B-4933-9646-C947FDF4CEC3}" type="sibTrans" cxnId="{D7DA7231-8140-4604-A816-54411B1A6618}">
      <dgm:prSet/>
      <dgm:spPr/>
      <dgm:t>
        <a:bodyPr/>
        <a:lstStyle/>
        <a:p>
          <a:endParaRPr lang="tr-TR"/>
        </a:p>
      </dgm:t>
    </dgm:pt>
    <dgm:pt modelId="{98B02E6B-2D57-4716-8FC0-F0E532CEBF23}" type="pres">
      <dgm:prSet presAssocID="{CABF5CBB-FE4B-4583-B101-8FD501714C23}" presName="root" presStyleCnt="0">
        <dgm:presLayoutVars>
          <dgm:dir/>
          <dgm:resizeHandles val="exact"/>
        </dgm:presLayoutVars>
      </dgm:prSet>
      <dgm:spPr/>
    </dgm:pt>
    <dgm:pt modelId="{7AB083DD-AD13-4712-A8BB-9C397F4B2FAF}" type="pres">
      <dgm:prSet presAssocID="{70438773-0C24-4E15-9B0D-FA0CB6F6D430}" presName="compNode" presStyleCnt="0"/>
      <dgm:spPr/>
    </dgm:pt>
    <dgm:pt modelId="{80C0930D-9526-47EB-BD5F-10215318F98B}" type="pres">
      <dgm:prSet presAssocID="{70438773-0C24-4E15-9B0D-FA0CB6F6D430}" presName="iconRect" presStyleLbl="node1" presStyleIdx="0" presStyleCnt="5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Banka"/>
        </a:ext>
      </dgm:extLst>
    </dgm:pt>
    <dgm:pt modelId="{5D6C543F-AE82-4540-B844-48DD96CEFD20}" type="pres">
      <dgm:prSet presAssocID="{70438773-0C24-4E15-9B0D-FA0CB6F6D430}" presName="iconSpace" presStyleCnt="0"/>
      <dgm:spPr/>
    </dgm:pt>
    <dgm:pt modelId="{1C5227E6-9AEB-49E7-934D-CF4E1B4E8ACE}" type="pres">
      <dgm:prSet presAssocID="{70438773-0C24-4E15-9B0D-FA0CB6F6D430}" presName="parTx" presStyleLbl="revTx" presStyleIdx="0" presStyleCnt="10">
        <dgm:presLayoutVars>
          <dgm:chMax val="0"/>
          <dgm:chPref val="0"/>
        </dgm:presLayoutVars>
      </dgm:prSet>
      <dgm:spPr/>
    </dgm:pt>
    <dgm:pt modelId="{9A066EDC-341E-4A7C-B07E-7F9A07DC957E}" type="pres">
      <dgm:prSet presAssocID="{70438773-0C24-4E15-9B0D-FA0CB6F6D430}" presName="txSpace" presStyleCnt="0"/>
      <dgm:spPr/>
    </dgm:pt>
    <dgm:pt modelId="{A61F1B91-2807-445F-8BEE-625C802E14DA}" type="pres">
      <dgm:prSet presAssocID="{70438773-0C24-4E15-9B0D-FA0CB6F6D430}" presName="desTx" presStyleLbl="revTx" presStyleIdx="1" presStyleCnt="10">
        <dgm:presLayoutVars/>
      </dgm:prSet>
      <dgm:spPr/>
    </dgm:pt>
    <dgm:pt modelId="{12B676F1-5609-4FF5-8589-CC6F22DEC666}" type="pres">
      <dgm:prSet presAssocID="{1501AC05-91F5-4049-B290-B95102D7B47C}" presName="sibTrans" presStyleCnt="0"/>
      <dgm:spPr/>
    </dgm:pt>
    <dgm:pt modelId="{5182CE01-99DB-4C9B-99EB-E36CEACBBD10}" type="pres">
      <dgm:prSet presAssocID="{FC414416-0120-488F-A7C6-3DFEDCC7BB84}" presName="compNode" presStyleCnt="0"/>
      <dgm:spPr/>
    </dgm:pt>
    <dgm:pt modelId="{4C258A1F-0489-42A8-A611-5438630AE208}" type="pres">
      <dgm:prSet presAssocID="{FC414416-0120-488F-A7C6-3DFEDCC7BB84}" presName="iconRect" presStyleLbl="node1" presStyleIdx="1" presStyleCnt="5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297ECAE1-4FC1-43EE-AE34-EC845D107D2C}" type="pres">
      <dgm:prSet presAssocID="{FC414416-0120-488F-A7C6-3DFEDCC7BB84}" presName="iconSpace" presStyleCnt="0"/>
      <dgm:spPr/>
    </dgm:pt>
    <dgm:pt modelId="{48A53B70-252F-48E8-BB9D-1879FFAC0E75}" type="pres">
      <dgm:prSet presAssocID="{FC414416-0120-488F-A7C6-3DFEDCC7BB84}" presName="parTx" presStyleLbl="revTx" presStyleIdx="2" presStyleCnt="10">
        <dgm:presLayoutVars>
          <dgm:chMax val="0"/>
          <dgm:chPref val="0"/>
        </dgm:presLayoutVars>
      </dgm:prSet>
      <dgm:spPr/>
    </dgm:pt>
    <dgm:pt modelId="{044C59F5-3D0F-434D-8101-DA73B52C60D7}" type="pres">
      <dgm:prSet presAssocID="{FC414416-0120-488F-A7C6-3DFEDCC7BB84}" presName="txSpace" presStyleCnt="0"/>
      <dgm:spPr/>
    </dgm:pt>
    <dgm:pt modelId="{AC25FD37-8511-455F-8A98-AC8B2C6B0F51}" type="pres">
      <dgm:prSet presAssocID="{FC414416-0120-488F-A7C6-3DFEDCC7BB84}" presName="desTx" presStyleLbl="revTx" presStyleIdx="3" presStyleCnt="10">
        <dgm:presLayoutVars/>
      </dgm:prSet>
      <dgm:spPr/>
    </dgm:pt>
    <dgm:pt modelId="{E48F96C3-8CA8-47BD-8E65-22FAC77218EF}" type="pres">
      <dgm:prSet presAssocID="{A246B722-C012-4A07-B94E-93DE9FEC6A22}" presName="sibTrans" presStyleCnt="0"/>
      <dgm:spPr/>
    </dgm:pt>
    <dgm:pt modelId="{7DEBCD30-D2F3-4003-8733-B47640ED65BF}" type="pres">
      <dgm:prSet presAssocID="{19132995-D135-4EB1-98E5-95B1CA756E97}" presName="compNode" presStyleCnt="0"/>
      <dgm:spPr/>
    </dgm:pt>
    <dgm:pt modelId="{DBE25727-A39A-4CF4-9915-E53344AEBB7C}" type="pres">
      <dgm:prSet presAssocID="{19132995-D135-4EB1-98E5-95B1CA756E97}" presName="iconRect" presStyleLbl="node1" presStyleIdx="2" presStyleCnt="5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E3455A64-EFF8-42D1-A4E7-7369106B9330}" type="pres">
      <dgm:prSet presAssocID="{19132995-D135-4EB1-98E5-95B1CA756E97}" presName="iconSpace" presStyleCnt="0"/>
      <dgm:spPr/>
    </dgm:pt>
    <dgm:pt modelId="{BAB79BEB-841E-4D5D-BA7F-C0B230F86351}" type="pres">
      <dgm:prSet presAssocID="{19132995-D135-4EB1-98E5-95B1CA756E97}" presName="parTx" presStyleLbl="revTx" presStyleIdx="4" presStyleCnt="10">
        <dgm:presLayoutVars>
          <dgm:chMax val="0"/>
          <dgm:chPref val="0"/>
        </dgm:presLayoutVars>
      </dgm:prSet>
      <dgm:spPr/>
    </dgm:pt>
    <dgm:pt modelId="{F193A419-3710-49A9-AFC9-2F8902CA5097}" type="pres">
      <dgm:prSet presAssocID="{19132995-D135-4EB1-98E5-95B1CA756E97}" presName="txSpace" presStyleCnt="0"/>
      <dgm:spPr/>
    </dgm:pt>
    <dgm:pt modelId="{DF42417E-A78C-46A7-943A-A8B33603E264}" type="pres">
      <dgm:prSet presAssocID="{19132995-D135-4EB1-98E5-95B1CA756E97}" presName="desTx" presStyleLbl="revTx" presStyleIdx="5" presStyleCnt="10">
        <dgm:presLayoutVars/>
      </dgm:prSet>
      <dgm:spPr/>
    </dgm:pt>
    <dgm:pt modelId="{A0B315C5-6E60-41E5-A1EC-086B8DC8627E}" type="pres">
      <dgm:prSet presAssocID="{FBA273A9-F461-4674-ABD8-E8D7A6FDF1F9}" presName="sibTrans" presStyleCnt="0"/>
      <dgm:spPr/>
    </dgm:pt>
    <dgm:pt modelId="{76858C67-7928-49FE-B13E-A1A92EB350DF}" type="pres">
      <dgm:prSet presAssocID="{CB829AD0-0969-4E02-A7EC-C13CDCD7B39B}" presName="compNode" presStyleCnt="0"/>
      <dgm:spPr/>
    </dgm:pt>
    <dgm:pt modelId="{15E64B8F-37D8-49B5-BA5F-012C077F8F98}" type="pres">
      <dgm:prSet presAssocID="{CB829AD0-0969-4E02-A7EC-C13CDCD7B39B}" presName="iconRect" presStyleLbl="node1" presStyleIdx="3" presStyleCnt="5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C501CB9B-99D6-42F5-8668-2244BBD6D4EB}" type="pres">
      <dgm:prSet presAssocID="{CB829AD0-0969-4E02-A7EC-C13CDCD7B39B}" presName="iconSpace" presStyleCnt="0"/>
      <dgm:spPr/>
    </dgm:pt>
    <dgm:pt modelId="{7476CBFE-3B78-4F70-8D2F-E894BAF52492}" type="pres">
      <dgm:prSet presAssocID="{CB829AD0-0969-4E02-A7EC-C13CDCD7B39B}" presName="parTx" presStyleLbl="revTx" presStyleIdx="6" presStyleCnt="10">
        <dgm:presLayoutVars>
          <dgm:chMax val="0"/>
          <dgm:chPref val="0"/>
        </dgm:presLayoutVars>
      </dgm:prSet>
      <dgm:spPr/>
    </dgm:pt>
    <dgm:pt modelId="{6629C64D-69E4-4FAD-AE32-B64F326384B5}" type="pres">
      <dgm:prSet presAssocID="{CB829AD0-0969-4E02-A7EC-C13CDCD7B39B}" presName="txSpace" presStyleCnt="0"/>
      <dgm:spPr/>
    </dgm:pt>
    <dgm:pt modelId="{A240698B-6165-4B9F-B34E-093AFA310433}" type="pres">
      <dgm:prSet presAssocID="{CB829AD0-0969-4E02-A7EC-C13CDCD7B39B}" presName="desTx" presStyleLbl="revTx" presStyleIdx="7" presStyleCnt="10">
        <dgm:presLayoutVars/>
      </dgm:prSet>
      <dgm:spPr/>
    </dgm:pt>
    <dgm:pt modelId="{F2D6C7C1-C3BB-4C38-B438-653F7DFDE613}" type="pres">
      <dgm:prSet presAssocID="{CB366B29-D1BC-46B9-B602-9E1690D78730}" presName="sibTrans" presStyleCnt="0"/>
      <dgm:spPr/>
    </dgm:pt>
    <dgm:pt modelId="{588B8B0F-5ED3-42D9-A561-CD6EC358B726}" type="pres">
      <dgm:prSet presAssocID="{647E89C6-262E-4951-BD0B-928C18A22107}" presName="compNode" presStyleCnt="0"/>
      <dgm:spPr/>
    </dgm:pt>
    <dgm:pt modelId="{1BE15E95-1862-4C9A-BC76-F389141F5E12}" type="pres">
      <dgm:prSet presAssocID="{647E89C6-262E-4951-BD0B-928C18A22107}" presName="iconRect" presStyleLbl="node1" presStyleIdx="4" presStyleCnt="5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Questions"/>
        </a:ext>
      </dgm:extLst>
    </dgm:pt>
    <dgm:pt modelId="{59C83FB5-6E2A-4A98-8B44-AAEE9F9DD8EC}" type="pres">
      <dgm:prSet presAssocID="{647E89C6-262E-4951-BD0B-928C18A22107}" presName="iconSpace" presStyleCnt="0"/>
      <dgm:spPr/>
    </dgm:pt>
    <dgm:pt modelId="{BAE7C90D-A706-4EEC-8505-3C7F17DA1AF3}" type="pres">
      <dgm:prSet presAssocID="{647E89C6-262E-4951-BD0B-928C18A22107}" presName="parTx" presStyleLbl="revTx" presStyleIdx="8" presStyleCnt="10">
        <dgm:presLayoutVars>
          <dgm:chMax val="0"/>
          <dgm:chPref val="0"/>
        </dgm:presLayoutVars>
      </dgm:prSet>
      <dgm:spPr/>
    </dgm:pt>
    <dgm:pt modelId="{C407C85D-2EB2-4D87-95D4-B78C9BAF7AE9}" type="pres">
      <dgm:prSet presAssocID="{647E89C6-262E-4951-BD0B-928C18A22107}" presName="txSpace" presStyleCnt="0"/>
      <dgm:spPr/>
    </dgm:pt>
    <dgm:pt modelId="{FEA48BC1-CD78-4474-BC02-43C167D65F1F}" type="pres">
      <dgm:prSet presAssocID="{647E89C6-262E-4951-BD0B-928C18A22107}" presName="desTx" presStyleLbl="revTx" presStyleIdx="9" presStyleCnt="10">
        <dgm:presLayoutVars/>
      </dgm:prSet>
      <dgm:spPr/>
    </dgm:pt>
  </dgm:ptLst>
  <dgm:cxnLst>
    <dgm:cxn modelId="{E6C01416-AD90-446E-929F-02FBA364D9F9}" srcId="{19132995-D135-4EB1-98E5-95B1CA756E97}" destId="{74ADA10D-5974-4238-A35F-61DA6DF25621}" srcOrd="1" destOrd="0" parTransId="{5A1AF28C-17AE-41FD-A74F-724FC181110B}" sibTransId="{5B354BED-2351-480B-B034-F16A9DD7E76F}"/>
    <dgm:cxn modelId="{F4FCDA2A-C9E1-48BB-8ADA-3E94F9A02E35}" srcId="{CABF5CBB-FE4B-4583-B101-8FD501714C23}" destId="{19132995-D135-4EB1-98E5-95B1CA756E97}" srcOrd="2" destOrd="0" parTransId="{F15DEB12-B7D6-4CD9-9E18-35874C512CA8}" sibTransId="{FBA273A9-F461-4674-ABD8-E8D7A6FDF1F9}"/>
    <dgm:cxn modelId="{D7DA7231-8140-4604-A816-54411B1A6618}" srcId="{647E89C6-262E-4951-BD0B-928C18A22107}" destId="{B5C637A8-B710-45BA-8D2E-130617EF590A}" srcOrd="1" destOrd="0" parTransId="{D6C204DE-E590-4AB1-95D0-3063F9E0085C}" sibTransId="{6637CA7D-B14B-4933-9646-C947FDF4CEC3}"/>
    <dgm:cxn modelId="{9F871E3B-1E9A-4F36-9528-D54EA0DC625A}" srcId="{CABF5CBB-FE4B-4583-B101-8FD501714C23}" destId="{FC414416-0120-488F-A7C6-3DFEDCC7BB84}" srcOrd="1" destOrd="0" parTransId="{789CD77F-D6FF-4E7A-BED1-BAA16943A823}" sibTransId="{A246B722-C012-4A07-B94E-93DE9FEC6A22}"/>
    <dgm:cxn modelId="{5F9A5960-C146-449F-985D-7416931EA81A}" type="presOf" srcId="{CABF5CBB-FE4B-4583-B101-8FD501714C23}" destId="{98B02E6B-2D57-4716-8FC0-F0E532CEBF23}" srcOrd="0" destOrd="0" presId="urn:microsoft.com/office/officeart/2018/2/layout/IconLabelDescriptionList"/>
    <dgm:cxn modelId="{2E536567-306E-432C-8728-F3A5D924FAE6}" srcId="{FC414416-0120-488F-A7C6-3DFEDCC7BB84}" destId="{8AD627D9-DD11-4702-9F74-DB20417B4065}" srcOrd="1" destOrd="0" parTransId="{675013D3-4E10-4C0D-B1E0-707F18333DD2}" sibTransId="{9EC3C5AE-CB97-4AFF-9D9B-7B686063635C}"/>
    <dgm:cxn modelId="{80AA4847-EC16-4EDD-892E-1DEC0F9FFE4D}" srcId="{CABF5CBB-FE4B-4583-B101-8FD501714C23}" destId="{CB829AD0-0969-4E02-A7EC-C13CDCD7B39B}" srcOrd="3" destOrd="0" parTransId="{2D722FC2-E052-4B76-99D7-D24F0548B7BB}" sibTransId="{CB366B29-D1BC-46B9-B602-9E1690D78730}"/>
    <dgm:cxn modelId="{1769CE6C-01E8-4609-998B-9F8CF706BDE5}" type="presOf" srcId="{8AD627D9-DD11-4702-9F74-DB20417B4065}" destId="{AC25FD37-8511-455F-8A98-AC8B2C6B0F51}" srcOrd="0" destOrd="1" presId="urn:microsoft.com/office/officeart/2018/2/layout/IconLabelDescriptionList"/>
    <dgm:cxn modelId="{4CD5A250-A32D-4E2B-82FF-7DB55AC8282C}" type="presOf" srcId="{CB829AD0-0969-4E02-A7EC-C13CDCD7B39B}" destId="{7476CBFE-3B78-4F70-8D2F-E894BAF52492}" srcOrd="0" destOrd="0" presId="urn:microsoft.com/office/officeart/2018/2/layout/IconLabelDescriptionList"/>
    <dgm:cxn modelId="{26C93573-3F63-48AC-9A4E-B47A3D51E2BA}" srcId="{FC414416-0120-488F-A7C6-3DFEDCC7BB84}" destId="{9E8532E3-7C56-437F-B314-3994E2181D88}" srcOrd="0" destOrd="0" parTransId="{25B8B4EB-9D56-4320-A499-A0D07898DE78}" sibTransId="{FCD36743-56A4-4A44-9BE9-1B4BF3F6F574}"/>
    <dgm:cxn modelId="{3130C885-FF1B-477D-B7E1-AB6D9FA9FCE6}" srcId="{19132995-D135-4EB1-98E5-95B1CA756E97}" destId="{8BABD0A0-3DD3-4144-8D06-22032B2B51C5}" srcOrd="0" destOrd="0" parTransId="{FA14EC46-21BA-40AC-960B-7E7EB5C371C9}" sibTransId="{28FF52AA-E8F7-499C-8EC0-8F688FB865B9}"/>
    <dgm:cxn modelId="{42192387-E925-434E-9F27-D5B09484BEF0}" srcId="{CB829AD0-0969-4E02-A7EC-C13CDCD7B39B}" destId="{480B6F53-8855-42C3-A625-5D0A039228F4}" srcOrd="0" destOrd="0" parTransId="{95D0880C-4A62-49AA-A2EE-ACDAC4102AD7}" sibTransId="{26B139AD-AAFD-4F0F-A41C-945B4B448AB1}"/>
    <dgm:cxn modelId="{2414A28C-91EA-4AF1-95FD-A750DB369CF1}" type="presOf" srcId="{70438773-0C24-4E15-9B0D-FA0CB6F6D430}" destId="{1C5227E6-9AEB-49E7-934D-CF4E1B4E8ACE}" srcOrd="0" destOrd="0" presId="urn:microsoft.com/office/officeart/2018/2/layout/IconLabelDescriptionList"/>
    <dgm:cxn modelId="{6AAF9197-46F9-4CB1-BA58-37DEE994BB20}" type="presOf" srcId="{FC414416-0120-488F-A7C6-3DFEDCC7BB84}" destId="{48A53B70-252F-48E8-BB9D-1879FFAC0E75}" srcOrd="0" destOrd="0" presId="urn:microsoft.com/office/officeart/2018/2/layout/IconLabelDescriptionList"/>
    <dgm:cxn modelId="{16E2AA99-1D4B-4A97-A1E9-A15BD7D14834}" type="presOf" srcId="{3E6752C5-A933-4EE2-8762-228ECA32F89E}" destId="{A61F1B91-2807-445F-8BEE-625C802E14DA}" srcOrd="0" destOrd="1" presId="urn:microsoft.com/office/officeart/2018/2/layout/IconLabelDescriptionList"/>
    <dgm:cxn modelId="{50B9E9A3-4337-4D82-9937-2CED6F47B1E5}" type="presOf" srcId="{A229690B-F8D9-43E4-839C-9DEB90D39754}" destId="{FEA48BC1-CD78-4474-BC02-43C167D65F1F}" srcOrd="0" destOrd="0" presId="urn:microsoft.com/office/officeart/2018/2/layout/IconLabelDescriptionList"/>
    <dgm:cxn modelId="{7B02AAA4-7B4D-45A6-912C-35628CAA6772}" type="presOf" srcId="{8BABD0A0-3DD3-4144-8D06-22032B2B51C5}" destId="{DF42417E-A78C-46A7-943A-A8B33603E264}" srcOrd="0" destOrd="0" presId="urn:microsoft.com/office/officeart/2018/2/layout/IconLabelDescriptionList"/>
    <dgm:cxn modelId="{92AF86AD-7D52-435E-8544-A6F5451F08FC}" type="presOf" srcId="{19132995-D135-4EB1-98E5-95B1CA756E97}" destId="{BAB79BEB-841E-4D5D-BA7F-C0B230F86351}" srcOrd="0" destOrd="0" presId="urn:microsoft.com/office/officeart/2018/2/layout/IconLabelDescriptionList"/>
    <dgm:cxn modelId="{2F1AC7B0-A3EA-43C1-88BE-3DAE0006C1AE}" type="presOf" srcId="{480B6F53-8855-42C3-A625-5D0A039228F4}" destId="{A240698B-6165-4B9F-B34E-093AFA310433}" srcOrd="0" destOrd="0" presId="urn:microsoft.com/office/officeart/2018/2/layout/IconLabelDescriptionList"/>
    <dgm:cxn modelId="{C23775B5-0E12-4A16-824A-375707BA13CE}" srcId="{647E89C6-262E-4951-BD0B-928C18A22107}" destId="{A229690B-F8D9-43E4-839C-9DEB90D39754}" srcOrd="0" destOrd="0" parTransId="{37402E84-C537-4218-8AC8-BEA2B1CDD371}" sibTransId="{B0040221-75AC-4D40-8AD2-55233C49493F}"/>
    <dgm:cxn modelId="{9182FBB7-ED13-43F6-9749-AAB2C0E10F31}" srcId="{CABF5CBB-FE4B-4583-B101-8FD501714C23}" destId="{647E89C6-262E-4951-BD0B-928C18A22107}" srcOrd="4" destOrd="0" parTransId="{0710602D-A68A-4B26-B851-BC1F832F16C9}" sibTransId="{589A4BBA-5BE1-46BD-9F74-95C6CDCD026A}"/>
    <dgm:cxn modelId="{D52F1CCB-FDF2-4C1A-A939-E9A7D60C8615}" srcId="{70438773-0C24-4E15-9B0D-FA0CB6F6D430}" destId="{3E6752C5-A933-4EE2-8762-228ECA32F89E}" srcOrd="1" destOrd="0" parTransId="{0F883C59-D261-4B48-A458-375DAC71D919}" sibTransId="{A4E98007-2D30-4751-B0F6-F674EB0FA00B}"/>
    <dgm:cxn modelId="{7689AFD2-FBCE-47FE-A113-2894100AC7BD}" type="presOf" srcId="{B5C637A8-B710-45BA-8D2E-130617EF590A}" destId="{FEA48BC1-CD78-4474-BC02-43C167D65F1F}" srcOrd="0" destOrd="1" presId="urn:microsoft.com/office/officeart/2018/2/layout/IconLabelDescriptionList"/>
    <dgm:cxn modelId="{44C681DA-5AD7-4F69-B244-ABA2EE64EBC0}" type="presOf" srcId="{9E8532E3-7C56-437F-B314-3994E2181D88}" destId="{AC25FD37-8511-455F-8A98-AC8B2C6B0F51}" srcOrd="0" destOrd="0" presId="urn:microsoft.com/office/officeart/2018/2/layout/IconLabelDescriptionList"/>
    <dgm:cxn modelId="{5B5C5CDE-6229-41BA-A872-AE728AEC95C4}" type="presOf" srcId="{74ADA10D-5974-4238-A35F-61DA6DF25621}" destId="{DF42417E-A78C-46A7-943A-A8B33603E264}" srcOrd="0" destOrd="1" presId="urn:microsoft.com/office/officeart/2018/2/layout/IconLabelDescriptionList"/>
    <dgm:cxn modelId="{75FFA3E4-A29B-4154-A5D8-5DC38F33B593}" type="presOf" srcId="{647E89C6-262E-4951-BD0B-928C18A22107}" destId="{BAE7C90D-A706-4EEC-8505-3C7F17DA1AF3}" srcOrd="0" destOrd="0" presId="urn:microsoft.com/office/officeart/2018/2/layout/IconLabelDescriptionList"/>
    <dgm:cxn modelId="{FB0049F1-7786-4740-82CB-126697BC02E8}" type="presOf" srcId="{F03172A5-30C7-4B68-8BD2-B48BCB11CF4F}" destId="{A61F1B91-2807-445F-8BEE-625C802E14DA}" srcOrd="0" destOrd="0" presId="urn:microsoft.com/office/officeart/2018/2/layout/IconLabelDescriptionList"/>
    <dgm:cxn modelId="{A05888F8-00A8-454B-8BBA-7DFF57BE7008}" srcId="{70438773-0C24-4E15-9B0D-FA0CB6F6D430}" destId="{F03172A5-30C7-4B68-8BD2-B48BCB11CF4F}" srcOrd="0" destOrd="0" parTransId="{A5FA4AC5-A41E-447B-A028-B90AE0C15106}" sibTransId="{A002F37B-2BE8-4775-8046-4279E31D3A7C}"/>
    <dgm:cxn modelId="{5375A4FD-C7C4-4A39-81E4-59724059B7B6}" srcId="{CABF5CBB-FE4B-4583-B101-8FD501714C23}" destId="{70438773-0C24-4E15-9B0D-FA0CB6F6D430}" srcOrd="0" destOrd="0" parTransId="{F068F08E-A1D5-4CC4-9103-E3CD86780C89}" sibTransId="{1501AC05-91F5-4049-B290-B95102D7B47C}"/>
    <dgm:cxn modelId="{4A89FC4C-626B-4D5F-9C6C-599949031931}" type="presParOf" srcId="{98B02E6B-2D57-4716-8FC0-F0E532CEBF23}" destId="{7AB083DD-AD13-4712-A8BB-9C397F4B2FAF}" srcOrd="0" destOrd="0" presId="urn:microsoft.com/office/officeart/2018/2/layout/IconLabelDescriptionList"/>
    <dgm:cxn modelId="{F72ADA9A-3040-4442-8206-683F38C67166}" type="presParOf" srcId="{7AB083DD-AD13-4712-A8BB-9C397F4B2FAF}" destId="{80C0930D-9526-47EB-BD5F-10215318F98B}" srcOrd="0" destOrd="0" presId="urn:microsoft.com/office/officeart/2018/2/layout/IconLabelDescriptionList"/>
    <dgm:cxn modelId="{80E90D08-DB6E-4EA9-A5D3-E66C1A7F2CA6}" type="presParOf" srcId="{7AB083DD-AD13-4712-A8BB-9C397F4B2FAF}" destId="{5D6C543F-AE82-4540-B844-48DD96CEFD20}" srcOrd="1" destOrd="0" presId="urn:microsoft.com/office/officeart/2018/2/layout/IconLabelDescriptionList"/>
    <dgm:cxn modelId="{27115913-8E45-46E5-A681-1A600C59064E}" type="presParOf" srcId="{7AB083DD-AD13-4712-A8BB-9C397F4B2FAF}" destId="{1C5227E6-9AEB-49E7-934D-CF4E1B4E8ACE}" srcOrd="2" destOrd="0" presId="urn:microsoft.com/office/officeart/2018/2/layout/IconLabelDescriptionList"/>
    <dgm:cxn modelId="{F43CFF14-4B91-4015-8AC8-389612199A8E}" type="presParOf" srcId="{7AB083DD-AD13-4712-A8BB-9C397F4B2FAF}" destId="{9A066EDC-341E-4A7C-B07E-7F9A07DC957E}" srcOrd="3" destOrd="0" presId="urn:microsoft.com/office/officeart/2018/2/layout/IconLabelDescriptionList"/>
    <dgm:cxn modelId="{7A8D437A-94D1-4E60-8A37-A107AB7AE24B}" type="presParOf" srcId="{7AB083DD-AD13-4712-A8BB-9C397F4B2FAF}" destId="{A61F1B91-2807-445F-8BEE-625C802E14DA}" srcOrd="4" destOrd="0" presId="urn:microsoft.com/office/officeart/2018/2/layout/IconLabelDescriptionList"/>
    <dgm:cxn modelId="{AC7279B8-0908-40D7-9526-F3E3DEBB9A02}" type="presParOf" srcId="{98B02E6B-2D57-4716-8FC0-F0E532CEBF23}" destId="{12B676F1-5609-4FF5-8589-CC6F22DEC666}" srcOrd="1" destOrd="0" presId="urn:microsoft.com/office/officeart/2018/2/layout/IconLabelDescriptionList"/>
    <dgm:cxn modelId="{5765C6F9-FF13-4D9D-8567-D74D7B2B96B1}" type="presParOf" srcId="{98B02E6B-2D57-4716-8FC0-F0E532CEBF23}" destId="{5182CE01-99DB-4C9B-99EB-E36CEACBBD10}" srcOrd="2" destOrd="0" presId="urn:microsoft.com/office/officeart/2018/2/layout/IconLabelDescriptionList"/>
    <dgm:cxn modelId="{E6FE29D0-ACE6-4E84-ABC3-D321D5CC8BD3}" type="presParOf" srcId="{5182CE01-99DB-4C9B-99EB-E36CEACBBD10}" destId="{4C258A1F-0489-42A8-A611-5438630AE208}" srcOrd="0" destOrd="0" presId="urn:microsoft.com/office/officeart/2018/2/layout/IconLabelDescriptionList"/>
    <dgm:cxn modelId="{940B2473-0325-49A0-943C-FA04982AB8BE}" type="presParOf" srcId="{5182CE01-99DB-4C9B-99EB-E36CEACBBD10}" destId="{297ECAE1-4FC1-43EE-AE34-EC845D107D2C}" srcOrd="1" destOrd="0" presId="urn:microsoft.com/office/officeart/2018/2/layout/IconLabelDescriptionList"/>
    <dgm:cxn modelId="{735A4EA8-822D-497E-B215-45E61547936E}" type="presParOf" srcId="{5182CE01-99DB-4C9B-99EB-E36CEACBBD10}" destId="{48A53B70-252F-48E8-BB9D-1879FFAC0E75}" srcOrd="2" destOrd="0" presId="urn:microsoft.com/office/officeart/2018/2/layout/IconLabelDescriptionList"/>
    <dgm:cxn modelId="{72588B65-7FEE-4EBA-9DBC-F571126663D1}" type="presParOf" srcId="{5182CE01-99DB-4C9B-99EB-E36CEACBBD10}" destId="{044C59F5-3D0F-434D-8101-DA73B52C60D7}" srcOrd="3" destOrd="0" presId="urn:microsoft.com/office/officeart/2018/2/layout/IconLabelDescriptionList"/>
    <dgm:cxn modelId="{E7F97E0D-F90E-4B9B-91B3-84CF24608D56}" type="presParOf" srcId="{5182CE01-99DB-4C9B-99EB-E36CEACBBD10}" destId="{AC25FD37-8511-455F-8A98-AC8B2C6B0F51}" srcOrd="4" destOrd="0" presId="urn:microsoft.com/office/officeart/2018/2/layout/IconLabelDescriptionList"/>
    <dgm:cxn modelId="{9858F60D-8844-473A-8A1B-3B672C9C0A6C}" type="presParOf" srcId="{98B02E6B-2D57-4716-8FC0-F0E532CEBF23}" destId="{E48F96C3-8CA8-47BD-8E65-22FAC77218EF}" srcOrd="3" destOrd="0" presId="urn:microsoft.com/office/officeart/2018/2/layout/IconLabelDescriptionList"/>
    <dgm:cxn modelId="{785D2B38-8D0D-45F3-B472-6E4FACCB9CCC}" type="presParOf" srcId="{98B02E6B-2D57-4716-8FC0-F0E532CEBF23}" destId="{7DEBCD30-D2F3-4003-8733-B47640ED65BF}" srcOrd="4" destOrd="0" presId="urn:microsoft.com/office/officeart/2018/2/layout/IconLabelDescriptionList"/>
    <dgm:cxn modelId="{ACB40F3D-1B60-4FB0-9B34-34450ADE3F84}" type="presParOf" srcId="{7DEBCD30-D2F3-4003-8733-B47640ED65BF}" destId="{DBE25727-A39A-4CF4-9915-E53344AEBB7C}" srcOrd="0" destOrd="0" presId="urn:microsoft.com/office/officeart/2018/2/layout/IconLabelDescriptionList"/>
    <dgm:cxn modelId="{E13E0CB1-6B7E-40D8-8D16-2BB6CA9D6C17}" type="presParOf" srcId="{7DEBCD30-D2F3-4003-8733-B47640ED65BF}" destId="{E3455A64-EFF8-42D1-A4E7-7369106B9330}" srcOrd="1" destOrd="0" presId="urn:microsoft.com/office/officeart/2018/2/layout/IconLabelDescriptionList"/>
    <dgm:cxn modelId="{C3FBA0D8-6C2A-4636-A3F1-8594392011E3}" type="presParOf" srcId="{7DEBCD30-D2F3-4003-8733-B47640ED65BF}" destId="{BAB79BEB-841E-4D5D-BA7F-C0B230F86351}" srcOrd="2" destOrd="0" presId="urn:microsoft.com/office/officeart/2018/2/layout/IconLabelDescriptionList"/>
    <dgm:cxn modelId="{4200E725-DDB1-441B-9486-331408B89275}" type="presParOf" srcId="{7DEBCD30-D2F3-4003-8733-B47640ED65BF}" destId="{F193A419-3710-49A9-AFC9-2F8902CA5097}" srcOrd="3" destOrd="0" presId="urn:microsoft.com/office/officeart/2018/2/layout/IconLabelDescriptionList"/>
    <dgm:cxn modelId="{830B7E8B-4595-4712-82BF-BB2E8A8E8705}" type="presParOf" srcId="{7DEBCD30-D2F3-4003-8733-B47640ED65BF}" destId="{DF42417E-A78C-46A7-943A-A8B33603E264}" srcOrd="4" destOrd="0" presId="urn:microsoft.com/office/officeart/2018/2/layout/IconLabelDescriptionList"/>
    <dgm:cxn modelId="{42C25567-872D-441A-AE0E-473A3A41B38D}" type="presParOf" srcId="{98B02E6B-2D57-4716-8FC0-F0E532CEBF23}" destId="{A0B315C5-6E60-41E5-A1EC-086B8DC8627E}" srcOrd="5" destOrd="0" presId="urn:microsoft.com/office/officeart/2018/2/layout/IconLabelDescriptionList"/>
    <dgm:cxn modelId="{1E774D21-89EE-40A2-A1F4-844F5D259172}" type="presParOf" srcId="{98B02E6B-2D57-4716-8FC0-F0E532CEBF23}" destId="{76858C67-7928-49FE-B13E-A1A92EB350DF}" srcOrd="6" destOrd="0" presId="urn:microsoft.com/office/officeart/2018/2/layout/IconLabelDescriptionList"/>
    <dgm:cxn modelId="{AC8D793C-671B-47EB-A732-5717EBC799C4}" type="presParOf" srcId="{76858C67-7928-49FE-B13E-A1A92EB350DF}" destId="{15E64B8F-37D8-49B5-BA5F-012C077F8F98}" srcOrd="0" destOrd="0" presId="urn:microsoft.com/office/officeart/2018/2/layout/IconLabelDescriptionList"/>
    <dgm:cxn modelId="{1CC795E4-D28F-48B6-BF7A-9D626250FFD7}" type="presParOf" srcId="{76858C67-7928-49FE-B13E-A1A92EB350DF}" destId="{C501CB9B-99D6-42F5-8668-2244BBD6D4EB}" srcOrd="1" destOrd="0" presId="urn:microsoft.com/office/officeart/2018/2/layout/IconLabelDescriptionList"/>
    <dgm:cxn modelId="{A43C86B0-FED1-4416-883F-8F82F1DD4C54}" type="presParOf" srcId="{76858C67-7928-49FE-B13E-A1A92EB350DF}" destId="{7476CBFE-3B78-4F70-8D2F-E894BAF52492}" srcOrd="2" destOrd="0" presId="urn:microsoft.com/office/officeart/2018/2/layout/IconLabelDescriptionList"/>
    <dgm:cxn modelId="{5F8EB2A2-E72B-4B27-BD15-DD9B5AAF960F}" type="presParOf" srcId="{76858C67-7928-49FE-B13E-A1A92EB350DF}" destId="{6629C64D-69E4-4FAD-AE32-B64F326384B5}" srcOrd="3" destOrd="0" presId="urn:microsoft.com/office/officeart/2018/2/layout/IconLabelDescriptionList"/>
    <dgm:cxn modelId="{C68716A5-E17D-4333-A5E3-B0BEEDA85F8A}" type="presParOf" srcId="{76858C67-7928-49FE-B13E-A1A92EB350DF}" destId="{A240698B-6165-4B9F-B34E-093AFA310433}" srcOrd="4" destOrd="0" presId="urn:microsoft.com/office/officeart/2018/2/layout/IconLabelDescriptionList"/>
    <dgm:cxn modelId="{C9B34F0D-9C6E-4A14-872A-D618F395DDB8}" type="presParOf" srcId="{98B02E6B-2D57-4716-8FC0-F0E532CEBF23}" destId="{F2D6C7C1-C3BB-4C38-B438-653F7DFDE613}" srcOrd="7" destOrd="0" presId="urn:microsoft.com/office/officeart/2018/2/layout/IconLabelDescriptionList"/>
    <dgm:cxn modelId="{E9E9BF02-56E5-4E10-976F-927DF059AF61}" type="presParOf" srcId="{98B02E6B-2D57-4716-8FC0-F0E532CEBF23}" destId="{588B8B0F-5ED3-42D9-A561-CD6EC358B726}" srcOrd="8" destOrd="0" presId="urn:microsoft.com/office/officeart/2018/2/layout/IconLabelDescriptionList"/>
    <dgm:cxn modelId="{459104F5-0E39-459A-999F-A08B623FB661}" type="presParOf" srcId="{588B8B0F-5ED3-42D9-A561-CD6EC358B726}" destId="{1BE15E95-1862-4C9A-BC76-F389141F5E12}" srcOrd="0" destOrd="0" presId="urn:microsoft.com/office/officeart/2018/2/layout/IconLabelDescriptionList"/>
    <dgm:cxn modelId="{336249E1-2D20-4AF9-A94D-370528E7A44F}" type="presParOf" srcId="{588B8B0F-5ED3-42D9-A561-CD6EC358B726}" destId="{59C83FB5-6E2A-4A98-8B44-AAEE9F9DD8EC}" srcOrd="1" destOrd="0" presId="urn:microsoft.com/office/officeart/2018/2/layout/IconLabelDescriptionList"/>
    <dgm:cxn modelId="{3687E1A8-A5DA-4797-9983-99E38D64B163}" type="presParOf" srcId="{588B8B0F-5ED3-42D9-A561-CD6EC358B726}" destId="{BAE7C90D-A706-4EEC-8505-3C7F17DA1AF3}" srcOrd="2" destOrd="0" presId="urn:microsoft.com/office/officeart/2018/2/layout/IconLabelDescriptionList"/>
    <dgm:cxn modelId="{F316D303-753E-4ADD-A568-AC4AD1BD89EF}" type="presParOf" srcId="{588B8B0F-5ED3-42D9-A561-CD6EC358B726}" destId="{C407C85D-2EB2-4D87-95D4-B78C9BAF7AE9}" srcOrd="3" destOrd="0" presId="urn:microsoft.com/office/officeart/2018/2/layout/IconLabelDescriptionList"/>
    <dgm:cxn modelId="{5BA016F8-0E59-40D8-909C-0FBE669FD83E}" type="presParOf" srcId="{588B8B0F-5ED3-42D9-A561-CD6EC358B726}" destId="{FEA48BC1-CD78-4474-BC02-43C167D65F1F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7.xml><?xml version="1.0" encoding="utf-8"?>
<dgm:dataModel xmlns:dgm="http://schemas.openxmlformats.org/drawingml/2006/diagram" xmlns:a="http://schemas.openxmlformats.org/drawingml/2006/main">
  <dgm:ptLst>
    <dgm:pt modelId="{FA1FFCDF-62D4-4974-813E-56FC17DB576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EAD6751A-FC96-4FE4-8B88-21599FC5888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Asynchronous</a:t>
          </a:r>
          <a:r>
            <a:rPr lang="tr-TR"/>
            <a:t> </a:t>
          </a:r>
          <a:r>
            <a:rPr lang="tr-TR" err="1"/>
            <a:t>interaction</a:t>
          </a:r>
          <a:endParaRPr lang="en-US"/>
        </a:p>
      </dgm:t>
    </dgm:pt>
    <dgm:pt modelId="{D48900DC-4AE9-41A8-BB47-C57BE23DCEFD}" type="parTrans" cxnId="{E954D9A3-64B2-4AF3-A1B9-E56532B93ACA}">
      <dgm:prSet/>
      <dgm:spPr/>
      <dgm:t>
        <a:bodyPr/>
        <a:lstStyle/>
        <a:p>
          <a:endParaRPr lang="en-US"/>
        </a:p>
      </dgm:t>
    </dgm:pt>
    <dgm:pt modelId="{AC05B3E5-9E6F-4B7C-85DA-ACF81E33E5B5}" type="sibTrans" cxnId="{E954D9A3-64B2-4AF3-A1B9-E56532B93ACA}">
      <dgm:prSet/>
      <dgm:spPr/>
      <dgm:t>
        <a:bodyPr/>
        <a:lstStyle/>
        <a:p>
          <a:endParaRPr lang="en-US"/>
        </a:p>
      </dgm:t>
    </dgm:pt>
    <dgm:pt modelId="{DC3E8050-8AA2-4739-BC5C-195029D23F0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thousands of independent nodes, </a:t>
          </a:r>
        </a:p>
      </dgm:t>
    </dgm:pt>
    <dgm:pt modelId="{BE3B5B1E-1193-427C-833C-9429FFA1B9B9}" type="parTrans" cxnId="{0054CA30-81C7-4DA3-8B21-60EF5F0D8E47}">
      <dgm:prSet/>
      <dgm:spPr/>
      <dgm:t>
        <a:bodyPr/>
        <a:lstStyle/>
        <a:p>
          <a:endParaRPr lang="en-US"/>
        </a:p>
      </dgm:t>
    </dgm:pt>
    <dgm:pt modelId="{80B0A668-0D52-4AB4-A9E6-B069A69897CD}" type="sibTrans" cxnId="{0054CA30-81C7-4DA3-8B21-60EF5F0D8E47}">
      <dgm:prSet/>
      <dgm:spPr/>
      <dgm:t>
        <a:bodyPr/>
        <a:lstStyle/>
        <a:p>
          <a:endParaRPr lang="en-US"/>
        </a:p>
      </dgm:t>
    </dgm:pt>
    <dgm:pt modelId="{213326D8-186A-4706-B387-F82A83AE93E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following</a:t>
          </a:r>
          <a:r>
            <a:rPr lang="tr-TR"/>
            <a:t> </a:t>
          </a:r>
          <a:r>
            <a:rPr lang="en-US"/>
            <a:t>simple rules</a:t>
          </a:r>
        </a:p>
      </dgm:t>
    </dgm:pt>
    <dgm:pt modelId="{1EA360F0-9E49-46EB-8EBE-1603FFD64D59}" type="parTrans" cxnId="{86117377-42E4-44C3-919F-E1DBE1169E11}">
      <dgm:prSet/>
      <dgm:spPr/>
      <dgm:t>
        <a:bodyPr/>
        <a:lstStyle/>
        <a:p>
          <a:endParaRPr lang="en-US"/>
        </a:p>
      </dgm:t>
    </dgm:pt>
    <dgm:pt modelId="{EEB16C4C-511C-4458-B7BD-5A10844F55E7}" type="sibTrans" cxnId="{86117377-42E4-44C3-919F-E1DBE1169E11}">
      <dgm:prSet/>
      <dgm:spPr/>
      <dgm:t>
        <a:bodyPr/>
        <a:lstStyle/>
        <a:p>
          <a:endParaRPr lang="en-US"/>
        </a:p>
      </dgm:t>
    </dgm:pt>
    <dgm:pt modelId="{5A9964A9-1C3F-4D43-9901-1A443933681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Emergent</a:t>
          </a:r>
          <a:r>
            <a:rPr lang="tr-TR"/>
            <a:t> </a:t>
          </a:r>
          <a:r>
            <a:rPr lang="tr-TR" err="1"/>
            <a:t>artifacts</a:t>
          </a:r>
          <a:endParaRPr lang="en-US"/>
        </a:p>
      </dgm:t>
    </dgm:pt>
    <dgm:pt modelId="{6CC66E1C-4CC6-4B20-A666-3F8704A1B62F}" type="parTrans" cxnId="{721D8B0B-B485-427C-A03D-3DF02E41C745}">
      <dgm:prSet/>
      <dgm:spPr/>
      <dgm:t>
        <a:bodyPr/>
        <a:lstStyle/>
        <a:p>
          <a:endParaRPr lang="en-US"/>
        </a:p>
      </dgm:t>
    </dgm:pt>
    <dgm:pt modelId="{093E0AD9-8B48-483B-8DE4-0039D6A26063}" type="sibTrans" cxnId="{721D8B0B-B485-427C-A03D-3DF02E41C745}">
      <dgm:prSet/>
      <dgm:spPr/>
      <dgm:t>
        <a:bodyPr/>
        <a:lstStyle/>
        <a:p>
          <a:endParaRPr lang="en-US"/>
        </a:p>
      </dgm:t>
    </dgm:pt>
    <dgm:pt modelId="{6F16FC62-40C0-4525-96B8-17598169FA7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currency</a:t>
          </a:r>
        </a:p>
      </dgm:t>
    </dgm:pt>
    <dgm:pt modelId="{7EF9D03E-F8BC-4D28-9049-C521D78E1A42}" type="parTrans" cxnId="{ED252B5A-6BFF-41E1-B356-56892868C30D}">
      <dgm:prSet/>
      <dgm:spPr/>
      <dgm:t>
        <a:bodyPr/>
        <a:lstStyle/>
        <a:p>
          <a:endParaRPr lang="en-US"/>
        </a:p>
      </dgm:t>
    </dgm:pt>
    <dgm:pt modelId="{3A8928A7-C479-4179-B2C8-2F9FFAC43172}" type="sibTrans" cxnId="{ED252B5A-6BFF-41E1-B356-56892868C30D}">
      <dgm:prSet/>
      <dgm:spPr/>
      <dgm:t>
        <a:bodyPr/>
        <a:lstStyle/>
        <a:p>
          <a:endParaRPr lang="en-US"/>
        </a:p>
      </dgm:t>
    </dgm:pt>
    <dgm:pt modelId="{39425C6F-5269-41C7-9A31-D811EEC92A8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err="1"/>
            <a:t>no</a:t>
          </a:r>
          <a:r>
            <a:rPr lang="en-US"/>
            <a:t> central authority</a:t>
          </a:r>
        </a:p>
      </dgm:t>
    </dgm:pt>
    <dgm:pt modelId="{39FC72E9-0FBD-4665-98C2-2D4A7D553B84}" type="parTrans" cxnId="{D1F66E2A-7CAA-4A93-B200-5CE6AFABD23D}">
      <dgm:prSet/>
      <dgm:spPr/>
      <dgm:t>
        <a:bodyPr/>
        <a:lstStyle/>
        <a:p>
          <a:endParaRPr lang="en-US"/>
        </a:p>
      </dgm:t>
    </dgm:pt>
    <dgm:pt modelId="{52F59945-85D2-4176-81EC-22F42FFC7FAF}" type="sibTrans" cxnId="{D1F66E2A-7CAA-4A93-B200-5CE6AFABD23D}">
      <dgm:prSet/>
      <dgm:spPr/>
      <dgm:t>
        <a:bodyPr/>
        <a:lstStyle/>
        <a:p>
          <a:endParaRPr lang="en-US"/>
        </a:p>
      </dgm:t>
    </dgm:pt>
    <dgm:pt modelId="{5B89D050-103A-4E7D-B0EA-AE5FD9E26F8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transactions</a:t>
          </a:r>
        </a:p>
      </dgm:t>
    </dgm:pt>
    <dgm:pt modelId="{43F6976F-7F83-4EE9-A857-16309F09E21F}" type="parTrans" cxnId="{5F8F3C6C-0F08-4549-8F8F-19C1E1E2855A}">
      <dgm:prSet/>
      <dgm:spPr/>
    </dgm:pt>
    <dgm:pt modelId="{D9D523B0-A946-4BD7-A2FF-CDCA5F499EF8}" type="sibTrans" cxnId="{5F8F3C6C-0F08-4549-8F8F-19C1E1E2855A}">
      <dgm:prSet/>
      <dgm:spPr/>
    </dgm:pt>
    <dgm:pt modelId="{6E4E7D67-E30F-465E-BAB3-E4F00B295C4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payments</a:t>
          </a:r>
        </a:p>
      </dgm:t>
    </dgm:pt>
    <dgm:pt modelId="{1E01BEFC-83AB-47E9-8F5C-34AC9A8A5352}" type="parTrans" cxnId="{D38CC4A5-608D-4B91-A251-631E1CD648B5}">
      <dgm:prSet/>
      <dgm:spPr/>
    </dgm:pt>
    <dgm:pt modelId="{ACD51FA4-3740-4F09-B539-451F103D90BA}" type="sibTrans" cxnId="{D38CC4A5-608D-4B91-A251-631E1CD648B5}">
      <dgm:prSet/>
      <dgm:spPr/>
    </dgm:pt>
    <dgm:pt modelId="{D3C984E2-F60A-45D6-93A5-0C33A11062B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security model</a:t>
          </a:r>
        </a:p>
      </dgm:t>
    </dgm:pt>
    <dgm:pt modelId="{C84219E6-656E-4BA7-A921-A80C1665FBA7}" type="parTrans" cxnId="{D2FF1808-70C2-4B6B-97E5-C42380639E9D}">
      <dgm:prSet/>
      <dgm:spPr/>
    </dgm:pt>
    <dgm:pt modelId="{D6235F76-B6CC-4DD4-B052-4FA6C36CA54E}" type="sibTrans" cxnId="{D2FF1808-70C2-4B6B-97E5-C42380639E9D}">
      <dgm:prSet/>
      <dgm:spPr/>
    </dgm:pt>
    <dgm:pt modelId="{92E34AB0-6717-4B45-A6B9-7A8EE0E559D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Decentralized</a:t>
          </a:r>
          <a:endParaRPr lang="en-US"/>
        </a:p>
      </dgm:t>
    </dgm:pt>
    <dgm:pt modelId="{1F23DFE8-7310-4ED5-A974-6A79B0D6A4CD}" type="parTrans" cxnId="{03A0F759-D20B-4E37-A9BC-A5CAD93BDF66}">
      <dgm:prSet/>
      <dgm:spPr/>
    </dgm:pt>
    <dgm:pt modelId="{63FF2939-88D2-491C-8699-5D66907FCDA7}" type="sibTrans" cxnId="{03A0F759-D20B-4E37-A9BC-A5CAD93BDF66}">
      <dgm:prSet/>
      <dgm:spPr/>
    </dgm:pt>
    <dgm:pt modelId="{E7695B15-F25A-49E4-9D62-83831EE21B7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No</a:t>
          </a:r>
          <a:r>
            <a:rPr lang="en-US"/>
            <a:t> </a:t>
          </a:r>
          <a:r>
            <a:rPr lang="tr-TR" err="1"/>
            <a:t>central</a:t>
          </a:r>
          <a:r>
            <a:rPr lang="tr-TR"/>
            <a:t> </a:t>
          </a:r>
          <a:r>
            <a:rPr lang="en-US"/>
            <a:t>trust</a:t>
          </a:r>
        </a:p>
      </dgm:t>
    </dgm:pt>
    <dgm:pt modelId="{31B71E80-E59E-4DE3-BFED-24073EA87070}" type="parTrans" cxnId="{C54BAB2B-7BD5-4305-972F-3CEC3450256B}">
      <dgm:prSet/>
      <dgm:spPr/>
    </dgm:pt>
    <dgm:pt modelId="{71E94786-226C-40BF-875C-957E446131AF}" type="sibTrans" cxnId="{C54BAB2B-7BD5-4305-972F-3CEC3450256B}">
      <dgm:prSet/>
      <dgm:spPr/>
    </dgm:pt>
    <dgm:pt modelId="{6AFCC6B6-FBC7-4349-9E89-6E1EDA4632FC}" type="pres">
      <dgm:prSet presAssocID="{FA1FFCDF-62D4-4974-813E-56FC17DB5767}" presName="root" presStyleCnt="0">
        <dgm:presLayoutVars>
          <dgm:dir/>
          <dgm:resizeHandles val="exact"/>
        </dgm:presLayoutVars>
      </dgm:prSet>
      <dgm:spPr/>
    </dgm:pt>
    <dgm:pt modelId="{79F5E4D4-49A8-4636-A7FA-2541C3AC0774}" type="pres">
      <dgm:prSet presAssocID="{EAD6751A-FC96-4FE4-8B88-21599FC58882}" presName="compNode" presStyleCnt="0"/>
      <dgm:spPr/>
    </dgm:pt>
    <dgm:pt modelId="{5D79468E-8D79-4D84-A6BF-850AB3A27DCF}" type="pres">
      <dgm:prSet presAssocID="{EAD6751A-FC96-4FE4-8B88-21599FC58882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ocial Network"/>
        </a:ext>
      </dgm:extLst>
    </dgm:pt>
    <dgm:pt modelId="{52FC7216-B5A0-47BA-8FE0-59C8131B6609}" type="pres">
      <dgm:prSet presAssocID="{EAD6751A-FC96-4FE4-8B88-21599FC58882}" presName="iconSpace" presStyleCnt="0"/>
      <dgm:spPr/>
    </dgm:pt>
    <dgm:pt modelId="{1FBF1619-FD02-49F7-9398-8BD684020EDB}" type="pres">
      <dgm:prSet presAssocID="{EAD6751A-FC96-4FE4-8B88-21599FC58882}" presName="parTx" presStyleLbl="revTx" presStyleIdx="0" presStyleCnt="6">
        <dgm:presLayoutVars>
          <dgm:chMax val="0"/>
          <dgm:chPref val="0"/>
        </dgm:presLayoutVars>
      </dgm:prSet>
      <dgm:spPr/>
    </dgm:pt>
    <dgm:pt modelId="{F8412911-0ABC-4233-8444-DF3F599DA605}" type="pres">
      <dgm:prSet presAssocID="{EAD6751A-FC96-4FE4-8B88-21599FC58882}" presName="txSpace" presStyleCnt="0"/>
      <dgm:spPr/>
    </dgm:pt>
    <dgm:pt modelId="{BCA4B88E-0A15-4582-BD2F-EC6C54F52FF4}" type="pres">
      <dgm:prSet presAssocID="{EAD6751A-FC96-4FE4-8B88-21599FC58882}" presName="desTx" presStyleLbl="revTx" presStyleIdx="1" presStyleCnt="6">
        <dgm:presLayoutVars/>
      </dgm:prSet>
      <dgm:spPr/>
    </dgm:pt>
    <dgm:pt modelId="{2C81AE32-AC25-4F64-92D5-255CD35BD291}" type="pres">
      <dgm:prSet presAssocID="{AC05B3E5-9E6F-4B7C-85DA-ACF81E33E5B5}" presName="sibTrans" presStyleCnt="0"/>
      <dgm:spPr/>
    </dgm:pt>
    <dgm:pt modelId="{2CA0F188-9293-4682-B45D-87C06797BFF2}" type="pres">
      <dgm:prSet presAssocID="{5A9964A9-1C3F-4D43-9901-1A4439336813}" presName="compNode" presStyleCnt="0"/>
      <dgm:spPr/>
    </dgm:pt>
    <dgm:pt modelId="{5885DF99-E377-49D7-920C-4E8E695F9B06}" type="pres">
      <dgm:prSet presAssocID="{5A9964A9-1C3F-4D43-9901-1A4439336813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 Check"/>
        </a:ext>
      </dgm:extLst>
    </dgm:pt>
    <dgm:pt modelId="{3E2E7C9C-3606-482A-9472-FC9863726B7C}" type="pres">
      <dgm:prSet presAssocID="{5A9964A9-1C3F-4D43-9901-1A4439336813}" presName="iconSpace" presStyleCnt="0"/>
      <dgm:spPr/>
    </dgm:pt>
    <dgm:pt modelId="{B96A79F9-6344-425C-9776-FCA70C166A90}" type="pres">
      <dgm:prSet presAssocID="{5A9964A9-1C3F-4D43-9901-1A4439336813}" presName="parTx" presStyleLbl="revTx" presStyleIdx="2" presStyleCnt="6">
        <dgm:presLayoutVars>
          <dgm:chMax val="0"/>
          <dgm:chPref val="0"/>
        </dgm:presLayoutVars>
      </dgm:prSet>
      <dgm:spPr/>
    </dgm:pt>
    <dgm:pt modelId="{CE985397-5BB6-48F5-8C38-F6E9723E57BA}" type="pres">
      <dgm:prSet presAssocID="{5A9964A9-1C3F-4D43-9901-1A4439336813}" presName="txSpace" presStyleCnt="0"/>
      <dgm:spPr/>
    </dgm:pt>
    <dgm:pt modelId="{A293BD6A-5EE7-4E3A-8309-5EF0D7785691}" type="pres">
      <dgm:prSet presAssocID="{5A9964A9-1C3F-4D43-9901-1A4439336813}" presName="desTx" presStyleLbl="revTx" presStyleIdx="3" presStyleCnt="6">
        <dgm:presLayoutVars/>
      </dgm:prSet>
      <dgm:spPr/>
    </dgm:pt>
    <dgm:pt modelId="{30531B1D-193A-4ECF-BE96-BD0BAE84654D}" type="pres">
      <dgm:prSet presAssocID="{093E0AD9-8B48-483B-8DE4-0039D6A26063}" presName="sibTrans" presStyleCnt="0"/>
      <dgm:spPr/>
    </dgm:pt>
    <dgm:pt modelId="{BE696622-8F0B-40A4-9CD6-0A4B802715C1}" type="pres">
      <dgm:prSet presAssocID="{92E34AB0-6717-4B45-A6B9-7A8EE0E559D4}" presName="compNode" presStyleCnt="0"/>
      <dgm:spPr/>
    </dgm:pt>
    <dgm:pt modelId="{7D52F200-469F-475E-BBF2-3C4595CDB11D}" type="pres">
      <dgm:prSet presAssocID="{92E34AB0-6717-4B45-A6B9-7A8EE0E559D4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Users"/>
        </a:ext>
      </dgm:extLst>
    </dgm:pt>
    <dgm:pt modelId="{52131CE0-5182-4C22-8BEF-0BC23C42EC36}" type="pres">
      <dgm:prSet presAssocID="{92E34AB0-6717-4B45-A6B9-7A8EE0E559D4}" presName="iconSpace" presStyleCnt="0"/>
      <dgm:spPr/>
    </dgm:pt>
    <dgm:pt modelId="{E4A654DB-32AF-427E-9A35-A17592749F63}" type="pres">
      <dgm:prSet presAssocID="{92E34AB0-6717-4B45-A6B9-7A8EE0E559D4}" presName="parTx" presStyleLbl="revTx" presStyleIdx="4" presStyleCnt="6">
        <dgm:presLayoutVars>
          <dgm:chMax val="0"/>
          <dgm:chPref val="0"/>
        </dgm:presLayoutVars>
      </dgm:prSet>
      <dgm:spPr/>
    </dgm:pt>
    <dgm:pt modelId="{23AB0B75-FB52-4B42-9415-004BA1895875}" type="pres">
      <dgm:prSet presAssocID="{92E34AB0-6717-4B45-A6B9-7A8EE0E559D4}" presName="txSpace" presStyleCnt="0"/>
      <dgm:spPr/>
    </dgm:pt>
    <dgm:pt modelId="{DF0D2B09-8574-476B-BAFA-1F166E868BD5}" type="pres">
      <dgm:prSet presAssocID="{92E34AB0-6717-4B45-A6B9-7A8EE0E559D4}" presName="desTx" presStyleLbl="revTx" presStyleIdx="5" presStyleCnt="6">
        <dgm:presLayoutVars/>
      </dgm:prSet>
      <dgm:spPr/>
    </dgm:pt>
  </dgm:ptLst>
  <dgm:cxnLst>
    <dgm:cxn modelId="{D2FF1808-70C2-4B6B-97E5-C42380639E9D}" srcId="{5A9964A9-1C3F-4D43-9901-1A4439336813}" destId="{D3C984E2-F60A-45D6-93A5-0C33A11062BE}" srcOrd="3" destOrd="0" parTransId="{C84219E6-656E-4BA7-A921-A80C1665FBA7}" sibTransId="{D6235F76-B6CC-4DD4-B052-4FA6C36CA54E}"/>
    <dgm:cxn modelId="{721D8B0B-B485-427C-A03D-3DF02E41C745}" srcId="{FA1FFCDF-62D4-4974-813E-56FC17DB5767}" destId="{5A9964A9-1C3F-4D43-9901-1A4439336813}" srcOrd="1" destOrd="0" parTransId="{6CC66E1C-4CC6-4B20-A666-3F8704A1B62F}" sibTransId="{093E0AD9-8B48-483B-8DE4-0039D6A26063}"/>
    <dgm:cxn modelId="{3B875311-39E1-44D0-B9D8-5A2FF8D32393}" type="presOf" srcId="{5A9964A9-1C3F-4D43-9901-1A4439336813}" destId="{B96A79F9-6344-425C-9776-FCA70C166A90}" srcOrd="0" destOrd="0" presId="urn:microsoft.com/office/officeart/2018/5/layout/CenteredIconLabelDescriptionList"/>
    <dgm:cxn modelId="{3D906B17-0DDC-4D0B-8828-0BB18BCA9B69}" type="presOf" srcId="{FA1FFCDF-62D4-4974-813E-56FC17DB5767}" destId="{6AFCC6B6-FBC7-4349-9E89-6E1EDA4632FC}" srcOrd="0" destOrd="0" presId="urn:microsoft.com/office/officeart/2018/5/layout/CenteredIconLabelDescriptionList"/>
    <dgm:cxn modelId="{D1F66E2A-7CAA-4A93-B200-5CE6AFABD23D}" srcId="{92E34AB0-6717-4B45-A6B9-7A8EE0E559D4}" destId="{39425C6F-5269-41C7-9A31-D811EEC92A8A}" srcOrd="0" destOrd="0" parTransId="{39FC72E9-0FBD-4665-98C2-2D4A7D553B84}" sibTransId="{52F59945-85D2-4176-81EC-22F42FFC7FAF}"/>
    <dgm:cxn modelId="{C54BAB2B-7BD5-4305-972F-3CEC3450256B}" srcId="{92E34AB0-6717-4B45-A6B9-7A8EE0E559D4}" destId="{E7695B15-F25A-49E4-9D62-83831EE21B7F}" srcOrd="1" destOrd="0" parTransId="{31B71E80-E59E-4DE3-BFED-24073EA87070}" sibTransId="{71E94786-226C-40BF-875C-957E446131AF}"/>
    <dgm:cxn modelId="{0054CA30-81C7-4DA3-8B21-60EF5F0D8E47}" srcId="{EAD6751A-FC96-4FE4-8B88-21599FC58882}" destId="{DC3E8050-8AA2-4739-BC5C-195029D23F0B}" srcOrd="0" destOrd="0" parTransId="{BE3B5B1E-1193-427C-833C-9429FFA1B9B9}" sibTransId="{80B0A668-0D52-4AB4-A9E6-B069A69897CD}"/>
    <dgm:cxn modelId="{8863C333-BA06-48DA-A67E-E98E5A55F377}" type="presOf" srcId="{92E34AB0-6717-4B45-A6B9-7A8EE0E559D4}" destId="{E4A654DB-32AF-427E-9A35-A17592749F63}" srcOrd="0" destOrd="0" presId="urn:microsoft.com/office/officeart/2018/5/layout/CenteredIconLabelDescriptionList"/>
    <dgm:cxn modelId="{FA263F41-5975-46A4-8E84-A62BBFC9FFE9}" type="presOf" srcId="{213326D8-186A-4706-B387-F82A83AE93E0}" destId="{BCA4B88E-0A15-4582-BD2F-EC6C54F52FF4}" srcOrd="0" destOrd="1" presId="urn:microsoft.com/office/officeart/2018/5/layout/CenteredIconLabelDescriptionList"/>
    <dgm:cxn modelId="{729A8544-863D-499E-B77A-F7F047E5CE69}" type="presOf" srcId="{D3C984E2-F60A-45D6-93A5-0C33A11062BE}" destId="{A293BD6A-5EE7-4E3A-8309-5EF0D7785691}" srcOrd="0" destOrd="3" presId="urn:microsoft.com/office/officeart/2018/5/layout/CenteredIconLabelDescriptionList"/>
    <dgm:cxn modelId="{5F8F3C6C-0F08-4549-8F8F-19C1E1E2855A}" srcId="{5A9964A9-1C3F-4D43-9901-1A4439336813}" destId="{5B89D050-103A-4E7D-B0EA-AE5FD9E26F80}" srcOrd="1" destOrd="0" parTransId="{43F6976F-7F83-4EE9-A857-16309F09E21F}" sibTransId="{D9D523B0-A946-4BD7-A2FF-CDCA5F499EF8}"/>
    <dgm:cxn modelId="{C2477452-50EB-4030-A5B4-6DA155C3069D}" type="presOf" srcId="{6F16FC62-40C0-4525-96B8-17598169FA7D}" destId="{A293BD6A-5EE7-4E3A-8309-5EF0D7785691}" srcOrd="0" destOrd="0" presId="urn:microsoft.com/office/officeart/2018/5/layout/CenteredIconLabelDescriptionList"/>
    <dgm:cxn modelId="{B976A756-F072-4EB5-8A83-9B1843F72AFA}" type="presOf" srcId="{DC3E8050-8AA2-4739-BC5C-195029D23F0B}" destId="{BCA4B88E-0A15-4582-BD2F-EC6C54F52FF4}" srcOrd="0" destOrd="0" presId="urn:microsoft.com/office/officeart/2018/5/layout/CenteredIconLabelDescriptionList"/>
    <dgm:cxn modelId="{86117377-42E4-44C3-919F-E1DBE1169E11}" srcId="{EAD6751A-FC96-4FE4-8B88-21599FC58882}" destId="{213326D8-186A-4706-B387-F82A83AE93E0}" srcOrd="1" destOrd="0" parTransId="{1EA360F0-9E49-46EB-8EBE-1603FFD64D59}" sibTransId="{EEB16C4C-511C-4458-B7BD-5A10844F55E7}"/>
    <dgm:cxn modelId="{03A0F759-D20B-4E37-A9BC-A5CAD93BDF66}" srcId="{FA1FFCDF-62D4-4974-813E-56FC17DB5767}" destId="{92E34AB0-6717-4B45-A6B9-7A8EE0E559D4}" srcOrd="2" destOrd="0" parTransId="{1F23DFE8-7310-4ED5-A974-6A79B0D6A4CD}" sibTransId="{63FF2939-88D2-491C-8699-5D66907FCDA7}"/>
    <dgm:cxn modelId="{ED252B5A-6BFF-41E1-B356-56892868C30D}" srcId="{5A9964A9-1C3F-4D43-9901-1A4439336813}" destId="{6F16FC62-40C0-4525-96B8-17598169FA7D}" srcOrd="0" destOrd="0" parTransId="{7EF9D03E-F8BC-4D28-9049-C521D78E1A42}" sibTransId="{3A8928A7-C479-4179-B2C8-2F9FFAC43172}"/>
    <dgm:cxn modelId="{F1D11D93-9D3F-45B7-900A-23DF3EA04670}" type="presOf" srcId="{5B89D050-103A-4E7D-B0EA-AE5FD9E26F80}" destId="{A293BD6A-5EE7-4E3A-8309-5EF0D7785691}" srcOrd="0" destOrd="1" presId="urn:microsoft.com/office/officeart/2018/5/layout/CenteredIconLabelDescriptionList"/>
    <dgm:cxn modelId="{E954D9A3-64B2-4AF3-A1B9-E56532B93ACA}" srcId="{FA1FFCDF-62D4-4974-813E-56FC17DB5767}" destId="{EAD6751A-FC96-4FE4-8B88-21599FC58882}" srcOrd="0" destOrd="0" parTransId="{D48900DC-4AE9-41A8-BB47-C57BE23DCEFD}" sibTransId="{AC05B3E5-9E6F-4B7C-85DA-ACF81E33E5B5}"/>
    <dgm:cxn modelId="{D38CC4A5-608D-4B91-A251-631E1CD648B5}" srcId="{5A9964A9-1C3F-4D43-9901-1A4439336813}" destId="{6E4E7D67-E30F-465E-BAB3-E4F00B295C4C}" srcOrd="2" destOrd="0" parTransId="{1E01BEFC-83AB-47E9-8F5C-34AC9A8A5352}" sibTransId="{ACD51FA4-3740-4F09-B539-451F103D90BA}"/>
    <dgm:cxn modelId="{1EF643BE-8CD4-413A-9B20-81FCA5BC7D0C}" type="presOf" srcId="{6E4E7D67-E30F-465E-BAB3-E4F00B295C4C}" destId="{A293BD6A-5EE7-4E3A-8309-5EF0D7785691}" srcOrd="0" destOrd="2" presId="urn:microsoft.com/office/officeart/2018/5/layout/CenteredIconLabelDescriptionList"/>
    <dgm:cxn modelId="{B893ADD5-C319-46ED-B010-E98EEE80CB3E}" type="presOf" srcId="{E7695B15-F25A-49E4-9D62-83831EE21B7F}" destId="{DF0D2B09-8574-476B-BAFA-1F166E868BD5}" srcOrd="0" destOrd="1" presId="urn:microsoft.com/office/officeart/2018/5/layout/CenteredIconLabelDescriptionList"/>
    <dgm:cxn modelId="{BB83B8E8-A719-4FEB-A85F-20A909B58D05}" type="presOf" srcId="{39425C6F-5269-41C7-9A31-D811EEC92A8A}" destId="{DF0D2B09-8574-476B-BAFA-1F166E868BD5}" srcOrd="0" destOrd="0" presId="urn:microsoft.com/office/officeart/2018/5/layout/CenteredIconLabelDescriptionList"/>
    <dgm:cxn modelId="{C189FFF4-D322-470C-958C-5A98F965EFA3}" type="presOf" srcId="{EAD6751A-FC96-4FE4-8B88-21599FC58882}" destId="{1FBF1619-FD02-49F7-9398-8BD684020EDB}" srcOrd="0" destOrd="0" presId="urn:microsoft.com/office/officeart/2018/5/layout/CenteredIconLabelDescriptionList"/>
    <dgm:cxn modelId="{0099C15F-D08F-45FB-96B3-09875CB83925}" type="presParOf" srcId="{6AFCC6B6-FBC7-4349-9E89-6E1EDA4632FC}" destId="{79F5E4D4-49A8-4636-A7FA-2541C3AC0774}" srcOrd="0" destOrd="0" presId="urn:microsoft.com/office/officeart/2018/5/layout/CenteredIconLabelDescriptionList"/>
    <dgm:cxn modelId="{7BCA0131-4BD2-445C-BD30-9679F93E6B4B}" type="presParOf" srcId="{79F5E4D4-49A8-4636-A7FA-2541C3AC0774}" destId="{5D79468E-8D79-4D84-A6BF-850AB3A27DCF}" srcOrd="0" destOrd="0" presId="urn:microsoft.com/office/officeart/2018/5/layout/CenteredIconLabelDescriptionList"/>
    <dgm:cxn modelId="{0AA70595-F95A-4522-B255-64572CF5896D}" type="presParOf" srcId="{79F5E4D4-49A8-4636-A7FA-2541C3AC0774}" destId="{52FC7216-B5A0-47BA-8FE0-59C8131B6609}" srcOrd="1" destOrd="0" presId="urn:microsoft.com/office/officeart/2018/5/layout/CenteredIconLabelDescriptionList"/>
    <dgm:cxn modelId="{8EE6F7F8-FA1E-49F1-A3BB-C80AE87CD583}" type="presParOf" srcId="{79F5E4D4-49A8-4636-A7FA-2541C3AC0774}" destId="{1FBF1619-FD02-49F7-9398-8BD684020EDB}" srcOrd="2" destOrd="0" presId="urn:microsoft.com/office/officeart/2018/5/layout/CenteredIconLabelDescriptionList"/>
    <dgm:cxn modelId="{88555BCC-9E15-433E-879D-1076AE60F486}" type="presParOf" srcId="{79F5E4D4-49A8-4636-A7FA-2541C3AC0774}" destId="{F8412911-0ABC-4233-8444-DF3F599DA605}" srcOrd="3" destOrd="0" presId="urn:microsoft.com/office/officeart/2018/5/layout/CenteredIconLabelDescriptionList"/>
    <dgm:cxn modelId="{005C515B-02F0-423C-BE2C-CF5D3EC18F48}" type="presParOf" srcId="{79F5E4D4-49A8-4636-A7FA-2541C3AC0774}" destId="{BCA4B88E-0A15-4582-BD2F-EC6C54F52FF4}" srcOrd="4" destOrd="0" presId="urn:microsoft.com/office/officeart/2018/5/layout/CenteredIconLabelDescriptionList"/>
    <dgm:cxn modelId="{2C47FDCE-AB45-4942-AFAF-E3950581E62D}" type="presParOf" srcId="{6AFCC6B6-FBC7-4349-9E89-6E1EDA4632FC}" destId="{2C81AE32-AC25-4F64-92D5-255CD35BD291}" srcOrd="1" destOrd="0" presId="urn:microsoft.com/office/officeart/2018/5/layout/CenteredIconLabelDescriptionList"/>
    <dgm:cxn modelId="{E1F962CB-F83F-46A1-9AE6-6CFF5CC5A091}" type="presParOf" srcId="{6AFCC6B6-FBC7-4349-9E89-6E1EDA4632FC}" destId="{2CA0F188-9293-4682-B45D-87C06797BFF2}" srcOrd="2" destOrd="0" presId="urn:microsoft.com/office/officeart/2018/5/layout/CenteredIconLabelDescriptionList"/>
    <dgm:cxn modelId="{BC50EF32-A3A7-44D6-827D-26CC2BABAEE4}" type="presParOf" srcId="{2CA0F188-9293-4682-B45D-87C06797BFF2}" destId="{5885DF99-E377-49D7-920C-4E8E695F9B06}" srcOrd="0" destOrd="0" presId="urn:microsoft.com/office/officeart/2018/5/layout/CenteredIconLabelDescriptionList"/>
    <dgm:cxn modelId="{97A076DC-DC4C-456F-9BA4-BF69808CBFEC}" type="presParOf" srcId="{2CA0F188-9293-4682-B45D-87C06797BFF2}" destId="{3E2E7C9C-3606-482A-9472-FC9863726B7C}" srcOrd="1" destOrd="0" presId="urn:microsoft.com/office/officeart/2018/5/layout/CenteredIconLabelDescriptionList"/>
    <dgm:cxn modelId="{264DE9E1-B550-4CD5-9894-B226A905204F}" type="presParOf" srcId="{2CA0F188-9293-4682-B45D-87C06797BFF2}" destId="{B96A79F9-6344-425C-9776-FCA70C166A90}" srcOrd="2" destOrd="0" presId="urn:microsoft.com/office/officeart/2018/5/layout/CenteredIconLabelDescriptionList"/>
    <dgm:cxn modelId="{48A01EDA-93A9-4F58-B8F4-E0CE0C905D40}" type="presParOf" srcId="{2CA0F188-9293-4682-B45D-87C06797BFF2}" destId="{CE985397-5BB6-48F5-8C38-F6E9723E57BA}" srcOrd="3" destOrd="0" presId="urn:microsoft.com/office/officeart/2018/5/layout/CenteredIconLabelDescriptionList"/>
    <dgm:cxn modelId="{00669B3F-AF2D-487E-B44E-130A20042F5F}" type="presParOf" srcId="{2CA0F188-9293-4682-B45D-87C06797BFF2}" destId="{A293BD6A-5EE7-4E3A-8309-5EF0D7785691}" srcOrd="4" destOrd="0" presId="urn:microsoft.com/office/officeart/2018/5/layout/CenteredIconLabelDescriptionList"/>
    <dgm:cxn modelId="{918F674C-9935-450D-AA39-55B90AEB1376}" type="presParOf" srcId="{6AFCC6B6-FBC7-4349-9E89-6E1EDA4632FC}" destId="{30531B1D-193A-4ECF-BE96-BD0BAE84654D}" srcOrd="3" destOrd="0" presId="urn:microsoft.com/office/officeart/2018/5/layout/CenteredIconLabelDescriptionList"/>
    <dgm:cxn modelId="{502AA1C0-F1F4-4300-8DDE-5C35C200DC82}" type="presParOf" srcId="{6AFCC6B6-FBC7-4349-9E89-6E1EDA4632FC}" destId="{BE696622-8F0B-40A4-9CD6-0A4B802715C1}" srcOrd="4" destOrd="0" presId="urn:microsoft.com/office/officeart/2018/5/layout/CenteredIconLabelDescriptionList"/>
    <dgm:cxn modelId="{6806F7BC-73BE-4FF9-BAF6-AF1C6ED9EFDD}" type="presParOf" srcId="{BE696622-8F0B-40A4-9CD6-0A4B802715C1}" destId="{7D52F200-469F-475E-BBF2-3C4595CDB11D}" srcOrd="0" destOrd="0" presId="urn:microsoft.com/office/officeart/2018/5/layout/CenteredIconLabelDescriptionList"/>
    <dgm:cxn modelId="{5468BADF-5184-4422-8419-508625AE090E}" type="presParOf" srcId="{BE696622-8F0B-40A4-9CD6-0A4B802715C1}" destId="{52131CE0-5182-4C22-8BEF-0BC23C42EC36}" srcOrd="1" destOrd="0" presId="urn:microsoft.com/office/officeart/2018/5/layout/CenteredIconLabelDescriptionList"/>
    <dgm:cxn modelId="{CE2C7375-7E0F-4946-9AD8-C86686429A58}" type="presParOf" srcId="{BE696622-8F0B-40A4-9CD6-0A4B802715C1}" destId="{E4A654DB-32AF-427E-9A35-A17592749F63}" srcOrd="2" destOrd="0" presId="urn:microsoft.com/office/officeart/2018/5/layout/CenteredIconLabelDescriptionList"/>
    <dgm:cxn modelId="{8B6C19CE-0E94-4CE1-9BC4-F46FD37A997A}" type="presParOf" srcId="{BE696622-8F0B-40A4-9CD6-0A4B802715C1}" destId="{23AB0B75-FB52-4B42-9415-004BA1895875}" srcOrd="3" destOrd="0" presId="urn:microsoft.com/office/officeart/2018/5/layout/CenteredIconLabelDescriptionList"/>
    <dgm:cxn modelId="{1BF6A14E-E07A-4C5E-8F7C-F1AF45AE061F}" type="presParOf" srcId="{BE696622-8F0B-40A4-9CD6-0A4B802715C1}" destId="{DF0D2B09-8574-476B-BAFA-1F166E868BD5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8.xml><?xml version="1.0" encoding="utf-8"?>
<dgm:dataModel xmlns:dgm="http://schemas.openxmlformats.org/drawingml/2006/diagram" xmlns:a="http://schemas.openxmlformats.org/drawingml/2006/main">
  <dgm:ptLst>
    <dgm:pt modelId="{C8D01EFF-E69A-40FD-A36C-D4BB2CB090F4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3C31D495-0ED1-4E68-84F0-09D099AEDB4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Principles</a:t>
          </a:r>
          <a:endParaRPr lang="en-US" dirty="0"/>
        </a:p>
      </dgm:t>
    </dgm:pt>
    <dgm:pt modelId="{1561E06F-D572-4572-BDA9-763B5D1BB20E}" type="parTrans" cxnId="{72B54698-AD1D-480C-9015-A95C27BCAADE}">
      <dgm:prSet/>
      <dgm:spPr/>
      <dgm:t>
        <a:bodyPr/>
        <a:lstStyle/>
        <a:p>
          <a:endParaRPr lang="en-US"/>
        </a:p>
      </dgm:t>
    </dgm:pt>
    <dgm:pt modelId="{60A7B335-A2C0-4924-B84B-B7091C45A58D}" type="sibTrans" cxnId="{72B54698-AD1D-480C-9015-A95C27BCAADE}">
      <dgm:prSet/>
      <dgm:spPr/>
      <dgm:t>
        <a:bodyPr/>
        <a:lstStyle/>
        <a:p>
          <a:endParaRPr lang="en-US"/>
        </a:p>
      </dgm:t>
    </dgm:pt>
    <dgm:pt modelId="{A70B3CA0-F3BD-4BD5-A24B-5C6421A72A3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Transactions</a:t>
          </a:r>
          <a:endParaRPr lang="en-US" dirty="0"/>
        </a:p>
      </dgm:t>
    </dgm:pt>
    <dgm:pt modelId="{EDDEF2AB-DCBC-467D-B925-A571E04742EE}" type="parTrans" cxnId="{3C8067E6-4B3B-44D0-82E4-A375C32F5349}">
      <dgm:prSet/>
      <dgm:spPr/>
      <dgm:t>
        <a:bodyPr/>
        <a:lstStyle/>
        <a:p>
          <a:endParaRPr lang="en-US"/>
        </a:p>
      </dgm:t>
    </dgm:pt>
    <dgm:pt modelId="{54B3E371-07E6-4532-B2E0-13F5CD1F472B}" type="sibTrans" cxnId="{3C8067E6-4B3B-44D0-82E4-A375C32F5349}">
      <dgm:prSet/>
      <dgm:spPr/>
      <dgm:t>
        <a:bodyPr/>
        <a:lstStyle/>
        <a:p>
          <a:endParaRPr lang="en-US"/>
        </a:p>
      </dgm:t>
    </dgm:pt>
    <dgm:pt modelId="{2D4AC97C-9F98-4AF9-96F3-CC8177E163C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Verification</a:t>
          </a:r>
          <a:r>
            <a:rPr lang="tr-TR" dirty="0"/>
            <a:t> is </a:t>
          </a:r>
          <a:r>
            <a:rPr lang="en-US" dirty="0"/>
            <a:t>based on</a:t>
          </a:r>
        </a:p>
      </dgm:t>
    </dgm:pt>
    <dgm:pt modelId="{00675142-8FA1-424C-B7C5-93971A230D7E}" type="parTrans" cxnId="{F2F6AE38-3BDC-4B74-90F4-766C317ED5FE}">
      <dgm:prSet/>
      <dgm:spPr/>
      <dgm:t>
        <a:bodyPr/>
        <a:lstStyle/>
        <a:p>
          <a:endParaRPr lang="en-US"/>
        </a:p>
      </dgm:t>
    </dgm:pt>
    <dgm:pt modelId="{9C8A1BB8-3335-44AF-9734-B604050621CC}" type="sibTrans" cxnId="{F2F6AE38-3BDC-4B74-90F4-766C317ED5FE}">
      <dgm:prSet/>
      <dgm:spPr/>
      <dgm:t>
        <a:bodyPr/>
        <a:lstStyle/>
        <a:p>
          <a:endParaRPr lang="en-US"/>
        </a:p>
      </dgm:t>
    </dgm:pt>
    <dgm:pt modelId="{82C8B7A8-DA31-4EAF-89C3-86223E2F286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Independent</a:t>
          </a:r>
        </a:p>
      </dgm:t>
    </dgm:pt>
    <dgm:pt modelId="{B2AA1370-78C2-49E5-B315-AC87DCBDC2B0}" type="parTrans" cxnId="{2F54DED3-FA94-4958-A8B2-42706981F7F5}">
      <dgm:prSet/>
      <dgm:spPr/>
    </dgm:pt>
    <dgm:pt modelId="{D91354D9-D0D1-4289-8C04-492C7898BDD7}" type="sibTrans" cxnId="{2F54DED3-FA94-4958-A8B2-42706981F7F5}">
      <dgm:prSet/>
      <dgm:spPr/>
    </dgm:pt>
    <dgm:pt modelId="{FA21D5E6-9C37-414D-86BD-FCA6F52AE8C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Verification</a:t>
          </a:r>
          <a:r>
            <a:rPr lang="tr-TR" dirty="0"/>
            <a:t> </a:t>
          </a:r>
          <a:endParaRPr lang="en-US" dirty="0"/>
        </a:p>
      </dgm:t>
    </dgm:pt>
    <dgm:pt modelId="{F9BEEA49-FFB0-4C13-A764-913F595CBF8E}" type="parTrans" cxnId="{DD277E8E-B560-4790-8A0D-E1B8118395BA}">
      <dgm:prSet/>
      <dgm:spPr/>
    </dgm:pt>
    <dgm:pt modelId="{EAF9A56F-B6FC-4251-A6C5-BB27901F0F80}" type="sibTrans" cxnId="{DD277E8E-B560-4790-8A0D-E1B8118395BA}">
      <dgm:prSet/>
      <dgm:spPr/>
    </dgm:pt>
    <dgm:pt modelId="{D2AFB94E-4239-4BD6-8D4C-2F5732A9762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each transaction</a:t>
          </a:r>
        </a:p>
      </dgm:t>
    </dgm:pt>
    <dgm:pt modelId="{8431BC20-8133-4474-8A0E-DA0542FA38BC}" type="parTrans" cxnId="{64F3DAE2-E7B5-42BB-BD28-9BFDD5B4B3A1}">
      <dgm:prSet/>
      <dgm:spPr/>
    </dgm:pt>
    <dgm:pt modelId="{CC5CCDB6-7F51-45BE-82B6-57ADD2C137E7}" type="sibTrans" cxnId="{64F3DAE2-E7B5-42BB-BD28-9BFDD5B4B3A1}">
      <dgm:prSet/>
      <dgm:spPr/>
    </dgm:pt>
    <dgm:pt modelId="{3E11AAF3-D51C-4153-BEBE-9DE1FE80A2D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is </a:t>
          </a:r>
          <a:r>
            <a:rPr lang="tr-TR" dirty="0" err="1"/>
            <a:t>verified</a:t>
          </a:r>
          <a:r>
            <a:rPr lang="tr-TR" dirty="0"/>
            <a:t> </a:t>
          </a:r>
          <a:r>
            <a:rPr lang="en-US" dirty="0"/>
            <a:t>by </a:t>
          </a:r>
          <a:r>
            <a:rPr lang="en-US" b="1" u="none" dirty="0"/>
            <a:t>every</a:t>
          </a:r>
          <a:r>
            <a:rPr lang="en-US" dirty="0"/>
            <a:t> full node </a:t>
          </a:r>
        </a:p>
      </dgm:t>
    </dgm:pt>
    <dgm:pt modelId="{3F8FC2DD-0DD3-401A-B4A6-25F070981BD8}" type="parTrans" cxnId="{E46476DF-F8F7-4A96-9EB0-FDFB4FB25F04}">
      <dgm:prSet/>
      <dgm:spPr/>
    </dgm:pt>
    <dgm:pt modelId="{5375A747-C15D-4F79-9076-101A9F46FE7B}" type="sibTrans" cxnId="{E46476DF-F8F7-4A96-9EB0-FDFB4FB25F04}">
      <dgm:prSet/>
      <dgm:spPr/>
    </dgm:pt>
    <dgm:pt modelId="{BE9FD4E7-4D74-4FA8-BE32-C3981A8480B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Criteria</a:t>
          </a:r>
          <a:endParaRPr lang="en-US" dirty="0"/>
        </a:p>
      </dgm:t>
    </dgm:pt>
    <dgm:pt modelId="{8D6A1E30-3A8E-4B47-B38D-C771436E1431}" type="parTrans" cxnId="{008F8AE2-F90A-4D59-A6FD-5335FE12C0C3}">
      <dgm:prSet/>
      <dgm:spPr/>
    </dgm:pt>
    <dgm:pt modelId="{83ED6AEA-C096-4065-979E-1C3BD7BFF36D}" type="sibTrans" cxnId="{008F8AE2-F90A-4D59-A6FD-5335FE12C0C3}">
      <dgm:prSet/>
      <dgm:spPr/>
    </dgm:pt>
    <dgm:pt modelId="{B44F9B30-D26D-4EC6-8BB6-89777F90BA5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 comprehensive</a:t>
          </a:r>
          <a:r>
            <a:rPr lang="tr-TR" dirty="0"/>
            <a:t> </a:t>
          </a:r>
          <a:r>
            <a:rPr lang="en-US" dirty="0"/>
            <a:t>list of criteria</a:t>
          </a:r>
        </a:p>
      </dgm:t>
    </dgm:pt>
    <dgm:pt modelId="{B6850CC2-73D7-4A97-AA01-17876F4F299C}" type="parTrans" cxnId="{56EE6075-4091-4953-A684-B3490ABAAEF5}">
      <dgm:prSet/>
      <dgm:spPr/>
    </dgm:pt>
    <dgm:pt modelId="{801BF712-4E01-45FC-9ED1-6D93D79AC9B4}" type="sibTrans" cxnId="{56EE6075-4091-4953-A684-B3490ABAAEF5}">
      <dgm:prSet/>
      <dgm:spPr/>
    </dgm:pt>
    <dgm:pt modelId="{5271E6AC-0C3B-4027-B315-862941DDF7B6}" type="pres">
      <dgm:prSet presAssocID="{C8D01EFF-E69A-40FD-A36C-D4BB2CB090F4}" presName="root" presStyleCnt="0">
        <dgm:presLayoutVars>
          <dgm:dir/>
          <dgm:resizeHandles val="exact"/>
        </dgm:presLayoutVars>
      </dgm:prSet>
      <dgm:spPr/>
    </dgm:pt>
    <dgm:pt modelId="{0D5DDB93-921D-421E-A353-75EC877B232A}" type="pres">
      <dgm:prSet presAssocID="{3C31D495-0ED1-4E68-84F0-09D099AEDB4C}" presName="compNode" presStyleCnt="0"/>
      <dgm:spPr/>
    </dgm:pt>
    <dgm:pt modelId="{43196C8E-FAC8-4BCF-A4EC-F831F2FA96E5}" type="pres">
      <dgm:prSet presAssocID="{3C31D495-0ED1-4E68-84F0-09D099AEDB4C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a"/>
        </a:ext>
      </dgm:extLst>
    </dgm:pt>
    <dgm:pt modelId="{BF210FC0-7DD4-4A85-8EB2-02ECFB13253E}" type="pres">
      <dgm:prSet presAssocID="{3C31D495-0ED1-4E68-84F0-09D099AEDB4C}" presName="iconSpace" presStyleCnt="0"/>
      <dgm:spPr/>
    </dgm:pt>
    <dgm:pt modelId="{C1FEB299-262D-4AFB-B949-F0469B1A45B7}" type="pres">
      <dgm:prSet presAssocID="{3C31D495-0ED1-4E68-84F0-09D099AEDB4C}" presName="parTx" presStyleLbl="revTx" presStyleIdx="0" presStyleCnt="6">
        <dgm:presLayoutVars>
          <dgm:chMax val="0"/>
          <dgm:chPref val="0"/>
        </dgm:presLayoutVars>
      </dgm:prSet>
      <dgm:spPr/>
    </dgm:pt>
    <dgm:pt modelId="{498ED03F-B3B2-4379-9DC5-1F0BF6D6C61D}" type="pres">
      <dgm:prSet presAssocID="{3C31D495-0ED1-4E68-84F0-09D099AEDB4C}" presName="txSpace" presStyleCnt="0"/>
      <dgm:spPr/>
    </dgm:pt>
    <dgm:pt modelId="{17BDC911-6444-4BC4-95E7-831FF34D0C0C}" type="pres">
      <dgm:prSet presAssocID="{3C31D495-0ED1-4E68-84F0-09D099AEDB4C}" presName="desTx" presStyleLbl="revTx" presStyleIdx="1" presStyleCnt="6">
        <dgm:presLayoutVars/>
      </dgm:prSet>
      <dgm:spPr/>
    </dgm:pt>
    <dgm:pt modelId="{3199F639-CAAA-40D1-8238-DF46563BD32D}" type="pres">
      <dgm:prSet presAssocID="{60A7B335-A2C0-4924-B84B-B7091C45A58D}" presName="sibTrans" presStyleCnt="0"/>
      <dgm:spPr/>
    </dgm:pt>
    <dgm:pt modelId="{F28B9182-F7F8-4509-829E-D984CD7C770A}" type="pres">
      <dgm:prSet presAssocID="{A70B3CA0-F3BD-4BD5-A24B-5C6421A72A3A}" presName="compNode" presStyleCnt="0"/>
      <dgm:spPr/>
    </dgm:pt>
    <dgm:pt modelId="{3D713FBC-81C8-4F74-9BF0-716D22DB112C}" type="pres">
      <dgm:prSet presAssocID="{A70B3CA0-F3BD-4BD5-A24B-5C6421A72A3A}" presName="iconRect" presStyleLbl="node1" presStyleIdx="1" presStyleCnt="3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34CE5A58-CF24-44E3-8294-D5E22FE499C9}" type="pres">
      <dgm:prSet presAssocID="{A70B3CA0-F3BD-4BD5-A24B-5C6421A72A3A}" presName="iconSpace" presStyleCnt="0"/>
      <dgm:spPr/>
    </dgm:pt>
    <dgm:pt modelId="{D77F2871-56B5-47C8-A884-6E75C62A52C8}" type="pres">
      <dgm:prSet presAssocID="{A70B3CA0-F3BD-4BD5-A24B-5C6421A72A3A}" presName="parTx" presStyleLbl="revTx" presStyleIdx="2" presStyleCnt="6">
        <dgm:presLayoutVars>
          <dgm:chMax val="0"/>
          <dgm:chPref val="0"/>
        </dgm:presLayoutVars>
      </dgm:prSet>
      <dgm:spPr/>
    </dgm:pt>
    <dgm:pt modelId="{2D619D0E-1C2B-489A-94E2-F4EB5660B5FA}" type="pres">
      <dgm:prSet presAssocID="{A70B3CA0-F3BD-4BD5-A24B-5C6421A72A3A}" presName="txSpace" presStyleCnt="0"/>
      <dgm:spPr/>
    </dgm:pt>
    <dgm:pt modelId="{10070C69-9793-424F-B46E-FC61DE69EC0B}" type="pres">
      <dgm:prSet presAssocID="{A70B3CA0-F3BD-4BD5-A24B-5C6421A72A3A}" presName="desTx" presStyleLbl="revTx" presStyleIdx="3" presStyleCnt="6">
        <dgm:presLayoutVars/>
      </dgm:prSet>
      <dgm:spPr/>
    </dgm:pt>
    <dgm:pt modelId="{CC310EF8-A02F-4DAA-A48E-7C7C66652465}" type="pres">
      <dgm:prSet presAssocID="{54B3E371-07E6-4532-B2E0-13F5CD1F472B}" presName="sibTrans" presStyleCnt="0"/>
      <dgm:spPr/>
    </dgm:pt>
    <dgm:pt modelId="{92175E45-D992-4874-A20E-F5D50CF42079}" type="pres">
      <dgm:prSet presAssocID="{BE9FD4E7-4D74-4FA8-BE32-C3981A8480B9}" presName="compNode" presStyleCnt="0"/>
      <dgm:spPr/>
    </dgm:pt>
    <dgm:pt modelId="{79802D4D-4CB8-4912-8828-6BBD1AA25078}" type="pres">
      <dgm:prSet presAssocID="{BE9FD4E7-4D74-4FA8-BE32-C3981A8480B9}" presName="iconRect" presStyleLbl="node1" presStyleIdx="2" presStyleCnt="3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3EED48AE-399E-4365-831E-B666310DDD23}" type="pres">
      <dgm:prSet presAssocID="{BE9FD4E7-4D74-4FA8-BE32-C3981A8480B9}" presName="iconSpace" presStyleCnt="0"/>
      <dgm:spPr/>
    </dgm:pt>
    <dgm:pt modelId="{0FADC449-6275-4C15-A6F8-4E5588D6D049}" type="pres">
      <dgm:prSet presAssocID="{BE9FD4E7-4D74-4FA8-BE32-C3981A8480B9}" presName="parTx" presStyleLbl="revTx" presStyleIdx="4" presStyleCnt="6">
        <dgm:presLayoutVars>
          <dgm:chMax val="0"/>
          <dgm:chPref val="0"/>
        </dgm:presLayoutVars>
      </dgm:prSet>
      <dgm:spPr/>
    </dgm:pt>
    <dgm:pt modelId="{A3CAB392-2990-4EE4-8323-5C74FE1ECDC2}" type="pres">
      <dgm:prSet presAssocID="{BE9FD4E7-4D74-4FA8-BE32-C3981A8480B9}" presName="txSpace" presStyleCnt="0"/>
      <dgm:spPr/>
    </dgm:pt>
    <dgm:pt modelId="{A458C461-DB77-4B37-A254-C1C2ECC174CD}" type="pres">
      <dgm:prSet presAssocID="{BE9FD4E7-4D74-4FA8-BE32-C3981A8480B9}" presName="desTx" presStyleLbl="revTx" presStyleIdx="5" presStyleCnt="6">
        <dgm:presLayoutVars/>
      </dgm:prSet>
      <dgm:spPr/>
    </dgm:pt>
  </dgm:ptLst>
  <dgm:cxnLst>
    <dgm:cxn modelId="{781FD901-1893-4095-87C0-B2B23549062B}" type="presOf" srcId="{FA21D5E6-9C37-414D-86BD-FCA6F52AE8CA}" destId="{17BDC911-6444-4BC4-95E7-831FF34D0C0C}" srcOrd="0" destOrd="1" presId="urn:microsoft.com/office/officeart/2018/5/layout/CenteredIconLabelDescriptionList"/>
    <dgm:cxn modelId="{B42BF703-EAB2-4690-AC53-3AB8B8B6AE02}" type="presOf" srcId="{D2AFB94E-4239-4BD6-8D4C-2F5732A9762E}" destId="{10070C69-9793-424F-B46E-FC61DE69EC0B}" srcOrd="0" destOrd="0" presId="urn:microsoft.com/office/officeart/2018/5/layout/CenteredIconLabelDescriptionList"/>
    <dgm:cxn modelId="{EE49251E-4FC4-48BB-8B18-06261346A02A}" type="presOf" srcId="{C8D01EFF-E69A-40FD-A36C-D4BB2CB090F4}" destId="{5271E6AC-0C3B-4027-B315-862941DDF7B6}" srcOrd="0" destOrd="0" presId="urn:microsoft.com/office/officeart/2018/5/layout/CenteredIconLabelDescriptionList"/>
    <dgm:cxn modelId="{42754925-1E8B-4BC8-A4AC-34A33C595F2F}" type="presOf" srcId="{BE9FD4E7-4D74-4FA8-BE32-C3981A8480B9}" destId="{0FADC449-6275-4C15-A6F8-4E5588D6D049}" srcOrd="0" destOrd="0" presId="urn:microsoft.com/office/officeart/2018/5/layout/CenteredIconLabelDescriptionList"/>
    <dgm:cxn modelId="{0DB2CA2A-5B01-497C-A2A1-4B95E256F8BD}" type="presOf" srcId="{3E11AAF3-D51C-4153-BEBE-9DE1FE80A2D6}" destId="{10070C69-9793-424F-B46E-FC61DE69EC0B}" srcOrd="0" destOrd="1" presId="urn:microsoft.com/office/officeart/2018/5/layout/CenteredIconLabelDescriptionList"/>
    <dgm:cxn modelId="{F2F6AE38-3BDC-4B74-90F4-766C317ED5FE}" srcId="{BE9FD4E7-4D74-4FA8-BE32-C3981A8480B9}" destId="{2D4AC97C-9F98-4AF9-96F3-CC8177E163C7}" srcOrd="0" destOrd="0" parTransId="{00675142-8FA1-424C-B7C5-93971A230D7E}" sibTransId="{9C8A1BB8-3335-44AF-9734-B604050621CC}"/>
    <dgm:cxn modelId="{56EE6075-4091-4953-A684-B3490ABAAEF5}" srcId="{BE9FD4E7-4D74-4FA8-BE32-C3981A8480B9}" destId="{B44F9B30-D26D-4EC6-8BB6-89777F90BA51}" srcOrd="1" destOrd="0" parTransId="{B6850CC2-73D7-4A97-AA01-17876F4F299C}" sibTransId="{801BF712-4E01-45FC-9ED1-6D93D79AC9B4}"/>
    <dgm:cxn modelId="{501E2987-750A-442C-AFF1-1720E2BE38D7}" type="presOf" srcId="{A70B3CA0-F3BD-4BD5-A24B-5C6421A72A3A}" destId="{D77F2871-56B5-47C8-A884-6E75C62A52C8}" srcOrd="0" destOrd="0" presId="urn:microsoft.com/office/officeart/2018/5/layout/CenteredIconLabelDescriptionList"/>
    <dgm:cxn modelId="{DD277E8E-B560-4790-8A0D-E1B8118395BA}" srcId="{3C31D495-0ED1-4E68-84F0-09D099AEDB4C}" destId="{FA21D5E6-9C37-414D-86BD-FCA6F52AE8CA}" srcOrd="1" destOrd="0" parTransId="{F9BEEA49-FFB0-4C13-A764-913F595CBF8E}" sibTransId="{EAF9A56F-B6FC-4251-A6C5-BB27901F0F80}"/>
    <dgm:cxn modelId="{626D5090-9CB1-477E-B109-A74C1821C49E}" type="presOf" srcId="{3C31D495-0ED1-4E68-84F0-09D099AEDB4C}" destId="{C1FEB299-262D-4AFB-B949-F0469B1A45B7}" srcOrd="0" destOrd="0" presId="urn:microsoft.com/office/officeart/2018/5/layout/CenteredIconLabelDescriptionList"/>
    <dgm:cxn modelId="{B9DF4793-71C6-4A95-85A8-C3BAC7ABECFC}" type="presOf" srcId="{B44F9B30-D26D-4EC6-8BB6-89777F90BA51}" destId="{A458C461-DB77-4B37-A254-C1C2ECC174CD}" srcOrd="0" destOrd="1" presId="urn:microsoft.com/office/officeart/2018/5/layout/CenteredIconLabelDescriptionList"/>
    <dgm:cxn modelId="{72B54698-AD1D-480C-9015-A95C27BCAADE}" srcId="{C8D01EFF-E69A-40FD-A36C-D4BB2CB090F4}" destId="{3C31D495-0ED1-4E68-84F0-09D099AEDB4C}" srcOrd="0" destOrd="0" parTransId="{1561E06F-D572-4572-BDA9-763B5D1BB20E}" sibTransId="{60A7B335-A2C0-4924-B84B-B7091C45A58D}"/>
    <dgm:cxn modelId="{F7C9C7B3-4D0E-4DBE-91D2-5208C484A501}" type="presOf" srcId="{82C8B7A8-DA31-4EAF-89C3-86223E2F2861}" destId="{17BDC911-6444-4BC4-95E7-831FF34D0C0C}" srcOrd="0" destOrd="0" presId="urn:microsoft.com/office/officeart/2018/5/layout/CenteredIconLabelDescriptionList"/>
    <dgm:cxn modelId="{2F54DED3-FA94-4958-A8B2-42706981F7F5}" srcId="{3C31D495-0ED1-4E68-84F0-09D099AEDB4C}" destId="{82C8B7A8-DA31-4EAF-89C3-86223E2F2861}" srcOrd="0" destOrd="0" parTransId="{B2AA1370-78C2-49E5-B315-AC87DCBDC2B0}" sibTransId="{D91354D9-D0D1-4289-8C04-492C7898BDD7}"/>
    <dgm:cxn modelId="{E46476DF-F8F7-4A96-9EB0-FDFB4FB25F04}" srcId="{A70B3CA0-F3BD-4BD5-A24B-5C6421A72A3A}" destId="{3E11AAF3-D51C-4153-BEBE-9DE1FE80A2D6}" srcOrd="1" destOrd="0" parTransId="{3F8FC2DD-0DD3-401A-B4A6-25F070981BD8}" sibTransId="{5375A747-C15D-4F79-9076-101A9F46FE7B}"/>
    <dgm:cxn modelId="{008F8AE2-F90A-4D59-A6FD-5335FE12C0C3}" srcId="{C8D01EFF-E69A-40FD-A36C-D4BB2CB090F4}" destId="{BE9FD4E7-4D74-4FA8-BE32-C3981A8480B9}" srcOrd="2" destOrd="0" parTransId="{8D6A1E30-3A8E-4B47-B38D-C771436E1431}" sibTransId="{83ED6AEA-C096-4065-979E-1C3BD7BFF36D}"/>
    <dgm:cxn modelId="{64F3DAE2-E7B5-42BB-BD28-9BFDD5B4B3A1}" srcId="{A70B3CA0-F3BD-4BD5-A24B-5C6421A72A3A}" destId="{D2AFB94E-4239-4BD6-8D4C-2F5732A9762E}" srcOrd="0" destOrd="0" parTransId="{8431BC20-8133-4474-8A0E-DA0542FA38BC}" sibTransId="{CC5CCDB6-7F51-45BE-82B6-57ADD2C137E7}"/>
    <dgm:cxn modelId="{3C8067E6-4B3B-44D0-82E4-A375C32F5349}" srcId="{C8D01EFF-E69A-40FD-A36C-D4BB2CB090F4}" destId="{A70B3CA0-F3BD-4BD5-A24B-5C6421A72A3A}" srcOrd="1" destOrd="0" parTransId="{EDDEF2AB-DCBC-467D-B925-A571E04742EE}" sibTransId="{54B3E371-07E6-4532-B2E0-13F5CD1F472B}"/>
    <dgm:cxn modelId="{25FCFCE6-6850-4D13-90B6-A501FBC4EBF0}" type="presOf" srcId="{2D4AC97C-9F98-4AF9-96F3-CC8177E163C7}" destId="{A458C461-DB77-4B37-A254-C1C2ECC174CD}" srcOrd="0" destOrd="0" presId="urn:microsoft.com/office/officeart/2018/5/layout/CenteredIconLabelDescriptionList"/>
    <dgm:cxn modelId="{027A6A50-6278-4BA2-A7FB-CCE585714D1D}" type="presParOf" srcId="{5271E6AC-0C3B-4027-B315-862941DDF7B6}" destId="{0D5DDB93-921D-421E-A353-75EC877B232A}" srcOrd="0" destOrd="0" presId="urn:microsoft.com/office/officeart/2018/5/layout/CenteredIconLabelDescriptionList"/>
    <dgm:cxn modelId="{3C583F7B-252C-43BB-9742-49E6D06C3D5D}" type="presParOf" srcId="{0D5DDB93-921D-421E-A353-75EC877B232A}" destId="{43196C8E-FAC8-4BCF-A4EC-F831F2FA96E5}" srcOrd="0" destOrd="0" presId="urn:microsoft.com/office/officeart/2018/5/layout/CenteredIconLabelDescriptionList"/>
    <dgm:cxn modelId="{88EA0B8A-FCD1-4DEA-8FBD-72ADD55B0280}" type="presParOf" srcId="{0D5DDB93-921D-421E-A353-75EC877B232A}" destId="{BF210FC0-7DD4-4A85-8EB2-02ECFB13253E}" srcOrd="1" destOrd="0" presId="urn:microsoft.com/office/officeart/2018/5/layout/CenteredIconLabelDescriptionList"/>
    <dgm:cxn modelId="{99FC7012-D1AD-4CF0-B3EE-99D7DE42BE4A}" type="presParOf" srcId="{0D5DDB93-921D-421E-A353-75EC877B232A}" destId="{C1FEB299-262D-4AFB-B949-F0469B1A45B7}" srcOrd="2" destOrd="0" presId="urn:microsoft.com/office/officeart/2018/5/layout/CenteredIconLabelDescriptionList"/>
    <dgm:cxn modelId="{22DFAF23-8F7E-456F-BD40-FFC0870743B6}" type="presParOf" srcId="{0D5DDB93-921D-421E-A353-75EC877B232A}" destId="{498ED03F-B3B2-4379-9DC5-1F0BF6D6C61D}" srcOrd="3" destOrd="0" presId="urn:microsoft.com/office/officeart/2018/5/layout/CenteredIconLabelDescriptionList"/>
    <dgm:cxn modelId="{9164B8F0-14DB-4C34-A2CB-624980BE40E3}" type="presParOf" srcId="{0D5DDB93-921D-421E-A353-75EC877B232A}" destId="{17BDC911-6444-4BC4-95E7-831FF34D0C0C}" srcOrd="4" destOrd="0" presId="urn:microsoft.com/office/officeart/2018/5/layout/CenteredIconLabelDescriptionList"/>
    <dgm:cxn modelId="{20134EB3-0713-463A-8BDE-B248560FF1E5}" type="presParOf" srcId="{5271E6AC-0C3B-4027-B315-862941DDF7B6}" destId="{3199F639-CAAA-40D1-8238-DF46563BD32D}" srcOrd="1" destOrd="0" presId="urn:microsoft.com/office/officeart/2018/5/layout/CenteredIconLabelDescriptionList"/>
    <dgm:cxn modelId="{B0F5956B-4EC4-49FB-BE83-62F9303D6FA9}" type="presParOf" srcId="{5271E6AC-0C3B-4027-B315-862941DDF7B6}" destId="{F28B9182-F7F8-4509-829E-D984CD7C770A}" srcOrd="2" destOrd="0" presId="urn:microsoft.com/office/officeart/2018/5/layout/CenteredIconLabelDescriptionList"/>
    <dgm:cxn modelId="{3C25A5F5-36BA-4DE6-8694-9BE4BB2FE41E}" type="presParOf" srcId="{F28B9182-F7F8-4509-829E-D984CD7C770A}" destId="{3D713FBC-81C8-4F74-9BF0-716D22DB112C}" srcOrd="0" destOrd="0" presId="urn:microsoft.com/office/officeart/2018/5/layout/CenteredIconLabelDescriptionList"/>
    <dgm:cxn modelId="{D17DBDCB-7853-4CA5-8C5E-72B252BEE585}" type="presParOf" srcId="{F28B9182-F7F8-4509-829E-D984CD7C770A}" destId="{34CE5A58-CF24-44E3-8294-D5E22FE499C9}" srcOrd="1" destOrd="0" presId="urn:microsoft.com/office/officeart/2018/5/layout/CenteredIconLabelDescriptionList"/>
    <dgm:cxn modelId="{0370D82F-E906-478F-A40A-C4CD282889FA}" type="presParOf" srcId="{F28B9182-F7F8-4509-829E-D984CD7C770A}" destId="{D77F2871-56B5-47C8-A884-6E75C62A52C8}" srcOrd="2" destOrd="0" presId="urn:microsoft.com/office/officeart/2018/5/layout/CenteredIconLabelDescriptionList"/>
    <dgm:cxn modelId="{CB039CFA-C315-466B-BABD-9363CC3164EA}" type="presParOf" srcId="{F28B9182-F7F8-4509-829E-D984CD7C770A}" destId="{2D619D0E-1C2B-489A-94E2-F4EB5660B5FA}" srcOrd="3" destOrd="0" presId="urn:microsoft.com/office/officeart/2018/5/layout/CenteredIconLabelDescriptionList"/>
    <dgm:cxn modelId="{31869A07-1DB5-46B5-B21C-A6FD5A1F4F24}" type="presParOf" srcId="{F28B9182-F7F8-4509-829E-D984CD7C770A}" destId="{10070C69-9793-424F-B46E-FC61DE69EC0B}" srcOrd="4" destOrd="0" presId="urn:microsoft.com/office/officeart/2018/5/layout/CenteredIconLabelDescriptionList"/>
    <dgm:cxn modelId="{4F6D2261-E4F9-4048-B6F5-7803D4870516}" type="presParOf" srcId="{5271E6AC-0C3B-4027-B315-862941DDF7B6}" destId="{CC310EF8-A02F-4DAA-A48E-7C7C66652465}" srcOrd="3" destOrd="0" presId="urn:microsoft.com/office/officeart/2018/5/layout/CenteredIconLabelDescriptionList"/>
    <dgm:cxn modelId="{02B0547B-09BC-4C6E-978D-F2BEB45B6C43}" type="presParOf" srcId="{5271E6AC-0C3B-4027-B315-862941DDF7B6}" destId="{92175E45-D992-4874-A20E-F5D50CF42079}" srcOrd="4" destOrd="0" presId="urn:microsoft.com/office/officeart/2018/5/layout/CenteredIconLabelDescriptionList"/>
    <dgm:cxn modelId="{7DB2FAA9-BFDA-425A-9C16-9A923BE27909}" type="presParOf" srcId="{92175E45-D992-4874-A20E-F5D50CF42079}" destId="{79802D4D-4CB8-4912-8828-6BBD1AA25078}" srcOrd="0" destOrd="0" presId="urn:microsoft.com/office/officeart/2018/5/layout/CenteredIconLabelDescriptionList"/>
    <dgm:cxn modelId="{AE434171-5C48-4581-9DFF-FA119B77DB01}" type="presParOf" srcId="{92175E45-D992-4874-A20E-F5D50CF42079}" destId="{3EED48AE-399E-4365-831E-B666310DDD23}" srcOrd="1" destOrd="0" presId="urn:microsoft.com/office/officeart/2018/5/layout/CenteredIconLabelDescriptionList"/>
    <dgm:cxn modelId="{701264EA-0635-4B02-BB4B-8A1296722EEF}" type="presParOf" srcId="{92175E45-D992-4874-A20E-F5D50CF42079}" destId="{0FADC449-6275-4C15-A6F8-4E5588D6D049}" srcOrd="2" destOrd="0" presId="urn:microsoft.com/office/officeart/2018/5/layout/CenteredIconLabelDescriptionList"/>
    <dgm:cxn modelId="{45676130-B9BD-4CFB-94ED-9F96FA26027E}" type="presParOf" srcId="{92175E45-D992-4874-A20E-F5D50CF42079}" destId="{A3CAB392-2990-4EE4-8323-5C74FE1ECDC2}" srcOrd="3" destOrd="0" presId="urn:microsoft.com/office/officeart/2018/5/layout/CenteredIconLabelDescriptionList"/>
    <dgm:cxn modelId="{9F4F4C3B-C016-4F0E-ABA0-4B472755931A}" type="presParOf" srcId="{92175E45-D992-4874-A20E-F5D50CF42079}" destId="{A458C461-DB77-4B37-A254-C1C2ECC174CD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9.xml><?xml version="1.0" encoding="utf-8"?>
<dgm:dataModel xmlns:dgm="http://schemas.openxmlformats.org/drawingml/2006/diagram" xmlns:a="http://schemas.openxmlformats.org/drawingml/2006/main">
  <dgm:ptLst>
    <dgm:pt modelId="{C8D01EFF-E69A-40FD-A36C-D4BB2CB090F4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6066ACA6-DFA4-4707-B1E7-21387DDD178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Proof-of-Work algorithm </a:t>
          </a:r>
        </a:p>
      </dgm:t>
    </dgm:pt>
    <dgm:pt modelId="{F4DFC6EE-C808-4726-B2E1-459FEF6F35CD}" type="parTrans" cxnId="{47F87321-70AA-4F22-A96E-613FFDE45440}">
      <dgm:prSet/>
      <dgm:spPr/>
      <dgm:t>
        <a:bodyPr/>
        <a:lstStyle/>
        <a:p>
          <a:endParaRPr lang="en-US"/>
        </a:p>
      </dgm:t>
    </dgm:pt>
    <dgm:pt modelId="{20447DC4-ACDD-4C92-A63B-44A760CB977D}" type="sibTrans" cxnId="{47F87321-70AA-4F22-A96E-613FFDE45440}">
      <dgm:prSet/>
      <dgm:spPr/>
      <dgm:t>
        <a:bodyPr/>
        <a:lstStyle/>
        <a:p>
          <a:endParaRPr lang="en-US"/>
        </a:p>
      </dgm:t>
    </dgm:pt>
    <dgm:pt modelId="{13B8F461-5A60-4512-B307-68C0E611C5F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Independent aggregation of transactions </a:t>
          </a:r>
        </a:p>
      </dgm:t>
    </dgm:pt>
    <dgm:pt modelId="{DC55F7E2-28AF-47E1-BA9F-499F7B2B0C08}" type="parTrans" cxnId="{6575C3AC-8F5D-426D-B9DD-B4D3F76DE169}">
      <dgm:prSet/>
      <dgm:spPr/>
      <dgm:t>
        <a:bodyPr/>
        <a:lstStyle/>
        <a:p>
          <a:endParaRPr lang="en-US"/>
        </a:p>
      </dgm:t>
    </dgm:pt>
    <dgm:pt modelId="{0E672ECD-4749-4EF1-947B-126CAC16069B}" type="sibTrans" cxnId="{6575C3AC-8F5D-426D-B9DD-B4D3F76DE169}">
      <dgm:prSet/>
      <dgm:spPr/>
      <dgm:t>
        <a:bodyPr/>
        <a:lstStyle/>
        <a:p>
          <a:endParaRPr lang="en-US"/>
        </a:p>
      </dgm:t>
    </dgm:pt>
    <dgm:pt modelId="{1CFE44A0-A578-4917-B7ED-74E6A9C93EA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into new blocks</a:t>
          </a:r>
        </a:p>
      </dgm:t>
    </dgm:pt>
    <dgm:pt modelId="{64212DAC-AC01-436A-9FE4-5D278558E952}" type="parTrans" cxnId="{AE0C227C-9E78-4F0B-B691-90F09B7CC921}">
      <dgm:prSet/>
      <dgm:spPr/>
      <dgm:t>
        <a:bodyPr/>
        <a:lstStyle/>
        <a:p>
          <a:endParaRPr lang="en-US"/>
        </a:p>
      </dgm:t>
    </dgm:pt>
    <dgm:pt modelId="{93F10179-75FC-4449-A389-FF4CADADD3A9}" type="sibTrans" cxnId="{AE0C227C-9E78-4F0B-B691-90F09B7CC921}">
      <dgm:prSet/>
      <dgm:spPr/>
      <dgm:t>
        <a:bodyPr/>
        <a:lstStyle/>
        <a:p>
          <a:endParaRPr lang="en-US"/>
        </a:p>
      </dgm:t>
    </dgm:pt>
    <dgm:pt modelId="{4607A757-DAC6-460F-8414-C527158C5A5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Verificaation</a:t>
          </a:r>
          <a:r>
            <a:rPr lang="tr-TR"/>
            <a:t> of </a:t>
          </a:r>
          <a:r>
            <a:rPr lang="tr-TR" err="1"/>
            <a:t>blocks</a:t>
          </a:r>
          <a:endParaRPr lang="en-US"/>
        </a:p>
      </dgm:t>
    </dgm:pt>
    <dgm:pt modelId="{B5C13B3C-52D3-4973-9C40-90B7A7C653A7}" type="parTrans" cxnId="{BF8E40C9-5AAC-44AC-B918-771CAE7A5344}">
      <dgm:prSet/>
      <dgm:spPr/>
      <dgm:t>
        <a:bodyPr/>
        <a:lstStyle/>
        <a:p>
          <a:endParaRPr lang="en-US"/>
        </a:p>
      </dgm:t>
    </dgm:pt>
    <dgm:pt modelId="{A43DB242-9814-4747-872D-68FF38B949E7}" type="sibTrans" cxnId="{BF8E40C9-5AAC-44AC-B918-771CAE7A5344}">
      <dgm:prSet/>
      <dgm:spPr/>
      <dgm:t>
        <a:bodyPr/>
        <a:lstStyle/>
        <a:p>
          <a:endParaRPr lang="en-US"/>
        </a:p>
      </dgm:t>
    </dgm:pt>
    <dgm:pt modelId="{47D3FEA9-9214-41FD-8FAD-CE21239E89A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by every node</a:t>
          </a:r>
        </a:p>
      </dgm:t>
    </dgm:pt>
    <dgm:pt modelId="{E115BBBD-880A-48D2-AE89-3F11A6B8E88B}" type="parTrans" cxnId="{2F2D6B3B-8A53-4CCB-8E27-3CF238CEFDC8}">
      <dgm:prSet/>
      <dgm:spPr/>
      <dgm:t>
        <a:bodyPr/>
        <a:lstStyle/>
        <a:p>
          <a:endParaRPr lang="en-US"/>
        </a:p>
      </dgm:t>
    </dgm:pt>
    <dgm:pt modelId="{E3FA595C-7F66-4892-B48E-6ED9E0CC2ADE}" type="sibTrans" cxnId="{2F2D6B3B-8A53-4CCB-8E27-3CF238CEFDC8}">
      <dgm:prSet/>
      <dgm:spPr/>
      <dgm:t>
        <a:bodyPr/>
        <a:lstStyle/>
        <a:p>
          <a:endParaRPr lang="en-US"/>
        </a:p>
      </dgm:t>
    </dgm:pt>
    <dgm:pt modelId="{F87AB022-E97F-4DE0-8493-E2FE7DD5642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err="1"/>
            <a:t>The</a:t>
          </a:r>
          <a:r>
            <a:rPr lang="tr-TR"/>
            <a:t> </a:t>
          </a:r>
          <a:r>
            <a:rPr lang="tr-TR" err="1"/>
            <a:t>process</a:t>
          </a:r>
          <a:r>
            <a:rPr lang="tr-TR"/>
            <a:t> is </a:t>
          </a:r>
          <a:r>
            <a:rPr lang="tr-TR" err="1"/>
            <a:t>called</a:t>
          </a:r>
          <a:r>
            <a:rPr lang="tr-TR"/>
            <a:t> </a:t>
          </a:r>
          <a:r>
            <a:rPr lang="tr-TR" err="1"/>
            <a:t>mining</a:t>
          </a:r>
          <a:endParaRPr lang="en-US"/>
        </a:p>
      </dgm:t>
    </dgm:pt>
    <dgm:pt modelId="{DFA84199-0294-4354-939C-A80BEA72E0AD}" type="parTrans" cxnId="{41C8EECE-1652-43F8-9360-5B5682C1D20D}">
      <dgm:prSet/>
      <dgm:spPr/>
    </dgm:pt>
    <dgm:pt modelId="{4706281E-8165-49F3-9BEE-20F180091513}" type="sibTrans" cxnId="{41C8EECE-1652-43F8-9360-5B5682C1D20D}">
      <dgm:prSet/>
      <dgm:spPr/>
    </dgm:pt>
    <dgm:pt modelId="{540B0610-8EDA-4484-AF4B-8E75F15DE47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Mining</a:t>
          </a:r>
          <a:endParaRPr lang="en-US"/>
        </a:p>
      </dgm:t>
    </dgm:pt>
    <dgm:pt modelId="{F83BBFCF-A04D-4757-AFBB-7062697C381E}" type="parTrans" cxnId="{06401D6F-74A4-489D-AC33-D5D090507BA9}">
      <dgm:prSet/>
      <dgm:spPr/>
    </dgm:pt>
    <dgm:pt modelId="{B60A8ECC-4041-433A-ABBA-38DC376B6669}" type="sibTrans" cxnId="{06401D6F-74A4-489D-AC33-D5D090507BA9}">
      <dgm:prSet/>
      <dgm:spPr/>
    </dgm:pt>
    <dgm:pt modelId="{9F4625B4-5D07-4912-8C70-EF8BC562B71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err="1"/>
            <a:t>Performed</a:t>
          </a:r>
          <a:r>
            <a:rPr lang="tr-TR"/>
            <a:t> </a:t>
          </a:r>
          <a:r>
            <a:rPr lang="en-US"/>
            <a:t>by mining nodes</a:t>
          </a:r>
        </a:p>
      </dgm:t>
    </dgm:pt>
    <dgm:pt modelId="{F0DE5E2C-6702-45EF-BC58-7B7825C42240}" type="parTrans" cxnId="{AADCBE20-F94D-49B8-8A21-03A36EC70EAE}">
      <dgm:prSet/>
      <dgm:spPr/>
    </dgm:pt>
    <dgm:pt modelId="{1D57B91A-38C7-4961-A752-C21D6D4CF6C1}" type="sibTrans" cxnId="{AADCBE20-F94D-49B8-8A21-03A36EC70EAE}">
      <dgm:prSet/>
      <dgm:spPr/>
    </dgm:pt>
    <dgm:pt modelId="{734351C4-C3A4-4F31-BC67-50EFC62C95F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Independent verification</a:t>
          </a:r>
        </a:p>
      </dgm:t>
    </dgm:pt>
    <dgm:pt modelId="{CA920458-342E-4EF3-8B8D-8F6D0378EF06}" type="parTrans" cxnId="{7401EBC2-661C-42BF-9F87-96723C7D6044}">
      <dgm:prSet/>
      <dgm:spPr/>
    </dgm:pt>
    <dgm:pt modelId="{8DCD6888-70B7-42A6-B942-4F6789547471}" type="sibTrans" cxnId="{7401EBC2-661C-42BF-9F87-96723C7D6044}">
      <dgm:prSet/>
      <dgm:spPr/>
    </dgm:pt>
    <dgm:pt modelId="{5271E6AC-0C3B-4027-B315-862941DDF7B6}" type="pres">
      <dgm:prSet presAssocID="{C8D01EFF-E69A-40FD-A36C-D4BB2CB090F4}" presName="root" presStyleCnt="0">
        <dgm:presLayoutVars>
          <dgm:dir/>
          <dgm:resizeHandles val="exact"/>
        </dgm:presLayoutVars>
      </dgm:prSet>
      <dgm:spPr/>
    </dgm:pt>
    <dgm:pt modelId="{6C24A01E-D3DA-444D-B783-68F8D8D9CC16}" type="pres">
      <dgm:prSet presAssocID="{6066ACA6-DFA4-4707-B1E7-21387DDD178B}" presName="compNode" presStyleCnt="0"/>
      <dgm:spPr/>
    </dgm:pt>
    <dgm:pt modelId="{7FBBA265-265F-4FE6-9798-4E7B98AE133D}" type="pres">
      <dgm:prSet presAssocID="{6066ACA6-DFA4-4707-B1E7-21387DDD178B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grammer"/>
        </a:ext>
      </dgm:extLst>
    </dgm:pt>
    <dgm:pt modelId="{C1E93492-690E-4A0F-BDD4-02A1F2ED8F56}" type="pres">
      <dgm:prSet presAssocID="{6066ACA6-DFA4-4707-B1E7-21387DDD178B}" presName="iconSpace" presStyleCnt="0"/>
      <dgm:spPr/>
    </dgm:pt>
    <dgm:pt modelId="{54C92404-DA15-4DFF-8ADC-BA45DFCDD78B}" type="pres">
      <dgm:prSet presAssocID="{6066ACA6-DFA4-4707-B1E7-21387DDD178B}" presName="parTx" presStyleLbl="revTx" presStyleIdx="0" presStyleCnt="6">
        <dgm:presLayoutVars>
          <dgm:chMax val="0"/>
          <dgm:chPref val="0"/>
        </dgm:presLayoutVars>
      </dgm:prSet>
      <dgm:spPr/>
    </dgm:pt>
    <dgm:pt modelId="{136194D6-688E-4DF8-8F53-E68B6458808F}" type="pres">
      <dgm:prSet presAssocID="{6066ACA6-DFA4-4707-B1E7-21387DDD178B}" presName="txSpace" presStyleCnt="0"/>
      <dgm:spPr/>
    </dgm:pt>
    <dgm:pt modelId="{BB2B6508-54D3-4B98-9107-B152C63A59EF}" type="pres">
      <dgm:prSet presAssocID="{6066ACA6-DFA4-4707-B1E7-21387DDD178B}" presName="desTx" presStyleLbl="revTx" presStyleIdx="1" presStyleCnt="6">
        <dgm:presLayoutVars/>
      </dgm:prSet>
      <dgm:spPr/>
    </dgm:pt>
    <dgm:pt modelId="{F1618913-8BFA-4E4B-BDAD-6403390E1104}" type="pres">
      <dgm:prSet presAssocID="{20447DC4-ACDD-4C92-A63B-44A760CB977D}" presName="sibTrans" presStyleCnt="0"/>
      <dgm:spPr/>
    </dgm:pt>
    <dgm:pt modelId="{EAE66C34-FF06-429E-A529-46DD3D7BF38F}" type="pres">
      <dgm:prSet presAssocID="{540B0610-8EDA-4484-AF4B-8E75F15DE47B}" presName="compNode" presStyleCnt="0"/>
      <dgm:spPr/>
    </dgm:pt>
    <dgm:pt modelId="{F62E7B2A-4D56-4105-832C-48E930F90153}" type="pres">
      <dgm:prSet presAssocID="{540B0610-8EDA-4484-AF4B-8E75F15DE47B}" presName="iconRect" presStyleLbl="node1" presStyleIdx="1" presStyleCnt="3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2D047F4F-71F4-42D7-A89A-8D0F019DD527}" type="pres">
      <dgm:prSet presAssocID="{540B0610-8EDA-4484-AF4B-8E75F15DE47B}" presName="iconSpace" presStyleCnt="0"/>
      <dgm:spPr/>
    </dgm:pt>
    <dgm:pt modelId="{ADB462C8-5B34-46FE-BE28-D9AED3EB253B}" type="pres">
      <dgm:prSet presAssocID="{540B0610-8EDA-4484-AF4B-8E75F15DE47B}" presName="parTx" presStyleLbl="revTx" presStyleIdx="2" presStyleCnt="6">
        <dgm:presLayoutVars>
          <dgm:chMax val="0"/>
          <dgm:chPref val="0"/>
        </dgm:presLayoutVars>
      </dgm:prSet>
      <dgm:spPr/>
    </dgm:pt>
    <dgm:pt modelId="{697A6965-A77F-4EC5-8ABB-772D546199AF}" type="pres">
      <dgm:prSet presAssocID="{540B0610-8EDA-4484-AF4B-8E75F15DE47B}" presName="txSpace" presStyleCnt="0"/>
      <dgm:spPr/>
    </dgm:pt>
    <dgm:pt modelId="{64CBC5E8-4851-48FA-A202-77F9368B173C}" type="pres">
      <dgm:prSet presAssocID="{540B0610-8EDA-4484-AF4B-8E75F15DE47B}" presName="desTx" presStyleLbl="revTx" presStyleIdx="3" presStyleCnt="6">
        <dgm:presLayoutVars/>
      </dgm:prSet>
      <dgm:spPr/>
    </dgm:pt>
    <dgm:pt modelId="{7B85BD12-ACAD-414B-81C8-ADED05945305}" type="pres">
      <dgm:prSet presAssocID="{B60A8ECC-4041-433A-ABBA-38DC376B6669}" presName="sibTrans" presStyleCnt="0"/>
      <dgm:spPr/>
    </dgm:pt>
    <dgm:pt modelId="{B2D1993C-C538-44F0-98D0-270A8B20F295}" type="pres">
      <dgm:prSet presAssocID="{4607A757-DAC6-460F-8414-C527158C5A54}" presName="compNode" presStyleCnt="0"/>
      <dgm:spPr/>
    </dgm:pt>
    <dgm:pt modelId="{D67E978C-672A-47EB-ADF7-CC716E80E520}" type="pres">
      <dgm:prSet presAssocID="{4607A757-DAC6-460F-8414-C527158C5A54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787F63B9-8745-47F6-A6E4-AF482721C841}" type="pres">
      <dgm:prSet presAssocID="{4607A757-DAC6-460F-8414-C527158C5A54}" presName="iconSpace" presStyleCnt="0"/>
      <dgm:spPr/>
    </dgm:pt>
    <dgm:pt modelId="{9747CE3B-4D75-4F69-A8FB-DE73A47C60A1}" type="pres">
      <dgm:prSet presAssocID="{4607A757-DAC6-460F-8414-C527158C5A54}" presName="parTx" presStyleLbl="revTx" presStyleIdx="4" presStyleCnt="6">
        <dgm:presLayoutVars>
          <dgm:chMax val="0"/>
          <dgm:chPref val="0"/>
        </dgm:presLayoutVars>
      </dgm:prSet>
      <dgm:spPr/>
    </dgm:pt>
    <dgm:pt modelId="{60232252-3EF3-4118-B8D9-CE37B6FC8218}" type="pres">
      <dgm:prSet presAssocID="{4607A757-DAC6-460F-8414-C527158C5A54}" presName="txSpace" presStyleCnt="0"/>
      <dgm:spPr/>
    </dgm:pt>
    <dgm:pt modelId="{76BB6E35-A4DE-4A34-B3F7-B32085CE00AF}" type="pres">
      <dgm:prSet presAssocID="{4607A757-DAC6-460F-8414-C527158C5A54}" presName="desTx" presStyleLbl="revTx" presStyleIdx="5" presStyleCnt="6">
        <dgm:presLayoutVars/>
      </dgm:prSet>
      <dgm:spPr/>
    </dgm:pt>
  </dgm:ptLst>
  <dgm:cxnLst>
    <dgm:cxn modelId="{EE49251E-4FC4-48BB-8B18-06261346A02A}" type="presOf" srcId="{C8D01EFF-E69A-40FD-A36C-D4BB2CB090F4}" destId="{5271E6AC-0C3B-4027-B315-862941DDF7B6}" srcOrd="0" destOrd="0" presId="urn:microsoft.com/office/officeart/2018/5/layout/CenteredIconLabelDescriptionList"/>
    <dgm:cxn modelId="{6EB16B1F-E2B3-4C88-B074-052EE77B38E7}" type="presOf" srcId="{6066ACA6-DFA4-4707-B1E7-21387DDD178B}" destId="{54C92404-DA15-4DFF-8ADC-BA45DFCDD78B}" srcOrd="0" destOrd="0" presId="urn:microsoft.com/office/officeart/2018/5/layout/CenteredIconLabelDescriptionList"/>
    <dgm:cxn modelId="{AADCBE20-F94D-49B8-8A21-03A36EC70EAE}" srcId="{540B0610-8EDA-4484-AF4B-8E75F15DE47B}" destId="{9F4625B4-5D07-4912-8C70-EF8BC562B717}" srcOrd="1" destOrd="0" parTransId="{F0DE5E2C-6702-45EF-BC58-7B7825C42240}" sibTransId="{1D57B91A-38C7-4961-A752-C21D6D4CF6C1}"/>
    <dgm:cxn modelId="{47F87321-70AA-4F22-A96E-613FFDE45440}" srcId="{C8D01EFF-E69A-40FD-A36C-D4BB2CB090F4}" destId="{6066ACA6-DFA4-4707-B1E7-21387DDD178B}" srcOrd="0" destOrd="0" parTransId="{F4DFC6EE-C808-4726-B2E1-459FEF6F35CD}" sibTransId="{20447DC4-ACDD-4C92-A63B-44A760CB977D}"/>
    <dgm:cxn modelId="{4B86B228-E07A-4BA2-83E0-36333F35A593}" type="presOf" srcId="{1CFE44A0-A578-4917-B7ED-74E6A9C93EAC}" destId="{BB2B6508-54D3-4B98-9107-B152C63A59EF}" srcOrd="0" destOrd="1" presId="urn:microsoft.com/office/officeart/2018/5/layout/CenteredIconLabelDescriptionList"/>
    <dgm:cxn modelId="{2F2D6B3B-8A53-4CCB-8E27-3CF238CEFDC8}" srcId="{4607A757-DAC6-460F-8414-C527158C5A54}" destId="{47D3FEA9-9214-41FD-8FAD-CE21239E89A9}" srcOrd="1" destOrd="0" parTransId="{E115BBBD-880A-48D2-AE89-3F11A6B8E88B}" sibTransId="{E3FA595C-7F66-4892-B48E-6ED9E0CC2ADE}"/>
    <dgm:cxn modelId="{06401D6F-74A4-489D-AC33-D5D090507BA9}" srcId="{C8D01EFF-E69A-40FD-A36C-D4BB2CB090F4}" destId="{540B0610-8EDA-4484-AF4B-8E75F15DE47B}" srcOrd="1" destOrd="0" parTransId="{F83BBFCF-A04D-4757-AFBB-7062697C381E}" sibTransId="{B60A8ECC-4041-433A-ABBA-38DC376B6669}"/>
    <dgm:cxn modelId="{1755797A-CC61-454C-8DBC-80E8DB4DF67F}" type="presOf" srcId="{9F4625B4-5D07-4912-8C70-EF8BC562B717}" destId="{64CBC5E8-4851-48FA-A202-77F9368B173C}" srcOrd="0" destOrd="1" presId="urn:microsoft.com/office/officeart/2018/5/layout/CenteredIconLabelDescriptionList"/>
    <dgm:cxn modelId="{AE0C227C-9E78-4F0B-B691-90F09B7CC921}" srcId="{6066ACA6-DFA4-4707-B1E7-21387DDD178B}" destId="{1CFE44A0-A578-4917-B7ED-74E6A9C93EAC}" srcOrd="1" destOrd="0" parTransId="{64212DAC-AC01-436A-9FE4-5D278558E952}" sibTransId="{93F10179-75FC-4449-A389-FF4CADADD3A9}"/>
    <dgm:cxn modelId="{6575C3AC-8F5D-426D-B9DD-B4D3F76DE169}" srcId="{6066ACA6-DFA4-4707-B1E7-21387DDD178B}" destId="{13B8F461-5A60-4512-B307-68C0E611C5F2}" srcOrd="0" destOrd="0" parTransId="{DC55F7E2-28AF-47E1-BA9F-499F7B2B0C08}" sibTransId="{0E672ECD-4749-4EF1-947B-126CAC16069B}"/>
    <dgm:cxn modelId="{B42BB6AE-21EB-4163-ACE4-082E6EA790E2}" type="presOf" srcId="{4607A757-DAC6-460F-8414-C527158C5A54}" destId="{9747CE3B-4D75-4F69-A8FB-DE73A47C60A1}" srcOrd="0" destOrd="0" presId="urn:microsoft.com/office/officeart/2018/5/layout/CenteredIconLabelDescriptionList"/>
    <dgm:cxn modelId="{7401EBC2-661C-42BF-9F87-96723C7D6044}" srcId="{4607A757-DAC6-460F-8414-C527158C5A54}" destId="{734351C4-C3A4-4F31-BC67-50EFC62C95F1}" srcOrd="0" destOrd="0" parTransId="{CA920458-342E-4EF3-8B8D-8F6D0378EF06}" sibTransId="{8DCD6888-70B7-42A6-B942-4F6789547471}"/>
    <dgm:cxn modelId="{05EDCEC4-2964-4AB9-9BCA-0E1196E16060}" type="presOf" srcId="{47D3FEA9-9214-41FD-8FAD-CE21239E89A9}" destId="{76BB6E35-A4DE-4A34-B3F7-B32085CE00AF}" srcOrd="0" destOrd="1" presId="urn:microsoft.com/office/officeart/2018/5/layout/CenteredIconLabelDescriptionList"/>
    <dgm:cxn modelId="{BF8E40C9-5AAC-44AC-B918-771CAE7A5344}" srcId="{C8D01EFF-E69A-40FD-A36C-D4BB2CB090F4}" destId="{4607A757-DAC6-460F-8414-C527158C5A54}" srcOrd="2" destOrd="0" parTransId="{B5C13B3C-52D3-4973-9C40-90B7A7C653A7}" sibTransId="{A43DB242-9814-4747-872D-68FF38B949E7}"/>
    <dgm:cxn modelId="{41C8EECE-1652-43F8-9360-5B5682C1D20D}" srcId="{540B0610-8EDA-4484-AF4B-8E75F15DE47B}" destId="{F87AB022-E97F-4DE0-8493-E2FE7DD5642B}" srcOrd="0" destOrd="0" parTransId="{DFA84199-0294-4354-939C-A80BEA72E0AD}" sibTransId="{4706281E-8165-49F3-9BEE-20F180091513}"/>
    <dgm:cxn modelId="{5C70FCCF-5E62-445C-9085-B9E29E554D04}" type="presOf" srcId="{734351C4-C3A4-4F31-BC67-50EFC62C95F1}" destId="{76BB6E35-A4DE-4A34-B3F7-B32085CE00AF}" srcOrd="0" destOrd="0" presId="urn:microsoft.com/office/officeart/2018/5/layout/CenteredIconLabelDescriptionList"/>
    <dgm:cxn modelId="{F8CFFAE3-29C1-43FD-8F41-FC1D2A538042}" type="presOf" srcId="{13B8F461-5A60-4512-B307-68C0E611C5F2}" destId="{BB2B6508-54D3-4B98-9107-B152C63A59EF}" srcOrd="0" destOrd="0" presId="urn:microsoft.com/office/officeart/2018/5/layout/CenteredIconLabelDescriptionList"/>
    <dgm:cxn modelId="{7A603BE9-A638-4588-8AAA-58B7D9D1DBD3}" type="presOf" srcId="{F87AB022-E97F-4DE0-8493-E2FE7DD5642B}" destId="{64CBC5E8-4851-48FA-A202-77F9368B173C}" srcOrd="0" destOrd="0" presId="urn:microsoft.com/office/officeart/2018/5/layout/CenteredIconLabelDescriptionList"/>
    <dgm:cxn modelId="{E6A51BF8-7CCB-4DF1-AF7D-13A59A71D341}" type="presOf" srcId="{540B0610-8EDA-4484-AF4B-8E75F15DE47B}" destId="{ADB462C8-5B34-46FE-BE28-D9AED3EB253B}" srcOrd="0" destOrd="0" presId="urn:microsoft.com/office/officeart/2018/5/layout/CenteredIconLabelDescriptionList"/>
    <dgm:cxn modelId="{B1C0F560-17B4-4D70-A215-AE69A1C5A122}" type="presParOf" srcId="{5271E6AC-0C3B-4027-B315-862941DDF7B6}" destId="{6C24A01E-D3DA-444D-B783-68F8D8D9CC16}" srcOrd="0" destOrd="0" presId="urn:microsoft.com/office/officeart/2018/5/layout/CenteredIconLabelDescriptionList"/>
    <dgm:cxn modelId="{9DA8450B-A7BB-45D4-BE9A-1A0C209BCE4A}" type="presParOf" srcId="{6C24A01E-D3DA-444D-B783-68F8D8D9CC16}" destId="{7FBBA265-265F-4FE6-9798-4E7B98AE133D}" srcOrd="0" destOrd="0" presId="urn:microsoft.com/office/officeart/2018/5/layout/CenteredIconLabelDescriptionList"/>
    <dgm:cxn modelId="{4F434EB9-4BF2-48B3-B8E6-42EC95BBE08D}" type="presParOf" srcId="{6C24A01E-D3DA-444D-B783-68F8D8D9CC16}" destId="{C1E93492-690E-4A0F-BDD4-02A1F2ED8F56}" srcOrd="1" destOrd="0" presId="urn:microsoft.com/office/officeart/2018/5/layout/CenteredIconLabelDescriptionList"/>
    <dgm:cxn modelId="{9DBCF1C1-3995-4416-9B2F-14DA26961EF3}" type="presParOf" srcId="{6C24A01E-D3DA-444D-B783-68F8D8D9CC16}" destId="{54C92404-DA15-4DFF-8ADC-BA45DFCDD78B}" srcOrd="2" destOrd="0" presId="urn:microsoft.com/office/officeart/2018/5/layout/CenteredIconLabelDescriptionList"/>
    <dgm:cxn modelId="{9D3DB8E0-7B89-4C2B-AE2A-06E1D83B0463}" type="presParOf" srcId="{6C24A01E-D3DA-444D-B783-68F8D8D9CC16}" destId="{136194D6-688E-4DF8-8F53-E68B6458808F}" srcOrd="3" destOrd="0" presId="urn:microsoft.com/office/officeart/2018/5/layout/CenteredIconLabelDescriptionList"/>
    <dgm:cxn modelId="{E4CF42BB-888B-4EDE-A821-4D5218D0BFE3}" type="presParOf" srcId="{6C24A01E-D3DA-444D-B783-68F8D8D9CC16}" destId="{BB2B6508-54D3-4B98-9107-B152C63A59EF}" srcOrd="4" destOrd="0" presId="urn:microsoft.com/office/officeart/2018/5/layout/CenteredIconLabelDescriptionList"/>
    <dgm:cxn modelId="{4AC909E2-213F-4B37-B651-05AF469EDE1F}" type="presParOf" srcId="{5271E6AC-0C3B-4027-B315-862941DDF7B6}" destId="{F1618913-8BFA-4E4B-BDAD-6403390E1104}" srcOrd="1" destOrd="0" presId="urn:microsoft.com/office/officeart/2018/5/layout/CenteredIconLabelDescriptionList"/>
    <dgm:cxn modelId="{6AA34CE7-63EB-42F8-A456-DB454A668FC7}" type="presParOf" srcId="{5271E6AC-0C3B-4027-B315-862941DDF7B6}" destId="{EAE66C34-FF06-429E-A529-46DD3D7BF38F}" srcOrd="2" destOrd="0" presId="urn:microsoft.com/office/officeart/2018/5/layout/CenteredIconLabelDescriptionList"/>
    <dgm:cxn modelId="{9B4C10DF-D626-4B8C-9DF4-A64D4BF39ACC}" type="presParOf" srcId="{EAE66C34-FF06-429E-A529-46DD3D7BF38F}" destId="{F62E7B2A-4D56-4105-832C-48E930F90153}" srcOrd="0" destOrd="0" presId="urn:microsoft.com/office/officeart/2018/5/layout/CenteredIconLabelDescriptionList"/>
    <dgm:cxn modelId="{7C95E600-0B05-465D-A209-1459774B4B16}" type="presParOf" srcId="{EAE66C34-FF06-429E-A529-46DD3D7BF38F}" destId="{2D047F4F-71F4-42D7-A89A-8D0F019DD527}" srcOrd="1" destOrd="0" presId="urn:microsoft.com/office/officeart/2018/5/layout/CenteredIconLabelDescriptionList"/>
    <dgm:cxn modelId="{14BED6E7-4EE5-47BA-8E27-ABB346C8C124}" type="presParOf" srcId="{EAE66C34-FF06-429E-A529-46DD3D7BF38F}" destId="{ADB462C8-5B34-46FE-BE28-D9AED3EB253B}" srcOrd="2" destOrd="0" presId="urn:microsoft.com/office/officeart/2018/5/layout/CenteredIconLabelDescriptionList"/>
    <dgm:cxn modelId="{33060150-3D3C-4BDC-9F87-0C08CBAD502E}" type="presParOf" srcId="{EAE66C34-FF06-429E-A529-46DD3D7BF38F}" destId="{697A6965-A77F-4EC5-8ABB-772D546199AF}" srcOrd="3" destOrd="0" presId="urn:microsoft.com/office/officeart/2018/5/layout/CenteredIconLabelDescriptionList"/>
    <dgm:cxn modelId="{D3DDEB68-6C38-4AD1-BC33-ED0E9D9F779D}" type="presParOf" srcId="{EAE66C34-FF06-429E-A529-46DD3D7BF38F}" destId="{64CBC5E8-4851-48FA-A202-77F9368B173C}" srcOrd="4" destOrd="0" presId="urn:microsoft.com/office/officeart/2018/5/layout/CenteredIconLabelDescriptionList"/>
    <dgm:cxn modelId="{A21D0FA9-8D08-448E-9EA2-D5AF84EE1588}" type="presParOf" srcId="{5271E6AC-0C3B-4027-B315-862941DDF7B6}" destId="{7B85BD12-ACAD-414B-81C8-ADED05945305}" srcOrd="3" destOrd="0" presId="urn:microsoft.com/office/officeart/2018/5/layout/CenteredIconLabelDescriptionList"/>
    <dgm:cxn modelId="{E35A0A74-25A8-4866-9A25-397ABB8B18B0}" type="presParOf" srcId="{5271E6AC-0C3B-4027-B315-862941DDF7B6}" destId="{B2D1993C-C538-44F0-98D0-270A8B20F295}" srcOrd="4" destOrd="0" presId="urn:microsoft.com/office/officeart/2018/5/layout/CenteredIconLabelDescriptionList"/>
    <dgm:cxn modelId="{D4B7E84F-3860-47D4-B644-81A7A32A4D07}" type="presParOf" srcId="{B2D1993C-C538-44F0-98D0-270A8B20F295}" destId="{D67E978C-672A-47EB-ADF7-CC716E80E520}" srcOrd="0" destOrd="0" presId="urn:microsoft.com/office/officeart/2018/5/layout/CenteredIconLabelDescriptionList"/>
    <dgm:cxn modelId="{A8B51DB6-B1DB-4988-83E1-1ACB5A061156}" type="presParOf" srcId="{B2D1993C-C538-44F0-98D0-270A8B20F295}" destId="{787F63B9-8745-47F6-A6E4-AF482721C841}" srcOrd="1" destOrd="0" presId="urn:microsoft.com/office/officeart/2018/5/layout/CenteredIconLabelDescriptionList"/>
    <dgm:cxn modelId="{8C20B760-72F2-4561-8BFA-84F5030CE82B}" type="presParOf" srcId="{B2D1993C-C538-44F0-98D0-270A8B20F295}" destId="{9747CE3B-4D75-4F69-A8FB-DE73A47C60A1}" srcOrd="2" destOrd="0" presId="urn:microsoft.com/office/officeart/2018/5/layout/CenteredIconLabelDescriptionList"/>
    <dgm:cxn modelId="{650E3034-B21A-4662-9146-FDFDEE22629E}" type="presParOf" srcId="{B2D1993C-C538-44F0-98D0-270A8B20F295}" destId="{60232252-3EF3-4118-B8D9-CE37B6FC8218}" srcOrd="3" destOrd="0" presId="urn:microsoft.com/office/officeart/2018/5/layout/CenteredIconLabelDescriptionList"/>
    <dgm:cxn modelId="{1F8F0E9E-C07A-449A-A62C-3ED01875393A}" type="presParOf" srcId="{B2D1993C-C538-44F0-98D0-270A8B20F295}" destId="{76BB6E35-A4DE-4A34-B3F7-B32085CE00A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0.xml><?xml version="1.0" encoding="utf-8"?>
<dgm:dataModel xmlns:dgm="http://schemas.openxmlformats.org/drawingml/2006/diagram" xmlns:a="http://schemas.openxmlformats.org/drawingml/2006/main">
  <dgm:ptLst>
    <dgm:pt modelId="{DBCAA9DC-D5D4-499E-BC1E-8C44A4902723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58E2C9D8-8B98-4502-BF32-42282E30DDE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Nodes</a:t>
          </a:r>
          <a:r>
            <a:rPr lang="tr-TR" dirty="0"/>
            <a:t> </a:t>
          </a:r>
          <a:r>
            <a:rPr lang="tr-TR" dirty="0" err="1"/>
            <a:t>verify</a:t>
          </a:r>
          <a:r>
            <a:rPr lang="tr-TR" dirty="0"/>
            <a:t> </a:t>
          </a:r>
          <a:r>
            <a:rPr lang="tr-TR" dirty="0" err="1"/>
            <a:t>transactions</a:t>
          </a:r>
          <a:endParaRPr lang="en-US" dirty="0"/>
        </a:p>
      </dgm:t>
    </dgm:pt>
    <dgm:pt modelId="{D75AF007-4FDA-475E-AD34-41C20F9F8D06}" type="parTrans" cxnId="{CECF23BF-3DF7-4338-9DD8-AC18F32CA7F2}">
      <dgm:prSet/>
      <dgm:spPr/>
      <dgm:t>
        <a:bodyPr/>
        <a:lstStyle/>
        <a:p>
          <a:endParaRPr lang="en-US"/>
        </a:p>
      </dgm:t>
    </dgm:pt>
    <dgm:pt modelId="{AB9E4164-4DE3-4376-ADD3-291743B97F9C}" type="sibTrans" cxnId="{CECF23BF-3DF7-4338-9DD8-AC18F32CA7F2}">
      <dgm:prSet/>
      <dgm:spPr/>
      <dgm:t>
        <a:bodyPr/>
        <a:lstStyle/>
        <a:p>
          <a:endParaRPr lang="en-US"/>
        </a:p>
      </dgm:t>
    </dgm:pt>
    <dgm:pt modelId="{8324E855-18ED-4D61-9F16-18DE2247B6A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every bitcoin node that</a:t>
          </a:r>
          <a:r>
            <a:rPr lang="tr-TR"/>
            <a:t> </a:t>
          </a:r>
          <a:r>
            <a:rPr lang="en-US"/>
            <a:t>receives a transaction </a:t>
          </a:r>
        </a:p>
      </dgm:t>
    </dgm:pt>
    <dgm:pt modelId="{D498364C-E487-4C1F-8828-1E7ECA60272F}" type="parTrans" cxnId="{62ED71CE-888B-4612-8206-FBF226535B44}">
      <dgm:prSet/>
      <dgm:spPr/>
      <dgm:t>
        <a:bodyPr/>
        <a:lstStyle/>
        <a:p>
          <a:endParaRPr lang="en-US"/>
        </a:p>
      </dgm:t>
    </dgm:pt>
    <dgm:pt modelId="{A4C7F73B-E3EC-4B1B-9295-7554D945A9B5}" type="sibTrans" cxnId="{62ED71CE-888B-4612-8206-FBF226535B44}">
      <dgm:prSet/>
      <dgm:spPr/>
      <dgm:t>
        <a:bodyPr/>
        <a:lstStyle/>
        <a:p>
          <a:endParaRPr lang="en-US"/>
        </a:p>
      </dgm:t>
    </dgm:pt>
    <dgm:pt modelId="{7CEB7119-69C8-4222-BBA4-6D2900660D5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will first verify the transaction</a:t>
          </a:r>
        </a:p>
      </dgm:t>
    </dgm:pt>
    <dgm:pt modelId="{944B0C47-CA63-4637-8F88-8672CF4CBA4F}" type="parTrans" cxnId="{8C5EB504-42EA-40D3-8DF2-8D0E5CF9E3EF}">
      <dgm:prSet/>
      <dgm:spPr/>
      <dgm:t>
        <a:bodyPr/>
        <a:lstStyle/>
        <a:p>
          <a:endParaRPr lang="en-US"/>
        </a:p>
      </dgm:t>
    </dgm:pt>
    <dgm:pt modelId="{0D2EAA0C-14B7-4A91-B8CB-05D00A5DBBA9}" type="sibTrans" cxnId="{8C5EB504-42EA-40D3-8DF2-8D0E5CF9E3EF}">
      <dgm:prSet/>
      <dgm:spPr/>
      <dgm:t>
        <a:bodyPr/>
        <a:lstStyle/>
        <a:p>
          <a:endParaRPr lang="en-US"/>
        </a:p>
      </dgm:t>
    </dgm:pt>
    <dgm:pt modelId="{5D1E46D8-1A35-4205-8D5E-2ACFA571E9E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Only valid transactions are propagated</a:t>
          </a:r>
          <a:endParaRPr lang="en-US"/>
        </a:p>
      </dgm:t>
    </dgm:pt>
    <dgm:pt modelId="{6C2E19B9-DA3A-466A-8337-3E26856E8F3E}" type="parTrans" cxnId="{25F7EE8C-3F64-42C2-B77F-424B6A33AC9F}">
      <dgm:prSet/>
      <dgm:spPr/>
      <dgm:t>
        <a:bodyPr/>
        <a:lstStyle/>
        <a:p>
          <a:endParaRPr lang="en-US"/>
        </a:p>
      </dgm:t>
    </dgm:pt>
    <dgm:pt modelId="{D931FB91-3428-4E5F-8ADD-8A47EED42DA3}" type="sibTrans" cxnId="{25F7EE8C-3F64-42C2-B77F-424B6A33AC9F}">
      <dgm:prSet/>
      <dgm:spPr/>
      <dgm:t>
        <a:bodyPr/>
        <a:lstStyle/>
        <a:p>
          <a:endParaRPr lang="en-US"/>
        </a:p>
      </dgm:t>
    </dgm:pt>
    <dgm:pt modelId="{C68F2E8C-DCC1-4FDF-AB93-ED8F325E419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This ensures that only valid</a:t>
          </a:r>
          <a:r>
            <a:rPr lang="tr-TR"/>
            <a:t> </a:t>
          </a:r>
          <a:r>
            <a:rPr lang="en-US"/>
            <a:t>transactions are propagated across the network, </a:t>
          </a:r>
        </a:p>
      </dgm:t>
    </dgm:pt>
    <dgm:pt modelId="{D444277C-1566-44E1-823E-972C5FA0D29B}" type="parTrans" cxnId="{A7797901-8A63-49B7-B3A2-C3740A3646BF}">
      <dgm:prSet/>
      <dgm:spPr/>
      <dgm:t>
        <a:bodyPr/>
        <a:lstStyle/>
        <a:p>
          <a:endParaRPr lang="en-US"/>
        </a:p>
      </dgm:t>
    </dgm:pt>
    <dgm:pt modelId="{5A9C86E5-4073-40C3-A8F4-5D7EB1E70334}" type="sibTrans" cxnId="{A7797901-8A63-49B7-B3A2-C3740A3646BF}">
      <dgm:prSet/>
      <dgm:spPr/>
      <dgm:t>
        <a:bodyPr/>
        <a:lstStyle/>
        <a:p>
          <a:endParaRPr lang="en-US"/>
        </a:p>
      </dgm:t>
    </dgm:pt>
    <dgm:pt modelId="{9A98BF58-A3E6-4DF7-9995-070DD05E0CC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Others are discarded</a:t>
          </a:r>
          <a:endParaRPr lang="en-US"/>
        </a:p>
      </dgm:t>
    </dgm:pt>
    <dgm:pt modelId="{2A6BC4F5-263A-4E65-9725-95CEDF34C153}" type="parTrans" cxnId="{81D84705-2DCB-4C12-B7AE-E054B3779E34}">
      <dgm:prSet/>
      <dgm:spPr/>
      <dgm:t>
        <a:bodyPr/>
        <a:lstStyle/>
        <a:p>
          <a:endParaRPr lang="en-US"/>
        </a:p>
      </dgm:t>
    </dgm:pt>
    <dgm:pt modelId="{FFB1BB40-7D9C-4E9F-A362-6437509FA3D5}" type="sibTrans" cxnId="{81D84705-2DCB-4C12-B7AE-E054B3779E34}">
      <dgm:prSet/>
      <dgm:spPr/>
      <dgm:t>
        <a:bodyPr/>
        <a:lstStyle/>
        <a:p>
          <a:endParaRPr lang="en-US"/>
        </a:p>
      </dgm:t>
    </dgm:pt>
    <dgm:pt modelId="{B22F5D1D-66F0-4A65-9842-D6342610C8C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while invalid transactions are discarded</a:t>
          </a:r>
          <a:r>
            <a:rPr lang="tr-TR"/>
            <a:t> </a:t>
          </a:r>
          <a:endParaRPr lang="en-US"/>
        </a:p>
      </dgm:t>
    </dgm:pt>
    <dgm:pt modelId="{8225EC4C-1948-4C46-A5BC-97C77799D02E}" type="parTrans" cxnId="{BF4F6564-720A-45CC-A9DB-BF0F51D16A7F}">
      <dgm:prSet/>
      <dgm:spPr/>
      <dgm:t>
        <a:bodyPr/>
        <a:lstStyle/>
        <a:p>
          <a:endParaRPr lang="en-US"/>
        </a:p>
      </dgm:t>
    </dgm:pt>
    <dgm:pt modelId="{F1B3230D-9506-496F-B05D-BCC814506C5F}" type="sibTrans" cxnId="{BF4F6564-720A-45CC-A9DB-BF0F51D16A7F}">
      <dgm:prSet/>
      <dgm:spPr/>
      <dgm:t>
        <a:bodyPr/>
        <a:lstStyle/>
        <a:p>
          <a:endParaRPr lang="en-US"/>
        </a:p>
      </dgm:t>
    </dgm:pt>
    <dgm:pt modelId="{1681B4A2-6C41-4D28-BC02-39B5CD25A09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at the first node that encounters them.</a:t>
          </a:r>
        </a:p>
      </dgm:t>
    </dgm:pt>
    <dgm:pt modelId="{48DB19D7-0B39-4DE8-A02D-B111ED74DEDD}" type="parTrans" cxnId="{D8984CB4-E898-4084-8A91-B42BE190869F}">
      <dgm:prSet/>
      <dgm:spPr/>
      <dgm:t>
        <a:bodyPr/>
        <a:lstStyle/>
        <a:p>
          <a:endParaRPr lang="en-US"/>
        </a:p>
      </dgm:t>
    </dgm:pt>
    <dgm:pt modelId="{39D7EE7E-8CC5-48FF-A5A7-2FEED8E761B1}" type="sibTrans" cxnId="{D8984CB4-E898-4084-8A91-B42BE190869F}">
      <dgm:prSet/>
      <dgm:spPr/>
      <dgm:t>
        <a:bodyPr/>
        <a:lstStyle/>
        <a:p>
          <a:endParaRPr lang="en-US"/>
        </a:p>
      </dgm:t>
    </dgm:pt>
    <dgm:pt modelId="{EE2BEFA5-353B-4D26-8C4A-35346C0549F7}" type="pres">
      <dgm:prSet presAssocID="{DBCAA9DC-D5D4-499E-BC1E-8C44A4902723}" presName="root" presStyleCnt="0">
        <dgm:presLayoutVars>
          <dgm:dir/>
          <dgm:resizeHandles val="exact"/>
        </dgm:presLayoutVars>
      </dgm:prSet>
      <dgm:spPr/>
    </dgm:pt>
    <dgm:pt modelId="{D7C7BF63-C210-4322-9FCF-36E074D4EF0D}" type="pres">
      <dgm:prSet presAssocID="{58E2C9D8-8B98-4502-BF32-42282E30DDE3}" presName="compNode" presStyleCnt="0"/>
      <dgm:spPr/>
    </dgm:pt>
    <dgm:pt modelId="{62C1ED7A-2A55-469C-972F-0C7931B33FDC}" type="pres">
      <dgm:prSet presAssocID="{58E2C9D8-8B98-4502-BF32-42282E30DDE3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a"/>
        </a:ext>
      </dgm:extLst>
    </dgm:pt>
    <dgm:pt modelId="{D88D209C-A861-462F-90D7-C3EFA50710B6}" type="pres">
      <dgm:prSet presAssocID="{58E2C9D8-8B98-4502-BF32-42282E30DDE3}" presName="iconSpace" presStyleCnt="0"/>
      <dgm:spPr/>
    </dgm:pt>
    <dgm:pt modelId="{19DC1A8C-C5FB-4C29-B5D8-86190C80B52F}" type="pres">
      <dgm:prSet presAssocID="{58E2C9D8-8B98-4502-BF32-42282E30DDE3}" presName="parTx" presStyleLbl="revTx" presStyleIdx="0" presStyleCnt="6">
        <dgm:presLayoutVars>
          <dgm:chMax val="0"/>
          <dgm:chPref val="0"/>
        </dgm:presLayoutVars>
      </dgm:prSet>
      <dgm:spPr/>
    </dgm:pt>
    <dgm:pt modelId="{E20543E8-99AC-425C-B1DE-246A1F84CC62}" type="pres">
      <dgm:prSet presAssocID="{58E2C9D8-8B98-4502-BF32-42282E30DDE3}" presName="txSpace" presStyleCnt="0"/>
      <dgm:spPr/>
    </dgm:pt>
    <dgm:pt modelId="{45B537F1-91F2-4E76-BE64-EF615A506BE5}" type="pres">
      <dgm:prSet presAssocID="{58E2C9D8-8B98-4502-BF32-42282E30DDE3}" presName="desTx" presStyleLbl="revTx" presStyleIdx="1" presStyleCnt="6">
        <dgm:presLayoutVars/>
      </dgm:prSet>
      <dgm:spPr/>
    </dgm:pt>
    <dgm:pt modelId="{4A4C4BFA-3981-4024-8C97-A91A7A9BBF6D}" type="pres">
      <dgm:prSet presAssocID="{AB9E4164-4DE3-4376-ADD3-291743B97F9C}" presName="sibTrans" presStyleCnt="0"/>
      <dgm:spPr/>
    </dgm:pt>
    <dgm:pt modelId="{320298FD-F1BD-4FCF-AD4A-F1DBC33E2270}" type="pres">
      <dgm:prSet presAssocID="{5D1E46D8-1A35-4205-8D5E-2ACFA571E9E7}" presName="compNode" presStyleCnt="0"/>
      <dgm:spPr/>
    </dgm:pt>
    <dgm:pt modelId="{845BFAB4-7F88-416A-8893-E9FD84928083}" type="pres">
      <dgm:prSet presAssocID="{5D1E46D8-1A35-4205-8D5E-2ACFA571E9E7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ğlantı"/>
        </a:ext>
      </dgm:extLst>
    </dgm:pt>
    <dgm:pt modelId="{03E02CD1-D307-4F3E-983D-05AF0BF24302}" type="pres">
      <dgm:prSet presAssocID="{5D1E46D8-1A35-4205-8D5E-2ACFA571E9E7}" presName="iconSpace" presStyleCnt="0"/>
      <dgm:spPr/>
    </dgm:pt>
    <dgm:pt modelId="{06EFC660-A485-4EE7-A2F8-FA6B4C03AA1D}" type="pres">
      <dgm:prSet presAssocID="{5D1E46D8-1A35-4205-8D5E-2ACFA571E9E7}" presName="parTx" presStyleLbl="revTx" presStyleIdx="2" presStyleCnt="6">
        <dgm:presLayoutVars>
          <dgm:chMax val="0"/>
          <dgm:chPref val="0"/>
        </dgm:presLayoutVars>
      </dgm:prSet>
      <dgm:spPr/>
    </dgm:pt>
    <dgm:pt modelId="{744DA255-9006-4751-8C41-76F0F311309B}" type="pres">
      <dgm:prSet presAssocID="{5D1E46D8-1A35-4205-8D5E-2ACFA571E9E7}" presName="txSpace" presStyleCnt="0"/>
      <dgm:spPr/>
    </dgm:pt>
    <dgm:pt modelId="{20AB2FB5-A19D-4AE6-90B3-992EA27F6B0E}" type="pres">
      <dgm:prSet presAssocID="{5D1E46D8-1A35-4205-8D5E-2ACFA571E9E7}" presName="desTx" presStyleLbl="revTx" presStyleIdx="3" presStyleCnt="6">
        <dgm:presLayoutVars/>
      </dgm:prSet>
      <dgm:spPr/>
    </dgm:pt>
    <dgm:pt modelId="{B01BE4B6-A00F-4EF9-BA4E-A908D1069FB8}" type="pres">
      <dgm:prSet presAssocID="{D931FB91-3428-4E5F-8ADD-8A47EED42DA3}" presName="sibTrans" presStyleCnt="0"/>
      <dgm:spPr/>
    </dgm:pt>
    <dgm:pt modelId="{DA2B813B-A27E-4C4B-A67F-AB1A687492E4}" type="pres">
      <dgm:prSet presAssocID="{9A98BF58-A3E6-4DF7-9995-070DD05E0CCA}" presName="compNode" presStyleCnt="0"/>
      <dgm:spPr/>
    </dgm:pt>
    <dgm:pt modelId="{3F570019-8525-4355-8913-4F3A6B384404}" type="pres">
      <dgm:prSet presAssocID="{9A98BF58-A3E6-4DF7-9995-070DD05E0CCA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ğlı değil"/>
        </a:ext>
      </dgm:extLst>
    </dgm:pt>
    <dgm:pt modelId="{9B68D6BF-09F4-4EF3-855C-3B0C73C6E577}" type="pres">
      <dgm:prSet presAssocID="{9A98BF58-A3E6-4DF7-9995-070DD05E0CCA}" presName="iconSpace" presStyleCnt="0"/>
      <dgm:spPr/>
    </dgm:pt>
    <dgm:pt modelId="{015F938D-77AF-4988-BD76-B260FCBB6BBE}" type="pres">
      <dgm:prSet presAssocID="{9A98BF58-A3E6-4DF7-9995-070DD05E0CCA}" presName="parTx" presStyleLbl="revTx" presStyleIdx="4" presStyleCnt="6">
        <dgm:presLayoutVars>
          <dgm:chMax val="0"/>
          <dgm:chPref val="0"/>
        </dgm:presLayoutVars>
      </dgm:prSet>
      <dgm:spPr/>
    </dgm:pt>
    <dgm:pt modelId="{938721AE-7FDE-4F28-9045-296841604932}" type="pres">
      <dgm:prSet presAssocID="{9A98BF58-A3E6-4DF7-9995-070DD05E0CCA}" presName="txSpace" presStyleCnt="0"/>
      <dgm:spPr/>
    </dgm:pt>
    <dgm:pt modelId="{8C1A2269-5942-4EED-A484-39CFCAF81443}" type="pres">
      <dgm:prSet presAssocID="{9A98BF58-A3E6-4DF7-9995-070DD05E0CCA}" presName="desTx" presStyleLbl="revTx" presStyleIdx="5" presStyleCnt="6">
        <dgm:presLayoutVars/>
      </dgm:prSet>
      <dgm:spPr/>
    </dgm:pt>
  </dgm:ptLst>
  <dgm:cxnLst>
    <dgm:cxn modelId="{A7797901-8A63-49B7-B3A2-C3740A3646BF}" srcId="{5D1E46D8-1A35-4205-8D5E-2ACFA571E9E7}" destId="{C68F2E8C-DCC1-4FDF-AB93-ED8F325E419C}" srcOrd="0" destOrd="0" parTransId="{D444277C-1566-44E1-823E-972C5FA0D29B}" sibTransId="{5A9C86E5-4073-40C3-A8F4-5D7EB1E70334}"/>
    <dgm:cxn modelId="{8C5EB504-42EA-40D3-8DF2-8D0E5CF9E3EF}" srcId="{58E2C9D8-8B98-4502-BF32-42282E30DDE3}" destId="{7CEB7119-69C8-4222-BBA4-6D2900660D56}" srcOrd="1" destOrd="0" parTransId="{944B0C47-CA63-4637-8F88-8672CF4CBA4F}" sibTransId="{0D2EAA0C-14B7-4A91-B8CB-05D00A5DBBA9}"/>
    <dgm:cxn modelId="{81D84705-2DCB-4C12-B7AE-E054B3779E34}" srcId="{DBCAA9DC-D5D4-499E-BC1E-8C44A4902723}" destId="{9A98BF58-A3E6-4DF7-9995-070DD05E0CCA}" srcOrd="2" destOrd="0" parTransId="{2A6BC4F5-263A-4E65-9725-95CEDF34C153}" sibTransId="{FFB1BB40-7D9C-4E9F-A362-6437509FA3D5}"/>
    <dgm:cxn modelId="{9D74F734-A8C8-4062-985C-3F2EDBEE39C5}" type="presOf" srcId="{B22F5D1D-66F0-4A65-9842-D6342610C8C1}" destId="{8C1A2269-5942-4EED-A484-39CFCAF81443}" srcOrd="0" destOrd="0" presId="urn:microsoft.com/office/officeart/2018/5/layout/CenteredIconLabelDescriptionList"/>
    <dgm:cxn modelId="{BF4F6564-720A-45CC-A9DB-BF0F51D16A7F}" srcId="{9A98BF58-A3E6-4DF7-9995-070DD05E0CCA}" destId="{B22F5D1D-66F0-4A65-9842-D6342610C8C1}" srcOrd="0" destOrd="0" parTransId="{8225EC4C-1948-4C46-A5BC-97C77799D02E}" sibTransId="{F1B3230D-9506-496F-B05D-BCC814506C5F}"/>
    <dgm:cxn modelId="{2AD29F44-2C4B-4544-9F96-E86371EDF5E9}" type="presOf" srcId="{7CEB7119-69C8-4222-BBA4-6D2900660D56}" destId="{45B537F1-91F2-4E76-BE64-EF615A506BE5}" srcOrd="0" destOrd="1" presId="urn:microsoft.com/office/officeart/2018/5/layout/CenteredIconLabelDescriptionList"/>
    <dgm:cxn modelId="{3D0EEE50-1E22-43B0-B5C7-86A7962B7A42}" type="presOf" srcId="{DBCAA9DC-D5D4-499E-BC1E-8C44A4902723}" destId="{EE2BEFA5-353B-4D26-8C4A-35346C0549F7}" srcOrd="0" destOrd="0" presId="urn:microsoft.com/office/officeart/2018/5/layout/CenteredIconLabelDescriptionList"/>
    <dgm:cxn modelId="{25F7EE8C-3F64-42C2-B77F-424B6A33AC9F}" srcId="{DBCAA9DC-D5D4-499E-BC1E-8C44A4902723}" destId="{5D1E46D8-1A35-4205-8D5E-2ACFA571E9E7}" srcOrd="1" destOrd="0" parTransId="{6C2E19B9-DA3A-466A-8337-3E26856E8F3E}" sibTransId="{D931FB91-3428-4E5F-8ADD-8A47EED42DA3}"/>
    <dgm:cxn modelId="{8EA7C492-F04B-4912-AE08-E81797454570}" type="presOf" srcId="{1681B4A2-6C41-4D28-BC02-39B5CD25A096}" destId="{8C1A2269-5942-4EED-A484-39CFCAF81443}" srcOrd="0" destOrd="1" presId="urn:microsoft.com/office/officeart/2018/5/layout/CenteredIconLabelDescriptionList"/>
    <dgm:cxn modelId="{F44D1894-2FB4-4A6A-A4B9-F8E1F4FFB8DE}" type="presOf" srcId="{9A98BF58-A3E6-4DF7-9995-070DD05E0CCA}" destId="{015F938D-77AF-4988-BD76-B260FCBB6BBE}" srcOrd="0" destOrd="0" presId="urn:microsoft.com/office/officeart/2018/5/layout/CenteredIconLabelDescriptionList"/>
    <dgm:cxn modelId="{3D78BFAB-360A-4606-859C-E32FEC44F86F}" type="presOf" srcId="{5D1E46D8-1A35-4205-8D5E-2ACFA571E9E7}" destId="{06EFC660-A485-4EE7-A2F8-FA6B4C03AA1D}" srcOrd="0" destOrd="0" presId="urn:microsoft.com/office/officeart/2018/5/layout/CenteredIconLabelDescriptionList"/>
    <dgm:cxn modelId="{D8984CB4-E898-4084-8A91-B42BE190869F}" srcId="{9A98BF58-A3E6-4DF7-9995-070DD05E0CCA}" destId="{1681B4A2-6C41-4D28-BC02-39B5CD25A096}" srcOrd="1" destOrd="0" parTransId="{48DB19D7-0B39-4DE8-A02D-B111ED74DEDD}" sibTransId="{39D7EE7E-8CC5-48FF-A5A7-2FEED8E761B1}"/>
    <dgm:cxn modelId="{CECF23BF-3DF7-4338-9DD8-AC18F32CA7F2}" srcId="{DBCAA9DC-D5D4-499E-BC1E-8C44A4902723}" destId="{58E2C9D8-8B98-4502-BF32-42282E30DDE3}" srcOrd="0" destOrd="0" parTransId="{D75AF007-4FDA-475E-AD34-41C20F9F8D06}" sibTransId="{AB9E4164-4DE3-4376-ADD3-291743B97F9C}"/>
    <dgm:cxn modelId="{4EBDCBC1-4BB7-4D26-B7C1-D75801143AC8}" type="presOf" srcId="{8324E855-18ED-4D61-9F16-18DE2247B6AE}" destId="{45B537F1-91F2-4E76-BE64-EF615A506BE5}" srcOrd="0" destOrd="0" presId="urn:microsoft.com/office/officeart/2018/5/layout/CenteredIconLabelDescriptionList"/>
    <dgm:cxn modelId="{62ED71CE-888B-4612-8206-FBF226535B44}" srcId="{58E2C9D8-8B98-4502-BF32-42282E30DDE3}" destId="{8324E855-18ED-4D61-9F16-18DE2247B6AE}" srcOrd="0" destOrd="0" parTransId="{D498364C-E487-4C1F-8828-1E7ECA60272F}" sibTransId="{A4C7F73B-E3EC-4B1B-9295-7554D945A9B5}"/>
    <dgm:cxn modelId="{E0D8BDF3-05C9-4D9B-95DF-05EC8565FF77}" type="presOf" srcId="{C68F2E8C-DCC1-4FDF-AB93-ED8F325E419C}" destId="{20AB2FB5-A19D-4AE6-90B3-992EA27F6B0E}" srcOrd="0" destOrd="0" presId="urn:microsoft.com/office/officeart/2018/5/layout/CenteredIconLabelDescriptionList"/>
    <dgm:cxn modelId="{9E0218F6-EC96-48C1-8EB8-B9CC4BECAC7A}" type="presOf" srcId="{58E2C9D8-8B98-4502-BF32-42282E30DDE3}" destId="{19DC1A8C-C5FB-4C29-B5D8-86190C80B52F}" srcOrd="0" destOrd="0" presId="urn:microsoft.com/office/officeart/2018/5/layout/CenteredIconLabelDescriptionList"/>
    <dgm:cxn modelId="{7E8B16C8-FD58-4FCA-BC96-2B58F99378C3}" type="presParOf" srcId="{EE2BEFA5-353B-4D26-8C4A-35346C0549F7}" destId="{D7C7BF63-C210-4322-9FCF-36E074D4EF0D}" srcOrd="0" destOrd="0" presId="urn:microsoft.com/office/officeart/2018/5/layout/CenteredIconLabelDescriptionList"/>
    <dgm:cxn modelId="{076334B9-B9CC-4239-B555-88DCAD9170AA}" type="presParOf" srcId="{D7C7BF63-C210-4322-9FCF-36E074D4EF0D}" destId="{62C1ED7A-2A55-469C-972F-0C7931B33FDC}" srcOrd="0" destOrd="0" presId="urn:microsoft.com/office/officeart/2018/5/layout/CenteredIconLabelDescriptionList"/>
    <dgm:cxn modelId="{4DF52FEB-4278-4FB9-81B8-A5F6ABE0F77D}" type="presParOf" srcId="{D7C7BF63-C210-4322-9FCF-36E074D4EF0D}" destId="{D88D209C-A861-462F-90D7-C3EFA50710B6}" srcOrd="1" destOrd="0" presId="urn:microsoft.com/office/officeart/2018/5/layout/CenteredIconLabelDescriptionList"/>
    <dgm:cxn modelId="{F8DC6B9A-407D-4A62-8ECE-86E22B59F340}" type="presParOf" srcId="{D7C7BF63-C210-4322-9FCF-36E074D4EF0D}" destId="{19DC1A8C-C5FB-4C29-B5D8-86190C80B52F}" srcOrd="2" destOrd="0" presId="urn:microsoft.com/office/officeart/2018/5/layout/CenteredIconLabelDescriptionList"/>
    <dgm:cxn modelId="{ED22A120-94E3-47C9-ACE2-2016E42638B5}" type="presParOf" srcId="{D7C7BF63-C210-4322-9FCF-36E074D4EF0D}" destId="{E20543E8-99AC-425C-B1DE-246A1F84CC62}" srcOrd="3" destOrd="0" presId="urn:microsoft.com/office/officeart/2018/5/layout/CenteredIconLabelDescriptionList"/>
    <dgm:cxn modelId="{35076F42-3E24-47EF-970F-01C7FCC78E69}" type="presParOf" srcId="{D7C7BF63-C210-4322-9FCF-36E074D4EF0D}" destId="{45B537F1-91F2-4E76-BE64-EF615A506BE5}" srcOrd="4" destOrd="0" presId="urn:microsoft.com/office/officeart/2018/5/layout/CenteredIconLabelDescriptionList"/>
    <dgm:cxn modelId="{A2038E22-E1F1-4160-82D8-14A60D8C45CB}" type="presParOf" srcId="{EE2BEFA5-353B-4D26-8C4A-35346C0549F7}" destId="{4A4C4BFA-3981-4024-8C97-A91A7A9BBF6D}" srcOrd="1" destOrd="0" presId="urn:microsoft.com/office/officeart/2018/5/layout/CenteredIconLabelDescriptionList"/>
    <dgm:cxn modelId="{489B415F-7CC7-44EF-8DE6-E7F140C6B4AD}" type="presParOf" srcId="{EE2BEFA5-353B-4D26-8C4A-35346C0549F7}" destId="{320298FD-F1BD-4FCF-AD4A-F1DBC33E2270}" srcOrd="2" destOrd="0" presId="urn:microsoft.com/office/officeart/2018/5/layout/CenteredIconLabelDescriptionList"/>
    <dgm:cxn modelId="{2EA688F0-4601-45B0-8C93-48BE0E1D79FC}" type="presParOf" srcId="{320298FD-F1BD-4FCF-AD4A-F1DBC33E2270}" destId="{845BFAB4-7F88-416A-8893-E9FD84928083}" srcOrd="0" destOrd="0" presId="urn:microsoft.com/office/officeart/2018/5/layout/CenteredIconLabelDescriptionList"/>
    <dgm:cxn modelId="{B1CBEB8F-BBD9-4C3E-BF6C-64DC46061FF3}" type="presParOf" srcId="{320298FD-F1BD-4FCF-AD4A-F1DBC33E2270}" destId="{03E02CD1-D307-4F3E-983D-05AF0BF24302}" srcOrd="1" destOrd="0" presId="urn:microsoft.com/office/officeart/2018/5/layout/CenteredIconLabelDescriptionList"/>
    <dgm:cxn modelId="{41C9618C-17CD-486D-973D-9850B4534C10}" type="presParOf" srcId="{320298FD-F1BD-4FCF-AD4A-F1DBC33E2270}" destId="{06EFC660-A485-4EE7-A2F8-FA6B4C03AA1D}" srcOrd="2" destOrd="0" presId="urn:microsoft.com/office/officeart/2018/5/layout/CenteredIconLabelDescriptionList"/>
    <dgm:cxn modelId="{B971A3A5-9805-4564-83F0-88253413DA18}" type="presParOf" srcId="{320298FD-F1BD-4FCF-AD4A-F1DBC33E2270}" destId="{744DA255-9006-4751-8C41-76F0F311309B}" srcOrd="3" destOrd="0" presId="urn:microsoft.com/office/officeart/2018/5/layout/CenteredIconLabelDescriptionList"/>
    <dgm:cxn modelId="{4390A498-A0D0-4C1E-B73F-0F5752F8BB5C}" type="presParOf" srcId="{320298FD-F1BD-4FCF-AD4A-F1DBC33E2270}" destId="{20AB2FB5-A19D-4AE6-90B3-992EA27F6B0E}" srcOrd="4" destOrd="0" presId="urn:microsoft.com/office/officeart/2018/5/layout/CenteredIconLabelDescriptionList"/>
    <dgm:cxn modelId="{F9459A56-95FC-4F3B-8CA3-D362C62372CD}" type="presParOf" srcId="{EE2BEFA5-353B-4D26-8C4A-35346C0549F7}" destId="{B01BE4B6-A00F-4EF9-BA4E-A908D1069FB8}" srcOrd="3" destOrd="0" presId="urn:microsoft.com/office/officeart/2018/5/layout/CenteredIconLabelDescriptionList"/>
    <dgm:cxn modelId="{E35123BB-DD77-4DAD-8107-103A1620DFDD}" type="presParOf" srcId="{EE2BEFA5-353B-4D26-8C4A-35346C0549F7}" destId="{DA2B813B-A27E-4C4B-A67F-AB1A687492E4}" srcOrd="4" destOrd="0" presId="urn:microsoft.com/office/officeart/2018/5/layout/CenteredIconLabelDescriptionList"/>
    <dgm:cxn modelId="{F6AF1B1F-0166-4607-A4D7-6695AC738F41}" type="presParOf" srcId="{DA2B813B-A27E-4C4B-A67F-AB1A687492E4}" destId="{3F570019-8525-4355-8913-4F3A6B384404}" srcOrd="0" destOrd="0" presId="urn:microsoft.com/office/officeart/2018/5/layout/CenteredIconLabelDescriptionList"/>
    <dgm:cxn modelId="{F8B4E8E1-11D9-41A7-B837-05123959A639}" type="presParOf" srcId="{DA2B813B-A27E-4C4B-A67F-AB1A687492E4}" destId="{9B68D6BF-09F4-4EF3-855C-3B0C73C6E577}" srcOrd="1" destOrd="0" presId="urn:microsoft.com/office/officeart/2018/5/layout/CenteredIconLabelDescriptionList"/>
    <dgm:cxn modelId="{5ECD96BD-41E0-46F1-90AC-DB95A0963930}" type="presParOf" srcId="{DA2B813B-A27E-4C4B-A67F-AB1A687492E4}" destId="{015F938D-77AF-4988-BD76-B260FCBB6BBE}" srcOrd="2" destOrd="0" presId="urn:microsoft.com/office/officeart/2018/5/layout/CenteredIconLabelDescriptionList"/>
    <dgm:cxn modelId="{585C19DA-B4EE-477B-9199-55636D00D347}" type="presParOf" srcId="{DA2B813B-A27E-4C4B-A67F-AB1A687492E4}" destId="{938721AE-7FDE-4F28-9045-296841604932}" srcOrd="3" destOrd="0" presId="urn:microsoft.com/office/officeart/2018/5/layout/CenteredIconLabelDescriptionList"/>
    <dgm:cxn modelId="{01FE137F-9835-4697-9D1A-6104DC803CFD}" type="presParOf" srcId="{DA2B813B-A27E-4C4B-A67F-AB1A687492E4}" destId="{8C1A2269-5942-4EED-A484-39CFCAF81443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21.xml><?xml version="1.0" encoding="utf-8"?>
<dgm:dataModel xmlns:dgm="http://schemas.openxmlformats.org/drawingml/2006/diagram" xmlns:a="http://schemas.openxmlformats.org/drawingml/2006/main">
  <dgm:ptLst>
    <dgm:pt modelId="{C1932788-8125-4EC4-A885-0B024AB6077B}" type="doc">
      <dgm:prSet loTypeId="urn:microsoft.com/office/officeart/2008/layout/PictureStrips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1CEA994F-10D1-4CFC-8B40-FB5D8BB0155E}">
      <dgm:prSet/>
      <dgm:spPr/>
      <dgm:t>
        <a:bodyPr/>
        <a:lstStyle/>
        <a:p>
          <a:r>
            <a:rPr lang="tr-TR" dirty="0" err="1"/>
            <a:t>Syntax</a:t>
          </a:r>
          <a:endParaRPr lang="en-US" dirty="0"/>
        </a:p>
      </dgm:t>
    </dgm:pt>
    <dgm:pt modelId="{C8F9C20D-F6F0-435C-BE47-970B3D45C14E}" type="parTrans" cxnId="{BA5EDB14-DA25-4318-AE47-B70D7DDF572C}">
      <dgm:prSet/>
      <dgm:spPr/>
      <dgm:t>
        <a:bodyPr/>
        <a:lstStyle/>
        <a:p>
          <a:endParaRPr lang="en-US"/>
        </a:p>
      </dgm:t>
    </dgm:pt>
    <dgm:pt modelId="{B09014FD-036C-40D2-BBBD-00CFE1C8ABCE}" type="sibTrans" cxnId="{BA5EDB14-DA25-4318-AE47-B70D7DDF572C}">
      <dgm:prSet/>
      <dgm:spPr/>
      <dgm:t>
        <a:bodyPr/>
        <a:lstStyle/>
        <a:p>
          <a:endParaRPr lang="en-US"/>
        </a:p>
      </dgm:t>
    </dgm:pt>
    <dgm:pt modelId="{1F49B9D7-8833-4246-8B34-1B29E7FF9594}">
      <dgm:prSet/>
      <dgm:spPr/>
      <dgm:t>
        <a:bodyPr/>
        <a:lstStyle/>
        <a:p>
          <a:r>
            <a:rPr lang="tr-TR" dirty="0" err="1"/>
            <a:t>Empty</a:t>
          </a:r>
          <a:r>
            <a:rPr lang="tr-TR" dirty="0"/>
            <a:t> I/O</a:t>
          </a:r>
          <a:endParaRPr lang="en-US" dirty="0"/>
        </a:p>
      </dgm:t>
    </dgm:pt>
    <dgm:pt modelId="{8F796B75-DC83-4B19-B742-0878A9408EC9}" type="parTrans" cxnId="{5B3696E2-9357-48C1-9603-CE7DFE72BD3B}">
      <dgm:prSet/>
      <dgm:spPr/>
      <dgm:t>
        <a:bodyPr/>
        <a:lstStyle/>
        <a:p>
          <a:endParaRPr lang="en-US"/>
        </a:p>
      </dgm:t>
    </dgm:pt>
    <dgm:pt modelId="{88B4441E-31AC-440A-B501-2D9D5C0891B1}" type="sibTrans" cxnId="{5B3696E2-9357-48C1-9603-CE7DFE72BD3B}">
      <dgm:prSet/>
      <dgm:spPr/>
      <dgm:t>
        <a:bodyPr/>
        <a:lstStyle/>
        <a:p>
          <a:endParaRPr lang="en-US"/>
        </a:p>
      </dgm:t>
    </dgm:pt>
    <dgm:pt modelId="{5F1E1B9D-95C1-4A23-A410-7ECEEAF4DED6}">
      <dgm:prSet/>
      <dgm:spPr/>
      <dgm:t>
        <a:bodyPr/>
        <a:lstStyle/>
        <a:p>
          <a:r>
            <a:rPr lang="tr-TR" dirty="0" err="1"/>
            <a:t>Transactions</a:t>
          </a:r>
          <a:r>
            <a:rPr lang="tr-TR" dirty="0"/>
            <a:t> Size</a:t>
          </a:r>
          <a:endParaRPr lang="en-US" dirty="0"/>
        </a:p>
      </dgm:t>
    </dgm:pt>
    <dgm:pt modelId="{A212F059-277B-40AA-8398-AFB90893D9F7}" type="parTrans" cxnId="{0A9FE6C5-021A-4B0F-9313-149B855AB43D}">
      <dgm:prSet/>
      <dgm:spPr/>
      <dgm:t>
        <a:bodyPr/>
        <a:lstStyle/>
        <a:p>
          <a:endParaRPr lang="en-US"/>
        </a:p>
      </dgm:t>
    </dgm:pt>
    <dgm:pt modelId="{454707A7-8EEC-4085-826F-3F663C53DE8D}" type="sibTrans" cxnId="{0A9FE6C5-021A-4B0F-9313-149B855AB43D}">
      <dgm:prSet/>
      <dgm:spPr/>
      <dgm:t>
        <a:bodyPr/>
        <a:lstStyle/>
        <a:p>
          <a:endParaRPr lang="en-US"/>
        </a:p>
      </dgm:t>
    </dgm:pt>
    <dgm:pt modelId="{DF8A0AB9-8C89-459A-BE58-14581734DFCA}">
      <dgm:prSet/>
      <dgm:spPr/>
      <dgm:t>
        <a:bodyPr/>
        <a:lstStyle/>
        <a:p>
          <a:r>
            <a:rPr lang="tr-TR" dirty="0" err="1"/>
            <a:t>Range</a:t>
          </a:r>
          <a:r>
            <a:rPr lang="tr-TR" dirty="0"/>
            <a:t> of </a:t>
          </a:r>
          <a:r>
            <a:rPr lang="tr-TR" dirty="0" err="1"/>
            <a:t>Values</a:t>
          </a:r>
          <a:endParaRPr lang="en-US" dirty="0"/>
        </a:p>
      </dgm:t>
    </dgm:pt>
    <dgm:pt modelId="{8E50F755-36C2-4D5D-9771-F9B780F133C8}" type="parTrans" cxnId="{57DE3FE8-C02B-4C08-8E58-93105D2FFC29}">
      <dgm:prSet/>
      <dgm:spPr/>
      <dgm:t>
        <a:bodyPr/>
        <a:lstStyle/>
        <a:p>
          <a:endParaRPr lang="en-US"/>
        </a:p>
      </dgm:t>
    </dgm:pt>
    <dgm:pt modelId="{A37FF99D-6936-415C-8AD9-7B34C3486882}" type="sibTrans" cxnId="{57DE3FE8-C02B-4C08-8E58-93105D2FFC29}">
      <dgm:prSet/>
      <dgm:spPr/>
      <dgm:t>
        <a:bodyPr/>
        <a:lstStyle/>
        <a:p>
          <a:endParaRPr lang="en-US"/>
        </a:p>
      </dgm:t>
    </dgm:pt>
    <dgm:pt modelId="{482A4469-1FAD-447A-8EE8-CEF2BD096F62}">
      <dgm:prSet/>
      <dgm:spPr/>
      <dgm:t>
        <a:bodyPr/>
        <a:lstStyle/>
        <a:p>
          <a:r>
            <a:rPr lang="en-US" dirty="0"/>
            <a:t>None of the inputs have hash=0, N=–1</a:t>
          </a:r>
        </a:p>
      </dgm:t>
    </dgm:pt>
    <dgm:pt modelId="{F8DEE281-B5BD-4336-BD3A-45B04EE3C1D3}" type="parTrans" cxnId="{3CFE8387-5DBB-481D-85D8-80A3CE77AE7F}">
      <dgm:prSet/>
      <dgm:spPr/>
      <dgm:t>
        <a:bodyPr/>
        <a:lstStyle/>
        <a:p>
          <a:endParaRPr lang="en-US"/>
        </a:p>
      </dgm:t>
    </dgm:pt>
    <dgm:pt modelId="{DED669A6-C99D-47F1-A5F4-8ED5DCD289CE}" type="sibTrans" cxnId="{3CFE8387-5DBB-481D-85D8-80A3CE77AE7F}">
      <dgm:prSet/>
      <dgm:spPr/>
      <dgm:t>
        <a:bodyPr/>
        <a:lstStyle/>
        <a:p>
          <a:endParaRPr lang="en-US"/>
        </a:p>
      </dgm:t>
    </dgm:pt>
    <dgm:pt modelId="{C0308109-9086-4786-8806-1291501278CC}">
      <dgm:prSet/>
      <dgm:spPr/>
      <dgm:t>
        <a:bodyPr/>
        <a:lstStyle/>
        <a:p>
          <a:r>
            <a:rPr lang="en-US"/>
            <a:t>The transaction’s syntax and data structure must be correct.</a:t>
          </a:r>
        </a:p>
      </dgm:t>
    </dgm:pt>
    <dgm:pt modelId="{8D643D89-8444-48F0-8883-C6C5E7154502}" type="parTrans" cxnId="{6AC0097A-2E9B-4489-A3A6-7DD1DC07BC96}">
      <dgm:prSet/>
      <dgm:spPr/>
      <dgm:t>
        <a:bodyPr/>
        <a:lstStyle/>
        <a:p>
          <a:endParaRPr lang="en-US"/>
        </a:p>
      </dgm:t>
    </dgm:pt>
    <dgm:pt modelId="{899C8E30-086A-4E91-A381-8927B43733A1}" type="sibTrans" cxnId="{6AC0097A-2E9B-4489-A3A6-7DD1DC07BC96}">
      <dgm:prSet/>
      <dgm:spPr/>
      <dgm:t>
        <a:bodyPr/>
        <a:lstStyle/>
        <a:p>
          <a:endParaRPr lang="en-US"/>
        </a:p>
      </dgm:t>
    </dgm:pt>
    <dgm:pt modelId="{EEEADF5C-D384-47A6-A044-991B91C3759A}">
      <dgm:prSet/>
      <dgm:spPr/>
      <dgm:t>
        <a:bodyPr/>
        <a:lstStyle/>
        <a:p>
          <a:r>
            <a:rPr lang="en-US"/>
            <a:t>Neither </a:t>
          </a:r>
          <a:r>
            <a:rPr lang="en-US" dirty="0"/>
            <a:t>lists of inputs or outputs are empty.</a:t>
          </a:r>
        </a:p>
      </dgm:t>
    </dgm:pt>
    <dgm:pt modelId="{584BD787-AD8B-4048-9FDB-CE454A98BCA3}" type="parTrans" cxnId="{CBC2DBED-7312-4043-86AE-371C4EBF0AC8}">
      <dgm:prSet/>
      <dgm:spPr/>
      <dgm:t>
        <a:bodyPr/>
        <a:lstStyle/>
        <a:p>
          <a:endParaRPr lang="en-US"/>
        </a:p>
      </dgm:t>
    </dgm:pt>
    <dgm:pt modelId="{0AD3F132-E6ED-4D02-AE98-EC5F96DA8ACB}" type="sibTrans" cxnId="{CBC2DBED-7312-4043-86AE-371C4EBF0AC8}">
      <dgm:prSet/>
      <dgm:spPr/>
      <dgm:t>
        <a:bodyPr/>
        <a:lstStyle/>
        <a:p>
          <a:endParaRPr lang="en-US"/>
        </a:p>
      </dgm:t>
    </dgm:pt>
    <dgm:pt modelId="{707AB555-CD89-49B5-8FCB-584A102BC660}">
      <dgm:prSet/>
      <dgm:spPr/>
      <dgm:t>
        <a:bodyPr/>
        <a:lstStyle/>
        <a:p>
          <a:r>
            <a:rPr lang="en-US"/>
            <a:t>The </a:t>
          </a:r>
          <a:r>
            <a:rPr lang="en-US" dirty="0"/>
            <a:t>transaction size in bytes is less than MAX_BLOCK_SIZE.</a:t>
          </a:r>
        </a:p>
      </dgm:t>
    </dgm:pt>
    <dgm:pt modelId="{9B9E785A-F945-4D22-ABFD-BE8EC69FED6B}" type="parTrans" cxnId="{1CF9F3AA-79B5-47D3-8F6E-FEF2D1C9C1A0}">
      <dgm:prSet/>
      <dgm:spPr/>
      <dgm:t>
        <a:bodyPr/>
        <a:lstStyle/>
        <a:p>
          <a:endParaRPr lang="en-US"/>
        </a:p>
      </dgm:t>
    </dgm:pt>
    <dgm:pt modelId="{2C425177-3ED7-43C5-8C24-B2F608EEA126}" type="sibTrans" cxnId="{1CF9F3AA-79B5-47D3-8F6E-FEF2D1C9C1A0}">
      <dgm:prSet/>
      <dgm:spPr/>
      <dgm:t>
        <a:bodyPr/>
        <a:lstStyle/>
        <a:p>
          <a:endParaRPr lang="en-US"/>
        </a:p>
      </dgm:t>
    </dgm:pt>
    <dgm:pt modelId="{089B0D02-3D68-4FB8-9E20-4570691273BE}">
      <dgm:prSet/>
      <dgm:spPr/>
      <dgm:t>
        <a:bodyPr/>
        <a:lstStyle/>
        <a:p>
          <a:r>
            <a:rPr lang="en-US" dirty="0"/>
            <a:t>Each output value, as well as the total, must be within the allowed range of values</a:t>
          </a:r>
        </a:p>
      </dgm:t>
    </dgm:pt>
    <dgm:pt modelId="{FCA81556-8B33-46D5-B085-1A2190BF2C24}" type="parTrans" cxnId="{85116CF4-050B-47F4-874D-AC2BFFADB273}">
      <dgm:prSet/>
      <dgm:spPr/>
      <dgm:t>
        <a:bodyPr/>
        <a:lstStyle/>
        <a:p>
          <a:endParaRPr lang="en-US"/>
        </a:p>
      </dgm:t>
    </dgm:pt>
    <dgm:pt modelId="{B6E79134-A1EE-4FDA-A578-0A5A0D81D4DD}" type="sibTrans" cxnId="{85116CF4-050B-47F4-874D-AC2BFFADB273}">
      <dgm:prSet/>
      <dgm:spPr/>
      <dgm:t>
        <a:bodyPr/>
        <a:lstStyle/>
        <a:p>
          <a:endParaRPr lang="en-US"/>
        </a:p>
      </dgm:t>
    </dgm:pt>
    <dgm:pt modelId="{36D63253-EBF0-4AA9-BBFD-E24C4A21B9F4}">
      <dgm:prSet/>
      <dgm:spPr/>
      <dgm:t>
        <a:bodyPr/>
        <a:lstStyle/>
        <a:p>
          <a:r>
            <a:rPr lang="en-US" dirty="0"/>
            <a:t>less than 21m coins</a:t>
          </a:r>
        </a:p>
      </dgm:t>
    </dgm:pt>
    <dgm:pt modelId="{AEA9E5BF-D114-413B-8AE7-5DA8F3085339}" type="parTrans" cxnId="{584805E2-01C8-4372-9AA3-68E021AE426F}">
      <dgm:prSet/>
      <dgm:spPr/>
      <dgm:t>
        <a:bodyPr/>
        <a:lstStyle/>
        <a:p>
          <a:endParaRPr lang="en-US"/>
        </a:p>
      </dgm:t>
    </dgm:pt>
    <dgm:pt modelId="{ED087D58-6F99-4F7A-9956-479151A95C7E}" type="sibTrans" cxnId="{584805E2-01C8-4372-9AA3-68E021AE426F}">
      <dgm:prSet/>
      <dgm:spPr/>
      <dgm:t>
        <a:bodyPr/>
        <a:lstStyle/>
        <a:p>
          <a:endParaRPr lang="en-US"/>
        </a:p>
      </dgm:t>
    </dgm:pt>
    <dgm:pt modelId="{60F36DF7-73C4-4600-9164-442D6A92DA6E}">
      <dgm:prSet/>
      <dgm:spPr/>
      <dgm:t>
        <a:bodyPr/>
        <a:lstStyle/>
        <a:p>
          <a:r>
            <a:rPr lang="en-US" dirty="0"/>
            <a:t>more than the </a:t>
          </a:r>
          <a:r>
            <a:rPr lang="en-US" i="1" dirty="0"/>
            <a:t>dust </a:t>
          </a:r>
          <a:r>
            <a:rPr lang="en-US" dirty="0"/>
            <a:t>threshold</a:t>
          </a:r>
        </a:p>
      </dgm:t>
    </dgm:pt>
    <dgm:pt modelId="{F213FEF3-6D51-4D43-9B16-432D1A5CED83}" type="parTrans" cxnId="{E6D34F20-2770-4D60-9574-D66622CE4E72}">
      <dgm:prSet/>
      <dgm:spPr/>
      <dgm:t>
        <a:bodyPr/>
        <a:lstStyle/>
        <a:p>
          <a:endParaRPr lang="en-US"/>
        </a:p>
      </dgm:t>
    </dgm:pt>
    <dgm:pt modelId="{B9B70AF7-33BA-468C-91AA-910993EA6E0A}" type="sibTrans" cxnId="{E6D34F20-2770-4D60-9574-D66622CE4E72}">
      <dgm:prSet/>
      <dgm:spPr/>
      <dgm:t>
        <a:bodyPr/>
        <a:lstStyle/>
        <a:p>
          <a:endParaRPr lang="en-US"/>
        </a:p>
      </dgm:t>
    </dgm:pt>
    <dgm:pt modelId="{CC942F8B-DBB2-49A7-8A00-8B5CC5501D3A}">
      <dgm:prSet/>
      <dgm:spPr/>
      <dgm:t>
        <a:bodyPr/>
        <a:lstStyle/>
        <a:p>
          <a:r>
            <a:rPr lang="en-US" dirty="0" err="1"/>
            <a:t>coinbase</a:t>
          </a:r>
          <a:r>
            <a:rPr lang="en-US" dirty="0"/>
            <a:t> transactions should not be</a:t>
          </a:r>
          <a:r>
            <a:rPr lang="tr-TR" dirty="0"/>
            <a:t> </a:t>
          </a:r>
          <a:r>
            <a:rPr lang="tr-TR" dirty="0" err="1"/>
            <a:t>relayed</a:t>
          </a:r>
          <a:endParaRPr lang="en-US" dirty="0"/>
        </a:p>
      </dgm:t>
    </dgm:pt>
    <dgm:pt modelId="{44FACCED-4117-4193-B837-74A8C9CC561F}" type="parTrans" cxnId="{7745DA66-F2F2-4DD7-B748-51548F057CF4}">
      <dgm:prSet/>
      <dgm:spPr/>
      <dgm:t>
        <a:bodyPr/>
        <a:lstStyle/>
        <a:p>
          <a:endParaRPr lang="en-US"/>
        </a:p>
      </dgm:t>
    </dgm:pt>
    <dgm:pt modelId="{BFA47CF7-6065-4014-A4FF-197BCDE74A0C}" type="sibTrans" cxnId="{7745DA66-F2F2-4DD7-B748-51548F057CF4}">
      <dgm:prSet/>
      <dgm:spPr/>
      <dgm:t>
        <a:bodyPr/>
        <a:lstStyle/>
        <a:p>
          <a:endParaRPr lang="en-US"/>
        </a:p>
      </dgm:t>
    </dgm:pt>
    <dgm:pt modelId="{365C1CBE-8B90-4535-AB33-8996BAED1938}">
      <dgm:prSet/>
      <dgm:spPr/>
      <dgm:t>
        <a:bodyPr/>
        <a:lstStyle/>
        <a:p>
          <a:r>
            <a:rPr lang="tr-TR" dirty="0" err="1"/>
            <a:t>Input</a:t>
          </a:r>
          <a:r>
            <a:rPr lang="tr-TR" dirty="0"/>
            <a:t> </a:t>
          </a:r>
          <a:r>
            <a:rPr lang="tr-TR" dirty="0" err="1"/>
            <a:t>Hashes</a:t>
          </a:r>
          <a:endParaRPr lang="en-US" dirty="0"/>
        </a:p>
      </dgm:t>
    </dgm:pt>
    <dgm:pt modelId="{297AA103-9EF5-4FAE-93D0-AE06FE8796D1}" type="parTrans" cxnId="{156A12AB-7EF3-4435-AB4A-8F69337FD3F9}">
      <dgm:prSet/>
      <dgm:spPr/>
      <dgm:t>
        <a:bodyPr/>
        <a:lstStyle/>
        <a:p>
          <a:endParaRPr lang="en-US"/>
        </a:p>
      </dgm:t>
    </dgm:pt>
    <dgm:pt modelId="{08986D18-CF1E-4CF0-BE47-E32EABAEC612}" type="sibTrans" cxnId="{156A12AB-7EF3-4435-AB4A-8F69337FD3F9}">
      <dgm:prSet/>
      <dgm:spPr/>
      <dgm:t>
        <a:bodyPr/>
        <a:lstStyle/>
        <a:p>
          <a:endParaRPr lang="en-US"/>
        </a:p>
      </dgm:t>
    </dgm:pt>
    <dgm:pt modelId="{8065E444-0495-40CF-98B1-2C2ECF004627}" type="pres">
      <dgm:prSet presAssocID="{C1932788-8125-4EC4-A885-0B024AB6077B}" presName="Name0" presStyleCnt="0">
        <dgm:presLayoutVars>
          <dgm:dir/>
          <dgm:resizeHandles val="exact"/>
        </dgm:presLayoutVars>
      </dgm:prSet>
      <dgm:spPr/>
    </dgm:pt>
    <dgm:pt modelId="{6EE66C8E-DC0B-4F82-8DDE-552B368256A3}" type="pres">
      <dgm:prSet presAssocID="{1CEA994F-10D1-4CFC-8B40-FB5D8BB0155E}" presName="composite" presStyleCnt="0"/>
      <dgm:spPr/>
    </dgm:pt>
    <dgm:pt modelId="{D5DB369F-1E43-45BE-803D-B121F8720200}" type="pres">
      <dgm:prSet presAssocID="{1CEA994F-10D1-4CFC-8B40-FB5D8BB0155E}" presName="rect1" presStyleLbl="trAlignAcc1" presStyleIdx="0" presStyleCnt="5">
        <dgm:presLayoutVars>
          <dgm:bulletEnabled val="1"/>
        </dgm:presLayoutVars>
      </dgm:prSet>
      <dgm:spPr/>
    </dgm:pt>
    <dgm:pt modelId="{AEE6E9B0-B819-42E3-8166-21F074657875}" type="pres">
      <dgm:prSet presAssocID="{1CEA994F-10D1-4CFC-8B40-FB5D8BB0155E}" presName="rect2" presStyleLbl="fgImgPlace1" presStyleIdx="0" presStyleCnt="5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</dgm:spPr>
      <dgm:extLst>
        <a:ext uri="{E40237B7-FDA0-4F09-8148-C483321AD2D9}">
          <dgm14:cNvPr xmlns:dgm14="http://schemas.microsoft.com/office/drawing/2010/diagram" id="0" name="" descr="Onay işareti"/>
        </a:ext>
      </dgm:extLst>
    </dgm:pt>
    <dgm:pt modelId="{7D46A69B-30D9-4C65-92C2-DC7EFABB63ED}" type="pres">
      <dgm:prSet presAssocID="{B09014FD-036C-40D2-BBBD-00CFE1C8ABCE}" presName="sibTrans" presStyleCnt="0"/>
      <dgm:spPr/>
    </dgm:pt>
    <dgm:pt modelId="{7A4D5CEC-31CE-4CD8-9B2E-E422712C607E}" type="pres">
      <dgm:prSet presAssocID="{1F49B9D7-8833-4246-8B34-1B29E7FF9594}" presName="composite" presStyleCnt="0"/>
      <dgm:spPr/>
    </dgm:pt>
    <dgm:pt modelId="{48784A2E-0B4A-49D9-B03E-10D0661A99DA}" type="pres">
      <dgm:prSet presAssocID="{1F49B9D7-8833-4246-8B34-1B29E7FF9594}" presName="rect1" presStyleLbl="trAlignAcc1" presStyleIdx="1" presStyleCnt="5">
        <dgm:presLayoutVars>
          <dgm:bulletEnabled val="1"/>
        </dgm:presLayoutVars>
      </dgm:prSet>
      <dgm:spPr/>
    </dgm:pt>
    <dgm:pt modelId="{06CEF5BD-AAA7-4601-B4EA-1E6AE4DE9A48}" type="pres">
      <dgm:prSet presAssocID="{1F49B9D7-8833-4246-8B34-1B29E7FF9594}" presName="rect2" presStyleLbl="fgImgPlace1" presStyleIdx="1" presStyleCnt="5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</dgm:spPr>
    </dgm:pt>
    <dgm:pt modelId="{25CA2602-A7A4-4FC6-B12E-531D4FFC3C1E}" type="pres">
      <dgm:prSet presAssocID="{88B4441E-31AC-440A-B501-2D9D5C0891B1}" presName="sibTrans" presStyleCnt="0"/>
      <dgm:spPr/>
    </dgm:pt>
    <dgm:pt modelId="{9EE58BEC-2DC3-4497-A91B-25618E50CB69}" type="pres">
      <dgm:prSet presAssocID="{5F1E1B9D-95C1-4A23-A410-7ECEEAF4DED6}" presName="composite" presStyleCnt="0"/>
      <dgm:spPr/>
    </dgm:pt>
    <dgm:pt modelId="{3BC3C5CC-F223-4B39-B432-0CEB9B25CC2A}" type="pres">
      <dgm:prSet presAssocID="{5F1E1B9D-95C1-4A23-A410-7ECEEAF4DED6}" presName="rect1" presStyleLbl="trAlignAcc1" presStyleIdx="2" presStyleCnt="5">
        <dgm:presLayoutVars>
          <dgm:bulletEnabled val="1"/>
        </dgm:presLayoutVars>
      </dgm:prSet>
      <dgm:spPr/>
    </dgm:pt>
    <dgm:pt modelId="{2FE9EAAB-ABD1-4329-B885-414F5CAAE09B}" type="pres">
      <dgm:prSet presAssocID="{5F1E1B9D-95C1-4A23-A410-7ECEEAF4DED6}" presName="rect2" presStyleLbl="fgImgPlace1" presStyleIdx="2" presStyleCnt="5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</dgm:spPr>
    </dgm:pt>
    <dgm:pt modelId="{2FD145EE-DECE-4C99-BD68-B71BB27C8AA2}" type="pres">
      <dgm:prSet presAssocID="{454707A7-8EEC-4085-826F-3F663C53DE8D}" presName="sibTrans" presStyleCnt="0"/>
      <dgm:spPr/>
    </dgm:pt>
    <dgm:pt modelId="{6FE43C78-E96E-403A-9CB7-6B44399B51C4}" type="pres">
      <dgm:prSet presAssocID="{DF8A0AB9-8C89-459A-BE58-14581734DFCA}" presName="composite" presStyleCnt="0"/>
      <dgm:spPr/>
    </dgm:pt>
    <dgm:pt modelId="{8E8CD2A3-6B41-429F-8177-9626EB7AB17A}" type="pres">
      <dgm:prSet presAssocID="{DF8A0AB9-8C89-459A-BE58-14581734DFCA}" presName="rect1" presStyleLbl="trAlignAcc1" presStyleIdx="3" presStyleCnt="5">
        <dgm:presLayoutVars>
          <dgm:bulletEnabled val="1"/>
        </dgm:presLayoutVars>
      </dgm:prSet>
      <dgm:spPr/>
    </dgm:pt>
    <dgm:pt modelId="{07DA1CB4-94E8-41D3-AFA7-1E87AF41FB02}" type="pres">
      <dgm:prSet presAssocID="{DF8A0AB9-8C89-459A-BE58-14581734DFCA}" presName="rect2" presStyleLbl="fgImgPlace1" presStyleIdx="3" presStyleCnt="5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</dgm:spPr>
    </dgm:pt>
    <dgm:pt modelId="{6AC97B96-2C1F-4387-8946-67D80A82FB38}" type="pres">
      <dgm:prSet presAssocID="{A37FF99D-6936-415C-8AD9-7B34C3486882}" presName="sibTrans" presStyleCnt="0"/>
      <dgm:spPr/>
    </dgm:pt>
    <dgm:pt modelId="{5A2DEEC2-C1B4-415C-8A04-22EF82110312}" type="pres">
      <dgm:prSet presAssocID="{365C1CBE-8B90-4535-AB33-8996BAED1938}" presName="composite" presStyleCnt="0"/>
      <dgm:spPr/>
    </dgm:pt>
    <dgm:pt modelId="{75AAF6A5-4F27-4585-AA51-2515834F752B}" type="pres">
      <dgm:prSet presAssocID="{365C1CBE-8B90-4535-AB33-8996BAED1938}" presName="rect1" presStyleLbl="trAlignAcc1" presStyleIdx="4" presStyleCnt="5">
        <dgm:presLayoutVars>
          <dgm:bulletEnabled val="1"/>
        </dgm:presLayoutVars>
      </dgm:prSet>
      <dgm:spPr/>
    </dgm:pt>
    <dgm:pt modelId="{7BA18485-FE3E-4B19-B85B-A8947CED408D}" type="pres">
      <dgm:prSet presAssocID="{365C1CBE-8B90-4535-AB33-8996BAED1938}" presName="rect2" presStyleLbl="fgImgPlace1" presStyleIdx="4" presStyleCnt="5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</dgm:spPr>
    </dgm:pt>
  </dgm:ptLst>
  <dgm:cxnLst>
    <dgm:cxn modelId="{BA5EDB14-DA25-4318-AE47-B70D7DDF572C}" srcId="{C1932788-8125-4EC4-A885-0B024AB6077B}" destId="{1CEA994F-10D1-4CFC-8B40-FB5D8BB0155E}" srcOrd="0" destOrd="0" parTransId="{C8F9C20D-F6F0-435C-BE47-970B3D45C14E}" sibTransId="{B09014FD-036C-40D2-BBBD-00CFE1C8ABCE}"/>
    <dgm:cxn modelId="{E6D34F20-2770-4D60-9574-D66622CE4E72}" srcId="{DF8A0AB9-8C89-459A-BE58-14581734DFCA}" destId="{60F36DF7-73C4-4600-9164-442D6A92DA6E}" srcOrd="2" destOrd="0" parTransId="{F213FEF3-6D51-4D43-9B16-432D1A5CED83}" sibTransId="{B9B70AF7-33BA-468C-91AA-910993EA6E0A}"/>
    <dgm:cxn modelId="{B8B6EF24-BFEA-4168-8675-5D2F0AD770F2}" type="presOf" srcId="{DF8A0AB9-8C89-459A-BE58-14581734DFCA}" destId="{8E8CD2A3-6B41-429F-8177-9626EB7AB17A}" srcOrd="0" destOrd="0" presId="urn:microsoft.com/office/officeart/2008/layout/PictureStrips"/>
    <dgm:cxn modelId="{2969F144-2236-4E68-B065-80C8B0CC8947}" type="presOf" srcId="{482A4469-1FAD-447A-8EE8-CEF2BD096F62}" destId="{75AAF6A5-4F27-4585-AA51-2515834F752B}" srcOrd="0" destOrd="1" presId="urn:microsoft.com/office/officeart/2008/layout/PictureStrips"/>
    <dgm:cxn modelId="{F92B4765-54D5-46BD-9A99-57D7AF45F76A}" type="presOf" srcId="{60F36DF7-73C4-4600-9164-442D6A92DA6E}" destId="{8E8CD2A3-6B41-429F-8177-9626EB7AB17A}" srcOrd="0" destOrd="3" presId="urn:microsoft.com/office/officeart/2008/layout/PictureStrips"/>
    <dgm:cxn modelId="{7745DA66-F2F2-4DD7-B748-51548F057CF4}" srcId="{365C1CBE-8B90-4535-AB33-8996BAED1938}" destId="{CC942F8B-DBB2-49A7-8A00-8B5CC5501D3A}" srcOrd="1" destOrd="0" parTransId="{44FACCED-4117-4193-B837-74A8C9CC561F}" sibTransId="{BFA47CF7-6065-4014-A4FF-197BCDE74A0C}"/>
    <dgm:cxn modelId="{BA76BE47-D81D-420E-949F-F77E597194AB}" type="presOf" srcId="{089B0D02-3D68-4FB8-9E20-4570691273BE}" destId="{8E8CD2A3-6B41-429F-8177-9626EB7AB17A}" srcOrd="0" destOrd="1" presId="urn:microsoft.com/office/officeart/2008/layout/PictureStrips"/>
    <dgm:cxn modelId="{BF61C548-39E1-423F-B69A-860EF199B101}" type="presOf" srcId="{CC942F8B-DBB2-49A7-8A00-8B5CC5501D3A}" destId="{75AAF6A5-4F27-4585-AA51-2515834F752B}" srcOrd="0" destOrd="2" presId="urn:microsoft.com/office/officeart/2008/layout/PictureStrips"/>
    <dgm:cxn modelId="{6AC0097A-2E9B-4489-A3A6-7DD1DC07BC96}" srcId="{1CEA994F-10D1-4CFC-8B40-FB5D8BB0155E}" destId="{C0308109-9086-4786-8806-1291501278CC}" srcOrd="0" destOrd="0" parTransId="{8D643D89-8444-48F0-8883-C6C5E7154502}" sibTransId="{899C8E30-086A-4E91-A381-8927B43733A1}"/>
    <dgm:cxn modelId="{B735FA86-FDD6-47AF-9444-4C86D543D7BB}" type="presOf" srcId="{1F49B9D7-8833-4246-8B34-1B29E7FF9594}" destId="{48784A2E-0B4A-49D9-B03E-10D0661A99DA}" srcOrd="0" destOrd="0" presId="urn:microsoft.com/office/officeart/2008/layout/PictureStrips"/>
    <dgm:cxn modelId="{3CFE8387-5DBB-481D-85D8-80A3CE77AE7F}" srcId="{365C1CBE-8B90-4535-AB33-8996BAED1938}" destId="{482A4469-1FAD-447A-8EE8-CEF2BD096F62}" srcOrd="0" destOrd="0" parTransId="{F8DEE281-B5BD-4336-BD3A-45B04EE3C1D3}" sibTransId="{DED669A6-C99D-47F1-A5F4-8ED5DCD289CE}"/>
    <dgm:cxn modelId="{20876EA6-4C06-42D0-B41A-0F28718B55E9}" type="presOf" srcId="{36D63253-EBF0-4AA9-BBFD-E24C4A21B9F4}" destId="{8E8CD2A3-6B41-429F-8177-9626EB7AB17A}" srcOrd="0" destOrd="2" presId="urn:microsoft.com/office/officeart/2008/layout/PictureStrips"/>
    <dgm:cxn modelId="{1CF9F3AA-79B5-47D3-8F6E-FEF2D1C9C1A0}" srcId="{5F1E1B9D-95C1-4A23-A410-7ECEEAF4DED6}" destId="{707AB555-CD89-49B5-8FCB-584A102BC660}" srcOrd="0" destOrd="0" parTransId="{9B9E785A-F945-4D22-ABFD-BE8EC69FED6B}" sibTransId="{2C425177-3ED7-43C5-8C24-B2F608EEA126}"/>
    <dgm:cxn modelId="{156A12AB-7EF3-4435-AB4A-8F69337FD3F9}" srcId="{C1932788-8125-4EC4-A885-0B024AB6077B}" destId="{365C1CBE-8B90-4535-AB33-8996BAED1938}" srcOrd="4" destOrd="0" parTransId="{297AA103-9EF5-4FAE-93D0-AE06FE8796D1}" sibTransId="{08986D18-CF1E-4CF0-BE47-E32EABAEC612}"/>
    <dgm:cxn modelId="{6DDF8FB3-445E-4542-BEF7-1D6ECFE82096}" type="presOf" srcId="{5F1E1B9D-95C1-4A23-A410-7ECEEAF4DED6}" destId="{3BC3C5CC-F223-4B39-B432-0CEB9B25CC2A}" srcOrd="0" destOrd="0" presId="urn:microsoft.com/office/officeart/2008/layout/PictureStrips"/>
    <dgm:cxn modelId="{6D9589BC-00B5-43ED-A6D2-253FFA6CDE51}" type="presOf" srcId="{C1932788-8125-4EC4-A885-0B024AB6077B}" destId="{8065E444-0495-40CF-98B1-2C2ECF004627}" srcOrd="0" destOrd="0" presId="urn:microsoft.com/office/officeart/2008/layout/PictureStrips"/>
    <dgm:cxn modelId="{0A9FE6C5-021A-4B0F-9313-149B855AB43D}" srcId="{C1932788-8125-4EC4-A885-0B024AB6077B}" destId="{5F1E1B9D-95C1-4A23-A410-7ECEEAF4DED6}" srcOrd="2" destOrd="0" parTransId="{A212F059-277B-40AA-8398-AFB90893D9F7}" sibTransId="{454707A7-8EEC-4085-826F-3F663C53DE8D}"/>
    <dgm:cxn modelId="{E41E0BDD-2454-4010-A16E-35ACEF2A95FE}" type="presOf" srcId="{365C1CBE-8B90-4535-AB33-8996BAED1938}" destId="{75AAF6A5-4F27-4585-AA51-2515834F752B}" srcOrd="0" destOrd="0" presId="urn:microsoft.com/office/officeart/2008/layout/PictureStrips"/>
    <dgm:cxn modelId="{584805E2-01C8-4372-9AA3-68E021AE426F}" srcId="{DF8A0AB9-8C89-459A-BE58-14581734DFCA}" destId="{36D63253-EBF0-4AA9-BBFD-E24C4A21B9F4}" srcOrd="1" destOrd="0" parTransId="{AEA9E5BF-D114-413B-8AE7-5DA8F3085339}" sibTransId="{ED087D58-6F99-4F7A-9956-479151A95C7E}"/>
    <dgm:cxn modelId="{5B3696E2-9357-48C1-9603-CE7DFE72BD3B}" srcId="{C1932788-8125-4EC4-A885-0B024AB6077B}" destId="{1F49B9D7-8833-4246-8B34-1B29E7FF9594}" srcOrd="1" destOrd="0" parTransId="{8F796B75-DC83-4B19-B742-0878A9408EC9}" sibTransId="{88B4441E-31AC-440A-B501-2D9D5C0891B1}"/>
    <dgm:cxn modelId="{57DE3FE8-C02B-4C08-8E58-93105D2FFC29}" srcId="{C1932788-8125-4EC4-A885-0B024AB6077B}" destId="{DF8A0AB9-8C89-459A-BE58-14581734DFCA}" srcOrd="3" destOrd="0" parTransId="{8E50F755-36C2-4D5D-9771-F9B780F133C8}" sibTransId="{A37FF99D-6936-415C-8AD9-7B34C3486882}"/>
    <dgm:cxn modelId="{939A4EED-022F-4995-BFA9-4DD03A5C0E8C}" type="presOf" srcId="{C0308109-9086-4786-8806-1291501278CC}" destId="{D5DB369F-1E43-45BE-803D-B121F8720200}" srcOrd="0" destOrd="1" presId="urn:microsoft.com/office/officeart/2008/layout/PictureStrips"/>
    <dgm:cxn modelId="{CBC2DBED-7312-4043-86AE-371C4EBF0AC8}" srcId="{1F49B9D7-8833-4246-8B34-1B29E7FF9594}" destId="{EEEADF5C-D384-47A6-A044-991B91C3759A}" srcOrd="0" destOrd="0" parTransId="{584BD787-AD8B-4048-9FDB-CE454A98BCA3}" sibTransId="{0AD3F132-E6ED-4D02-AE98-EC5F96DA8ACB}"/>
    <dgm:cxn modelId="{F745B2F1-B7AD-4243-A4D9-150D297725C2}" type="presOf" srcId="{EEEADF5C-D384-47A6-A044-991B91C3759A}" destId="{48784A2E-0B4A-49D9-B03E-10D0661A99DA}" srcOrd="0" destOrd="1" presId="urn:microsoft.com/office/officeart/2008/layout/PictureStrips"/>
    <dgm:cxn modelId="{85116CF4-050B-47F4-874D-AC2BFFADB273}" srcId="{DF8A0AB9-8C89-459A-BE58-14581734DFCA}" destId="{089B0D02-3D68-4FB8-9E20-4570691273BE}" srcOrd="0" destOrd="0" parTransId="{FCA81556-8B33-46D5-B085-1A2190BF2C24}" sibTransId="{B6E79134-A1EE-4FDA-A578-0A5A0D81D4DD}"/>
    <dgm:cxn modelId="{D19FDFF8-53F1-4039-B995-B658B2F61C29}" type="presOf" srcId="{1CEA994F-10D1-4CFC-8B40-FB5D8BB0155E}" destId="{D5DB369F-1E43-45BE-803D-B121F8720200}" srcOrd="0" destOrd="0" presId="urn:microsoft.com/office/officeart/2008/layout/PictureStrips"/>
    <dgm:cxn modelId="{56C6E1FE-872C-4536-AE58-EA9E8A8A8CD7}" type="presOf" srcId="{707AB555-CD89-49B5-8FCB-584A102BC660}" destId="{3BC3C5CC-F223-4B39-B432-0CEB9B25CC2A}" srcOrd="0" destOrd="1" presId="urn:microsoft.com/office/officeart/2008/layout/PictureStrips"/>
    <dgm:cxn modelId="{064DBF00-254C-4374-8FA7-79EBC1293D26}" type="presParOf" srcId="{8065E444-0495-40CF-98B1-2C2ECF004627}" destId="{6EE66C8E-DC0B-4F82-8DDE-552B368256A3}" srcOrd="0" destOrd="0" presId="urn:microsoft.com/office/officeart/2008/layout/PictureStrips"/>
    <dgm:cxn modelId="{436C1770-2625-4A8C-A3CA-F961E251EB2B}" type="presParOf" srcId="{6EE66C8E-DC0B-4F82-8DDE-552B368256A3}" destId="{D5DB369F-1E43-45BE-803D-B121F8720200}" srcOrd="0" destOrd="0" presId="urn:microsoft.com/office/officeart/2008/layout/PictureStrips"/>
    <dgm:cxn modelId="{9D8FE220-E88A-487E-9003-EEBDAC5F81BB}" type="presParOf" srcId="{6EE66C8E-DC0B-4F82-8DDE-552B368256A3}" destId="{AEE6E9B0-B819-42E3-8166-21F074657875}" srcOrd="1" destOrd="0" presId="urn:microsoft.com/office/officeart/2008/layout/PictureStrips"/>
    <dgm:cxn modelId="{C7827DC6-A855-4A94-ACA7-E8BF5CB9F926}" type="presParOf" srcId="{8065E444-0495-40CF-98B1-2C2ECF004627}" destId="{7D46A69B-30D9-4C65-92C2-DC7EFABB63ED}" srcOrd="1" destOrd="0" presId="urn:microsoft.com/office/officeart/2008/layout/PictureStrips"/>
    <dgm:cxn modelId="{7AF024F3-7B98-43F8-832D-B32B1F711C85}" type="presParOf" srcId="{8065E444-0495-40CF-98B1-2C2ECF004627}" destId="{7A4D5CEC-31CE-4CD8-9B2E-E422712C607E}" srcOrd="2" destOrd="0" presId="urn:microsoft.com/office/officeart/2008/layout/PictureStrips"/>
    <dgm:cxn modelId="{BA7A68FA-FE42-4CB9-82F7-4D48494901E2}" type="presParOf" srcId="{7A4D5CEC-31CE-4CD8-9B2E-E422712C607E}" destId="{48784A2E-0B4A-49D9-B03E-10D0661A99DA}" srcOrd="0" destOrd="0" presId="urn:microsoft.com/office/officeart/2008/layout/PictureStrips"/>
    <dgm:cxn modelId="{639F69F3-C470-4A31-B720-64847CA1F16C}" type="presParOf" srcId="{7A4D5CEC-31CE-4CD8-9B2E-E422712C607E}" destId="{06CEF5BD-AAA7-4601-B4EA-1E6AE4DE9A48}" srcOrd="1" destOrd="0" presId="urn:microsoft.com/office/officeart/2008/layout/PictureStrips"/>
    <dgm:cxn modelId="{C41BC627-6EE4-458F-AE1D-0FB5952C65F0}" type="presParOf" srcId="{8065E444-0495-40CF-98B1-2C2ECF004627}" destId="{25CA2602-A7A4-4FC6-B12E-531D4FFC3C1E}" srcOrd="3" destOrd="0" presId="urn:microsoft.com/office/officeart/2008/layout/PictureStrips"/>
    <dgm:cxn modelId="{EDB73990-E480-4FB9-8F3C-FE6724BC47E3}" type="presParOf" srcId="{8065E444-0495-40CF-98B1-2C2ECF004627}" destId="{9EE58BEC-2DC3-4497-A91B-25618E50CB69}" srcOrd="4" destOrd="0" presId="urn:microsoft.com/office/officeart/2008/layout/PictureStrips"/>
    <dgm:cxn modelId="{7DA574BB-7C19-451D-9874-6CEC41B24A91}" type="presParOf" srcId="{9EE58BEC-2DC3-4497-A91B-25618E50CB69}" destId="{3BC3C5CC-F223-4B39-B432-0CEB9B25CC2A}" srcOrd="0" destOrd="0" presId="urn:microsoft.com/office/officeart/2008/layout/PictureStrips"/>
    <dgm:cxn modelId="{BDCB72AA-ACFA-481A-8D80-B684EB622CAA}" type="presParOf" srcId="{9EE58BEC-2DC3-4497-A91B-25618E50CB69}" destId="{2FE9EAAB-ABD1-4329-B885-414F5CAAE09B}" srcOrd="1" destOrd="0" presId="urn:microsoft.com/office/officeart/2008/layout/PictureStrips"/>
    <dgm:cxn modelId="{B553E443-70B4-4697-9C04-38CBE4981A98}" type="presParOf" srcId="{8065E444-0495-40CF-98B1-2C2ECF004627}" destId="{2FD145EE-DECE-4C99-BD68-B71BB27C8AA2}" srcOrd="5" destOrd="0" presId="urn:microsoft.com/office/officeart/2008/layout/PictureStrips"/>
    <dgm:cxn modelId="{D5021108-583D-4C97-B10D-70183C69F4EF}" type="presParOf" srcId="{8065E444-0495-40CF-98B1-2C2ECF004627}" destId="{6FE43C78-E96E-403A-9CB7-6B44399B51C4}" srcOrd="6" destOrd="0" presId="urn:microsoft.com/office/officeart/2008/layout/PictureStrips"/>
    <dgm:cxn modelId="{3B9CBFC6-F429-4239-8677-D3C1E88A7C36}" type="presParOf" srcId="{6FE43C78-E96E-403A-9CB7-6B44399B51C4}" destId="{8E8CD2A3-6B41-429F-8177-9626EB7AB17A}" srcOrd="0" destOrd="0" presId="urn:microsoft.com/office/officeart/2008/layout/PictureStrips"/>
    <dgm:cxn modelId="{093D11FF-AE05-4EFB-8343-788474E0E2C5}" type="presParOf" srcId="{6FE43C78-E96E-403A-9CB7-6B44399B51C4}" destId="{07DA1CB4-94E8-41D3-AFA7-1E87AF41FB02}" srcOrd="1" destOrd="0" presId="urn:microsoft.com/office/officeart/2008/layout/PictureStrips"/>
    <dgm:cxn modelId="{58AF5572-76F6-4A03-95C3-83A330B41137}" type="presParOf" srcId="{8065E444-0495-40CF-98B1-2C2ECF004627}" destId="{6AC97B96-2C1F-4387-8946-67D80A82FB38}" srcOrd="7" destOrd="0" presId="urn:microsoft.com/office/officeart/2008/layout/PictureStrips"/>
    <dgm:cxn modelId="{7FBA0A29-2C1A-41DB-B3B1-6757BE61210E}" type="presParOf" srcId="{8065E444-0495-40CF-98B1-2C2ECF004627}" destId="{5A2DEEC2-C1B4-415C-8A04-22EF82110312}" srcOrd="8" destOrd="0" presId="urn:microsoft.com/office/officeart/2008/layout/PictureStrips"/>
    <dgm:cxn modelId="{4DF0A0C7-B155-424E-845D-8CCBE7309C50}" type="presParOf" srcId="{5A2DEEC2-C1B4-415C-8A04-22EF82110312}" destId="{75AAF6A5-4F27-4585-AA51-2515834F752B}" srcOrd="0" destOrd="0" presId="urn:microsoft.com/office/officeart/2008/layout/PictureStrips"/>
    <dgm:cxn modelId="{3667B8AD-DC32-451A-91A1-21AB524502B3}" type="presParOf" srcId="{5A2DEEC2-C1B4-415C-8A04-22EF82110312}" destId="{7BA18485-FE3E-4B19-B85B-A8947CED408D}" srcOrd="1" destOrd="0" presId="urn:microsoft.com/office/officeart/2008/layout/PictureStrips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2.xml><?xml version="1.0" encoding="utf-8"?>
<dgm:dataModel xmlns:dgm="http://schemas.openxmlformats.org/drawingml/2006/diagram" xmlns:a="http://schemas.openxmlformats.org/drawingml/2006/main">
  <dgm:ptLst>
    <dgm:pt modelId="{BCE01BC9-86BB-434B-B6ED-00DA58559AFC}" type="doc">
      <dgm:prSet loTypeId="urn:microsoft.com/office/officeart/2008/layout/PictureStrips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F95C1C9C-2268-48CD-A77D-BA9FF88E0E4E}">
      <dgm:prSet/>
      <dgm:spPr/>
      <dgm:t>
        <a:bodyPr/>
        <a:lstStyle/>
        <a:p>
          <a:r>
            <a:rPr lang="tr-TR"/>
            <a:t>Time</a:t>
          </a:r>
          <a:endParaRPr lang="en-US"/>
        </a:p>
      </dgm:t>
    </dgm:pt>
    <dgm:pt modelId="{37FFDBE7-1BEA-4B5C-8DB5-B18611493989}" type="parTrans" cxnId="{76AF8D22-9667-478D-AF19-09DFCE8A92B7}">
      <dgm:prSet/>
      <dgm:spPr/>
      <dgm:t>
        <a:bodyPr/>
        <a:lstStyle/>
        <a:p>
          <a:endParaRPr lang="en-US"/>
        </a:p>
      </dgm:t>
    </dgm:pt>
    <dgm:pt modelId="{F5AE8A16-9391-4978-B1C8-E19E58D5130E}" type="sibTrans" cxnId="{76AF8D22-9667-478D-AF19-09DFCE8A92B7}">
      <dgm:prSet/>
      <dgm:spPr/>
      <dgm:t>
        <a:bodyPr/>
        <a:lstStyle/>
        <a:p>
          <a:endParaRPr lang="en-US"/>
        </a:p>
      </dgm:t>
    </dgm:pt>
    <dgm:pt modelId="{58254E8D-D8E9-4192-BB13-31DBD85D79D7}">
      <dgm:prSet/>
      <dgm:spPr/>
      <dgm:t>
        <a:bodyPr/>
        <a:lstStyle/>
        <a:p>
          <a:r>
            <a:rPr lang="en-US"/>
            <a:t>nLocktime is equal to INT_MAX, </a:t>
          </a:r>
        </a:p>
      </dgm:t>
    </dgm:pt>
    <dgm:pt modelId="{F71EA917-9FCB-4BA5-AEC0-4D9596CEB27F}" type="parTrans" cxnId="{0A763B03-CBC4-43BF-9D35-5C175E6B3D61}">
      <dgm:prSet/>
      <dgm:spPr/>
      <dgm:t>
        <a:bodyPr/>
        <a:lstStyle/>
        <a:p>
          <a:endParaRPr lang="en-US"/>
        </a:p>
      </dgm:t>
    </dgm:pt>
    <dgm:pt modelId="{0DC20940-7878-4C1A-BF8D-84E76A152A53}" type="sibTrans" cxnId="{0A763B03-CBC4-43BF-9D35-5C175E6B3D61}">
      <dgm:prSet/>
      <dgm:spPr/>
      <dgm:t>
        <a:bodyPr/>
        <a:lstStyle/>
        <a:p>
          <a:endParaRPr lang="en-US"/>
        </a:p>
      </dgm:t>
    </dgm:pt>
    <dgm:pt modelId="{5CA83353-DA8C-41A9-864B-41E8201E924F}">
      <dgm:prSet/>
      <dgm:spPr/>
      <dgm:t>
        <a:bodyPr/>
        <a:lstStyle/>
        <a:p>
          <a:r>
            <a:rPr lang="en-US"/>
            <a:t>or nLocktime and nSequence values are satisfied</a:t>
          </a:r>
          <a:r>
            <a:rPr lang="tr-TR"/>
            <a:t> according to MedianTimePast.</a:t>
          </a:r>
          <a:endParaRPr lang="en-US"/>
        </a:p>
      </dgm:t>
    </dgm:pt>
    <dgm:pt modelId="{A8DDBA9C-C30D-4FE1-B21A-C7300DE142F0}" type="parTrans" cxnId="{4C6C606D-6295-4599-9B25-56F7039D3D0D}">
      <dgm:prSet/>
      <dgm:spPr/>
      <dgm:t>
        <a:bodyPr/>
        <a:lstStyle/>
        <a:p>
          <a:endParaRPr lang="en-US"/>
        </a:p>
      </dgm:t>
    </dgm:pt>
    <dgm:pt modelId="{B9A67143-5EE2-4B49-BDF8-EE2907619C7F}" type="sibTrans" cxnId="{4C6C606D-6295-4599-9B25-56F7039D3D0D}">
      <dgm:prSet/>
      <dgm:spPr/>
      <dgm:t>
        <a:bodyPr/>
        <a:lstStyle/>
        <a:p>
          <a:endParaRPr lang="en-US"/>
        </a:p>
      </dgm:t>
    </dgm:pt>
    <dgm:pt modelId="{DEC4FFA4-2E04-4AEB-9E7F-E07786609FE5}">
      <dgm:prSet/>
      <dgm:spPr/>
      <dgm:t>
        <a:bodyPr/>
        <a:lstStyle/>
        <a:p>
          <a:r>
            <a:rPr lang="tr-TR"/>
            <a:t>Transactions size</a:t>
          </a:r>
          <a:endParaRPr lang="en-US"/>
        </a:p>
      </dgm:t>
    </dgm:pt>
    <dgm:pt modelId="{F781C9AB-DFA5-4402-BD4C-20414DBD6D0F}" type="parTrans" cxnId="{2E0D54F1-AA4F-45B6-9FC1-ED969CCA9F02}">
      <dgm:prSet/>
      <dgm:spPr/>
      <dgm:t>
        <a:bodyPr/>
        <a:lstStyle/>
        <a:p>
          <a:endParaRPr lang="en-US"/>
        </a:p>
      </dgm:t>
    </dgm:pt>
    <dgm:pt modelId="{A02F9EE1-0144-4878-A150-244D36A14520}" type="sibTrans" cxnId="{2E0D54F1-AA4F-45B6-9FC1-ED969CCA9F02}">
      <dgm:prSet/>
      <dgm:spPr/>
      <dgm:t>
        <a:bodyPr/>
        <a:lstStyle/>
        <a:p>
          <a:endParaRPr lang="en-US"/>
        </a:p>
      </dgm:t>
    </dgm:pt>
    <dgm:pt modelId="{ACA42926-C972-4DCE-A5E9-6925353E07A0}">
      <dgm:prSet/>
      <dgm:spPr/>
      <dgm:t>
        <a:bodyPr/>
        <a:lstStyle/>
        <a:p>
          <a:r>
            <a:rPr lang="en-US" dirty="0"/>
            <a:t>The transaction size in bytes is greater than or equal to 100.</a:t>
          </a:r>
        </a:p>
      </dgm:t>
    </dgm:pt>
    <dgm:pt modelId="{730F8F25-7C7C-442F-A031-7ACE25CA541F}" type="parTrans" cxnId="{E7982D84-9ACE-4F44-AE07-BA38CD8916E2}">
      <dgm:prSet/>
      <dgm:spPr/>
      <dgm:t>
        <a:bodyPr/>
        <a:lstStyle/>
        <a:p>
          <a:endParaRPr lang="en-US"/>
        </a:p>
      </dgm:t>
    </dgm:pt>
    <dgm:pt modelId="{463A6C7C-C2EF-4A43-A314-4536F6711101}" type="sibTrans" cxnId="{E7982D84-9ACE-4F44-AE07-BA38CD8916E2}">
      <dgm:prSet/>
      <dgm:spPr/>
      <dgm:t>
        <a:bodyPr/>
        <a:lstStyle/>
        <a:p>
          <a:endParaRPr lang="en-US"/>
        </a:p>
      </dgm:t>
    </dgm:pt>
    <dgm:pt modelId="{12919B41-0851-4926-A298-FE1301701595}">
      <dgm:prSet/>
      <dgm:spPr/>
      <dgm:t>
        <a:bodyPr/>
        <a:lstStyle/>
        <a:p>
          <a:r>
            <a:rPr lang="tr-TR"/>
            <a:t>Signatura operations</a:t>
          </a:r>
          <a:endParaRPr lang="en-US"/>
        </a:p>
      </dgm:t>
    </dgm:pt>
    <dgm:pt modelId="{635C106D-A805-4F44-BF2B-F1B86E3FE7BE}" type="parTrans" cxnId="{19F3F845-194F-4D64-82FF-F164CDD2DEA1}">
      <dgm:prSet/>
      <dgm:spPr/>
      <dgm:t>
        <a:bodyPr/>
        <a:lstStyle/>
        <a:p>
          <a:endParaRPr lang="en-US"/>
        </a:p>
      </dgm:t>
    </dgm:pt>
    <dgm:pt modelId="{5C1C336D-6268-4317-8E63-DA23227BB36A}" type="sibTrans" cxnId="{19F3F845-194F-4D64-82FF-F164CDD2DEA1}">
      <dgm:prSet/>
      <dgm:spPr/>
      <dgm:t>
        <a:bodyPr/>
        <a:lstStyle/>
        <a:p>
          <a:endParaRPr lang="en-US"/>
        </a:p>
      </dgm:t>
    </dgm:pt>
    <dgm:pt modelId="{44470E7C-7964-4502-B560-C2A3AD542263}">
      <dgm:prSet/>
      <dgm:spPr/>
      <dgm:t>
        <a:bodyPr/>
        <a:lstStyle/>
        <a:p>
          <a:r>
            <a:rPr lang="en-US"/>
            <a:t>The number of signature operations (SIGOPS) contained in the transaction </a:t>
          </a:r>
        </a:p>
      </dgm:t>
    </dgm:pt>
    <dgm:pt modelId="{69A186C2-ED9A-4BDF-9CD4-354E9858B7D7}" type="parTrans" cxnId="{9A7829AE-8A24-48B5-8456-708A4EF0ECCF}">
      <dgm:prSet/>
      <dgm:spPr/>
      <dgm:t>
        <a:bodyPr/>
        <a:lstStyle/>
        <a:p>
          <a:endParaRPr lang="en-US"/>
        </a:p>
      </dgm:t>
    </dgm:pt>
    <dgm:pt modelId="{BDE66259-23C9-4A3E-969F-DB5D1D22FA81}" type="sibTrans" cxnId="{9A7829AE-8A24-48B5-8456-708A4EF0ECCF}">
      <dgm:prSet/>
      <dgm:spPr/>
      <dgm:t>
        <a:bodyPr/>
        <a:lstStyle/>
        <a:p>
          <a:endParaRPr lang="en-US"/>
        </a:p>
      </dgm:t>
    </dgm:pt>
    <dgm:pt modelId="{DF9593EE-0253-41F0-8C17-CEB9DBEB2208}">
      <dgm:prSet/>
      <dgm:spPr/>
      <dgm:t>
        <a:bodyPr/>
        <a:lstStyle/>
        <a:p>
          <a:r>
            <a:rPr lang="en-US"/>
            <a:t>is</a:t>
          </a:r>
          <a:r>
            <a:rPr lang="tr-TR"/>
            <a:t> </a:t>
          </a:r>
          <a:r>
            <a:rPr lang="en-US"/>
            <a:t>less than the signature operation limit.</a:t>
          </a:r>
        </a:p>
      </dgm:t>
    </dgm:pt>
    <dgm:pt modelId="{F9623F18-050E-48D0-92D6-72B312A22E83}" type="parTrans" cxnId="{06043E78-34F5-4802-9987-2BDAE4DFE497}">
      <dgm:prSet/>
      <dgm:spPr/>
      <dgm:t>
        <a:bodyPr/>
        <a:lstStyle/>
        <a:p>
          <a:endParaRPr lang="en-US"/>
        </a:p>
      </dgm:t>
    </dgm:pt>
    <dgm:pt modelId="{A3CF93DB-28D7-4B8A-8E72-7C0479CC0716}" type="sibTrans" cxnId="{06043E78-34F5-4802-9987-2BDAE4DFE497}">
      <dgm:prSet/>
      <dgm:spPr/>
      <dgm:t>
        <a:bodyPr/>
        <a:lstStyle/>
        <a:p>
          <a:endParaRPr lang="en-US"/>
        </a:p>
      </dgm:t>
    </dgm:pt>
    <dgm:pt modelId="{6019C5FD-8B70-4526-AD95-F626D920537A}">
      <dgm:prSet/>
      <dgm:spPr/>
      <dgm:t>
        <a:bodyPr/>
        <a:lstStyle/>
        <a:p>
          <a:r>
            <a:rPr lang="tr-TR"/>
            <a:t>Unlocking Script</a:t>
          </a:r>
          <a:endParaRPr lang="en-US"/>
        </a:p>
      </dgm:t>
    </dgm:pt>
    <dgm:pt modelId="{2DC1B93E-C605-4A5E-AE12-8AA6FC3FB75A}" type="parTrans" cxnId="{FD19D537-F0D4-4CD5-AA1A-EF9FF2B904EF}">
      <dgm:prSet/>
      <dgm:spPr/>
      <dgm:t>
        <a:bodyPr/>
        <a:lstStyle/>
        <a:p>
          <a:endParaRPr lang="en-US"/>
        </a:p>
      </dgm:t>
    </dgm:pt>
    <dgm:pt modelId="{2DB25F23-5D41-4414-834C-545796FB01F3}" type="sibTrans" cxnId="{FD19D537-F0D4-4CD5-AA1A-EF9FF2B904EF}">
      <dgm:prSet/>
      <dgm:spPr/>
      <dgm:t>
        <a:bodyPr/>
        <a:lstStyle/>
        <a:p>
          <a:endParaRPr lang="en-US"/>
        </a:p>
      </dgm:t>
    </dgm:pt>
    <dgm:pt modelId="{876F7C12-B9CE-4286-ACB4-C6CAE603DDF0}">
      <dgm:prSet/>
      <dgm:spPr/>
      <dgm:t>
        <a:bodyPr/>
        <a:lstStyle/>
        <a:p>
          <a:r>
            <a:rPr lang="en-US"/>
            <a:t>The unlocking script (scriptSig) can only push numbers on the stack,</a:t>
          </a:r>
        </a:p>
      </dgm:t>
    </dgm:pt>
    <dgm:pt modelId="{A23E0CF5-30AA-4BEE-8B03-4FFA75E8A487}" type="parTrans" cxnId="{339DE867-3990-444F-BD2B-A339A2481E64}">
      <dgm:prSet/>
      <dgm:spPr/>
      <dgm:t>
        <a:bodyPr/>
        <a:lstStyle/>
        <a:p>
          <a:endParaRPr lang="en-US"/>
        </a:p>
      </dgm:t>
    </dgm:pt>
    <dgm:pt modelId="{7E60F69A-EA35-4EE7-B35E-2AE4D6E5FC24}" type="sibTrans" cxnId="{339DE867-3990-444F-BD2B-A339A2481E64}">
      <dgm:prSet/>
      <dgm:spPr/>
      <dgm:t>
        <a:bodyPr/>
        <a:lstStyle/>
        <a:p>
          <a:endParaRPr lang="en-US"/>
        </a:p>
      </dgm:t>
    </dgm:pt>
    <dgm:pt modelId="{E99C090A-94C8-4F34-B06F-5BC316985DCB}">
      <dgm:prSet/>
      <dgm:spPr/>
      <dgm:t>
        <a:bodyPr/>
        <a:lstStyle/>
        <a:p>
          <a:r>
            <a:rPr lang="en-US"/>
            <a:t>and the</a:t>
          </a:r>
          <a:r>
            <a:rPr lang="tr-TR"/>
            <a:t> </a:t>
          </a:r>
          <a:r>
            <a:rPr lang="en-US"/>
            <a:t>locking script (scriptPubkey) must match isStandard forms</a:t>
          </a:r>
        </a:p>
      </dgm:t>
    </dgm:pt>
    <dgm:pt modelId="{071A220A-C992-42D0-BC59-F8FDA5581F92}" type="parTrans" cxnId="{8685CA06-0764-4DB2-BC1A-D272086B8AE2}">
      <dgm:prSet/>
      <dgm:spPr/>
      <dgm:t>
        <a:bodyPr/>
        <a:lstStyle/>
        <a:p>
          <a:endParaRPr lang="en-US"/>
        </a:p>
      </dgm:t>
    </dgm:pt>
    <dgm:pt modelId="{174977F4-B1DA-4AA9-8EC7-00CC9704ED9B}" type="sibTrans" cxnId="{8685CA06-0764-4DB2-BC1A-D272086B8AE2}">
      <dgm:prSet/>
      <dgm:spPr/>
      <dgm:t>
        <a:bodyPr/>
        <a:lstStyle/>
        <a:p>
          <a:endParaRPr lang="en-US"/>
        </a:p>
      </dgm:t>
    </dgm:pt>
    <dgm:pt modelId="{ED5691AC-7BB2-43EE-85A1-BF672CDD6AE5}">
      <dgm:prSet/>
      <dgm:spPr/>
      <dgm:t>
        <a:bodyPr/>
        <a:lstStyle/>
        <a:p>
          <a:r>
            <a:rPr lang="en-US"/>
            <a:t>this rejects</a:t>
          </a:r>
          <a:r>
            <a:rPr lang="tr-TR"/>
            <a:t> </a:t>
          </a:r>
          <a:r>
            <a:rPr lang="en-US"/>
            <a:t>“nonstandard”</a:t>
          </a:r>
          <a:r>
            <a:rPr lang="tr-TR"/>
            <a:t> transactions</a:t>
          </a:r>
          <a:endParaRPr lang="en-US"/>
        </a:p>
      </dgm:t>
    </dgm:pt>
    <dgm:pt modelId="{3A676F59-B72B-4033-B38C-606934FD0781}" type="parTrans" cxnId="{A32FC0A8-27B1-4B5C-BA7A-A722DB5FAF01}">
      <dgm:prSet/>
      <dgm:spPr/>
      <dgm:t>
        <a:bodyPr/>
        <a:lstStyle/>
        <a:p>
          <a:endParaRPr lang="en-US"/>
        </a:p>
      </dgm:t>
    </dgm:pt>
    <dgm:pt modelId="{74FB7401-909E-4FF4-9912-6F0AFA086220}" type="sibTrans" cxnId="{A32FC0A8-27B1-4B5C-BA7A-A722DB5FAF01}">
      <dgm:prSet/>
      <dgm:spPr/>
      <dgm:t>
        <a:bodyPr/>
        <a:lstStyle/>
        <a:p>
          <a:endParaRPr lang="en-US"/>
        </a:p>
      </dgm:t>
    </dgm:pt>
    <dgm:pt modelId="{B9808FD4-5F90-41C6-846A-57651076F97D}" type="pres">
      <dgm:prSet presAssocID="{BCE01BC9-86BB-434B-B6ED-00DA58559AFC}" presName="Name0" presStyleCnt="0">
        <dgm:presLayoutVars>
          <dgm:dir/>
          <dgm:resizeHandles val="exact"/>
        </dgm:presLayoutVars>
      </dgm:prSet>
      <dgm:spPr/>
    </dgm:pt>
    <dgm:pt modelId="{BFF1C0C0-A11B-4FD1-8EBF-9E8AF1952CAC}" type="pres">
      <dgm:prSet presAssocID="{F95C1C9C-2268-48CD-A77D-BA9FF88E0E4E}" presName="composite" presStyleCnt="0"/>
      <dgm:spPr/>
    </dgm:pt>
    <dgm:pt modelId="{22020B72-5C1D-488B-B749-5B1E6586A1A7}" type="pres">
      <dgm:prSet presAssocID="{F95C1C9C-2268-48CD-A77D-BA9FF88E0E4E}" presName="rect1" presStyleLbl="trAlignAcc1" presStyleIdx="0" presStyleCnt="4">
        <dgm:presLayoutVars>
          <dgm:bulletEnabled val="1"/>
        </dgm:presLayoutVars>
      </dgm:prSet>
      <dgm:spPr/>
    </dgm:pt>
    <dgm:pt modelId="{9A3CC958-E6D1-441D-AD88-70CF31B0E36C}" type="pres">
      <dgm:prSet presAssocID="{F95C1C9C-2268-48CD-A77D-BA9FF88E0E4E}" presName="rect2" presStyleLbl="fgImgPlace1" presStyleIdx="0" presStyleCnt="4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</dgm:spPr>
    </dgm:pt>
    <dgm:pt modelId="{870790BD-9206-49F1-8686-729535283CD5}" type="pres">
      <dgm:prSet presAssocID="{F5AE8A16-9391-4978-B1C8-E19E58D5130E}" presName="sibTrans" presStyleCnt="0"/>
      <dgm:spPr/>
    </dgm:pt>
    <dgm:pt modelId="{705D15C1-0AF8-4400-9AA2-AAB473E03400}" type="pres">
      <dgm:prSet presAssocID="{DEC4FFA4-2E04-4AEB-9E7F-E07786609FE5}" presName="composite" presStyleCnt="0"/>
      <dgm:spPr/>
    </dgm:pt>
    <dgm:pt modelId="{D87BC588-EEC1-4477-9CBB-A825AF0DE4DE}" type="pres">
      <dgm:prSet presAssocID="{DEC4FFA4-2E04-4AEB-9E7F-E07786609FE5}" presName="rect1" presStyleLbl="trAlignAcc1" presStyleIdx="1" presStyleCnt="4">
        <dgm:presLayoutVars>
          <dgm:bulletEnabled val="1"/>
        </dgm:presLayoutVars>
      </dgm:prSet>
      <dgm:spPr/>
    </dgm:pt>
    <dgm:pt modelId="{AC888FA2-EA54-472A-8AD5-581656922802}" type="pres">
      <dgm:prSet presAssocID="{DEC4FFA4-2E04-4AEB-9E7F-E07786609FE5}" presName="rect2" presStyleLbl="fgImgPlace1" presStyleIdx="1" presStyleCnt="4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</dgm:spPr>
    </dgm:pt>
    <dgm:pt modelId="{2932959A-322D-4695-A740-A05C748F3BC7}" type="pres">
      <dgm:prSet presAssocID="{A02F9EE1-0144-4878-A150-244D36A14520}" presName="sibTrans" presStyleCnt="0"/>
      <dgm:spPr/>
    </dgm:pt>
    <dgm:pt modelId="{3FACFFFA-979A-4DAD-8385-EAB60A90CC53}" type="pres">
      <dgm:prSet presAssocID="{12919B41-0851-4926-A298-FE1301701595}" presName="composite" presStyleCnt="0"/>
      <dgm:spPr/>
    </dgm:pt>
    <dgm:pt modelId="{14663419-41FE-4773-A76D-9EC68C8CDF6D}" type="pres">
      <dgm:prSet presAssocID="{12919B41-0851-4926-A298-FE1301701595}" presName="rect1" presStyleLbl="trAlignAcc1" presStyleIdx="2" presStyleCnt="4">
        <dgm:presLayoutVars>
          <dgm:bulletEnabled val="1"/>
        </dgm:presLayoutVars>
      </dgm:prSet>
      <dgm:spPr/>
    </dgm:pt>
    <dgm:pt modelId="{2B208113-B05B-4476-9C92-250EEE1411D6}" type="pres">
      <dgm:prSet presAssocID="{12919B41-0851-4926-A298-FE1301701595}" presName="rect2" presStyleLbl="fgImgPlace1" presStyleIdx="2" presStyleCnt="4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</dgm:spPr>
    </dgm:pt>
    <dgm:pt modelId="{6324086B-3A31-45D7-9F87-F34B2A558541}" type="pres">
      <dgm:prSet presAssocID="{5C1C336D-6268-4317-8E63-DA23227BB36A}" presName="sibTrans" presStyleCnt="0"/>
      <dgm:spPr/>
    </dgm:pt>
    <dgm:pt modelId="{8E74DC3C-B831-4A7F-873F-BAA5ECA8FB3C}" type="pres">
      <dgm:prSet presAssocID="{6019C5FD-8B70-4526-AD95-F626D920537A}" presName="composite" presStyleCnt="0"/>
      <dgm:spPr/>
    </dgm:pt>
    <dgm:pt modelId="{AC4E2F92-1119-4CA4-BA3D-C9B04E9671D6}" type="pres">
      <dgm:prSet presAssocID="{6019C5FD-8B70-4526-AD95-F626D920537A}" presName="rect1" presStyleLbl="trAlignAcc1" presStyleIdx="3" presStyleCnt="4">
        <dgm:presLayoutVars>
          <dgm:bulletEnabled val="1"/>
        </dgm:presLayoutVars>
      </dgm:prSet>
      <dgm:spPr/>
    </dgm:pt>
    <dgm:pt modelId="{292A7436-1183-4954-A1C8-82CC856783C2}" type="pres">
      <dgm:prSet presAssocID="{6019C5FD-8B70-4526-AD95-F626D920537A}" presName="rect2" presStyleLbl="fgImgPlace1" presStyleIdx="3" presStyleCnt="4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</dgm:spPr>
    </dgm:pt>
  </dgm:ptLst>
  <dgm:cxnLst>
    <dgm:cxn modelId="{0A763B03-CBC4-43BF-9D35-5C175E6B3D61}" srcId="{F95C1C9C-2268-48CD-A77D-BA9FF88E0E4E}" destId="{58254E8D-D8E9-4192-BB13-31DBD85D79D7}" srcOrd="0" destOrd="0" parTransId="{F71EA917-9FCB-4BA5-AEC0-4D9596CEB27F}" sibTransId="{0DC20940-7878-4C1A-BF8D-84E76A152A53}"/>
    <dgm:cxn modelId="{8685CA06-0764-4DB2-BC1A-D272086B8AE2}" srcId="{6019C5FD-8B70-4526-AD95-F626D920537A}" destId="{E99C090A-94C8-4F34-B06F-5BC316985DCB}" srcOrd="1" destOrd="0" parTransId="{071A220A-C992-42D0-BC59-F8FDA5581F92}" sibTransId="{174977F4-B1DA-4AA9-8EC7-00CC9704ED9B}"/>
    <dgm:cxn modelId="{1D9A741F-8FDA-43E0-ACEC-551F2BF229A9}" type="presOf" srcId="{F95C1C9C-2268-48CD-A77D-BA9FF88E0E4E}" destId="{22020B72-5C1D-488B-B749-5B1E6586A1A7}" srcOrd="0" destOrd="0" presId="urn:microsoft.com/office/officeart/2008/layout/PictureStrips"/>
    <dgm:cxn modelId="{76AF8D22-9667-478D-AF19-09DFCE8A92B7}" srcId="{BCE01BC9-86BB-434B-B6ED-00DA58559AFC}" destId="{F95C1C9C-2268-48CD-A77D-BA9FF88E0E4E}" srcOrd="0" destOrd="0" parTransId="{37FFDBE7-1BEA-4B5C-8DB5-B18611493989}" sibTransId="{F5AE8A16-9391-4978-B1C8-E19E58D5130E}"/>
    <dgm:cxn modelId="{7207EE2F-BD4C-4075-8A63-FCC2DF1A7360}" type="presOf" srcId="{12919B41-0851-4926-A298-FE1301701595}" destId="{14663419-41FE-4773-A76D-9EC68C8CDF6D}" srcOrd="0" destOrd="0" presId="urn:microsoft.com/office/officeart/2008/layout/PictureStrips"/>
    <dgm:cxn modelId="{10846A34-A205-48B8-AAD6-F29915259A0F}" type="presOf" srcId="{ED5691AC-7BB2-43EE-85A1-BF672CDD6AE5}" destId="{AC4E2F92-1119-4CA4-BA3D-C9B04E9671D6}" srcOrd="0" destOrd="3" presId="urn:microsoft.com/office/officeart/2008/layout/PictureStrips"/>
    <dgm:cxn modelId="{FD19D537-F0D4-4CD5-AA1A-EF9FF2B904EF}" srcId="{BCE01BC9-86BB-434B-B6ED-00DA58559AFC}" destId="{6019C5FD-8B70-4526-AD95-F626D920537A}" srcOrd="3" destOrd="0" parTransId="{2DC1B93E-C605-4A5E-AE12-8AA6FC3FB75A}" sibTransId="{2DB25F23-5D41-4414-834C-545796FB01F3}"/>
    <dgm:cxn modelId="{E540995C-14CA-4A05-A9E1-CCB68D754C40}" type="presOf" srcId="{6019C5FD-8B70-4526-AD95-F626D920537A}" destId="{AC4E2F92-1119-4CA4-BA3D-C9B04E9671D6}" srcOrd="0" destOrd="0" presId="urn:microsoft.com/office/officeart/2008/layout/PictureStrips"/>
    <dgm:cxn modelId="{2BBE8660-ABF2-413D-9E63-ED9DC7D76122}" type="presOf" srcId="{DEC4FFA4-2E04-4AEB-9E7F-E07786609FE5}" destId="{D87BC588-EEC1-4477-9CBB-A825AF0DE4DE}" srcOrd="0" destOrd="0" presId="urn:microsoft.com/office/officeart/2008/layout/PictureStrips"/>
    <dgm:cxn modelId="{D392CD60-423A-4454-A5EC-B33D84E4F43C}" type="presOf" srcId="{E99C090A-94C8-4F34-B06F-5BC316985DCB}" destId="{AC4E2F92-1119-4CA4-BA3D-C9B04E9671D6}" srcOrd="0" destOrd="2" presId="urn:microsoft.com/office/officeart/2008/layout/PictureStrips"/>
    <dgm:cxn modelId="{19F3F845-194F-4D64-82FF-F164CDD2DEA1}" srcId="{BCE01BC9-86BB-434B-B6ED-00DA58559AFC}" destId="{12919B41-0851-4926-A298-FE1301701595}" srcOrd="2" destOrd="0" parTransId="{635C106D-A805-4F44-BF2B-F1B86E3FE7BE}" sibTransId="{5C1C336D-6268-4317-8E63-DA23227BB36A}"/>
    <dgm:cxn modelId="{339DE867-3990-444F-BD2B-A339A2481E64}" srcId="{6019C5FD-8B70-4526-AD95-F626D920537A}" destId="{876F7C12-B9CE-4286-ACB4-C6CAE603DDF0}" srcOrd="0" destOrd="0" parTransId="{A23E0CF5-30AA-4BEE-8B03-4FFA75E8A487}" sibTransId="{7E60F69A-EA35-4EE7-B35E-2AE4D6E5FC24}"/>
    <dgm:cxn modelId="{4C6C606D-6295-4599-9B25-56F7039D3D0D}" srcId="{F95C1C9C-2268-48CD-A77D-BA9FF88E0E4E}" destId="{5CA83353-DA8C-41A9-864B-41E8201E924F}" srcOrd="1" destOrd="0" parTransId="{A8DDBA9C-C30D-4FE1-B21A-C7300DE142F0}" sibTransId="{B9A67143-5EE2-4B49-BDF8-EE2907619C7F}"/>
    <dgm:cxn modelId="{D9E98D57-2CD7-4F98-B577-A62152CAD63D}" type="presOf" srcId="{BCE01BC9-86BB-434B-B6ED-00DA58559AFC}" destId="{B9808FD4-5F90-41C6-846A-57651076F97D}" srcOrd="0" destOrd="0" presId="urn:microsoft.com/office/officeart/2008/layout/PictureStrips"/>
    <dgm:cxn modelId="{06043E78-34F5-4802-9987-2BDAE4DFE497}" srcId="{12919B41-0851-4926-A298-FE1301701595}" destId="{DF9593EE-0253-41F0-8C17-CEB9DBEB2208}" srcOrd="1" destOrd="0" parTransId="{F9623F18-050E-48D0-92D6-72B312A22E83}" sibTransId="{A3CF93DB-28D7-4B8A-8E72-7C0479CC0716}"/>
    <dgm:cxn modelId="{FA886D7E-7721-44F9-95D4-2D462A38EA22}" type="presOf" srcId="{5CA83353-DA8C-41A9-864B-41E8201E924F}" destId="{22020B72-5C1D-488B-B749-5B1E6586A1A7}" srcOrd="0" destOrd="2" presId="urn:microsoft.com/office/officeart/2008/layout/PictureStrips"/>
    <dgm:cxn modelId="{E7982D84-9ACE-4F44-AE07-BA38CD8916E2}" srcId="{DEC4FFA4-2E04-4AEB-9E7F-E07786609FE5}" destId="{ACA42926-C972-4DCE-A5E9-6925353E07A0}" srcOrd="0" destOrd="0" parTransId="{730F8F25-7C7C-442F-A031-7ACE25CA541F}" sibTransId="{463A6C7C-C2EF-4A43-A314-4536F6711101}"/>
    <dgm:cxn modelId="{CA7F818D-81A5-4798-B80F-453CAC71A68D}" type="presOf" srcId="{876F7C12-B9CE-4286-ACB4-C6CAE603DDF0}" destId="{AC4E2F92-1119-4CA4-BA3D-C9B04E9671D6}" srcOrd="0" destOrd="1" presId="urn:microsoft.com/office/officeart/2008/layout/PictureStrips"/>
    <dgm:cxn modelId="{A32FC0A8-27B1-4B5C-BA7A-A722DB5FAF01}" srcId="{6019C5FD-8B70-4526-AD95-F626D920537A}" destId="{ED5691AC-7BB2-43EE-85A1-BF672CDD6AE5}" srcOrd="2" destOrd="0" parTransId="{3A676F59-B72B-4033-B38C-606934FD0781}" sibTransId="{74FB7401-909E-4FF4-9912-6F0AFA086220}"/>
    <dgm:cxn modelId="{3A2E66A9-F495-4BD6-996E-26AA5316F572}" type="presOf" srcId="{58254E8D-D8E9-4192-BB13-31DBD85D79D7}" destId="{22020B72-5C1D-488B-B749-5B1E6586A1A7}" srcOrd="0" destOrd="1" presId="urn:microsoft.com/office/officeart/2008/layout/PictureStrips"/>
    <dgm:cxn modelId="{9A7829AE-8A24-48B5-8456-708A4EF0ECCF}" srcId="{12919B41-0851-4926-A298-FE1301701595}" destId="{44470E7C-7964-4502-B560-C2A3AD542263}" srcOrd="0" destOrd="0" parTransId="{69A186C2-ED9A-4BDF-9CD4-354E9858B7D7}" sibTransId="{BDE66259-23C9-4A3E-969F-DB5D1D22FA81}"/>
    <dgm:cxn modelId="{4F8276D1-FD74-41FE-97BC-F9086A471708}" type="presOf" srcId="{ACA42926-C972-4DCE-A5E9-6925353E07A0}" destId="{D87BC588-EEC1-4477-9CBB-A825AF0DE4DE}" srcOrd="0" destOrd="1" presId="urn:microsoft.com/office/officeart/2008/layout/PictureStrips"/>
    <dgm:cxn modelId="{D83B0AE8-5EC0-4E1F-B6F7-725D851CDB48}" type="presOf" srcId="{DF9593EE-0253-41F0-8C17-CEB9DBEB2208}" destId="{14663419-41FE-4773-A76D-9EC68C8CDF6D}" srcOrd="0" destOrd="2" presId="urn:microsoft.com/office/officeart/2008/layout/PictureStrips"/>
    <dgm:cxn modelId="{2E0D54F1-AA4F-45B6-9FC1-ED969CCA9F02}" srcId="{BCE01BC9-86BB-434B-B6ED-00DA58559AFC}" destId="{DEC4FFA4-2E04-4AEB-9E7F-E07786609FE5}" srcOrd="1" destOrd="0" parTransId="{F781C9AB-DFA5-4402-BD4C-20414DBD6D0F}" sibTransId="{A02F9EE1-0144-4878-A150-244D36A14520}"/>
    <dgm:cxn modelId="{65E679F4-63BD-4E1A-9824-69FD2BB394CA}" type="presOf" srcId="{44470E7C-7964-4502-B560-C2A3AD542263}" destId="{14663419-41FE-4773-A76D-9EC68C8CDF6D}" srcOrd="0" destOrd="1" presId="urn:microsoft.com/office/officeart/2008/layout/PictureStrips"/>
    <dgm:cxn modelId="{4D0FECC4-396A-4967-8B17-B7153B9E2078}" type="presParOf" srcId="{B9808FD4-5F90-41C6-846A-57651076F97D}" destId="{BFF1C0C0-A11B-4FD1-8EBF-9E8AF1952CAC}" srcOrd="0" destOrd="0" presId="urn:microsoft.com/office/officeart/2008/layout/PictureStrips"/>
    <dgm:cxn modelId="{80F666B8-62D7-49C2-B73F-96C2E7F409DD}" type="presParOf" srcId="{BFF1C0C0-A11B-4FD1-8EBF-9E8AF1952CAC}" destId="{22020B72-5C1D-488B-B749-5B1E6586A1A7}" srcOrd="0" destOrd="0" presId="urn:microsoft.com/office/officeart/2008/layout/PictureStrips"/>
    <dgm:cxn modelId="{CF27CA8C-4F67-418B-BCEC-C580C26868CF}" type="presParOf" srcId="{BFF1C0C0-A11B-4FD1-8EBF-9E8AF1952CAC}" destId="{9A3CC958-E6D1-441D-AD88-70CF31B0E36C}" srcOrd="1" destOrd="0" presId="urn:microsoft.com/office/officeart/2008/layout/PictureStrips"/>
    <dgm:cxn modelId="{B57CBC7D-5EE2-4026-9EA9-BBBF52919DC7}" type="presParOf" srcId="{B9808FD4-5F90-41C6-846A-57651076F97D}" destId="{870790BD-9206-49F1-8686-729535283CD5}" srcOrd="1" destOrd="0" presId="urn:microsoft.com/office/officeart/2008/layout/PictureStrips"/>
    <dgm:cxn modelId="{7FC6331B-4EB0-4D56-AA9F-E281338A5C2B}" type="presParOf" srcId="{B9808FD4-5F90-41C6-846A-57651076F97D}" destId="{705D15C1-0AF8-4400-9AA2-AAB473E03400}" srcOrd="2" destOrd="0" presId="urn:microsoft.com/office/officeart/2008/layout/PictureStrips"/>
    <dgm:cxn modelId="{1BFACA14-D8E0-4C80-909A-E7CA8F52B131}" type="presParOf" srcId="{705D15C1-0AF8-4400-9AA2-AAB473E03400}" destId="{D87BC588-EEC1-4477-9CBB-A825AF0DE4DE}" srcOrd="0" destOrd="0" presId="urn:microsoft.com/office/officeart/2008/layout/PictureStrips"/>
    <dgm:cxn modelId="{E9DB411F-E411-4EE0-84D1-7A29C6B3E01B}" type="presParOf" srcId="{705D15C1-0AF8-4400-9AA2-AAB473E03400}" destId="{AC888FA2-EA54-472A-8AD5-581656922802}" srcOrd="1" destOrd="0" presId="urn:microsoft.com/office/officeart/2008/layout/PictureStrips"/>
    <dgm:cxn modelId="{C8084495-C7C3-4234-B7F8-BBFD530E1116}" type="presParOf" srcId="{B9808FD4-5F90-41C6-846A-57651076F97D}" destId="{2932959A-322D-4695-A740-A05C748F3BC7}" srcOrd="3" destOrd="0" presId="urn:microsoft.com/office/officeart/2008/layout/PictureStrips"/>
    <dgm:cxn modelId="{7399C913-EAC2-4D0E-8578-58B5E3D6239F}" type="presParOf" srcId="{B9808FD4-5F90-41C6-846A-57651076F97D}" destId="{3FACFFFA-979A-4DAD-8385-EAB60A90CC53}" srcOrd="4" destOrd="0" presId="urn:microsoft.com/office/officeart/2008/layout/PictureStrips"/>
    <dgm:cxn modelId="{8C353857-D5C5-46A8-BBA0-6C432E4E9551}" type="presParOf" srcId="{3FACFFFA-979A-4DAD-8385-EAB60A90CC53}" destId="{14663419-41FE-4773-A76D-9EC68C8CDF6D}" srcOrd="0" destOrd="0" presId="urn:microsoft.com/office/officeart/2008/layout/PictureStrips"/>
    <dgm:cxn modelId="{F37E31F2-D5C0-4AC6-9117-5AF8CE1A6606}" type="presParOf" srcId="{3FACFFFA-979A-4DAD-8385-EAB60A90CC53}" destId="{2B208113-B05B-4476-9C92-250EEE1411D6}" srcOrd="1" destOrd="0" presId="urn:microsoft.com/office/officeart/2008/layout/PictureStrips"/>
    <dgm:cxn modelId="{912C22F3-67DA-4905-B756-1CC39861842C}" type="presParOf" srcId="{B9808FD4-5F90-41C6-846A-57651076F97D}" destId="{6324086B-3A31-45D7-9F87-F34B2A558541}" srcOrd="5" destOrd="0" presId="urn:microsoft.com/office/officeart/2008/layout/PictureStrips"/>
    <dgm:cxn modelId="{639F9C68-8E12-4075-B607-CBA3ACA33B2B}" type="presParOf" srcId="{B9808FD4-5F90-41C6-846A-57651076F97D}" destId="{8E74DC3C-B831-4A7F-873F-BAA5ECA8FB3C}" srcOrd="6" destOrd="0" presId="urn:microsoft.com/office/officeart/2008/layout/PictureStrips"/>
    <dgm:cxn modelId="{2E1A4EE3-3262-4792-8B83-EA80B2214EA3}" type="presParOf" srcId="{8E74DC3C-B831-4A7F-873F-BAA5ECA8FB3C}" destId="{AC4E2F92-1119-4CA4-BA3D-C9B04E9671D6}" srcOrd="0" destOrd="0" presId="urn:microsoft.com/office/officeart/2008/layout/PictureStrips"/>
    <dgm:cxn modelId="{933F8D72-D275-4604-8935-11A711E80E43}" type="presParOf" srcId="{8E74DC3C-B831-4A7F-873F-BAA5ECA8FB3C}" destId="{292A7436-1183-4954-A1C8-82CC856783C2}" srcOrd="1" destOrd="0" presId="urn:microsoft.com/office/officeart/2008/layout/PictureStrips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3.xml><?xml version="1.0" encoding="utf-8"?>
<dgm:dataModel xmlns:dgm="http://schemas.openxmlformats.org/drawingml/2006/diagram" xmlns:a="http://schemas.openxmlformats.org/drawingml/2006/main">
  <dgm:ptLst>
    <dgm:pt modelId="{1E679529-BE11-48A6-9840-3A6B1113F220}" type="doc">
      <dgm:prSet loTypeId="urn:microsoft.com/office/officeart/2008/layout/PictureStrips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9DE19CF6-D86D-4E6C-8386-4B02CEFB5208}">
      <dgm:prSet/>
      <dgm:spPr/>
      <dgm:t>
        <a:bodyPr/>
        <a:lstStyle/>
        <a:p>
          <a:r>
            <a:rPr lang="tr-TR"/>
            <a:t>Matching transaction</a:t>
          </a:r>
          <a:endParaRPr lang="en-US"/>
        </a:p>
      </dgm:t>
    </dgm:pt>
    <dgm:pt modelId="{B609A5AB-0CCD-4DF6-A7DB-99E978960D5B}" type="parTrans" cxnId="{E98A48DF-C2BA-4064-9CE0-D16D377C5360}">
      <dgm:prSet/>
      <dgm:spPr/>
      <dgm:t>
        <a:bodyPr/>
        <a:lstStyle/>
        <a:p>
          <a:endParaRPr lang="en-US"/>
        </a:p>
      </dgm:t>
    </dgm:pt>
    <dgm:pt modelId="{C9786E48-B681-4670-B665-5BA1D564F6DE}" type="sibTrans" cxnId="{E98A48DF-C2BA-4064-9CE0-D16D377C5360}">
      <dgm:prSet/>
      <dgm:spPr/>
      <dgm:t>
        <a:bodyPr/>
        <a:lstStyle/>
        <a:p>
          <a:endParaRPr lang="en-US"/>
        </a:p>
      </dgm:t>
    </dgm:pt>
    <dgm:pt modelId="{8C68C494-2A2B-46BF-997D-A7FADDB6E905}">
      <dgm:prSet/>
      <dgm:spPr/>
      <dgm:t>
        <a:bodyPr/>
        <a:lstStyle/>
        <a:p>
          <a:r>
            <a:rPr lang="en-US"/>
            <a:t>A matching transaction in the pool, or in a block in the main branch, must exist.</a:t>
          </a:r>
        </a:p>
      </dgm:t>
    </dgm:pt>
    <dgm:pt modelId="{38AA8E7F-7E3F-499B-AD6C-8F68424071E1}" type="parTrans" cxnId="{E72748F5-EAC8-43AD-9401-F7318BED3786}">
      <dgm:prSet/>
      <dgm:spPr/>
      <dgm:t>
        <a:bodyPr/>
        <a:lstStyle/>
        <a:p>
          <a:endParaRPr lang="en-US"/>
        </a:p>
      </dgm:t>
    </dgm:pt>
    <dgm:pt modelId="{600CA6E6-7498-44D9-A5AE-FED9784E0031}" type="sibTrans" cxnId="{E72748F5-EAC8-43AD-9401-F7318BED3786}">
      <dgm:prSet/>
      <dgm:spPr/>
      <dgm:t>
        <a:bodyPr/>
        <a:lstStyle/>
        <a:p>
          <a:endParaRPr lang="en-US"/>
        </a:p>
      </dgm:t>
    </dgm:pt>
    <dgm:pt modelId="{B917E0FF-103E-42F5-9112-267370533743}">
      <dgm:prSet/>
      <dgm:spPr/>
      <dgm:t>
        <a:bodyPr/>
        <a:lstStyle/>
        <a:p>
          <a:r>
            <a:rPr lang="tr-TR"/>
            <a:t>Input vs Output</a:t>
          </a:r>
          <a:endParaRPr lang="en-US"/>
        </a:p>
      </dgm:t>
    </dgm:pt>
    <dgm:pt modelId="{D2C7962D-2751-4AFF-A589-AEB5C81B18CF}" type="parTrans" cxnId="{8A772ED7-9309-40BA-80BB-40F14674AFF9}">
      <dgm:prSet/>
      <dgm:spPr/>
      <dgm:t>
        <a:bodyPr/>
        <a:lstStyle/>
        <a:p>
          <a:endParaRPr lang="en-US"/>
        </a:p>
      </dgm:t>
    </dgm:pt>
    <dgm:pt modelId="{150E31E9-2546-4049-9BD3-BFF76A1FCED9}" type="sibTrans" cxnId="{8A772ED7-9309-40BA-80BB-40F14674AFF9}">
      <dgm:prSet/>
      <dgm:spPr/>
      <dgm:t>
        <a:bodyPr/>
        <a:lstStyle/>
        <a:p>
          <a:endParaRPr lang="en-US"/>
        </a:p>
      </dgm:t>
    </dgm:pt>
    <dgm:pt modelId="{D1AF23E2-B1D7-4E41-B5E4-05661D1AE489}">
      <dgm:prSet/>
      <dgm:spPr/>
      <dgm:t>
        <a:bodyPr/>
        <a:lstStyle/>
        <a:p>
          <a:r>
            <a:rPr lang="en-US"/>
            <a:t>For each input, if the referenced output exists in any other transaction in the</a:t>
          </a:r>
          <a:r>
            <a:rPr lang="tr-TR"/>
            <a:t> </a:t>
          </a:r>
          <a:r>
            <a:rPr lang="en-US"/>
            <a:t>pool, </a:t>
          </a:r>
        </a:p>
      </dgm:t>
    </dgm:pt>
    <dgm:pt modelId="{D27B4FF3-2956-42D9-9D10-706A4CC8D7BC}" type="parTrans" cxnId="{89536E7F-00E1-40F1-8EA6-4A267C820E63}">
      <dgm:prSet/>
      <dgm:spPr/>
      <dgm:t>
        <a:bodyPr/>
        <a:lstStyle/>
        <a:p>
          <a:endParaRPr lang="en-US"/>
        </a:p>
      </dgm:t>
    </dgm:pt>
    <dgm:pt modelId="{6B840065-8651-42A2-A21A-5606C86578D5}" type="sibTrans" cxnId="{89536E7F-00E1-40F1-8EA6-4A267C820E63}">
      <dgm:prSet/>
      <dgm:spPr/>
      <dgm:t>
        <a:bodyPr/>
        <a:lstStyle/>
        <a:p>
          <a:endParaRPr lang="en-US"/>
        </a:p>
      </dgm:t>
    </dgm:pt>
    <dgm:pt modelId="{55A1A1BE-F3C6-4D05-BD06-F340D5D0FFF2}">
      <dgm:prSet/>
      <dgm:spPr/>
      <dgm:t>
        <a:bodyPr/>
        <a:lstStyle/>
        <a:p>
          <a:r>
            <a:rPr lang="en-US"/>
            <a:t>the transaction must be rejected.</a:t>
          </a:r>
        </a:p>
      </dgm:t>
    </dgm:pt>
    <dgm:pt modelId="{69C8FAA4-5622-476B-BC15-078E0E54217E}" type="parTrans" cxnId="{08AB968C-FD94-4459-8BB2-09F73E71A30D}">
      <dgm:prSet/>
      <dgm:spPr/>
      <dgm:t>
        <a:bodyPr/>
        <a:lstStyle/>
        <a:p>
          <a:endParaRPr lang="en-US"/>
        </a:p>
      </dgm:t>
    </dgm:pt>
    <dgm:pt modelId="{35AA2123-A2A8-4AAF-ACBB-0EF1254F1B02}" type="sibTrans" cxnId="{08AB968C-FD94-4459-8BB2-09F73E71A30D}">
      <dgm:prSet/>
      <dgm:spPr/>
      <dgm:t>
        <a:bodyPr/>
        <a:lstStyle/>
        <a:p>
          <a:endParaRPr lang="en-US"/>
        </a:p>
      </dgm:t>
    </dgm:pt>
    <dgm:pt modelId="{BD3A700B-314F-4180-A085-FE55EE6219C9}">
      <dgm:prSet/>
      <dgm:spPr/>
      <dgm:t>
        <a:bodyPr/>
        <a:lstStyle/>
        <a:p>
          <a:r>
            <a:rPr lang="tr-TR"/>
            <a:t>Referenced output transaction</a:t>
          </a:r>
          <a:endParaRPr lang="en-US"/>
        </a:p>
      </dgm:t>
    </dgm:pt>
    <dgm:pt modelId="{E880ED11-1270-44CE-94A8-FD01963080F3}" type="parTrans" cxnId="{E8829E83-3E67-4807-9FFB-C7E93FE8D67D}">
      <dgm:prSet/>
      <dgm:spPr/>
      <dgm:t>
        <a:bodyPr/>
        <a:lstStyle/>
        <a:p>
          <a:endParaRPr lang="en-US"/>
        </a:p>
      </dgm:t>
    </dgm:pt>
    <dgm:pt modelId="{7C088D75-37A5-4979-8EFD-ECEE3935D306}" type="sibTrans" cxnId="{E8829E83-3E67-4807-9FFB-C7E93FE8D67D}">
      <dgm:prSet/>
      <dgm:spPr/>
      <dgm:t>
        <a:bodyPr/>
        <a:lstStyle/>
        <a:p>
          <a:endParaRPr lang="en-US"/>
        </a:p>
      </dgm:t>
    </dgm:pt>
    <dgm:pt modelId="{A021ABBF-7E56-4019-A5B1-34004DD5E92A}">
      <dgm:prSet/>
      <dgm:spPr/>
      <dgm:t>
        <a:bodyPr/>
        <a:lstStyle/>
        <a:p>
          <a:r>
            <a:rPr lang="en-US"/>
            <a:t>For each input, look in the main branch and the transaction pool to find the referenced</a:t>
          </a:r>
          <a:r>
            <a:rPr lang="tr-TR"/>
            <a:t> </a:t>
          </a:r>
          <a:r>
            <a:rPr lang="en-US"/>
            <a:t>output transaction. </a:t>
          </a:r>
        </a:p>
      </dgm:t>
    </dgm:pt>
    <dgm:pt modelId="{7CD961F0-3A5A-4340-9098-5839345A0442}" type="parTrans" cxnId="{15E1DAAA-648F-4082-A222-81B191A438E6}">
      <dgm:prSet/>
      <dgm:spPr/>
      <dgm:t>
        <a:bodyPr/>
        <a:lstStyle/>
        <a:p>
          <a:endParaRPr lang="en-US"/>
        </a:p>
      </dgm:t>
    </dgm:pt>
    <dgm:pt modelId="{D0DDCC69-424B-4483-9D1D-838093497E85}" type="sibTrans" cxnId="{15E1DAAA-648F-4082-A222-81B191A438E6}">
      <dgm:prSet/>
      <dgm:spPr/>
      <dgm:t>
        <a:bodyPr/>
        <a:lstStyle/>
        <a:p>
          <a:endParaRPr lang="en-US"/>
        </a:p>
      </dgm:t>
    </dgm:pt>
    <dgm:pt modelId="{16A52789-8F95-4556-8139-866A4443709B}">
      <dgm:prSet/>
      <dgm:spPr/>
      <dgm:t>
        <a:bodyPr/>
        <a:lstStyle/>
        <a:p>
          <a:r>
            <a:rPr lang="en-US"/>
            <a:t>If the output transaction is missing for any input,</a:t>
          </a:r>
          <a:r>
            <a:rPr lang="tr-TR"/>
            <a:t> </a:t>
          </a:r>
          <a:r>
            <a:rPr lang="en-US"/>
            <a:t>this will be an orphan transaction. </a:t>
          </a:r>
        </a:p>
      </dgm:t>
    </dgm:pt>
    <dgm:pt modelId="{A3B39316-D46D-423A-8DD4-EE6462AF79FB}" type="parTrans" cxnId="{C9F50C3F-0C09-4FCC-BA9D-C29615A4999E}">
      <dgm:prSet/>
      <dgm:spPr/>
      <dgm:t>
        <a:bodyPr/>
        <a:lstStyle/>
        <a:p>
          <a:endParaRPr lang="en-US"/>
        </a:p>
      </dgm:t>
    </dgm:pt>
    <dgm:pt modelId="{C2F9D64B-59FB-4403-ACFB-A1866E0C97CE}" type="sibTrans" cxnId="{C9F50C3F-0C09-4FCC-BA9D-C29615A4999E}">
      <dgm:prSet/>
      <dgm:spPr/>
      <dgm:t>
        <a:bodyPr/>
        <a:lstStyle/>
        <a:p>
          <a:endParaRPr lang="en-US"/>
        </a:p>
      </dgm:t>
    </dgm:pt>
    <dgm:pt modelId="{F5F506BD-4626-4F0B-AF2B-F49A82178E8E}">
      <dgm:prSet/>
      <dgm:spPr/>
      <dgm:t>
        <a:bodyPr/>
        <a:lstStyle/>
        <a:p>
          <a:r>
            <a:rPr lang="en-US"/>
            <a:t>Add to the orphan transactions pool, if a</a:t>
          </a:r>
          <a:r>
            <a:rPr lang="tr-TR"/>
            <a:t> </a:t>
          </a:r>
          <a:r>
            <a:rPr lang="en-US"/>
            <a:t>matching transaction is not already in the pool.</a:t>
          </a:r>
        </a:p>
      </dgm:t>
    </dgm:pt>
    <dgm:pt modelId="{3F22A806-CF28-4F15-967F-35EDEE96FAE9}" type="parTrans" cxnId="{A3DE4202-17AB-4D23-9128-A8DBC730ED24}">
      <dgm:prSet/>
      <dgm:spPr/>
      <dgm:t>
        <a:bodyPr/>
        <a:lstStyle/>
        <a:p>
          <a:endParaRPr lang="en-US"/>
        </a:p>
      </dgm:t>
    </dgm:pt>
    <dgm:pt modelId="{102044EA-7D2C-4FC6-B91C-32F8EA333FA6}" type="sibTrans" cxnId="{A3DE4202-17AB-4D23-9128-A8DBC730ED24}">
      <dgm:prSet/>
      <dgm:spPr/>
      <dgm:t>
        <a:bodyPr/>
        <a:lstStyle/>
        <a:p>
          <a:endParaRPr lang="en-US"/>
        </a:p>
      </dgm:t>
    </dgm:pt>
    <dgm:pt modelId="{A2570682-5909-45D7-A2F0-5D0F93D41945}" type="pres">
      <dgm:prSet presAssocID="{1E679529-BE11-48A6-9840-3A6B1113F220}" presName="Name0" presStyleCnt="0">
        <dgm:presLayoutVars>
          <dgm:dir/>
          <dgm:resizeHandles val="exact"/>
        </dgm:presLayoutVars>
      </dgm:prSet>
      <dgm:spPr/>
    </dgm:pt>
    <dgm:pt modelId="{CE2DE8A6-3591-4458-9CE7-69C5B4BF56BD}" type="pres">
      <dgm:prSet presAssocID="{9DE19CF6-D86D-4E6C-8386-4B02CEFB5208}" presName="composite" presStyleCnt="0"/>
      <dgm:spPr/>
    </dgm:pt>
    <dgm:pt modelId="{360CB130-D93A-4EDB-9459-D7EE4DEACDC4}" type="pres">
      <dgm:prSet presAssocID="{9DE19CF6-D86D-4E6C-8386-4B02CEFB5208}" presName="rect1" presStyleLbl="trAlignAcc1" presStyleIdx="0" presStyleCnt="3">
        <dgm:presLayoutVars>
          <dgm:bulletEnabled val="1"/>
        </dgm:presLayoutVars>
      </dgm:prSet>
      <dgm:spPr/>
    </dgm:pt>
    <dgm:pt modelId="{775A7955-0B7D-4EAB-8C8C-35B7D710E823}" type="pres">
      <dgm:prSet presAssocID="{9DE19CF6-D86D-4E6C-8386-4B02CEFB5208}" presName="rect2" presStyleLbl="fgImgPlace1" presStyleIdx="0" presStyleCnt="3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</dgm:spPr>
    </dgm:pt>
    <dgm:pt modelId="{CC9FDD6D-D561-44F3-AE7D-6DF26BA43070}" type="pres">
      <dgm:prSet presAssocID="{C9786E48-B681-4670-B665-5BA1D564F6DE}" presName="sibTrans" presStyleCnt="0"/>
      <dgm:spPr/>
    </dgm:pt>
    <dgm:pt modelId="{7FBF1AC8-33C5-45C7-B89F-1887D4F7D23C}" type="pres">
      <dgm:prSet presAssocID="{B917E0FF-103E-42F5-9112-267370533743}" presName="composite" presStyleCnt="0"/>
      <dgm:spPr/>
    </dgm:pt>
    <dgm:pt modelId="{4DC33262-FB0D-4B62-BBF2-648FA31BB098}" type="pres">
      <dgm:prSet presAssocID="{B917E0FF-103E-42F5-9112-267370533743}" presName="rect1" presStyleLbl="trAlignAcc1" presStyleIdx="1" presStyleCnt="3">
        <dgm:presLayoutVars>
          <dgm:bulletEnabled val="1"/>
        </dgm:presLayoutVars>
      </dgm:prSet>
      <dgm:spPr/>
    </dgm:pt>
    <dgm:pt modelId="{751F04B2-6ADD-412A-9BBC-B7933EECED1A}" type="pres">
      <dgm:prSet presAssocID="{B917E0FF-103E-42F5-9112-267370533743}" presName="rect2" presStyleLbl="fgImgPlace1" presStyleIdx="1" presStyleCnt="3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</dgm:spPr>
    </dgm:pt>
    <dgm:pt modelId="{33AB1E8F-9CB6-4728-8853-959C59F0CD23}" type="pres">
      <dgm:prSet presAssocID="{150E31E9-2546-4049-9BD3-BFF76A1FCED9}" presName="sibTrans" presStyleCnt="0"/>
      <dgm:spPr/>
    </dgm:pt>
    <dgm:pt modelId="{A11000F1-B211-4FA3-BF10-89BF566AEC96}" type="pres">
      <dgm:prSet presAssocID="{BD3A700B-314F-4180-A085-FE55EE6219C9}" presName="composite" presStyleCnt="0"/>
      <dgm:spPr/>
    </dgm:pt>
    <dgm:pt modelId="{7BDD0BC0-6658-4F58-A2E3-89C87272EC12}" type="pres">
      <dgm:prSet presAssocID="{BD3A700B-314F-4180-A085-FE55EE6219C9}" presName="rect1" presStyleLbl="trAlignAcc1" presStyleIdx="2" presStyleCnt="3">
        <dgm:presLayoutVars>
          <dgm:bulletEnabled val="1"/>
        </dgm:presLayoutVars>
      </dgm:prSet>
      <dgm:spPr/>
    </dgm:pt>
    <dgm:pt modelId="{DDCD5A46-90E9-4F2A-9421-80DA2133FA9E}" type="pres">
      <dgm:prSet presAssocID="{BD3A700B-314F-4180-A085-FE55EE6219C9}" presName="rect2" presStyleLbl="fgImgPlace1" presStyleIdx="2" presStyleCnt="3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</dgm:spPr>
    </dgm:pt>
  </dgm:ptLst>
  <dgm:cxnLst>
    <dgm:cxn modelId="{A3DE4202-17AB-4D23-9128-A8DBC730ED24}" srcId="{BD3A700B-314F-4180-A085-FE55EE6219C9}" destId="{F5F506BD-4626-4F0B-AF2B-F49A82178E8E}" srcOrd="2" destOrd="0" parTransId="{3F22A806-CF28-4F15-967F-35EDEE96FAE9}" sibTransId="{102044EA-7D2C-4FC6-B91C-32F8EA333FA6}"/>
    <dgm:cxn modelId="{BCE4E32C-D25E-49FE-B0F5-1219AACBDB0E}" type="presOf" srcId="{8C68C494-2A2B-46BF-997D-A7FADDB6E905}" destId="{360CB130-D93A-4EDB-9459-D7EE4DEACDC4}" srcOrd="0" destOrd="1" presId="urn:microsoft.com/office/officeart/2008/layout/PictureStrips"/>
    <dgm:cxn modelId="{AF057339-FD58-4CC2-8949-871B645C089A}" type="presOf" srcId="{BD3A700B-314F-4180-A085-FE55EE6219C9}" destId="{7BDD0BC0-6658-4F58-A2E3-89C87272EC12}" srcOrd="0" destOrd="0" presId="urn:microsoft.com/office/officeart/2008/layout/PictureStrips"/>
    <dgm:cxn modelId="{2BA89739-C03D-4620-B71C-189DE1772B4A}" type="presOf" srcId="{B917E0FF-103E-42F5-9112-267370533743}" destId="{4DC33262-FB0D-4B62-BBF2-648FA31BB098}" srcOrd="0" destOrd="0" presId="urn:microsoft.com/office/officeart/2008/layout/PictureStrips"/>
    <dgm:cxn modelId="{C9F50C3F-0C09-4FCC-BA9D-C29615A4999E}" srcId="{BD3A700B-314F-4180-A085-FE55EE6219C9}" destId="{16A52789-8F95-4556-8139-866A4443709B}" srcOrd="1" destOrd="0" parTransId="{A3B39316-D46D-423A-8DD4-EE6462AF79FB}" sibTransId="{C2F9D64B-59FB-4403-ACFB-A1866E0C97CE}"/>
    <dgm:cxn modelId="{9F74AC68-B67D-4067-A3CB-C8A343CC9B0D}" type="presOf" srcId="{A021ABBF-7E56-4019-A5B1-34004DD5E92A}" destId="{7BDD0BC0-6658-4F58-A2E3-89C87272EC12}" srcOrd="0" destOrd="1" presId="urn:microsoft.com/office/officeart/2008/layout/PictureStrips"/>
    <dgm:cxn modelId="{D95CCE7B-FAAF-412A-8FB3-26BE1DEA03C8}" type="presOf" srcId="{16A52789-8F95-4556-8139-866A4443709B}" destId="{7BDD0BC0-6658-4F58-A2E3-89C87272EC12}" srcOrd="0" destOrd="2" presId="urn:microsoft.com/office/officeart/2008/layout/PictureStrips"/>
    <dgm:cxn modelId="{89536E7F-00E1-40F1-8EA6-4A267C820E63}" srcId="{B917E0FF-103E-42F5-9112-267370533743}" destId="{D1AF23E2-B1D7-4E41-B5E4-05661D1AE489}" srcOrd="0" destOrd="0" parTransId="{D27B4FF3-2956-42D9-9D10-706A4CC8D7BC}" sibTransId="{6B840065-8651-42A2-A21A-5606C86578D5}"/>
    <dgm:cxn modelId="{E8829E83-3E67-4807-9FFB-C7E93FE8D67D}" srcId="{1E679529-BE11-48A6-9840-3A6B1113F220}" destId="{BD3A700B-314F-4180-A085-FE55EE6219C9}" srcOrd="2" destOrd="0" parTransId="{E880ED11-1270-44CE-94A8-FD01963080F3}" sibTransId="{7C088D75-37A5-4979-8EFD-ECEE3935D306}"/>
    <dgm:cxn modelId="{08AB968C-FD94-4459-8BB2-09F73E71A30D}" srcId="{B917E0FF-103E-42F5-9112-267370533743}" destId="{55A1A1BE-F3C6-4D05-BD06-F340D5D0FFF2}" srcOrd="1" destOrd="0" parTransId="{69C8FAA4-5622-476B-BC15-078E0E54217E}" sibTransId="{35AA2123-A2A8-4AAF-ACBB-0EF1254F1B02}"/>
    <dgm:cxn modelId="{866E6A97-ACFF-4ADB-9E66-DFD8AB83C185}" type="presOf" srcId="{9DE19CF6-D86D-4E6C-8386-4B02CEFB5208}" destId="{360CB130-D93A-4EDB-9459-D7EE4DEACDC4}" srcOrd="0" destOrd="0" presId="urn:microsoft.com/office/officeart/2008/layout/PictureStrips"/>
    <dgm:cxn modelId="{15E1DAAA-648F-4082-A222-81B191A438E6}" srcId="{BD3A700B-314F-4180-A085-FE55EE6219C9}" destId="{A021ABBF-7E56-4019-A5B1-34004DD5E92A}" srcOrd="0" destOrd="0" parTransId="{7CD961F0-3A5A-4340-9098-5839345A0442}" sibTransId="{D0DDCC69-424B-4483-9D1D-838093497E85}"/>
    <dgm:cxn modelId="{FEB77DC1-1BEB-40BE-B9C7-1B130C9F6C78}" type="presOf" srcId="{F5F506BD-4626-4F0B-AF2B-F49A82178E8E}" destId="{7BDD0BC0-6658-4F58-A2E3-89C87272EC12}" srcOrd="0" destOrd="3" presId="urn:microsoft.com/office/officeart/2008/layout/PictureStrips"/>
    <dgm:cxn modelId="{107514CC-AEE8-4D3F-8265-F088744D79B1}" type="presOf" srcId="{55A1A1BE-F3C6-4D05-BD06-F340D5D0FFF2}" destId="{4DC33262-FB0D-4B62-BBF2-648FA31BB098}" srcOrd="0" destOrd="2" presId="urn:microsoft.com/office/officeart/2008/layout/PictureStrips"/>
    <dgm:cxn modelId="{7A4750CC-E3B3-4BDE-9216-9218FC784205}" type="presOf" srcId="{1E679529-BE11-48A6-9840-3A6B1113F220}" destId="{A2570682-5909-45D7-A2F0-5D0F93D41945}" srcOrd="0" destOrd="0" presId="urn:microsoft.com/office/officeart/2008/layout/PictureStrips"/>
    <dgm:cxn modelId="{8A772ED7-9309-40BA-80BB-40F14674AFF9}" srcId="{1E679529-BE11-48A6-9840-3A6B1113F220}" destId="{B917E0FF-103E-42F5-9112-267370533743}" srcOrd="1" destOrd="0" parTransId="{D2C7962D-2751-4AFF-A589-AEB5C81B18CF}" sibTransId="{150E31E9-2546-4049-9BD3-BFF76A1FCED9}"/>
    <dgm:cxn modelId="{332EECDA-E0E6-4B67-96A0-6D30E18E3C80}" type="presOf" srcId="{D1AF23E2-B1D7-4E41-B5E4-05661D1AE489}" destId="{4DC33262-FB0D-4B62-BBF2-648FA31BB098}" srcOrd="0" destOrd="1" presId="urn:microsoft.com/office/officeart/2008/layout/PictureStrips"/>
    <dgm:cxn modelId="{E98A48DF-C2BA-4064-9CE0-D16D377C5360}" srcId="{1E679529-BE11-48A6-9840-3A6B1113F220}" destId="{9DE19CF6-D86D-4E6C-8386-4B02CEFB5208}" srcOrd="0" destOrd="0" parTransId="{B609A5AB-0CCD-4DF6-A7DB-99E978960D5B}" sibTransId="{C9786E48-B681-4670-B665-5BA1D564F6DE}"/>
    <dgm:cxn modelId="{E72748F5-EAC8-43AD-9401-F7318BED3786}" srcId="{9DE19CF6-D86D-4E6C-8386-4B02CEFB5208}" destId="{8C68C494-2A2B-46BF-997D-A7FADDB6E905}" srcOrd="0" destOrd="0" parTransId="{38AA8E7F-7E3F-499B-AD6C-8F68424071E1}" sibTransId="{600CA6E6-7498-44D9-A5AE-FED9784E0031}"/>
    <dgm:cxn modelId="{AA5DCE5B-E4BE-4D1D-9990-FB419E3A0351}" type="presParOf" srcId="{A2570682-5909-45D7-A2F0-5D0F93D41945}" destId="{CE2DE8A6-3591-4458-9CE7-69C5B4BF56BD}" srcOrd="0" destOrd="0" presId="urn:microsoft.com/office/officeart/2008/layout/PictureStrips"/>
    <dgm:cxn modelId="{18A3E0F2-34B9-40FB-B20C-F2628AA9CD2B}" type="presParOf" srcId="{CE2DE8A6-3591-4458-9CE7-69C5B4BF56BD}" destId="{360CB130-D93A-4EDB-9459-D7EE4DEACDC4}" srcOrd="0" destOrd="0" presId="urn:microsoft.com/office/officeart/2008/layout/PictureStrips"/>
    <dgm:cxn modelId="{1132B6E0-9999-49EF-808E-FBD725213B3C}" type="presParOf" srcId="{CE2DE8A6-3591-4458-9CE7-69C5B4BF56BD}" destId="{775A7955-0B7D-4EAB-8C8C-35B7D710E823}" srcOrd="1" destOrd="0" presId="urn:microsoft.com/office/officeart/2008/layout/PictureStrips"/>
    <dgm:cxn modelId="{31FDFF98-21F7-4BBB-85CE-A7EB34D72E03}" type="presParOf" srcId="{A2570682-5909-45D7-A2F0-5D0F93D41945}" destId="{CC9FDD6D-D561-44F3-AE7D-6DF26BA43070}" srcOrd="1" destOrd="0" presId="urn:microsoft.com/office/officeart/2008/layout/PictureStrips"/>
    <dgm:cxn modelId="{1ABD5CEE-AF4C-42A3-AE90-42C64C4C5D07}" type="presParOf" srcId="{A2570682-5909-45D7-A2F0-5D0F93D41945}" destId="{7FBF1AC8-33C5-45C7-B89F-1887D4F7D23C}" srcOrd="2" destOrd="0" presId="urn:microsoft.com/office/officeart/2008/layout/PictureStrips"/>
    <dgm:cxn modelId="{9DF9484A-01C6-4B95-B714-578E20E4619D}" type="presParOf" srcId="{7FBF1AC8-33C5-45C7-B89F-1887D4F7D23C}" destId="{4DC33262-FB0D-4B62-BBF2-648FA31BB098}" srcOrd="0" destOrd="0" presId="urn:microsoft.com/office/officeart/2008/layout/PictureStrips"/>
    <dgm:cxn modelId="{CF34FD0A-FD3D-40FB-982A-1E011579364C}" type="presParOf" srcId="{7FBF1AC8-33C5-45C7-B89F-1887D4F7D23C}" destId="{751F04B2-6ADD-412A-9BBC-B7933EECED1A}" srcOrd="1" destOrd="0" presId="urn:microsoft.com/office/officeart/2008/layout/PictureStrips"/>
    <dgm:cxn modelId="{94CACC46-4624-4DE5-BDB7-AA36ED7B51CF}" type="presParOf" srcId="{A2570682-5909-45D7-A2F0-5D0F93D41945}" destId="{33AB1E8F-9CB6-4728-8853-959C59F0CD23}" srcOrd="3" destOrd="0" presId="urn:microsoft.com/office/officeart/2008/layout/PictureStrips"/>
    <dgm:cxn modelId="{03CF05F9-7466-4C99-8380-1386A82584B4}" type="presParOf" srcId="{A2570682-5909-45D7-A2F0-5D0F93D41945}" destId="{A11000F1-B211-4FA3-BF10-89BF566AEC96}" srcOrd="4" destOrd="0" presId="urn:microsoft.com/office/officeart/2008/layout/PictureStrips"/>
    <dgm:cxn modelId="{D4C5E923-E23B-4DBA-9D58-3BF938152A0C}" type="presParOf" srcId="{A11000F1-B211-4FA3-BF10-89BF566AEC96}" destId="{7BDD0BC0-6658-4F58-A2E3-89C87272EC12}" srcOrd="0" destOrd="0" presId="urn:microsoft.com/office/officeart/2008/layout/PictureStrips"/>
    <dgm:cxn modelId="{5533BF62-6532-4281-9AA8-5D3931B79B46}" type="presParOf" srcId="{A11000F1-B211-4FA3-BF10-89BF566AEC96}" destId="{DDCD5A46-90E9-4F2A-9421-80DA2133FA9E}" srcOrd="1" destOrd="0" presId="urn:microsoft.com/office/officeart/2008/layout/PictureStrips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4.xml><?xml version="1.0" encoding="utf-8"?>
<dgm:dataModel xmlns:dgm="http://schemas.openxmlformats.org/drawingml/2006/diagram" xmlns:a="http://schemas.openxmlformats.org/drawingml/2006/main">
  <dgm:ptLst>
    <dgm:pt modelId="{39E76672-9E7D-4830-BA34-8F42ECAF7B6C}" type="doc">
      <dgm:prSet loTypeId="urn:microsoft.com/office/officeart/2008/layout/PictureStrips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tr-TR"/>
        </a:p>
      </dgm:t>
    </dgm:pt>
    <dgm:pt modelId="{C77C0C05-818D-4111-B8F7-3261E8AF8DFE}">
      <dgm:prSet/>
      <dgm:spPr/>
      <dgm:t>
        <a:bodyPr/>
        <a:lstStyle/>
        <a:p>
          <a:r>
            <a:rPr lang="tr-TR" b="1"/>
            <a:t>Maturity confirmation</a:t>
          </a:r>
          <a:endParaRPr lang="tr-TR"/>
        </a:p>
      </dgm:t>
    </dgm:pt>
    <dgm:pt modelId="{7D78B762-C34B-4339-A3C4-7DCFBE51C839}" type="parTrans" cxnId="{28AD269F-5234-4D65-9E02-E6F762FE34B6}">
      <dgm:prSet/>
      <dgm:spPr/>
      <dgm:t>
        <a:bodyPr/>
        <a:lstStyle/>
        <a:p>
          <a:endParaRPr lang="tr-TR"/>
        </a:p>
      </dgm:t>
    </dgm:pt>
    <dgm:pt modelId="{92351F64-791B-4F30-B177-ADCEAF81F94A}" type="sibTrans" cxnId="{28AD269F-5234-4D65-9E02-E6F762FE34B6}">
      <dgm:prSet/>
      <dgm:spPr/>
      <dgm:t>
        <a:bodyPr/>
        <a:lstStyle/>
        <a:p>
          <a:endParaRPr lang="tr-TR"/>
        </a:p>
      </dgm:t>
    </dgm:pt>
    <dgm:pt modelId="{2753E9EB-26D9-4C29-8E48-F6B36D8A6E2E}">
      <dgm:prSet/>
      <dgm:spPr/>
      <dgm:t>
        <a:bodyPr/>
        <a:lstStyle/>
        <a:p>
          <a:r>
            <a:rPr lang="en-US"/>
            <a:t>For each input, if the referenced output transaction is a coinbase output</a:t>
          </a:r>
          <a:endParaRPr lang="tr-TR"/>
        </a:p>
      </dgm:t>
    </dgm:pt>
    <dgm:pt modelId="{76BFF194-5F00-4643-95A8-08A2B8D5B241}" type="parTrans" cxnId="{C737162A-B0CF-4CD5-84A5-F077BB1E8E30}">
      <dgm:prSet/>
      <dgm:spPr/>
      <dgm:t>
        <a:bodyPr/>
        <a:lstStyle/>
        <a:p>
          <a:endParaRPr lang="tr-TR"/>
        </a:p>
      </dgm:t>
    </dgm:pt>
    <dgm:pt modelId="{EF93B627-3735-4821-99E8-17278F901857}" type="sibTrans" cxnId="{C737162A-B0CF-4CD5-84A5-F077BB1E8E30}">
      <dgm:prSet/>
      <dgm:spPr/>
      <dgm:t>
        <a:bodyPr/>
        <a:lstStyle/>
        <a:p>
          <a:endParaRPr lang="tr-TR"/>
        </a:p>
      </dgm:t>
    </dgm:pt>
    <dgm:pt modelId="{D795DF39-FAB5-4F83-A9FD-BA58965FC897}">
      <dgm:prSet/>
      <dgm:spPr/>
      <dgm:t>
        <a:bodyPr/>
        <a:lstStyle/>
        <a:p>
          <a:r>
            <a:rPr lang="en-US"/>
            <a:t>it must</a:t>
          </a:r>
          <a:r>
            <a:rPr lang="tr-TR"/>
            <a:t> </a:t>
          </a:r>
          <a:r>
            <a:rPr lang="en-US"/>
            <a:t>have at least COINBASE_MATURITY (100) confirmations.</a:t>
          </a:r>
          <a:endParaRPr lang="tr-TR"/>
        </a:p>
      </dgm:t>
    </dgm:pt>
    <dgm:pt modelId="{3EE1ECB2-504B-4F3F-BC33-79CA853BA8FB}" type="parTrans" cxnId="{5D1CB51B-64C5-41D8-B358-838664658377}">
      <dgm:prSet/>
      <dgm:spPr/>
      <dgm:t>
        <a:bodyPr/>
        <a:lstStyle/>
        <a:p>
          <a:endParaRPr lang="tr-TR"/>
        </a:p>
      </dgm:t>
    </dgm:pt>
    <dgm:pt modelId="{25A2A43D-571F-4286-8A47-D6E908F8C8A3}" type="sibTrans" cxnId="{5D1CB51B-64C5-41D8-B358-838664658377}">
      <dgm:prSet/>
      <dgm:spPr/>
      <dgm:t>
        <a:bodyPr/>
        <a:lstStyle/>
        <a:p>
          <a:endParaRPr lang="tr-TR"/>
        </a:p>
      </dgm:t>
    </dgm:pt>
    <dgm:pt modelId="{2BE898F6-1146-4491-8C76-D92E88E6A0C2}">
      <dgm:prSet/>
      <dgm:spPr/>
      <dgm:t>
        <a:bodyPr/>
        <a:lstStyle/>
        <a:p>
          <a:r>
            <a:rPr lang="tr-TR" b="1"/>
            <a:t>Unspent Output Transaction</a:t>
          </a:r>
          <a:endParaRPr lang="tr-TR"/>
        </a:p>
      </dgm:t>
    </dgm:pt>
    <dgm:pt modelId="{AF805588-B72B-46A8-B16D-9D50BDF8CF5A}" type="parTrans" cxnId="{60D1F52A-F7DC-446A-A347-761280E28F21}">
      <dgm:prSet/>
      <dgm:spPr/>
      <dgm:t>
        <a:bodyPr/>
        <a:lstStyle/>
        <a:p>
          <a:endParaRPr lang="tr-TR"/>
        </a:p>
      </dgm:t>
    </dgm:pt>
    <dgm:pt modelId="{EA7C248A-4064-469D-AB66-37AB5ADC1554}" type="sibTrans" cxnId="{60D1F52A-F7DC-446A-A347-761280E28F21}">
      <dgm:prSet/>
      <dgm:spPr/>
      <dgm:t>
        <a:bodyPr/>
        <a:lstStyle/>
        <a:p>
          <a:endParaRPr lang="tr-TR"/>
        </a:p>
      </dgm:t>
    </dgm:pt>
    <dgm:pt modelId="{8C9E168A-73D2-4204-99E0-83ABCC755E9B}">
      <dgm:prSet/>
      <dgm:spPr/>
      <dgm:t>
        <a:bodyPr/>
        <a:lstStyle/>
        <a:p>
          <a:r>
            <a:rPr lang="en-US"/>
            <a:t>For each input, the referenced output must exist and cannot already be spent.</a:t>
          </a:r>
          <a:endParaRPr lang="tr-TR"/>
        </a:p>
      </dgm:t>
    </dgm:pt>
    <dgm:pt modelId="{D5E3D1A6-69F5-4974-88F7-12CE23B89093}" type="parTrans" cxnId="{2EDD6BFC-ED48-435C-B02E-08A5AD1A77A1}">
      <dgm:prSet/>
      <dgm:spPr/>
      <dgm:t>
        <a:bodyPr/>
        <a:lstStyle/>
        <a:p>
          <a:endParaRPr lang="tr-TR"/>
        </a:p>
      </dgm:t>
    </dgm:pt>
    <dgm:pt modelId="{45CEDED5-5B3A-4BF0-8A55-757179DD9B11}" type="sibTrans" cxnId="{2EDD6BFC-ED48-435C-B02E-08A5AD1A77A1}">
      <dgm:prSet/>
      <dgm:spPr/>
      <dgm:t>
        <a:bodyPr/>
        <a:lstStyle/>
        <a:p>
          <a:endParaRPr lang="tr-TR"/>
        </a:p>
      </dgm:t>
    </dgm:pt>
    <dgm:pt modelId="{553B9106-0EE9-4015-AC96-360462C4D8C3}">
      <dgm:prSet/>
      <dgm:spPr/>
      <dgm:t>
        <a:bodyPr/>
        <a:lstStyle/>
        <a:p>
          <a:r>
            <a:rPr lang="tr-TR" b="1"/>
            <a:t>Allowed value ranges</a:t>
          </a:r>
          <a:endParaRPr lang="tr-TR"/>
        </a:p>
      </dgm:t>
    </dgm:pt>
    <dgm:pt modelId="{AECE2F13-3F62-4E2E-A803-CA1D18D6D563}" type="parTrans" cxnId="{26F5822C-5CB7-436B-B8F1-DD667B18E072}">
      <dgm:prSet/>
      <dgm:spPr/>
      <dgm:t>
        <a:bodyPr/>
        <a:lstStyle/>
        <a:p>
          <a:endParaRPr lang="tr-TR"/>
        </a:p>
      </dgm:t>
    </dgm:pt>
    <dgm:pt modelId="{D23BC83B-5D71-4212-8AE7-1B04F570F497}" type="sibTrans" cxnId="{26F5822C-5CB7-436B-B8F1-DD667B18E072}">
      <dgm:prSet/>
      <dgm:spPr/>
      <dgm:t>
        <a:bodyPr/>
        <a:lstStyle/>
        <a:p>
          <a:endParaRPr lang="tr-TR"/>
        </a:p>
      </dgm:t>
    </dgm:pt>
    <dgm:pt modelId="{9734AB70-36F5-487E-A1BE-C84D5455E7D7}">
      <dgm:prSet/>
      <dgm:spPr/>
      <dgm:t>
        <a:bodyPr/>
        <a:lstStyle/>
        <a:p>
          <a:r>
            <a:rPr lang="en-US"/>
            <a:t>Using the referenced output transactions to get input values, </a:t>
          </a:r>
          <a:endParaRPr lang="tr-TR"/>
        </a:p>
      </dgm:t>
    </dgm:pt>
    <dgm:pt modelId="{2DA35E08-EA70-4078-B52A-5727FF41FF03}" type="parTrans" cxnId="{0EC309BC-5DC2-49D2-87DA-E11CC3B88C5F}">
      <dgm:prSet/>
      <dgm:spPr/>
      <dgm:t>
        <a:bodyPr/>
        <a:lstStyle/>
        <a:p>
          <a:endParaRPr lang="tr-TR"/>
        </a:p>
      </dgm:t>
    </dgm:pt>
    <dgm:pt modelId="{64630ADE-3194-4051-961A-3151EB1E03AF}" type="sibTrans" cxnId="{0EC309BC-5DC2-49D2-87DA-E11CC3B88C5F}">
      <dgm:prSet/>
      <dgm:spPr/>
      <dgm:t>
        <a:bodyPr/>
        <a:lstStyle/>
        <a:p>
          <a:endParaRPr lang="tr-TR"/>
        </a:p>
      </dgm:t>
    </dgm:pt>
    <dgm:pt modelId="{5D45D15A-4655-4501-A29B-3BD7A7D0D8DD}">
      <dgm:prSet/>
      <dgm:spPr/>
      <dgm:t>
        <a:bodyPr/>
        <a:lstStyle/>
        <a:p>
          <a:r>
            <a:rPr lang="en-US"/>
            <a:t>check that each</a:t>
          </a:r>
          <a:r>
            <a:rPr lang="tr-TR"/>
            <a:t> </a:t>
          </a:r>
          <a:r>
            <a:rPr lang="en-US"/>
            <a:t>input value, as well as the sum, </a:t>
          </a:r>
          <a:endParaRPr lang="tr-TR"/>
        </a:p>
      </dgm:t>
    </dgm:pt>
    <dgm:pt modelId="{022316D4-6826-4467-9F54-C907240837A1}" type="parTrans" cxnId="{69C8E8A8-45A9-4E6C-9C33-C204B900923F}">
      <dgm:prSet/>
      <dgm:spPr/>
      <dgm:t>
        <a:bodyPr/>
        <a:lstStyle/>
        <a:p>
          <a:endParaRPr lang="tr-TR"/>
        </a:p>
      </dgm:t>
    </dgm:pt>
    <dgm:pt modelId="{A958C795-F906-4F8F-B197-D3354353C320}" type="sibTrans" cxnId="{69C8E8A8-45A9-4E6C-9C33-C204B900923F}">
      <dgm:prSet/>
      <dgm:spPr/>
      <dgm:t>
        <a:bodyPr/>
        <a:lstStyle/>
        <a:p>
          <a:endParaRPr lang="tr-TR"/>
        </a:p>
      </dgm:t>
    </dgm:pt>
    <dgm:pt modelId="{48F307DE-2CCF-4337-9AE0-A5A117722DBF}">
      <dgm:prSet/>
      <dgm:spPr/>
      <dgm:t>
        <a:bodyPr/>
        <a:lstStyle/>
        <a:p>
          <a:r>
            <a:rPr lang="en-US"/>
            <a:t>are in the allowed range of values (less than 21m</a:t>
          </a:r>
          <a:r>
            <a:rPr lang="tr-TR"/>
            <a:t> coins, more than 0).</a:t>
          </a:r>
        </a:p>
      </dgm:t>
    </dgm:pt>
    <dgm:pt modelId="{99C0BCCE-ADFC-4FE1-AE65-7CCEAE3DC65A}" type="parTrans" cxnId="{2C8FF76B-1100-431B-8D43-78AD0A63BF35}">
      <dgm:prSet/>
      <dgm:spPr/>
      <dgm:t>
        <a:bodyPr/>
        <a:lstStyle/>
        <a:p>
          <a:endParaRPr lang="tr-TR"/>
        </a:p>
      </dgm:t>
    </dgm:pt>
    <dgm:pt modelId="{CDD2D011-EEBF-4AB9-A1F3-ADEC09C7D62C}" type="sibTrans" cxnId="{2C8FF76B-1100-431B-8D43-78AD0A63BF35}">
      <dgm:prSet/>
      <dgm:spPr/>
      <dgm:t>
        <a:bodyPr/>
        <a:lstStyle/>
        <a:p>
          <a:endParaRPr lang="tr-TR"/>
        </a:p>
      </dgm:t>
    </dgm:pt>
    <dgm:pt modelId="{46125C40-7AFC-4888-8BBA-6595FBE27541}" type="pres">
      <dgm:prSet presAssocID="{39E76672-9E7D-4830-BA34-8F42ECAF7B6C}" presName="Name0" presStyleCnt="0">
        <dgm:presLayoutVars>
          <dgm:dir/>
          <dgm:resizeHandles val="exact"/>
        </dgm:presLayoutVars>
      </dgm:prSet>
      <dgm:spPr/>
    </dgm:pt>
    <dgm:pt modelId="{C599F2D6-217B-4B3C-9A19-EBB10E87EA5F}" type="pres">
      <dgm:prSet presAssocID="{C77C0C05-818D-4111-B8F7-3261E8AF8DFE}" presName="composite" presStyleCnt="0"/>
      <dgm:spPr/>
    </dgm:pt>
    <dgm:pt modelId="{83475F66-92DF-40FD-8F24-1CDD110879F7}" type="pres">
      <dgm:prSet presAssocID="{C77C0C05-818D-4111-B8F7-3261E8AF8DFE}" presName="rect1" presStyleLbl="trAlignAcc1" presStyleIdx="0" presStyleCnt="3">
        <dgm:presLayoutVars>
          <dgm:bulletEnabled val="1"/>
        </dgm:presLayoutVars>
      </dgm:prSet>
      <dgm:spPr/>
    </dgm:pt>
    <dgm:pt modelId="{43C1A1E5-C07D-43BE-A04D-073806AC284C}" type="pres">
      <dgm:prSet presAssocID="{C77C0C05-818D-4111-B8F7-3261E8AF8DFE}" presName="rect2" presStyleLbl="fgImgPlace1" presStyleIdx="0" presStyleCnt="3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</dgm:spPr>
    </dgm:pt>
    <dgm:pt modelId="{2BCF6786-8578-4757-A33D-096550D50271}" type="pres">
      <dgm:prSet presAssocID="{92351F64-791B-4F30-B177-ADCEAF81F94A}" presName="sibTrans" presStyleCnt="0"/>
      <dgm:spPr/>
    </dgm:pt>
    <dgm:pt modelId="{274C45AF-23FA-40F9-9FD8-F1C56CBF684D}" type="pres">
      <dgm:prSet presAssocID="{2BE898F6-1146-4491-8C76-D92E88E6A0C2}" presName="composite" presStyleCnt="0"/>
      <dgm:spPr/>
    </dgm:pt>
    <dgm:pt modelId="{470394BC-EB74-4E57-8FD5-C881E7B58BDB}" type="pres">
      <dgm:prSet presAssocID="{2BE898F6-1146-4491-8C76-D92E88E6A0C2}" presName="rect1" presStyleLbl="trAlignAcc1" presStyleIdx="1" presStyleCnt="3">
        <dgm:presLayoutVars>
          <dgm:bulletEnabled val="1"/>
        </dgm:presLayoutVars>
      </dgm:prSet>
      <dgm:spPr/>
    </dgm:pt>
    <dgm:pt modelId="{2E5783AC-350D-4797-A4F6-0871BD97EA3F}" type="pres">
      <dgm:prSet presAssocID="{2BE898F6-1146-4491-8C76-D92E88E6A0C2}" presName="rect2" presStyleLbl="fgImgPlace1" presStyleIdx="1" presStyleCnt="3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</dgm:spPr>
    </dgm:pt>
    <dgm:pt modelId="{DE5F20A6-237E-4DB0-B55B-355710B4F7EE}" type="pres">
      <dgm:prSet presAssocID="{EA7C248A-4064-469D-AB66-37AB5ADC1554}" presName="sibTrans" presStyleCnt="0"/>
      <dgm:spPr/>
    </dgm:pt>
    <dgm:pt modelId="{46BAED5F-CA07-49FA-B60C-15F564C773C1}" type="pres">
      <dgm:prSet presAssocID="{553B9106-0EE9-4015-AC96-360462C4D8C3}" presName="composite" presStyleCnt="0"/>
      <dgm:spPr/>
    </dgm:pt>
    <dgm:pt modelId="{CF3D5E42-C47F-4862-855D-D27180B0931B}" type="pres">
      <dgm:prSet presAssocID="{553B9106-0EE9-4015-AC96-360462C4D8C3}" presName="rect1" presStyleLbl="trAlignAcc1" presStyleIdx="2" presStyleCnt="3">
        <dgm:presLayoutVars>
          <dgm:bulletEnabled val="1"/>
        </dgm:presLayoutVars>
      </dgm:prSet>
      <dgm:spPr/>
    </dgm:pt>
    <dgm:pt modelId="{358DEC65-DD59-4D20-9820-3F172AF04195}" type="pres">
      <dgm:prSet presAssocID="{553B9106-0EE9-4015-AC96-360462C4D8C3}" presName="rect2" presStyleLbl="fgImgPlace1" presStyleIdx="2" presStyleCnt="3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</dgm:spPr>
    </dgm:pt>
  </dgm:ptLst>
  <dgm:cxnLst>
    <dgm:cxn modelId="{32B01F15-05A6-43DF-B2F0-35053F17F1A4}" type="presOf" srcId="{C77C0C05-818D-4111-B8F7-3261E8AF8DFE}" destId="{83475F66-92DF-40FD-8F24-1CDD110879F7}" srcOrd="0" destOrd="0" presId="urn:microsoft.com/office/officeart/2008/layout/PictureStrips"/>
    <dgm:cxn modelId="{5D1CB51B-64C5-41D8-B358-838664658377}" srcId="{C77C0C05-818D-4111-B8F7-3261E8AF8DFE}" destId="{D795DF39-FAB5-4F83-A9FD-BA58965FC897}" srcOrd="1" destOrd="0" parTransId="{3EE1ECB2-504B-4F3F-BC33-79CA853BA8FB}" sibTransId="{25A2A43D-571F-4286-8A47-D6E908F8C8A3}"/>
    <dgm:cxn modelId="{C737162A-B0CF-4CD5-84A5-F077BB1E8E30}" srcId="{C77C0C05-818D-4111-B8F7-3261E8AF8DFE}" destId="{2753E9EB-26D9-4C29-8E48-F6B36D8A6E2E}" srcOrd="0" destOrd="0" parTransId="{76BFF194-5F00-4643-95A8-08A2B8D5B241}" sibTransId="{EF93B627-3735-4821-99E8-17278F901857}"/>
    <dgm:cxn modelId="{60D1F52A-F7DC-446A-A347-761280E28F21}" srcId="{39E76672-9E7D-4830-BA34-8F42ECAF7B6C}" destId="{2BE898F6-1146-4491-8C76-D92E88E6A0C2}" srcOrd="1" destOrd="0" parTransId="{AF805588-B72B-46A8-B16D-9D50BDF8CF5A}" sibTransId="{EA7C248A-4064-469D-AB66-37AB5ADC1554}"/>
    <dgm:cxn modelId="{26F5822C-5CB7-436B-B8F1-DD667B18E072}" srcId="{39E76672-9E7D-4830-BA34-8F42ECAF7B6C}" destId="{553B9106-0EE9-4015-AC96-360462C4D8C3}" srcOrd="2" destOrd="0" parTransId="{AECE2F13-3F62-4E2E-A803-CA1D18D6D563}" sibTransId="{D23BC83B-5D71-4212-8AE7-1B04F570F497}"/>
    <dgm:cxn modelId="{EBCB7D3B-AA70-4CA0-8143-A59FFC207DD3}" type="presOf" srcId="{9734AB70-36F5-487E-A1BE-C84D5455E7D7}" destId="{CF3D5E42-C47F-4862-855D-D27180B0931B}" srcOrd="0" destOrd="1" presId="urn:microsoft.com/office/officeart/2008/layout/PictureStrips"/>
    <dgm:cxn modelId="{D96EFA64-BC4A-4761-ABFD-13850F179DC7}" type="presOf" srcId="{8C9E168A-73D2-4204-99E0-83ABCC755E9B}" destId="{470394BC-EB74-4E57-8FD5-C881E7B58BDB}" srcOrd="0" destOrd="1" presId="urn:microsoft.com/office/officeart/2008/layout/PictureStrips"/>
    <dgm:cxn modelId="{2C8FF76B-1100-431B-8D43-78AD0A63BF35}" srcId="{553B9106-0EE9-4015-AC96-360462C4D8C3}" destId="{48F307DE-2CCF-4337-9AE0-A5A117722DBF}" srcOrd="2" destOrd="0" parTransId="{99C0BCCE-ADFC-4FE1-AE65-7CCEAE3DC65A}" sibTransId="{CDD2D011-EEBF-4AB9-A1F3-ADEC09C7D62C}"/>
    <dgm:cxn modelId="{41138C4E-C4BC-4164-8D9E-4BFE1C4EE014}" type="presOf" srcId="{2BE898F6-1146-4491-8C76-D92E88E6A0C2}" destId="{470394BC-EB74-4E57-8FD5-C881E7B58BDB}" srcOrd="0" destOrd="0" presId="urn:microsoft.com/office/officeart/2008/layout/PictureStrips"/>
    <dgm:cxn modelId="{83BD4F78-E825-4439-AC6A-022FD832519B}" type="presOf" srcId="{48F307DE-2CCF-4337-9AE0-A5A117722DBF}" destId="{CF3D5E42-C47F-4862-855D-D27180B0931B}" srcOrd="0" destOrd="3" presId="urn:microsoft.com/office/officeart/2008/layout/PictureStrips"/>
    <dgm:cxn modelId="{B28D7E88-0233-41BB-BD90-3613A4BBB5AE}" type="presOf" srcId="{5D45D15A-4655-4501-A29B-3BD7A7D0D8DD}" destId="{CF3D5E42-C47F-4862-855D-D27180B0931B}" srcOrd="0" destOrd="2" presId="urn:microsoft.com/office/officeart/2008/layout/PictureStrips"/>
    <dgm:cxn modelId="{28AD269F-5234-4D65-9E02-E6F762FE34B6}" srcId="{39E76672-9E7D-4830-BA34-8F42ECAF7B6C}" destId="{C77C0C05-818D-4111-B8F7-3261E8AF8DFE}" srcOrd="0" destOrd="0" parTransId="{7D78B762-C34B-4339-A3C4-7DCFBE51C839}" sibTransId="{92351F64-791B-4F30-B177-ADCEAF81F94A}"/>
    <dgm:cxn modelId="{69C8E8A8-45A9-4E6C-9C33-C204B900923F}" srcId="{553B9106-0EE9-4015-AC96-360462C4D8C3}" destId="{5D45D15A-4655-4501-A29B-3BD7A7D0D8DD}" srcOrd="1" destOrd="0" parTransId="{022316D4-6826-4467-9F54-C907240837A1}" sibTransId="{A958C795-F906-4F8F-B197-D3354353C320}"/>
    <dgm:cxn modelId="{863FDCAA-6BE0-4E51-858C-DCDD4A8266F3}" type="presOf" srcId="{553B9106-0EE9-4015-AC96-360462C4D8C3}" destId="{CF3D5E42-C47F-4862-855D-D27180B0931B}" srcOrd="0" destOrd="0" presId="urn:microsoft.com/office/officeart/2008/layout/PictureStrips"/>
    <dgm:cxn modelId="{A3F580AC-A2B2-4DE6-B201-590E98A975EC}" type="presOf" srcId="{2753E9EB-26D9-4C29-8E48-F6B36D8A6E2E}" destId="{83475F66-92DF-40FD-8F24-1CDD110879F7}" srcOrd="0" destOrd="1" presId="urn:microsoft.com/office/officeart/2008/layout/PictureStrips"/>
    <dgm:cxn modelId="{618353B5-61BE-4C49-A571-F9A931565C82}" type="presOf" srcId="{D795DF39-FAB5-4F83-A9FD-BA58965FC897}" destId="{83475F66-92DF-40FD-8F24-1CDD110879F7}" srcOrd="0" destOrd="2" presId="urn:microsoft.com/office/officeart/2008/layout/PictureStrips"/>
    <dgm:cxn modelId="{0EC309BC-5DC2-49D2-87DA-E11CC3B88C5F}" srcId="{553B9106-0EE9-4015-AC96-360462C4D8C3}" destId="{9734AB70-36F5-487E-A1BE-C84D5455E7D7}" srcOrd="0" destOrd="0" parTransId="{2DA35E08-EA70-4078-B52A-5727FF41FF03}" sibTransId="{64630ADE-3194-4051-961A-3151EB1E03AF}"/>
    <dgm:cxn modelId="{EBED5CED-8D85-4315-8042-196067FD076D}" type="presOf" srcId="{39E76672-9E7D-4830-BA34-8F42ECAF7B6C}" destId="{46125C40-7AFC-4888-8BBA-6595FBE27541}" srcOrd="0" destOrd="0" presId="urn:microsoft.com/office/officeart/2008/layout/PictureStrips"/>
    <dgm:cxn modelId="{2EDD6BFC-ED48-435C-B02E-08A5AD1A77A1}" srcId="{2BE898F6-1146-4491-8C76-D92E88E6A0C2}" destId="{8C9E168A-73D2-4204-99E0-83ABCC755E9B}" srcOrd="0" destOrd="0" parTransId="{D5E3D1A6-69F5-4974-88F7-12CE23B89093}" sibTransId="{45CEDED5-5B3A-4BF0-8A55-757179DD9B11}"/>
    <dgm:cxn modelId="{78EFC16B-CFC7-4A88-BCA3-4F6187418BCC}" type="presParOf" srcId="{46125C40-7AFC-4888-8BBA-6595FBE27541}" destId="{C599F2D6-217B-4B3C-9A19-EBB10E87EA5F}" srcOrd="0" destOrd="0" presId="urn:microsoft.com/office/officeart/2008/layout/PictureStrips"/>
    <dgm:cxn modelId="{4CA9912C-A63C-483C-8F87-A01EAC6B8D1A}" type="presParOf" srcId="{C599F2D6-217B-4B3C-9A19-EBB10E87EA5F}" destId="{83475F66-92DF-40FD-8F24-1CDD110879F7}" srcOrd="0" destOrd="0" presId="urn:microsoft.com/office/officeart/2008/layout/PictureStrips"/>
    <dgm:cxn modelId="{CF7B53CA-E2CB-45E9-B98E-FF5DC2793D90}" type="presParOf" srcId="{C599F2D6-217B-4B3C-9A19-EBB10E87EA5F}" destId="{43C1A1E5-C07D-43BE-A04D-073806AC284C}" srcOrd="1" destOrd="0" presId="urn:microsoft.com/office/officeart/2008/layout/PictureStrips"/>
    <dgm:cxn modelId="{248D7EBC-215A-4A85-A490-C35FF4D8C60C}" type="presParOf" srcId="{46125C40-7AFC-4888-8BBA-6595FBE27541}" destId="{2BCF6786-8578-4757-A33D-096550D50271}" srcOrd="1" destOrd="0" presId="urn:microsoft.com/office/officeart/2008/layout/PictureStrips"/>
    <dgm:cxn modelId="{309021F8-71D1-4031-9B9A-370E42B7927F}" type="presParOf" srcId="{46125C40-7AFC-4888-8BBA-6595FBE27541}" destId="{274C45AF-23FA-40F9-9FD8-F1C56CBF684D}" srcOrd="2" destOrd="0" presId="urn:microsoft.com/office/officeart/2008/layout/PictureStrips"/>
    <dgm:cxn modelId="{424AE5EC-E39D-403B-A0DE-018F62200207}" type="presParOf" srcId="{274C45AF-23FA-40F9-9FD8-F1C56CBF684D}" destId="{470394BC-EB74-4E57-8FD5-C881E7B58BDB}" srcOrd="0" destOrd="0" presId="urn:microsoft.com/office/officeart/2008/layout/PictureStrips"/>
    <dgm:cxn modelId="{A502CB24-C9BC-4CCE-9D14-00821737B243}" type="presParOf" srcId="{274C45AF-23FA-40F9-9FD8-F1C56CBF684D}" destId="{2E5783AC-350D-4797-A4F6-0871BD97EA3F}" srcOrd="1" destOrd="0" presId="urn:microsoft.com/office/officeart/2008/layout/PictureStrips"/>
    <dgm:cxn modelId="{E89EF543-6C9C-4946-A9E9-48F1480835E9}" type="presParOf" srcId="{46125C40-7AFC-4888-8BBA-6595FBE27541}" destId="{DE5F20A6-237E-4DB0-B55B-355710B4F7EE}" srcOrd="3" destOrd="0" presId="urn:microsoft.com/office/officeart/2008/layout/PictureStrips"/>
    <dgm:cxn modelId="{BBE0EF43-2D92-48F9-AECA-23F4CCB9D70D}" type="presParOf" srcId="{46125C40-7AFC-4888-8BBA-6595FBE27541}" destId="{46BAED5F-CA07-49FA-B60C-15F564C773C1}" srcOrd="4" destOrd="0" presId="urn:microsoft.com/office/officeart/2008/layout/PictureStrips"/>
    <dgm:cxn modelId="{E24E91D2-1088-41BB-835B-F64A723AFD0B}" type="presParOf" srcId="{46BAED5F-CA07-49FA-B60C-15F564C773C1}" destId="{CF3D5E42-C47F-4862-855D-D27180B0931B}" srcOrd="0" destOrd="0" presId="urn:microsoft.com/office/officeart/2008/layout/PictureStrips"/>
    <dgm:cxn modelId="{D16EC528-008F-48C1-90BB-3F6853DA76F3}" type="presParOf" srcId="{46BAED5F-CA07-49FA-B60C-15F564C773C1}" destId="{358DEC65-DD59-4D20-9820-3F172AF04195}" srcOrd="1" destOrd="0" presId="urn:microsoft.com/office/officeart/2008/layout/PictureStrips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5.xml><?xml version="1.0" encoding="utf-8"?>
<dgm:dataModel xmlns:dgm="http://schemas.openxmlformats.org/drawingml/2006/diagram" xmlns:a="http://schemas.openxmlformats.org/drawingml/2006/main">
  <dgm:ptLst>
    <dgm:pt modelId="{39E76672-9E7D-4830-BA34-8F42ECAF7B6C}" type="doc">
      <dgm:prSet loTypeId="urn:microsoft.com/office/officeart/2008/layout/PictureStrips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tr-TR"/>
        </a:p>
      </dgm:t>
    </dgm:pt>
    <dgm:pt modelId="{C77C0C05-818D-4111-B8F7-3261E8AF8DFE}">
      <dgm:prSet/>
      <dgm:spPr/>
      <dgm:t>
        <a:bodyPr/>
        <a:lstStyle/>
        <a:p>
          <a:r>
            <a:rPr lang="tr-TR"/>
            <a:t>Input value&lt;Output values</a:t>
          </a:r>
          <a:endParaRPr lang="tr-TR" dirty="0"/>
        </a:p>
      </dgm:t>
    </dgm:pt>
    <dgm:pt modelId="{7D78B762-C34B-4339-A3C4-7DCFBE51C839}" type="parTrans" cxnId="{28AD269F-5234-4D65-9E02-E6F762FE34B6}">
      <dgm:prSet/>
      <dgm:spPr/>
      <dgm:t>
        <a:bodyPr/>
        <a:lstStyle/>
        <a:p>
          <a:endParaRPr lang="tr-TR"/>
        </a:p>
      </dgm:t>
    </dgm:pt>
    <dgm:pt modelId="{92351F64-791B-4F30-B177-ADCEAF81F94A}" type="sibTrans" cxnId="{28AD269F-5234-4D65-9E02-E6F762FE34B6}">
      <dgm:prSet/>
      <dgm:spPr/>
      <dgm:t>
        <a:bodyPr/>
        <a:lstStyle/>
        <a:p>
          <a:endParaRPr lang="tr-TR"/>
        </a:p>
      </dgm:t>
    </dgm:pt>
    <dgm:pt modelId="{D865B06B-310B-4C91-880C-805888D69A59}">
      <dgm:prSet/>
      <dgm:spPr/>
      <dgm:t>
        <a:bodyPr/>
        <a:lstStyle/>
        <a:p>
          <a:r>
            <a:rPr lang="en-US" dirty="0"/>
            <a:t>Reject if the sum of input values is less than sum of output values.</a:t>
          </a:r>
        </a:p>
      </dgm:t>
    </dgm:pt>
    <dgm:pt modelId="{00C324EA-C630-4776-8BCC-78F1DBC7ABD3}" type="parTrans" cxnId="{ED96288C-296A-4A20-8310-92110C601789}">
      <dgm:prSet/>
      <dgm:spPr/>
      <dgm:t>
        <a:bodyPr/>
        <a:lstStyle/>
        <a:p>
          <a:endParaRPr lang="tr-TR"/>
        </a:p>
      </dgm:t>
    </dgm:pt>
    <dgm:pt modelId="{D671BFB6-8165-4002-BA72-B1F87B5301C3}" type="sibTrans" cxnId="{ED96288C-296A-4A20-8310-92110C601789}">
      <dgm:prSet/>
      <dgm:spPr/>
      <dgm:t>
        <a:bodyPr/>
        <a:lstStyle/>
        <a:p>
          <a:endParaRPr lang="tr-TR"/>
        </a:p>
      </dgm:t>
    </dgm:pt>
    <dgm:pt modelId="{FC8A1FDC-C988-4CDC-98CB-93FD98AFE8AA}">
      <dgm:prSet/>
      <dgm:spPr/>
      <dgm:t>
        <a:bodyPr/>
        <a:lstStyle/>
        <a:p>
          <a:pPr>
            <a:defRPr b="1"/>
          </a:pPr>
          <a:r>
            <a:rPr lang="tr-TR"/>
            <a:t>Too low transaction fee</a:t>
          </a:r>
          <a:endParaRPr lang="en-US"/>
        </a:p>
      </dgm:t>
    </dgm:pt>
    <dgm:pt modelId="{45E7A3B8-B5BA-453F-921D-F401D1BF2320}" type="parTrans" cxnId="{9D2CA7F5-D521-45D4-A92E-597C91F7FE41}">
      <dgm:prSet/>
      <dgm:spPr/>
      <dgm:t>
        <a:bodyPr/>
        <a:lstStyle/>
        <a:p>
          <a:endParaRPr lang="tr-TR"/>
        </a:p>
      </dgm:t>
    </dgm:pt>
    <dgm:pt modelId="{5927C0FD-FAF1-48FC-99CA-B709135F26AB}" type="sibTrans" cxnId="{9D2CA7F5-D521-45D4-A92E-597C91F7FE41}">
      <dgm:prSet/>
      <dgm:spPr/>
      <dgm:t>
        <a:bodyPr/>
        <a:lstStyle/>
        <a:p>
          <a:endParaRPr lang="tr-TR"/>
        </a:p>
      </dgm:t>
    </dgm:pt>
    <dgm:pt modelId="{23BB731D-8D1B-48CC-93ED-43A79E871198}">
      <dgm:prSet/>
      <dgm:spPr/>
      <dgm:t>
        <a:bodyPr/>
        <a:lstStyle/>
        <a:p>
          <a:r>
            <a:rPr lang="en-US"/>
            <a:t>Reject if transaction fee would be too low (minRelayTxFee) </a:t>
          </a:r>
        </a:p>
      </dgm:t>
    </dgm:pt>
    <dgm:pt modelId="{24B9E0AF-370E-4828-BF23-BD1D6B494061}" type="parTrans" cxnId="{301764A6-811B-4AFB-854F-7D6C276D04D6}">
      <dgm:prSet/>
      <dgm:spPr/>
      <dgm:t>
        <a:bodyPr/>
        <a:lstStyle/>
        <a:p>
          <a:endParaRPr lang="tr-TR"/>
        </a:p>
      </dgm:t>
    </dgm:pt>
    <dgm:pt modelId="{BD4455BE-1522-407B-A194-344DA14A7BD5}" type="sibTrans" cxnId="{301764A6-811B-4AFB-854F-7D6C276D04D6}">
      <dgm:prSet/>
      <dgm:spPr/>
      <dgm:t>
        <a:bodyPr/>
        <a:lstStyle/>
        <a:p>
          <a:endParaRPr lang="tr-TR"/>
        </a:p>
      </dgm:t>
    </dgm:pt>
    <dgm:pt modelId="{AF58FE21-8558-498D-9C26-DD57C681229C}">
      <dgm:prSet/>
      <dgm:spPr/>
      <dgm:t>
        <a:bodyPr/>
        <a:lstStyle/>
        <a:p>
          <a:r>
            <a:rPr lang="en-US"/>
            <a:t>to get into an empty</a:t>
          </a:r>
          <a:r>
            <a:rPr lang="tr-TR"/>
            <a:t> block.</a:t>
          </a:r>
          <a:endParaRPr lang="en-US"/>
        </a:p>
      </dgm:t>
    </dgm:pt>
    <dgm:pt modelId="{819942CC-C814-4334-A9F0-C8E125A798CD}" type="parTrans" cxnId="{8298D7B3-E8A5-4501-99D4-D1AAA3FBCF5D}">
      <dgm:prSet/>
      <dgm:spPr/>
      <dgm:t>
        <a:bodyPr/>
        <a:lstStyle/>
        <a:p>
          <a:endParaRPr lang="tr-TR"/>
        </a:p>
      </dgm:t>
    </dgm:pt>
    <dgm:pt modelId="{A85C69DE-B4F3-4A3A-B89C-8FB43A49E46F}" type="sibTrans" cxnId="{8298D7B3-E8A5-4501-99D4-D1AAA3FBCF5D}">
      <dgm:prSet/>
      <dgm:spPr/>
      <dgm:t>
        <a:bodyPr/>
        <a:lstStyle/>
        <a:p>
          <a:endParaRPr lang="tr-TR"/>
        </a:p>
      </dgm:t>
    </dgm:pt>
    <dgm:pt modelId="{C395B83C-8B11-4ADF-A1D8-DEEAB07D11E3}">
      <dgm:prSet/>
      <dgm:spPr/>
      <dgm:t>
        <a:bodyPr/>
        <a:lstStyle/>
        <a:p>
          <a:pPr>
            <a:defRPr b="1"/>
          </a:pPr>
          <a:r>
            <a:rPr lang="tr-TR"/>
            <a:t>Validating unlocking scriptes</a:t>
          </a:r>
          <a:endParaRPr lang="en-US"/>
        </a:p>
      </dgm:t>
    </dgm:pt>
    <dgm:pt modelId="{0AFECBC6-FC7A-4256-A2FA-CFAE05A9FF12}" type="parTrans" cxnId="{A1E743CF-8DA9-42C6-8CDA-137CE9030EEE}">
      <dgm:prSet/>
      <dgm:spPr/>
      <dgm:t>
        <a:bodyPr/>
        <a:lstStyle/>
        <a:p>
          <a:endParaRPr lang="tr-TR"/>
        </a:p>
      </dgm:t>
    </dgm:pt>
    <dgm:pt modelId="{2ED0A6B6-BC77-498A-985D-3B72C9F24567}" type="sibTrans" cxnId="{A1E743CF-8DA9-42C6-8CDA-137CE9030EEE}">
      <dgm:prSet/>
      <dgm:spPr/>
      <dgm:t>
        <a:bodyPr/>
        <a:lstStyle/>
        <a:p>
          <a:endParaRPr lang="tr-TR"/>
        </a:p>
      </dgm:t>
    </dgm:pt>
    <dgm:pt modelId="{C2F1F01B-9A4A-45AA-A7C9-EABAC8BED04F}">
      <dgm:prSet/>
      <dgm:spPr/>
      <dgm:t>
        <a:bodyPr/>
        <a:lstStyle/>
        <a:p>
          <a:r>
            <a:rPr lang="en-US" dirty="0"/>
            <a:t>The unlocking scripts for each input must validate against the corresponding</a:t>
          </a:r>
          <a:r>
            <a:rPr lang="tr-TR" dirty="0"/>
            <a:t> </a:t>
          </a:r>
          <a:r>
            <a:rPr lang="tr-TR" dirty="0" err="1"/>
            <a:t>output</a:t>
          </a:r>
          <a:r>
            <a:rPr lang="tr-TR" dirty="0"/>
            <a:t> </a:t>
          </a:r>
          <a:r>
            <a:rPr lang="tr-TR" dirty="0" err="1"/>
            <a:t>locking</a:t>
          </a:r>
          <a:r>
            <a:rPr lang="tr-TR" dirty="0"/>
            <a:t> </a:t>
          </a:r>
          <a:r>
            <a:rPr lang="tr-TR" dirty="0" err="1"/>
            <a:t>scripts</a:t>
          </a:r>
          <a:r>
            <a:rPr lang="tr-TR" dirty="0"/>
            <a:t>.</a:t>
          </a:r>
          <a:endParaRPr lang="en-US" dirty="0"/>
        </a:p>
      </dgm:t>
    </dgm:pt>
    <dgm:pt modelId="{746F3A95-DCBE-4D51-8645-2D942ED003C6}" type="parTrans" cxnId="{4213A836-42AB-4AB8-9C26-162116F2AC9F}">
      <dgm:prSet/>
      <dgm:spPr/>
      <dgm:t>
        <a:bodyPr/>
        <a:lstStyle/>
        <a:p>
          <a:endParaRPr lang="tr-TR"/>
        </a:p>
      </dgm:t>
    </dgm:pt>
    <dgm:pt modelId="{7E65612F-7A54-4011-976A-ED966BCE3D6C}" type="sibTrans" cxnId="{4213A836-42AB-4AB8-9C26-162116F2AC9F}">
      <dgm:prSet/>
      <dgm:spPr/>
      <dgm:t>
        <a:bodyPr/>
        <a:lstStyle/>
        <a:p>
          <a:endParaRPr lang="tr-TR"/>
        </a:p>
      </dgm:t>
    </dgm:pt>
    <dgm:pt modelId="{46125C40-7AFC-4888-8BBA-6595FBE27541}" type="pres">
      <dgm:prSet presAssocID="{39E76672-9E7D-4830-BA34-8F42ECAF7B6C}" presName="Name0" presStyleCnt="0">
        <dgm:presLayoutVars>
          <dgm:dir/>
          <dgm:resizeHandles val="exact"/>
        </dgm:presLayoutVars>
      </dgm:prSet>
      <dgm:spPr/>
    </dgm:pt>
    <dgm:pt modelId="{C599F2D6-217B-4B3C-9A19-EBB10E87EA5F}" type="pres">
      <dgm:prSet presAssocID="{C77C0C05-818D-4111-B8F7-3261E8AF8DFE}" presName="composite" presStyleCnt="0"/>
      <dgm:spPr/>
    </dgm:pt>
    <dgm:pt modelId="{83475F66-92DF-40FD-8F24-1CDD110879F7}" type="pres">
      <dgm:prSet presAssocID="{C77C0C05-818D-4111-B8F7-3261E8AF8DFE}" presName="rect1" presStyleLbl="trAlignAcc1" presStyleIdx="0" presStyleCnt="3">
        <dgm:presLayoutVars>
          <dgm:bulletEnabled val="1"/>
        </dgm:presLayoutVars>
      </dgm:prSet>
      <dgm:spPr/>
    </dgm:pt>
    <dgm:pt modelId="{43C1A1E5-C07D-43BE-A04D-073806AC284C}" type="pres">
      <dgm:prSet presAssocID="{C77C0C05-818D-4111-B8F7-3261E8AF8DFE}" presName="rect2" presStyleLbl="fgImgPlace1" presStyleIdx="0" presStyleCnt="3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</dgm:spPr>
    </dgm:pt>
    <dgm:pt modelId="{2BCF6786-8578-4757-A33D-096550D50271}" type="pres">
      <dgm:prSet presAssocID="{92351F64-791B-4F30-B177-ADCEAF81F94A}" presName="sibTrans" presStyleCnt="0"/>
      <dgm:spPr/>
    </dgm:pt>
    <dgm:pt modelId="{163E77A1-C1DC-4CC0-B4A4-235F3AC005B2}" type="pres">
      <dgm:prSet presAssocID="{FC8A1FDC-C988-4CDC-98CB-93FD98AFE8AA}" presName="composite" presStyleCnt="0"/>
      <dgm:spPr/>
    </dgm:pt>
    <dgm:pt modelId="{2E8C5FF6-09A1-41DC-AE06-312B58870FAF}" type="pres">
      <dgm:prSet presAssocID="{FC8A1FDC-C988-4CDC-98CB-93FD98AFE8AA}" presName="rect1" presStyleLbl="trAlignAcc1" presStyleIdx="1" presStyleCnt="3">
        <dgm:presLayoutVars>
          <dgm:bulletEnabled val="1"/>
        </dgm:presLayoutVars>
      </dgm:prSet>
      <dgm:spPr/>
    </dgm:pt>
    <dgm:pt modelId="{940804E4-E717-48C7-BAA4-06B27CFB816D}" type="pres">
      <dgm:prSet presAssocID="{FC8A1FDC-C988-4CDC-98CB-93FD98AFE8AA}" presName="rect2" presStyleLbl="fgImgPlac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Contract"/>
        </a:ext>
      </dgm:extLst>
    </dgm:pt>
    <dgm:pt modelId="{6C2C8551-B329-41E3-AE39-7D1919C12DDD}" type="pres">
      <dgm:prSet presAssocID="{5927C0FD-FAF1-48FC-99CA-B709135F26AB}" presName="sibTrans" presStyleCnt="0"/>
      <dgm:spPr/>
    </dgm:pt>
    <dgm:pt modelId="{17E00C01-B05E-4251-9BC2-60DC553716D6}" type="pres">
      <dgm:prSet presAssocID="{C395B83C-8B11-4ADF-A1D8-DEEAB07D11E3}" presName="composite" presStyleCnt="0"/>
      <dgm:spPr/>
    </dgm:pt>
    <dgm:pt modelId="{196C2E10-5C6E-4E49-9E75-4E09C6145520}" type="pres">
      <dgm:prSet presAssocID="{C395B83C-8B11-4ADF-A1D8-DEEAB07D11E3}" presName="rect1" presStyleLbl="trAlignAcc1" presStyleIdx="2" presStyleCnt="3">
        <dgm:presLayoutVars>
          <dgm:bulletEnabled val="1"/>
        </dgm:presLayoutVars>
      </dgm:prSet>
      <dgm:spPr/>
    </dgm:pt>
    <dgm:pt modelId="{E6604C54-855C-455B-B8CD-410624560082}" type="pres">
      <dgm:prSet presAssocID="{C395B83C-8B11-4ADF-A1D8-DEEAB07D11E3}" presName="rect2" presStyleLbl="fgImgPlac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Kilidi Aç"/>
        </a:ext>
      </dgm:extLst>
    </dgm:pt>
  </dgm:ptLst>
  <dgm:cxnLst>
    <dgm:cxn modelId="{28405A08-3006-4D3E-A8CD-249D94D8C465}" type="presOf" srcId="{23BB731D-8D1B-48CC-93ED-43A79E871198}" destId="{2E8C5FF6-09A1-41DC-AE06-312B58870FAF}" srcOrd="0" destOrd="1" presId="urn:microsoft.com/office/officeart/2008/layout/PictureStrips"/>
    <dgm:cxn modelId="{32B01F15-05A6-43DF-B2F0-35053F17F1A4}" type="presOf" srcId="{C77C0C05-818D-4111-B8F7-3261E8AF8DFE}" destId="{83475F66-92DF-40FD-8F24-1CDD110879F7}" srcOrd="0" destOrd="0" presId="urn:microsoft.com/office/officeart/2008/layout/PictureStrips"/>
    <dgm:cxn modelId="{4213A836-42AB-4AB8-9C26-162116F2AC9F}" srcId="{C395B83C-8B11-4ADF-A1D8-DEEAB07D11E3}" destId="{C2F1F01B-9A4A-45AA-A7C9-EABAC8BED04F}" srcOrd="0" destOrd="0" parTransId="{746F3A95-DCBE-4D51-8645-2D942ED003C6}" sibTransId="{7E65612F-7A54-4011-976A-ED966BCE3D6C}"/>
    <dgm:cxn modelId="{3A91A43B-535A-4F64-9F51-62B65E5B9F96}" type="presOf" srcId="{FC8A1FDC-C988-4CDC-98CB-93FD98AFE8AA}" destId="{2E8C5FF6-09A1-41DC-AE06-312B58870FAF}" srcOrd="0" destOrd="0" presId="urn:microsoft.com/office/officeart/2008/layout/PictureStrips"/>
    <dgm:cxn modelId="{76FAA47C-D844-4458-B864-D90CCA4890A7}" type="presOf" srcId="{D865B06B-310B-4C91-880C-805888D69A59}" destId="{83475F66-92DF-40FD-8F24-1CDD110879F7}" srcOrd="0" destOrd="1" presId="urn:microsoft.com/office/officeart/2008/layout/PictureStrips"/>
    <dgm:cxn modelId="{ED96288C-296A-4A20-8310-92110C601789}" srcId="{C77C0C05-818D-4111-B8F7-3261E8AF8DFE}" destId="{D865B06B-310B-4C91-880C-805888D69A59}" srcOrd="0" destOrd="0" parTransId="{00C324EA-C630-4776-8BCC-78F1DBC7ABD3}" sibTransId="{D671BFB6-8165-4002-BA72-B1F87B5301C3}"/>
    <dgm:cxn modelId="{28AD269F-5234-4D65-9E02-E6F762FE34B6}" srcId="{39E76672-9E7D-4830-BA34-8F42ECAF7B6C}" destId="{C77C0C05-818D-4111-B8F7-3261E8AF8DFE}" srcOrd="0" destOrd="0" parTransId="{7D78B762-C34B-4339-A3C4-7DCFBE51C839}" sibTransId="{92351F64-791B-4F30-B177-ADCEAF81F94A}"/>
    <dgm:cxn modelId="{301764A6-811B-4AFB-854F-7D6C276D04D6}" srcId="{FC8A1FDC-C988-4CDC-98CB-93FD98AFE8AA}" destId="{23BB731D-8D1B-48CC-93ED-43A79E871198}" srcOrd="0" destOrd="0" parTransId="{24B9E0AF-370E-4828-BF23-BD1D6B494061}" sibTransId="{BD4455BE-1522-407B-A194-344DA14A7BD5}"/>
    <dgm:cxn modelId="{472AF4B2-EDCC-49C9-874C-8459079501A1}" type="presOf" srcId="{C2F1F01B-9A4A-45AA-A7C9-EABAC8BED04F}" destId="{196C2E10-5C6E-4E49-9E75-4E09C6145520}" srcOrd="0" destOrd="1" presId="urn:microsoft.com/office/officeart/2008/layout/PictureStrips"/>
    <dgm:cxn modelId="{8298D7B3-E8A5-4501-99D4-D1AAA3FBCF5D}" srcId="{FC8A1FDC-C988-4CDC-98CB-93FD98AFE8AA}" destId="{AF58FE21-8558-498D-9C26-DD57C681229C}" srcOrd="1" destOrd="0" parTransId="{819942CC-C814-4334-A9F0-C8E125A798CD}" sibTransId="{A85C69DE-B4F3-4A3A-B89C-8FB43A49E46F}"/>
    <dgm:cxn modelId="{1D4ADABB-D56C-4BC9-A2C8-3F2EDF77E560}" type="presOf" srcId="{C395B83C-8B11-4ADF-A1D8-DEEAB07D11E3}" destId="{196C2E10-5C6E-4E49-9E75-4E09C6145520}" srcOrd="0" destOrd="0" presId="urn:microsoft.com/office/officeart/2008/layout/PictureStrips"/>
    <dgm:cxn modelId="{A1E743CF-8DA9-42C6-8CDA-137CE9030EEE}" srcId="{39E76672-9E7D-4830-BA34-8F42ECAF7B6C}" destId="{C395B83C-8B11-4ADF-A1D8-DEEAB07D11E3}" srcOrd="2" destOrd="0" parTransId="{0AFECBC6-FC7A-4256-A2FA-CFAE05A9FF12}" sibTransId="{2ED0A6B6-BC77-498A-985D-3B72C9F24567}"/>
    <dgm:cxn modelId="{EBED5CED-8D85-4315-8042-196067FD076D}" type="presOf" srcId="{39E76672-9E7D-4830-BA34-8F42ECAF7B6C}" destId="{46125C40-7AFC-4888-8BBA-6595FBE27541}" srcOrd="0" destOrd="0" presId="urn:microsoft.com/office/officeart/2008/layout/PictureStrips"/>
    <dgm:cxn modelId="{47731EF5-EED7-488A-B613-41107651B13E}" type="presOf" srcId="{AF58FE21-8558-498D-9C26-DD57C681229C}" destId="{2E8C5FF6-09A1-41DC-AE06-312B58870FAF}" srcOrd="0" destOrd="2" presId="urn:microsoft.com/office/officeart/2008/layout/PictureStrips"/>
    <dgm:cxn modelId="{9D2CA7F5-D521-45D4-A92E-597C91F7FE41}" srcId="{39E76672-9E7D-4830-BA34-8F42ECAF7B6C}" destId="{FC8A1FDC-C988-4CDC-98CB-93FD98AFE8AA}" srcOrd="1" destOrd="0" parTransId="{45E7A3B8-B5BA-453F-921D-F401D1BF2320}" sibTransId="{5927C0FD-FAF1-48FC-99CA-B709135F26AB}"/>
    <dgm:cxn modelId="{78EFC16B-CFC7-4A88-BCA3-4F6187418BCC}" type="presParOf" srcId="{46125C40-7AFC-4888-8BBA-6595FBE27541}" destId="{C599F2D6-217B-4B3C-9A19-EBB10E87EA5F}" srcOrd="0" destOrd="0" presId="urn:microsoft.com/office/officeart/2008/layout/PictureStrips"/>
    <dgm:cxn modelId="{4CA9912C-A63C-483C-8F87-A01EAC6B8D1A}" type="presParOf" srcId="{C599F2D6-217B-4B3C-9A19-EBB10E87EA5F}" destId="{83475F66-92DF-40FD-8F24-1CDD110879F7}" srcOrd="0" destOrd="0" presId="urn:microsoft.com/office/officeart/2008/layout/PictureStrips"/>
    <dgm:cxn modelId="{CF7B53CA-E2CB-45E9-B98E-FF5DC2793D90}" type="presParOf" srcId="{C599F2D6-217B-4B3C-9A19-EBB10E87EA5F}" destId="{43C1A1E5-C07D-43BE-A04D-073806AC284C}" srcOrd="1" destOrd="0" presId="urn:microsoft.com/office/officeart/2008/layout/PictureStrips"/>
    <dgm:cxn modelId="{248D7EBC-215A-4A85-A490-C35FF4D8C60C}" type="presParOf" srcId="{46125C40-7AFC-4888-8BBA-6595FBE27541}" destId="{2BCF6786-8578-4757-A33D-096550D50271}" srcOrd="1" destOrd="0" presId="urn:microsoft.com/office/officeart/2008/layout/PictureStrips"/>
    <dgm:cxn modelId="{38288694-F5E7-41B4-A00D-B6F2FAF4213B}" type="presParOf" srcId="{46125C40-7AFC-4888-8BBA-6595FBE27541}" destId="{163E77A1-C1DC-4CC0-B4A4-235F3AC005B2}" srcOrd="2" destOrd="0" presId="urn:microsoft.com/office/officeart/2008/layout/PictureStrips"/>
    <dgm:cxn modelId="{972A3256-5666-40EA-9657-44C0D0D065E3}" type="presParOf" srcId="{163E77A1-C1DC-4CC0-B4A4-235F3AC005B2}" destId="{2E8C5FF6-09A1-41DC-AE06-312B58870FAF}" srcOrd="0" destOrd="0" presId="urn:microsoft.com/office/officeart/2008/layout/PictureStrips"/>
    <dgm:cxn modelId="{E0217005-DDCA-4173-93DE-B6829BB08B16}" type="presParOf" srcId="{163E77A1-C1DC-4CC0-B4A4-235F3AC005B2}" destId="{940804E4-E717-48C7-BAA4-06B27CFB816D}" srcOrd="1" destOrd="0" presId="urn:microsoft.com/office/officeart/2008/layout/PictureStrips"/>
    <dgm:cxn modelId="{4B23586B-0604-4137-84B0-71B77C1BEBCC}" type="presParOf" srcId="{46125C40-7AFC-4888-8BBA-6595FBE27541}" destId="{6C2C8551-B329-41E3-AE39-7D1919C12DDD}" srcOrd="3" destOrd="0" presId="urn:microsoft.com/office/officeart/2008/layout/PictureStrips"/>
    <dgm:cxn modelId="{B958409E-D121-41FB-9630-A2D0F82A4461}" type="presParOf" srcId="{46125C40-7AFC-4888-8BBA-6595FBE27541}" destId="{17E00C01-B05E-4251-9BC2-60DC553716D6}" srcOrd="4" destOrd="0" presId="urn:microsoft.com/office/officeart/2008/layout/PictureStrips"/>
    <dgm:cxn modelId="{1D44458C-F808-43ED-82CD-5E988DB500DD}" type="presParOf" srcId="{17E00C01-B05E-4251-9BC2-60DC553716D6}" destId="{196C2E10-5C6E-4E49-9E75-4E09C6145520}" srcOrd="0" destOrd="0" presId="urn:microsoft.com/office/officeart/2008/layout/PictureStrips"/>
    <dgm:cxn modelId="{42C40C63-E100-49C7-A1BD-18C05CBDFB0A}" type="presParOf" srcId="{17E00C01-B05E-4251-9BC2-60DC553716D6}" destId="{E6604C54-855C-455B-B8CD-410624560082}" srcOrd="1" destOrd="0" presId="urn:microsoft.com/office/officeart/2008/layout/PictureStrips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6.xml><?xml version="1.0" encoding="utf-8"?>
<dgm:dataModel xmlns:dgm="http://schemas.openxmlformats.org/drawingml/2006/diagram" xmlns:a="http://schemas.openxmlformats.org/drawingml/2006/main">
  <dgm:ptLst>
    <dgm:pt modelId="{C8D01EFF-E69A-40FD-A36C-D4BB2CB090F4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6066ACA6-DFA4-4707-B1E7-21387DDD178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Bitcoin Core</a:t>
          </a:r>
        </a:p>
      </dgm:t>
    </dgm:pt>
    <dgm:pt modelId="{F4DFC6EE-C808-4726-B2E1-459FEF6F35CD}" type="parTrans" cxnId="{47F87321-70AA-4F22-A96E-613FFDE45440}">
      <dgm:prSet/>
      <dgm:spPr/>
      <dgm:t>
        <a:bodyPr/>
        <a:lstStyle/>
        <a:p>
          <a:endParaRPr lang="en-US"/>
        </a:p>
      </dgm:t>
    </dgm:pt>
    <dgm:pt modelId="{20447DC4-ACDD-4C92-A63B-44A760CB977D}" type="sibTrans" cxnId="{47F87321-70AA-4F22-A96E-613FFDE45440}">
      <dgm:prSet/>
      <dgm:spPr/>
      <dgm:t>
        <a:bodyPr/>
        <a:lstStyle/>
        <a:p>
          <a:endParaRPr lang="en-US"/>
        </a:p>
      </dgm:t>
    </dgm:pt>
    <dgm:pt modelId="{B3D5C86E-A8F7-4E7C-AC81-28DB9952489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err="1"/>
            <a:t>AcceptToMemoryPool</a:t>
          </a:r>
          <a:endParaRPr lang="en-US"/>
        </a:p>
      </dgm:t>
    </dgm:pt>
    <dgm:pt modelId="{F3E5706D-CCA3-42E7-88CA-8CCCEEABC79D}" type="parTrans" cxnId="{BC4D3DFF-A34A-4E0C-9E74-73B5FC9522D1}">
      <dgm:prSet/>
      <dgm:spPr/>
      <dgm:t>
        <a:bodyPr/>
        <a:lstStyle/>
        <a:p>
          <a:endParaRPr lang="tr-TR"/>
        </a:p>
      </dgm:t>
    </dgm:pt>
    <dgm:pt modelId="{9B41705D-FB8A-416D-9069-51948B71BCB1}" type="sibTrans" cxnId="{BC4D3DFF-A34A-4E0C-9E74-73B5FC9522D1}">
      <dgm:prSet/>
      <dgm:spPr/>
      <dgm:t>
        <a:bodyPr/>
        <a:lstStyle/>
        <a:p>
          <a:endParaRPr lang="tr-TR"/>
        </a:p>
      </dgm:t>
    </dgm:pt>
    <dgm:pt modelId="{23ED0CB3-6ED2-48AB-A40D-034D84EA7C4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err="1"/>
            <a:t>CheckTransaction</a:t>
          </a:r>
          <a:endParaRPr lang="en-US"/>
        </a:p>
      </dgm:t>
    </dgm:pt>
    <dgm:pt modelId="{30B5FD63-09AA-4235-82FD-089690059D1C}" type="parTrans" cxnId="{64180D4A-A402-45E8-B47F-4AA4D846AA99}">
      <dgm:prSet/>
      <dgm:spPr/>
      <dgm:t>
        <a:bodyPr/>
        <a:lstStyle/>
        <a:p>
          <a:endParaRPr lang="tr-TR"/>
        </a:p>
      </dgm:t>
    </dgm:pt>
    <dgm:pt modelId="{B5EA911F-689A-4465-9F9D-428FB0CA4988}" type="sibTrans" cxnId="{64180D4A-A402-45E8-B47F-4AA4D846AA99}">
      <dgm:prSet/>
      <dgm:spPr/>
      <dgm:t>
        <a:bodyPr/>
        <a:lstStyle/>
        <a:p>
          <a:endParaRPr lang="tr-TR"/>
        </a:p>
      </dgm:t>
    </dgm:pt>
    <dgm:pt modelId="{2F882F7A-FFB1-4AFC-926F-B11E7DE0053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err="1"/>
            <a:t>CheckInputs</a:t>
          </a:r>
          <a:endParaRPr lang="en-US"/>
        </a:p>
      </dgm:t>
    </dgm:pt>
    <dgm:pt modelId="{82D8D69F-A8B8-4E5E-A495-BF2FE4317174}" type="parTrans" cxnId="{868FBA5E-CDE9-4141-A09F-F246BFFF4380}">
      <dgm:prSet/>
      <dgm:spPr/>
      <dgm:t>
        <a:bodyPr/>
        <a:lstStyle/>
        <a:p>
          <a:endParaRPr lang="tr-TR"/>
        </a:p>
      </dgm:t>
    </dgm:pt>
    <dgm:pt modelId="{BE04FFED-8791-47F7-A6F9-2ECDE420BFD2}" type="sibTrans" cxnId="{868FBA5E-CDE9-4141-A09F-F246BFFF4380}">
      <dgm:prSet/>
      <dgm:spPr/>
      <dgm:t>
        <a:bodyPr/>
        <a:lstStyle/>
        <a:p>
          <a:endParaRPr lang="tr-TR"/>
        </a:p>
      </dgm:t>
    </dgm:pt>
    <dgm:pt modelId="{C44DD6B4-0BB9-4622-B05D-BF33A6E1318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Evolution</a:t>
          </a:r>
          <a:endParaRPr lang="en-US"/>
        </a:p>
      </dgm:t>
    </dgm:pt>
    <dgm:pt modelId="{B89A1CB9-9CCA-4FA9-9DD2-09F740BA74D2}" type="parTrans" cxnId="{6B0EAC92-9D76-49D8-B7F2-C954E7358433}">
      <dgm:prSet/>
      <dgm:spPr/>
      <dgm:t>
        <a:bodyPr/>
        <a:lstStyle/>
        <a:p>
          <a:endParaRPr lang="tr-TR"/>
        </a:p>
      </dgm:t>
    </dgm:pt>
    <dgm:pt modelId="{5FC12703-0F5C-4DEF-9A64-41974C21BD3C}" type="sibTrans" cxnId="{6B0EAC92-9D76-49D8-B7F2-C954E7358433}">
      <dgm:prSet/>
      <dgm:spPr/>
      <dgm:t>
        <a:bodyPr/>
        <a:lstStyle/>
        <a:p>
          <a:endParaRPr lang="tr-TR"/>
        </a:p>
      </dgm:t>
    </dgm:pt>
    <dgm:pt modelId="{D8ABC189-9ADB-47F9-8844-87A567C90C6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conditions change</a:t>
          </a:r>
        </a:p>
      </dgm:t>
    </dgm:pt>
    <dgm:pt modelId="{9E12962A-4C32-42CA-9C68-E7AB19639A2C}" type="parTrans" cxnId="{7B107456-671F-4F63-A5F3-FD41CC665999}">
      <dgm:prSet/>
      <dgm:spPr/>
      <dgm:t>
        <a:bodyPr/>
        <a:lstStyle/>
        <a:p>
          <a:endParaRPr lang="tr-TR"/>
        </a:p>
      </dgm:t>
    </dgm:pt>
    <dgm:pt modelId="{04E6181B-2F20-4564-B335-EA21C5B9AA90}" type="sibTrans" cxnId="{7B107456-671F-4F63-A5F3-FD41CC665999}">
      <dgm:prSet/>
      <dgm:spPr/>
      <dgm:t>
        <a:bodyPr/>
        <a:lstStyle/>
        <a:p>
          <a:endParaRPr lang="tr-TR"/>
        </a:p>
      </dgm:t>
    </dgm:pt>
    <dgm:pt modelId="{1B27B9E9-42AE-4A7C-931F-6E5065421D9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over</a:t>
          </a:r>
          <a:r>
            <a:rPr lang="tr-TR"/>
            <a:t> </a:t>
          </a:r>
          <a:r>
            <a:rPr lang="en-US"/>
            <a:t>time</a:t>
          </a:r>
        </a:p>
      </dgm:t>
    </dgm:pt>
    <dgm:pt modelId="{668E254F-3D39-48CF-86AC-D96154372BF7}" type="parTrans" cxnId="{A2D5A4E4-C8DA-47E8-B67D-2C956D8D0A44}">
      <dgm:prSet/>
      <dgm:spPr/>
      <dgm:t>
        <a:bodyPr/>
        <a:lstStyle/>
        <a:p>
          <a:endParaRPr lang="tr-TR"/>
        </a:p>
      </dgm:t>
    </dgm:pt>
    <dgm:pt modelId="{43413AA5-0F63-4612-98A7-C3890E100095}" type="sibTrans" cxnId="{A2D5A4E4-C8DA-47E8-B67D-2C956D8D0A44}">
      <dgm:prSet/>
      <dgm:spPr/>
      <dgm:t>
        <a:bodyPr/>
        <a:lstStyle/>
        <a:p>
          <a:endParaRPr lang="tr-TR"/>
        </a:p>
      </dgm:t>
    </dgm:pt>
    <dgm:pt modelId="{1E98D85F-0C86-4442-9BC3-CE957D864D8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Security</a:t>
          </a:r>
          <a:endParaRPr lang="en-US"/>
        </a:p>
      </dgm:t>
    </dgm:pt>
    <dgm:pt modelId="{1BF73DE3-2856-4D44-8361-FE5410F4B329}" type="parTrans" cxnId="{3D81534A-672F-4526-8651-9F6C952AB105}">
      <dgm:prSet/>
      <dgm:spPr/>
      <dgm:t>
        <a:bodyPr/>
        <a:lstStyle/>
        <a:p>
          <a:endParaRPr lang="tr-TR"/>
        </a:p>
      </dgm:t>
    </dgm:pt>
    <dgm:pt modelId="{6475762F-B4DE-4B78-A5CA-B69077E3C63C}" type="sibTrans" cxnId="{3D81534A-672F-4526-8651-9F6C952AB105}">
      <dgm:prSet/>
      <dgm:spPr/>
      <dgm:t>
        <a:bodyPr/>
        <a:lstStyle/>
        <a:p>
          <a:endParaRPr lang="tr-TR"/>
        </a:p>
      </dgm:t>
    </dgm:pt>
    <dgm:pt modelId="{A9099562-7021-438D-938D-88CBE3243CE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address</a:t>
          </a:r>
        </a:p>
      </dgm:t>
    </dgm:pt>
    <dgm:pt modelId="{4D8AB420-8B2D-4AE9-98D7-48131AD3CD6A}" type="parTrans" cxnId="{189B49A2-28F5-40DB-A688-3EB36884D6F4}">
      <dgm:prSet/>
      <dgm:spPr/>
      <dgm:t>
        <a:bodyPr/>
        <a:lstStyle/>
        <a:p>
          <a:endParaRPr lang="tr-TR"/>
        </a:p>
      </dgm:t>
    </dgm:pt>
    <dgm:pt modelId="{247B28C7-B612-4CAD-8161-21093226BA91}" type="sibTrans" cxnId="{189B49A2-28F5-40DB-A688-3EB36884D6F4}">
      <dgm:prSet/>
      <dgm:spPr/>
      <dgm:t>
        <a:bodyPr/>
        <a:lstStyle/>
        <a:p>
          <a:endParaRPr lang="tr-TR"/>
        </a:p>
      </dgm:t>
    </dgm:pt>
    <dgm:pt modelId="{5F600ADF-684B-4FDF-909D-150D5F65AC1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new types of denial-of-service attacks </a:t>
          </a:r>
        </a:p>
      </dgm:t>
    </dgm:pt>
    <dgm:pt modelId="{F6F47425-55A6-4E12-A666-563663E91F5B}" type="parTrans" cxnId="{A07D34E4-65CD-4970-B7F4-85073E66F9C3}">
      <dgm:prSet/>
      <dgm:spPr/>
      <dgm:t>
        <a:bodyPr/>
        <a:lstStyle/>
        <a:p>
          <a:endParaRPr lang="tr-TR"/>
        </a:p>
      </dgm:t>
    </dgm:pt>
    <dgm:pt modelId="{BE0A674C-CABF-4A6E-A44E-7F367032BC79}" type="sibTrans" cxnId="{A07D34E4-65CD-4970-B7F4-85073E66F9C3}">
      <dgm:prSet/>
      <dgm:spPr/>
      <dgm:t>
        <a:bodyPr/>
        <a:lstStyle/>
        <a:p>
          <a:endParaRPr lang="tr-TR"/>
        </a:p>
      </dgm:t>
    </dgm:pt>
    <dgm:pt modelId="{DC9091C5-7036-4E84-8AD3-2AA4042132A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Advancement</a:t>
          </a:r>
          <a:endParaRPr lang="en-US"/>
        </a:p>
      </dgm:t>
    </dgm:pt>
    <dgm:pt modelId="{8526F3CC-433D-4CCD-9FA8-34F95DE032D0}" type="parTrans" cxnId="{5A6B88C8-0AA8-49C5-AD0B-B7A810F89E99}">
      <dgm:prSet/>
      <dgm:spPr/>
      <dgm:t>
        <a:bodyPr/>
        <a:lstStyle/>
        <a:p>
          <a:endParaRPr lang="tr-TR"/>
        </a:p>
      </dgm:t>
    </dgm:pt>
    <dgm:pt modelId="{49352658-1D40-4DBB-AB22-92DA4504FA6D}" type="sibTrans" cxnId="{5A6B88C8-0AA8-49C5-AD0B-B7A810F89E99}">
      <dgm:prSet/>
      <dgm:spPr/>
      <dgm:t>
        <a:bodyPr/>
        <a:lstStyle/>
        <a:p>
          <a:endParaRPr lang="tr-TR"/>
        </a:p>
      </dgm:t>
    </dgm:pt>
    <dgm:pt modelId="{2678B772-2B0A-4A9F-BF14-ADCE7FF7253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relax the rules</a:t>
          </a:r>
          <a:r>
            <a:rPr lang="tr-TR"/>
            <a:t> </a:t>
          </a:r>
          <a:endParaRPr lang="en-US"/>
        </a:p>
      </dgm:t>
    </dgm:pt>
    <dgm:pt modelId="{CA4874B1-CE5F-4B45-B6B2-E1BE94957574}" type="parTrans" cxnId="{C0D26D3F-A810-4253-882E-5373F678D766}">
      <dgm:prSet/>
      <dgm:spPr/>
      <dgm:t>
        <a:bodyPr/>
        <a:lstStyle/>
        <a:p>
          <a:endParaRPr lang="tr-TR"/>
        </a:p>
      </dgm:t>
    </dgm:pt>
    <dgm:pt modelId="{507104A4-7C11-4637-8F47-01A965D9D9AE}" type="sibTrans" cxnId="{C0D26D3F-A810-4253-882E-5373F678D766}">
      <dgm:prSet/>
      <dgm:spPr/>
      <dgm:t>
        <a:bodyPr/>
        <a:lstStyle/>
        <a:p>
          <a:endParaRPr lang="tr-TR"/>
        </a:p>
      </dgm:t>
    </dgm:pt>
    <dgm:pt modelId="{2CD48A6C-9BE2-46B8-AE4C-1730224E203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include more types of transactions</a:t>
          </a:r>
        </a:p>
      </dgm:t>
    </dgm:pt>
    <dgm:pt modelId="{A98A7D05-5793-401D-ADB5-0A6D48FDB2B4}" type="parTrans" cxnId="{BDD39311-7F18-4729-B02B-1D2D336FEA19}">
      <dgm:prSet/>
      <dgm:spPr/>
      <dgm:t>
        <a:bodyPr/>
        <a:lstStyle/>
        <a:p>
          <a:endParaRPr lang="tr-TR"/>
        </a:p>
      </dgm:t>
    </dgm:pt>
    <dgm:pt modelId="{BCD169C0-1E6E-4C3D-9474-7495596B6DCF}" type="sibTrans" cxnId="{BDD39311-7F18-4729-B02B-1D2D336FEA19}">
      <dgm:prSet/>
      <dgm:spPr/>
      <dgm:t>
        <a:bodyPr/>
        <a:lstStyle/>
        <a:p>
          <a:endParaRPr lang="tr-TR"/>
        </a:p>
      </dgm:t>
    </dgm:pt>
    <dgm:pt modelId="{5271E6AC-0C3B-4027-B315-862941DDF7B6}" type="pres">
      <dgm:prSet presAssocID="{C8D01EFF-E69A-40FD-A36C-D4BB2CB090F4}" presName="root" presStyleCnt="0">
        <dgm:presLayoutVars>
          <dgm:dir/>
          <dgm:resizeHandles val="exact"/>
        </dgm:presLayoutVars>
      </dgm:prSet>
      <dgm:spPr/>
    </dgm:pt>
    <dgm:pt modelId="{6C24A01E-D3DA-444D-B783-68F8D8D9CC16}" type="pres">
      <dgm:prSet presAssocID="{6066ACA6-DFA4-4707-B1E7-21387DDD178B}" presName="compNode" presStyleCnt="0"/>
      <dgm:spPr/>
    </dgm:pt>
    <dgm:pt modelId="{7FBBA265-265F-4FE6-9798-4E7B98AE133D}" type="pres">
      <dgm:prSet presAssocID="{6066ACA6-DFA4-4707-B1E7-21387DDD178B}" presName="iconRect" presStyleLbl="node1" presStyleIdx="0" presStyleCnt="4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grammer"/>
        </a:ext>
      </dgm:extLst>
    </dgm:pt>
    <dgm:pt modelId="{C1E93492-690E-4A0F-BDD4-02A1F2ED8F56}" type="pres">
      <dgm:prSet presAssocID="{6066ACA6-DFA4-4707-B1E7-21387DDD178B}" presName="iconSpace" presStyleCnt="0"/>
      <dgm:spPr/>
    </dgm:pt>
    <dgm:pt modelId="{54C92404-DA15-4DFF-8ADC-BA45DFCDD78B}" type="pres">
      <dgm:prSet presAssocID="{6066ACA6-DFA4-4707-B1E7-21387DDD178B}" presName="parTx" presStyleLbl="revTx" presStyleIdx="0" presStyleCnt="8">
        <dgm:presLayoutVars>
          <dgm:chMax val="0"/>
          <dgm:chPref val="0"/>
        </dgm:presLayoutVars>
      </dgm:prSet>
      <dgm:spPr/>
    </dgm:pt>
    <dgm:pt modelId="{136194D6-688E-4DF8-8F53-E68B6458808F}" type="pres">
      <dgm:prSet presAssocID="{6066ACA6-DFA4-4707-B1E7-21387DDD178B}" presName="txSpace" presStyleCnt="0"/>
      <dgm:spPr/>
    </dgm:pt>
    <dgm:pt modelId="{BB2B6508-54D3-4B98-9107-B152C63A59EF}" type="pres">
      <dgm:prSet presAssocID="{6066ACA6-DFA4-4707-B1E7-21387DDD178B}" presName="desTx" presStyleLbl="revTx" presStyleIdx="1" presStyleCnt="8">
        <dgm:presLayoutVars/>
      </dgm:prSet>
      <dgm:spPr/>
    </dgm:pt>
    <dgm:pt modelId="{F1618913-8BFA-4E4B-BDAD-6403390E1104}" type="pres">
      <dgm:prSet presAssocID="{20447DC4-ACDD-4C92-A63B-44A760CB977D}" presName="sibTrans" presStyleCnt="0"/>
      <dgm:spPr/>
    </dgm:pt>
    <dgm:pt modelId="{3B005765-9294-4626-B892-BDD9C9F08C98}" type="pres">
      <dgm:prSet presAssocID="{C44DD6B4-0BB9-4622-B05D-BF33A6E1318D}" presName="compNode" presStyleCnt="0"/>
      <dgm:spPr/>
    </dgm:pt>
    <dgm:pt modelId="{8735F5FB-E36B-462A-92E6-065199CDE77C}" type="pres">
      <dgm:prSet presAssocID="{C44DD6B4-0BB9-4622-B05D-BF33A6E1318D}" presName="iconRect" presStyleLbl="node1" presStyleIdx="1" presStyleCnt="4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Group"/>
        </a:ext>
      </dgm:extLst>
    </dgm:pt>
    <dgm:pt modelId="{BFDA3FE7-291C-4CF5-93B8-8BC628F53EB0}" type="pres">
      <dgm:prSet presAssocID="{C44DD6B4-0BB9-4622-B05D-BF33A6E1318D}" presName="iconSpace" presStyleCnt="0"/>
      <dgm:spPr/>
    </dgm:pt>
    <dgm:pt modelId="{A4BE72DD-645C-423A-8D6A-2396F4D1A4D0}" type="pres">
      <dgm:prSet presAssocID="{C44DD6B4-0BB9-4622-B05D-BF33A6E1318D}" presName="parTx" presStyleLbl="revTx" presStyleIdx="2" presStyleCnt="8">
        <dgm:presLayoutVars>
          <dgm:chMax val="0"/>
          <dgm:chPref val="0"/>
        </dgm:presLayoutVars>
      </dgm:prSet>
      <dgm:spPr/>
    </dgm:pt>
    <dgm:pt modelId="{1A55E43C-BC86-493D-BEFE-FC58379F2F0A}" type="pres">
      <dgm:prSet presAssocID="{C44DD6B4-0BB9-4622-B05D-BF33A6E1318D}" presName="txSpace" presStyleCnt="0"/>
      <dgm:spPr/>
    </dgm:pt>
    <dgm:pt modelId="{6A474004-5D3B-4DFB-9C75-872A9EEE7AEB}" type="pres">
      <dgm:prSet presAssocID="{C44DD6B4-0BB9-4622-B05D-BF33A6E1318D}" presName="desTx" presStyleLbl="revTx" presStyleIdx="3" presStyleCnt="8">
        <dgm:presLayoutVars/>
      </dgm:prSet>
      <dgm:spPr/>
    </dgm:pt>
    <dgm:pt modelId="{40743D04-EABA-465A-976F-5B0110EA9924}" type="pres">
      <dgm:prSet presAssocID="{5FC12703-0F5C-4DEF-9A64-41974C21BD3C}" presName="sibTrans" presStyleCnt="0"/>
      <dgm:spPr/>
    </dgm:pt>
    <dgm:pt modelId="{09E6D7C5-94A0-45B4-93EF-1367DE4C7C87}" type="pres">
      <dgm:prSet presAssocID="{1E98D85F-0C86-4442-9BC3-CE957D864D86}" presName="compNode" presStyleCnt="0"/>
      <dgm:spPr/>
    </dgm:pt>
    <dgm:pt modelId="{668C8920-E953-4B67-98E9-D21559B98ECD}" type="pres">
      <dgm:prSet presAssocID="{1E98D85F-0C86-4442-9BC3-CE957D864D86}" presName="iconRect" presStyleLbl="node1" presStyleIdx="2" presStyleCnt="4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Çit"/>
        </a:ext>
      </dgm:extLst>
    </dgm:pt>
    <dgm:pt modelId="{9D12C75E-A8D2-4BA6-9C73-EEEA1C98BCF8}" type="pres">
      <dgm:prSet presAssocID="{1E98D85F-0C86-4442-9BC3-CE957D864D86}" presName="iconSpace" presStyleCnt="0"/>
      <dgm:spPr/>
    </dgm:pt>
    <dgm:pt modelId="{9A62244F-84A3-49EA-A4B8-8F8BCA1218C0}" type="pres">
      <dgm:prSet presAssocID="{1E98D85F-0C86-4442-9BC3-CE957D864D86}" presName="parTx" presStyleLbl="revTx" presStyleIdx="4" presStyleCnt="8">
        <dgm:presLayoutVars>
          <dgm:chMax val="0"/>
          <dgm:chPref val="0"/>
        </dgm:presLayoutVars>
      </dgm:prSet>
      <dgm:spPr/>
    </dgm:pt>
    <dgm:pt modelId="{5A413C4C-F176-46C3-83B4-A48A47C18227}" type="pres">
      <dgm:prSet presAssocID="{1E98D85F-0C86-4442-9BC3-CE957D864D86}" presName="txSpace" presStyleCnt="0"/>
      <dgm:spPr/>
    </dgm:pt>
    <dgm:pt modelId="{8EF48729-489B-461E-B233-62756289EC6F}" type="pres">
      <dgm:prSet presAssocID="{1E98D85F-0C86-4442-9BC3-CE957D864D86}" presName="desTx" presStyleLbl="revTx" presStyleIdx="5" presStyleCnt="8">
        <dgm:presLayoutVars/>
      </dgm:prSet>
      <dgm:spPr/>
    </dgm:pt>
    <dgm:pt modelId="{39AF4679-6D03-4D6C-8523-998579078607}" type="pres">
      <dgm:prSet presAssocID="{6475762F-B4DE-4B78-A5CA-B69077E3C63C}" presName="sibTrans" presStyleCnt="0"/>
      <dgm:spPr/>
    </dgm:pt>
    <dgm:pt modelId="{5F5994B3-57F6-4889-8863-0C08C4432559}" type="pres">
      <dgm:prSet presAssocID="{DC9091C5-7036-4E84-8AD3-2AA4042132AE}" presName="compNode" presStyleCnt="0"/>
      <dgm:spPr/>
    </dgm:pt>
    <dgm:pt modelId="{061D65EE-5306-4DE7-988D-2DF01E90E47D}" type="pres">
      <dgm:prSet presAssocID="{DC9091C5-7036-4E84-8AD3-2AA4042132AE}" presName="iconRect" presStyleLbl="node1" presStyleIdx="3" presStyleCnt="4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Judge"/>
        </a:ext>
      </dgm:extLst>
    </dgm:pt>
    <dgm:pt modelId="{B57BC886-AF93-4D4B-BDED-F0A8BFE5DD32}" type="pres">
      <dgm:prSet presAssocID="{DC9091C5-7036-4E84-8AD3-2AA4042132AE}" presName="iconSpace" presStyleCnt="0"/>
      <dgm:spPr/>
    </dgm:pt>
    <dgm:pt modelId="{F6F6CF57-7C58-4D30-98C1-AC2FE501D93C}" type="pres">
      <dgm:prSet presAssocID="{DC9091C5-7036-4E84-8AD3-2AA4042132AE}" presName="parTx" presStyleLbl="revTx" presStyleIdx="6" presStyleCnt="8">
        <dgm:presLayoutVars>
          <dgm:chMax val="0"/>
          <dgm:chPref val="0"/>
        </dgm:presLayoutVars>
      </dgm:prSet>
      <dgm:spPr/>
    </dgm:pt>
    <dgm:pt modelId="{B0DA01EE-8D59-482D-A97F-97705159DD68}" type="pres">
      <dgm:prSet presAssocID="{DC9091C5-7036-4E84-8AD3-2AA4042132AE}" presName="txSpace" presStyleCnt="0"/>
      <dgm:spPr/>
    </dgm:pt>
    <dgm:pt modelId="{B188D266-7B6E-4150-B178-92AAAA2CA1F3}" type="pres">
      <dgm:prSet presAssocID="{DC9091C5-7036-4E84-8AD3-2AA4042132AE}" presName="desTx" presStyleLbl="revTx" presStyleIdx="7" presStyleCnt="8">
        <dgm:presLayoutVars/>
      </dgm:prSet>
      <dgm:spPr/>
    </dgm:pt>
  </dgm:ptLst>
  <dgm:cxnLst>
    <dgm:cxn modelId="{BDD39311-7F18-4729-B02B-1D2D336FEA19}" srcId="{DC9091C5-7036-4E84-8AD3-2AA4042132AE}" destId="{2CD48A6C-9BE2-46B8-AE4C-1730224E2039}" srcOrd="1" destOrd="0" parTransId="{A98A7D05-5793-401D-ADB5-0A6D48FDB2B4}" sibTransId="{BCD169C0-1E6E-4C3D-9474-7495596B6DCF}"/>
    <dgm:cxn modelId="{EE49251E-4FC4-48BB-8B18-06261346A02A}" type="presOf" srcId="{C8D01EFF-E69A-40FD-A36C-D4BB2CB090F4}" destId="{5271E6AC-0C3B-4027-B315-862941DDF7B6}" srcOrd="0" destOrd="0" presId="urn:microsoft.com/office/officeart/2018/5/layout/CenteredIconLabelDescriptionList"/>
    <dgm:cxn modelId="{6EB16B1F-E2B3-4C88-B074-052EE77B38E7}" type="presOf" srcId="{6066ACA6-DFA4-4707-B1E7-21387DDD178B}" destId="{54C92404-DA15-4DFF-8ADC-BA45DFCDD78B}" srcOrd="0" destOrd="0" presId="urn:microsoft.com/office/officeart/2018/5/layout/CenteredIconLabelDescriptionList"/>
    <dgm:cxn modelId="{47F87321-70AA-4F22-A96E-613FFDE45440}" srcId="{C8D01EFF-E69A-40FD-A36C-D4BB2CB090F4}" destId="{6066ACA6-DFA4-4707-B1E7-21387DDD178B}" srcOrd="0" destOrd="0" parTransId="{F4DFC6EE-C808-4726-B2E1-459FEF6F35CD}" sibTransId="{20447DC4-ACDD-4C92-A63B-44A760CB977D}"/>
    <dgm:cxn modelId="{48EEBA30-86A7-44D9-A54C-71F5C3624AE6}" type="presOf" srcId="{2678B772-2B0A-4A9F-BF14-ADCE7FF7253C}" destId="{B188D266-7B6E-4150-B178-92AAAA2CA1F3}" srcOrd="0" destOrd="0" presId="urn:microsoft.com/office/officeart/2018/5/layout/CenteredIconLabelDescriptionList"/>
    <dgm:cxn modelId="{C0D26D3F-A810-4253-882E-5373F678D766}" srcId="{DC9091C5-7036-4E84-8AD3-2AA4042132AE}" destId="{2678B772-2B0A-4A9F-BF14-ADCE7FF7253C}" srcOrd="0" destOrd="0" parTransId="{CA4874B1-CE5F-4B45-B6B2-E1BE94957574}" sibTransId="{507104A4-7C11-4637-8F47-01A965D9D9AE}"/>
    <dgm:cxn modelId="{868FBA5E-CDE9-4141-A09F-F246BFFF4380}" srcId="{6066ACA6-DFA4-4707-B1E7-21387DDD178B}" destId="{2F882F7A-FFB1-4AFC-926F-B11E7DE00536}" srcOrd="2" destOrd="0" parTransId="{82D8D69F-A8B8-4E5E-A495-BF2FE4317174}" sibTransId="{BE04FFED-8791-47F7-A6F9-2ECDE420BFD2}"/>
    <dgm:cxn modelId="{AEFF7C65-82C2-42BE-A8C2-9CB8B0392F32}" type="presOf" srcId="{DC9091C5-7036-4E84-8AD3-2AA4042132AE}" destId="{F6F6CF57-7C58-4D30-98C1-AC2FE501D93C}" srcOrd="0" destOrd="0" presId="urn:microsoft.com/office/officeart/2018/5/layout/CenteredIconLabelDescriptionList"/>
    <dgm:cxn modelId="{8830DB45-30E3-44D2-AA00-1FEB98B688BB}" type="presOf" srcId="{2F882F7A-FFB1-4AFC-926F-B11E7DE00536}" destId="{BB2B6508-54D3-4B98-9107-B152C63A59EF}" srcOrd="0" destOrd="2" presId="urn:microsoft.com/office/officeart/2018/5/layout/CenteredIconLabelDescriptionList"/>
    <dgm:cxn modelId="{64180D4A-A402-45E8-B47F-4AA4D846AA99}" srcId="{6066ACA6-DFA4-4707-B1E7-21387DDD178B}" destId="{23ED0CB3-6ED2-48AB-A40D-034D84EA7C41}" srcOrd="1" destOrd="0" parTransId="{30B5FD63-09AA-4235-82FD-089690059D1C}" sibTransId="{B5EA911F-689A-4465-9F9D-428FB0CA4988}"/>
    <dgm:cxn modelId="{3D81534A-672F-4526-8651-9F6C952AB105}" srcId="{C8D01EFF-E69A-40FD-A36C-D4BB2CB090F4}" destId="{1E98D85F-0C86-4442-9BC3-CE957D864D86}" srcOrd="2" destOrd="0" parTransId="{1BF73DE3-2856-4D44-8361-FE5410F4B329}" sibTransId="{6475762F-B4DE-4B78-A5CA-B69077E3C63C}"/>
    <dgm:cxn modelId="{7B107456-671F-4F63-A5F3-FD41CC665999}" srcId="{C44DD6B4-0BB9-4622-B05D-BF33A6E1318D}" destId="{D8ABC189-9ADB-47F9-8844-87A567C90C69}" srcOrd="0" destOrd="0" parTransId="{9E12962A-4C32-42CA-9C68-E7AB19639A2C}" sibTransId="{04E6181B-2F20-4564-B335-EA21C5B9AA90}"/>
    <dgm:cxn modelId="{2A2C5E58-C0D6-4421-80FB-18B9BF4950A2}" type="presOf" srcId="{1E98D85F-0C86-4442-9BC3-CE957D864D86}" destId="{9A62244F-84A3-49EA-A4B8-8F8BCA1218C0}" srcOrd="0" destOrd="0" presId="urn:microsoft.com/office/officeart/2018/5/layout/CenteredIconLabelDescriptionList"/>
    <dgm:cxn modelId="{6B0EAC92-9D76-49D8-B7F2-C954E7358433}" srcId="{C8D01EFF-E69A-40FD-A36C-D4BB2CB090F4}" destId="{C44DD6B4-0BB9-4622-B05D-BF33A6E1318D}" srcOrd="1" destOrd="0" parTransId="{B89A1CB9-9CCA-4FA9-9DD2-09F740BA74D2}" sibTransId="{5FC12703-0F5C-4DEF-9A64-41974C21BD3C}"/>
    <dgm:cxn modelId="{4255E496-8DA9-4777-A9BF-266A4BC87793}" type="presOf" srcId="{B3D5C86E-A8F7-4E7C-AC81-28DB99524894}" destId="{BB2B6508-54D3-4B98-9107-B152C63A59EF}" srcOrd="0" destOrd="0" presId="urn:microsoft.com/office/officeart/2018/5/layout/CenteredIconLabelDescriptionList"/>
    <dgm:cxn modelId="{189B49A2-28F5-40DB-A688-3EB36884D6F4}" srcId="{1E98D85F-0C86-4442-9BC3-CE957D864D86}" destId="{A9099562-7021-438D-938D-88CBE3243CE7}" srcOrd="0" destOrd="0" parTransId="{4D8AB420-8B2D-4AE9-98D7-48131AD3CD6A}" sibTransId="{247B28C7-B612-4CAD-8161-21093226BA91}"/>
    <dgm:cxn modelId="{B8E1F0AD-E87D-4566-B24C-93C149E8DB0F}" type="presOf" srcId="{23ED0CB3-6ED2-48AB-A40D-034D84EA7C41}" destId="{BB2B6508-54D3-4B98-9107-B152C63A59EF}" srcOrd="0" destOrd="1" presId="urn:microsoft.com/office/officeart/2018/5/layout/CenteredIconLabelDescriptionList"/>
    <dgm:cxn modelId="{D8B728B4-7FFE-4889-A41B-D1C776909459}" type="presOf" srcId="{2CD48A6C-9BE2-46B8-AE4C-1730224E2039}" destId="{B188D266-7B6E-4150-B178-92AAAA2CA1F3}" srcOrd="0" destOrd="1" presId="urn:microsoft.com/office/officeart/2018/5/layout/CenteredIconLabelDescriptionList"/>
    <dgm:cxn modelId="{775DA4BF-34E2-40D4-B463-8BB6AF3FE947}" type="presOf" srcId="{1B27B9E9-42AE-4A7C-931F-6E5065421D9B}" destId="{6A474004-5D3B-4DFB-9C75-872A9EEE7AEB}" srcOrd="0" destOrd="1" presId="urn:microsoft.com/office/officeart/2018/5/layout/CenteredIconLabelDescriptionList"/>
    <dgm:cxn modelId="{5A6B88C8-0AA8-49C5-AD0B-B7A810F89E99}" srcId="{C8D01EFF-E69A-40FD-A36C-D4BB2CB090F4}" destId="{DC9091C5-7036-4E84-8AD3-2AA4042132AE}" srcOrd="3" destOrd="0" parTransId="{8526F3CC-433D-4CCD-9FA8-34F95DE032D0}" sibTransId="{49352658-1D40-4DBB-AB22-92DA4504FA6D}"/>
    <dgm:cxn modelId="{6B769ADA-62A6-4ABA-B209-9C2F841C6E90}" type="presOf" srcId="{C44DD6B4-0BB9-4622-B05D-BF33A6E1318D}" destId="{A4BE72DD-645C-423A-8D6A-2396F4D1A4D0}" srcOrd="0" destOrd="0" presId="urn:microsoft.com/office/officeart/2018/5/layout/CenteredIconLabelDescriptionList"/>
    <dgm:cxn modelId="{A07D34E4-65CD-4970-B7F4-85073E66F9C3}" srcId="{1E98D85F-0C86-4442-9BC3-CE957D864D86}" destId="{5F600ADF-684B-4FDF-909D-150D5F65AC12}" srcOrd="1" destOrd="0" parTransId="{F6F47425-55A6-4E12-A666-563663E91F5B}" sibTransId="{BE0A674C-CABF-4A6E-A44E-7F367032BC79}"/>
    <dgm:cxn modelId="{A2D5A4E4-C8DA-47E8-B67D-2C956D8D0A44}" srcId="{C44DD6B4-0BB9-4622-B05D-BF33A6E1318D}" destId="{1B27B9E9-42AE-4A7C-931F-6E5065421D9B}" srcOrd="1" destOrd="0" parTransId="{668E254F-3D39-48CF-86AC-D96154372BF7}" sibTransId="{43413AA5-0F63-4612-98A7-C3890E100095}"/>
    <dgm:cxn modelId="{7EB377F5-3DF2-4884-8876-A517164D6CDB}" type="presOf" srcId="{5F600ADF-684B-4FDF-909D-150D5F65AC12}" destId="{8EF48729-489B-461E-B233-62756289EC6F}" srcOrd="0" destOrd="1" presId="urn:microsoft.com/office/officeart/2018/5/layout/CenteredIconLabelDescriptionList"/>
    <dgm:cxn modelId="{8C37F4FC-8E54-4B0D-B7AE-3850C12A1AB1}" type="presOf" srcId="{D8ABC189-9ADB-47F9-8844-87A567C90C69}" destId="{6A474004-5D3B-4DFB-9C75-872A9EEE7AEB}" srcOrd="0" destOrd="0" presId="urn:microsoft.com/office/officeart/2018/5/layout/CenteredIconLabelDescriptionList"/>
    <dgm:cxn modelId="{A8BC68FD-5913-4FAF-B7FC-8B30A3149AE2}" type="presOf" srcId="{A9099562-7021-438D-938D-88CBE3243CE7}" destId="{8EF48729-489B-461E-B233-62756289EC6F}" srcOrd="0" destOrd="0" presId="urn:microsoft.com/office/officeart/2018/5/layout/CenteredIconLabelDescriptionList"/>
    <dgm:cxn modelId="{BC4D3DFF-A34A-4E0C-9E74-73B5FC9522D1}" srcId="{6066ACA6-DFA4-4707-B1E7-21387DDD178B}" destId="{B3D5C86E-A8F7-4E7C-AC81-28DB99524894}" srcOrd="0" destOrd="0" parTransId="{F3E5706D-CCA3-42E7-88CA-8CCCEEABC79D}" sibTransId="{9B41705D-FB8A-416D-9069-51948B71BCB1}"/>
    <dgm:cxn modelId="{B1C0F560-17B4-4D70-A215-AE69A1C5A122}" type="presParOf" srcId="{5271E6AC-0C3B-4027-B315-862941DDF7B6}" destId="{6C24A01E-D3DA-444D-B783-68F8D8D9CC16}" srcOrd="0" destOrd="0" presId="urn:microsoft.com/office/officeart/2018/5/layout/CenteredIconLabelDescriptionList"/>
    <dgm:cxn modelId="{9DA8450B-A7BB-45D4-BE9A-1A0C209BCE4A}" type="presParOf" srcId="{6C24A01E-D3DA-444D-B783-68F8D8D9CC16}" destId="{7FBBA265-265F-4FE6-9798-4E7B98AE133D}" srcOrd="0" destOrd="0" presId="urn:microsoft.com/office/officeart/2018/5/layout/CenteredIconLabelDescriptionList"/>
    <dgm:cxn modelId="{4F434EB9-4BF2-48B3-B8E6-42EC95BBE08D}" type="presParOf" srcId="{6C24A01E-D3DA-444D-B783-68F8D8D9CC16}" destId="{C1E93492-690E-4A0F-BDD4-02A1F2ED8F56}" srcOrd="1" destOrd="0" presId="urn:microsoft.com/office/officeart/2018/5/layout/CenteredIconLabelDescriptionList"/>
    <dgm:cxn modelId="{9DBCF1C1-3995-4416-9B2F-14DA26961EF3}" type="presParOf" srcId="{6C24A01E-D3DA-444D-B783-68F8D8D9CC16}" destId="{54C92404-DA15-4DFF-8ADC-BA45DFCDD78B}" srcOrd="2" destOrd="0" presId="urn:microsoft.com/office/officeart/2018/5/layout/CenteredIconLabelDescriptionList"/>
    <dgm:cxn modelId="{9D3DB8E0-7B89-4C2B-AE2A-06E1D83B0463}" type="presParOf" srcId="{6C24A01E-D3DA-444D-B783-68F8D8D9CC16}" destId="{136194D6-688E-4DF8-8F53-E68B6458808F}" srcOrd="3" destOrd="0" presId="urn:microsoft.com/office/officeart/2018/5/layout/CenteredIconLabelDescriptionList"/>
    <dgm:cxn modelId="{E4CF42BB-888B-4EDE-A821-4D5218D0BFE3}" type="presParOf" srcId="{6C24A01E-D3DA-444D-B783-68F8D8D9CC16}" destId="{BB2B6508-54D3-4B98-9107-B152C63A59EF}" srcOrd="4" destOrd="0" presId="urn:microsoft.com/office/officeart/2018/5/layout/CenteredIconLabelDescriptionList"/>
    <dgm:cxn modelId="{4AC909E2-213F-4B37-B651-05AF469EDE1F}" type="presParOf" srcId="{5271E6AC-0C3B-4027-B315-862941DDF7B6}" destId="{F1618913-8BFA-4E4B-BDAD-6403390E1104}" srcOrd="1" destOrd="0" presId="urn:microsoft.com/office/officeart/2018/5/layout/CenteredIconLabelDescriptionList"/>
    <dgm:cxn modelId="{C86E0A27-B7A2-41BE-97F4-27F636E3CA3D}" type="presParOf" srcId="{5271E6AC-0C3B-4027-B315-862941DDF7B6}" destId="{3B005765-9294-4626-B892-BDD9C9F08C98}" srcOrd="2" destOrd="0" presId="urn:microsoft.com/office/officeart/2018/5/layout/CenteredIconLabelDescriptionList"/>
    <dgm:cxn modelId="{3446017A-66CF-4A4B-9A36-A6A9C0BF0771}" type="presParOf" srcId="{3B005765-9294-4626-B892-BDD9C9F08C98}" destId="{8735F5FB-E36B-462A-92E6-065199CDE77C}" srcOrd="0" destOrd="0" presId="urn:microsoft.com/office/officeart/2018/5/layout/CenteredIconLabelDescriptionList"/>
    <dgm:cxn modelId="{C3208C5E-9792-4BA8-8C45-A5EAEA6C35E8}" type="presParOf" srcId="{3B005765-9294-4626-B892-BDD9C9F08C98}" destId="{BFDA3FE7-291C-4CF5-93B8-8BC628F53EB0}" srcOrd="1" destOrd="0" presId="urn:microsoft.com/office/officeart/2018/5/layout/CenteredIconLabelDescriptionList"/>
    <dgm:cxn modelId="{0320778C-584B-41E2-85D6-42D4D5889A3B}" type="presParOf" srcId="{3B005765-9294-4626-B892-BDD9C9F08C98}" destId="{A4BE72DD-645C-423A-8D6A-2396F4D1A4D0}" srcOrd="2" destOrd="0" presId="urn:microsoft.com/office/officeart/2018/5/layout/CenteredIconLabelDescriptionList"/>
    <dgm:cxn modelId="{30CD0804-49FC-4E00-9492-50CC8A2E2273}" type="presParOf" srcId="{3B005765-9294-4626-B892-BDD9C9F08C98}" destId="{1A55E43C-BC86-493D-BEFE-FC58379F2F0A}" srcOrd="3" destOrd="0" presId="urn:microsoft.com/office/officeart/2018/5/layout/CenteredIconLabelDescriptionList"/>
    <dgm:cxn modelId="{62B0996F-9578-455A-AF61-B51FCEE7275D}" type="presParOf" srcId="{3B005765-9294-4626-B892-BDD9C9F08C98}" destId="{6A474004-5D3B-4DFB-9C75-872A9EEE7AEB}" srcOrd="4" destOrd="0" presId="urn:microsoft.com/office/officeart/2018/5/layout/CenteredIconLabelDescriptionList"/>
    <dgm:cxn modelId="{19C0419C-6FFC-4F84-995B-0B602D6A19A5}" type="presParOf" srcId="{5271E6AC-0C3B-4027-B315-862941DDF7B6}" destId="{40743D04-EABA-465A-976F-5B0110EA9924}" srcOrd="3" destOrd="0" presId="urn:microsoft.com/office/officeart/2018/5/layout/CenteredIconLabelDescriptionList"/>
    <dgm:cxn modelId="{51886739-2A57-45A6-8298-236A8FACFEC8}" type="presParOf" srcId="{5271E6AC-0C3B-4027-B315-862941DDF7B6}" destId="{09E6D7C5-94A0-45B4-93EF-1367DE4C7C87}" srcOrd="4" destOrd="0" presId="urn:microsoft.com/office/officeart/2018/5/layout/CenteredIconLabelDescriptionList"/>
    <dgm:cxn modelId="{DC8A13CC-1CDA-41E4-BC54-2F22215FBCA5}" type="presParOf" srcId="{09E6D7C5-94A0-45B4-93EF-1367DE4C7C87}" destId="{668C8920-E953-4B67-98E9-D21559B98ECD}" srcOrd="0" destOrd="0" presId="urn:microsoft.com/office/officeart/2018/5/layout/CenteredIconLabelDescriptionList"/>
    <dgm:cxn modelId="{B009BF54-B98D-46BE-8917-D215D68D9CEA}" type="presParOf" srcId="{09E6D7C5-94A0-45B4-93EF-1367DE4C7C87}" destId="{9D12C75E-A8D2-4BA6-9C73-EEEA1C98BCF8}" srcOrd="1" destOrd="0" presId="urn:microsoft.com/office/officeart/2018/5/layout/CenteredIconLabelDescriptionList"/>
    <dgm:cxn modelId="{60F50220-891E-44FD-AE5F-8A7802E6F29A}" type="presParOf" srcId="{09E6D7C5-94A0-45B4-93EF-1367DE4C7C87}" destId="{9A62244F-84A3-49EA-A4B8-8F8BCA1218C0}" srcOrd="2" destOrd="0" presId="urn:microsoft.com/office/officeart/2018/5/layout/CenteredIconLabelDescriptionList"/>
    <dgm:cxn modelId="{BED2CC8A-ACB7-4FAA-9E38-0B2C8C565F77}" type="presParOf" srcId="{09E6D7C5-94A0-45B4-93EF-1367DE4C7C87}" destId="{5A413C4C-F176-46C3-83B4-A48A47C18227}" srcOrd="3" destOrd="0" presId="urn:microsoft.com/office/officeart/2018/5/layout/CenteredIconLabelDescriptionList"/>
    <dgm:cxn modelId="{1458D5FF-E0D3-441F-9D41-19A397287D84}" type="presParOf" srcId="{09E6D7C5-94A0-45B4-93EF-1367DE4C7C87}" destId="{8EF48729-489B-461E-B233-62756289EC6F}" srcOrd="4" destOrd="0" presId="urn:microsoft.com/office/officeart/2018/5/layout/CenteredIconLabelDescriptionList"/>
    <dgm:cxn modelId="{02CC5EBA-5F54-4911-940A-95B2BF90AFA7}" type="presParOf" srcId="{5271E6AC-0C3B-4027-B315-862941DDF7B6}" destId="{39AF4679-6D03-4D6C-8523-998579078607}" srcOrd="5" destOrd="0" presId="urn:microsoft.com/office/officeart/2018/5/layout/CenteredIconLabelDescriptionList"/>
    <dgm:cxn modelId="{D2C3294E-0B15-4CAD-993C-B52937DF6CF9}" type="presParOf" srcId="{5271E6AC-0C3B-4027-B315-862941DDF7B6}" destId="{5F5994B3-57F6-4889-8863-0C08C4432559}" srcOrd="6" destOrd="0" presId="urn:microsoft.com/office/officeart/2018/5/layout/CenteredIconLabelDescriptionList"/>
    <dgm:cxn modelId="{5C16C3A8-B16E-407F-BCB6-080DABF17CA6}" type="presParOf" srcId="{5F5994B3-57F6-4889-8863-0C08C4432559}" destId="{061D65EE-5306-4DE7-988D-2DF01E90E47D}" srcOrd="0" destOrd="0" presId="urn:microsoft.com/office/officeart/2018/5/layout/CenteredIconLabelDescriptionList"/>
    <dgm:cxn modelId="{E8D367C7-700F-4E57-8749-2359980D46A2}" type="presParOf" srcId="{5F5994B3-57F6-4889-8863-0C08C4432559}" destId="{B57BC886-AF93-4D4B-BDED-F0A8BFE5DD32}" srcOrd="1" destOrd="0" presId="urn:microsoft.com/office/officeart/2018/5/layout/CenteredIconLabelDescriptionList"/>
    <dgm:cxn modelId="{129386B2-D033-4202-AD62-3FBE97366830}" type="presParOf" srcId="{5F5994B3-57F6-4889-8863-0C08C4432559}" destId="{F6F6CF57-7C58-4D30-98C1-AC2FE501D93C}" srcOrd="2" destOrd="0" presId="urn:microsoft.com/office/officeart/2018/5/layout/CenteredIconLabelDescriptionList"/>
    <dgm:cxn modelId="{9D8383C7-BAE1-4CC2-B99A-211FEB283F58}" type="presParOf" srcId="{5F5994B3-57F6-4889-8863-0C08C4432559}" destId="{B0DA01EE-8D59-482D-A97F-97705159DD68}" srcOrd="3" destOrd="0" presId="urn:microsoft.com/office/officeart/2018/5/layout/CenteredIconLabelDescriptionList"/>
    <dgm:cxn modelId="{B4E672B0-7202-47EA-BFBE-0895D92ADDC4}" type="presParOf" srcId="{5F5994B3-57F6-4889-8863-0C08C4432559}" destId="{B188D266-7B6E-4150-B178-92AAAA2CA1F3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7.xml><?xml version="1.0" encoding="utf-8"?>
<dgm:dataModel xmlns:dgm="http://schemas.openxmlformats.org/drawingml/2006/diagram" xmlns:a="http://schemas.openxmlformats.org/drawingml/2006/main">
  <dgm:ptLst>
    <dgm:pt modelId="{C8D01EFF-E69A-40FD-A36C-D4BB2CB090F4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6066ACA6-DFA4-4707-B1E7-21387DDD178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Mempool</a:t>
          </a:r>
          <a:endParaRPr lang="en-US" dirty="0"/>
        </a:p>
      </dgm:t>
    </dgm:pt>
    <dgm:pt modelId="{F4DFC6EE-C808-4726-B2E1-459FEF6F35CD}" type="parTrans" cxnId="{47F87321-70AA-4F22-A96E-613FFDE45440}">
      <dgm:prSet/>
      <dgm:spPr/>
      <dgm:t>
        <a:bodyPr/>
        <a:lstStyle/>
        <a:p>
          <a:endParaRPr lang="en-US"/>
        </a:p>
      </dgm:t>
    </dgm:pt>
    <dgm:pt modelId="{20447DC4-ACDD-4C92-A63B-44A760CB977D}" type="sibTrans" cxnId="{47F87321-70AA-4F22-A96E-613FFDE45440}">
      <dgm:prSet/>
      <dgm:spPr/>
      <dgm:t>
        <a:bodyPr/>
        <a:lstStyle/>
        <a:p>
          <a:endParaRPr lang="en-US"/>
        </a:p>
      </dgm:t>
    </dgm:pt>
    <dgm:pt modelId="{264686D3-AC92-4A4F-8AC3-6DD6FA0BACD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err="1"/>
            <a:t>Before</a:t>
          </a:r>
          <a:r>
            <a:rPr lang="tr-TR"/>
            <a:t> </a:t>
          </a:r>
          <a:r>
            <a:rPr lang="tr-TR" err="1"/>
            <a:t>propagating</a:t>
          </a:r>
          <a:endParaRPr lang="en-US"/>
        </a:p>
      </dgm:t>
    </dgm:pt>
    <dgm:pt modelId="{17C1C969-B7B3-4C99-BC89-2D49270EF6E5}" type="parTrans" cxnId="{3C89A4EE-650F-4ED6-9530-38087ACA8859}">
      <dgm:prSet/>
      <dgm:spPr/>
      <dgm:t>
        <a:bodyPr/>
        <a:lstStyle/>
        <a:p>
          <a:endParaRPr lang="tr-TR"/>
        </a:p>
      </dgm:t>
    </dgm:pt>
    <dgm:pt modelId="{98DBC26B-5D73-4CE5-B2E7-6EF31161404D}" type="sibTrans" cxnId="{3C89A4EE-650F-4ED6-9530-38087ACA8859}">
      <dgm:prSet/>
      <dgm:spPr/>
      <dgm:t>
        <a:bodyPr/>
        <a:lstStyle/>
        <a:p>
          <a:endParaRPr lang="tr-TR"/>
        </a:p>
      </dgm:t>
    </dgm:pt>
    <dgm:pt modelId="{58CD9861-6D0D-4B67-B02C-DE894F1000F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every node builds</a:t>
          </a:r>
        </a:p>
      </dgm:t>
    </dgm:pt>
    <dgm:pt modelId="{9AF936BD-39EB-4C93-A0AF-D23D2D9C80ED}" type="parTrans" cxnId="{CFFFBF46-4974-4810-9F83-00D84092D614}">
      <dgm:prSet/>
      <dgm:spPr/>
      <dgm:t>
        <a:bodyPr/>
        <a:lstStyle/>
        <a:p>
          <a:endParaRPr lang="tr-TR"/>
        </a:p>
      </dgm:t>
    </dgm:pt>
    <dgm:pt modelId="{8687BAE2-A1B7-47DE-9E9F-5C8E9458048D}" type="sibTrans" cxnId="{CFFFBF46-4974-4810-9F83-00D84092D614}">
      <dgm:prSet/>
      <dgm:spPr/>
      <dgm:t>
        <a:bodyPr/>
        <a:lstStyle/>
        <a:p>
          <a:endParaRPr lang="tr-TR"/>
        </a:p>
      </dgm:t>
    </dgm:pt>
    <dgm:pt modelId="{D3B67570-D16D-45A3-A034-1ECDA0EAB65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pool of valid but unconfirmed</a:t>
          </a:r>
          <a:r>
            <a:rPr lang="tr-TR"/>
            <a:t> </a:t>
          </a:r>
          <a:r>
            <a:rPr lang="en-US"/>
            <a:t>transactions</a:t>
          </a:r>
        </a:p>
      </dgm:t>
    </dgm:pt>
    <dgm:pt modelId="{DEFE1ED2-D5B2-4A77-906D-3035871988BE}" type="parTrans" cxnId="{0A11FB50-6BF6-4505-A561-0999931B1E9D}">
      <dgm:prSet/>
      <dgm:spPr/>
      <dgm:t>
        <a:bodyPr/>
        <a:lstStyle/>
        <a:p>
          <a:endParaRPr lang="tr-TR"/>
        </a:p>
      </dgm:t>
    </dgm:pt>
    <dgm:pt modelId="{9AB70D23-0E54-460D-81C5-86B9C70074B6}" type="sibTrans" cxnId="{0A11FB50-6BF6-4505-A561-0999931B1E9D}">
      <dgm:prSet/>
      <dgm:spPr/>
      <dgm:t>
        <a:bodyPr/>
        <a:lstStyle/>
        <a:p>
          <a:endParaRPr lang="tr-TR"/>
        </a:p>
      </dgm:t>
    </dgm:pt>
    <dgm:pt modelId="{61652551-6AE7-4DD6-A65E-8C0462BA4C3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Names</a:t>
          </a:r>
          <a:endParaRPr lang="en-US"/>
        </a:p>
      </dgm:t>
    </dgm:pt>
    <dgm:pt modelId="{28DAED7C-DA78-4095-B9D2-55A1ADE3CB63}" type="parTrans" cxnId="{67751C19-6948-4159-9D8F-D065F2D4C419}">
      <dgm:prSet/>
      <dgm:spPr/>
      <dgm:t>
        <a:bodyPr/>
        <a:lstStyle/>
        <a:p>
          <a:endParaRPr lang="tr-TR"/>
        </a:p>
      </dgm:t>
    </dgm:pt>
    <dgm:pt modelId="{ED20698C-C904-4456-A90A-83524C4B4538}" type="sibTrans" cxnId="{67751C19-6948-4159-9D8F-D065F2D4C419}">
      <dgm:prSet/>
      <dgm:spPr/>
      <dgm:t>
        <a:bodyPr/>
        <a:lstStyle/>
        <a:p>
          <a:endParaRPr lang="tr-TR"/>
        </a:p>
      </dgm:t>
    </dgm:pt>
    <dgm:pt modelId="{DFE68EAE-C5DF-41D1-8B53-048351BDA6D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/>
            <a:t>transaction pool</a:t>
          </a:r>
          <a:r>
            <a:rPr lang="en-US"/>
            <a:t> </a:t>
          </a:r>
        </a:p>
      </dgm:t>
    </dgm:pt>
    <dgm:pt modelId="{A45B5992-F9E0-4D81-BB94-C6AE8A48033B}" type="parTrans" cxnId="{E46FD07A-0E7A-4E50-9992-2D8CE013969B}">
      <dgm:prSet/>
      <dgm:spPr/>
      <dgm:t>
        <a:bodyPr/>
        <a:lstStyle/>
        <a:p>
          <a:endParaRPr lang="tr-TR"/>
        </a:p>
      </dgm:t>
    </dgm:pt>
    <dgm:pt modelId="{ABB8731E-0D6E-4A7F-A779-EA03B4125989}" type="sibTrans" cxnId="{E46FD07A-0E7A-4E50-9992-2D8CE013969B}">
      <dgm:prSet/>
      <dgm:spPr/>
      <dgm:t>
        <a:bodyPr/>
        <a:lstStyle/>
        <a:p>
          <a:endParaRPr lang="tr-TR"/>
        </a:p>
      </dgm:t>
    </dgm:pt>
    <dgm:pt modelId="{20EE36FB-C067-4202-8DA3-CE6B99C75CE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/>
            <a:t>memory pool</a:t>
          </a:r>
          <a:endParaRPr lang="en-US"/>
        </a:p>
      </dgm:t>
    </dgm:pt>
    <dgm:pt modelId="{526FFFC2-712C-4927-8988-D9168C45725A}" type="parTrans" cxnId="{3C54AC2E-5099-48D5-BED6-7B7E3FD92E64}">
      <dgm:prSet/>
      <dgm:spPr/>
      <dgm:t>
        <a:bodyPr/>
        <a:lstStyle/>
        <a:p>
          <a:endParaRPr lang="tr-TR"/>
        </a:p>
      </dgm:t>
    </dgm:pt>
    <dgm:pt modelId="{FC60469F-AD1E-49BB-96E2-02211963C930}" type="sibTrans" cxnId="{3C54AC2E-5099-48D5-BED6-7B7E3FD92E64}">
      <dgm:prSet/>
      <dgm:spPr/>
      <dgm:t>
        <a:bodyPr/>
        <a:lstStyle/>
        <a:p>
          <a:endParaRPr lang="tr-TR"/>
        </a:p>
      </dgm:t>
    </dgm:pt>
    <dgm:pt modelId="{51A06507-4E45-435A-B96C-4FB2689EFFC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 err="1"/>
            <a:t>mempool</a:t>
          </a:r>
          <a:endParaRPr lang="en-US"/>
        </a:p>
      </dgm:t>
    </dgm:pt>
    <dgm:pt modelId="{F0FD03D5-A7A7-4F3C-92EF-270E63772C30}" type="parTrans" cxnId="{174A6E6E-5F9D-4512-8487-57A956C42D40}">
      <dgm:prSet/>
      <dgm:spPr/>
      <dgm:t>
        <a:bodyPr/>
        <a:lstStyle/>
        <a:p>
          <a:endParaRPr lang="tr-TR"/>
        </a:p>
      </dgm:t>
    </dgm:pt>
    <dgm:pt modelId="{624F5CDD-149E-4EE7-BF20-1D14AB34C56C}" type="sibTrans" cxnId="{174A6E6E-5F9D-4512-8487-57A956C42D40}">
      <dgm:prSet/>
      <dgm:spPr/>
      <dgm:t>
        <a:bodyPr/>
        <a:lstStyle/>
        <a:p>
          <a:endParaRPr lang="tr-TR"/>
        </a:p>
      </dgm:t>
    </dgm:pt>
    <dgm:pt modelId="{532933AD-86BF-4014-A123-C5DF07FA8ED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Function</a:t>
          </a:r>
          <a:endParaRPr lang="en-US"/>
        </a:p>
      </dgm:t>
    </dgm:pt>
    <dgm:pt modelId="{2D3BB8C8-A07F-4833-A0C4-C95373301D1B}" type="parTrans" cxnId="{839F4F21-A30B-486B-B9CE-9197E6B56264}">
      <dgm:prSet/>
      <dgm:spPr/>
      <dgm:t>
        <a:bodyPr/>
        <a:lstStyle/>
        <a:p>
          <a:endParaRPr lang="tr-TR"/>
        </a:p>
      </dgm:t>
    </dgm:pt>
    <dgm:pt modelId="{85F2D58B-A537-4959-9E7C-61BC5DEE92E4}" type="sibTrans" cxnId="{839F4F21-A30B-486B-B9CE-9197E6B56264}">
      <dgm:prSet/>
      <dgm:spPr/>
      <dgm:t>
        <a:bodyPr/>
        <a:lstStyle/>
        <a:p>
          <a:endParaRPr lang="tr-TR"/>
        </a:p>
      </dgm:t>
    </dgm:pt>
    <dgm:pt modelId="{3D4AA426-066E-4776-BD10-5B90C95C948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err="1"/>
            <a:t>To</a:t>
          </a:r>
          <a:r>
            <a:rPr lang="tr-TR"/>
            <a:t> </a:t>
          </a:r>
          <a:r>
            <a:rPr lang="tr-TR" err="1"/>
            <a:t>verify</a:t>
          </a:r>
          <a:r>
            <a:rPr lang="tr-TR"/>
            <a:t> </a:t>
          </a:r>
          <a:r>
            <a:rPr lang="tr-TR" err="1"/>
            <a:t>each</a:t>
          </a:r>
          <a:r>
            <a:rPr lang="tr-TR"/>
            <a:t> </a:t>
          </a:r>
          <a:r>
            <a:rPr lang="tr-TR" err="1"/>
            <a:t>transactions</a:t>
          </a:r>
          <a:endParaRPr lang="en-US"/>
        </a:p>
      </dgm:t>
    </dgm:pt>
    <dgm:pt modelId="{09A51ABE-5AE1-4D87-8CA8-C0546A0583C4}" type="parTrans" cxnId="{86B3F951-47ED-45DA-9598-055B2B4E98B0}">
      <dgm:prSet/>
      <dgm:spPr/>
      <dgm:t>
        <a:bodyPr/>
        <a:lstStyle/>
        <a:p>
          <a:endParaRPr lang="tr-TR"/>
        </a:p>
      </dgm:t>
    </dgm:pt>
    <dgm:pt modelId="{5F54636E-2491-47BC-A854-C1AAE46984A8}" type="sibTrans" cxnId="{86B3F951-47ED-45DA-9598-055B2B4E98B0}">
      <dgm:prSet/>
      <dgm:spPr/>
      <dgm:t>
        <a:bodyPr/>
        <a:lstStyle/>
        <a:p>
          <a:endParaRPr lang="tr-TR"/>
        </a:p>
      </dgm:t>
    </dgm:pt>
    <dgm:pt modelId="{2636BF11-44F3-4D7D-9E9B-225D05CF9CF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as it is </a:t>
          </a:r>
          <a:r>
            <a:rPr lang="tr-TR" err="1"/>
            <a:t>received</a:t>
          </a:r>
          <a:r>
            <a:rPr lang="tr-TR"/>
            <a:t> </a:t>
          </a:r>
          <a:endParaRPr lang="en-US"/>
        </a:p>
      </dgm:t>
    </dgm:pt>
    <dgm:pt modelId="{5DCD9866-EAB1-4B96-9F35-6B95F41359BA}" type="parTrans" cxnId="{531F7843-C58C-434D-BE6D-788AEB795F7E}">
      <dgm:prSet/>
      <dgm:spPr/>
      <dgm:t>
        <a:bodyPr/>
        <a:lstStyle/>
        <a:p>
          <a:endParaRPr lang="tr-TR"/>
        </a:p>
      </dgm:t>
    </dgm:pt>
    <dgm:pt modelId="{0395FA8D-A15F-41D0-AF65-C7E8419EF7E6}" type="sibTrans" cxnId="{531F7843-C58C-434D-BE6D-788AEB795F7E}">
      <dgm:prSet/>
      <dgm:spPr/>
      <dgm:t>
        <a:bodyPr/>
        <a:lstStyle/>
        <a:p>
          <a:endParaRPr lang="tr-TR"/>
        </a:p>
      </dgm:t>
    </dgm:pt>
    <dgm:pt modelId="{5271E6AC-0C3B-4027-B315-862941DDF7B6}" type="pres">
      <dgm:prSet presAssocID="{C8D01EFF-E69A-40FD-A36C-D4BB2CB090F4}" presName="root" presStyleCnt="0">
        <dgm:presLayoutVars>
          <dgm:dir/>
          <dgm:resizeHandles val="exact"/>
        </dgm:presLayoutVars>
      </dgm:prSet>
      <dgm:spPr/>
    </dgm:pt>
    <dgm:pt modelId="{6C24A01E-D3DA-444D-B783-68F8D8D9CC16}" type="pres">
      <dgm:prSet presAssocID="{6066ACA6-DFA4-4707-B1E7-21387DDD178B}" presName="compNode" presStyleCnt="0"/>
      <dgm:spPr/>
    </dgm:pt>
    <dgm:pt modelId="{7FBBA265-265F-4FE6-9798-4E7B98AE133D}" type="pres">
      <dgm:prSet presAssocID="{6066ACA6-DFA4-4707-B1E7-21387DDD178B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iste sağdan sola"/>
        </a:ext>
      </dgm:extLst>
    </dgm:pt>
    <dgm:pt modelId="{C1E93492-690E-4A0F-BDD4-02A1F2ED8F56}" type="pres">
      <dgm:prSet presAssocID="{6066ACA6-DFA4-4707-B1E7-21387DDD178B}" presName="iconSpace" presStyleCnt="0"/>
      <dgm:spPr/>
    </dgm:pt>
    <dgm:pt modelId="{54C92404-DA15-4DFF-8ADC-BA45DFCDD78B}" type="pres">
      <dgm:prSet presAssocID="{6066ACA6-DFA4-4707-B1E7-21387DDD178B}" presName="parTx" presStyleLbl="revTx" presStyleIdx="0" presStyleCnt="6">
        <dgm:presLayoutVars>
          <dgm:chMax val="0"/>
          <dgm:chPref val="0"/>
        </dgm:presLayoutVars>
      </dgm:prSet>
      <dgm:spPr/>
    </dgm:pt>
    <dgm:pt modelId="{136194D6-688E-4DF8-8F53-E68B6458808F}" type="pres">
      <dgm:prSet presAssocID="{6066ACA6-DFA4-4707-B1E7-21387DDD178B}" presName="txSpace" presStyleCnt="0"/>
      <dgm:spPr/>
    </dgm:pt>
    <dgm:pt modelId="{BB2B6508-54D3-4B98-9107-B152C63A59EF}" type="pres">
      <dgm:prSet presAssocID="{6066ACA6-DFA4-4707-B1E7-21387DDD178B}" presName="desTx" presStyleLbl="revTx" presStyleIdx="1" presStyleCnt="6">
        <dgm:presLayoutVars/>
      </dgm:prSet>
      <dgm:spPr/>
    </dgm:pt>
    <dgm:pt modelId="{F1618913-8BFA-4E4B-BDAD-6403390E1104}" type="pres">
      <dgm:prSet presAssocID="{20447DC4-ACDD-4C92-A63B-44A760CB977D}" presName="sibTrans" presStyleCnt="0"/>
      <dgm:spPr/>
    </dgm:pt>
    <dgm:pt modelId="{14D3DDA2-DE32-4AE4-8ED4-5FCA36619396}" type="pres">
      <dgm:prSet presAssocID="{61652551-6AE7-4DD6-A65E-8C0462BA4C3C}" presName="compNode" presStyleCnt="0"/>
      <dgm:spPr/>
    </dgm:pt>
    <dgm:pt modelId="{3A50A4B3-0E82-4DDC-ACA3-D3C8F56BC70F}" type="pres">
      <dgm:prSet presAssocID="{61652551-6AE7-4DD6-A65E-8C0462BA4C3C}" presName="iconRect" presStyleLbl="node1" presStyleIdx="1" presStyleCnt="3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20D02F0B-8256-4EDC-A8B6-62C3DB136FA8}" type="pres">
      <dgm:prSet presAssocID="{61652551-6AE7-4DD6-A65E-8C0462BA4C3C}" presName="iconSpace" presStyleCnt="0"/>
      <dgm:spPr/>
    </dgm:pt>
    <dgm:pt modelId="{D0B97B04-625A-46C2-8906-E900F564B3AA}" type="pres">
      <dgm:prSet presAssocID="{61652551-6AE7-4DD6-A65E-8C0462BA4C3C}" presName="parTx" presStyleLbl="revTx" presStyleIdx="2" presStyleCnt="6">
        <dgm:presLayoutVars>
          <dgm:chMax val="0"/>
          <dgm:chPref val="0"/>
        </dgm:presLayoutVars>
      </dgm:prSet>
      <dgm:spPr/>
    </dgm:pt>
    <dgm:pt modelId="{F13865A3-FBA2-432B-AAE0-5E74DD1BD8C0}" type="pres">
      <dgm:prSet presAssocID="{61652551-6AE7-4DD6-A65E-8C0462BA4C3C}" presName="txSpace" presStyleCnt="0"/>
      <dgm:spPr/>
    </dgm:pt>
    <dgm:pt modelId="{D0A7E48E-9B16-4A01-B4D5-3CB2B9A5445A}" type="pres">
      <dgm:prSet presAssocID="{61652551-6AE7-4DD6-A65E-8C0462BA4C3C}" presName="desTx" presStyleLbl="revTx" presStyleIdx="3" presStyleCnt="6">
        <dgm:presLayoutVars/>
      </dgm:prSet>
      <dgm:spPr/>
    </dgm:pt>
    <dgm:pt modelId="{A68D4BE0-E92C-4791-9761-27B0E35C0E6B}" type="pres">
      <dgm:prSet presAssocID="{ED20698C-C904-4456-A90A-83524C4B4538}" presName="sibTrans" presStyleCnt="0"/>
      <dgm:spPr/>
    </dgm:pt>
    <dgm:pt modelId="{6125174E-2092-456E-B250-B8D2D7823778}" type="pres">
      <dgm:prSet presAssocID="{532933AD-86BF-4014-A123-C5DF07FA8ED7}" presName="compNode" presStyleCnt="0"/>
      <dgm:spPr/>
    </dgm:pt>
    <dgm:pt modelId="{877CECE5-019A-422F-9A64-0B4A2266F08C}" type="pres">
      <dgm:prSet presAssocID="{532933AD-86BF-4014-A123-C5DF07FA8ED7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Credit card"/>
        </a:ext>
      </dgm:extLst>
    </dgm:pt>
    <dgm:pt modelId="{CB055C3E-C2C9-4AB5-A04F-22318A285A64}" type="pres">
      <dgm:prSet presAssocID="{532933AD-86BF-4014-A123-C5DF07FA8ED7}" presName="iconSpace" presStyleCnt="0"/>
      <dgm:spPr/>
    </dgm:pt>
    <dgm:pt modelId="{53CDF7E5-8992-44F5-80E7-59A5A7110884}" type="pres">
      <dgm:prSet presAssocID="{532933AD-86BF-4014-A123-C5DF07FA8ED7}" presName="parTx" presStyleLbl="revTx" presStyleIdx="4" presStyleCnt="6">
        <dgm:presLayoutVars>
          <dgm:chMax val="0"/>
          <dgm:chPref val="0"/>
        </dgm:presLayoutVars>
      </dgm:prSet>
      <dgm:spPr/>
    </dgm:pt>
    <dgm:pt modelId="{AA13C0BA-09FF-434D-AED6-98BF450BF8B8}" type="pres">
      <dgm:prSet presAssocID="{532933AD-86BF-4014-A123-C5DF07FA8ED7}" presName="txSpace" presStyleCnt="0"/>
      <dgm:spPr/>
    </dgm:pt>
    <dgm:pt modelId="{C44B3AAE-B709-4C0E-9E99-B907D4B933AF}" type="pres">
      <dgm:prSet presAssocID="{532933AD-86BF-4014-A123-C5DF07FA8ED7}" presName="desTx" presStyleLbl="revTx" presStyleIdx="5" presStyleCnt="6">
        <dgm:presLayoutVars/>
      </dgm:prSet>
      <dgm:spPr/>
    </dgm:pt>
  </dgm:ptLst>
  <dgm:cxnLst>
    <dgm:cxn modelId="{B09BCF14-B953-4079-9F35-AD5A126A9E66}" type="presOf" srcId="{51A06507-4E45-435A-B96C-4FB2689EFFC1}" destId="{D0A7E48E-9B16-4A01-B4D5-3CB2B9A5445A}" srcOrd="0" destOrd="2" presId="urn:microsoft.com/office/officeart/2018/5/layout/CenteredIconLabelDescriptionList"/>
    <dgm:cxn modelId="{67751C19-6948-4159-9D8F-D065F2D4C419}" srcId="{C8D01EFF-E69A-40FD-A36C-D4BB2CB090F4}" destId="{61652551-6AE7-4DD6-A65E-8C0462BA4C3C}" srcOrd="1" destOrd="0" parTransId="{28DAED7C-DA78-4095-B9D2-55A1ADE3CB63}" sibTransId="{ED20698C-C904-4456-A90A-83524C4B4538}"/>
    <dgm:cxn modelId="{EE49251E-4FC4-48BB-8B18-06261346A02A}" type="presOf" srcId="{C8D01EFF-E69A-40FD-A36C-D4BB2CB090F4}" destId="{5271E6AC-0C3B-4027-B315-862941DDF7B6}" srcOrd="0" destOrd="0" presId="urn:microsoft.com/office/officeart/2018/5/layout/CenteredIconLabelDescriptionList"/>
    <dgm:cxn modelId="{6EB16B1F-E2B3-4C88-B074-052EE77B38E7}" type="presOf" srcId="{6066ACA6-DFA4-4707-B1E7-21387DDD178B}" destId="{54C92404-DA15-4DFF-8ADC-BA45DFCDD78B}" srcOrd="0" destOrd="0" presId="urn:microsoft.com/office/officeart/2018/5/layout/CenteredIconLabelDescriptionList"/>
    <dgm:cxn modelId="{839F4F21-A30B-486B-B9CE-9197E6B56264}" srcId="{C8D01EFF-E69A-40FD-A36C-D4BB2CB090F4}" destId="{532933AD-86BF-4014-A123-C5DF07FA8ED7}" srcOrd="2" destOrd="0" parTransId="{2D3BB8C8-A07F-4833-A0C4-C95373301D1B}" sibTransId="{85F2D58B-A537-4959-9E7C-61BC5DEE92E4}"/>
    <dgm:cxn modelId="{47F87321-70AA-4F22-A96E-613FFDE45440}" srcId="{C8D01EFF-E69A-40FD-A36C-D4BB2CB090F4}" destId="{6066ACA6-DFA4-4707-B1E7-21387DDD178B}" srcOrd="0" destOrd="0" parTransId="{F4DFC6EE-C808-4726-B2E1-459FEF6F35CD}" sibTransId="{20447DC4-ACDD-4C92-A63B-44A760CB977D}"/>
    <dgm:cxn modelId="{3C54AC2E-5099-48D5-BED6-7B7E3FD92E64}" srcId="{61652551-6AE7-4DD6-A65E-8C0462BA4C3C}" destId="{20EE36FB-C067-4202-8DA3-CE6B99C75CEB}" srcOrd="1" destOrd="0" parTransId="{526FFFC2-712C-4927-8988-D9168C45725A}" sibTransId="{FC60469F-AD1E-49BB-96E2-02211963C930}"/>
    <dgm:cxn modelId="{EDD5D55D-C468-48C0-8FBD-8DA344484BDA}" type="presOf" srcId="{61652551-6AE7-4DD6-A65E-8C0462BA4C3C}" destId="{D0B97B04-625A-46C2-8906-E900F564B3AA}" srcOrd="0" destOrd="0" presId="urn:microsoft.com/office/officeart/2018/5/layout/CenteredIconLabelDescriptionList"/>
    <dgm:cxn modelId="{531F7843-C58C-434D-BE6D-788AEB795F7E}" srcId="{532933AD-86BF-4014-A123-C5DF07FA8ED7}" destId="{2636BF11-44F3-4D7D-9E9B-225D05CF9CF1}" srcOrd="1" destOrd="0" parTransId="{5DCD9866-EAB1-4B96-9F35-6B95F41359BA}" sibTransId="{0395FA8D-A15F-41D0-AF65-C7E8419EF7E6}"/>
    <dgm:cxn modelId="{CFFFBF46-4974-4810-9F83-00D84092D614}" srcId="{6066ACA6-DFA4-4707-B1E7-21387DDD178B}" destId="{58CD9861-6D0D-4B67-B02C-DE894F1000F6}" srcOrd="1" destOrd="0" parTransId="{9AF936BD-39EB-4C93-A0AF-D23D2D9C80ED}" sibTransId="{8687BAE2-A1B7-47DE-9E9F-5C8E9458048D}"/>
    <dgm:cxn modelId="{D15BAF4D-E4CD-480B-99F5-F2271FF62674}" type="presOf" srcId="{3D4AA426-066E-4776-BD10-5B90C95C9486}" destId="{C44B3AAE-B709-4C0E-9E99-B907D4B933AF}" srcOrd="0" destOrd="0" presId="urn:microsoft.com/office/officeart/2018/5/layout/CenteredIconLabelDescriptionList"/>
    <dgm:cxn modelId="{174A6E6E-5F9D-4512-8487-57A956C42D40}" srcId="{61652551-6AE7-4DD6-A65E-8C0462BA4C3C}" destId="{51A06507-4E45-435A-B96C-4FB2689EFFC1}" srcOrd="2" destOrd="0" parTransId="{F0FD03D5-A7A7-4F3C-92EF-270E63772C30}" sibTransId="{624F5CDD-149E-4EE7-BF20-1D14AB34C56C}"/>
    <dgm:cxn modelId="{E60C6070-D3BB-41B8-8FE5-408F4A774CD8}" type="presOf" srcId="{DFE68EAE-C5DF-41D1-8B53-048351BDA6DB}" destId="{D0A7E48E-9B16-4A01-B4D5-3CB2B9A5445A}" srcOrd="0" destOrd="0" presId="urn:microsoft.com/office/officeart/2018/5/layout/CenteredIconLabelDescriptionList"/>
    <dgm:cxn modelId="{0A11FB50-6BF6-4505-A561-0999931B1E9D}" srcId="{6066ACA6-DFA4-4707-B1E7-21387DDD178B}" destId="{D3B67570-D16D-45A3-A034-1ECDA0EAB650}" srcOrd="2" destOrd="0" parTransId="{DEFE1ED2-D5B2-4A77-906D-3035871988BE}" sibTransId="{9AB70D23-0E54-460D-81C5-86B9C70074B6}"/>
    <dgm:cxn modelId="{86B3F951-47ED-45DA-9598-055B2B4E98B0}" srcId="{532933AD-86BF-4014-A123-C5DF07FA8ED7}" destId="{3D4AA426-066E-4776-BD10-5B90C95C9486}" srcOrd="0" destOrd="0" parTransId="{09A51ABE-5AE1-4D87-8CA8-C0546A0583C4}" sibTransId="{5F54636E-2491-47BC-A854-C1AAE46984A8}"/>
    <dgm:cxn modelId="{E46FD07A-0E7A-4E50-9992-2D8CE013969B}" srcId="{61652551-6AE7-4DD6-A65E-8C0462BA4C3C}" destId="{DFE68EAE-C5DF-41D1-8B53-048351BDA6DB}" srcOrd="0" destOrd="0" parTransId="{A45B5992-F9E0-4D81-BB94-C6AE8A48033B}" sibTransId="{ABB8731E-0D6E-4A7F-A779-EA03B4125989}"/>
    <dgm:cxn modelId="{69BCF78A-79B0-46E4-9F04-EEDC3E51C671}" type="presOf" srcId="{20EE36FB-C067-4202-8DA3-CE6B99C75CEB}" destId="{D0A7E48E-9B16-4A01-B4D5-3CB2B9A5445A}" srcOrd="0" destOrd="1" presId="urn:microsoft.com/office/officeart/2018/5/layout/CenteredIconLabelDescriptionList"/>
    <dgm:cxn modelId="{BDE0B29B-7B74-4A91-BB9B-5FC44286C70C}" type="presOf" srcId="{2636BF11-44F3-4D7D-9E9B-225D05CF9CF1}" destId="{C44B3AAE-B709-4C0E-9E99-B907D4B933AF}" srcOrd="0" destOrd="1" presId="urn:microsoft.com/office/officeart/2018/5/layout/CenteredIconLabelDescriptionList"/>
    <dgm:cxn modelId="{DDCDABE6-920E-4065-8A8C-4EA58CA7EB81}" type="presOf" srcId="{532933AD-86BF-4014-A123-C5DF07FA8ED7}" destId="{53CDF7E5-8992-44F5-80E7-59A5A7110884}" srcOrd="0" destOrd="0" presId="urn:microsoft.com/office/officeart/2018/5/layout/CenteredIconLabelDescriptionList"/>
    <dgm:cxn modelId="{FA6992EB-720D-4E50-86BF-270A30D2C09E}" type="presOf" srcId="{D3B67570-D16D-45A3-A034-1ECDA0EAB650}" destId="{BB2B6508-54D3-4B98-9107-B152C63A59EF}" srcOrd="0" destOrd="2" presId="urn:microsoft.com/office/officeart/2018/5/layout/CenteredIconLabelDescriptionList"/>
    <dgm:cxn modelId="{3C89A4EE-650F-4ED6-9530-38087ACA8859}" srcId="{6066ACA6-DFA4-4707-B1E7-21387DDD178B}" destId="{264686D3-AC92-4A4F-8AC3-6DD6FA0BACD2}" srcOrd="0" destOrd="0" parTransId="{17C1C969-B7B3-4C99-BC89-2D49270EF6E5}" sibTransId="{98DBC26B-5D73-4CE5-B2E7-6EF31161404D}"/>
    <dgm:cxn modelId="{293766F3-2CD9-4A8D-8B76-3DC865BF79F2}" type="presOf" srcId="{264686D3-AC92-4A4F-8AC3-6DD6FA0BACD2}" destId="{BB2B6508-54D3-4B98-9107-B152C63A59EF}" srcOrd="0" destOrd="0" presId="urn:microsoft.com/office/officeart/2018/5/layout/CenteredIconLabelDescriptionList"/>
    <dgm:cxn modelId="{23A467FB-26A0-41DC-89FF-BD53DF2A0CDE}" type="presOf" srcId="{58CD9861-6D0D-4B67-B02C-DE894F1000F6}" destId="{BB2B6508-54D3-4B98-9107-B152C63A59EF}" srcOrd="0" destOrd="1" presId="urn:microsoft.com/office/officeart/2018/5/layout/CenteredIconLabelDescriptionList"/>
    <dgm:cxn modelId="{B1C0F560-17B4-4D70-A215-AE69A1C5A122}" type="presParOf" srcId="{5271E6AC-0C3B-4027-B315-862941DDF7B6}" destId="{6C24A01E-D3DA-444D-B783-68F8D8D9CC16}" srcOrd="0" destOrd="0" presId="urn:microsoft.com/office/officeart/2018/5/layout/CenteredIconLabelDescriptionList"/>
    <dgm:cxn modelId="{9DA8450B-A7BB-45D4-BE9A-1A0C209BCE4A}" type="presParOf" srcId="{6C24A01E-D3DA-444D-B783-68F8D8D9CC16}" destId="{7FBBA265-265F-4FE6-9798-4E7B98AE133D}" srcOrd="0" destOrd="0" presId="urn:microsoft.com/office/officeart/2018/5/layout/CenteredIconLabelDescriptionList"/>
    <dgm:cxn modelId="{4F434EB9-4BF2-48B3-B8E6-42EC95BBE08D}" type="presParOf" srcId="{6C24A01E-D3DA-444D-B783-68F8D8D9CC16}" destId="{C1E93492-690E-4A0F-BDD4-02A1F2ED8F56}" srcOrd="1" destOrd="0" presId="urn:microsoft.com/office/officeart/2018/5/layout/CenteredIconLabelDescriptionList"/>
    <dgm:cxn modelId="{9DBCF1C1-3995-4416-9B2F-14DA26961EF3}" type="presParOf" srcId="{6C24A01E-D3DA-444D-B783-68F8D8D9CC16}" destId="{54C92404-DA15-4DFF-8ADC-BA45DFCDD78B}" srcOrd="2" destOrd="0" presId="urn:microsoft.com/office/officeart/2018/5/layout/CenteredIconLabelDescriptionList"/>
    <dgm:cxn modelId="{9D3DB8E0-7B89-4C2B-AE2A-06E1D83B0463}" type="presParOf" srcId="{6C24A01E-D3DA-444D-B783-68F8D8D9CC16}" destId="{136194D6-688E-4DF8-8F53-E68B6458808F}" srcOrd="3" destOrd="0" presId="urn:microsoft.com/office/officeart/2018/5/layout/CenteredIconLabelDescriptionList"/>
    <dgm:cxn modelId="{E4CF42BB-888B-4EDE-A821-4D5218D0BFE3}" type="presParOf" srcId="{6C24A01E-D3DA-444D-B783-68F8D8D9CC16}" destId="{BB2B6508-54D3-4B98-9107-B152C63A59EF}" srcOrd="4" destOrd="0" presId="urn:microsoft.com/office/officeart/2018/5/layout/CenteredIconLabelDescriptionList"/>
    <dgm:cxn modelId="{4AC909E2-213F-4B37-B651-05AF469EDE1F}" type="presParOf" srcId="{5271E6AC-0C3B-4027-B315-862941DDF7B6}" destId="{F1618913-8BFA-4E4B-BDAD-6403390E1104}" srcOrd="1" destOrd="0" presId="urn:microsoft.com/office/officeart/2018/5/layout/CenteredIconLabelDescriptionList"/>
    <dgm:cxn modelId="{55CEEDE9-5458-48E3-8985-62F578333BE2}" type="presParOf" srcId="{5271E6AC-0C3B-4027-B315-862941DDF7B6}" destId="{14D3DDA2-DE32-4AE4-8ED4-5FCA36619396}" srcOrd="2" destOrd="0" presId="urn:microsoft.com/office/officeart/2018/5/layout/CenteredIconLabelDescriptionList"/>
    <dgm:cxn modelId="{15A3D7A2-2A87-4344-B1F9-9277A4B18398}" type="presParOf" srcId="{14D3DDA2-DE32-4AE4-8ED4-5FCA36619396}" destId="{3A50A4B3-0E82-4DDC-ACA3-D3C8F56BC70F}" srcOrd="0" destOrd="0" presId="urn:microsoft.com/office/officeart/2018/5/layout/CenteredIconLabelDescriptionList"/>
    <dgm:cxn modelId="{AFF9C3F3-E485-417D-99B4-9805C4B7E4FE}" type="presParOf" srcId="{14D3DDA2-DE32-4AE4-8ED4-5FCA36619396}" destId="{20D02F0B-8256-4EDC-A8B6-62C3DB136FA8}" srcOrd="1" destOrd="0" presId="urn:microsoft.com/office/officeart/2018/5/layout/CenteredIconLabelDescriptionList"/>
    <dgm:cxn modelId="{59A737F3-8C65-4993-B9A6-596EAED8DB6B}" type="presParOf" srcId="{14D3DDA2-DE32-4AE4-8ED4-5FCA36619396}" destId="{D0B97B04-625A-46C2-8906-E900F564B3AA}" srcOrd="2" destOrd="0" presId="urn:microsoft.com/office/officeart/2018/5/layout/CenteredIconLabelDescriptionList"/>
    <dgm:cxn modelId="{8F8F10B4-42E0-44F9-97BA-BC940F4B84F3}" type="presParOf" srcId="{14D3DDA2-DE32-4AE4-8ED4-5FCA36619396}" destId="{F13865A3-FBA2-432B-AAE0-5E74DD1BD8C0}" srcOrd="3" destOrd="0" presId="urn:microsoft.com/office/officeart/2018/5/layout/CenteredIconLabelDescriptionList"/>
    <dgm:cxn modelId="{8880A2AF-9099-48B2-A3DD-3308F2F28728}" type="presParOf" srcId="{14D3DDA2-DE32-4AE4-8ED4-5FCA36619396}" destId="{D0A7E48E-9B16-4A01-B4D5-3CB2B9A5445A}" srcOrd="4" destOrd="0" presId="urn:microsoft.com/office/officeart/2018/5/layout/CenteredIconLabelDescriptionList"/>
    <dgm:cxn modelId="{B9D2E74A-D096-42F2-B575-59EDBD9CF536}" type="presParOf" srcId="{5271E6AC-0C3B-4027-B315-862941DDF7B6}" destId="{A68D4BE0-E92C-4791-9761-27B0E35C0E6B}" srcOrd="3" destOrd="0" presId="urn:microsoft.com/office/officeart/2018/5/layout/CenteredIconLabelDescriptionList"/>
    <dgm:cxn modelId="{8E87AFF3-A0A1-4509-A2D4-2113D8E9CA65}" type="presParOf" srcId="{5271E6AC-0C3B-4027-B315-862941DDF7B6}" destId="{6125174E-2092-456E-B250-B8D2D7823778}" srcOrd="4" destOrd="0" presId="urn:microsoft.com/office/officeart/2018/5/layout/CenteredIconLabelDescriptionList"/>
    <dgm:cxn modelId="{6C83200D-05D4-4D41-8D79-21C849C5C285}" type="presParOf" srcId="{6125174E-2092-456E-B250-B8D2D7823778}" destId="{877CECE5-019A-422F-9A64-0B4A2266F08C}" srcOrd="0" destOrd="0" presId="urn:microsoft.com/office/officeart/2018/5/layout/CenteredIconLabelDescriptionList"/>
    <dgm:cxn modelId="{A36060C8-81A8-408C-B288-66F1A120FBBE}" type="presParOf" srcId="{6125174E-2092-456E-B250-B8D2D7823778}" destId="{CB055C3E-C2C9-4AB5-A04F-22318A285A64}" srcOrd="1" destOrd="0" presId="urn:microsoft.com/office/officeart/2018/5/layout/CenteredIconLabelDescriptionList"/>
    <dgm:cxn modelId="{F1B8DA6B-E815-4DE8-A878-CED4ABCFA228}" type="presParOf" srcId="{6125174E-2092-456E-B250-B8D2D7823778}" destId="{53CDF7E5-8992-44F5-80E7-59A5A7110884}" srcOrd="2" destOrd="0" presId="urn:microsoft.com/office/officeart/2018/5/layout/CenteredIconLabelDescriptionList"/>
    <dgm:cxn modelId="{FAA28CB0-7D0F-4ECC-B9D6-5A6C71D9994E}" type="presParOf" srcId="{6125174E-2092-456E-B250-B8D2D7823778}" destId="{AA13C0BA-09FF-434D-AED6-98BF450BF8B8}" srcOrd="3" destOrd="0" presId="urn:microsoft.com/office/officeart/2018/5/layout/CenteredIconLabelDescriptionList"/>
    <dgm:cxn modelId="{A8DC3273-B2C3-44DC-8162-746A6DE6E836}" type="presParOf" srcId="{6125174E-2092-456E-B250-B8D2D7823778}" destId="{C44B3AAE-B709-4C0E-9E99-B907D4B933A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8.xml><?xml version="1.0" encoding="utf-8"?>
<dgm:dataModel xmlns:dgm="http://schemas.openxmlformats.org/drawingml/2006/diagram" xmlns:a="http://schemas.openxmlformats.org/drawingml/2006/main">
  <dgm:ptLst>
    <dgm:pt modelId="{F8D43447-5A37-40FA-84AE-3965E02120F2}" type="doc">
      <dgm:prSet loTypeId="urn:microsoft.com/office/officeart/2005/8/layout/list1" loCatId="list" qsTypeId="urn:microsoft.com/office/officeart/2005/8/quickstyle/simple1" qsCatId="simple" csTypeId="urn:microsoft.com/office/officeart/2005/8/colors/accent5_2" csCatId="accent5"/>
      <dgm:spPr/>
      <dgm:t>
        <a:bodyPr/>
        <a:lstStyle/>
        <a:p>
          <a:endParaRPr lang="en-US"/>
        </a:p>
      </dgm:t>
    </dgm:pt>
    <dgm:pt modelId="{DB38D068-707C-493C-86B2-CBA8DA744671}">
      <dgm:prSet/>
      <dgm:spPr/>
      <dgm:t>
        <a:bodyPr/>
        <a:lstStyle/>
        <a:p>
          <a:r>
            <a:rPr lang="tr-TR"/>
            <a:t>Miners</a:t>
          </a:r>
          <a:endParaRPr lang="en-US"/>
        </a:p>
      </dgm:t>
    </dgm:pt>
    <dgm:pt modelId="{F3CCA82A-E2FD-46D1-AAF4-C6AE5CCB16D4}" type="parTrans" cxnId="{E660422E-C8A3-4DCC-8239-2F7EFC8778CF}">
      <dgm:prSet/>
      <dgm:spPr/>
      <dgm:t>
        <a:bodyPr/>
        <a:lstStyle/>
        <a:p>
          <a:endParaRPr lang="en-US"/>
        </a:p>
      </dgm:t>
    </dgm:pt>
    <dgm:pt modelId="{99B53544-8C64-4128-A948-7E8F188EE911}" type="sibTrans" cxnId="{E660422E-C8A3-4DCC-8239-2F7EFC8778CF}">
      <dgm:prSet/>
      <dgm:spPr/>
      <dgm:t>
        <a:bodyPr/>
        <a:lstStyle/>
        <a:p>
          <a:endParaRPr lang="en-US"/>
        </a:p>
      </dgm:t>
    </dgm:pt>
    <dgm:pt modelId="{DA99C129-B6FA-4AD1-94B9-8419D458164B}">
      <dgm:prSet/>
      <dgm:spPr/>
      <dgm:t>
        <a:bodyPr/>
        <a:lstStyle/>
        <a:p>
          <a:r>
            <a:rPr lang="tr-TR"/>
            <a:t>Specialized nodes on the bitcoin network</a:t>
          </a:r>
          <a:endParaRPr lang="en-US"/>
        </a:p>
      </dgm:t>
    </dgm:pt>
    <dgm:pt modelId="{FF29A230-824A-400E-9799-7B63CF2DD23F}" type="parTrans" cxnId="{6A695555-B582-4BD2-B631-8D93B00E24B7}">
      <dgm:prSet/>
      <dgm:spPr/>
      <dgm:t>
        <a:bodyPr/>
        <a:lstStyle/>
        <a:p>
          <a:endParaRPr lang="en-US"/>
        </a:p>
      </dgm:t>
    </dgm:pt>
    <dgm:pt modelId="{172CF30B-CBCD-4815-98C6-52C4570584C5}" type="sibTrans" cxnId="{6A695555-B582-4BD2-B631-8D93B00E24B7}">
      <dgm:prSet/>
      <dgm:spPr/>
      <dgm:t>
        <a:bodyPr/>
        <a:lstStyle/>
        <a:p>
          <a:endParaRPr lang="en-US"/>
        </a:p>
      </dgm:t>
    </dgm:pt>
    <dgm:pt modelId="{CA01B723-C5A3-4F29-8BFB-FBC75BB1A1C2}">
      <dgm:prSet/>
      <dgm:spPr/>
      <dgm:t>
        <a:bodyPr/>
        <a:lstStyle/>
        <a:p>
          <a:r>
            <a:rPr lang="en-US"/>
            <a:t>aggregates transactions into new</a:t>
          </a:r>
          <a:r>
            <a:rPr lang="tr-TR"/>
            <a:t> </a:t>
          </a:r>
          <a:r>
            <a:rPr lang="en-US"/>
            <a:t>blocks</a:t>
          </a:r>
        </a:p>
      </dgm:t>
    </dgm:pt>
    <dgm:pt modelId="{26C1E2B0-F381-46C6-BB19-C93C4BED8960}" type="parTrans" cxnId="{359C867D-B8DE-43B4-B82B-C6A35DE837E9}">
      <dgm:prSet/>
      <dgm:spPr/>
      <dgm:t>
        <a:bodyPr/>
        <a:lstStyle/>
        <a:p>
          <a:endParaRPr lang="en-US"/>
        </a:p>
      </dgm:t>
    </dgm:pt>
    <dgm:pt modelId="{385FE69E-40EB-4CA2-BFFD-A45327A5AB6A}" type="sibTrans" cxnId="{359C867D-B8DE-43B4-B82B-C6A35DE837E9}">
      <dgm:prSet/>
      <dgm:spPr/>
      <dgm:t>
        <a:bodyPr/>
        <a:lstStyle/>
        <a:p>
          <a:endParaRPr lang="en-US"/>
        </a:p>
      </dgm:t>
    </dgm:pt>
    <dgm:pt modelId="{215861D4-D6B4-436E-B20B-D8BF9F8A284D}">
      <dgm:prSet/>
      <dgm:spPr/>
      <dgm:t>
        <a:bodyPr/>
        <a:lstStyle/>
        <a:p>
          <a:r>
            <a:rPr lang="tr-TR"/>
            <a:t>Competition</a:t>
          </a:r>
          <a:endParaRPr lang="en-US"/>
        </a:p>
      </dgm:t>
    </dgm:pt>
    <dgm:pt modelId="{BCC3CC8F-AC54-4257-A8CB-E24D2ADCD8C2}" type="parTrans" cxnId="{BB4BC380-55CA-40A7-891B-E62602115E97}">
      <dgm:prSet/>
      <dgm:spPr/>
      <dgm:t>
        <a:bodyPr/>
        <a:lstStyle/>
        <a:p>
          <a:endParaRPr lang="en-US"/>
        </a:p>
      </dgm:t>
    </dgm:pt>
    <dgm:pt modelId="{01568443-EB46-4A50-BE93-5A76D20852BD}" type="sibTrans" cxnId="{BB4BC380-55CA-40A7-891B-E62602115E97}">
      <dgm:prSet/>
      <dgm:spPr/>
      <dgm:t>
        <a:bodyPr/>
        <a:lstStyle/>
        <a:p>
          <a:endParaRPr lang="en-US"/>
        </a:p>
      </dgm:t>
    </dgm:pt>
    <dgm:pt modelId="{6CCF4AA1-C78C-4124-9B5A-CCE527855968}">
      <dgm:prSet/>
      <dgm:spPr/>
      <dgm:t>
        <a:bodyPr/>
        <a:lstStyle/>
        <a:p>
          <a:r>
            <a:rPr lang="en-US"/>
            <a:t>arrival of a new block has special significance for a mining node</a:t>
          </a:r>
        </a:p>
      </dgm:t>
    </dgm:pt>
    <dgm:pt modelId="{47E58AE1-543F-4354-BB0C-61F79D6B9851}" type="parTrans" cxnId="{6F2A71C7-2042-41DD-A812-DA5B3E63A529}">
      <dgm:prSet/>
      <dgm:spPr/>
      <dgm:t>
        <a:bodyPr/>
        <a:lstStyle/>
        <a:p>
          <a:endParaRPr lang="en-US"/>
        </a:p>
      </dgm:t>
    </dgm:pt>
    <dgm:pt modelId="{8985750D-2F76-4BEF-ADE3-F02D649655D4}" type="sibTrans" cxnId="{6F2A71C7-2042-41DD-A812-DA5B3E63A529}">
      <dgm:prSet/>
      <dgm:spPr/>
      <dgm:t>
        <a:bodyPr/>
        <a:lstStyle/>
        <a:p>
          <a:endParaRPr lang="en-US"/>
        </a:p>
      </dgm:t>
    </dgm:pt>
    <dgm:pt modelId="{BA96A695-676A-499B-9348-9D16BD51AF32}">
      <dgm:prSet/>
      <dgm:spPr/>
      <dgm:t>
        <a:bodyPr/>
        <a:lstStyle/>
        <a:p>
          <a:r>
            <a:rPr lang="en-US"/>
            <a:t>receiving a valid new block</a:t>
          </a:r>
          <a:r>
            <a:rPr lang="tr-TR"/>
            <a:t> </a:t>
          </a:r>
          <a:r>
            <a:rPr lang="en-US"/>
            <a:t>means someone else won the competition and they lost</a:t>
          </a:r>
        </a:p>
      </dgm:t>
    </dgm:pt>
    <dgm:pt modelId="{1DF30B4D-D424-4EB9-A4AE-F3721280FA42}" type="parTrans" cxnId="{70309823-D21F-4F46-808A-21041C3321D9}">
      <dgm:prSet/>
      <dgm:spPr/>
      <dgm:t>
        <a:bodyPr/>
        <a:lstStyle/>
        <a:p>
          <a:endParaRPr lang="en-US"/>
        </a:p>
      </dgm:t>
    </dgm:pt>
    <dgm:pt modelId="{0102FC85-2274-4F22-9B80-E22C67A9BDA5}" type="sibTrans" cxnId="{70309823-D21F-4F46-808A-21041C3321D9}">
      <dgm:prSet/>
      <dgm:spPr/>
      <dgm:t>
        <a:bodyPr/>
        <a:lstStyle/>
        <a:p>
          <a:endParaRPr lang="en-US"/>
        </a:p>
      </dgm:t>
    </dgm:pt>
    <dgm:pt modelId="{2A882D78-164C-48FC-8D57-A2B46BEA8F86}">
      <dgm:prSet/>
      <dgm:spPr/>
      <dgm:t>
        <a:bodyPr/>
        <a:lstStyle/>
        <a:p>
          <a:r>
            <a:rPr lang="tr-TR"/>
            <a:t>New round</a:t>
          </a:r>
          <a:endParaRPr lang="en-US"/>
        </a:p>
      </dgm:t>
    </dgm:pt>
    <dgm:pt modelId="{34C7DB46-740B-4294-B36E-2AA210C763B5}" type="parTrans" cxnId="{1B15EA46-0D30-4BF4-90B1-4A5F5F3889A8}">
      <dgm:prSet/>
      <dgm:spPr/>
      <dgm:t>
        <a:bodyPr/>
        <a:lstStyle/>
        <a:p>
          <a:endParaRPr lang="en-US"/>
        </a:p>
      </dgm:t>
    </dgm:pt>
    <dgm:pt modelId="{239117BD-51D7-4B74-A9F7-8868C663E084}" type="sibTrans" cxnId="{1B15EA46-0D30-4BF4-90B1-4A5F5F3889A8}">
      <dgm:prSet/>
      <dgm:spPr/>
      <dgm:t>
        <a:bodyPr/>
        <a:lstStyle/>
        <a:p>
          <a:endParaRPr lang="en-US"/>
        </a:p>
      </dgm:t>
    </dgm:pt>
    <dgm:pt modelId="{85A5E0FF-58DF-4881-8561-EBCECE268D3A}">
      <dgm:prSet/>
      <dgm:spPr/>
      <dgm:t>
        <a:bodyPr/>
        <a:lstStyle/>
        <a:p>
          <a:r>
            <a:rPr lang="tr-TR"/>
            <a:t>the end of one </a:t>
          </a:r>
          <a:r>
            <a:rPr lang="en-US"/>
            <a:t>round of a competition </a:t>
          </a:r>
        </a:p>
      </dgm:t>
    </dgm:pt>
    <dgm:pt modelId="{2D9DA1F3-C461-4C7E-9573-84519DFD371B}" type="parTrans" cxnId="{9112945F-61F9-4290-AF14-456695E3439E}">
      <dgm:prSet/>
      <dgm:spPr/>
      <dgm:t>
        <a:bodyPr/>
        <a:lstStyle/>
        <a:p>
          <a:endParaRPr lang="en-US"/>
        </a:p>
      </dgm:t>
    </dgm:pt>
    <dgm:pt modelId="{FA8A429E-A714-4B68-897F-20135AFC38E7}" type="sibTrans" cxnId="{9112945F-61F9-4290-AF14-456695E3439E}">
      <dgm:prSet/>
      <dgm:spPr/>
      <dgm:t>
        <a:bodyPr/>
        <a:lstStyle/>
        <a:p>
          <a:endParaRPr lang="en-US"/>
        </a:p>
      </dgm:t>
    </dgm:pt>
    <dgm:pt modelId="{1BC3941D-1493-4AC5-93DE-07F7DF22BD4C}">
      <dgm:prSet/>
      <dgm:spPr/>
      <dgm:t>
        <a:bodyPr/>
        <a:lstStyle/>
        <a:p>
          <a:r>
            <a:rPr lang="en-US"/>
            <a:t>is also the beginning of the next round</a:t>
          </a:r>
        </a:p>
      </dgm:t>
    </dgm:pt>
    <dgm:pt modelId="{A3AC5513-B8B7-411E-89F0-9F890F290CDD}" type="parTrans" cxnId="{C85B00F0-0069-4483-88BC-1835C8ADED11}">
      <dgm:prSet/>
      <dgm:spPr/>
      <dgm:t>
        <a:bodyPr/>
        <a:lstStyle/>
        <a:p>
          <a:endParaRPr lang="en-US"/>
        </a:p>
      </dgm:t>
    </dgm:pt>
    <dgm:pt modelId="{5CBD88EE-53E9-4FC5-ACF8-824A2BBE2F8D}" type="sibTrans" cxnId="{C85B00F0-0069-4483-88BC-1835C8ADED11}">
      <dgm:prSet/>
      <dgm:spPr/>
      <dgm:t>
        <a:bodyPr/>
        <a:lstStyle/>
        <a:p>
          <a:endParaRPr lang="en-US"/>
        </a:p>
      </dgm:t>
    </dgm:pt>
    <dgm:pt modelId="{70D9CA9B-5D58-49D6-8958-27F9F74B78F0}" type="pres">
      <dgm:prSet presAssocID="{F8D43447-5A37-40FA-84AE-3965E02120F2}" presName="linear" presStyleCnt="0">
        <dgm:presLayoutVars>
          <dgm:dir/>
          <dgm:animLvl val="lvl"/>
          <dgm:resizeHandles val="exact"/>
        </dgm:presLayoutVars>
      </dgm:prSet>
      <dgm:spPr/>
    </dgm:pt>
    <dgm:pt modelId="{E0D2C5C1-8288-426D-8B58-EF93CD9D7BCC}" type="pres">
      <dgm:prSet presAssocID="{DB38D068-707C-493C-86B2-CBA8DA744671}" presName="parentLin" presStyleCnt="0"/>
      <dgm:spPr/>
    </dgm:pt>
    <dgm:pt modelId="{C1F5AB6B-B2B0-4D12-9E40-20E02661BEC0}" type="pres">
      <dgm:prSet presAssocID="{DB38D068-707C-493C-86B2-CBA8DA744671}" presName="parentLeftMargin" presStyleLbl="node1" presStyleIdx="0" presStyleCnt="3"/>
      <dgm:spPr/>
    </dgm:pt>
    <dgm:pt modelId="{8FB282A9-9BBF-4481-B4A3-24F983B94BB9}" type="pres">
      <dgm:prSet presAssocID="{DB38D068-707C-493C-86B2-CBA8DA744671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3496F49A-ECED-49C2-8FF5-F5A17935FA36}" type="pres">
      <dgm:prSet presAssocID="{DB38D068-707C-493C-86B2-CBA8DA744671}" presName="negativeSpace" presStyleCnt="0"/>
      <dgm:spPr/>
    </dgm:pt>
    <dgm:pt modelId="{2521A440-0192-4EBE-AFCE-D8D800AB2974}" type="pres">
      <dgm:prSet presAssocID="{DB38D068-707C-493C-86B2-CBA8DA744671}" presName="childText" presStyleLbl="conFgAcc1" presStyleIdx="0" presStyleCnt="3">
        <dgm:presLayoutVars>
          <dgm:bulletEnabled val="1"/>
        </dgm:presLayoutVars>
      </dgm:prSet>
      <dgm:spPr/>
    </dgm:pt>
    <dgm:pt modelId="{51EA1101-4D8D-489A-850E-CE0ED7BCBACF}" type="pres">
      <dgm:prSet presAssocID="{99B53544-8C64-4128-A948-7E8F188EE911}" presName="spaceBetweenRectangles" presStyleCnt="0"/>
      <dgm:spPr/>
    </dgm:pt>
    <dgm:pt modelId="{5D3D4261-DF1E-42BC-94F7-A47A77871869}" type="pres">
      <dgm:prSet presAssocID="{215861D4-D6B4-436E-B20B-D8BF9F8A284D}" presName="parentLin" presStyleCnt="0"/>
      <dgm:spPr/>
    </dgm:pt>
    <dgm:pt modelId="{6ABC6F16-FA5E-47A9-A876-8D96F5D7F813}" type="pres">
      <dgm:prSet presAssocID="{215861D4-D6B4-436E-B20B-D8BF9F8A284D}" presName="parentLeftMargin" presStyleLbl="node1" presStyleIdx="0" presStyleCnt="3"/>
      <dgm:spPr/>
    </dgm:pt>
    <dgm:pt modelId="{CEBFB4F7-2451-437A-BEF7-5B9BB11DD4B5}" type="pres">
      <dgm:prSet presAssocID="{215861D4-D6B4-436E-B20B-D8BF9F8A284D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54652EAA-155E-442B-9EE6-1D2743EFF78E}" type="pres">
      <dgm:prSet presAssocID="{215861D4-D6B4-436E-B20B-D8BF9F8A284D}" presName="negativeSpace" presStyleCnt="0"/>
      <dgm:spPr/>
    </dgm:pt>
    <dgm:pt modelId="{FBB6426D-31F9-4032-9134-956DC1812214}" type="pres">
      <dgm:prSet presAssocID="{215861D4-D6B4-436E-B20B-D8BF9F8A284D}" presName="childText" presStyleLbl="conFgAcc1" presStyleIdx="1" presStyleCnt="3">
        <dgm:presLayoutVars>
          <dgm:bulletEnabled val="1"/>
        </dgm:presLayoutVars>
      </dgm:prSet>
      <dgm:spPr/>
    </dgm:pt>
    <dgm:pt modelId="{98CD8808-BFA8-4363-9D3B-C6DB069219DC}" type="pres">
      <dgm:prSet presAssocID="{01568443-EB46-4A50-BE93-5A76D20852BD}" presName="spaceBetweenRectangles" presStyleCnt="0"/>
      <dgm:spPr/>
    </dgm:pt>
    <dgm:pt modelId="{B0410B0D-76D3-4E41-AD23-61C5638774EA}" type="pres">
      <dgm:prSet presAssocID="{2A882D78-164C-48FC-8D57-A2B46BEA8F86}" presName="parentLin" presStyleCnt="0"/>
      <dgm:spPr/>
    </dgm:pt>
    <dgm:pt modelId="{147BA771-A8C3-4800-8CC3-0B4A0B2E9BF9}" type="pres">
      <dgm:prSet presAssocID="{2A882D78-164C-48FC-8D57-A2B46BEA8F86}" presName="parentLeftMargin" presStyleLbl="node1" presStyleIdx="1" presStyleCnt="3"/>
      <dgm:spPr/>
    </dgm:pt>
    <dgm:pt modelId="{BB178F62-C620-46E7-863F-A38ED2667DE0}" type="pres">
      <dgm:prSet presAssocID="{2A882D78-164C-48FC-8D57-A2B46BEA8F86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62D6FA63-5F1C-4BFB-8849-77687EA44500}" type="pres">
      <dgm:prSet presAssocID="{2A882D78-164C-48FC-8D57-A2B46BEA8F86}" presName="negativeSpace" presStyleCnt="0"/>
      <dgm:spPr/>
    </dgm:pt>
    <dgm:pt modelId="{746DA271-DE75-4DEF-8D47-B4A3B64AA658}" type="pres">
      <dgm:prSet presAssocID="{2A882D78-164C-48FC-8D57-A2B46BEA8F86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A6FC6801-8770-4CEB-AF33-FFE2B45386D3}" type="presOf" srcId="{BA96A695-676A-499B-9348-9D16BD51AF32}" destId="{FBB6426D-31F9-4032-9134-956DC1812214}" srcOrd="0" destOrd="1" presId="urn:microsoft.com/office/officeart/2005/8/layout/list1"/>
    <dgm:cxn modelId="{70309823-D21F-4F46-808A-21041C3321D9}" srcId="{215861D4-D6B4-436E-B20B-D8BF9F8A284D}" destId="{BA96A695-676A-499B-9348-9D16BD51AF32}" srcOrd="1" destOrd="0" parTransId="{1DF30B4D-D424-4EB9-A4AE-F3721280FA42}" sibTransId="{0102FC85-2274-4F22-9B80-E22C67A9BDA5}"/>
    <dgm:cxn modelId="{4933EF28-929F-4484-8282-9295F54A928B}" type="presOf" srcId="{85A5E0FF-58DF-4881-8561-EBCECE268D3A}" destId="{746DA271-DE75-4DEF-8D47-B4A3B64AA658}" srcOrd="0" destOrd="0" presId="urn:microsoft.com/office/officeart/2005/8/layout/list1"/>
    <dgm:cxn modelId="{E660422E-C8A3-4DCC-8239-2F7EFC8778CF}" srcId="{F8D43447-5A37-40FA-84AE-3965E02120F2}" destId="{DB38D068-707C-493C-86B2-CBA8DA744671}" srcOrd="0" destOrd="0" parTransId="{F3CCA82A-E2FD-46D1-AAF4-C6AE5CCB16D4}" sibTransId="{99B53544-8C64-4128-A948-7E8F188EE911}"/>
    <dgm:cxn modelId="{0A160331-F74E-4021-AE16-5499648BA0CC}" type="presOf" srcId="{F8D43447-5A37-40FA-84AE-3965E02120F2}" destId="{70D9CA9B-5D58-49D6-8958-27F9F74B78F0}" srcOrd="0" destOrd="0" presId="urn:microsoft.com/office/officeart/2005/8/layout/list1"/>
    <dgm:cxn modelId="{9112945F-61F9-4290-AF14-456695E3439E}" srcId="{2A882D78-164C-48FC-8D57-A2B46BEA8F86}" destId="{85A5E0FF-58DF-4881-8561-EBCECE268D3A}" srcOrd="0" destOrd="0" parTransId="{2D9DA1F3-C461-4C7E-9573-84519DFD371B}" sibTransId="{FA8A429E-A714-4B68-897F-20135AFC38E7}"/>
    <dgm:cxn modelId="{1B15EA46-0D30-4BF4-90B1-4A5F5F3889A8}" srcId="{F8D43447-5A37-40FA-84AE-3965E02120F2}" destId="{2A882D78-164C-48FC-8D57-A2B46BEA8F86}" srcOrd="2" destOrd="0" parTransId="{34C7DB46-740B-4294-B36E-2AA210C763B5}" sibTransId="{239117BD-51D7-4B74-A9F7-8868C663E084}"/>
    <dgm:cxn modelId="{F6DAD84C-36AD-4103-8B64-96EB49B6D4EE}" type="presOf" srcId="{6CCF4AA1-C78C-4124-9B5A-CCE527855968}" destId="{FBB6426D-31F9-4032-9134-956DC1812214}" srcOrd="0" destOrd="0" presId="urn:microsoft.com/office/officeart/2005/8/layout/list1"/>
    <dgm:cxn modelId="{6A695555-B582-4BD2-B631-8D93B00E24B7}" srcId="{DB38D068-707C-493C-86B2-CBA8DA744671}" destId="{DA99C129-B6FA-4AD1-94B9-8419D458164B}" srcOrd="0" destOrd="0" parTransId="{FF29A230-824A-400E-9799-7B63CF2DD23F}" sibTransId="{172CF30B-CBCD-4815-98C6-52C4570584C5}"/>
    <dgm:cxn modelId="{938B1B7D-A431-490F-9F90-C81C71C943E9}" type="presOf" srcId="{DB38D068-707C-493C-86B2-CBA8DA744671}" destId="{C1F5AB6B-B2B0-4D12-9E40-20E02661BEC0}" srcOrd="0" destOrd="0" presId="urn:microsoft.com/office/officeart/2005/8/layout/list1"/>
    <dgm:cxn modelId="{359C867D-B8DE-43B4-B82B-C6A35DE837E9}" srcId="{DB38D068-707C-493C-86B2-CBA8DA744671}" destId="{CA01B723-C5A3-4F29-8BFB-FBC75BB1A1C2}" srcOrd="1" destOrd="0" parTransId="{26C1E2B0-F381-46C6-BB19-C93C4BED8960}" sibTransId="{385FE69E-40EB-4CA2-BFFD-A45327A5AB6A}"/>
    <dgm:cxn modelId="{BB4BC380-55CA-40A7-891B-E62602115E97}" srcId="{F8D43447-5A37-40FA-84AE-3965E02120F2}" destId="{215861D4-D6B4-436E-B20B-D8BF9F8A284D}" srcOrd="1" destOrd="0" parTransId="{BCC3CC8F-AC54-4257-A8CB-E24D2ADCD8C2}" sibTransId="{01568443-EB46-4A50-BE93-5A76D20852BD}"/>
    <dgm:cxn modelId="{17B0869B-396A-4B59-A347-A49CF713279D}" type="presOf" srcId="{2A882D78-164C-48FC-8D57-A2B46BEA8F86}" destId="{147BA771-A8C3-4800-8CC3-0B4A0B2E9BF9}" srcOrd="0" destOrd="0" presId="urn:microsoft.com/office/officeart/2005/8/layout/list1"/>
    <dgm:cxn modelId="{B952BD9E-86B1-489D-B611-E0BFEC05776F}" type="presOf" srcId="{1BC3941D-1493-4AC5-93DE-07F7DF22BD4C}" destId="{746DA271-DE75-4DEF-8D47-B4A3B64AA658}" srcOrd="0" destOrd="1" presId="urn:microsoft.com/office/officeart/2005/8/layout/list1"/>
    <dgm:cxn modelId="{B29FA7C4-9E02-4EFF-94C6-01EC9E9724B9}" type="presOf" srcId="{215861D4-D6B4-436E-B20B-D8BF9F8A284D}" destId="{6ABC6F16-FA5E-47A9-A876-8D96F5D7F813}" srcOrd="0" destOrd="0" presId="urn:microsoft.com/office/officeart/2005/8/layout/list1"/>
    <dgm:cxn modelId="{6F2A71C7-2042-41DD-A812-DA5B3E63A529}" srcId="{215861D4-D6B4-436E-B20B-D8BF9F8A284D}" destId="{6CCF4AA1-C78C-4124-9B5A-CCE527855968}" srcOrd="0" destOrd="0" parTransId="{47E58AE1-543F-4354-BB0C-61F79D6B9851}" sibTransId="{8985750D-2F76-4BEF-ADE3-F02D649655D4}"/>
    <dgm:cxn modelId="{62ED1CC9-16E4-45CB-AF79-8C6E47F07FC1}" type="presOf" srcId="{CA01B723-C5A3-4F29-8BFB-FBC75BB1A1C2}" destId="{2521A440-0192-4EBE-AFCE-D8D800AB2974}" srcOrd="0" destOrd="1" presId="urn:microsoft.com/office/officeart/2005/8/layout/list1"/>
    <dgm:cxn modelId="{3239CDCA-7AEA-412B-AA10-824F9D1390F6}" type="presOf" srcId="{2A882D78-164C-48FC-8D57-A2B46BEA8F86}" destId="{BB178F62-C620-46E7-863F-A38ED2667DE0}" srcOrd="1" destOrd="0" presId="urn:microsoft.com/office/officeart/2005/8/layout/list1"/>
    <dgm:cxn modelId="{CC776DDA-B3EE-4A6D-9183-9D6297697181}" type="presOf" srcId="{DB38D068-707C-493C-86B2-CBA8DA744671}" destId="{8FB282A9-9BBF-4481-B4A3-24F983B94BB9}" srcOrd="1" destOrd="0" presId="urn:microsoft.com/office/officeart/2005/8/layout/list1"/>
    <dgm:cxn modelId="{C85B00F0-0069-4483-88BC-1835C8ADED11}" srcId="{2A882D78-164C-48FC-8D57-A2B46BEA8F86}" destId="{1BC3941D-1493-4AC5-93DE-07F7DF22BD4C}" srcOrd="1" destOrd="0" parTransId="{A3AC5513-B8B7-411E-89F0-9F890F290CDD}" sibTransId="{5CBD88EE-53E9-4FC5-ACF8-824A2BBE2F8D}"/>
    <dgm:cxn modelId="{BCF6ECF1-DA3F-4FC5-8E26-701E469D3696}" type="presOf" srcId="{DA99C129-B6FA-4AD1-94B9-8419D458164B}" destId="{2521A440-0192-4EBE-AFCE-D8D800AB2974}" srcOrd="0" destOrd="0" presId="urn:microsoft.com/office/officeart/2005/8/layout/list1"/>
    <dgm:cxn modelId="{6793E3FE-175C-4D16-93B6-7E12AF2E2CBD}" type="presOf" srcId="{215861D4-D6B4-436E-B20B-D8BF9F8A284D}" destId="{CEBFB4F7-2451-437A-BEF7-5B9BB11DD4B5}" srcOrd="1" destOrd="0" presId="urn:microsoft.com/office/officeart/2005/8/layout/list1"/>
    <dgm:cxn modelId="{0ADB8B67-C286-49A5-887E-C75BA51545CF}" type="presParOf" srcId="{70D9CA9B-5D58-49D6-8958-27F9F74B78F0}" destId="{E0D2C5C1-8288-426D-8B58-EF93CD9D7BCC}" srcOrd="0" destOrd="0" presId="urn:microsoft.com/office/officeart/2005/8/layout/list1"/>
    <dgm:cxn modelId="{A5331E01-CEB3-4B34-A397-8B8FAA083AD4}" type="presParOf" srcId="{E0D2C5C1-8288-426D-8B58-EF93CD9D7BCC}" destId="{C1F5AB6B-B2B0-4D12-9E40-20E02661BEC0}" srcOrd="0" destOrd="0" presId="urn:microsoft.com/office/officeart/2005/8/layout/list1"/>
    <dgm:cxn modelId="{79B0B9C1-813F-4D4A-8F14-8AC465279BFA}" type="presParOf" srcId="{E0D2C5C1-8288-426D-8B58-EF93CD9D7BCC}" destId="{8FB282A9-9BBF-4481-B4A3-24F983B94BB9}" srcOrd="1" destOrd="0" presId="urn:microsoft.com/office/officeart/2005/8/layout/list1"/>
    <dgm:cxn modelId="{585E6543-9156-40AA-BD78-5176757746A0}" type="presParOf" srcId="{70D9CA9B-5D58-49D6-8958-27F9F74B78F0}" destId="{3496F49A-ECED-49C2-8FF5-F5A17935FA36}" srcOrd="1" destOrd="0" presId="urn:microsoft.com/office/officeart/2005/8/layout/list1"/>
    <dgm:cxn modelId="{0EC76DF6-9A06-4A79-A041-9FD2CE64B78F}" type="presParOf" srcId="{70D9CA9B-5D58-49D6-8958-27F9F74B78F0}" destId="{2521A440-0192-4EBE-AFCE-D8D800AB2974}" srcOrd="2" destOrd="0" presId="urn:microsoft.com/office/officeart/2005/8/layout/list1"/>
    <dgm:cxn modelId="{8ED19393-33F0-4025-9592-DEEE70945432}" type="presParOf" srcId="{70D9CA9B-5D58-49D6-8958-27F9F74B78F0}" destId="{51EA1101-4D8D-489A-850E-CE0ED7BCBACF}" srcOrd="3" destOrd="0" presId="urn:microsoft.com/office/officeart/2005/8/layout/list1"/>
    <dgm:cxn modelId="{B18858B7-5255-485B-A456-8433A6B410E2}" type="presParOf" srcId="{70D9CA9B-5D58-49D6-8958-27F9F74B78F0}" destId="{5D3D4261-DF1E-42BC-94F7-A47A77871869}" srcOrd="4" destOrd="0" presId="urn:microsoft.com/office/officeart/2005/8/layout/list1"/>
    <dgm:cxn modelId="{325E6153-9F55-4279-894B-3783951D6813}" type="presParOf" srcId="{5D3D4261-DF1E-42BC-94F7-A47A77871869}" destId="{6ABC6F16-FA5E-47A9-A876-8D96F5D7F813}" srcOrd="0" destOrd="0" presId="urn:microsoft.com/office/officeart/2005/8/layout/list1"/>
    <dgm:cxn modelId="{E40BDFE3-A686-47AC-91BA-D3C09132817C}" type="presParOf" srcId="{5D3D4261-DF1E-42BC-94F7-A47A77871869}" destId="{CEBFB4F7-2451-437A-BEF7-5B9BB11DD4B5}" srcOrd="1" destOrd="0" presId="urn:microsoft.com/office/officeart/2005/8/layout/list1"/>
    <dgm:cxn modelId="{334B5AB4-EE09-4C76-9BD6-01892F2B51AC}" type="presParOf" srcId="{70D9CA9B-5D58-49D6-8958-27F9F74B78F0}" destId="{54652EAA-155E-442B-9EE6-1D2743EFF78E}" srcOrd="5" destOrd="0" presId="urn:microsoft.com/office/officeart/2005/8/layout/list1"/>
    <dgm:cxn modelId="{B6B505FC-D46D-483E-84AC-022413AC3C0B}" type="presParOf" srcId="{70D9CA9B-5D58-49D6-8958-27F9F74B78F0}" destId="{FBB6426D-31F9-4032-9134-956DC1812214}" srcOrd="6" destOrd="0" presId="urn:microsoft.com/office/officeart/2005/8/layout/list1"/>
    <dgm:cxn modelId="{ED1EA54F-0958-4A7D-A712-DD0C3DE5BA55}" type="presParOf" srcId="{70D9CA9B-5D58-49D6-8958-27F9F74B78F0}" destId="{98CD8808-BFA8-4363-9D3B-C6DB069219DC}" srcOrd="7" destOrd="0" presId="urn:microsoft.com/office/officeart/2005/8/layout/list1"/>
    <dgm:cxn modelId="{793440A9-6CBD-4DF5-B5B3-70173FE84823}" type="presParOf" srcId="{70D9CA9B-5D58-49D6-8958-27F9F74B78F0}" destId="{B0410B0D-76D3-4E41-AD23-61C5638774EA}" srcOrd="8" destOrd="0" presId="urn:microsoft.com/office/officeart/2005/8/layout/list1"/>
    <dgm:cxn modelId="{EB982521-606C-42A3-944E-8681F0F409FB}" type="presParOf" srcId="{B0410B0D-76D3-4E41-AD23-61C5638774EA}" destId="{147BA771-A8C3-4800-8CC3-0B4A0B2E9BF9}" srcOrd="0" destOrd="0" presId="urn:microsoft.com/office/officeart/2005/8/layout/list1"/>
    <dgm:cxn modelId="{91B649A2-15BF-4885-8FEC-89A1927228C2}" type="presParOf" srcId="{B0410B0D-76D3-4E41-AD23-61C5638774EA}" destId="{BB178F62-C620-46E7-863F-A38ED2667DE0}" srcOrd="1" destOrd="0" presId="urn:microsoft.com/office/officeart/2005/8/layout/list1"/>
    <dgm:cxn modelId="{F0CEC0C1-084D-4B5C-8B09-FF6A56EAD470}" type="presParOf" srcId="{70D9CA9B-5D58-49D6-8958-27F9F74B78F0}" destId="{62D6FA63-5F1C-4BFB-8849-77687EA44500}" srcOrd="9" destOrd="0" presId="urn:microsoft.com/office/officeart/2005/8/layout/list1"/>
    <dgm:cxn modelId="{310EBDA3-B850-4613-BFF9-E97EC5CC0D06}" type="presParOf" srcId="{70D9CA9B-5D58-49D6-8958-27F9F74B78F0}" destId="{746DA271-DE75-4DEF-8D47-B4A3B64AA658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9.xml><?xml version="1.0" encoding="utf-8"?>
<dgm:dataModel xmlns:dgm="http://schemas.openxmlformats.org/drawingml/2006/diagram" xmlns:a="http://schemas.openxmlformats.org/drawingml/2006/main">
  <dgm:ptLst>
    <dgm:pt modelId="{00182E8E-4296-4281-A08B-9DC18247FC1B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502281E0-822F-417A-AAF4-097B233A2EE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Transaction pool</a:t>
          </a:r>
          <a:endParaRPr lang="en-US"/>
        </a:p>
      </dgm:t>
    </dgm:pt>
    <dgm:pt modelId="{E71BDC40-92E0-4378-A88F-72E441267486}" type="parTrans" cxnId="{E3E651C0-60B5-4649-8218-74DA849CD27A}">
      <dgm:prSet/>
      <dgm:spPr/>
      <dgm:t>
        <a:bodyPr/>
        <a:lstStyle/>
        <a:p>
          <a:endParaRPr lang="en-US"/>
        </a:p>
      </dgm:t>
    </dgm:pt>
    <dgm:pt modelId="{E0611D56-747E-4E87-9551-AF40D5776BD8}" type="sibTrans" cxnId="{E3E651C0-60B5-4649-8218-74DA849CD27A}">
      <dgm:prSet/>
      <dgm:spPr/>
      <dgm:t>
        <a:bodyPr/>
        <a:lstStyle/>
        <a:p>
          <a:endParaRPr lang="en-US"/>
        </a:p>
      </dgm:t>
    </dgm:pt>
    <dgm:pt modelId="{346C635E-82E5-4A10-B419-0F3C22A70CF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After validating transactions, </a:t>
          </a:r>
        </a:p>
      </dgm:t>
    </dgm:pt>
    <dgm:pt modelId="{BF2C5466-12FE-4A4F-8E52-086A7AABDF46}" type="parTrans" cxnId="{FB2DAF50-C326-42D6-AD7E-8A673D95939F}">
      <dgm:prSet/>
      <dgm:spPr/>
      <dgm:t>
        <a:bodyPr/>
        <a:lstStyle/>
        <a:p>
          <a:endParaRPr lang="en-US"/>
        </a:p>
      </dgm:t>
    </dgm:pt>
    <dgm:pt modelId="{57AD9609-76E9-4870-BFE0-A5CFDEAC7AFA}" type="sibTrans" cxnId="{FB2DAF50-C326-42D6-AD7E-8A673D95939F}">
      <dgm:prSet/>
      <dgm:spPr/>
      <dgm:t>
        <a:bodyPr/>
        <a:lstStyle/>
        <a:p>
          <a:endParaRPr lang="en-US"/>
        </a:p>
      </dgm:t>
    </dgm:pt>
    <dgm:pt modelId="{FC3916D2-8459-4F9A-A64C-8B31BE3E46E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bitcoin node will add them to the</a:t>
          </a:r>
        </a:p>
      </dgm:t>
    </dgm:pt>
    <dgm:pt modelId="{91AB3E67-E9DA-4DDE-BF6B-A1A831926117}" type="parTrans" cxnId="{6E128959-1B6D-4172-B2DB-D33D621640E1}">
      <dgm:prSet/>
      <dgm:spPr/>
      <dgm:t>
        <a:bodyPr/>
        <a:lstStyle/>
        <a:p>
          <a:endParaRPr lang="en-US"/>
        </a:p>
      </dgm:t>
    </dgm:pt>
    <dgm:pt modelId="{76D32C6D-5023-44F1-8E6F-CA80BDE75A49}" type="sibTrans" cxnId="{6E128959-1B6D-4172-B2DB-D33D621640E1}">
      <dgm:prSet/>
      <dgm:spPr/>
      <dgm:t>
        <a:bodyPr/>
        <a:lstStyle/>
        <a:p>
          <a:endParaRPr lang="en-US"/>
        </a:p>
      </dgm:t>
    </dgm:pt>
    <dgm:pt modelId="{C1D59E5C-56EC-4E61-9D2E-BBF5CA70FCA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/>
            <a:t>memory pool</a:t>
          </a:r>
          <a:r>
            <a:rPr lang="en-US"/>
            <a:t>, or</a:t>
          </a:r>
          <a:r>
            <a:rPr lang="tr-TR"/>
            <a:t> </a:t>
          </a:r>
          <a:r>
            <a:rPr lang="en-US" i="1"/>
            <a:t>transaction pool</a:t>
          </a:r>
          <a:r>
            <a:rPr lang="en-US"/>
            <a:t>, </a:t>
          </a:r>
        </a:p>
      </dgm:t>
    </dgm:pt>
    <dgm:pt modelId="{5A019E92-D52E-4D06-A883-C49BBB004457}" type="parTrans" cxnId="{59E54D8F-8FC0-448C-8134-EA1A7A772239}">
      <dgm:prSet/>
      <dgm:spPr/>
      <dgm:t>
        <a:bodyPr/>
        <a:lstStyle/>
        <a:p>
          <a:endParaRPr lang="en-US"/>
        </a:p>
      </dgm:t>
    </dgm:pt>
    <dgm:pt modelId="{2750432E-8C80-48F1-993F-37651F812FE3}" type="sibTrans" cxnId="{59E54D8F-8FC0-448C-8134-EA1A7A772239}">
      <dgm:prSet/>
      <dgm:spPr/>
      <dgm:t>
        <a:bodyPr/>
        <a:lstStyle/>
        <a:p>
          <a:endParaRPr lang="en-US"/>
        </a:p>
      </dgm:t>
    </dgm:pt>
    <dgm:pt modelId="{DF335964-6D2F-4614-9879-467BC158751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transactions await </a:t>
          </a:r>
        </a:p>
      </dgm:t>
    </dgm:pt>
    <dgm:pt modelId="{24CD6D7F-4586-4386-8584-692A27433E27}" type="parTrans" cxnId="{E58E9B0B-AE3E-409C-BD58-137599779871}">
      <dgm:prSet/>
      <dgm:spPr/>
      <dgm:t>
        <a:bodyPr/>
        <a:lstStyle/>
        <a:p>
          <a:endParaRPr lang="en-US"/>
        </a:p>
      </dgm:t>
    </dgm:pt>
    <dgm:pt modelId="{E6FBE1EF-70F2-4939-9E88-69664D435232}" type="sibTrans" cxnId="{E58E9B0B-AE3E-409C-BD58-137599779871}">
      <dgm:prSet/>
      <dgm:spPr/>
      <dgm:t>
        <a:bodyPr/>
        <a:lstStyle/>
        <a:p>
          <a:endParaRPr lang="en-US"/>
        </a:p>
      </dgm:t>
    </dgm:pt>
    <dgm:pt modelId="{1E193C86-99C7-4DD9-B754-3029E96CE0B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until they can be included (mined) </a:t>
          </a:r>
        </a:p>
      </dgm:t>
    </dgm:pt>
    <dgm:pt modelId="{51E6D41B-E6D5-4B5B-B97E-4842B2BF32C8}" type="parTrans" cxnId="{42344EF0-967D-4663-B8DB-034C9113AFCD}">
      <dgm:prSet/>
      <dgm:spPr/>
      <dgm:t>
        <a:bodyPr/>
        <a:lstStyle/>
        <a:p>
          <a:endParaRPr lang="en-US"/>
        </a:p>
      </dgm:t>
    </dgm:pt>
    <dgm:pt modelId="{C09332E7-0D6D-402A-9CDE-76243FB40B09}" type="sibTrans" cxnId="{42344EF0-967D-4663-B8DB-034C9113AFCD}">
      <dgm:prSet/>
      <dgm:spPr/>
      <dgm:t>
        <a:bodyPr/>
        <a:lstStyle/>
        <a:p>
          <a:endParaRPr lang="en-US"/>
        </a:p>
      </dgm:t>
    </dgm:pt>
    <dgm:pt modelId="{51640B10-7EA8-43F0-9CEB-D146330D260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into a</a:t>
          </a:r>
          <a:r>
            <a:rPr lang="tr-TR"/>
            <a:t> block</a:t>
          </a:r>
          <a:endParaRPr lang="en-US"/>
        </a:p>
      </dgm:t>
    </dgm:pt>
    <dgm:pt modelId="{1208FC2B-C2B6-459D-93E2-C73D5B2200AA}" type="parTrans" cxnId="{45286821-ED45-4749-9421-C7689E2567BB}">
      <dgm:prSet/>
      <dgm:spPr/>
      <dgm:t>
        <a:bodyPr/>
        <a:lstStyle/>
        <a:p>
          <a:endParaRPr lang="en-US"/>
        </a:p>
      </dgm:t>
    </dgm:pt>
    <dgm:pt modelId="{B7718F80-ECCD-4DCD-AB5F-946272A9AD7F}" type="sibTrans" cxnId="{45286821-ED45-4749-9421-C7689E2567BB}">
      <dgm:prSet/>
      <dgm:spPr/>
      <dgm:t>
        <a:bodyPr/>
        <a:lstStyle/>
        <a:p>
          <a:endParaRPr lang="en-US"/>
        </a:p>
      </dgm:t>
    </dgm:pt>
    <dgm:pt modelId="{EC785724-D6D7-4D8D-AB6D-A4AF7B4D486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Aggregate into a new block</a:t>
          </a:r>
          <a:endParaRPr lang="en-US"/>
        </a:p>
      </dgm:t>
    </dgm:pt>
    <dgm:pt modelId="{89656D6E-0D6C-43F0-8641-5778C3C54B69}" type="parTrans" cxnId="{2A3C1219-2755-4264-BD36-984D97D447D7}">
      <dgm:prSet/>
      <dgm:spPr/>
      <dgm:t>
        <a:bodyPr/>
        <a:lstStyle/>
        <a:p>
          <a:endParaRPr lang="en-US"/>
        </a:p>
      </dgm:t>
    </dgm:pt>
    <dgm:pt modelId="{DE061F7A-ED61-44CF-AEC4-ED4005697893}" type="sibTrans" cxnId="{2A3C1219-2755-4264-BD36-984D97D447D7}">
      <dgm:prSet/>
      <dgm:spPr/>
      <dgm:t>
        <a:bodyPr/>
        <a:lstStyle/>
        <a:p>
          <a:endParaRPr lang="en-US"/>
        </a:p>
      </dgm:t>
    </dgm:pt>
    <dgm:pt modelId="{F99CA6F6-6070-44AD-A3BF-72690467394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Miners aggregate the transactions</a:t>
          </a:r>
          <a:endParaRPr lang="en-US"/>
        </a:p>
      </dgm:t>
    </dgm:pt>
    <dgm:pt modelId="{D908460D-6C90-4568-A26B-46C17D81C3B2}" type="parTrans" cxnId="{F5C7A1A2-10F9-421B-A00E-9F7538030434}">
      <dgm:prSet/>
      <dgm:spPr/>
      <dgm:t>
        <a:bodyPr/>
        <a:lstStyle/>
        <a:p>
          <a:endParaRPr lang="en-US"/>
        </a:p>
      </dgm:t>
    </dgm:pt>
    <dgm:pt modelId="{89F587CD-898E-46F8-984E-027F67596FD0}" type="sibTrans" cxnId="{F5C7A1A2-10F9-421B-A00E-9F7538030434}">
      <dgm:prSet/>
      <dgm:spPr/>
      <dgm:t>
        <a:bodyPr/>
        <a:lstStyle/>
        <a:p>
          <a:endParaRPr lang="en-US"/>
        </a:p>
      </dgm:t>
    </dgm:pt>
    <dgm:pt modelId="{09265F4C-B957-4C4C-92E9-F57BC41AC6B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into a </a:t>
          </a:r>
          <a:r>
            <a:rPr lang="tr-TR" i="1"/>
            <a:t>candidate block</a:t>
          </a:r>
          <a:r>
            <a:rPr lang="tr-TR"/>
            <a:t>.</a:t>
          </a:r>
          <a:endParaRPr lang="en-US"/>
        </a:p>
      </dgm:t>
    </dgm:pt>
    <dgm:pt modelId="{CFF82DD8-03F1-49A4-8788-85A8F1BF2190}" type="parTrans" cxnId="{91439F98-5A6B-48BE-A8EE-640DE54EE8C9}">
      <dgm:prSet/>
      <dgm:spPr/>
      <dgm:t>
        <a:bodyPr/>
        <a:lstStyle/>
        <a:p>
          <a:endParaRPr lang="en-US"/>
        </a:p>
      </dgm:t>
    </dgm:pt>
    <dgm:pt modelId="{47054824-DAA4-49C9-A926-A64A120D54E0}" type="sibTrans" cxnId="{91439F98-5A6B-48BE-A8EE-640DE54EE8C9}">
      <dgm:prSet/>
      <dgm:spPr/>
      <dgm:t>
        <a:bodyPr/>
        <a:lstStyle/>
        <a:p>
          <a:endParaRPr lang="en-US"/>
        </a:p>
      </dgm:t>
    </dgm:pt>
    <dgm:pt modelId="{AB1D0F6C-54E1-4A81-AFE0-71A15719E1B8}" type="pres">
      <dgm:prSet presAssocID="{00182E8E-4296-4281-A08B-9DC18247FC1B}" presName="root" presStyleCnt="0">
        <dgm:presLayoutVars>
          <dgm:dir/>
          <dgm:resizeHandles val="exact"/>
        </dgm:presLayoutVars>
      </dgm:prSet>
      <dgm:spPr/>
    </dgm:pt>
    <dgm:pt modelId="{5D2B5AB0-F102-44BA-B48C-FBE028F2DFD0}" type="pres">
      <dgm:prSet presAssocID="{502281E0-822F-417A-AAF4-097B233A2EEC}" presName="compNode" presStyleCnt="0"/>
      <dgm:spPr/>
    </dgm:pt>
    <dgm:pt modelId="{16F44CB2-EEA8-404B-AC92-2F41CA2CD349}" type="pres">
      <dgm:prSet presAssocID="{502281E0-822F-417A-AAF4-097B233A2EEC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13B004E8-889B-4CF9-AD1D-4DC0017BAFD8}" type="pres">
      <dgm:prSet presAssocID="{502281E0-822F-417A-AAF4-097B233A2EEC}" presName="iconSpace" presStyleCnt="0"/>
      <dgm:spPr/>
    </dgm:pt>
    <dgm:pt modelId="{7ED59F76-7236-4EAF-B492-5BF11C8F33E6}" type="pres">
      <dgm:prSet presAssocID="{502281E0-822F-417A-AAF4-097B233A2EEC}" presName="parTx" presStyleLbl="revTx" presStyleIdx="0" presStyleCnt="6">
        <dgm:presLayoutVars>
          <dgm:chMax val="0"/>
          <dgm:chPref val="0"/>
        </dgm:presLayoutVars>
      </dgm:prSet>
      <dgm:spPr/>
    </dgm:pt>
    <dgm:pt modelId="{B5F07D4A-3D34-4EE7-A036-8A3E6DA097B7}" type="pres">
      <dgm:prSet presAssocID="{502281E0-822F-417A-AAF4-097B233A2EEC}" presName="txSpace" presStyleCnt="0"/>
      <dgm:spPr/>
    </dgm:pt>
    <dgm:pt modelId="{D1AD8958-7412-4802-8B18-F7F2BD24F56A}" type="pres">
      <dgm:prSet presAssocID="{502281E0-822F-417A-AAF4-097B233A2EEC}" presName="desTx" presStyleLbl="revTx" presStyleIdx="1" presStyleCnt="6">
        <dgm:presLayoutVars/>
      </dgm:prSet>
      <dgm:spPr/>
    </dgm:pt>
    <dgm:pt modelId="{123BB197-585F-4670-AD39-8DF2626F3B04}" type="pres">
      <dgm:prSet presAssocID="{E0611D56-747E-4E87-9551-AF40D5776BD8}" presName="sibTrans" presStyleCnt="0"/>
      <dgm:spPr/>
    </dgm:pt>
    <dgm:pt modelId="{1A6887D0-AFA2-4E8E-8BC2-26EE200B6508}" type="pres">
      <dgm:prSet presAssocID="{DF335964-6D2F-4614-9879-467BC158751A}" presName="compNode" presStyleCnt="0"/>
      <dgm:spPr/>
    </dgm:pt>
    <dgm:pt modelId="{F9CC6357-9B18-4E96-8C24-2709F245BE41}" type="pres">
      <dgm:prSet presAssocID="{DF335964-6D2F-4614-9879-467BC158751A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ng Tools"/>
        </a:ext>
      </dgm:extLst>
    </dgm:pt>
    <dgm:pt modelId="{57E2A01F-2AF4-437F-9157-18C8AB65AC4B}" type="pres">
      <dgm:prSet presAssocID="{DF335964-6D2F-4614-9879-467BC158751A}" presName="iconSpace" presStyleCnt="0"/>
      <dgm:spPr/>
    </dgm:pt>
    <dgm:pt modelId="{91D4EFB3-E8B8-40E2-95B5-EBEEF1BC7F87}" type="pres">
      <dgm:prSet presAssocID="{DF335964-6D2F-4614-9879-467BC158751A}" presName="parTx" presStyleLbl="revTx" presStyleIdx="2" presStyleCnt="6">
        <dgm:presLayoutVars>
          <dgm:chMax val="0"/>
          <dgm:chPref val="0"/>
        </dgm:presLayoutVars>
      </dgm:prSet>
      <dgm:spPr/>
    </dgm:pt>
    <dgm:pt modelId="{6FB7837C-312D-4C59-B86E-457CD042D48B}" type="pres">
      <dgm:prSet presAssocID="{DF335964-6D2F-4614-9879-467BC158751A}" presName="txSpace" presStyleCnt="0"/>
      <dgm:spPr/>
    </dgm:pt>
    <dgm:pt modelId="{FDC60052-6321-4FF0-85EA-0004BF2DC9B6}" type="pres">
      <dgm:prSet presAssocID="{DF335964-6D2F-4614-9879-467BC158751A}" presName="desTx" presStyleLbl="revTx" presStyleIdx="3" presStyleCnt="6">
        <dgm:presLayoutVars/>
      </dgm:prSet>
      <dgm:spPr/>
    </dgm:pt>
    <dgm:pt modelId="{C9FE5AE5-707F-44DE-BC39-68D1464D1665}" type="pres">
      <dgm:prSet presAssocID="{E6FBE1EF-70F2-4939-9E88-69664D435232}" presName="sibTrans" presStyleCnt="0"/>
      <dgm:spPr/>
    </dgm:pt>
    <dgm:pt modelId="{EA804624-36F0-40B6-A79E-EDD18B814FA7}" type="pres">
      <dgm:prSet presAssocID="{EC785724-D6D7-4D8D-AB6D-A4AF7B4D4862}" presName="compNode" presStyleCnt="0"/>
      <dgm:spPr/>
    </dgm:pt>
    <dgm:pt modelId="{122616A4-18B6-4071-95B7-0AB2A0653394}" type="pres">
      <dgm:prSet presAssocID="{EC785724-D6D7-4D8D-AB6D-A4AF7B4D4862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old bars"/>
        </a:ext>
      </dgm:extLst>
    </dgm:pt>
    <dgm:pt modelId="{1FE25A96-FA09-46D7-A0BE-F986BBB7840B}" type="pres">
      <dgm:prSet presAssocID="{EC785724-D6D7-4D8D-AB6D-A4AF7B4D4862}" presName="iconSpace" presStyleCnt="0"/>
      <dgm:spPr/>
    </dgm:pt>
    <dgm:pt modelId="{AA96BF2F-7B41-4BB1-ABF4-FC747E05C4CD}" type="pres">
      <dgm:prSet presAssocID="{EC785724-D6D7-4D8D-AB6D-A4AF7B4D4862}" presName="parTx" presStyleLbl="revTx" presStyleIdx="4" presStyleCnt="6">
        <dgm:presLayoutVars>
          <dgm:chMax val="0"/>
          <dgm:chPref val="0"/>
        </dgm:presLayoutVars>
      </dgm:prSet>
      <dgm:spPr/>
    </dgm:pt>
    <dgm:pt modelId="{BF7BE9B7-03E0-4945-9632-0930236FE40A}" type="pres">
      <dgm:prSet presAssocID="{EC785724-D6D7-4D8D-AB6D-A4AF7B4D4862}" presName="txSpace" presStyleCnt="0"/>
      <dgm:spPr/>
    </dgm:pt>
    <dgm:pt modelId="{76697F49-F83E-4A5F-8662-7B9548981F13}" type="pres">
      <dgm:prSet presAssocID="{EC785724-D6D7-4D8D-AB6D-A4AF7B4D4862}" presName="desTx" presStyleLbl="revTx" presStyleIdx="5" presStyleCnt="6">
        <dgm:presLayoutVars/>
      </dgm:prSet>
      <dgm:spPr/>
    </dgm:pt>
  </dgm:ptLst>
  <dgm:cxnLst>
    <dgm:cxn modelId="{E58E9B0B-AE3E-409C-BD58-137599779871}" srcId="{00182E8E-4296-4281-A08B-9DC18247FC1B}" destId="{DF335964-6D2F-4614-9879-467BC158751A}" srcOrd="1" destOrd="0" parTransId="{24CD6D7F-4586-4386-8584-692A27433E27}" sibTransId="{E6FBE1EF-70F2-4939-9E88-69664D435232}"/>
    <dgm:cxn modelId="{71D9960D-330D-40F6-85A1-2494C39AA116}" type="presOf" srcId="{346C635E-82E5-4A10-B419-0F3C22A70CF6}" destId="{D1AD8958-7412-4802-8B18-F7F2BD24F56A}" srcOrd="0" destOrd="0" presId="urn:microsoft.com/office/officeart/2018/2/layout/IconLabelDescriptionList"/>
    <dgm:cxn modelId="{2A3C1219-2755-4264-BD36-984D97D447D7}" srcId="{00182E8E-4296-4281-A08B-9DC18247FC1B}" destId="{EC785724-D6D7-4D8D-AB6D-A4AF7B4D4862}" srcOrd="2" destOrd="0" parTransId="{89656D6E-0D6C-43F0-8641-5778C3C54B69}" sibTransId="{DE061F7A-ED61-44CF-AEC4-ED4005697893}"/>
    <dgm:cxn modelId="{45286821-ED45-4749-9421-C7689E2567BB}" srcId="{DF335964-6D2F-4614-9879-467BC158751A}" destId="{51640B10-7EA8-43F0-9CEB-D146330D2609}" srcOrd="1" destOrd="0" parTransId="{1208FC2B-C2B6-459D-93E2-C73D5B2200AA}" sibTransId="{B7718F80-ECCD-4DCD-AB5F-946272A9AD7F}"/>
    <dgm:cxn modelId="{45888C2B-8FFE-4FA9-99A6-435989F286CF}" type="presOf" srcId="{F99CA6F6-6070-44AD-A3BF-726904673945}" destId="{76697F49-F83E-4A5F-8662-7B9548981F13}" srcOrd="0" destOrd="0" presId="urn:microsoft.com/office/officeart/2018/2/layout/IconLabelDescriptionList"/>
    <dgm:cxn modelId="{8BEB4468-5D9B-4DDD-88C6-B4F8D6B7BF10}" type="presOf" srcId="{FC3916D2-8459-4F9A-A64C-8B31BE3E46E2}" destId="{D1AD8958-7412-4802-8B18-F7F2BD24F56A}" srcOrd="0" destOrd="1" presId="urn:microsoft.com/office/officeart/2018/2/layout/IconLabelDescriptionList"/>
    <dgm:cxn modelId="{AA8F324E-E599-40F3-9666-F4B2A6F1A82D}" type="presOf" srcId="{EC785724-D6D7-4D8D-AB6D-A4AF7B4D4862}" destId="{AA96BF2F-7B41-4BB1-ABF4-FC747E05C4CD}" srcOrd="0" destOrd="0" presId="urn:microsoft.com/office/officeart/2018/2/layout/IconLabelDescriptionList"/>
    <dgm:cxn modelId="{FB2DAF50-C326-42D6-AD7E-8A673D95939F}" srcId="{502281E0-822F-417A-AAF4-097B233A2EEC}" destId="{346C635E-82E5-4A10-B419-0F3C22A70CF6}" srcOrd="0" destOrd="0" parTransId="{BF2C5466-12FE-4A4F-8E52-086A7AABDF46}" sibTransId="{57AD9609-76E9-4870-BFE0-A5CFDEAC7AFA}"/>
    <dgm:cxn modelId="{5E824057-A0FF-4BDC-B350-026A21014505}" type="presOf" srcId="{09265F4C-B957-4C4C-92E9-F57BC41AC6B7}" destId="{76697F49-F83E-4A5F-8662-7B9548981F13}" srcOrd="0" destOrd="1" presId="urn:microsoft.com/office/officeart/2018/2/layout/IconLabelDescriptionList"/>
    <dgm:cxn modelId="{6E128959-1B6D-4172-B2DB-D33D621640E1}" srcId="{502281E0-822F-417A-AAF4-097B233A2EEC}" destId="{FC3916D2-8459-4F9A-A64C-8B31BE3E46E2}" srcOrd="1" destOrd="0" parTransId="{91AB3E67-E9DA-4DDE-BF6B-A1A831926117}" sibTransId="{76D32C6D-5023-44F1-8E6F-CA80BDE75A49}"/>
    <dgm:cxn modelId="{40B40F7D-BD2A-438D-A25E-F023B696C50C}" type="presOf" srcId="{51640B10-7EA8-43F0-9CEB-D146330D2609}" destId="{FDC60052-6321-4FF0-85EA-0004BF2DC9B6}" srcOrd="0" destOrd="1" presId="urn:microsoft.com/office/officeart/2018/2/layout/IconLabelDescriptionList"/>
    <dgm:cxn modelId="{59E54D8F-8FC0-448C-8134-EA1A7A772239}" srcId="{502281E0-822F-417A-AAF4-097B233A2EEC}" destId="{C1D59E5C-56EC-4E61-9D2E-BBF5CA70FCAA}" srcOrd="2" destOrd="0" parTransId="{5A019E92-D52E-4D06-A883-C49BBB004457}" sibTransId="{2750432E-8C80-48F1-993F-37651F812FE3}"/>
    <dgm:cxn modelId="{72FEAE97-304C-4A70-9077-D7F2F6380C6B}" type="presOf" srcId="{00182E8E-4296-4281-A08B-9DC18247FC1B}" destId="{AB1D0F6C-54E1-4A81-AFE0-71A15719E1B8}" srcOrd="0" destOrd="0" presId="urn:microsoft.com/office/officeart/2018/2/layout/IconLabelDescriptionList"/>
    <dgm:cxn modelId="{91439F98-5A6B-48BE-A8EE-640DE54EE8C9}" srcId="{EC785724-D6D7-4D8D-AB6D-A4AF7B4D4862}" destId="{09265F4C-B957-4C4C-92E9-F57BC41AC6B7}" srcOrd="1" destOrd="0" parTransId="{CFF82DD8-03F1-49A4-8788-85A8F1BF2190}" sibTransId="{47054824-DAA4-49C9-A926-A64A120D54E0}"/>
    <dgm:cxn modelId="{F5C7A1A2-10F9-421B-A00E-9F7538030434}" srcId="{EC785724-D6D7-4D8D-AB6D-A4AF7B4D4862}" destId="{F99CA6F6-6070-44AD-A3BF-726904673945}" srcOrd="0" destOrd="0" parTransId="{D908460D-6C90-4568-A26B-46C17D81C3B2}" sibTransId="{89F587CD-898E-46F8-984E-027F67596FD0}"/>
    <dgm:cxn modelId="{E3E651C0-60B5-4649-8218-74DA849CD27A}" srcId="{00182E8E-4296-4281-A08B-9DC18247FC1B}" destId="{502281E0-822F-417A-AAF4-097B233A2EEC}" srcOrd="0" destOrd="0" parTransId="{E71BDC40-92E0-4378-A88F-72E441267486}" sibTransId="{E0611D56-747E-4E87-9551-AF40D5776BD8}"/>
    <dgm:cxn modelId="{35A8D6CE-2451-46F0-8C5C-A8A964036D30}" type="presOf" srcId="{DF335964-6D2F-4614-9879-467BC158751A}" destId="{91D4EFB3-E8B8-40E2-95B5-EBEEF1BC7F87}" srcOrd="0" destOrd="0" presId="urn:microsoft.com/office/officeart/2018/2/layout/IconLabelDescriptionList"/>
    <dgm:cxn modelId="{433275E8-2FFB-4D50-A89E-94BF0F6E9655}" type="presOf" srcId="{502281E0-822F-417A-AAF4-097B233A2EEC}" destId="{7ED59F76-7236-4EAF-B492-5BF11C8F33E6}" srcOrd="0" destOrd="0" presId="urn:microsoft.com/office/officeart/2018/2/layout/IconLabelDescriptionList"/>
    <dgm:cxn modelId="{42344EF0-967D-4663-B8DB-034C9113AFCD}" srcId="{DF335964-6D2F-4614-9879-467BC158751A}" destId="{1E193C86-99C7-4DD9-B754-3029E96CE0B1}" srcOrd="0" destOrd="0" parTransId="{51E6D41B-E6D5-4B5B-B97E-4842B2BF32C8}" sibTransId="{C09332E7-0D6D-402A-9CDE-76243FB40B09}"/>
    <dgm:cxn modelId="{ED2A34F1-86BA-4902-9402-2C51F6B3DB9A}" type="presOf" srcId="{C1D59E5C-56EC-4E61-9D2E-BBF5CA70FCAA}" destId="{D1AD8958-7412-4802-8B18-F7F2BD24F56A}" srcOrd="0" destOrd="2" presId="urn:microsoft.com/office/officeart/2018/2/layout/IconLabelDescriptionList"/>
    <dgm:cxn modelId="{5B585FFD-F95C-4908-84E7-F9C916106577}" type="presOf" srcId="{1E193C86-99C7-4DD9-B754-3029E96CE0B1}" destId="{FDC60052-6321-4FF0-85EA-0004BF2DC9B6}" srcOrd="0" destOrd="0" presId="urn:microsoft.com/office/officeart/2018/2/layout/IconLabelDescriptionList"/>
    <dgm:cxn modelId="{F1F0FBE9-1BEA-4A4E-8CAF-6FEF4DE76224}" type="presParOf" srcId="{AB1D0F6C-54E1-4A81-AFE0-71A15719E1B8}" destId="{5D2B5AB0-F102-44BA-B48C-FBE028F2DFD0}" srcOrd="0" destOrd="0" presId="urn:microsoft.com/office/officeart/2018/2/layout/IconLabelDescriptionList"/>
    <dgm:cxn modelId="{BDA9F69C-3515-413F-A142-E38CA9697BF7}" type="presParOf" srcId="{5D2B5AB0-F102-44BA-B48C-FBE028F2DFD0}" destId="{16F44CB2-EEA8-404B-AC92-2F41CA2CD349}" srcOrd="0" destOrd="0" presId="urn:microsoft.com/office/officeart/2018/2/layout/IconLabelDescriptionList"/>
    <dgm:cxn modelId="{29121638-ECD4-4396-AFF1-177F585D5873}" type="presParOf" srcId="{5D2B5AB0-F102-44BA-B48C-FBE028F2DFD0}" destId="{13B004E8-889B-4CF9-AD1D-4DC0017BAFD8}" srcOrd="1" destOrd="0" presId="urn:microsoft.com/office/officeart/2018/2/layout/IconLabelDescriptionList"/>
    <dgm:cxn modelId="{6AD6E184-4A7C-4680-9D90-B275D5A6B868}" type="presParOf" srcId="{5D2B5AB0-F102-44BA-B48C-FBE028F2DFD0}" destId="{7ED59F76-7236-4EAF-B492-5BF11C8F33E6}" srcOrd="2" destOrd="0" presId="urn:microsoft.com/office/officeart/2018/2/layout/IconLabelDescriptionList"/>
    <dgm:cxn modelId="{6F8B200D-FBDC-4425-B068-B91402D0967F}" type="presParOf" srcId="{5D2B5AB0-F102-44BA-B48C-FBE028F2DFD0}" destId="{B5F07D4A-3D34-4EE7-A036-8A3E6DA097B7}" srcOrd="3" destOrd="0" presId="urn:microsoft.com/office/officeart/2018/2/layout/IconLabelDescriptionList"/>
    <dgm:cxn modelId="{F408425C-267A-464B-8023-E4F5CF892977}" type="presParOf" srcId="{5D2B5AB0-F102-44BA-B48C-FBE028F2DFD0}" destId="{D1AD8958-7412-4802-8B18-F7F2BD24F56A}" srcOrd="4" destOrd="0" presId="urn:microsoft.com/office/officeart/2018/2/layout/IconLabelDescriptionList"/>
    <dgm:cxn modelId="{D214EB23-9FE2-4504-806F-770A5B611754}" type="presParOf" srcId="{AB1D0F6C-54E1-4A81-AFE0-71A15719E1B8}" destId="{123BB197-585F-4670-AD39-8DF2626F3B04}" srcOrd="1" destOrd="0" presId="urn:microsoft.com/office/officeart/2018/2/layout/IconLabelDescriptionList"/>
    <dgm:cxn modelId="{3B677562-FDBD-4884-A87E-9195CF5C2EC7}" type="presParOf" srcId="{AB1D0F6C-54E1-4A81-AFE0-71A15719E1B8}" destId="{1A6887D0-AFA2-4E8E-8BC2-26EE200B6508}" srcOrd="2" destOrd="0" presId="urn:microsoft.com/office/officeart/2018/2/layout/IconLabelDescriptionList"/>
    <dgm:cxn modelId="{CB38FF96-CCB5-4681-8AFD-E42FB2383396}" type="presParOf" srcId="{1A6887D0-AFA2-4E8E-8BC2-26EE200B6508}" destId="{F9CC6357-9B18-4E96-8C24-2709F245BE41}" srcOrd="0" destOrd="0" presId="urn:microsoft.com/office/officeart/2018/2/layout/IconLabelDescriptionList"/>
    <dgm:cxn modelId="{EEC06F67-8AD7-44FB-A0DE-36341D0A1556}" type="presParOf" srcId="{1A6887D0-AFA2-4E8E-8BC2-26EE200B6508}" destId="{57E2A01F-2AF4-437F-9157-18C8AB65AC4B}" srcOrd="1" destOrd="0" presId="urn:microsoft.com/office/officeart/2018/2/layout/IconLabelDescriptionList"/>
    <dgm:cxn modelId="{530E8C7A-84F3-4E5D-A16B-70CF271A7874}" type="presParOf" srcId="{1A6887D0-AFA2-4E8E-8BC2-26EE200B6508}" destId="{91D4EFB3-E8B8-40E2-95B5-EBEEF1BC7F87}" srcOrd="2" destOrd="0" presId="urn:microsoft.com/office/officeart/2018/2/layout/IconLabelDescriptionList"/>
    <dgm:cxn modelId="{1B6FFE6C-9A62-43E1-8878-05226B21C4F6}" type="presParOf" srcId="{1A6887D0-AFA2-4E8E-8BC2-26EE200B6508}" destId="{6FB7837C-312D-4C59-B86E-457CD042D48B}" srcOrd="3" destOrd="0" presId="urn:microsoft.com/office/officeart/2018/2/layout/IconLabelDescriptionList"/>
    <dgm:cxn modelId="{4135D3D9-1EAF-4873-8FAA-38B3211321CB}" type="presParOf" srcId="{1A6887D0-AFA2-4E8E-8BC2-26EE200B6508}" destId="{FDC60052-6321-4FF0-85EA-0004BF2DC9B6}" srcOrd="4" destOrd="0" presId="urn:microsoft.com/office/officeart/2018/2/layout/IconLabelDescriptionList"/>
    <dgm:cxn modelId="{7F048400-EAAC-4173-A894-8AD1872F2F09}" type="presParOf" srcId="{AB1D0F6C-54E1-4A81-AFE0-71A15719E1B8}" destId="{C9FE5AE5-707F-44DE-BC39-68D1464D1665}" srcOrd="3" destOrd="0" presId="urn:microsoft.com/office/officeart/2018/2/layout/IconLabelDescriptionList"/>
    <dgm:cxn modelId="{3AF83C94-AEF6-444C-8453-5EBB379509FB}" type="presParOf" srcId="{AB1D0F6C-54E1-4A81-AFE0-71A15719E1B8}" destId="{EA804624-36F0-40B6-A79E-EDD18B814FA7}" srcOrd="4" destOrd="0" presId="urn:microsoft.com/office/officeart/2018/2/layout/IconLabelDescriptionList"/>
    <dgm:cxn modelId="{B804D26A-DE1B-4B1A-82DF-99BD64866349}" type="presParOf" srcId="{EA804624-36F0-40B6-A79E-EDD18B814FA7}" destId="{122616A4-18B6-4071-95B7-0AB2A0653394}" srcOrd="0" destOrd="0" presId="urn:microsoft.com/office/officeart/2018/2/layout/IconLabelDescriptionList"/>
    <dgm:cxn modelId="{97F0A840-1EB9-4FE0-92EE-7D11356925CE}" type="presParOf" srcId="{EA804624-36F0-40B6-A79E-EDD18B814FA7}" destId="{1FE25A96-FA09-46D7-A0BE-F986BBB7840B}" srcOrd="1" destOrd="0" presId="urn:microsoft.com/office/officeart/2018/2/layout/IconLabelDescriptionList"/>
    <dgm:cxn modelId="{F85101A6-6939-408B-A654-278E96F08310}" type="presParOf" srcId="{EA804624-36F0-40B6-A79E-EDD18B814FA7}" destId="{AA96BF2F-7B41-4BB1-ABF4-FC747E05C4CD}" srcOrd="2" destOrd="0" presId="urn:microsoft.com/office/officeart/2018/2/layout/IconLabelDescriptionList"/>
    <dgm:cxn modelId="{BADDDD36-E983-480B-85AD-7286A988190F}" type="presParOf" srcId="{EA804624-36F0-40B6-A79E-EDD18B814FA7}" destId="{BF7BE9B7-03E0-4945-9632-0930236FE40A}" srcOrd="3" destOrd="0" presId="urn:microsoft.com/office/officeart/2018/2/layout/IconLabelDescriptionList"/>
    <dgm:cxn modelId="{FB6C0354-EF23-4E5B-8DC8-B240CE6378DC}" type="presParOf" srcId="{EA804624-36F0-40B6-A79E-EDD18B814FA7}" destId="{76697F49-F83E-4A5F-8662-7B9548981F13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0.xml><?xml version="1.0" encoding="utf-8"?>
<dgm:dataModel xmlns:dgm="http://schemas.openxmlformats.org/drawingml/2006/diagram" xmlns:a="http://schemas.openxmlformats.org/drawingml/2006/main">
  <dgm:ptLst>
    <dgm:pt modelId="{E8CA7026-63E3-45CD-A3D6-12DD187AD5A1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B36F4EA2-1969-4A86-9CF1-528EFCC6974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10 minutes</a:t>
          </a:r>
          <a:endParaRPr lang="en-US"/>
        </a:p>
      </dgm:t>
    </dgm:pt>
    <dgm:pt modelId="{01EB28E1-0416-40BF-9CF0-83763C575F25}" type="parTrans" cxnId="{DED01AB5-FC7F-481A-91E1-4948DB17FF06}">
      <dgm:prSet/>
      <dgm:spPr/>
      <dgm:t>
        <a:bodyPr/>
        <a:lstStyle/>
        <a:p>
          <a:endParaRPr lang="en-US"/>
        </a:p>
      </dgm:t>
    </dgm:pt>
    <dgm:pt modelId="{FA0DF671-4E29-41F8-8F49-BA9C37D2F1C4}" type="sibTrans" cxnId="{DED01AB5-FC7F-481A-91E1-4948DB17FF06}">
      <dgm:prSet/>
      <dgm:spPr/>
      <dgm:t>
        <a:bodyPr/>
        <a:lstStyle/>
        <a:p>
          <a:endParaRPr lang="en-US"/>
        </a:p>
      </dgm:t>
    </dgm:pt>
    <dgm:pt modelId="{DEB8A8B3-C97D-423E-877B-53A0E754FEC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Blocks are confirmed and mined in 10 minutes</a:t>
          </a:r>
          <a:endParaRPr lang="en-US"/>
        </a:p>
      </dgm:t>
    </dgm:pt>
    <dgm:pt modelId="{B0D0293E-F48A-4CCC-AFA5-8ED6C583B077}" type="parTrans" cxnId="{641BBD33-0B24-48FB-B3E8-D122DDE2AC6C}">
      <dgm:prSet/>
      <dgm:spPr/>
      <dgm:t>
        <a:bodyPr/>
        <a:lstStyle/>
        <a:p>
          <a:endParaRPr lang="en-US"/>
        </a:p>
      </dgm:t>
    </dgm:pt>
    <dgm:pt modelId="{515C054F-8BC4-4DDF-92E1-D420DF8FE20E}" type="sibTrans" cxnId="{641BBD33-0B24-48FB-B3E8-D122DDE2AC6C}">
      <dgm:prSet/>
      <dgm:spPr/>
      <dgm:t>
        <a:bodyPr/>
        <a:lstStyle/>
        <a:p>
          <a:endParaRPr lang="en-US"/>
        </a:p>
      </dgm:t>
    </dgm:pt>
    <dgm:pt modelId="{9921C7FD-7C7B-472B-8F88-61C53AB07DC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Preparation of next block</a:t>
          </a:r>
          <a:endParaRPr lang="en-US"/>
        </a:p>
      </dgm:t>
    </dgm:pt>
    <dgm:pt modelId="{362E7DFE-8C06-479E-A1C7-04EF8E32E1F4}" type="parTrans" cxnId="{C7A9D13A-7AD4-42FF-9CAE-E8F50A03AD0E}">
      <dgm:prSet/>
      <dgm:spPr/>
      <dgm:t>
        <a:bodyPr/>
        <a:lstStyle/>
        <a:p>
          <a:endParaRPr lang="en-US"/>
        </a:p>
      </dgm:t>
    </dgm:pt>
    <dgm:pt modelId="{13C8EA0A-8A81-4E6F-9653-A7FBFF5D18E8}" type="sibTrans" cxnId="{C7A9D13A-7AD4-42FF-9CAE-E8F50A03AD0E}">
      <dgm:prSet/>
      <dgm:spPr/>
      <dgm:t>
        <a:bodyPr/>
        <a:lstStyle/>
        <a:p>
          <a:endParaRPr lang="en-US"/>
        </a:p>
      </dgm:t>
    </dgm:pt>
    <dgm:pt modelId="{5CCB5DD1-19F0-47B4-B190-B3BCA5A746E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As competing in mining of the current block</a:t>
          </a:r>
          <a:endParaRPr lang="en-US"/>
        </a:p>
      </dgm:t>
    </dgm:pt>
    <dgm:pt modelId="{1B96C19F-39EA-485B-BAF7-F0F89B9C26C7}" type="parTrans" cxnId="{BA01978F-ED66-40EA-9560-A83EF322E173}">
      <dgm:prSet/>
      <dgm:spPr/>
      <dgm:t>
        <a:bodyPr/>
        <a:lstStyle/>
        <a:p>
          <a:endParaRPr lang="en-US"/>
        </a:p>
      </dgm:t>
    </dgm:pt>
    <dgm:pt modelId="{E460468D-E1FD-4B09-8EA7-8EB568B4009D}" type="sibTrans" cxnId="{BA01978F-ED66-40EA-9560-A83EF322E173}">
      <dgm:prSet/>
      <dgm:spPr/>
      <dgm:t>
        <a:bodyPr/>
        <a:lstStyle/>
        <a:p>
          <a:endParaRPr lang="en-US"/>
        </a:p>
      </dgm:t>
    </dgm:pt>
    <dgm:pt modelId="{6EAC1680-B72E-4986-BD7D-48C77060D48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miner also collects incoming valid transactions</a:t>
          </a:r>
          <a:endParaRPr lang="en-US"/>
        </a:p>
      </dgm:t>
    </dgm:pt>
    <dgm:pt modelId="{8B6B92E6-8A94-4396-A3A2-87815DAAEAC4}" type="parTrans" cxnId="{3CC8603F-FE97-4CD0-8A3F-F907152A1913}">
      <dgm:prSet/>
      <dgm:spPr/>
      <dgm:t>
        <a:bodyPr/>
        <a:lstStyle/>
        <a:p>
          <a:endParaRPr lang="en-US"/>
        </a:p>
      </dgm:t>
    </dgm:pt>
    <dgm:pt modelId="{1C8A22EF-0CB5-4B50-87D9-61853C016C0E}" type="sibTrans" cxnId="{3CC8603F-FE97-4CD0-8A3F-F907152A1913}">
      <dgm:prSet/>
      <dgm:spPr/>
      <dgm:t>
        <a:bodyPr/>
        <a:lstStyle/>
        <a:p>
          <a:endParaRPr lang="en-US"/>
        </a:p>
      </dgm:t>
    </dgm:pt>
    <dgm:pt modelId="{D6863E4A-E3D8-4835-93BE-AB81C749558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Arriving of new block</a:t>
          </a:r>
          <a:endParaRPr lang="en-US"/>
        </a:p>
      </dgm:t>
    </dgm:pt>
    <dgm:pt modelId="{F59EFF78-D48E-4349-B79B-FE8F2CDB6AEF}" type="parTrans" cxnId="{C9D594BB-088E-40D6-9F7C-D3A0352F7739}">
      <dgm:prSet/>
      <dgm:spPr/>
      <dgm:t>
        <a:bodyPr/>
        <a:lstStyle/>
        <a:p>
          <a:endParaRPr lang="en-US"/>
        </a:p>
      </dgm:t>
    </dgm:pt>
    <dgm:pt modelId="{CF3F8FAE-8953-419C-88D9-235165E3D711}" type="sibTrans" cxnId="{C9D594BB-088E-40D6-9F7C-D3A0352F7739}">
      <dgm:prSet/>
      <dgm:spPr/>
      <dgm:t>
        <a:bodyPr/>
        <a:lstStyle/>
        <a:p>
          <a:endParaRPr lang="en-US"/>
        </a:p>
      </dgm:t>
    </dgm:pt>
    <dgm:pt modelId="{2DFF6F47-0EBF-412C-935B-9887746C8AE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miner compares the transactions in new block</a:t>
          </a:r>
          <a:endParaRPr lang="en-US"/>
        </a:p>
      </dgm:t>
    </dgm:pt>
    <dgm:pt modelId="{5FA02B07-35CD-4B89-AD71-61FBDDDC9DCB}" type="parTrans" cxnId="{48F27EDD-E8FD-42AA-AB2D-357455B81FC4}">
      <dgm:prSet/>
      <dgm:spPr/>
      <dgm:t>
        <a:bodyPr/>
        <a:lstStyle/>
        <a:p>
          <a:endParaRPr lang="en-US"/>
        </a:p>
      </dgm:t>
    </dgm:pt>
    <dgm:pt modelId="{55B1B060-47EF-49DD-B501-922DC09E69B1}" type="sibTrans" cxnId="{48F27EDD-E8FD-42AA-AB2D-357455B81FC4}">
      <dgm:prSet/>
      <dgm:spPr/>
      <dgm:t>
        <a:bodyPr/>
        <a:lstStyle/>
        <a:p>
          <a:endParaRPr lang="en-US"/>
        </a:p>
      </dgm:t>
    </dgm:pt>
    <dgm:pt modelId="{47B3A895-0379-4997-B4BD-0D1EF4F4398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With the collected in mempool so far</a:t>
          </a:r>
          <a:endParaRPr lang="en-US"/>
        </a:p>
      </dgm:t>
    </dgm:pt>
    <dgm:pt modelId="{9104D8CF-721C-4F23-897F-FE9FB8FC0447}" type="parTrans" cxnId="{269E89D5-365B-4910-B961-93520F05F262}">
      <dgm:prSet/>
      <dgm:spPr/>
      <dgm:t>
        <a:bodyPr/>
        <a:lstStyle/>
        <a:p>
          <a:endParaRPr lang="en-US"/>
        </a:p>
      </dgm:t>
    </dgm:pt>
    <dgm:pt modelId="{604F11DD-0107-44BF-9C83-A62ED74F6723}" type="sibTrans" cxnId="{269E89D5-365B-4910-B961-93520F05F262}">
      <dgm:prSet/>
      <dgm:spPr/>
      <dgm:t>
        <a:bodyPr/>
        <a:lstStyle/>
        <a:p>
          <a:endParaRPr lang="en-US"/>
        </a:p>
      </dgm:t>
    </dgm:pt>
    <dgm:pt modelId="{4E994BAE-0FD8-450C-A092-77B86C6C918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Remove common transactions</a:t>
          </a:r>
          <a:endParaRPr lang="en-US"/>
        </a:p>
      </dgm:t>
    </dgm:pt>
    <dgm:pt modelId="{B00B4C95-5637-470D-BADC-162B941D65C2}" type="parTrans" cxnId="{6B9E4B02-A799-41E9-AFB9-2895AC73EE00}">
      <dgm:prSet/>
      <dgm:spPr/>
      <dgm:t>
        <a:bodyPr/>
        <a:lstStyle/>
        <a:p>
          <a:endParaRPr lang="en-US"/>
        </a:p>
      </dgm:t>
    </dgm:pt>
    <dgm:pt modelId="{030DA65B-3384-4A0A-AC48-4A9531B459CE}" type="sibTrans" cxnId="{6B9E4B02-A799-41E9-AFB9-2895AC73EE00}">
      <dgm:prSet/>
      <dgm:spPr/>
      <dgm:t>
        <a:bodyPr/>
        <a:lstStyle/>
        <a:p>
          <a:endParaRPr lang="en-US"/>
        </a:p>
      </dgm:t>
    </dgm:pt>
    <dgm:pt modelId="{2E32531D-CCC4-445E-B20D-2BA68A71941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common transactions are removed from the candidate block</a:t>
          </a:r>
          <a:endParaRPr lang="en-US"/>
        </a:p>
      </dgm:t>
    </dgm:pt>
    <dgm:pt modelId="{7CFE6078-438F-4CA9-9E15-905D494ADBA5}" type="parTrans" cxnId="{174B5FAF-8B63-4BD3-A09A-10E710908962}">
      <dgm:prSet/>
      <dgm:spPr/>
      <dgm:t>
        <a:bodyPr/>
        <a:lstStyle/>
        <a:p>
          <a:endParaRPr lang="en-US"/>
        </a:p>
      </dgm:t>
    </dgm:pt>
    <dgm:pt modelId="{17DEFF52-8184-4669-A1C9-5EFC528933FA}" type="sibTrans" cxnId="{174B5FAF-8B63-4BD3-A09A-10E710908962}">
      <dgm:prSet/>
      <dgm:spPr/>
      <dgm:t>
        <a:bodyPr/>
        <a:lstStyle/>
        <a:p>
          <a:endParaRPr lang="en-US"/>
        </a:p>
      </dgm:t>
    </dgm:pt>
    <dgm:pt modelId="{6A7F72A8-D199-4D25-98AC-7439A476DE3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Candidate block</a:t>
          </a:r>
          <a:endParaRPr lang="en-US"/>
        </a:p>
      </dgm:t>
    </dgm:pt>
    <dgm:pt modelId="{38B92B7C-02C1-40CF-869D-9DCE53FF5733}" type="parTrans" cxnId="{07440330-A4FE-43E6-AF6F-64D2FA3E9509}">
      <dgm:prSet/>
      <dgm:spPr/>
      <dgm:t>
        <a:bodyPr/>
        <a:lstStyle/>
        <a:p>
          <a:endParaRPr lang="en-US"/>
        </a:p>
      </dgm:t>
    </dgm:pt>
    <dgm:pt modelId="{41FACCCE-48D7-4A55-8CD1-197CC11EE124}" type="sibTrans" cxnId="{07440330-A4FE-43E6-AF6F-64D2FA3E9509}">
      <dgm:prSet/>
      <dgm:spPr/>
      <dgm:t>
        <a:bodyPr/>
        <a:lstStyle/>
        <a:p>
          <a:endParaRPr lang="en-US"/>
        </a:p>
      </dgm:t>
    </dgm:pt>
    <dgm:pt modelId="{06FB868C-58E0-4975-A6A6-CC71956D9DA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Transactions </a:t>
          </a:r>
          <a:r>
            <a:rPr lang="en-US"/>
            <a:t>remain in the memory pool </a:t>
          </a:r>
          <a:r>
            <a:rPr lang="tr-TR"/>
            <a:t> </a:t>
          </a:r>
          <a:r>
            <a:rPr lang="en-US"/>
            <a:t>are unconfirmed</a:t>
          </a:r>
        </a:p>
      </dgm:t>
    </dgm:pt>
    <dgm:pt modelId="{5CCC5936-97AF-4766-BF60-F2ACDFB1AFEF}" type="parTrans" cxnId="{EB3646E4-68C3-4ABA-B5EC-C2DF312998DE}">
      <dgm:prSet/>
      <dgm:spPr/>
      <dgm:t>
        <a:bodyPr/>
        <a:lstStyle/>
        <a:p>
          <a:endParaRPr lang="en-US"/>
        </a:p>
      </dgm:t>
    </dgm:pt>
    <dgm:pt modelId="{BFEF3054-6020-401C-9772-8EC42FD7C9A6}" type="sibTrans" cxnId="{EB3646E4-68C3-4ABA-B5EC-C2DF312998DE}">
      <dgm:prSet/>
      <dgm:spPr/>
      <dgm:t>
        <a:bodyPr/>
        <a:lstStyle/>
        <a:p>
          <a:endParaRPr lang="en-US"/>
        </a:p>
      </dgm:t>
    </dgm:pt>
    <dgm:pt modelId="{A1B2250C-DB99-491B-AB69-86835F4023C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and</a:t>
          </a:r>
          <a:r>
            <a:rPr lang="en-US"/>
            <a:t> are waiting</a:t>
          </a:r>
          <a:r>
            <a:rPr lang="tr-TR"/>
            <a:t> </a:t>
          </a:r>
          <a:r>
            <a:rPr lang="en-US"/>
            <a:t>to be recorded in a new block</a:t>
          </a:r>
        </a:p>
      </dgm:t>
    </dgm:pt>
    <dgm:pt modelId="{C1E4FB16-BF2C-42D3-8FF7-9DBB0A62E143}" type="parTrans" cxnId="{A651AE24-41C3-4BFC-AF84-E5659F257D39}">
      <dgm:prSet/>
      <dgm:spPr/>
      <dgm:t>
        <a:bodyPr/>
        <a:lstStyle/>
        <a:p>
          <a:endParaRPr lang="en-US"/>
        </a:p>
      </dgm:t>
    </dgm:pt>
    <dgm:pt modelId="{588F045C-7026-4BF8-A7C1-F356B60CE1EC}" type="sibTrans" cxnId="{A651AE24-41C3-4BFC-AF84-E5659F257D39}">
      <dgm:prSet/>
      <dgm:spPr/>
      <dgm:t>
        <a:bodyPr/>
        <a:lstStyle/>
        <a:p>
          <a:endParaRPr lang="en-US"/>
        </a:p>
      </dgm:t>
    </dgm:pt>
    <dgm:pt modelId="{87AADB82-33C9-4E20-9DB5-6C76AFDCC432}" type="pres">
      <dgm:prSet presAssocID="{E8CA7026-63E3-45CD-A3D6-12DD187AD5A1}" presName="root" presStyleCnt="0">
        <dgm:presLayoutVars>
          <dgm:dir/>
          <dgm:resizeHandles val="exact"/>
        </dgm:presLayoutVars>
      </dgm:prSet>
      <dgm:spPr/>
    </dgm:pt>
    <dgm:pt modelId="{3C7F59FB-9197-40F0-B404-A9A647E56997}" type="pres">
      <dgm:prSet presAssocID="{B36F4EA2-1969-4A86-9CF1-528EFCC69749}" presName="compNode" presStyleCnt="0"/>
      <dgm:spPr/>
    </dgm:pt>
    <dgm:pt modelId="{074719E4-9935-427D-9A10-F95CF0BF4708}" type="pres">
      <dgm:prSet presAssocID="{B36F4EA2-1969-4A86-9CF1-528EFCC69749}" presName="iconRect" presStyleLbl="node1" presStyleIdx="0" presStyleCnt="5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ronometre"/>
        </a:ext>
      </dgm:extLst>
    </dgm:pt>
    <dgm:pt modelId="{3C23304F-3ABD-47A3-B0C0-9840A82CEBD3}" type="pres">
      <dgm:prSet presAssocID="{B36F4EA2-1969-4A86-9CF1-528EFCC69749}" presName="iconSpace" presStyleCnt="0"/>
      <dgm:spPr/>
    </dgm:pt>
    <dgm:pt modelId="{6E2BDD4F-FF42-4737-A8A9-32C4F081DB45}" type="pres">
      <dgm:prSet presAssocID="{B36F4EA2-1969-4A86-9CF1-528EFCC69749}" presName="parTx" presStyleLbl="revTx" presStyleIdx="0" presStyleCnt="10">
        <dgm:presLayoutVars>
          <dgm:chMax val="0"/>
          <dgm:chPref val="0"/>
        </dgm:presLayoutVars>
      </dgm:prSet>
      <dgm:spPr/>
    </dgm:pt>
    <dgm:pt modelId="{6055E137-16BC-4167-80FF-18250971ABC9}" type="pres">
      <dgm:prSet presAssocID="{B36F4EA2-1969-4A86-9CF1-528EFCC69749}" presName="txSpace" presStyleCnt="0"/>
      <dgm:spPr/>
    </dgm:pt>
    <dgm:pt modelId="{9F5553E6-E918-49DF-90BE-11DE0A017C00}" type="pres">
      <dgm:prSet presAssocID="{B36F4EA2-1969-4A86-9CF1-528EFCC69749}" presName="desTx" presStyleLbl="revTx" presStyleIdx="1" presStyleCnt="10">
        <dgm:presLayoutVars/>
      </dgm:prSet>
      <dgm:spPr/>
    </dgm:pt>
    <dgm:pt modelId="{8476F2BD-F6FD-4FDD-93EF-C6AEA4EF5CDA}" type="pres">
      <dgm:prSet presAssocID="{FA0DF671-4E29-41F8-8F49-BA9C37D2F1C4}" presName="sibTrans" presStyleCnt="0"/>
      <dgm:spPr/>
    </dgm:pt>
    <dgm:pt modelId="{DB2479B1-98D7-4DA8-9C98-3ECCB448A08C}" type="pres">
      <dgm:prSet presAssocID="{9921C7FD-7C7B-472B-8F88-61C53AB07DCD}" presName="compNode" presStyleCnt="0"/>
      <dgm:spPr/>
    </dgm:pt>
    <dgm:pt modelId="{DA455602-4679-4C52-A92C-20A81FC1A870}" type="pres">
      <dgm:prSet presAssocID="{9921C7FD-7C7B-472B-8F88-61C53AB07DCD}" presName="iconRect" presStyleLbl="node1" presStyleIdx="1" presStyleCnt="5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a"/>
        </a:ext>
      </dgm:extLst>
    </dgm:pt>
    <dgm:pt modelId="{50457187-E14F-45F4-AD21-F8B3604A487D}" type="pres">
      <dgm:prSet presAssocID="{9921C7FD-7C7B-472B-8F88-61C53AB07DCD}" presName="iconSpace" presStyleCnt="0"/>
      <dgm:spPr/>
    </dgm:pt>
    <dgm:pt modelId="{83A33E63-2030-44EC-9806-B14E25937955}" type="pres">
      <dgm:prSet presAssocID="{9921C7FD-7C7B-472B-8F88-61C53AB07DCD}" presName="parTx" presStyleLbl="revTx" presStyleIdx="2" presStyleCnt="10">
        <dgm:presLayoutVars>
          <dgm:chMax val="0"/>
          <dgm:chPref val="0"/>
        </dgm:presLayoutVars>
      </dgm:prSet>
      <dgm:spPr/>
    </dgm:pt>
    <dgm:pt modelId="{CE26EE1A-CFAC-4054-BDD7-2F587622A375}" type="pres">
      <dgm:prSet presAssocID="{9921C7FD-7C7B-472B-8F88-61C53AB07DCD}" presName="txSpace" presStyleCnt="0"/>
      <dgm:spPr/>
    </dgm:pt>
    <dgm:pt modelId="{6256B3BC-6150-4DB5-8BA4-09CDCEDCE149}" type="pres">
      <dgm:prSet presAssocID="{9921C7FD-7C7B-472B-8F88-61C53AB07DCD}" presName="desTx" presStyleLbl="revTx" presStyleIdx="3" presStyleCnt="10">
        <dgm:presLayoutVars/>
      </dgm:prSet>
      <dgm:spPr/>
    </dgm:pt>
    <dgm:pt modelId="{587162EF-A3A4-4DEA-96B1-ECB295D1C5AC}" type="pres">
      <dgm:prSet presAssocID="{13C8EA0A-8A81-4E6F-9653-A7FBFF5D18E8}" presName="sibTrans" presStyleCnt="0"/>
      <dgm:spPr/>
    </dgm:pt>
    <dgm:pt modelId="{B4269AC6-7C40-46F0-B475-E6DEB303D98A}" type="pres">
      <dgm:prSet presAssocID="{D6863E4A-E3D8-4835-93BE-AB81C7495589}" presName="compNode" presStyleCnt="0"/>
      <dgm:spPr/>
    </dgm:pt>
    <dgm:pt modelId="{FED83275-ABBD-4545-B3C0-B67D5A74DAD1}" type="pres">
      <dgm:prSet presAssocID="{D6863E4A-E3D8-4835-93BE-AB81C7495589}" presName="iconRect" presStyleLbl="node1" presStyleIdx="2" presStyleCnt="5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ight Pointing Backhand Index"/>
        </a:ext>
      </dgm:extLst>
    </dgm:pt>
    <dgm:pt modelId="{1FA5E4A2-5A8C-4B1D-A538-E17DF4DA37CC}" type="pres">
      <dgm:prSet presAssocID="{D6863E4A-E3D8-4835-93BE-AB81C7495589}" presName="iconSpace" presStyleCnt="0"/>
      <dgm:spPr/>
    </dgm:pt>
    <dgm:pt modelId="{C1C2FCF3-CDC1-4A70-AF09-EE1F30FAB2DE}" type="pres">
      <dgm:prSet presAssocID="{D6863E4A-E3D8-4835-93BE-AB81C7495589}" presName="parTx" presStyleLbl="revTx" presStyleIdx="4" presStyleCnt="10">
        <dgm:presLayoutVars>
          <dgm:chMax val="0"/>
          <dgm:chPref val="0"/>
        </dgm:presLayoutVars>
      </dgm:prSet>
      <dgm:spPr/>
    </dgm:pt>
    <dgm:pt modelId="{56BDFC1B-21E8-471A-9AFF-AC3ADC339E17}" type="pres">
      <dgm:prSet presAssocID="{D6863E4A-E3D8-4835-93BE-AB81C7495589}" presName="txSpace" presStyleCnt="0"/>
      <dgm:spPr/>
    </dgm:pt>
    <dgm:pt modelId="{D8D03B13-C058-4767-95FF-E3FEB52FF912}" type="pres">
      <dgm:prSet presAssocID="{D6863E4A-E3D8-4835-93BE-AB81C7495589}" presName="desTx" presStyleLbl="revTx" presStyleIdx="5" presStyleCnt="10">
        <dgm:presLayoutVars/>
      </dgm:prSet>
      <dgm:spPr/>
    </dgm:pt>
    <dgm:pt modelId="{2815AFFC-25AF-4B00-B8B2-1FDB1E9219C9}" type="pres">
      <dgm:prSet presAssocID="{CF3F8FAE-8953-419C-88D9-235165E3D711}" presName="sibTrans" presStyleCnt="0"/>
      <dgm:spPr/>
    </dgm:pt>
    <dgm:pt modelId="{F8C93CCC-0E0F-483F-85FB-5FA658F7E7AD}" type="pres">
      <dgm:prSet presAssocID="{4E994BAE-0FD8-450C-A092-77B86C6C9180}" presName="compNode" presStyleCnt="0"/>
      <dgm:spPr/>
    </dgm:pt>
    <dgm:pt modelId="{110AD045-846C-4CD8-9104-AA722B84993E}" type="pres">
      <dgm:prSet presAssocID="{4E994BAE-0FD8-450C-A092-77B86C6C9180}" presName="iconRect" presStyleLbl="node1" presStyleIdx="3" presStyleCnt="5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apat"/>
        </a:ext>
      </dgm:extLst>
    </dgm:pt>
    <dgm:pt modelId="{D7A67752-849E-4683-9561-6CCC097242AE}" type="pres">
      <dgm:prSet presAssocID="{4E994BAE-0FD8-450C-A092-77B86C6C9180}" presName="iconSpace" presStyleCnt="0"/>
      <dgm:spPr/>
    </dgm:pt>
    <dgm:pt modelId="{33E70688-D101-4E60-92C9-D4CFB74381E2}" type="pres">
      <dgm:prSet presAssocID="{4E994BAE-0FD8-450C-A092-77B86C6C9180}" presName="parTx" presStyleLbl="revTx" presStyleIdx="6" presStyleCnt="10">
        <dgm:presLayoutVars>
          <dgm:chMax val="0"/>
          <dgm:chPref val="0"/>
        </dgm:presLayoutVars>
      </dgm:prSet>
      <dgm:spPr/>
    </dgm:pt>
    <dgm:pt modelId="{3D222348-F573-4DD1-A1FE-603BBBA7409E}" type="pres">
      <dgm:prSet presAssocID="{4E994BAE-0FD8-450C-A092-77B86C6C9180}" presName="txSpace" presStyleCnt="0"/>
      <dgm:spPr/>
    </dgm:pt>
    <dgm:pt modelId="{FF08FCBE-B6D9-4883-BB43-64CE47A7E989}" type="pres">
      <dgm:prSet presAssocID="{4E994BAE-0FD8-450C-A092-77B86C6C9180}" presName="desTx" presStyleLbl="revTx" presStyleIdx="7" presStyleCnt="10">
        <dgm:presLayoutVars/>
      </dgm:prSet>
      <dgm:spPr/>
    </dgm:pt>
    <dgm:pt modelId="{8DA94F6D-94C0-4BD1-968B-08B7FC245334}" type="pres">
      <dgm:prSet presAssocID="{030DA65B-3384-4A0A-AC48-4A9531B459CE}" presName="sibTrans" presStyleCnt="0"/>
      <dgm:spPr/>
    </dgm:pt>
    <dgm:pt modelId="{F6476EDA-95E1-4828-BC07-7970CC0504D8}" type="pres">
      <dgm:prSet presAssocID="{6A7F72A8-D199-4D25-98AC-7439A476DE32}" presName="compNode" presStyleCnt="0"/>
      <dgm:spPr/>
    </dgm:pt>
    <dgm:pt modelId="{33C98297-C3A3-4DAF-90D5-27D995E86315}" type="pres">
      <dgm:prSet presAssocID="{6A7F72A8-D199-4D25-98AC-7439A476DE32}" presName="iconRect" presStyleLbl="node1" presStyleIdx="4" presStyleCnt="5"/>
      <dgm:spPr>
        <a:blipFill>
          <a:blip xmlns:r="http://schemas.openxmlformats.org/officeDocument/2006/relationships"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Yasak"/>
        </a:ext>
      </dgm:extLst>
    </dgm:pt>
    <dgm:pt modelId="{C10DF066-03BC-4323-9A98-DCE082C7584B}" type="pres">
      <dgm:prSet presAssocID="{6A7F72A8-D199-4D25-98AC-7439A476DE32}" presName="iconSpace" presStyleCnt="0"/>
      <dgm:spPr/>
    </dgm:pt>
    <dgm:pt modelId="{07FD65EF-5E64-4FA6-90A0-081D8D30A783}" type="pres">
      <dgm:prSet presAssocID="{6A7F72A8-D199-4D25-98AC-7439A476DE32}" presName="parTx" presStyleLbl="revTx" presStyleIdx="8" presStyleCnt="10">
        <dgm:presLayoutVars>
          <dgm:chMax val="0"/>
          <dgm:chPref val="0"/>
        </dgm:presLayoutVars>
      </dgm:prSet>
      <dgm:spPr/>
    </dgm:pt>
    <dgm:pt modelId="{3719FDC7-CE17-45E0-B990-B8A0FBF1D9B2}" type="pres">
      <dgm:prSet presAssocID="{6A7F72A8-D199-4D25-98AC-7439A476DE32}" presName="txSpace" presStyleCnt="0"/>
      <dgm:spPr/>
    </dgm:pt>
    <dgm:pt modelId="{93C6E8A3-D995-43A7-AE35-E9EFA1B86178}" type="pres">
      <dgm:prSet presAssocID="{6A7F72A8-D199-4D25-98AC-7439A476DE32}" presName="desTx" presStyleLbl="revTx" presStyleIdx="9" presStyleCnt="10">
        <dgm:presLayoutVars/>
      </dgm:prSet>
      <dgm:spPr/>
    </dgm:pt>
  </dgm:ptLst>
  <dgm:cxnLst>
    <dgm:cxn modelId="{6B9E4B02-A799-41E9-AFB9-2895AC73EE00}" srcId="{E8CA7026-63E3-45CD-A3D6-12DD187AD5A1}" destId="{4E994BAE-0FD8-450C-A092-77B86C6C9180}" srcOrd="3" destOrd="0" parTransId="{B00B4C95-5637-470D-BADC-162B941D65C2}" sibTransId="{030DA65B-3384-4A0A-AC48-4A9531B459CE}"/>
    <dgm:cxn modelId="{6DC8220B-C4D2-4272-871F-8760374455BF}" type="presOf" srcId="{6EAC1680-B72E-4986-BD7D-48C77060D482}" destId="{6256B3BC-6150-4DB5-8BA4-09CDCEDCE149}" srcOrd="0" destOrd="1" presId="urn:microsoft.com/office/officeart/2018/2/layout/IconLabelDescriptionList"/>
    <dgm:cxn modelId="{FEB19B10-8C63-45D5-812E-50C41E319C57}" type="presOf" srcId="{06FB868C-58E0-4975-A6A6-CC71956D9DA7}" destId="{93C6E8A3-D995-43A7-AE35-E9EFA1B86178}" srcOrd="0" destOrd="0" presId="urn:microsoft.com/office/officeart/2018/2/layout/IconLabelDescriptionList"/>
    <dgm:cxn modelId="{0B6E121A-20D3-4414-B888-AD1AD9107613}" type="presOf" srcId="{D6863E4A-E3D8-4835-93BE-AB81C7495589}" destId="{C1C2FCF3-CDC1-4A70-AF09-EE1F30FAB2DE}" srcOrd="0" destOrd="0" presId="urn:microsoft.com/office/officeart/2018/2/layout/IconLabelDescriptionList"/>
    <dgm:cxn modelId="{A651AE24-41C3-4BFC-AF84-E5659F257D39}" srcId="{6A7F72A8-D199-4D25-98AC-7439A476DE32}" destId="{A1B2250C-DB99-491B-AB69-86835F4023CC}" srcOrd="1" destOrd="0" parTransId="{C1E4FB16-BF2C-42D3-8FF7-9DBB0A62E143}" sibTransId="{588F045C-7026-4BF8-A7C1-F356B60CE1EC}"/>
    <dgm:cxn modelId="{DCECC026-E9A1-4BA3-B0EF-F2E836F480AF}" type="presOf" srcId="{4E994BAE-0FD8-450C-A092-77B86C6C9180}" destId="{33E70688-D101-4E60-92C9-D4CFB74381E2}" srcOrd="0" destOrd="0" presId="urn:microsoft.com/office/officeart/2018/2/layout/IconLabelDescriptionList"/>
    <dgm:cxn modelId="{07440330-A4FE-43E6-AF6F-64D2FA3E9509}" srcId="{E8CA7026-63E3-45CD-A3D6-12DD187AD5A1}" destId="{6A7F72A8-D199-4D25-98AC-7439A476DE32}" srcOrd="4" destOrd="0" parTransId="{38B92B7C-02C1-40CF-869D-9DCE53FF5733}" sibTransId="{41FACCCE-48D7-4A55-8CD1-197CC11EE124}"/>
    <dgm:cxn modelId="{641BBD33-0B24-48FB-B3E8-D122DDE2AC6C}" srcId="{B36F4EA2-1969-4A86-9CF1-528EFCC69749}" destId="{DEB8A8B3-C97D-423E-877B-53A0E754FECE}" srcOrd="0" destOrd="0" parTransId="{B0D0293E-F48A-4CCC-AFA5-8ED6C583B077}" sibTransId="{515C054F-8BC4-4DDF-92E1-D420DF8FE20E}"/>
    <dgm:cxn modelId="{70278238-343C-45C6-8825-BF60C7786A94}" type="presOf" srcId="{5CCB5DD1-19F0-47B4-B190-B3BCA5A746E0}" destId="{6256B3BC-6150-4DB5-8BA4-09CDCEDCE149}" srcOrd="0" destOrd="0" presId="urn:microsoft.com/office/officeart/2018/2/layout/IconLabelDescriptionList"/>
    <dgm:cxn modelId="{C65C6539-CB88-4EAC-A154-2CBB1B410A65}" type="presOf" srcId="{DEB8A8B3-C97D-423E-877B-53A0E754FECE}" destId="{9F5553E6-E918-49DF-90BE-11DE0A017C00}" srcOrd="0" destOrd="0" presId="urn:microsoft.com/office/officeart/2018/2/layout/IconLabelDescriptionList"/>
    <dgm:cxn modelId="{C7A9D13A-7AD4-42FF-9CAE-E8F50A03AD0E}" srcId="{E8CA7026-63E3-45CD-A3D6-12DD187AD5A1}" destId="{9921C7FD-7C7B-472B-8F88-61C53AB07DCD}" srcOrd="1" destOrd="0" parTransId="{362E7DFE-8C06-479E-A1C7-04EF8E32E1F4}" sibTransId="{13C8EA0A-8A81-4E6F-9653-A7FBFF5D18E8}"/>
    <dgm:cxn modelId="{3CC8603F-FE97-4CD0-8A3F-F907152A1913}" srcId="{9921C7FD-7C7B-472B-8F88-61C53AB07DCD}" destId="{6EAC1680-B72E-4986-BD7D-48C77060D482}" srcOrd="1" destOrd="0" parTransId="{8B6B92E6-8A94-4396-A3A2-87815DAAEAC4}" sibTransId="{1C8A22EF-0CB5-4B50-87D9-61853C016C0E}"/>
    <dgm:cxn modelId="{65CF265B-CECC-4482-B7BB-FCD4623B083C}" type="presOf" srcId="{B36F4EA2-1969-4A86-9CF1-528EFCC69749}" destId="{6E2BDD4F-FF42-4737-A8A9-32C4F081DB45}" srcOrd="0" destOrd="0" presId="urn:microsoft.com/office/officeart/2018/2/layout/IconLabelDescriptionList"/>
    <dgm:cxn modelId="{67C81B5C-C405-47F1-B251-04B7714DCD41}" type="presOf" srcId="{E8CA7026-63E3-45CD-A3D6-12DD187AD5A1}" destId="{87AADB82-33C9-4E20-9DB5-6C76AFDCC432}" srcOrd="0" destOrd="0" presId="urn:microsoft.com/office/officeart/2018/2/layout/IconLabelDescriptionList"/>
    <dgm:cxn modelId="{84BFAE5F-F5E3-4E20-B444-0DC5529D6B21}" type="presOf" srcId="{A1B2250C-DB99-491B-AB69-86835F4023CC}" destId="{93C6E8A3-D995-43A7-AE35-E9EFA1B86178}" srcOrd="0" destOrd="1" presId="urn:microsoft.com/office/officeart/2018/2/layout/IconLabelDescriptionList"/>
    <dgm:cxn modelId="{C9922C53-F009-4423-A150-093D47B1156F}" type="presOf" srcId="{9921C7FD-7C7B-472B-8F88-61C53AB07DCD}" destId="{83A33E63-2030-44EC-9806-B14E25937955}" srcOrd="0" destOrd="0" presId="urn:microsoft.com/office/officeart/2018/2/layout/IconLabelDescriptionList"/>
    <dgm:cxn modelId="{5706717A-57BB-42EC-A1FE-2D947E5F4143}" type="presOf" srcId="{2DFF6F47-0EBF-412C-935B-9887746C8AEC}" destId="{D8D03B13-C058-4767-95FF-E3FEB52FF912}" srcOrd="0" destOrd="0" presId="urn:microsoft.com/office/officeart/2018/2/layout/IconLabelDescriptionList"/>
    <dgm:cxn modelId="{BA01978F-ED66-40EA-9560-A83EF322E173}" srcId="{9921C7FD-7C7B-472B-8F88-61C53AB07DCD}" destId="{5CCB5DD1-19F0-47B4-B190-B3BCA5A746E0}" srcOrd="0" destOrd="0" parTransId="{1B96C19F-39EA-485B-BAF7-F0F89B9C26C7}" sibTransId="{E460468D-E1FD-4B09-8EA7-8EB568B4009D}"/>
    <dgm:cxn modelId="{305617A5-9DE0-4155-81EB-8A38E09DBF05}" type="presOf" srcId="{47B3A895-0379-4997-B4BD-0D1EF4F43985}" destId="{D8D03B13-C058-4767-95FF-E3FEB52FF912}" srcOrd="0" destOrd="1" presId="urn:microsoft.com/office/officeart/2018/2/layout/IconLabelDescriptionList"/>
    <dgm:cxn modelId="{1656E6AE-087B-4D4A-9406-22FC45AE6057}" type="presOf" srcId="{2E32531D-CCC4-445E-B20D-2BA68A71941C}" destId="{FF08FCBE-B6D9-4883-BB43-64CE47A7E989}" srcOrd="0" destOrd="0" presId="urn:microsoft.com/office/officeart/2018/2/layout/IconLabelDescriptionList"/>
    <dgm:cxn modelId="{174B5FAF-8B63-4BD3-A09A-10E710908962}" srcId="{4E994BAE-0FD8-450C-A092-77B86C6C9180}" destId="{2E32531D-CCC4-445E-B20D-2BA68A71941C}" srcOrd="0" destOrd="0" parTransId="{7CFE6078-438F-4CA9-9E15-905D494ADBA5}" sibTransId="{17DEFF52-8184-4669-A1C9-5EFC528933FA}"/>
    <dgm:cxn modelId="{DED01AB5-FC7F-481A-91E1-4948DB17FF06}" srcId="{E8CA7026-63E3-45CD-A3D6-12DD187AD5A1}" destId="{B36F4EA2-1969-4A86-9CF1-528EFCC69749}" srcOrd="0" destOrd="0" parTransId="{01EB28E1-0416-40BF-9CF0-83763C575F25}" sibTransId="{FA0DF671-4E29-41F8-8F49-BA9C37D2F1C4}"/>
    <dgm:cxn modelId="{9B43BAB7-559B-4724-ACE2-9CCB560A2DA2}" type="presOf" srcId="{6A7F72A8-D199-4D25-98AC-7439A476DE32}" destId="{07FD65EF-5E64-4FA6-90A0-081D8D30A783}" srcOrd="0" destOrd="0" presId="urn:microsoft.com/office/officeart/2018/2/layout/IconLabelDescriptionList"/>
    <dgm:cxn modelId="{C9D594BB-088E-40D6-9F7C-D3A0352F7739}" srcId="{E8CA7026-63E3-45CD-A3D6-12DD187AD5A1}" destId="{D6863E4A-E3D8-4835-93BE-AB81C7495589}" srcOrd="2" destOrd="0" parTransId="{F59EFF78-D48E-4349-B79B-FE8F2CDB6AEF}" sibTransId="{CF3F8FAE-8953-419C-88D9-235165E3D711}"/>
    <dgm:cxn modelId="{269E89D5-365B-4910-B961-93520F05F262}" srcId="{D6863E4A-E3D8-4835-93BE-AB81C7495589}" destId="{47B3A895-0379-4997-B4BD-0D1EF4F43985}" srcOrd="1" destOrd="0" parTransId="{9104D8CF-721C-4F23-897F-FE9FB8FC0447}" sibTransId="{604F11DD-0107-44BF-9C83-A62ED74F6723}"/>
    <dgm:cxn modelId="{48F27EDD-E8FD-42AA-AB2D-357455B81FC4}" srcId="{D6863E4A-E3D8-4835-93BE-AB81C7495589}" destId="{2DFF6F47-0EBF-412C-935B-9887746C8AEC}" srcOrd="0" destOrd="0" parTransId="{5FA02B07-35CD-4B89-AD71-61FBDDDC9DCB}" sibTransId="{55B1B060-47EF-49DD-B501-922DC09E69B1}"/>
    <dgm:cxn modelId="{EB3646E4-68C3-4ABA-B5EC-C2DF312998DE}" srcId="{6A7F72A8-D199-4D25-98AC-7439A476DE32}" destId="{06FB868C-58E0-4975-A6A6-CC71956D9DA7}" srcOrd="0" destOrd="0" parTransId="{5CCC5936-97AF-4766-BF60-F2ACDFB1AFEF}" sibTransId="{BFEF3054-6020-401C-9772-8EC42FD7C9A6}"/>
    <dgm:cxn modelId="{34EE19EC-F736-4918-80DE-DD80D7FD432D}" type="presParOf" srcId="{87AADB82-33C9-4E20-9DB5-6C76AFDCC432}" destId="{3C7F59FB-9197-40F0-B404-A9A647E56997}" srcOrd="0" destOrd="0" presId="urn:microsoft.com/office/officeart/2018/2/layout/IconLabelDescriptionList"/>
    <dgm:cxn modelId="{B1CF62D4-1332-4010-92A2-0755C4F9C0B7}" type="presParOf" srcId="{3C7F59FB-9197-40F0-B404-A9A647E56997}" destId="{074719E4-9935-427D-9A10-F95CF0BF4708}" srcOrd="0" destOrd="0" presId="urn:microsoft.com/office/officeart/2018/2/layout/IconLabelDescriptionList"/>
    <dgm:cxn modelId="{94C94FE7-10AA-494F-B904-95CAB952A9D8}" type="presParOf" srcId="{3C7F59FB-9197-40F0-B404-A9A647E56997}" destId="{3C23304F-3ABD-47A3-B0C0-9840A82CEBD3}" srcOrd="1" destOrd="0" presId="urn:microsoft.com/office/officeart/2018/2/layout/IconLabelDescriptionList"/>
    <dgm:cxn modelId="{4178D894-215F-4D1F-ADBE-FDCBDEC837EA}" type="presParOf" srcId="{3C7F59FB-9197-40F0-B404-A9A647E56997}" destId="{6E2BDD4F-FF42-4737-A8A9-32C4F081DB45}" srcOrd="2" destOrd="0" presId="urn:microsoft.com/office/officeart/2018/2/layout/IconLabelDescriptionList"/>
    <dgm:cxn modelId="{2F304FA7-4C1F-40CC-A0D9-B0309259EC9A}" type="presParOf" srcId="{3C7F59FB-9197-40F0-B404-A9A647E56997}" destId="{6055E137-16BC-4167-80FF-18250971ABC9}" srcOrd="3" destOrd="0" presId="urn:microsoft.com/office/officeart/2018/2/layout/IconLabelDescriptionList"/>
    <dgm:cxn modelId="{EDCF7F08-E9CB-427E-8066-CFC5D119566C}" type="presParOf" srcId="{3C7F59FB-9197-40F0-B404-A9A647E56997}" destId="{9F5553E6-E918-49DF-90BE-11DE0A017C00}" srcOrd="4" destOrd="0" presId="urn:microsoft.com/office/officeart/2018/2/layout/IconLabelDescriptionList"/>
    <dgm:cxn modelId="{2C74F2A4-AFA0-456D-8FBA-FD736C3A2284}" type="presParOf" srcId="{87AADB82-33C9-4E20-9DB5-6C76AFDCC432}" destId="{8476F2BD-F6FD-4FDD-93EF-C6AEA4EF5CDA}" srcOrd="1" destOrd="0" presId="urn:microsoft.com/office/officeart/2018/2/layout/IconLabelDescriptionList"/>
    <dgm:cxn modelId="{F42E522F-D395-4812-8F74-277E8C15A40E}" type="presParOf" srcId="{87AADB82-33C9-4E20-9DB5-6C76AFDCC432}" destId="{DB2479B1-98D7-4DA8-9C98-3ECCB448A08C}" srcOrd="2" destOrd="0" presId="urn:microsoft.com/office/officeart/2018/2/layout/IconLabelDescriptionList"/>
    <dgm:cxn modelId="{EA03F6B1-A70B-4AB2-B95C-7047271974E2}" type="presParOf" srcId="{DB2479B1-98D7-4DA8-9C98-3ECCB448A08C}" destId="{DA455602-4679-4C52-A92C-20A81FC1A870}" srcOrd="0" destOrd="0" presId="urn:microsoft.com/office/officeart/2018/2/layout/IconLabelDescriptionList"/>
    <dgm:cxn modelId="{C0422C0C-C28F-4921-A88A-6C1C8C968840}" type="presParOf" srcId="{DB2479B1-98D7-4DA8-9C98-3ECCB448A08C}" destId="{50457187-E14F-45F4-AD21-F8B3604A487D}" srcOrd="1" destOrd="0" presId="urn:microsoft.com/office/officeart/2018/2/layout/IconLabelDescriptionList"/>
    <dgm:cxn modelId="{86D4660B-0DC4-4EB5-9AFC-4C414C40DF3C}" type="presParOf" srcId="{DB2479B1-98D7-4DA8-9C98-3ECCB448A08C}" destId="{83A33E63-2030-44EC-9806-B14E25937955}" srcOrd="2" destOrd="0" presId="urn:microsoft.com/office/officeart/2018/2/layout/IconLabelDescriptionList"/>
    <dgm:cxn modelId="{9AE7FAB5-C389-429C-84AA-E030BAE11609}" type="presParOf" srcId="{DB2479B1-98D7-4DA8-9C98-3ECCB448A08C}" destId="{CE26EE1A-CFAC-4054-BDD7-2F587622A375}" srcOrd="3" destOrd="0" presId="urn:microsoft.com/office/officeart/2018/2/layout/IconLabelDescriptionList"/>
    <dgm:cxn modelId="{BC1ABE73-607A-4B06-924F-01FA5F95B006}" type="presParOf" srcId="{DB2479B1-98D7-4DA8-9C98-3ECCB448A08C}" destId="{6256B3BC-6150-4DB5-8BA4-09CDCEDCE149}" srcOrd="4" destOrd="0" presId="urn:microsoft.com/office/officeart/2018/2/layout/IconLabelDescriptionList"/>
    <dgm:cxn modelId="{F6E640B1-4EB8-405D-8138-6A8151317B55}" type="presParOf" srcId="{87AADB82-33C9-4E20-9DB5-6C76AFDCC432}" destId="{587162EF-A3A4-4DEA-96B1-ECB295D1C5AC}" srcOrd="3" destOrd="0" presId="urn:microsoft.com/office/officeart/2018/2/layout/IconLabelDescriptionList"/>
    <dgm:cxn modelId="{FA7957AD-7BD1-4D26-9880-5468E174D1E9}" type="presParOf" srcId="{87AADB82-33C9-4E20-9DB5-6C76AFDCC432}" destId="{B4269AC6-7C40-46F0-B475-E6DEB303D98A}" srcOrd="4" destOrd="0" presId="urn:microsoft.com/office/officeart/2018/2/layout/IconLabelDescriptionList"/>
    <dgm:cxn modelId="{EE2C1F85-7F02-4CCD-AC82-5985946AB869}" type="presParOf" srcId="{B4269AC6-7C40-46F0-B475-E6DEB303D98A}" destId="{FED83275-ABBD-4545-B3C0-B67D5A74DAD1}" srcOrd="0" destOrd="0" presId="urn:microsoft.com/office/officeart/2018/2/layout/IconLabelDescriptionList"/>
    <dgm:cxn modelId="{C46C8529-823C-4425-8751-C0201D832D90}" type="presParOf" srcId="{B4269AC6-7C40-46F0-B475-E6DEB303D98A}" destId="{1FA5E4A2-5A8C-4B1D-A538-E17DF4DA37CC}" srcOrd="1" destOrd="0" presId="urn:microsoft.com/office/officeart/2018/2/layout/IconLabelDescriptionList"/>
    <dgm:cxn modelId="{A357C1EB-0E66-410C-A253-9FDF9CA9C522}" type="presParOf" srcId="{B4269AC6-7C40-46F0-B475-E6DEB303D98A}" destId="{C1C2FCF3-CDC1-4A70-AF09-EE1F30FAB2DE}" srcOrd="2" destOrd="0" presId="urn:microsoft.com/office/officeart/2018/2/layout/IconLabelDescriptionList"/>
    <dgm:cxn modelId="{AC74ED10-3E84-4380-9541-1CC0839A4623}" type="presParOf" srcId="{B4269AC6-7C40-46F0-B475-E6DEB303D98A}" destId="{56BDFC1B-21E8-471A-9AFF-AC3ADC339E17}" srcOrd="3" destOrd="0" presId="urn:microsoft.com/office/officeart/2018/2/layout/IconLabelDescriptionList"/>
    <dgm:cxn modelId="{B680BE2D-EED0-464D-AAAC-046926696780}" type="presParOf" srcId="{B4269AC6-7C40-46F0-B475-E6DEB303D98A}" destId="{D8D03B13-C058-4767-95FF-E3FEB52FF912}" srcOrd="4" destOrd="0" presId="urn:microsoft.com/office/officeart/2018/2/layout/IconLabelDescriptionList"/>
    <dgm:cxn modelId="{2366B580-EF9E-406E-A97E-C6AFAD432AF8}" type="presParOf" srcId="{87AADB82-33C9-4E20-9DB5-6C76AFDCC432}" destId="{2815AFFC-25AF-4B00-B8B2-1FDB1E9219C9}" srcOrd="5" destOrd="0" presId="urn:microsoft.com/office/officeart/2018/2/layout/IconLabelDescriptionList"/>
    <dgm:cxn modelId="{26968DBB-4BDB-43CF-9E33-22BD462D7A71}" type="presParOf" srcId="{87AADB82-33C9-4E20-9DB5-6C76AFDCC432}" destId="{F8C93CCC-0E0F-483F-85FB-5FA658F7E7AD}" srcOrd="6" destOrd="0" presId="urn:microsoft.com/office/officeart/2018/2/layout/IconLabelDescriptionList"/>
    <dgm:cxn modelId="{68CA0BEB-D7DC-4839-9D16-873F42084B26}" type="presParOf" srcId="{F8C93CCC-0E0F-483F-85FB-5FA658F7E7AD}" destId="{110AD045-846C-4CD8-9104-AA722B84993E}" srcOrd="0" destOrd="0" presId="urn:microsoft.com/office/officeart/2018/2/layout/IconLabelDescriptionList"/>
    <dgm:cxn modelId="{C2626D81-580B-4EC1-80FE-6B383B99D49C}" type="presParOf" srcId="{F8C93CCC-0E0F-483F-85FB-5FA658F7E7AD}" destId="{D7A67752-849E-4683-9561-6CCC097242AE}" srcOrd="1" destOrd="0" presId="urn:microsoft.com/office/officeart/2018/2/layout/IconLabelDescriptionList"/>
    <dgm:cxn modelId="{06B3C8D5-FAB8-4A70-B1F6-1E9BA78A960C}" type="presParOf" srcId="{F8C93CCC-0E0F-483F-85FB-5FA658F7E7AD}" destId="{33E70688-D101-4E60-92C9-D4CFB74381E2}" srcOrd="2" destOrd="0" presId="urn:microsoft.com/office/officeart/2018/2/layout/IconLabelDescriptionList"/>
    <dgm:cxn modelId="{56C76885-5668-4F33-AE9D-76FE145FBB3F}" type="presParOf" srcId="{F8C93CCC-0E0F-483F-85FB-5FA658F7E7AD}" destId="{3D222348-F573-4DD1-A1FE-603BBBA7409E}" srcOrd="3" destOrd="0" presId="urn:microsoft.com/office/officeart/2018/2/layout/IconLabelDescriptionList"/>
    <dgm:cxn modelId="{83F2E0FD-78B8-41D2-B77D-9D1BB1D040BE}" type="presParOf" srcId="{F8C93CCC-0E0F-483F-85FB-5FA658F7E7AD}" destId="{FF08FCBE-B6D9-4883-BB43-64CE47A7E989}" srcOrd="4" destOrd="0" presId="urn:microsoft.com/office/officeart/2018/2/layout/IconLabelDescriptionList"/>
    <dgm:cxn modelId="{F3F97BEA-1F7D-4E86-A686-B92BFC8547B5}" type="presParOf" srcId="{87AADB82-33C9-4E20-9DB5-6C76AFDCC432}" destId="{8DA94F6D-94C0-4BD1-968B-08B7FC245334}" srcOrd="7" destOrd="0" presId="urn:microsoft.com/office/officeart/2018/2/layout/IconLabelDescriptionList"/>
    <dgm:cxn modelId="{22AC6B37-566C-466E-96C7-D31A0DCA8C6A}" type="presParOf" srcId="{87AADB82-33C9-4E20-9DB5-6C76AFDCC432}" destId="{F6476EDA-95E1-4828-BC07-7970CC0504D8}" srcOrd="8" destOrd="0" presId="urn:microsoft.com/office/officeart/2018/2/layout/IconLabelDescriptionList"/>
    <dgm:cxn modelId="{E9B3AEC8-C224-4C24-BE9D-003B075ECED6}" type="presParOf" srcId="{F6476EDA-95E1-4828-BC07-7970CC0504D8}" destId="{33C98297-C3A3-4DAF-90D5-27D995E86315}" srcOrd="0" destOrd="0" presId="urn:microsoft.com/office/officeart/2018/2/layout/IconLabelDescriptionList"/>
    <dgm:cxn modelId="{12AE468B-873D-4D68-B562-C1BAAE31C585}" type="presParOf" srcId="{F6476EDA-95E1-4828-BC07-7970CC0504D8}" destId="{C10DF066-03BC-4323-9A98-DCE082C7584B}" srcOrd="1" destOrd="0" presId="urn:microsoft.com/office/officeart/2018/2/layout/IconLabelDescriptionList"/>
    <dgm:cxn modelId="{B203623D-B893-4829-A2C2-5DB1686103C1}" type="presParOf" srcId="{F6476EDA-95E1-4828-BC07-7970CC0504D8}" destId="{07FD65EF-5E64-4FA6-90A0-081D8D30A783}" srcOrd="2" destOrd="0" presId="urn:microsoft.com/office/officeart/2018/2/layout/IconLabelDescriptionList"/>
    <dgm:cxn modelId="{06FAD483-E8E0-4E0A-BA2D-E62C647E227A}" type="presParOf" srcId="{F6476EDA-95E1-4828-BC07-7970CC0504D8}" destId="{3719FDC7-CE17-45E0-B990-B8A0FBF1D9B2}" srcOrd="3" destOrd="0" presId="urn:microsoft.com/office/officeart/2018/2/layout/IconLabelDescriptionList"/>
    <dgm:cxn modelId="{1739EBCD-269E-4A55-98C7-63FBBD9F25A5}" type="presParOf" srcId="{F6476EDA-95E1-4828-BC07-7970CC0504D8}" destId="{93C6E8A3-D995-43A7-AE35-E9EFA1B86178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1.xml><?xml version="1.0" encoding="utf-8"?>
<dgm:dataModel xmlns:dgm="http://schemas.openxmlformats.org/drawingml/2006/diagram" xmlns:a="http://schemas.openxmlformats.org/drawingml/2006/main">
  <dgm:ptLst>
    <dgm:pt modelId="{94AE4FC2-F9BB-4138-9CA0-32D04D2C6EA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1D44F696-EF9D-4136-8DFA-75E45978235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Not a valid block yet</a:t>
          </a:r>
          <a:endParaRPr lang="en-US"/>
        </a:p>
      </dgm:t>
    </dgm:pt>
    <dgm:pt modelId="{32C89971-F81F-4237-A7FB-59CFB0B12428}" type="parTrans" cxnId="{228DD47B-A9BB-4426-AADF-CBD15353781C}">
      <dgm:prSet/>
      <dgm:spPr/>
      <dgm:t>
        <a:bodyPr/>
        <a:lstStyle/>
        <a:p>
          <a:endParaRPr lang="en-US"/>
        </a:p>
      </dgm:t>
    </dgm:pt>
    <dgm:pt modelId="{BB00944B-3C54-4E27-9E74-8DB1376CBFBE}" type="sibTrans" cxnId="{228DD47B-A9BB-4426-AADF-CBD15353781C}">
      <dgm:prSet/>
      <dgm:spPr/>
      <dgm:t>
        <a:bodyPr/>
        <a:lstStyle/>
        <a:p>
          <a:endParaRPr lang="en-US"/>
        </a:p>
      </dgm:t>
    </dgm:pt>
    <dgm:pt modelId="{CB5854E1-2C63-4E0E-82FD-E602413E493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 Block ready to be mined</a:t>
          </a:r>
          <a:endParaRPr lang="en-US"/>
        </a:p>
      </dgm:t>
    </dgm:pt>
    <dgm:pt modelId="{8E1D8BFD-BAA8-4E7A-844F-BFB790A213BC}" type="parTrans" cxnId="{8A2F9261-DE2D-45DE-BC24-78D5FD37B2DB}">
      <dgm:prSet/>
      <dgm:spPr/>
      <dgm:t>
        <a:bodyPr/>
        <a:lstStyle/>
        <a:p>
          <a:endParaRPr lang="en-US"/>
        </a:p>
      </dgm:t>
    </dgm:pt>
    <dgm:pt modelId="{39CEC293-069F-4812-8B66-D5749CD5349A}" type="sibTrans" cxnId="{8A2F9261-DE2D-45DE-BC24-78D5FD37B2DB}">
      <dgm:prSet/>
      <dgm:spPr/>
      <dgm:t>
        <a:bodyPr/>
        <a:lstStyle/>
        <a:p>
          <a:endParaRPr lang="en-US"/>
        </a:p>
      </dgm:t>
    </dgm:pt>
    <dgm:pt modelId="{7DD35379-FA6E-4975-8BCD-8B62F0D441B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Doesn’t contain Proof-of-Work</a:t>
          </a:r>
          <a:endParaRPr lang="en-US"/>
        </a:p>
      </dgm:t>
    </dgm:pt>
    <dgm:pt modelId="{044EC6BB-2F09-4F57-9E8F-36647DA0B738}" type="parTrans" cxnId="{619B7196-69F7-42FD-891F-7D142165235C}">
      <dgm:prSet/>
      <dgm:spPr/>
      <dgm:t>
        <a:bodyPr/>
        <a:lstStyle/>
        <a:p>
          <a:endParaRPr lang="en-US"/>
        </a:p>
      </dgm:t>
    </dgm:pt>
    <dgm:pt modelId="{2B276DD7-226B-45A0-94C7-98DD3A40A195}" type="sibTrans" cxnId="{619B7196-69F7-42FD-891F-7D142165235C}">
      <dgm:prSet/>
      <dgm:spPr/>
      <dgm:t>
        <a:bodyPr/>
        <a:lstStyle/>
        <a:p>
          <a:endParaRPr lang="en-US"/>
        </a:p>
      </dgm:t>
    </dgm:pt>
    <dgm:pt modelId="{9CC71F15-690A-458D-B2FD-5EDCA6FAFB8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Becomes valid</a:t>
          </a:r>
          <a:endParaRPr lang="en-US"/>
        </a:p>
      </dgm:t>
    </dgm:pt>
    <dgm:pt modelId="{D725A578-E4E1-46C4-91E8-8B0E9D8A1123}" type="parTrans" cxnId="{55137501-E4C4-4976-AEA6-B3678DF4C64C}">
      <dgm:prSet/>
      <dgm:spPr/>
      <dgm:t>
        <a:bodyPr/>
        <a:lstStyle/>
        <a:p>
          <a:endParaRPr lang="en-US"/>
        </a:p>
      </dgm:t>
    </dgm:pt>
    <dgm:pt modelId="{0B84AF68-04F1-4C5C-90F3-74C9746B4385}" type="sibTrans" cxnId="{55137501-E4C4-4976-AEA6-B3678DF4C64C}">
      <dgm:prSet/>
      <dgm:spPr/>
      <dgm:t>
        <a:bodyPr/>
        <a:lstStyle/>
        <a:p>
          <a:endParaRPr lang="en-US"/>
        </a:p>
      </dgm:t>
    </dgm:pt>
    <dgm:pt modelId="{735EF2C9-BA47-440A-B3DD-DBCB7A03329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If the miner finds a solution</a:t>
          </a:r>
          <a:endParaRPr lang="en-US"/>
        </a:p>
      </dgm:t>
    </dgm:pt>
    <dgm:pt modelId="{509017C8-4DE5-45EF-97BF-70490B5FF5F6}" type="parTrans" cxnId="{AC5493C6-C095-486A-9394-BC7284134DF7}">
      <dgm:prSet/>
      <dgm:spPr/>
      <dgm:t>
        <a:bodyPr/>
        <a:lstStyle/>
        <a:p>
          <a:endParaRPr lang="en-US"/>
        </a:p>
      </dgm:t>
    </dgm:pt>
    <dgm:pt modelId="{A4C6D45B-B1A2-4DD7-8507-BC5393A824A6}" type="sibTrans" cxnId="{AC5493C6-C095-486A-9394-BC7284134DF7}">
      <dgm:prSet/>
      <dgm:spPr/>
      <dgm:t>
        <a:bodyPr/>
        <a:lstStyle/>
        <a:p>
          <a:endParaRPr lang="en-US"/>
        </a:p>
      </dgm:t>
    </dgm:pt>
    <dgm:pt modelId="{A65417E0-DEBE-4B9E-A9B6-7C16AFAFFC0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To the Proof-of-Work algorithm</a:t>
          </a:r>
          <a:endParaRPr lang="en-US"/>
        </a:p>
      </dgm:t>
    </dgm:pt>
    <dgm:pt modelId="{5637DF20-8056-42A0-9880-BFE3D823A19D}" type="parTrans" cxnId="{165A5B5A-11F2-4C2D-8B1F-AA8934BDBA31}">
      <dgm:prSet/>
      <dgm:spPr/>
      <dgm:t>
        <a:bodyPr/>
        <a:lstStyle/>
        <a:p>
          <a:endParaRPr lang="en-US"/>
        </a:p>
      </dgm:t>
    </dgm:pt>
    <dgm:pt modelId="{FABDC20B-FE77-4DDB-ACA7-2B04186C308A}" type="sibTrans" cxnId="{165A5B5A-11F2-4C2D-8B1F-AA8934BDBA31}">
      <dgm:prSet/>
      <dgm:spPr/>
      <dgm:t>
        <a:bodyPr/>
        <a:lstStyle/>
        <a:p>
          <a:endParaRPr lang="en-US"/>
        </a:p>
      </dgm:t>
    </dgm:pt>
    <dgm:pt modelId="{3ECD1D61-EC6E-4116-A712-5BC3A9BB13F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Candidate block</a:t>
          </a:r>
          <a:endParaRPr lang="en-US"/>
        </a:p>
      </dgm:t>
    </dgm:pt>
    <dgm:pt modelId="{8046B8D9-0D69-49A4-BA94-AA8F77BD3003}" type="parTrans" cxnId="{3A66B25B-90FD-42BD-9A74-99DC51FC2D0F}">
      <dgm:prSet/>
      <dgm:spPr/>
      <dgm:t>
        <a:bodyPr/>
        <a:lstStyle/>
        <a:p>
          <a:endParaRPr lang="en-US"/>
        </a:p>
      </dgm:t>
    </dgm:pt>
    <dgm:pt modelId="{888F5983-FA44-44A1-8089-5FA0D7FF3A2B}" type="sibTrans" cxnId="{3A66B25B-90FD-42BD-9A74-99DC51FC2D0F}">
      <dgm:prSet/>
      <dgm:spPr/>
      <dgm:t>
        <a:bodyPr/>
        <a:lstStyle/>
        <a:p>
          <a:endParaRPr lang="en-US"/>
        </a:p>
      </dgm:t>
    </dgm:pt>
    <dgm:pt modelId="{904B31E9-403E-4291-9B58-45AF1ECA43E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Contains certain number of valid transactions</a:t>
          </a:r>
          <a:endParaRPr lang="en-US"/>
        </a:p>
      </dgm:t>
    </dgm:pt>
    <dgm:pt modelId="{69B4F135-9020-49EB-94BB-B7E5C0B4B4BD}" type="parTrans" cxnId="{ED224B38-3094-41B1-9AB6-E03480749EE0}">
      <dgm:prSet/>
      <dgm:spPr/>
      <dgm:t>
        <a:bodyPr/>
        <a:lstStyle/>
        <a:p>
          <a:endParaRPr lang="en-US"/>
        </a:p>
      </dgm:t>
    </dgm:pt>
    <dgm:pt modelId="{E9C958B6-0EB7-415D-B712-20879D8E20A0}" type="sibTrans" cxnId="{ED224B38-3094-41B1-9AB6-E03480749EE0}">
      <dgm:prSet/>
      <dgm:spPr/>
      <dgm:t>
        <a:bodyPr/>
        <a:lstStyle/>
        <a:p>
          <a:endParaRPr lang="en-US"/>
        </a:p>
      </dgm:t>
    </dgm:pt>
    <dgm:pt modelId="{27A4D5BD-6BDF-4D5A-A102-1F6E3F3605E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With or without transaction fees</a:t>
          </a:r>
          <a:endParaRPr lang="en-US"/>
        </a:p>
      </dgm:t>
    </dgm:pt>
    <dgm:pt modelId="{615E7350-736D-4523-808C-84D55C9E4D0C}" type="parTrans" cxnId="{06417538-1ED3-4F60-AC13-1CFDE8ED5CB0}">
      <dgm:prSet/>
      <dgm:spPr/>
      <dgm:t>
        <a:bodyPr/>
        <a:lstStyle/>
        <a:p>
          <a:endParaRPr lang="en-US"/>
        </a:p>
      </dgm:t>
    </dgm:pt>
    <dgm:pt modelId="{8DCF95E2-2AFC-4004-84AD-641B273283CD}" type="sibTrans" cxnId="{06417538-1ED3-4F60-AC13-1CFDE8ED5CB0}">
      <dgm:prSet/>
      <dgm:spPr/>
      <dgm:t>
        <a:bodyPr/>
        <a:lstStyle/>
        <a:p>
          <a:endParaRPr lang="en-US"/>
        </a:p>
      </dgm:t>
    </dgm:pt>
    <dgm:pt modelId="{FEC11833-C40F-4EB2-B95E-8452D973C257}" type="pres">
      <dgm:prSet presAssocID="{94AE4FC2-F9BB-4138-9CA0-32D04D2C6EAB}" presName="root" presStyleCnt="0">
        <dgm:presLayoutVars>
          <dgm:dir/>
          <dgm:resizeHandles val="exact"/>
        </dgm:presLayoutVars>
      </dgm:prSet>
      <dgm:spPr/>
    </dgm:pt>
    <dgm:pt modelId="{8C5A21CC-F8B2-4568-80EF-32D0AD40A8F5}" type="pres">
      <dgm:prSet presAssocID="{1D44F696-EF9D-4136-8DFA-75E45978235A}" presName="compNode" presStyleCnt="0"/>
      <dgm:spPr/>
    </dgm:pt>
    <dgm:pt modelId="{AC6E3F4E-BFAA-44D1-A151-DF9F897BC0C9}" type="pres">
      <dgm:prSet presAssocID="{1D44F696-EF9D-4136-8DFA-75E45978235A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ng Tools"/>
        </a:ext>
      </dgm:extLst>
    </dgm:pt>
    <dgm:pt modelId="{AAD2990A-18E0-49EB-B442-66C09842B4DA}" type="pres">
      <dgm:prSet presAssocID="{1D44F696-EF9D-4136-8DFA-75E45978235A}" presName="iconSpace" presStyleCnt="0"/>
      <dgm:spPr/>
    </dgm:pt>
    <dgm:pt modelId="{C89D6FE9-82F6-46CE-9BD9-E23421906201}" type="pres">
      <dgm:prSet presAssocID="{1D44F696-EF9D-4136-8DFA-75E45978235A}" presName="parTx" presStyleLbl="revTx" presStyleIdx="0" presStyleCnt="6">
        <dgm:presLayoutVars>
          <dgm:chMax val="0"/>
          <dgm:chPref val="0"/>
        </dgm:presLayoutVars>
      </dgm:prSet>
      <dgm:spPr/>
    </dgm:pt>
    <dgm:pt modelId="{86BBEAD8-9DF1-4AA5-A78E-409AE41A8303}" type="pres">
      <dgm:prSet presAssocID="{1D44F696-EF9D-4136-8DFA-75E45978235A}" presName="txSpace" presStyleCnt="0"/>
      <dgm:spPr/>
    </dgm:pt>
    <dgm:pt modelId="{C0EB5FBC-DE22-4487-A4B0-AA804B2AB114}" type="pres">
      <dgm:prSet presAssocID="{1D44F696-EF9D-4136-8DFA-75E45978235A}" presName="desTx" presStyleLbl="revTx" presStyleIdx="1" presStyleCnt="6">
        <dgm:presLayoutVars/>
      </dgm:prSet>
      <dgm:spPr/>
    </dgm:pt>
    <dgm:pt modelId="{230F3EAE-24DA-44B8-BEA8-670A6461EADA}" type="pres">
      <dgm:prSet presAssocID="{BB00944B-3C54-4E27-9E74-8DB1376CBFBE}" presName="sibTrans" presStyleCnt="0"/>
      <dgm:spPr/>
    </dgm:pt>
    <dgm:pt modelId="{D25F8C08-336A-431E-BEB3-A8886606A8EA}" type="pres">
      <dgm:prSet presAssocID="{9CC71F15-690A-458D-B2FD-5EDCA6FAFB87}" presName="compNode" presStyleCnt="0"/>
      <dgm:spPr/>
    </dgm:pt>
    <dgm:pt modelId="{665C7314-97C8-4CEB-BACD-250349ED370B}" type="pres">
      <dgm:prSet presAssocID="{9CC71F15-690A-458D-B2FD-5EDCA6FAFB87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kskavatör"/>
        </a:ext>
      </dgm:extLst>
    </dgm:pt>
    <dgm:pt modelId="{AB9D0A81-12EC-421F-9454-FE0B1767A79D}" type="pres">
      <dgm:prSet presAssocID="{9CC71F15-690A-458D-B2FD-5EDCA6FAFB87}" presName="iconSpace" presStyleCnt="0"/>
      <dgm:spPr/>
    </dgm:pt>
    <dgm:pt modelId="{2F0460F5-71EB-4C75-9913-E17953AA9864}" type="pres">
      <dgm:prSet presAssocID="{9CC71F15-690A-458D-B2FD-5EDCA6FAFB87}" presName="parTx" presStyleLbl="revTx" presStyleIdx="2" presStyleCnt="6">
        <dgm:presLayoutVars>
          <dgm:chMax val="0"/>
          <dgm:chPref val="0"/>
        </dgm:presLayoutVars>
      </dgm:prSet>
      <dgm:spPr/>
    </dgm:pt>
    <dgm:pt modelId="{4C21CFC2-59E7-44C7-931C-BA60863A4934}" type="pres">
      <dgm:prSet presAssocID="{9CC71F15-690A-458D-B2FD-5EDCA6FAFB87}" presName="txSpace" presStyleCnt="0"/>
      <dgm:spPr/>
    </dgm:pt>
    <dgm:pt modelId="{2EBF239D-BA6B-4E27-A089-A8A6EE9C81F3}" type="pres">
      <dgm:prSet presAssocID="{9CC71F15-690A-458D-B2FD-5EDCA6FAFB87}" presName="desTx" presStyleLbl="revTx" presStyleIdx="3" presStyleCnt="6">
        <dgm:presLayoutVars/>
      </dgm:prSet>
      <dgm:spPr/>
    </dgm:pt>
    <dgm:pt modelId="{CE4EAB4E-5673-4615-BEE1-8961D52046E6}" type="pres">
      <dgm:prSet presAssocID="{0B84AF68-04F1-4C5C-90F3-74C9746B4385}" presName="sibTrans" presStyleCnt="0"/>
      <dgm:spPr/>
    </dgm:pt>
    <dgm:pt modelId="{83CEB280-A0D9-40B0-AD9B-44871D4ECB6E}" type="pres">
      <dgm:prSet presAssocID="{3ECD1D61-EC6E-4116-A712-5BC3A9BB13FA}" presName="compNode" presStyleCnt="0"/>
      <dgm:spPr/>
    </dgm:pt>
    <dgm:pt modelId="{2AC5788F-B779-4CB9-A908-C232123DC9C7}" type="pres">
      <dgm:prSet presAssocID="{3ECD1D61-EC6E-4116-A712-5BC3A9BB13FA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ara"/>
        </a:ext>
      </dgm:extLst>
    </dgm:pt>
    <dgm:pt modelId="{9ABDB25D-9931-4552-9781-C0C37805745C}" type="pres">
      <dgm:prSet presAssocID="{3ECD1D61-EC6E-4116-A712-5BC3A9BB13FA}" presName="iconSpace" presStyleCnt="0"/>
      <dgm:spPr/>
    </dgm:pt>
    <dgm:pt modelId="{D95B2C43-DAB4-4340-9B3D-47F00DEAE809}" type="pres">
      <dgm:prSet presAssocID="{3ECD1D61-EC6E-4116-A712-5BC3A9BB13FA}" presName="parTx" presStyleLbl="revTx" presStyleIdx="4" presStyleCnt="6">
        <dgm:presLayoutVars>
          <dgm:chMax val="0"/>
          <dgm:chPref val="0"/>
        </dgm:presLayoutVars>
      </dgm:prSet>
      <dgm:spPr/>
    </dgm:pt>
    <dgm:pt modelId="{7613CF15-2FA3-4DD7-A01F-1A2673BA0271}" type="pres">
      <dgm:prSet presAssocID="{3ECD1D61-EC6E-4116-A712-5BC3A9BB13FA}" presName="txSpace" presStyleCnt="0"/>
      <dgm:spPr/>
    </dgm:pt>
    <dgm:pt modelId="{67C87255-AA55-4040-A153-606E963143A4}" type="pres">
      <dgm:prSet presAssocID="{3ECD1D61-EC6E-4116-A712-5BC3A9BB13FA}" presName="desTx" presStyleLbl="revTx" presStyleIdx="5" presStyleCnt="6">
        <dgm:presLayoutVars/>
      </dgm:prSet>
      <dgm:spPr/>
    </dgm:pt>
  </dgm:ptLst>
  <dgm:cxnLst>
    <dgm:cxn modelId="{55137501-E4C4-4976-AEA6-B3678DF4C64C}" srcId="{94AE4FC2-F9BB-4138-9CA0-32D04D2C6EAB}" destId="{9CC71F15-690A-458D-B2FD-5EDCA6FAFB87}" srcOrd="1" destOrd="0" parTransId="{D725A578-E4E1-46C4-91E8-8B0E9D8A1123}" sibTransId="{0B84AF68-04F1-4C5C-90F3-74C9746B4385}"/>
    <dgm:cxn modelId="{ED224B38-3094-41B1-9AB6-E03480749EE0}" srcId="{3ECD1D61-EC6E-4116-A712-5BC3A9BB13FA}" destId="{904B31E9-403E-4291-9B58-45AF1ECA43EA}" srcOrd="0" destOrd="0" parTransId="{69B4F135-9020-49EB-94BB-B7E5C0B4B4BD}" sibTransId="{E9C958B6-0EB7-415D-B712-20879D8E20A0}"/>
    <dgm:cxn modelId="{06417538-1ED3-4F60-AC13-1CFDE8ED5CB0}" srcId="{3ECD1D61-EC6E-4116-A712-5BC3A9BB13FA}" destId="{27A4D5BD-6BDF-4D5A-A102-1F6E3F3605E9}" srcOrd="1" destOrd="0" parTransId="{615E7350-736D-4523-808C-84D55C9E4D0C}" sibTransId="{8DCF95E2-2AFC-4004-84AD-641B273283CD}"/>
    <dgm:cxn modelId="{3A66B25B-90FD-42BD-9A74-99DC51FC2D0F}" srcId="{94AE4FC2-F9BB-4138-9CA0-32D04D2C6EAB}" destId="{3ECD1D61-EC6E-4116-A712-5BC3A9BB13FA}" srcOrd="2" destOrd="0" parTransId="{8046B8D9-0D69-49A4-BA94-AA8F77BD3003}" sibTransId="{888F5983-FA44-44A1-8089-5FA0D7FF3A2B}"/>
    <dgm:cxn modelId="{8A2F9261-DE2D-45DE-BC24-78D5FD37B2DB}" srcId="{1D44F696-EF9D-4136-8DFA-75E45978235A}" destId="{CB5854E1-2C63-4E0E-82FD-E602413E4938}" srcOrd="0" destOrd="0" parTransId="{8E1D8BFD-BAA8-4E7A-844F-BFB790A213BC}" sibTransId="{39CEC293-069F-4812-8B66-D5749CD5349A}"/>
    <dgm:cxn modelId="{0A20126C-260C-4135-ADB9-E8500F43C572}" type="presOf" srcId="{735EF2C9-BA47-440A-B3DD-DBCB7A033299}" destId="{2EBF239D-BA6B-4E27-A089-A8A6EE9C81F3}" srcOrd="0" destOrd="0" presId="urn:microsoft.com/office/officeart/2018/5/layout/CenteredIconLabelDescriptionList"/>
    <dgm:cxn modelId="{165A5B5A-11F2-4C2D-8B1F-AA8934BDBA31}" srcId="{9CC71F15-690A-458D-B2FD-5EDCA6FAFB87}" destId="{A65417E0-DEBE-4B9E-A9B6-7C16AFAFFC07}" srcOrd="1" destOrd="0" parTransId="{5637DF20-8056-42A0-9880-BFE3D823A19D}" sibTransId="{FABDC20B-FE77-4DDB-ACA7-2B04186C308A}"/>
    <dgm:cxn modelId="{228DD47B-A9BB-4426-AADF-CBD15353781C}" srcId="{94AE4FC2-F9BB-4138-9CA0-32D04D2C6EAB}" destId="{1D44F696-EF9D-4136-8DFA-75E45978235A}" srcOrd="0" destOrd="0" parTransId="{32C89971-F81F-4237-A7FB-59CFB0B12428}" sibTransId="{BB00944B-3C54-4E27-9E74-8DB1376CBFBE}"/>
    <dgm:cxn modelId="{CB939289-FB8A-4566-BA1E-E5A26AA4F42C}" type="presOf" srcId="{9CC71F15-690A-458D-B2FD-5EDCA6FAFB87}" destId="{2F0460F5-71EB-4C75-9913-E17953AA9864}" srcOrd="0" destOrd="0" presId="urn:microsoft.com/office/officeart/2018/5/layout/CenteredIconLabelDescriptionList"/>
    <dgm:cxn modelId="{619B7196-69F7-42FD-891F-7D142165235C}" srcId="{1D44F696-EF9D-4136-8DFA-75E45978235A}" destId="{7DD35379-FA6E-4975-8BCD-8B62F0D441B2}" srcOrd="1" destOrd="0" parTransId="{044EC6BB-2F09-4F57-9E8F-36647DA0B738}" sibTransId="{2B276DD7-226B-45A0-94C7-98DD3A40A195}"/>
    <dgm:cxn modelId="{634A0299-CB9F-4525-B9CE-5D5F11D1BFF7}" type="presOf" srcId="{904B31E9-403E-4291-9B58-45AF1ECA43EA}" destId="{67C87255-AA55-4040-A153-606E963143A4}" srcOrd="0" destOrd="0" presId="urn:microsoft.com/office/officeart/2018/5/layout/CenteredIconLabelDescriptionList"/>
    <dgm:cxn modelId="{56357C9E-8A4B-41AB-A3B4-0933F34E2F91}" type="presOf" srcId="{7DD35379-FA6E-4975-8BCD-8B62F0D441B2}" destId="{C0EB5FBC-DE22-4487-A4B0-AA804B2AB114}" srcOrd="0" destOrd="1" presId="urn:microsoft.com/office/officeart/2018/5/layout/CenteredIconLabelDescriptionList"/>
    <dgm:cxn modelId="{1B6B80AE-FDDB-4DB7-A6AE-2A9886CB3982}" type="presOf" srcId="{A65417E0-DEBE-4B9E-A9B6-7C16AFAFFC07}" destId="{2EBF239D-BA6B-4E27-A089-A8A6EE9C81F3}" srcOrd="0" destOrd="1" presId="urn:microsoft.com/office/officeart/2018/5/layout/CenteredIconLabelDescriptionList"/>
    <dgm:cxn modelId="{5C2DECBE-E294-496D-888C-D0FA788FA7C7}" type="presOf" srcId="{3ECD1D61-EC6E-4116-A712-5BC3A9BB13FA}" destId="{D95B2C43-DAB4-4340-9B3D-47F00DEAE809}" srcOrd="0" destOrd="0" presId="urn:microsoft.com/office/officeart/2018/5/layout/CenteredIconLabelDescriptionList"/>
    <dgm:cxn modelId="{AC5493C6-C095-486A-9394-BC7284134DF7}" srcId="{9CC71F15-690A-458D-B2FD-5EDCA6FAFB87}" destId="{735EF2C9-BA47-440A-B3DD-DBCB7A033299}" srcOrd="0" destOrd="0" parTransId="{509017C8-4DE5-45EF-97BF-70490B5FF5F6}" sibTransId="{A4C6D45B-B1A2-4DD7-8507-BC5393A824A6}"/>
    <dgm:cxn modelId="{EAF208D0-7EB5-4EE3-9218-CCDCF780C455}" type="presOf" srcId="{CB5854E1-2C63-4E0E-82FD-E602413E4938}" destId="{C0EB5FBC-DE22-4487-A4B0-AA804B2AB114}" srcOrd="0" destOrd="0" presId="urn:microsoft.com/office/officeart/2018/5/layout/CenteredIconLabelDescriptionList"/>
    <dgm:cxn modelId="{787B33E9-5DE2-4F66-9D0B-E24B3B58A4CB}" type="presOf" srcId="{1D44F696-EF9D-4136-8DFA-75E45978235A}" destId="{C89D6FE9-82F6-46CE-9BD9-E23421906201}" srcOrd="0" destOrd="0" presId="urn:microsoft.com/office/officeart/2018/5/layout/CenteredIconLabelDescriptionList"/>
    <dgm:cxn modelId="{B8E238EC-2BA1-49F0-A4C1-5A06E44640EF}" type="presOf" srcId="{94AE4FC2-F9BB-4138-9CA0-32D04D2C6EAB}" destId="{FEC11833-C40F-4EB2-B95E-8452D973C257}" srcOrd="0" destOrd="0" presId="urn:microsoft.com/office/officeart/2018/5/layout/CenteredIconLabelDescriptionList"/>
    <dgm:cxn modelId="{D940BFFE-1801-4115-B45E-E9DCC85EB736}" type="presOf" srcId="{27A4D5BD-6BDF-4D5A-A102-1F6E3F3605E9}" destId="{67C87255-AA55-4040-A153-606E963143A4}" srcOrd="0" destOrd="1" presId="urn:microsoft.com/office/officeart/2018/5/layout/CenteredIconLabelDescriptionList"/>
    <dgm:cxn modelId="{58A8AFC6-AB33-44F4-B3E3-9B79B9F22712}" type="presParOf" srcId="{FEC11833-C40F-4EB2-B95E-8452D973C257}" destId="{8C5A21CC-F8B2-4568-80EF-32D0AD40A8F5}" srcOrd="0" destOrd="0" presId="urn:microsoft.com/office/officeart/2018/5/layout/CenteredIconLabelDescriptionList"/>
    <dgm:cxn modelId="{7F8602FE-C7B1-4FCA-B65F-65BC71FCBA0D}" type="presParOf" srcId="{8C5A21CC-F8B2-4568-80EF-32D0AD40A8F5}" destId="{AC6E3F4E-BFAA-44D1-A151-DF9F897BC0C9}" srcOrd="0" destOrd="0" presId="urn:microsoft.com/office/officeart/2018/5/layout/CenteredIconLabelDescriptionList"/>
    <dgm:cxn modelId="{1BFD3757-7469-4769-BE82-45BF12F17629}" type="presParOf" srcId="{8C5A21CC-F8B2-4568-80EF-32D0AD40A8F5}" destId="{AAD2990A-18E0-49EB-B442-66C09842B4DA}" srcOrd="1" destOrd="0" presId="urn:microsoft.com/office/officeart/2018/5/layout/CenteredIconLabelDescriptionList"/>
    <dgm:cxn modelId="{40445EAB-AADC-4C86-8024-4D60A3953A2F}" type="presParOf" srcId="{8C5A21CC-F8B2-4568-80EF-32D0AD40A8F5}" destId="{C89D6FE9-82F6-46CE-9BD9-E23421906201}" srcOrd="2" destOrd="0" presId="urn:microsoft.com/office/officeart/2018/5/layout/CenteredIconLabelDescriptionList"/>
    <dgm:cxn modelId="{C2DD581B-C956-43CF-BC22-96E95B124983}" type="presParOf" srcId="{8C5A21CC-F8B2-4568-80EF-32D0AD40A8F5}" destId="{86BBEAD8-9DF1-4AA5-A78E-409AE41A8303}" srcOrd="3" destOrd="0" presId="urn:microsoft.com/office/officeart/2018/5/layout/CenteredIconLabelDescriptionList"/>
    <dgm:cxn modelId="{05E324C1-A3A1-48FC-A0C7-A6B14AC61175}" type="presParOf" srcId="{8C5A21CC-F8B2-4568-80EF-32D0AD40A8F5}" destId="{C0EB5FBC-DE22-4487-A4B0-AA804B2AB114}" srcOrd="4" destOrd="0" presId="urn:microsoft.com/office/officeart/2018/5/layout/CenteredIconLabelDescriptionList"/>
    <dgm:cxn modelId="{5B50F510-048F-48DA-BE31-94DE5EC1E9EB}" type="presParOf" srcId="{FEC11833-C40F-4EB2-B95E-8452D973C257}" destId="{230F3EAE-24DA-44B8-BEA8-670A6461EADA}" srcOrd="1" destOrd="0" presId="urn:microsoft.com/office/officeart/2018/5/layout/CenteredIconLabelDescriptionList"/>
    <dgm:cxn modelId="{DE9D654C-8B71-4BFE-A2DC-76CA0E734556}" type="presParOf" srcId="{FEC11833-C40F-4EB2-B95E-8452D973C257}" destId="{D25F8C08-336A-431E-BEB3-A8886606A8EA}" srcOrd="2" destOrd="0" presId="urn:microsoft.com/office/officeart/2018/5/layout/CenteredIconLabelDescriptionList"/>
    <dgm:cxn modelId="{8CF38720-48CE-41D8-A254-4B2C8AE1A9BB}" type="presParOf" srcId="{D25F8C08-336A-431E-BEB3-A8886606A8EA}" destId="{665C7314-97C8-4CEB-BACD-250349ED370B}" srcOrd="0" destOrd="0" presId="urn:microsoft.com/office/officeart/2018/5/layout/CenteredIconLabelDescriptionList"/>
    <dgm:cxn modelId="{23695972-19D9-4F0F-8735-308F1BA4830D}" type="presParOf" srcId="{D25F8C08-336A-431E-BEB3-A8886606A8EA}" destId="{AB9D0A81-12EC-421F-9454-FE0B1767A79D}" srcOrd="1" destOrd="0" presId="urn:microsoft.com/office/officeart/2018/5/layout/CenteredIconLabelDescriptionList"/>
    <dgm:cxn modelId="{F5389FBD-76B4-4151-B6D0-20D11C52FFAA}" type="presParOf" srcId="{D25F8C08-336A-431E-BEB3-A8886606A8EA}" destId="{2F0460F5-71EB-4C75-9913-E17953AA9864}" srcOrd="2" destOrd="0" presId="urn:microsoft.com/office/officeart/2018/5/layout/CenteredIconLabelDescriptionList"/>
    <dgm:cxn modelId="{1D0E65F6-2C5D-45F0-B8B3-AAC5BA5A1A09}" type="presParOf" srcId="{D25F8C08-336A-431E-BEB3-A8886606A8EA}" destId="{4C21CFC2-59E7-44C7-931C-BA60863A4934}" srcOrd="3" destOrd="0" presId="urn:microsoft.com/office/officeart/2018/5/layout/CenteredIconLabelDescriptionList"/>
    <dgm:cxn modelId="{E79D63E1-2D39-40AD-989C-F910821A1A03}" type="presParOf" srcId="{D25F8C08-336A-431E-BEB3-A8886606A8EA}" destId="{2EBF239D-BA6B-4E27-A089-A8A6EE9C81F3}" srcOrd="4" destOrd="0" presId="urn:microsoft.com/office/officeart/2018/5/layout/CenteredIconLabelDescriptionList"/>
    <dgm:cxn modelId="{CE795782-1C7F-470E-BED5-3D44516F359B}" type="presParOf" srcId="{FEC11833-C40F-4EB2-B95E-8452D973C257}" destId="{CE4EAB4E-5673-4615-BEE1-8961D52046E6}" srcOrd="3" destOrd="0" presId="urn:microsoft.com/office/officeart/2018/5/layout/CenteredIconLabelDescriptionList"/>
    <dgm:cxn modelId="{F2B53344-32A0-4377-8B97-0F68ED14C9FB}" type="presParOf" srcId="{FEC11833-C40F-4EB2-B95E-8452D973C257}" destId="{83CEB280-A0D9-40B0-AD9B-44871D4ECB6E}" srcOrd="4" destOrd="0" presId="urn:microsoft.com/office/officeart/2018/5/layout/CenteredIconLabelDescriptionList"/>
    <dgm:cxn modelId="{27821BA0-F72A-40CD-BDA6-969EDBEC07F4}" type="presParOf" srcId="{83CEB280-A0D9-40B0-AD9B-44871D4ECB6E}" destId="{2AC5788F-B779-4CB9-A908-C232123DC9C7}" srcOrd="0" destOrd="0" presId="urn:microsoft.com/office/officeart/2018/5/layout/CenteredIconLabelDescriptionList"/>
    <dgm:cxn modelId="{82C71DBB-FF9A-448C-9DFB-199E1801E7BB}" type="presParOf" srcId="{83CEB280-A0D9-40B0-AD9B-44871D4ECB6E}" destId="{9ABDB25D-9931-4552-9781-C0C37805745C}" srcOrd="1" destOrd="0" presId="urn:microsoft.com/office/officeart/2018/5/layout/CenteredIconLabelDescriptionList"/>
    <dgm:cxn modelId="{55084B39-9AF2-443E-BA3D-F8793203B569}" type="presParOf" srcId="{83CEB280-A0D9-40B0-AD9B-44871D4ECB6E}" destId="{D95B2C43-DAB4-4340-9B3D-47F00DEAE809}" srcOrd="2" destOrd="0" presId="urn:microsoft.com/office/officeart/2018/5/layout/CenteredIconLabelDescriptionList"/>
    <dgm:cxn modelId="{80D1BE01-E32A-47AC-B9E7-20F66631125F}" type="presParOf" srcId="{83CEB280-A0D9-40B0-AD9B-44871D4ECB6E}" destId="{7613CF15-2FA3-4DD7-A01F-1A2673BA0271}" srcOrd="3" destOrd="0" presId="urn:microsoft.com/office/officeart/2018/5/layout/CenteredIconLabelDescriptionList"/>
    <dgm:cxn modelId="{1DE6B773-1B8D-4B63-B5A5-07A4EEF3AD70}" type="presParOf" srcId="{83CEB280-A0D9-40B0-AD9B-44871D4ECB6E}" destId="{67C87255-AA55-4040-A153-606E963143A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2.xml><?xml version="1.0" encoding="utf-8"?>
<dgm:dataModel xmlns:dgm="http://schemas.openxmlformats.org/drawingml/2006/diagram" xmlns:a="http://schemas.openxmlformats.org/drawingml/2006/main">
  <dgm:ptLst>
    <dgm:pt modelId="{8D8371B7-C972-4E48-B10A-511A4086CC86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660B6D4F-3C44-4A67-971A-A0520AF9820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Coinbase</a:t>
          </a:r>
          <a:endParaRPr lang="en-US"/>
        </a:p>
      </dgm:t>
    </dgm:pt>
    <dgm:pt modelId="{179BE972-58EA-47E7-9143-AAC015ADD82C}" type="parTrans" cxnId="{689B3350-BC7B-4878-8EEF-2EEBD4206C05}">
      <dgm:prSet/>
      <dgm:spPr/>
      <dgm:t>
        <a:bodyPr/>
        <a:lstStyle/>
        <a:p>
          <a:endParaRPr lang="en-US"/>
        </a:p>
      </dgm:t>
    </dgm:pt>
    <dgm:pt modelId="{2AC5EDB4-EE08-4ED6-871D-5ACD3FD1C871}" type="sibTrans" cxnId="{689B3350-BC7B-4878-8EEF-2EEBD4206C05}">
      <dgm:prSet/>
      <dgm:spPr/>
      <dgm:t>
        <a:bodyPr/>
        <a:lstStyle/>
        <a:p>
          <a:endParaRPr lang="en-US"/>
        </a:p>
      </dgm:t>
    </dgm:pt>
    <dgm:pt modelId="{D5F08AD2-8315-4E6D-A9BF-63D3735782D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first transaction in any block</a:t>
          </a:r>
          <a:endParaRPr lang="en-US"/>
        </a:p>
      </dgm:t>
    </dgm:pt>
    <dgm:pt modelId="{7304DE0F-5252-47D5-80CC-85A9482037F6}" type="parTrans" cxnId="{16041A97-BB0D-4D51-9EAD-D81AFB47FF11}">
      <dgm:prSet/>
      <dgm:spPr/>
      <dgm:t>
        <a:bodyPr/>
        <a:lstStyle/>
        <a:p>
          <a:endParaRPr lang="en-US"/>
        </a:p>
      </dgm:t>
    </dgm:pt>
    <dgm:pt modelId="{2CC430B0-6288-43A6-BE57-4C14E228370D}" type="sibTrans" cxnId="{16041A97-BB0D-4D51-9EAD-D81AFB47FF11}">
      <dgm:prSet/>
      <dgm:spPr/>
      <dgm:t>
        <a:bodyPr/>
        <a:lstStyle/>
        <a:p>
          <a:endParaRPr lang="en-US"/>
        </a:p>
      </dgm:t>
    </dgm:pt>
    <dgm:pt modelId="{6718D863-4B68-454A-9B83-EF6BCF0FE3E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Constructed by miner’s node</a:t>
          </a:r>
          <a:endParaRPr lang="en-US"/>
        </a:p>
      </dgm:t>
    </dgm:pt>
    <dgm:pt modelId="{1705250E-3447-485F-B93F-DFCB7B9BBC03}" type="parTrans" cxnId="{5B52AFC8-A0EC-4362-ADE3-0648CF5C52A3}">
      <dgm:prSet/>
      <dgm:spPr/>
      <dgm:t>
        <a:bodyPr/>
        <a:lstStyle/>
        <a:p>
          <a:endParaRPr lang="en-US"/>
        </a:p>
      </dgm:t>
    </dgm:pt>
    <dgm:pt modelId="{0491FE40-72F0-42CB-8599-CC484A89C98E}" type="sibTrans" cxnId="{5B52AFC8-A0EC-4362-ADE3-0648CF5C52A3}">
      <dgm:prSet/>
      <dgm:spPr/>
      <dgm:t>
        <a:bodyPr/>
        <a:lstStyle/>
        <a:p>
          <a:endParaRPr lang="en-US"/>
        </a:p>
      </dgm:t>
    </dgm:pt>
    <dgm:pt modelId="{175DCEAA-1652-40CC-9F4F-A8D33A9F939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Contains miner’s reward for mining effort</a:t>
          </a:r>
          <a:endParaRPr lang="en-US"/>
        </a:p>
      </dgm:t>
    </dgm:pt>
    <dgm:pt modelId="{46B36F9A-C568-43A1-9CA2-495270C7C186}" type="parTrans" cxnId="{F7483CF7-4E46-4D64-9E5D-640955FCACE9}">
      <dgm:prSet/>
      <dgm:spPr/>
      <dgm:t>
        <a:bodyPr/>
        <a:lstStyle/>
        <a:p>
          <a:endParaRPr lang="en-US"/>
        </a:p>
      </dgm:t>
    </dgm:pt>
    <dgm:pt modelId="{6E0501E9-3521-4578-ADC0-889D349715CE}" type="sibTrans" cxnId="{F7483CF7-4E46-4D64-9E5D-640955FCACE9}">
      <dgm:prSet/>
      <dgm:spPr/>
      <dgm:t>
        <a:bodyPr/>
        <a:lstStyle/>
        <a:p>
          <a:endParaRPr lang="en-US"/>
        </a:p>
      </dgm:t>
    </dgm:pt>
    <dgm:pt modelId="{201724C6-F8F6-425F-B80A-433D9B34D96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Doesn’t consume UTXO inputs</a:t>
          </a:r>
          <a:endParaRPr lang="en-US"/>
        </a:p>
      </dgm:t>
    </dgm:pt>
    <dgm:pt modelId="{29159B6C-2A48-4EDC-8617-53F0415FC498}" type="parTrans" cxnId="{F4A15C6E-A6C6-4434-BC15-AB9084D7B199}">
      <dgm:prSet/>
      <dgm:spPr/>
      <dgm:t>
        <a:bodyPr/>
        <a:lstStyle/>
        <a:p>
          <a:endParaRPr lang="en-US"/>
        </a:p>
      </dgm:t>
    </dgm:pt>
    <dgm:pt modelId="{E3B51B3C-4039-4466-BBF7-3CF69FD3D3A0}" type="sibTrans" cxnId="{F4A15C6E-A6C6-4434-BC15-AB9084D7B199}">
      <dgm:prSet/>
      <dgm:spPr/>
      <dgm:t>
        <a:bodyPr/>
        <a:lstStyle/>
        <a:p>
          <a:endParaRPr lang="en-US"/>
        </a:p>
      </dgm:t>
    </dgm:pt>
    <dgm:pt modelId="{01F5EF90-4E1F-4AB2-B616-F2590AA12B1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Input</a:t>
          </a:r>
          <a:endParaRPr lang="en-US"/>
        </a:p>
      </dgm:t>
    </dgm:pt>
    <dgm:pt modelId="{562022BC-21B3-4558-939C-0C06D6EA5534}" type="parTrans" cxnId="{9A06128A-E9E2-4B16-8704-483D00464DE9}">
      <dgm:prSet/>
      <dgm:spPr/>
      <dgm:t>
        <a:bodyPr/>
        <a:lstStyle/>
        <a:p>
          <a:endParaRPr lang="en-US"/>
        </a:p>
      </dgm:t>
    </dgm:pt>
    <dgm:pt modelId="{3B5F0D16-B847-4BA2-BA2F-AA2C5FAC291E}" type="sibTrans" cxnId="{9A06128A-E9E2-4B16-8704-483D00464DE9}">
      <dgm:prSet/>
      <dgm:spPr/>
      <dgm:t>
        <a:bodyPr/>
        <a:lstStyle/>
        <a:p>
          <a:endParaRPr lang="en-US"/>
        </a:p>
      </dgm:t>
    </dgm:pt>
    <dgm:pt modelId="{47173B34-E297-457A-9AE6-11EA1450E49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It has only one input called </a:t>
          </a:r>
          <a:r>
            <a:rPr lang="tr-TR" b="1"/>
            <a:t>coinbase</a:t>
          </a:r>
          <a:endParaRPr lang="en-US"/>
        </a:p>
      </dgm:t>
    </dgm:pt>
    <dgm:pt modelId="{4CCD3C91-C647-4026-BC83-17C5F28D2615}" type="parTrans" cxnId="{9CE69B35-027D-4D0E-B2D9-5517C45E6FDC}">
      <dgm:prSet/>
      <dgm:spPr/>
      <dgm:t>
        <a:bodyPr/>
        <a:lstStyle/>
        <a:p>
          <a:endParaRPr lang="en-US"/>
        </a:p>
      </dgm:t>
    </dgm:pt>
    <dgm:pt modelId="{8E3247E2-0F44-4FBF-953E-4583C8948B4F}" type="sibTrans" cxnId="{9CE69B35-027D-4D0E-B2D9-5517C45E6FDC}">
      <dgm:prSet/>
      <dgm:spPr/>
      <dgm:t>
        <a:bodyPr/>
        <a:lstStyle/>
        <a:p>
          <a:endParaRPr lang="en-US"/>
        </a:p>
      </dgm:t>
    </dgm:pt>
    <dgm:pt modelId="{BEC168B4-0E7D-4778-B2F9-609955180BA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Creates coin from nothing</a:t>
          </a:r>
          <a:endParaRPr lang="en-US"/>
        </a:p>
      </dgm:t>
    </dgm:pt>
    <dgm:pt modelId="{49273E7C-352E-4D08-B7F8-4DA4FA0813BD}" type="parTrans" cxnId="{422CCFF1-CF20-4DF5-825B-6FEA46EF4CA2}">
      <dgm:prSet/>
      <dgm:spPr/>
      <dgm:t>
        <a:bodyPr/>
        <a:lstStyle/>
        <a:p>
          <a:endParaRPr lang="en-US"/>
        </a:p>
      </dgm:t>
    </dgm:pt>
    <dgm:pt modelId="{24932AAB-C2DD-4FE8-B38D-02033E203890}" type="sibTrans" cxnId="{422CCFF1-CF20-4DF5-825B-6FEA46EF4CA2}">
      <dgm:prSet/>
      <dgm:spPr/>
      <dgm:t>
        <a:bodyPr/>
        <a:lstStyle/>
        <a:p>
          <a:endParaRPr lang="en-US"/>
        </a:p>
      </dgm:t>
    </dgm:pt>
    <dgm:pt modelId="{7CFE80C7-C27B-436F-B426-42F9B265725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Output</a:t>
          </a:r>
          <a:endParaRPr lang="en-US"/>
        </a:p>
      </dgm:t>
    </dgm:pt>
    <dgm:pt modelId="{7E68B700-F274-4313-96BF-67CB09304DB4}" type="parTrans" cxnId="{FFB89FE5-B382-4FD3-9DAF-D4BECCC0685B}">
      <dgm:prSet/>
      <dgm:spPr/>
      <dgm:t>
        <a:bodyPr/>
        <a:lstStyle/>
        <a:p>
          <a:endParaRPr lang="en-US"/>
        </a:p>
      </dgm:t>
    </dgm:pt>
    <dgm:pt modelId="{7B780062-2651-4D12-BEB8-935A70AA441B}" type="sibTrans" cxnId="{FFB89FE5-B382-4FD3-9DAF-D4BECCC0685B}">
      <dgm:prSet/>
      <dgm:spPr/>
      <dgm:t>
        <a:bodyPr/>
        <a:lstStyle/>
        <a:p>
          <a:endParaRPr lang="en-US"/>
        </a:p>
      </dgm:t>
    </dgm:pt>
    <dgm:pt modelId="{6C6F00B1-D9FB-4284-A5CC-564FC8B47D4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It has one output</a:t>
          </a:r>
          <a:endParaRPr lang="en-US"/>
        </a:p>
      </dgm:t>
    </dgm:pt>
    <dgm:pt modelId="{E9AEC455-CBF3-41D6-B8BE-205BA0995C0C}" type="parTrans" cxnId="{5CB55DE3-9285-4680-8627-792176BF6B96}">
      <dgm:prSet/>
      <dgm:spPr/>
      <dgm:t>
        <a:bodyPr/>
        <a:lstStyle/>
        <a:p>
          <a:endParaRPr lang="en-US"/>
        </a:p>
      </dgm:t>
    </dgm:pt>
    <dgm:pt modelId="{9F64F44D-C5EC-4A6E-ACFA-FE66C3B103E2}" type="sibTrans" cxnId="{5CB55DE3-9285-4680-8627-792176BF6B96}">
      <dgm:prSet/>
      <dgm:spPr/>
      <dgm:t>
        <a:bodyPr/>
        <a:lstStyle/>
        <a:p>
          <a:endParaRPr lang="en-US"/>
        </a:p>
      </dgm:t>
    </dgm:pt>
    <dgm:pt modelId="{672B0BEF-8E52-48C3-8498-9FCB4667062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Payable to miner’s own bitcoin address</a:t>
          </a:r>
          <a:endParaRPr lang="en-US"/>
        </a:p>
      </dgm:t>
    </dgm:pt>
    <dgm:pt modelId="{25CB2DA7-CDB3-4BF8-A505-BF413F17E08F}" type="parTrans" cxnId="{5BBEE624-80A2-4F2B-A765-4EC717F253A9}">
      <dgm:prSet/>
      <dgm:spPr/>
      <dgm:t>
        <a:bodyPr/>
        <a:lstStyle/>
        <a:p>
          <a:endParaRPr lang="en-US"/>
        </a:p>
      </dgm:t>
    </dgm:pt>
    <dgm:pt modelId="{885FB0A7-D421-4C3E-A33F-3D27F27C005B}" type="sibTrans" cxnId="{5BBEE624-80A2-4F2B-A765-4EC717F253A9}">
      <dgm:prSet/>
      <dgm:spPr/>
      <dgm:t>
        <a:bodyPr/>
        <a:lstStyle/>
        <a:p>
          <a:endParaRPr lang="en-US"/>
        </a:p>
      </dgm:t>
    </dgm:pt>
    <dgm:pt modelId="{677F2716-3F1A-4DFC-9A40-768EDD133D3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Contains the coinbase and block fee</a:t>
          </a:r>
          <a:endParaRPr lang="en-US"/>
        </a:p>
      </dgm:t>
    </dgm:pt>
    <dgm:pt modelId="{A6E2B582-AF54-40D8-B3AE-65B395597233}" type="parTrans" cxnId="{22F2150F-5917-441B-968C-B48CE037CD50}">
      <dgm:prSet/>
      <dgm:spPr/>
      <dgm:t>
        <a:bodyPr/>
        <a:lstStyle/>
        <a:p>
          <a:endParaRPr lang="en-US"/>
        </a:p>
      </dgm:t>
    </dgm:pt>
    <dgm:pt modelId="{EB0CB6D2-5EEC-4340-8165-2215F99B2489}" type="sibTrans" cxnId="{22F2150F-5917-441B-968C-B48CE037CD50}">
      <dgm:prSet/>
      <dgm:spPr/>
      <dgm:t>
        <a:bodyPr/>
        <a:lstStyle/>
        <a:p>
          <a:endParaRPr lang="en-US"/>
        </a:p>
      </dgm:t>
    </dgm:pt>
    <dgm:pt modelId="{99360F31-E16E-4996-9158-93C892DA7495}" type="pres">
      <dgm:prSet presAssocID="{8D8371B7-C972-4E48-B10A-511A4086CC86}" presName="root" presStyleCnt="0">
        <dgm:presLayoutVars>
          <dgm:dir/>
          <dgm:resizeHandles val="exact"/>
        </dgm:presLayoutVars>
      </dgm:prSet>
      <dgm:spPr/>
    </dgm:pt>
    <dgm:pt modelId="{6CB799FC-DE8B-4D85-B214-3C5E66EE5057}" type="pres">
      <dgm:prSet presAssocID="{660B6D4F-3C44-4A67-971A-A0520AF98206}" presName="compNode" presStyleCnt="0"/>
      <dgm:spPr/>
    </dgm:pt>
    <dgm:pt modelId="{01E7B373-D6B7-4042-B565-790DA84C8EA3}" type="pres">
      <dgm:prSet presAssocID="{660B6D4F-3C44-4A67-971A-A0520AF98206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ng Tools"/>
        </a:ext>
      </dgm:extLst>
    </dgm:pt>
    <dgm:pt modelId="{9BFEC670-19A7-4874-A4E1-F8D477F2603D}" type="pres">
      <dgm:prSet presAssocID="{660B6D4F-3C44-4A67-971A-A0520AF98206}" presName="iconSpace" presStyleCnt="0"/>
      <dgm:spPr/>
    </dgm:pt>
    <dgm:pt modelId="{CF8482D8-4FB4-4537-8DFC-86E135DFED86}" type="pres">
      <dgm:prSet presAssocID="{660B6D4F-3C44-4A67-971A-A0520AF98206}" presName="parTx" presStyleLbl="revTx" presStyleIdx="0" presStyleCnt="6">
        <dgm:presLayoutVars>
          <dgm:chMax val="0"/>
          <dgm:chPref val="0"/>
        </dgm:presLayoutVars>
      </dgm:prSet>
      <dgm:spPr/>
    </dgm:pt>
    <dgm:pt modelId="{922F801A-DB50-48C8-945A-0F8919D6F286}" type="pres">
      <dgm:prSet presAssocID="{660B6D4F-3C44-4A67-971A-A0520AF98206}" presName="txSpace" presStyleCnt="0"/>
      <dgm:spPr/>
    </dgm:pt>
    <dgm:pt modelId="{0E5328FC-040E-4907-A1BE-B62CEE4F3D01}" type="pres">
      <dgm:prSet presAssocID="{660B6D4F-3C44-4A67-971A-A0520AF98206}" presName="desTx" presStyleLbl="revTx" presStyleIdx="1" presStyleCnt="6">
        <dgm:presLayoutVars/>
      </dgm:prSet>
      <dgm:spPr/>
    </dgm:pt>
    <dgm:pt modelId="{92F26ED7-0F23-48A3-8F1E-6BD69B048053}" type="pres">
      <dgm:prSet presAssocID="{2AC5EDB4-EE08-4ED6-871D-5ACD3FD1C871}" presName="sibTrans" presStyleCnt="0"/>
      <dgm:spPr/>
    </dgm:pt>
    <dgm:pt modelId="{36A6CE93-F55E-4DD1-B666-4A32F64F4805}" type="pres">
      <dgm:prSet presAssocID="{01F5EF90-4E1F-4AB2-B616-F2590AA12B1F}" presName="compNode" presStyleCnt="0"/>
      <dgm:spPr/>
    </dgm:pt>
    <dgm:pt modelId="{2D0CE1AB-F20F-4235-A042-62AB3A2B9D7D}" type="pres">
      <dgm:prSet presAssocID="{01F5EF90-4E1F-4AB2-B616-F2590AA12B1F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nay işareti"/>
        </a:ext>
      </dgm:extLst>
    </dgm:pt>
    <dgm:pt modelId="{0021A5FB-1497-43C8-8CB8-211AE85FBCE3}" type="pres">
      <dgm:prSet presAssocID="{01F5EF90-4E1F-4AB2-B616-F2590AA12B1F}" presName="iconSpace" presStyleCnt="0"/>
      <dgm:spPr/>
    </dgm:pt>
    <dgm:pt modelId="{D076191A-E8D2-4A23-A318-E2CFBB34F0AD}" type="pres">
      <dgm:prSet presAssocID="{01F5EF90-4E1F-4AB2-B616-F2590AA12B1F}" presName="parTx" presStyleLbl="revTx" presStyleIdx="2" presStyleCnt="6">
        <dgm:presLayoutVars>
          <dgm:chMax val="0"/>
          <dgm:chPref val="0"/>
        </dgm:presLayoutVars>
      </dgm:prSet>
      <dgm:spPr/>
    </dgm:pt>
    <dgm:pt modelId="{A3B0EA85-1B66-461D-9352-C1CC524CFB90}" type="pres">
      <dgm:prSet presAssocID="{01F5EF90-4E1F-4AB2-B616-F2590AA12B1F}" presName="txSpace" presStyleCnt="0"/>
      <dgm:spPr/>
    </dgm:pt>
    <dgm:pt modelId="{EF7373F1-598A-4143-B28A-4F8235592A38}" type="pres">
      <dgm:prSet presAssocID="{01F5EF90-4E1F-4AB2-B616-F2590AA12B1F}" presName="desTx" presStyleLbl="revTx" presStyleIdx="3" presStyleCnt="6">
        <dgm:presLayoutVars/>
      </dgm:prSet>
      <dgm:spPr/>
    </dgm:pt>
    <dgm:pt modelId="{5E72F401-AD27-47A8-B40D-E4CD7577DF70}" type="pres">
      <dgm:prSet presAssocID="{3B5F0D16-B847-4BA2-BA2F-AA2C5FAC291E}" presName="sibTrans" presStyleCnt="0"/>
      <dgm:spPr/>
    </dgm:pt>
    <dgm:pt modelId="{7E5CB7C7-1934-43C3-8163-7D6C22DC3C65}" type="pres">
      <dgm:prSet presAssocID="{7CFE80C7-C27B-436F-B426-42F9B265725A}" presName="compNode" presStyleCnt="0"/>
      <dgm:spPr/>
    </dgm:pt>
    <dgm:pt modelId="{0627C202-97CD-431F-905C-4EEEBDD9EE7A}" type="pres">
      <dgm:prSet presAssocID="{7CFE80C7-C27B-436F-B426-42F9B265725A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Veri tabanı"/>
        </a:ext>
      </dgm:extLst>
    </dgm:pt>
    <dgm:pt modelId="{E7E30D1F-6BE1-4BC8-BB0C-48F2FFB5D682}" type="pres">
      <dgm:prSet presAssocID="{7CFE80C7-C27B-436F-B426-42F9B265725A}" presName="iconSpace" presStyleCnt="0"/>
      <dgm:spPr/>
    </dgm:pt>
    <dgm:pt modelId="{10791775-0D4D-4D03-AD69-9281A82E6B6D}" type="pres">
      <dgm:prSet presAssocID="{7CFE80C7-C27B-436F-B426-42F9B265725A}" presName="parTx" presStyleLbl="revTx" presStyleIdx="4" presStyleCnt="6">
        <dgm:presLayoutVars>
          <dgm:chMax val="0"/>
          <dgm:chPref val="0"/>
        </dgm:presLayoutVars>
      </dgm:prSet>
      <dgm:spPr/>
    </dgm:pt>
    <dgm:pt modelId="{B98AD72B-85D2-49A0-98B8-2E4F5C027FD3}" type="pres">
      <dgm:prSet presAssocID="{7CFE80C7-C27B-436F-B426-42F9B265725A}" presName="txSpace" presStyleCnt="0"/>
      <dgm:spPr/>
    </dgm:pt>
    <dgm:pt modelId="{543104D2-ADB6-4946-8FD5-39463A52B11E}" type="pres">
      <dgm:prSet presAssocID="{7CFE80C7-C27B-436F-B426-42F9B265725A}" presName="desTx" presStyleLbl="revTx" presStyleIdx="5" presStyleCnt="6">
        <dgm:presLayoutVars/>
      </dgm:prSet>
      <dgm:spPr/>
    </dgm:pt>
  </dgm:ptLst>
  <dgm:cxnLst>
    <dgm:cxn modelId="{22F2150F-5917-441B-968C-B48CE037CD50}" srcId="{7CFE80C7-C27B-436F-B426-42F9B265725A}" destId="{677F2716-3F1A-4DFC-9A40-768EDD133D3A}" srcOrd="2" destOrd="0" parTransId="{A6E2B582-AF54-40D8-B3AE-65B395597233}" sibTransId="{EB0CB6D2-5EEC-4340-8165-2215F99B2489}"/>
    <dgm:cxn modelId="{5BBEE624-80A2-4F2B-A765-4EC717F253A9}" srcId="{7CFE80C7-C27B-436F-B426-42F9B265725A}" destId="{672B0BEF-8E52-48C3-8498-9FCB46670628}" srcOrd="1" destOrd="0" parTransId="{25CB2DA7-CDB3-4BF8-A505-BF413F17E08F}" sibTransId="{885FB0A7-D421-4C3E-A33F-3D27F27C005B}"/>
    <dgm:cxn modelId="{9CE69B35-027D-4D0E-B2D9-5517C45E6FDC}" srcId="{01F5EF90-4E1F-4AB2-B616-F2590AA12B1F}" destId="{47173B34-E297-457A-9AE6-11EA1450E49A}" srcOrd="0" destOrd="0" parTransId="{4CCD3C91-C647-4026-BC83-17C5F28D2615}" sibTransId="{8E3247E2-0F44-4FBF-953E-4583C8948B4F}"/>
    <dgm:cxn modelId="{E3A88961-2E61-415F-8EEA-AE6750BA8DD4}" type="presOf" srcId="{8D8371B7-C972-4E48-B10A-511A4086CC86}" destId="{99360F31-E16E-4996-9158-93C892DA7495}" srcOrd="0" destOrd="0" presId="urn:microsoft.com/office/officeart/2018/5/layout/CenteredIconLabelDescriptionList"/>
    <dgm:cxn modelId="{F4A15C6E-A6C6-4434-BC15-AB9084D7B199}" srcId="{660B6D4F-3C44-4A67-971A-A0520AF98206}" destId="{201724C6-F8F6-425F-B80A-433D9B34D960}" srcOrd="3" destOrd="0" parTransId="{29159B6C-2A48-4EDC-8617-53F0415FC498}" sibTransId="{E3B51B3C-4039-4466-BBF7-3CF69FD3D3A0}"/>
    <dgm:cxn modelId="{6EB98A4E-1658-4A45-8893-372935971019}" type="presOf" srcId="{D5F08AD2-8315-4E6D-A9BF-63D3735782DC}" destId="{0E5328FC-040E-4907-A1BE-B62CEE4F3D01}" srcOrd="0" destOrd="0" presId="urn:microsoft.com/office/officeart/2018/5/layout/CenteredIconLabelDescriptionList"/>
    <dgm:cxn modelId="{689B3350-BC7B-4878-8EEF-2EEBD4206C05}" srcId="{8D8371B7-C972-4E48-B10A-511A4086CC86}" destId="{660B6D4F-3C44-4A67-971A-A0520AF98206}" srcOrd="0" destOrd="0" parTransId="{179BE972-58EA-47E7-9143-AAC015ADD82C}" sibTransId="{2AC5EDB4-EE08-4ED6-871D-5ACD3FD1C871}"/>
    <dgm:cxn modelId="{15D2767F-91D3-40F8-B70C-39CBCB9BF007}" type="presOf" srcId="{7CFE80C7-C27B-436F-B426-42F9B265725A}" destId="{10791775-0D4D-4D03-AD69-9281A82E6B6D}" srcOrd="0" destOrd="0" presId="urn:microsoft.com/office/officeart/2018/5/layout/CenteredIconLabelDescriptionList"/>
    <dgm:cxn modelId="{7AFAE982-5211-4B34-A2FA-91B9A8C12634}" type="presOf" srcId="{6C6F00B1-D9FB-4284-A5CC-564FC8B47D4A}" destId="{543104D2-ADB6-4946-8FD5-39463A52B11E}" srcOrd="0" destOrd="0" presId="urn:microsoft.com/office/officeart/2018/5/layout/CenteredIconLabelDescriptionList"/>
    <dgm:cxn modelId="{5DABE784-2842-4033-86D2-2E0B38D4A56A}" type="presOf" srcId="{677F2716-3F1A-4DFC-9A40-768EDD133D3A}" destId="{543104D2-ADB6-4946-8FD5-39463A52B11E}" srcOrd="0" destOrd="2" presId="urn:microsoft.com/office/officeart/2018/5/layout/CenteredIconLabelDescriptionList"/>
    <dgm:cxn modelId="{9A06128A-E9E2-4B16-8704-483D00464DE9}" srcId="{8D8371B7-C972-4E48-B10A-511A4086CC86}" destId="{01F5EF90-4E1F-4AB2-B616-F2590AA12B1F}" srcOrd="1" destOrd="0" parTransId="{562022BC-21B3-4558-939C-0C06D6EA5534}" sibTransId="{3B5F0D16-B847-4BA2-BA2F-AA2C5FAC291E}"/>
    <dgm:cxn modelId="{16041A97-BB0D-4D51-9EAD-D81AFB47FF11}" srcId="{660B6D4F-3C44-4A67-971A-A0520AF98206}" destId="{D5F08AD2-8315-4E6D-A9BF-63D3735782DC}" srcOrd="0" destOrd="0" parTransId="{7304DE0F-5252-47D5-80CC-85A9482037F6}" sibTransId="{2CC430B0-6288-43A6-BE57-4C14E228370D}"/>
    <dgm:cxn modelId="{8461E0A5-6426-407D-A3BB-B15040C34404}" type="presOf" srcId="{175DCEAA-1652-40CC-9F4F-A8D33A9F9398}" destId="{0E5328FC-040E-4907-A1BE-B62CEE4F3D01}" srcOrd="0" destOrd="2" presId="urn:microsoft.com/office/officeart/2018/5/layout/CenteredIconLabelDescriptionList"/>
    <dgm:cxn modelId="{5B52AFC8-A0EC-4362-ADE3-0648CF5C52A3}" srcId="{660B6D4F-3C44-4A67-971A-A0520AF98206}" destId="{6718D863-4B68-454A-9B83-EF6BCF0FE3E1}" srcOrd="1" destOrd="0" parTransId="{1705250E-3447-485F-B93F-DFCB7B9BBC03}" sibTransId="{0491FE40-72F0-42CB-8599-CC484A89C98E}"/>
    <dgm:cxn modelId="{2E7FD7D4-1B00-4FF3-86F1-717CF39528ED}" type="presOf" srcId="{672B0BEF-8E52-48C3-8498-9FCB46670628}" destId="{543104D2-ADB6-4946-8FD5-39463A52B11E}" srcOrd="0" destOrd="1" presId="urn:microsoft.com/office/officeart/2018/5/layout/CenteredIconLabelDescriptionList"/>
    <dgm:cxn modelId="{7E9419D7-3C22-4123-BFC3-72C4A5F9D026}" type="presOf" srcId="{01F5EF90-4E1F-4AB2-B616-F2590AA12B1F}" destId="{D076191A-E8D2-4A23-A318-E2CFBB34F0AD}" srcOrd="0" destOrd="0" presId="urn:microsoft.com/office/officeart/2018/5/layout/CenteredIconLabelDescriptionList"/>
    <dgm:cxn modelId="{41CF10DE-87AA-467A-AAAD-A86855155919}" type="presOf" srcId="{201724C6-F8F6-425F-B80A-433D9B34D960}" destId="{0E5328FC-040E-4907-A1BE-B62CEE4F3D01}" srcOrd="0" destOrd="3" presId="urn:microsoft.com/office/officeart/2018/5/layout/CenteredIconLabelDescriptionList"/>
    <dgm:cxn modelId="{5CB55DE3-9285-4680-8627-792176BF6B96}" srcId="{7CFE80C7-C27B-436F-B426-42F9B265725A}" destId="{6C6F00B1-D9FB-4284-A5CC-564FC8B47D4A}" srcOrd="0" destOrd="0" parTransId="{E9AEC455-CBF3-41D6-B8BE-205BA0995C0C}" sibTransId="{9F64F44D-C5EC-4A6E-ACFA-FE66C3B103E2}"/>
    <dgm:cxn modelId="{A7B992E4-4443-44B4-88A3-44D21E031E52}" type="presOf" srcId="{660B6D4F-3C44-4A67-971A-A0520AF98206}" destId="{CF8482D8-4FB4-4537-8DFC-86E135DFED86}" srcOrd="0" destOrd="0" presId="urn:microsoft.com/office/officeart/2018/5/layout/CenteredIconLabelDescriptionList"/>
    <dgm:cxn modelId="{AB09A8E4-120A-44BB-8D61-93F1D18454C2}" type="presOf" srcId="{6718D863-4B68-454A-9B83-EF6BCF0FE3E1}" destId="{0E5328FC-040E-4907-A1BE-B62CEE4F3D01}" srcOrd="0" destOrd="1" presId="urn:microsoft.com/office/officeart/2018/5/layout/CenteredIconLabelDescriptionList"/>
    <dgm:cxn modelId="{FFB89FE5-B382-4FD3-9DAF-D4BECCC0685B}" srcId="{8D8371B7-C972-4E48-B10A-511A4086CC86}" destId="{7CFE80C7-C27B-436F-B426-42F9B265725A}" srcOrd="2" destOrd="0" parTransId="{7E68B700-F274-4313-96BF-67CB09304DB4}" sibTransId="{7B780062-2651-4D12-BEB8-935A70AA441B}"/>
    <dgm:cxn modelId="{1BC23DEA-E013-498C-96D1-74AA7507D9C7}" type="presOf" srcId="{47173B34-E297-457A-9AE6-11EA1450E49A}" destId="{EF7373F1-598A-4143-B28A-4F8235592A38}" srcOrd="0" destOrd="0" presId="urn:microsoft.com/office/officeart/2018/5/layout/CenteredIconLabelDescriptionList"/>
    <dgm:cxn modelId="{422CCFF1-CF20-4DF5-825B-6FEA46EF4CA2}" srcId="{01F5EF90-4E1F-4AB2-B616-F2590AA12B1F}" destId="{BEC168B4-0E7D-4778-B2F9-609955180BA9}" srcOrd="1" destOrd="0" parTransId="{49273E7C-352E-4D08-B7F8-4DA4FA0813BD}" sibTransId="{24932AAB-C2DD-4FE8-B38D-02033E203890}"/>
    <dgm:cxn modelId="{F7483CF7-4E46-4D64-9E5D-640955FCACE9}" srcId="{660B6D4F-3C44-4A67-971A-A0520AF98206}" destId="{175DCEAA-1652-40CC-9F4F-A8D33A9F9398}" srcOrd="2" destOrd="0" parTransId="{46B36F9A-C568-43A1-9CA2-495270C7C186}" sibTransId="{6E0501E9-3521-4578-ADC0-889D349715CE}"/>
    <dgm:cxn modelId="{66F2A5FB-5978-45DB-B899-5576773019FE}" type="presOf" srcId="{BEC168B4-0E7D-4778-B2F9-609955180BA9}" destId="{EF7373F1-598A-4143-B28A-4F8235592A38}" srcOrd="0" destOrd="1" presId="urn:microsoft.com/office/officeart/2018/5/layout/CenteredIconLabelDescriptionList"/>
    <dgm:cxn modelId="{013AB667-5542-4048-A005-925731A3C216}" type="presParOf" srcId="{99360F31-E16E-4996-9158-93C892DA7495}" destId="{6CB799FC-DE8B-4D85-B214-3C5E66EE5057}" srcOrd="0" destOrd="0" presId="urn:microsoft.com/office/officeart/2018/5/layout/CenteredIconLabelDescriptionList"/>
    <dgm:cxn modelId="{AD3412C6-459F-462C-9F78-5393A049C501}" type="presParOf" srcId="{6CB799FC-DE8B-4D85-B214-3C5E66EE5057}" destId="{01E7B373-D6B7-4042-B565-790DA84C8EA3}" srcOrd="0" destOrd="0" presId="urn:microsoft.com/office/officeart/2018/5/layout/CenteredIconLabelDescriptionList"/>
    <dgm:cxn modelId="{E05AA5C3-F423-46E9-981F-A73F1ACF75A4}" type="presParOf" srcId="{6CB799FC-DE8B-4D85-B214-3C5E66EE5057}" destId="{9BFEC670-19A7-4874-A4E1-F8D477F2603D}" srcOrd="1" destOrd="0" presId="urn:microsoft.com/office/officeart/2018/5/layout/CenteredIconLabelDescriptionList"/>
    <dgm:cxn modelId="{51419F04-D5CB-4D37-9D46-AC3B2E1FAF94}" type="presParOf" srcId="{6CB799FC-DE8B-4D85-B214-3C5E66EE5057}" destId="{CF8482D8-4FB4-4537-8DFC-86E135DFED86}" srcOrd="2" destOrd="0" presId="urn:microsoft.com/office/officeart/2018/5/layout/CenteredIconLabelDescriptionList"/>
    <dgm:cxn modelId="{1BC5CB0D-F79F-483E-A602-2A8DC715479C}" type="presParOf" srcId="{6CB799FC-DE8B-4D85-B214-3C5E66EE5057}" destId="{922F801A-DB50-48C8-945A-0F8919D6F286}" srcOrd="3" destOrd="0" presId="urn:microsoft.com/office/officeart/2018/5/layout/CenteredIconLabelDescriptionList"/>
    <dgm:cxn modelId="{BCB1D590-AA6E-4A12-AAA2-7312AFA9C4DF}" type="presParOf" srcId="{6CB799FC-DE8B-4D85-B214-3C5E66EE5057}" destId="{0E5328FC-040E-4907-A1BE-B62CEE4F3D01}" srcOrd="4" destOrd="0" presId="urn:microsoft.com/office/officeart/2018/5/layout/CenteredIconLabelDescriptionList"/>
    <dgm:cxn modelId="{B2996051-5CFE-443F-A375-65149151B409}" type="presParOf" srcId="{99360F31-E16E-4996-9158-93C892DA7495}" destId="{92F26ED7-0F23-48A3-8F1E-6BD69B048053}" srcOrd="1" destOrd="0" presId="urn:microsoft.com/office/officeart/2018/5/layout/CenteredIconLabelDescriptionList"/>
    <dgm:cxn modelId="{A729E18E-0E81-4592-A88F-857A70D732D2}" type="presParOf" srcId="{99360F31-E16E-4996-9158-93C892DA7495}" destId="{36A6CE93-F55E-4DD1-B666-4A32F64F4805}" srcOrd="2" destOrd="0" presId="urn:microsoft.com/office/officeart/2018/5/layout/CenteredIconLabelDescriptionList"/>
    <dgm:cxn modelId="{1EA1FD4B-4D1A-4AFD-872D-249BE6DCCBC8}" type="presParOf" srcId="{36A6CE93-F55E-4DD1-B666-4A32F64F4805}" destId="{2D0CE1AB-F20F-4235-A042-62AB3A2B9D7D}" srcOrd="0" destOrd="0" presId="urn:microsoft.com/office/officeart/2018/5/layout/CenteredIconLabelDescriptionList"/>
    <dgm:cxn modelId="{7F3B7620-8527-4D3A-9334-BAF4CD00FD42}" type="presParOf" srcId="{36A6CE93-F55E-4DD1-B666-4A32F64F4805}" destId="{0021A5FB-1497-43C8-8CB8-211AE85FBCE3}" srcOrd="1" destOrd="0" presId="urn:microsoft.com/office/officeart/2018/5/layout/CenteredIconLabelDescriptionList"/>
    <dgm:cxn modelId="{14CBC503-507D-4FF5-9BB8-CA49E8B9F89B}" type="presParOf" srcId="{36A6CE93-F55E-4DD1-B666-4A32F64F4805}" destId="{D076191A-E8D2-4A23-A318-E2CFBB34F0AD}" srcOrd="2" destOrd="0" presId="urn:microsoft.com/office/officeart/2018/5/layout/CenteredIconLabelDescriptionList"/>
    <dgm:cxn modelId="{84C4C395-0040-47D1-AA5F-E57E2E451A86}" type="presParOf" srcId="{36A6CE93-F55E-4DD1-B666-4A32F64F4805}" destId="{A3B0EA85-1B66-461D-9352-C1CC524CFB90}" srcOrd="3" destOrd="0" presId="urn:microsoft.com/office/officeart/2018/5/layout/CenteredIconLabelDescriptionList"/>
    <dgm:cxn modelId="{2FE18A1F-AB32-40DB-ABAA-585554D817AC}" type="presParOf" srcId="{36A6CE93-F55E-4DD1-B666-4A32F64F4805}" destId="{EF7373F1-598A-4143-B28A-4F8235592A38}" srcOrd="4" destOrd="0" presId="urn:microsoft.com/office/officeart/2018/5/layout/CenteredIconLabelDescriptionList"/>
    <dgm:cxn modelId="{925FD341-A72A-4769-B8FD-49E309A01377}" type="presParOf" srcId="{99360F31-E16E-4996-9158-93C892DA7495}" destId="{5E72F401-AD27-47A8-B40D-E4CD7577DF70}" srcOrd="3" destOrd="0" presId="urn:microsoft.com/office/officeart/2018/5/layout/CenteredIconLabelDescriptionList"/>
    <dgm:cxn modelId="{693E8E2F-AC88-4B27-8216-C9B4903A6A9E}" type="presParOf" srcId="{99360F31-E16E-4996-9158-93C892DA7495}" destId="{7E5CB7C7-1934-43C3-8163-7D6C22DC3C65}" srcOrd="4" destOrd="0" presId="urn:microsoft.com/office/officeart/2018/5/layout/CenteredIconLabelDescriptionList"/>
    <dgm:cxn modelId="{6793EDD9-C340-4E16-9C90-1925B6967168}" type="presParOf" srcId="{7E5CB7C7-1934-43C3-8163-7D6C22DC3C65}" destId="{0627C202-97CD-431F-905C-4EEEBDD9EE7A}" srcOrd="0" destOrd="0" presId="urn:microsoft.com/office/officeart/2018/5/layout/CenteredIconLabelDescriptionList"/>
    <dgm:cxn modelId="{15720017-0FCC-47D6-9F6F-C09FE1AD766F}" type="presParOf" srcId="{7E5CB7C7-1934-43C3-8163-7D6C22DC3C65}" destId="{E7E30D1F-6BE1-4BC8-BB0C-48F2FFB5D682}" srcOrd="1" destOrd="0" presId="urn:microsoft.com/office/officeart/2018/5/layout/CenteredIconLabelDescriptionList"/>
    <dgm:cxn modelId="{14A40B85-7C5C-4F57-9F18-078C6B2A8CCB}" type="presParOf" srcId="{7E5CB7C7-1934-43C3-8163-7D6C22DC3C65}" destId="{10791775-0D4D-4D03-AD69-9281A82E6B6D}" srcOrd="2" destOrd="0" presId="urn:microsoft.com/office/officeart/2018/5/layout/CenteredIconLabelDescriptionList"/>
    <dgm:cxn modelId="{A58BA8F1-CC4C-48CC-AA14-383DB7E170C2}" type="presParOf" srcId="{7E5CB7C7-1934-43C3-8163-7D6C22DC3C65}" destId="{B98AD72B-85D2-49A0-98B8-2E4F5C027FD3}" srcOrd="3" destOrd="0" presId="urn:microsoft.com/office/officeart/2018/5/layout/CenteredIconLabelDescriptionList"/>
    <dgm:cxn modelId="{EC93B90D-D31E-45A9-A7A0-6D7D2AE2AE08}" type="presParOf" srcId="{7E5CB7C7-1934-43C3-8163-7D6C22DC3C65}" destId="{543104D2-ADB6-4946-8FD5-39463A52B11E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3.xml><?xml version="1.0" encoding="utf-8"?>
<dgm:dataModel xmlns:dgm="http://schemas.openxmlformats.org/drawingml/2006/diagram" xmlns:a="http://schemas.openxmlformats.org/drawingml/2006/main">
  <dgm:ptLst>
    <dgm:pt modelId="{9AABAF69-CF5C-48CD-AC05-C3B11991FEE0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1ECC3961-D815-4B0B-9DF9-3740A06F093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Calculation of Fees </a:t>
          </a:r>
          <a:endParaRPr lang="en-US"/>
        </a:p>
      </dgm:t>
    </dgm:pt>
    <dgm:pt modelId="{312B2E88-3E2C-4462-A862-6279317D2976}" type="parTrans" cxnId="{20DB1E96-BF2B-4E6B-994D-B53D6DADB19D}">
      <dgm:prSet/>
      <dgm:spPr/>
      <dgm:t>
        <a:bodyPr/>
        <a:lstStyle/>
        <a:p>
          <a:endParaRPr lang="en-US"/>
        </a:p>
      </dgm:t>
    </dgm:pt>
    <dgm:pt modelId="{7CD18B31-EAB8-4228-8EA2-8B03B48BADE6}" type="sibTrans" cxnId="{20DB1E96-BF2B-4E6B-994D-B53D6DADB19D}">
      <dgm:prSet/>
      <dgm:spPr/>
      <dgm:t>
        <a:bodyPr/>
        <a:lstStyle/>
        <a:p>
          <a:endParaRPr lang="en-US"/>
        </a:p>
      </dgm:t>
    </dgm:pt>
    <dgm:pt modelId="{88630E80-3B03-4B29-B30D-42F503868CE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are calculated to add to the coinbase transaction</a:t>
          </a:r>
          <a:endParaRPr lang="en-US"/>
        </a:p>
      </dgm:t>
    </dgm:pt>
    <dgm:pt modelId="{18E14355-E198-4786-91D7-7DA54D3742A7}" type="parTrans" cxnId="{D1C9E811-E120-4B73-8EB8-4E59F64A16A2}">
      <dgm:prSet/>
      <dgm:spPr/>
      <dgm:t>
        <a:bodyPr/>
        <a:lstStyle/>
        <a:p>
          <a:endParaRPr lang="en-US"/>
        </a:p>
      </dgm:t>
    </dgm:pt>
    <dgm:pt modelId="{DDCB9DF6-7543-448B-B6B6-9836720ABFF8}" type="sibTrans" cxnId="{D1C9E811-E120-4B73-8EB8-4E59F64A16A2}">
      <dgm:prSet/>
      <dgm:spPr/>
      <dgm:t>
        <a:bodyPr/>
        <a:lstStyle/>
        <a:p>
          <a:endParaRPr lang="en-US"/>
        </a:p>
      </dgm:t>
    </dgm:pt>
    <dgm:pt modelId="{0CEE8052-2AA4-45CA-B758-BC894EFB7A4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Formula: </a:t>
          </a:r>
          <a:r>
            <a:rPr lang="en-US"/>
            <a:t>Total Fees = Sum(Inputs) - Sum(Outputs)</a:t>
          </a:r>
        </a:p>
      </dgm:t>
    </dgm:pt>
    <dgm:pt modelId="{EC6B2350-2762-46C5-89A7-7D33474DAB9F}" type="parTrans" cxnId="{8B2E2307-C4D2-4D9E-96A1-27A3770ACDC1}">
      <dgm:prSet/>
      <dgm:spPr/>
      <dgm:t>
        <a:bodyPr/>
        <a:lstStyle/>
        <a:p>
          <a:endParaRPr lang="en-US"/>
        </a:p>
      </dgm:t>
    </dgm:pt>
    <dgm:pt modelId="{9C7C669E-ECEF-4529-9B4E-E9203AAB1F19}" type="sibTrans" cxnId="{8B2E2307-C4D2-4D9E-96A1-27A3770ACDC1}">
      <dgm:prSet/>
      <dgm:spPr/>
      <dgm:t>
        <a:bodyPr/>
        <a:lstStyle/>
        <a:p>
          <a:endParaRPr lang="en-US"/>
        </a:p>
      </dgm:t>
    </dgm:pt>
    <dgm:pt modelId="{CB26928A-ADB5-4F22-9CD3-D27EC52D982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Reward as new bitcoins</a:t>
          </a:r>
          <a:endParaRPr lang="en-US"/>
        </a:p>
      </dgm:t>
    </dgm:pt>
    <dgm:pt modelId="{43D27E48-DFF0-49F0-936C-5490C38E2D6C}" type="parTrans" cxnId="{E67067B9-A4CB-46D2-A90D-6A76399CEE69}">
      <dgm:prSet/>
      <dgm:spPr/>
      <dgm:t>
        <a:bodyPr/>
        <a:lstStyle/>
        <a:p>
          <a:endParaRPr lang="en-US"/>
        </a:p>
      </dgm:t>
    </dgm:pt>
    <dgm:pt modelId="{D818A007-E564-49DB-8483-5F40B3AFD305}" type="sibTrans" cxnId="{E67067B9-A4CB-46D2-A90D-6A76399CEE69}">
      <dgm:prSet/>
      <dgm:spPr/>
      <dgm:t>
        <a:bodyPr/>
        <a:lstStyle/>
        <a:p>
          <a:endParaRPr lang="en-US"/>
        </a:p>
      </dgm:t>
    </dgm:pt>
    <dgm:pt modelId="{8DC04237-37DA-47BF-BED6-550BB7FD304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Based on block height</a:t>
          </a:r>
          <a:endParaRPr lang="en-US"/>
        </a:p>
      </dgm:t>
    </dgm:pt>
    <dgm:pt modelId="{62DB99D0-BBB2-4256-AD26-5A1E2470B828}" type="parTrans" cxnId="{D6D32B16-1B95-47F0-9AA5-AA2EAC1DE3AA}">
      <dgm:prSet/>
      <dgm:spPr/>
      <dgm:t>
        <a:bodyPr/>
        <a:lstStyle/>
        <a:p>
          <a:endParaRPr lang="en-US"/>
        </a:p>
      </dgm:t>
    </dgm:pt>
    <dgm:pt modelId="{879EDD74-B37E-4F17-BA26-CB5075DE6606}" type="sibTrans" cxnId="{D6D32B16-1B95-47F0-9AA5-AA2EAC1DE3AA}">
      <dgm:prSet/>
      <dgm:spPr/>
      <dgm:t>
        <a:bodyPr/>
        <a:lstStyle/>
        <a:p>
          <a:endParaRPr lang="en-US"/>
        </a:p>
      </dgm:t>
    </dgm:pt>
    <dgm:pt modelId="{18A7EF8C-A717-4ED2-BD34-230F86697C6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0-210 000: 50 Bitcoins (5 billion satoshis)</a:t>
          </a:r>
          <a:endParaRPr lang="en-US"/>
        </a:p>
      </dgm:t>
    </dgm:pt>
    <dgm:pt modelId="{005EF7F4-15C9-4D28-9115-B564E8A73661}" type="parTrans" cxnId="{BD7FA948-7E0C-40C6-A22B-20335E6549D5}">
      <dgm:prSet/>
      <dgm:spPr/>
      <dgm:t>
        <a:bodyPr/>
        <a:lstStyle/>
        <a:p>
          <a:endParaRPr lang="en-US"/>
        </a:p>
      </dgm:t>
    </dgm:pt>
    <dgm:pt modelId="{21F1A7D6-9A28-42FC-AEB0-B15D602BD553}" type="sibTrans" cxnId="{BD7FA948-7E0C-40C6-A22B-20335E6549D5}">
      <dgm:prSet/>
      <dgm:spPr/>
      <dgm:t>
        <a:bodyPr/>
        <a:lstStyle/>
        <a:p>
          <a:endParaRPr lang="en-US"/>
        </a:p>
      </dgm:t>
    </dgm:pt>
    <dgm:pt modelId="{3E330D47-5E6B-4F20-A661-5D001D1F40D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Reduced 50% every 210 000 blocks</a:t>
          </a:r>
          <a:endParaRPr lang="en-US"/>
        </a:p>
      </dgm:t>
    </dgm:pt>
    <dgm:pt modelId="{2016BAF6-F92F-43B2-8B11-2AF6AB9E823C}" type="parTrans" cxnId="{9E784CA4-4FC2-4D4B-BC2D-3FDC5AF57851}">
      <dgm:prSet/>
      <dgm:spPr/>
      <dgm:t>
        <a:bodyPr/>
        <a:lstStyle/>
        <a:p>
          <a:endParaRPr lang="en-US"/>
        </a:p>
      </dgm:t>
    </dgm:pt>
    <dgm:pt modelId="{6563B097-76DC-4214-96FF-5746F219609E}" type="sibTrans" cxnId="{9E784CA4-4FC2-4D4B-BC2D-3FDC5AF57851}">
      <dgm:prSet/>
      <dgm:spPr/>
      <dgm:t>
        <a:bodyPr/>
        <a:lstStyle/>
        <a:p>
          <a:endParaRPr lang="en-US"/>
        </a:p>
      </dgm:t>
    </dgm:pt>
    <dgm:pt modelId="{C05F58A2-3AD1-477C-9695-F3D586386B6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Function to show calculation</a:t>
          </a:r>
          <a:endParaRPr lang="en-US"/>
        </a:p>
      </dgm:t>
    </dgm:pt>
    <dgm:pt modelId="{B3ECB822-0E33-4C39-8B39-094F30B6820B}" type="parTrans" cxnId="{423ED2EB-4945-484B-B723-C6B3698DCF7B}">
      <dgm:prSet/>
      <dgm:spPr/>
      <dgm:t>
        <a:bodyPr/>
        <a:lstStyle/>
        <a:p>
          <a:endParaRPr lang="en-US"/>
        </a:p>
      </dgm:t>
    </dgm:pt>
    <dgm:pt modelId="{E2372C80-97A9-4776-B5DD-D72AEBB076DE}" type="sibTrans" cxnId="{423ED2EB-4945-484B-B723-C6B3698DCF7B}">
      <dgm:prSet/>
      <dgm:spPr/>
      <dgm:t>
        <a:bodyPr/>
        <a:lstStyle/>
        <a:p>
          <a:endParaRPr lang="en-US"/>
        </a:p>
      </dgm:t>
    </dgm:pt>
    <dgm:pt modelId="{D61F28FA-F72C-401B-8581-00960940B98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GetBlockSubsidy in the Bitcoin Core client</a:t>
          </a:r>
        </a:p>
      </dgm:t>
    </dgm:pt>
    <dgm:pt modelId="{F3869C7F-F1E7-409F-98B9-28A3FB5C8789}" type="parTrans" cxnId="{BE5213F2-C133-4A0E-89E8-0A616E68ACA0}">
      <dgm:prSet/>
      <dgm:spPr/>
      <dgm:t>
        <a:bodyPr/>
        <a:lstStyle/>
        <a:p>
          <a:endParaRPr lang="en-US"/>
        </a:p>
      </dgm:t>
    </dgm:pt>
    <dgm:pt modelId="{9434A88E-65AB-4DE1-804B-BC41FDEB6404}" type="sibTrans" cxnId="{BE5213F2-C133-4A0E-89E8-0A616E68ACA0}">
      <dgm:prSet/>
      <dgm:spPr/>
      <dgm:t>
        <a:bodyPr/>
        <a:lstStyle/>
        <a:p>
          <a:endParaRPr lang="en-US"/>
        </a:p>
      </dgm:t>
    </dgm:pt>
    <dgm:pt modelId="{C9B3D6C4-F75A-46AA-B152-9B4C3EAE3CD1}" type="pres">
      <dgm:prSet presAssocID="{9AABAF69-CF5C-48CD-AC05-C3B11991FEE0}" presName="root" presStyleCnt="0">
        <dgm:presLayoutVars>
          <dgm:dir/>
          <dgm:resizeHandles val="exact"/>
        </dgm:presLayoutVars>
      </dgm:prSet>
      <dgm:spPr/>
    </dgm:pt>
    <dgm:pt modelId="{F0DB7742-94E9-45C5-82B9-7741AE19BF62}" type="pres">
      <dgm:prSet presAssocID="{1ECC3961-D815-4B0B-9DF9-3740A06F093A}" presName="compNode" presStyleCnt="0"/>
      <dgm:spPr/>
    </dgm:pt>
    <dgm:pt modelId="{32589946-8A7C-4D85-BEBC-AA8B4B1D2004}" type="pres">
      <dgm:prSet presAssocID="{1ECC3961-D815-4B0B-9DF9-3740A06F093A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Hesap makinesi"/>
        </a:ext>
      </dgm:extLst>
    </dgm:pt>
    <dgm:pt modelId="{C25D50E1-91F3-4077-AA63-18BCD1481E3A}" type="pres">
      <dgm:prSet presAssocID="{1ECC3961-D815-4B0B-9DF9-3740A06F093A}" presName="iconSpace" presStyleCnt="0"/>
      <dgm:spPr/>
    </dgm:pt>
    <dgm:pt modelId="{9D504F9F-0E9E-4786-8729-8D47FA6BEB46}" type="pres">
      <dgm:prSet presAssocID="{1ECC3961-D815-4B0B-9DF9-3740A06F093A}" presName="parTx" presStyleLbl="revTx" presStyleIdx="0" presStyleCnt="6">
        <dgm:presLayoutVars>
          <dgm:chMax val="0"/>
          <dgm:chPref val="0"/>
        </dgm:presLayoutVars>
      </dgm:prSet>
      <dgm:spPr/>
    </dgm:pt>
    <dgm:pt modelId="{E827178F-9214-4BE2-BCF6-9CEB178D2C5A}" type="pres">
      <dgm:prSet presAssocID="{1ECC3961-D815-4B0B-9DF9-3740A06F093A}" presName="txSpace" presStyleCnt="0"/>
      <dgm:spPr/>
    </dgm:pt>
    <dgm:pt modelId="{D85DDB6C-B616-44CB-AB7B-BCAEC77C2133}" type="pres">
      <dgm:prSet presAssocID="{1ECC3961-D815-4B0B-9DF9-3740A06F093A}" presName="desTx" presStyleLbl="revTx" presStyleIdx="1" presStyleCnt="6">
        <dgm:presLayoutVars/>
      </dgm:prSet>
      <dgm:spPr/>
    </dgm:pt>
    <dgm:pt modelId="{176EC23E-F9CD-4402-A70E-4C419450CC88}" type="pres">
      <dgm:prSet presAssocID="{7CD18B31-EAB8-4228-8EA2-8B03B48BADE6}" presName="sibTrans" presStyleCnt="0"/>
      <dgm:spPr/>
    </dgm:pt>
    <dgm:pt modelId="{42E213DC-F049-4A87-B2CF-F389CDE8A85D}" type="pres">
      <dgm:prSet presAssocID="{CB26928A-ADB5-4F22-9CD3-D27EC52D9823}" presName="compNode" presStyleCnt="0"/>
      <dgm:spPr/>
    </dgm:pt>
    <dgm:pt modelId="{AD91975D-1367-4F76-9C58-232635F5ED3D}" type="pres">
      <dgm:prSet presAssocID="{CB26928A-ADB5-4F22-9CD3-D27EC52D9823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uşi"/>
        </a:ext>
      </dgm:extLst>
    </dgm:pt>
    <dgm:pt modelId="{40734249-5D7F-4DC0-A0A6-2C366EBBF64A}" type="pres">
      <dgm:prSet presAssocID="{CB26928A-ADB5-4F22-9CD3-D27EC52D9823}" presName="iconSpace" presStyleCnt="0"/>
      <dgm:spPr/>
    </dgm:pt>
    <dgm:pt modelId="{965AD7F8-BA98-4AAB-BC2B-580818C217ED}" type="pres">
      <dgm:prSet presAssocID="{CB26928A-ADB5-4F22-9CD3-D27EC52D9823}" presName="parTx" presStyleLbl="revTx" presStyleIdx="2" presStyleCnt="6">
        <dgm:presLayoutVars>
          <dgm:chMax val="0"/>
          <dgm:chPref val="0"/>
        </dgm:presLayoutVars>
      </dgm:prSet>
      <dgm:spPr/>
    </dgm:pt>
    <dgm:pt modelId="{2A049BD2-759F-4044-B276-73392748E559}" type="pres">
      <dgm:prSet presAssocID="{CB26928A-ADB5-4F22-9CD3-D27EC52D9823}" presName="txSpace" presStyleCnt="0"/>
      <dgm:spPr/>
    </dgm:pt>
    <dgm:pt modelId="{E9F37D4B-F0C2-4E45-A6D7-9E962E963741}" type="pres">
      <dgm:prSet presAssocID="{CB26928A-ADB5-4F22-9CD3-D27EC52D9823}" presName="desTx" presStyleLbl="revTx" presStyleIdx="3" presStyleCnt="6">
        <dgm:presLayoutVars/>
      </dgm:prSet>
      <dgm:spPr/>
    </dgm:pt>
    <dgm:pt modelId="{BEEF3877-DE4F-4270-A362-8332A6FF54F3}" type="pres">
      <dgm:prSet presAssocID="{D818A007-E564-49DB-8483-5F40B3AFD305}" presName="sibTrans" presStyleCnt="0"/>
      <dgm:spPr/>
    </dgm:pt>
    <dgm:pt modelId="{36703DF8-CD7D-4403-B66C-BEE7D53200AF}" type="pres">
      <dgm:prSet presAssocID="{C05F58A2-3AD1-477C-9695-F3D586386B6B}" presName="compNode" presStyleCnt="0"/>
      <dgm:spPr/>
    </dgm:pt>
    <dgm:pt modelId="{6610ED7F-F167-4BFB-A9E5-DE22778CCE32}" type="pres">
      <dgm:prSet presAssocID="{C05F58A2-3AD1-477C-9695-F3D586386B6B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lgisayar"/>
        </a:ext>
      </dgm:extLst>
    </dgm:pt>
    <dgm:pt modelId="{A04BFC01-490E-4186-B297-CD39F436633C}" type="pres">
      <dgm:prSet presAssocID="{C05F58A2-3AD1-477C-9695-F3D586386B6B}" presName="iconSpace" presStyleCnt="0"/>
      <dgm:spPr/>
    </dgm:pt>
    <dgm:pt modelId="{94DF7F1A-1268-4266-A632-0657FE099F9A}" type="pres">
      <dgm:prSet presAssocID="{C05F58A2-3AD1-477C-9695-F3D586386B6B}" presName="parTx" presStyleLbl="revTx" presStyleIdx="4" presStyleCnt="6">
        <dgm:presLayoutVars>
          <dgm:chMax val="0"/>
          <dgm:chPref val="0"/>
        </dgm:presLayoutVars>
      </dgm:prSet>
      <dgm:spPr/>
    </dgm:pt>
    <dgm:pt modelId="{77AFBFFD-1E5C-4B8D-AAC3-7F6FEFE51E59}" type="pres">
      <dgm:prSet presAssocID="{C05F58A2-3AD1-477C-9695-F3D586386B6B}" presName="txSpace" presStyleCnt="0"/>
      <dgm:spPr/>
    </dgm:pt>
    <dgm:pt modelId="{FDF6BDFF-3CA7-404F-95C4-F3C221DE9329}" type="pres">
      <dgm:prSet presAssocID="{C05F58A2-3AD1-477C-9695-F3D586386B6B}" presName="desTx" presStyleLbl="revTx" presStyleIdx="5" presStyleCnt="6">
        <dgm:presLayoutVars/>
      </dgm:prSet>
      <dgm:spPr/>
    </dgm:pt>
  </dgm:ptLst>
  <dgm:cxnLst>
    <dgm:cxn modelId="{C3CFB700-D357-4461-A0A8-357E96764EB7}" type="presOf" srcId="{8DC04237-37DA-47BF-BED6-550BB7FD3048}" destId="{E9F37D4B-F0C2-4E45-A6D7-9E962E963741}" srcOrd="0" destOrd="0" presId="urn:microsoft.com/office/officeart/2018/2/layout/IconLabelDescriptionList"/>
    <dgm:cxn modelId="{8B2E2307-C4D2-4D9E-96A1-27A3770ACDC1}" srcId="{1ECC3961-D815-4B0B-9DF9-3740A06F093A}" destId="{0CEE8052-2AA4-45CA-B758-BC894EFB7A47}" srcOrd="1" destOrd="0" parTransId="{EC6B2350-2762-46C5-89A7-7D33474DAB9F}" sibTransId="{9C7C669E-ECEF-4529-9B4E-E9203AAB1F19}"/>
    <dgm:cxn modelId="{D1C9E811-E120-4B73-8EB8-4E59F64A16A2}" srcId="{1ECC3961-D815-4B0B-9DF9-3740A06F093A}" destId="{88630E80-3B03-4B29-B30D-42F503868CE3}" srcOrd="0" destOrd="0" parTransId="{18E14355-E198-4786-91D7-7DA54D3742A7}" sibTransId="{DDCB9DF6-7543-448B-B6B6-9836720ABFF8}"/>
    <dgm:cxn modelId="{D6D32B16-1B95-47F0-9AA5-AA2EAC1DE3AA}" srcId="{CB26928A-ADB5-4F22-9CD3-D27EC52D9823}" destId="{8DC04237-37DA-47BF-BED6-550BB7FD3048}" srcOrd="0" destOrd="0" parTransId="{62DB99D0-BBB2-4256-AD26-5A1E2470B828}" sibTransId="{879EDD74-B37E-4F17-BA26-CB5075DE6606}"/>
    <dgm:cxn modelId="{31B30C33-5C52-4486-A895-6A9B62DCC327}" type="presOf" srcId="{18A7EF8C-A717-4ED2-BD34-230F86697C68}" destId="{E9F37D4B-F0C2-4E45-A6D7-9E962E963741}" srcOrd="0" destOrd="1" presId="urn:microsoft.com/office/officeart/2018/2/layout/IconLabelDescriptionList"/>
    <dgm:cxn modelId="{DFC0B038-096D-4EB2-97B1-BA316DFB285A}" type="presOf" srcId="{C05F58A2-3AD1-477C-9695-F3D586386B6B}" destId="{94DF7F1A-1268-4266-A632-0657FE099F9A}" srcOrd="0" destOrd="0" presId="urn:microsoft.com/office/officeart/2018/2/layout/IconLabelDescriptionList"/>
    <dgm:cxn modelId="{BD7FA948-7E0C-40C6-A22B-20335E6549D5}" srcId="{CB26928A-ADB5-4F22-9CD3-D27EC52D9823}" destId="{18A7EF8C-A717-4ED2-BD34-230F86697C68}" srcOrd="1" destOrd="0" parTransId="{005EF7F4-15C9-4D28-9115-B564E8A73661}" sibTransId="{21F1A7D6-9A28-42FC-AEB0-B15D602BD553}"/>
    <dgm:cxn modelId="{D4ED626E-5908-4F33-B297-DD1EDAC8A735}" type="presOf" srcId="{3E330D47-5E6B-4F20-A661-5D001D1F40D1}" destId="{E9F37D4B-F0C2-4E45-A6D7-9E962E963741}" srcOrd="0" destOrd="2" presId="urn:microsoft.com/office/officeart/2018/2/layout/IconLabelDescriptionList"/>
    <dgm:cxn modelId="{FD78BB79-A2E4-4CCA-9B1B-64BBF63C2D34}" type="presOf" srcId="{1ECC3961-D815-4B0B-9DF9-3740A06F093A}" destId="{9D504F9F-0E9E-4786-8729-8D47FA6BEB46}" srcOrd="0" destOrd="0" presId="urn:microsoft.com/office/officeart/2018/2/layout/IconLabelDescriptionList"/>
    <dgm:cxn modelId="{96CDF879-33A7-4B03-93CE-10F496C1A81B}" type="presOf" srcId="{9AABAF69-CF5C-48CD-AC05-C3B11991FEE0}" destId="{C9B3D6C4-F75A-46AA-B152-9B4C3EAE3CD1}" srcOrd="0" destOrd="0" presId="urn:microsoft.com/office/officeart/2018/2/layout/IconLabelDescriptionList"/>
    <dgm:cxn modelId="{F4C86A82-4C81-4DAE-850E-827A8CF63B63}" type="presOf" srcId="{CB26928A-ADB5-4F22-9CD3-D27EC52D9823}" destId="{965AD7F8-BA98-4AAB-BC2B-580818C217ED}" srcOrd="0" destOrd="0" presId="urn:microsoft.com/office/officeart/2018/2/layout/IconLabelDescriptionList"/>
    <dgm:cxn modelId="{20DB1E96-BF2B-4E6B-994D-B53D6DADB19D}" srcId="{9AABAF69-CF5C-48CD-AC05-C3B11991FEE0}" destId="{1ECC3961-D815-4B0B-9DF9-3740A06F093A}" srcOrd="0" destOrd="0" parTransId="{312B2E88-3E2C-4462-A862-6279317D2976}" sibTransId="{7CD18B31-EAB8-4228-8EA2-8B03B48BADE6}"/>
    <dgm:cxn modelId="{9E784CA4-4FC2-4D4B-BC2D-3FDC5AF57851}" srcId="{CB26928A-ADB5-4F22-9CD3-D27EC52D9823}" destId="{3E330D47-5E6B-4F20-A661-5D001D1F40D1}" srcOrd="2" destOrd="0" parTransId="{2016BAF6-F92F-43B2-8B11-2AF6AB9E823C}" sibTransId="{6563B097-76DC-4214-96FF-5746F219609E}"/>
    <dgm:cxn modelId="{E67067B9-A4CB-46D2-A90D-6A76399CEE69}" srcId="{9AABAF69-CF5C-48CD-AC05-C3B11991FEE0}" destId="{CB26928A-ADB5-4F22-9CD3-D27EC52D9823}" srcOrd="1" destOrd="0" parTransId="{43D27E48-DFF0-49F0-936C-5490C38E2D6C}" sibTransId="{D818A007-E564-49DB-8483-5F40B3AFD305}"/>
    <dgm:cxn modelId="{91AE80C2-F8EC-4124-8DDE-1CF79942CC12}" type="presOf" srcId="{D61F28FA-F72C-401B-8581-00960940B98A}" destId="{FDF6BDFF-3CA7-404F-95C4-F3C221DE9329}" srcOrd="0" destOrd="0" presId="urn:microsoft.com/office/officeart/2018/2/layout/IconLabelDescriptionList"/>
    <dgm:cxn modelId="{30ABFCC7-1F95-42B3-A957-BAA6E0D6467C}" type="presOf" srcId="{0CEE8052-2AA4-45CA-B758-BC894EFB7A47}" destId="{D85DDB6C-B616-44CB-AB7B-BCAEC77C2133}" srcOrd="0" destOrd="1" presId="urn:microsoft.com/office/officeart/2018/2/layout/IconLabelDescriptionList"/>
    <dgm:cxn modelId="{34BEFAE5-864C-4D85-8D3A-5B5B5A5648E5}" type="presOf" srcId="{88630E80-3B03-4B29-B30D-42F503868CE3}" destId="{D85DDB6C-B616-44CB-AB7B-BCAEC77C2133}" srcOrd="0" destOrd="0" presId="urn:microsoft.com/office/officeart/2018/2/layout/IconLabelDescriptionList"/>
    <dgm:cxn modelId="{423ED2EB-4945-484B-B723-C6B3698DCF7B}" srcId="{9AABAF69-CF5C-48CD-AC05-C3B11991FEE0}" destId="{C05F58A2-3AD1-477C-9695-F3D586386B6B}" srcOrd="2" destOrd="0" parTransId="{B3ECB822-0E33-4C39-8B39-094F30B6820B}" sibTransId="{E2372C80-97A9-4776-B5DD-D72AEBB076DE}"/>
    <dgm:cxn modelId="{BE5213F2-C133-4A0E-89E8-0A616E68ACA0}" srcId="{C05F58A2-3AD1-477C-9695-F3D586386B6B}" destId="{D61F28FA-F72C-401B-8581-00960940B98A}" srcOrd="0" destOrd="0" parTransId="{F3869C7F-F1E7-409F-98B9-28A3FB5C8789}" sibTransId="{9434A88E-65AB-4DE1-804B-BC41FDEB6404}"/>
    <dgm:cxn modelId="{E13F55C5-F1D3-485B-AB80-1C63873A76D7}" type="presParOf" srcId="{C9B3D6C4-F75A-46AA-B152-9B4C3EAE3CD1}" destId="{F0DB7742-94E9-45C5-82B9-7741AE19BF62}" srcOrd="0" destOrd="0" presId="urn:microsoft.com/office/officeart/2018/2/layout/IconLabelDescriptionList"/>
    <dgm:cxn modelId="{6147131D-CE64-4B6B-9A08-EA45F05CF09B}" type="presParOf" srcId="{F0DB7742-94E9-45C5-82B9-7741AE19BF62}" destId="{32589946-8A7C-4D85-BEBC-AA8B4B1D2004}" srcOrd="0" destOrd="0" presId="urn:microsoft.com/office/officeart/2018/2/layout/IconLabelDescriptionList"/>
    <dgm:cxn modelId="{A4BE8FCA-385A-4EA1-858F-F17D55110CAA}" type="presParOf" srcId="{F0DB7742-94E9-45C5-82B9-7741AE19BF62}" destId="{C25D50E1-91F3-4077-AA63-18BCD1481E3A}" srcOrd="1" destOrd="0" presId="urn:microsoft.com/office/officeart/2018/2/layout/IconLabelDescriptionList"/>
    <dgm:cxn modelId="{A7F1928C-68E4-40DF-BFEB-62F4D9929130}" type="presParOf" srcId="{F0DB7742-94E9-45C5-82B9-7741AE19BF62}" destId="{9D504F9F-0E9E-4786-8729-8D47FA6BEB46}" srcOrd="2" destOrd="0" presId="urn:microsoft.com/office/officeart/2018/2/layout/IconLabelDescriptionList"/>
    <dgm:cxn modelId="{77F86836-5A02-4185-AEEF-A7C79E869AA4}" type="presParOf" srcId="{F0DB7742-94E9-45C5-82B9-7741AE19BF62}" destId="{E827178F-9214-4BE2-BCF6-9CEB178D2C5A}" srcOrd="3" destOrd="0" presId="urn:microsoft.com/office/officeart/2018/2/layout/IconLabelDescriptionList"/>
    <dgm:cxn modelId="{923F8388-6B5B-4628-9E4C-6146912233A7}" type="presParOf" srcId="{F0DB7742-94E9-45C5-82B9-7741AE19BF62}" destId="{D85DDB6C-B616-44CB-AB7B-BCAEC77C2133}" srcOrd="4" destOrd="0" presId="urn:microsoft.com/office/officeart/2018/2/layout/IconLabelDescriptionList"/>
    <dgm:cxn modelId="{A9B3549F-008C-45D0-9F0C-1C0D9240D4C7}" type="presParOf" srcId="{C9B3D6C4-F75A-46AA-B152-9B4C3EAE3CD1}" destId="{176EC23E-F9CD-4402-A70E-4C419450CC88}" srcOrd="1" destOrd="0" presId="urn:microsoft.com/office/officeart/2018/2/layout/IconLabelDescriptionList"/>
    <dgm:cxn modelId="{944A180E-E5AA-4D04-B3FE-B7AFB0AADDCC}" type="presParOf" srcId="{C9B3D6C4-F75A-46AA-B152-9B4C3EAE3CD1}" destId="{42E213DC-F049-4A87-B2CF-F389CDE8A85D}" srcOrd="2" destOrd="0" presId="urn:microsoft.com/office/officeart/2018/2/layout/IconLabelDescriptionList"/>
    <dgm:cxn modelId="{E829B92C-DCD3-4B0F-88F0-C84A1E55ACF6}" type="presParOf" srcId="{42E213DC-F049-4A87-B2CF-F389CDE8A85D}" destId="{AD91975D-1367-4F76-9C58-232635F5ED3D}" srcOrd="0" destOrd="0" presId="urn:microsoft.com/office/officeart/2018/2/layout/IconLabelDescriptionList"/>
    <dgm:cxn modelId="{9DAE1BE1-509F-4EC0-A771-FA19F2FF0007}" type="presParOf" srcId="{42E213DC-F049-4A87-B2CF-F389CDE8A85D}" destId="{40734249-5D7F-4DC0-A0A6-2C366EBBF64A}" srcOrd="1" destOrd="0" presId="urn:microsoft.com/office/officeart/2018/2/layout/IconLabelDescriptionList"/>
    <dgm:cxn modelId="{B8867A74-1127-45F1-A1BA-24924D912A83}" type="presParOf" srcId="{42E213DC-F049-4A87-B2CF-F389CDE8A85D}" destId="{965AD7F8-BA98-4AAB-BC2B-580818C217ED}" srcOrd="2" destOrd="0" presId="urn:microsoft.com/office/officeart/2018/2/layout/IconLabelDescriptionList"/>
    <dgm:cxn modelId="{4243B5D1-A7DE-40E4-ADCE-317F7AA385D8}" type="presParOf" srcId="{42E213DC-F049-4A87-B2CF-F389CDE8A85D}" destId="{2A049BD2-759F-4044-B276-73392748E559}" srcOrd="3" destOrd="0" presId="urn:microsoft.com/office/officeart/2018/2/layout/IconLabelDescriptionList"/>
    <dgm:cxn modelId="{6654B094-EAC2-4562-9181-6BAC3490667F}" type="presParOf" srcId="{42E213DC-F049-4A87-B2CF-F389CDE8A85D}" destId="{E9F37D4B-F0C2-4E45-A6D7-9E962E963741}" srcOrd="4" destOrd="0" presId="urn:microsoft.com/office/officeart/2018/2/layout/IconLabelDescriptionList"/>
    <dgm:cxn modelId="{9292A2E3-876A-47D8-84E0-67B8A87976B9}" type="presParOf" srcId="{C9B3D6C4-F75A-46AA-B152-9B4C3EAE3CD1}" destId="{BEEF3877-DE4F-4270-A362-8332A6FF54F3}" srcOrd="3" destOrd="0" presId="urn:microsoft.com/office/officeart/2018/2/layout/IconLabelDescriptionList"/>
    <dgm:cxn modelId="{2A9F8B78-2CBB-432E-BC90-818DDC6425A3}" type="presParOf" srcId="{C9B3D6C4-F75A-46AA-B152-9B4C3EAE3CD1}" destId="{36703DF8-CD7D-4403-B66C-BEE7D53200AF}" srcOrd="4" destOrd="0" presId="urn:microsoft.com/office/officeart/2018/2/layout/IconLabelDescriptionList"/>
    <dgm:cxn modelId="{2D08B232-9528-43D4-8905-87FB94131517}" type="presParOf" srcId="{36703DF8-CD7D-4403-B66C-BEE7D53200AF}" destId="{6610ED7F-F167-4BFB-A9E5-DE22778CCE32}" srcOrd="0" destOrd="0" presId="urn:microsoft.com/office/officeart/2018/2/layout/IconLabelDescriptionList"/>
    <dgm:cxn modelId="{72AA3B41-5781-46E6-A25B-04D573EDA455}" type="presParOf" srcId="{36703DF8-CD7D-4403-B66C-BEE7D53200AF}" destId="{A04BFC01-490E-4186-B297-CD39F436633C}" srcOrd="1" destOrd="0" presId="urn:microsoft.com/office/officeart/2018/2/layout/IconLabelDescriptionList"/>
    <dgm:cxn modelId="{2A76D8F9-C8F9-4D00-B234-324EF49249AC}" type="presParOf" srcId="{36703DF8-CD7D-4403-B66C-BEE7D53200AF}" destId="{94DF7F1A-1268-4266-A632-0657FE099F9A}" srcOrd="2" destOrd="0" presId="urn:microsoft.com/office/officeart/2018/2/layout/IconLabelDescriptionList"/>
    <dgm:cxn modelId="{88F33F1B-77C9-4DC0-8D51-9160B65B8DD0}" type="presParOf" srcId="{36703DF8-CD7D-4403-B66C-BEE7D53200AF}" destId="{77AFBFFD-1E5C-4B8D-AAC3-7F6FEFE51E59}" srcOrd="3" destOrd="0" presId="urn:microsoft.com/office/officeart/2018/2/layout/IconLabelDescriptionList"/>
    <dgm:cxn modelId="{1BC43F19-B390-4835-85CA-B4512CCEE541}" type="presParOf" srcId="{36703DF8-CD7D-4403-B66C-BEE7D53200AF}" destId="{FDF6BDFF-3CA7-404F-95C4-F3C221DE9329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4.xml><?xml version="1.0" encoding="utf-8"?>
<dgm:dataModel xmlns:dgm="http://schemas.openxmlformats.org/drawingml/2006/diagram" xmlns:a="http://schemas.openxmlformats.org/drawingml/2006/main">
  <dgm:ptLst>
    <dgm:pt modelId="{9AABAF69-CF5C-48CD-AC05-C3B11991FEE0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1ECC3961-D815-4B0B-9DF9-3740A06F093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64 Halving</a:t>
          </a:r>
          <a:endParaRPr lang="en-US" dirty="0"/>
        </a:p>
      </dgm:t>
    </dgm:pt>
    <dgm:pt modelId="{312B2E88-3E2C-4462-A862-6279317D2976}" type="parTrans" cxnId="{20DB1E96-BF2B-4E6B-994D-B53D6DADB19D}">
      <dgm:prSet/>
      <dgm:spPr/>
      <dgm:t>
        <a:bodyPr/>
        <a:lstStyle/>
        <a:p>
          <a:endParaRPr lang="en-US"/>
        </a:p>
      </dgm:t>
    </dgm:pt>
    <dgm:pt modelId="{7CD18B31-EAB8-4228-8EA2-8B03B48BADE6}" type="sibTrans" cxnId="{20DB1E96-BF2B-4E6B-994D-B53D6DADB19D}">
      <dgm:prSet/>
      <dgm:spPr/>
      <dgm:t>
        <a:bodyPr/>
        <a:lstStyle/>
        <a:p>
          <a:endParaRPr lang="en-US"/>
        </a:p>
      </dgm:t>
    </dgm:pt>
    <dgm:pt modelId="{8C3C69F7-115B-4E8A-A6F8-0A0044C64D4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maximum </a:t>
          </a:r>
          <a:r>
            <a:rPr lang="en-US"/>
            <a:t>number of halvings allowed is 64</a:t>
          </a:r>
        </a:p>
      </dgm:t>
    </dgm:pt>
    <dgm:pt modelId="{E9E9D072-F422-4ACD-B1E7-F948D2D464BD}" type="parTrans" cxnId="{A2C091A1-9167-4BFB-8B11-71C96E3CCF84}">
      <dgm:prSet/>
      <dgm:spPr/>
      <dgm:t>
        <a:bodyPr/>
        <a:lstStyle/>
        <a:p>
          <a:endParaRPr lang="tr-TR"/>
        </a:p>
      </dgm:t>
    </dgm:pt>
    <dgm:pt modelId="{EEC6930D-856D-4F85-A3F9-53675F52AAA4}" type="sibTrans" cxnId="{A2C091A1-9167-4BFB-8B11-71C96E3CCF84}">
      <dgm:prSet/>
      <dgm:spPr/>
      <dgm:t>
        <a:bodyPr/>
        <a:lstStyle/>
        <a:p>
          <a:endParaRPr lang="tr-TR"/>
        </a:p>
      </dgm:t>
    </dgm:pt>
    <dgm:pt modelId="{25B2EE0B-BDB2-4C3F-8ADA-75454EF8A56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zero reward</a:t>
          </a:r>
          <a:r>
            <a:rPr lang="tr-TR"/>
            <a:t> </a:t>
          </a:r>
          <a:r>
            <a:rPr lang="en-US"/>
            <a:t>if the 64 halvings is exceeded</a:t>
          </a:r>
        </a:p>
      </dgm:t>
    </dgm:pt>
    <dgm:pt modelId="{5F4C2A2E-C9B2-4FD8-A68D-E9804BC872EB}" type="parTrans" cxnId="{F931392B-EBA5-4FE9-B8DD-DBAD412C9C01}">
      <dgm:prSet/>
      <dgm:spPr/>
      <dgm:t>
        <a:bodyPr/>
        <a:lstStyle/>
        <a:p>
          <a:endParaRPr lang="tr-TR"/>
        </a:p>
      </dgm:t>
    </dgm:pt>
    <dgm:pt modelId="{83A95DEA-67CD-4EB9-9C6C-A867886EB402}" type="sibTrans" cxnId="{F931392B-EBA5-4FE9-B8DD-DBAD412C9C01}">
      <dgm:prSet/>
      <dgm:spPr/>
      <dgm:t>
        <a:bodyPr/>
        <a:lstStyle/>
        <a:p>
          <a:endParaRPr lang="tr-TR"/>
        </a:p>
      </dgm:t>
    </dgm:pt>
    <dgm:pt modelId="{093C735E-63E3-4A55-9559-230E5D769B4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nSubsidy</a:t>
          </a:r>
          <a:endParaRPr lang="en-US"/>
        </a:p>
      </dgm:t>
    </dgm:pt>
    <dgm:pt modelId="{19972741-6D2B-4080-B559-57423F5B57CD}" type="parTrans" cxnId="{FC7C08A0-CC35-4ED9-801D-267A0C304308}">
      <dgm:prSet/>
      <dgm:spPr/>
      <dgm:t>
        <a:bodyPr/>
        <a:lstStyle/>
        <a:p>
          <a:endParaRPr lang="tr-TR"/>
        </a:p>
      </dgm:t>
    </dgm:pt>
    <dgm:pt modelId="{53C69030-FD67-4528-9E85-8387DBD70A0F}" type="sibTrans" cxnId="{FC7C08A0-CC35-4ED9-801D-267A0C304308}">
      <dgm:prSet/>
      <dgm:spPr/>
      <dgm:t>
        <a:bodyPr/>
        <a:lstStyle/>
        <a:p>
          <a:endParaRPr lang="tr-TR"/>
        </a:p>
      </dgm:t>
    </dgm:pt>
    <dgm:pt modelId="{26B6EAC3-7276-46E4-BE1D-31E1AB535A9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coinbase reward</a:t>
          </a:r>
          <a:endParaRPr lang="en-US"/>
        </a:p>
      </dgm:t>
    </dgm:pt>
    <dgm:pt modelId="{2F4E0FB3-6C1D-4538-915A-3317C4418092}" type="parTrans" cxnId="{C839AD06-87FA-4B80-B65D-798B7A1617C9}">
      <dgm:prSet/>
      <dgm:spPr/>
      <dgm:t>
        <a:bodyPr/>
        <a:lstStyle/>
        <a:p>
          <a:endParaRPr lang="tr-TR"/>
        </a:p>
      </dgm:t>
    </dgm:pt>
    <dgm:pt modelId="{7E7F35A6-446E-47AB-958C-4320A32A49F4}" type="sibTrans" cxnId="{C839AD06-87FA-4B80-B65D-798B7A1617C9}">
      <dgm:prSet/>
      <dgm:spPr/>
      <dgm:t>
        <a:bodyPr/>
        <a:lstStyle/>
        <a:p>
          <a:endParaRPr lang="tr-TR"/>
        </a:p>
      </dgm:t>
    </dgm:pt>
    <dgm:pt modelId="{6BB501C8-DFE0-4069-B02D-A340CF6FCD2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Miner’s</a:t>
          </a:r>
          <a:r>
            <a:rPr lang="tr-TR" dirty="0"/>
            <a:t> </a:t>
          </a:r>
          <a:r>
            <a:rPr lang="tr-TR" dirty="0" err="1"/>
            <a:t>earning</a:t>
          </a:r>
          <a:endParaRPr lang="en-US" dirty="0"/>
        </a:p>
      </dgm:t>
    </dgm:pt>
    <dgm:pt modelId="{918EE7FB-B952-41D1-A54F-9720F221F843}" type="parTrans" cxnId="{EBBB48F6-2D28-4813-B465-51F82CF181D1}">
      <dgm:prSet/>
      <dgm:spPr/>
      <dgm:t>
        <a:bodyPr/>
        <a:lstStyle/>
        <a:p>
          <a:endParaRPr lang="tr-TR"/>
        </a:p>
      </dgm:t>
    </dgm:pt>
    <dgm:pt modelId="{298EDBA4-0CEA-4954-846A-B2E2FD0960C3}" type="sibTrans" cxnId="{EBBB48F6-2D28-4813-B465-51F82CF181D1}">
      <dgm:prSet/>
      <dgm:spPr/>
      <dgm:t>
        <a:bodyPr/>
        <a:lstStyle/>
        <a:p>
          <a:endParaRPr lang="tr-TR"/>
        </a:p>
      </dgm:t>
    </dgm:pt>
    <dgm:pt modelId="{342D07B4-D346-4504-9987-AF51439C949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Total </a:t>
          </a:r>
          <a:r>
            <a:rPr lang="tr-TR" dirty="0" err="1"/>
            <a:t>Fees</a:t>
          </a:r>
          <a:r>
            <a:rPr lang="tr-TR" dirty="0"/>
            <a:t> + </a:t>
          </a: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Coinbase</a:t>
          </a:r>
          <a:r>
            <a:rPr lang="tr-TR" dirty="0"/>
            <a:t> </a:t>
          </a:r>
          <a:r>
            <a:rPr lang="tr-TR" dirty="0" err="1"/>
            <a:t>reward</a:t>
          </a:r>
          <a:endParaRPr lang="en-US" dirty="0"/>
        </a:p>
      </dgm:t>
    </dgm:pt>
    <dgm:pt modelId="{C327DE92-73C4-4101-BE60-B92C1D40EE6C}" type="parTrans" cxnId="{8C57D528-BD20-4E04-9F5E-5350F237E4A1}">
      <dgm:prSet/>
      <dgm:spPr/>
      <dgm:t>
        <a:bodyPr/>
        <a:lstStyle/>
        <a:p>
          <a:endParaRPr lang="tr-TR"/>
        </a:p>
      </dgm:t>
    </dgm:pt>
    <dgm:pt modelId="{FD92CDC0-64F2-449D-8C76-02B699A0FED8}" type="sibTrans" cxnId="{8C57D528-BD20-4E04-9F5E-5350F237E4A1}">
      <dgm:prSet/>
      <dgm:spPr/>
      <dgm:t>
        <a:bodyPr/>
        <a:lstStyle/>
        <a:p>
          <a:endParaRPr lang="tr-TR"/>
        </a:p>
      </dgm:t>
    </dgm:pt>
    <dgm:pt modelId="{C9B3D6C4-F75A-46AA-B152-9B4C3EAE3CD1}" type="pres">
      <dgm:prSet presAssocID="{9AABAF69-CF5C-48CD-AC05-C3B11991FEE0}" presName="root" presStyleCnt="0">
        <dgm:presLayoutVars>
          <dgm:dir/>
          <dgm:resizeHandles val="exact"/>
        </dgm:presLayoutVars>
      </dgm:prSet>
      <dgm:spPr/>
    </dgm:pt>
    <dgm:pt modelId="{F0DB7742-94E9-45C5-82B9-7741AE19BF62}" type="pres">
      <dgm:prSet presAssocID="{1ECC3961-D815-4B0B-9DF9-3740A06F093A}" presName="compNode" presStyleCnt="0"/>
      <dgm:spPr/>
    </dgm:pt>
    <dgm:pt modelId="{32589946-8A7C-4D85-BEBC-AA8B4B1D2004}" type="pres">
      <dgm:prSet presAssocID="{1ECC3961-D815-4B0B-9DF9-3740A06F093A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Hesap makinesi"/>
        </a:ext>
      </dgm:extLst>
    </dgm:pt>
    <dgm:pt modelId="{C25D50E1-91F3-4077-AA63-18BCD1481E3A}" type="pres">
      <dgm:prSet presAssocID="{1ECC3961-D815-4B0B-9DF9-3740A06F093A}" presName="iconSpace" presStyleCnt="0"/>
      <dgm:spPr/>
    </dgm:pt>
    <dgm:pt modelId="{9D504F9F-0E9E-4786-8729-8D47FA6BEB46}" type="pres">
      <dgm:prSet presAssocID="{1ECC3961-D815-4B0B-9DF9-3740A06F093A}" presName="parTx" presStyleLbl="revTx" presStyleIdx="0" presStyleCnt="6">
        <dgm:presLayoutVars>
          <dgm:chMax val="0"/>
          <dgm:chPref val="0"/>
        </dgm:presLayoutVars>
      </dgm:prSet>
      <dgm:spPr/>
    </dgm:pt>
    <dgm:pt modelId="{E827178F-9214-4BE2-BCF6-9CEB178D2C5A}" type="pres">
      <dgm:prSet presAssocID="{1ECC3961-D815-4B0B-9DF9-3740A06F093A}" presName="txSpace" presStyleCnt="0"/>
      <dgm:spPr/>
    </dgm:pt>
    <dgm:pt modelId="{D85DDB6C-B616-44CB-AB7B-BCAEC77C2133}" type="pres">
      <dgm:prSet presAssocID="{1ECC3961-D815-4B0B-9DF9-3740A06F093A}" presName="desTx" presStyleLbl="revTx" presStyleIdx="1" presStyleCnt="6">
        <dgm:presLayoutVars/>
      </dgm:prSet>
      <dgm:spPr/>
    </dgm:pt>
    <dgm:pt modelId="{176EC23E-F9CD-4402-A70E-4C419450CC88}" type="pres">
      <dgm:prSet presAssocID="{7CD18B31-EAB8-4228-8EA2-8B03B48BADE6}" presName="sibTrans" presStyleCnt="0"/>
      <dgm:spPr/>
    </dgm:pt>
    <dgm:pt modelId="{7D032E40-F7DF-4B2E-92B2-D26AAC335948}" type="pres">
      <dgm:prSet presAssocID="{093C735E-63E3-4A55-9559-230E5D769B4F}" presName="compNode" presStyleCnt="0"/>
      <dgm:spPr/>
    </dgm:pt>
    <dgm:pt modelId="{31543C9A-A807-4D09-84F0-48D8CD0F2C5A}" type="pres">
      <dgm:prSet presAssocID="{093C735E-63E3-4A55-9559-230E5D769B4F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Matematik"/>
        </a:ext>
      </dgm:extLst>
    </dgm:pt>
    <dgm:pt modelId="{42650D78-1096-4698-984D-532613362EB4}" type="pres">
      <dgm:prSet presAssocID="{093C735E-63E3-4A55-9559-230E5D769B4F}" presName="iconSpace" presStyleCnt="0"/>
      <dgm:spPr/>
    </dgm:pt>
    <dgm:pt modelId="{F069A3EC-5050-4B70-9B97-7D749FD58B9D}" type="pres">
      <dgm:prSet presAssocID="{093C735E-63E3-4A55-9559-230E5D769B4F}" presName="parTx" presStyleLbl="revTx" presStyleIdx="2" presStyleCnt="6">
        <dgm:presLayoutVars>
          <dgm:chMax val="0"/>
          <dgm:chPref val="0"/>
        </dgm:presLayoutVars>
      </dgm:prSet>
      <dgm:spPr/>
    </dgm:pt>
    <dgm:pt modelId="{A51E4C67-5D74-49E4-B5E9-C3AFBC496C29}" type="pres">
      <dgm:prSet presAssocID="{093C735E-63E3-4A55-9559-230E5D769B4F}" presName="txSpace" presStyleCnt="0"/>
      <dgm:spPr/>
    </dgm:pt>
    <dgm:pt modelId="{5A66E91F-94AD-46E9-A510-99D300EA92AA}" type="pres">
      <dgm:prSet presAssocID="{093C735E-63E3-4A55-9559-230E5D769B4F}" presName="desTx" presStyleLbl="revTx" presStyleIdx="3" presStyleCnt="6">
        <dgm:presLayoutVars/>
      </dgm:prSet>
      <dgm:spPr/>
    </dgm:pt>
    <dgm:pt modelId="{D67DE6B1-E470-40E1-9BA5-7C6B5C4AF175}" type="pres">
      <dgm:prSet presAssocID="{53C69030-FD67-4528-9E85-8387DBD70A0F}" presName="sibTrans" presStyleCnt="0"/>
      <dgm:spPr/>
    </dgm:pt>
    <dgm:pt modelId="{E0C4C015-7BC1-4863-94F8-69E0FCA05828}" type="pres">
      <dgm:prSet presAssocID="{6BB501C8-DFE0-4069-B02D-A340CF6FCD29}" presName="compNode" presStyleCnt="0"/>
      <dgm:spPr/>
    </dgm:pt>
    <dgm:pt modelId="{49325B5B-F6A8-40C3-86B7-9197C73315D4}" type="pres">
      <dgm:prSet presAssocID="{6BB501C8-DFE0-4069-B02D-A340CF6FCD29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Madencilik araçları"/>
        </a:ext>
      </dgm:extLst>
    </dgm:pt>
    <dgm:pt modelId="{CDA21AE2-F51D-469A-B008-C74EDA2B5925}" type="pres">
      <dgm:prSet presAssocID="{6BB501C8-DFE0-4069-B02D-A340CF6FCD29}" presName="iconSpace" presStyleCnt="0"/>
      <dgm:spPr/>
    </dgm:pt>
    <dgm:pt modelId="{22BEE137-81D3-4927-9A51-84D74EAF360B}" type="pres">
      <dgm:prSet presAssocID="{6BB501C8-DFE0-4069-B02D-A340CF6FCD29}" presName="parTx" presStyleLbl="revTx" presStyleIdx="4" presStyleCnt="6">
        <dgm:presLayoutVars>
          <dgm:chMax val="0"/>
          <dgm:chPref val="0"/>
        </dgm:presLayoutVars>
      </dgm:prSet>
      <dgm:spPr/>
    </dgm:pt>
    <dgm:pt modelId="{42C267B3-C978-4086-B8D0-0FB628072FEB}" type="pres">
      <dgm:prSet presAssocID="{6BB501C8-DFE0-4069-B02D-A340CF6FCD29}" presName="txSpace" presStyleCnt="0"/>
      <dgm:spPr/>
    </dgm:pt>
    <dgm:pt modelId="{A75AC347-8ABB-4DF0-A2B3-DC39E0A9FC56}" type="pres">
      <dgm:prSet presAssocID="{6BB501C8-DFE0-4069-B02D-A340CF6FCD29}" presName="desTx" presStyleLbl="revTx" presStyleIdx="5" presStyleCnt="6">
        <dgm:presLayoutVars/>
      </dgm:prSet>
      <dgm:spPr/>
    </dgm:pt>
  </dgm:ptLst>
  <dgm:cxnLst>
    <dgm:cxn modelId="{C839AD06-87FA-4B80-B65D-798B7A1617C9}" srcId="{093C735E-63E3-4A55-9559-230E5D769B4F}" destId="{26B6EAC3-7276-46E4-BE1D-31E1AB535A94}" srcOrd="0" destOrd="0" parTransId="{2F4E0FB3-6C1D-4538-915A-3317C4418092}" sibTransId="{7E7F35A6-446E-47AB-958C-4320A32A49F4}"/>
    <dgm:cxn modelId="{8C57D528-BD20-4E04-9F5E-5350F237E4A1}" srcId="{6BB501C8-DFE0-4069-B02D-A340CF6FCD29}" destId="{342D07B4-D346-4504-9987-AF51439C9490}" srcOrd="0" destOrd="0" parTransId="{C327DE92-73C4-4101-BE60-B92C1D40EE6C}" sibTransId="{FD92CDC0-64F2-449D-8C76-02B699A0FED8}"/>
    <dgm:cxn modelId="{F931392B-EBA5-4FE9-B8DD-DBAD412C9C01}" srcId="{1ECC3961-D815-4B0B-9DF9-3740A06F093A}" destId="{25B2EE0B-BDB2-4C3F-8ADA-75454EF8A565}" srcOrd="1" destOrd="0" parTransId="{5F4C2A2E-C9B2-4FD8-A68D-E9804BC872EB}" sibTransId="{83A95DEA-67CD-4EB9-9C6C-A867886EB402}"/>
    <dgm:cxn modelId="{15321A40-9854-4764-B9C3-96F936E4E7C5}" type="presOf" srcId="{26B6EAC3-7276-46E4-BE1D-31E1AB535A94}" destId="{5A66E91F-94AD-46E9-A510-99D300EA92AA}" srcOrd="0" destOrd="0" presId="urn:microsoft.com/office/officeart/2018/2/layout/IconLabelDescriptionList"/>
    <dgm:cxn modelId="{66261E5B-7D0F-4395-A340-8B3DCF28692D}" type="presOf" srcId="{8C3C69F7-115B-4E8A-A6F8-0A0044C64D4B}" destId="{D85DDB6C-B616-44CB-AB7B-BCAEC77C2133}" srcOrd="0" destOrd="0" presId="urn:microsoft.com/office/officeart/2018/2/layout/IconLabelDescriptionList"/>
    <dgm:cxn modelId="{A8BB6252-31DD-428B-9FC7-11EAEA324B8A}" type="presOf" srcId="{093C735E-63E3-4A55-9559-230E5D769B4F}" destId="{F069A3EC-5050-4B70-9B97-7D749FD58B9D}" srcOrd="0" destOrd="0" presId="urn:microsoft.com/office/officeart/2018/2/layout/IconLabelDescriptionList"/>
    <dgm:cxn modelId="{FD78BB79-A2E4-4CCA-9B1B-64BBF63C2D34}" type="presOf" srcId="{1ECC3961-D815-4B0B-9DF9-3740A06F093A}" destId="{9D504F9F-0E9E-4786-8729-8D47FA6BEB46}" srcOrd="0" destOrd="0" presId="urn:microsoft.com/office/officeart/2018/2/layout/IconLabelDescriptionList"/>
    <dgm:cxn modelId="{96CDF879-33A7-4B03-93CE-10F496C1A81B}" type="presOf" srcId="{9AABAF69-CF5C-48CD-AC05-C3B11991FEE0}" destId="{C9B3D6C4-F75A-46AA-B152-9B4C3EAE3CD1}" srcOrd="0" destOrd="0" presId="urn:microsoft.com/office/officeart/2018/2/layout/IconLabelDescriptionList"/>
    <dgm:cxn modelId="{20DB1E96-BF2B-4E6B-994D-B53D6DADB19D}" srcId="{9AABAF69-CF5C-48CD-AC05-C3B11991FEE0}" destId="{1ECC3961-D815-4B0B-9DF9-3740A06F093A}" srcOrd="0" destOrd="0" parTransId="{312B2E88-3E2C-4462-A862-6279317D2976}" sibTransId="{7CD18B31-EAB8-4228-8EA2-8B03B48BADE6}"/>
    <dgm:cxn modelId="{FC7C08A0-CC35-4ED9-801D-267A0C304308}" srcId="{9AABAF69-CF5C-48CD-AC05-C3B11991FEE0}" destId="{093C735E-63E3-4A55-9559-230E5D769B4F}" srcOrd="1" destOrd="0" parTransId="{19972741-6D2B-4080-B559-57423F5B57CD}" sibTransId="{53C69030-FD67-4528-9E85-8387DBD70A0F}"/>
    <dgm:cxn modelId="{A2C091A1-9167-4BFB-8B11-71C96E3CCF84}" srcId="{1ECC3961-D815-4B0B-9DF9-3740A06F093A}" destId="{8C3C69F7-115B-4E8A-A6F8-0A0044C64D4B}" srcOrd="0" destOrd="0" parTransId="{E9E9D072-F422-4ACD-B1E7-F948D2D464BD}" sibTransId="{EEC6930D-856D-4F85-A3F9-53675F52AAA4}"/>
    <dgm:cxn modelId="{C85C7DCC-9817-43B5-9004-0A118DC7191A}" type="presOf" srcId="{25B2EE0B-BDB2-4C3F-8ADA-75454EF8A565}" destId="{D85DDB6C-B616-44CB-AB7B-BCAEC77C2133}" srcOrd="0" destOrd="1" presId="urn:microsoft.com/office/officeart/2018/2/layout/IconLabelDescriptionList"/>
    <dgm:cxn modelId="{6A00E4DC-B4D2-434B-9FDA-2E2B9FEF9428}" type="presOf" srcId="{6BB501C8-DFE0-4069-B02D-A340CF6FCD29}" destId="{22BEE137-81D3-4927-9A51-84D74EAF360B}" srcOrd="0" destOrd="0" presId="urn:microsoft.com/office/officeart/2018/2/layout/IconLabelDescriptionList"/>
    <dgm:cxn modelId="{66BAEEEB-ACAC-49BF-B305-1EC475A2899D}" type="presOf" srcId="{342D07B4-D346-4504-9987-AF51439C9490}" destId="{A75AC347-8ABB-4DF0-A2B3-DC39E0A9FC56}" srcOrd="0" destOrd="0" presId="urn:microsoft.com/office/officeart/2018/2/layout/IconLabelDescriptionList"/>
    <dgm:cxn modelId="{EBBB48F6-2D28-4813-B465-51F82CF181D1}" srcId="{9AABAF69-CF5C-48CD-AC05-C3B11991FEE0}" destId="{6BB501C8-DFE0-4069-B02D-A340CF6FCD29}" srcOrd="2" destOrd="0" parTransId="{918EE7FB-B952-41D1-A54F-9720F221F843}" sibTransId="{298EDBA4-0CEA-4954-846A-B2E2FD0960C3}"/>
    <dgm:cxn modelId="{E13F55C5-F1D3-485B-AB80-1C63873A76D7}" type="presParOf" srcId="{C9B3D6C4-F75A-46AA-B152-9B4C3EAE3CD1}" destId="{F0DB7742-94E9-45C5-82B9-7741AE19BF62}" srcOrd="0" destOrd="0" presId="urn:microsoft.com/office/officeart/2018/2/layout/IconLabelDescriptionList"/>
    <dgm:cxn modelId="{6147131D-CE64-4B6B-9A08-EA45F05CF09B}" type="presParOf" srcId="{F0DB7742-94E9-45C5-82B9-7741AE19BF62}" destId="{32589946-8A7C-4D85-BEBC-AA8B4B1D2004}" srcOrd="0" destOrd="0" presId="urn:microsoft.com/office/officeart/2018/2/layout/IconLabelDescriptionList"/>
    <dgm:cxn modelId="{A4BE8FCA-385A-4EA1-858F-F17D55110CAA}" type="presParOf" srcId="{F0DB7742-94E9-45C5-82B9-7741AE19BF62}" destId="{C25D50E1-91F3-4077-AA63-18BCD1481E3A}" srcOrd="1" destOrd="0" presId="urn:microsoft.com/office/officeart/2018/2/layout/IconLabelDescriptionList"/>
    <dgm:cxn modelId="{A7F1928C-68E4-40DF-BFEB-62F4D9929130}" type="presParOf" srcId="{F0DB7742-94E9-45C5-82B9-7741AE19BF62}" destId="{9D504F9F-0E9E-4786-8729-8D47FA6BEB46}" srcOrd="2" destOrd="0" presId="urn:microsoft.com/office/officeart/2018/2/layout/IconLabelDescriptionList"/>
    <dgm:cxn modelId="{77F86836-5A02-4185-AEEF-A7C79E869AA4}" type="presParOf" srcId="{F0DB7742-94E9-45C5-82B9-7741AE19BF62}" destId="{E827178F-9214-4BE2-BCF6-9CEB178D2C5A}" srcOrd="3" destOrd="0" presId="urn:microsoft.com/office/officeart/2018/2/layout/IconLabelDescriptionList"/>
    <dgm:cxn modelId="{923F8388-6B5B-4628-9E4C-6146912233A7}" type="presParOf" srcId="{F0DB7742-94E9-45C5-82B9-7741AE19BF62}" destId="{D85DDB6C-B616-44CB-AB7B-BCAEC77C2133}" srcOrd="4" destOrd="0" presId="urn:microsoft.com/office/officeart/2018/2/layout/IconLabelDescriptionList"/>
    <dgm:cxn modelId="{A9B3549F-008C-45D0-9F0C-1C0D9240D4C7}" type="presParOf" srcId="{C9B3D6C4-F75A-46AA-B152-9B4C3EAE3CD1}" destId="{176EC23E-F9CD-4402-A70E-4C419450CC88}" srcOrd="1" destOrd="0" presId="urn:microsoft.com/office/officeart/2018/2/layout/IconLabelDescriptionList"/>
    <dgm:cxn modelId="{2DD601FB-BA38-4AD2-9775-AA8E7EA35A85}" type="presParOf" srcId="{C9B3D6C4-F75A-46AA-B152-9B4C3EAE3CD1}" destId="{7D032E40-F7DF-4B2E-92B2-D26AAC335948}" srcOrd="2" destOrd="0" presId="urn:microsoft.com/office/officeart/2018/2/layout/IconLabelDescriptionList"/>
    <dgm:cxn modelId="{5CD65AFB-DDD6-405E-8681-82A6AD7A8FC9}" type="presParOf" srcId="{7D032E40-F7DF-4B2E-92B2-D26AAC335948}" destId="{31543C9A-A807-4D09-84F0-48D8CD0F2C5A}" srcOrd="0" destOrd="0" presId="urn:microsoft.com/office/officeart/2018/2/layout/IconLabelDescriptionList"/>
    <dgm:cxn modelId="{30CDF685-0704-414F-9BE7-442BDE28682A}" type="presParOf" srcId="{7D032E40-F7DF-4B2E-92B2-D26AAC335948}" destId="{42650D78-1096-4698-984D-532613362EB4}" srcOrd="1" destOrd="0" presId="urn:microsoft.com/office/officeart/2018/2/layout/IconLabelDescriptionList"/>
    <dgm:cxn modelId="{98789F61-BD16-4D7C-A4FC-58C32D06D2D8}" type="presParOf" srcId="{7D032E40-F7DF-4B2E-92B2-D26AAC335948}" destId="{F069A3EC-5050-4B70-9B97-7D749FD58B9D}" srcOrd="2" destOrd="0" presId="urn:microsoft.com/office/officeart/2018/2/layout/IconLabelDescriptionList"/>
    <dgm:cxn modelId="{D032AC4B-7E01-43C8-8375-4E514884229F}" type="presParOf" srcId="{7D032E40-F7DF-4B2E-92B2-D26AAC335948}" destId="{A51E4C67-5D74-49E4-B5E9-C3AFBC496C29}" srcOrd="3" destOrd="0" presId="urn:microsoft.com/office/officeart/2018/2/layout/IconLabelDescriptionList"/>
    <dgm:cxn modelId="{3435DDA5-D690-42CA-8F4E-90E2A78E2BBC}" type="presParOf" srcId="{7D032E40-F7DF-4B2E-92B2-D26AAC335948}" destId="{5A66E91F-94AD-46E9-A510-99D300EA92AA}" srcOrd="4" destOrd="0" presId="urn:microsoft.com/office/officeart/2018/2/layout/IconLabelDescriptionList"/>
    <dgm:cxn modelId="{97D56DDA-9D7B-49BE-A3F0-DEB1E5EF3D73}" type="presParOf" srcId="{C9B3D6C4-F75A-46AA-B152-9B4C3EAE3CD1}" destId="{D67DE6B1-E470-40E1-9BA5-7C6B5C4AF175}" srcOrd="3" destOrd="0" presId="urn:microsoft.com/office/officeart/2018/2/layout/IconLabelDescriptionList"/>
    <dgm:cxn modelId="{E892562E-6B30-4D9B-B464-8033DC761A2D}" type="presParOf" srcId="{C9B3D6C4-F75A-46AA-B152-9B4C3EAE3CD1}" destId="{E0C4C015-7BC1-4863-94F8-69E0FCA05828}" srcOrd="4" destOrd="0" presId="urn:microsoft.com/office/officeart/2018/2/layout/IconLabelDescriptionList"/>
    <dgm:cxn modelId="{C7061D9B-3AC6-440A-8365-C9B33C742576}" type="presParOf" srcId="{E0C4C015-7BC1-4863-94F8-69E0FCA05828}" destId="{49325B5B-F6A8-40C3-86B7-9197C73315D4}" srcOrd="0" destOrd="0" presId="urn:microsoft.com/office/officeart/2018/2/layout/IconLabelDescriptionList"/>
    <dgm:cxn modelId="{059D14D0-9F37-4F09-A11F-71821AE2490D}" type="presParOf" srcId="{E0C4C015-7BC1-4863-94F8-69E0FCA05828}" destId="{CDA21AE2-F51D-469A-B008-C74EDA2B5925}" srcOrd="1" destOrd="0" presId="urn:microsoft.com/office/officeart/2018/2/layout/IconLabelDescriptionList"/>
    <dgm:cxn modelId="{772E5937-A620-435B-BC4D-1D93BCFDF264}" type="presParOf" srcId="{E0C4C015-7BC1-4863-94F8-69E0FCA05828}" destId="{22BEE137-81D3-4927-9A51-84D74EAF360B}" srcOrd="2" destOrd="0" presId="urn:microsoft.com/office/officeart/2018/2/layout/IconLabelDescriptionList"/>
    <dgm:cxn modelId="{EF79D13F-FB5F-4DCE-86E7-3D4518AC9ED8}" type="presParOf" srcId="{E0C4C015-7BC1-4863-94F8-69E0FCA05828}" destId="{42C267B3-C978-4086-B8D0-0FB628072FEB}" srcOrd="3" destOrd="0" presId="urn:microsoft.com/office/officeart/2018/2/layout/IconLabelDescriptionList"/>
    <dgm:cxn modelId="{A2904695-A376-44EE-9E7D-3639E54C43C1}" type="presParOf" srcId="{E0C4C015-7BC1-4863-94F8-69E0FCA05828}" destId="{A75AC347-8ABB-4DF0-A2B3-DC39E0A9FC56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5.xml><?xml version="1.0" encoding="utf-8"?>
<dgm:dataModel xmlns:dgm="http://schemas.openxmlformats.org/drawingml/2006/diagram" xmlns:a="http://schemas.openxmlformats.org/drawingml/2006/main">
  <dgm:ptLst>
    <dgm:pt modelId="{A0E980F1-C348-4D1E-B875-04F7C3E583C6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3_2" csCatId="accent3" phldr="1"/>
      <dgm:spPr/>
      <dgm:t>
        <a:bodyPr/>
        <a:lstStyle/>
        <a:p>
          <a:endParaRPr lang="en-US"/>
        </a:p>
      </dgm:t>
    </dgm:pt>
    <dgm:pt modelId="{5527F8E6-ED65-4A9D-B78D-E16A1CB6B9E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Coinbase</a:t>
          </a:r>
          <a:r>
            <a:rPr lang="tr-TR" dirty="0"/>
            <a:t> </a:t>
          </a:r>
          <a:r>
            <a:rPr lang="tr-TR" dirty="0" err="1"/>
            <a:t>Transaction</a:t>
          </a:r>
          <a:r>
            <a:rPr lang="tr-TR" dirty="0"/>
            <a:t> Format</a:t>
          </a:r>
          <a:endParaRPr lang="en-US" dirty="0"/>
        </a:p>
      </dgm:t>
    </dgm:pt>
    <dgm:pt modelId="{660B9B06-A0C1-4AA7-BDBF-4E328FFC1D66}" type="parTrans" cxnId="{4B3ABA4C-B914-4D57-8770-659E9A232750}">
      <dgm:prSet/>
      <dgm:spPr/>
      <dgm:t>
        <a:bodyPr/>
        <a:lstStyle/>
        <a:p>
          <a:endParaRPr lang="en-US"/>
        </a:p>
      </dgm:t>
    </dgm:pt>
    <dgm:pt modelId="{A90BF446-4275-4809-921A-DBF36907C046}" type="sibTrans" cxnId="{4B3ABA4C-B914-4D57-8770-659E9A232750}">
      <dgm:prSet/>
      <dgm:spPr/>
      <dgm:t>
        <a:bodyPr/>
        <a:lstStyle/>
        <a:p>
          <a:endParaRPr lang="en-US"/>
        </a:p>
      </dgm:t>
    </dgm:pt>
    <dgm:pt modelId="{95FC6153-22D5-4E3B-8599-80A1CB906BD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</a:t>
          </a:r>
          <a:r>
            <a:rPr lang="en-US" dirty="0" err="1"/>
            <a:t>coinbase</a:t>
          </a:r>
          <a:r>
            <a:rPr lang="en-US" dirty="0"/>
            <a:t> transaction has a special format.</a:t>
          </a:r>
          <a:r>
            <a:rPr lang="tr-TR" dirty="0"/>
            <a:t> </a:t>
          </a:r>
          <a:endParaRPr lang="en-US" dirty="0"/>
        </a:p>
      </dgm:t>
    </dgm:pt>
    <dgm:pt modelId="{6B7BDEAB-3082-4C11-B97E-772F0B635A63}" type="parTrans" cxnId="{6BD84B7B-83C1-479F-A457-80ECFC54DA28}">
      <dgm:prSet/>
      <dgm:spPr/>
      <dgm:t>
        <a:bodyPr/>
        <a:lstStyle/>
        <a:p>
          <a:endParaRPr lang="tr-TR"/>
        </a:p>
      </dgm:t>
    </dgm:pt>
    <dgm:pt modelId="{024D4246-9ADC-426B-A32C-5206529B113F}" type="sibTrans" cxnId="{6BD84B7B-83C1-479F-A457-80ECFC54DA28}">
      <dgm:prSet/>
      <dgm:spPr/>
      <dgm:t>
        <a:bodyPr/>
        <a:lstStyle/>
        <a:p>
          <a:endParaRPr lang="tr-TR"/>
        </a:p>
      </dgm:t>
    </dgm:pt>
    <dgm:pt modelId="{20DBF651-AF5F-4E5D-AE62-7BE71F5DAC1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Input in Coinbase Transaction</a:t>
          </a:r>
          <a:endParaRPr lang="en-US"/>
        </a:p>
      </dgm:t>
    </dgm:pt>
    <dgm:pt modelId="{FCF4B831-000F-4B94-8A27-B2BF9CC24EA2}" type="parTrans" cxnId="{3833940E-8C4F-43E4-8578-E547D9254F0A}">
      <dgm:prSet/>
      <dgm:spPr/>
      <dgm:t>
        <a:bodyPr/>
        <a:lstStyle/>
        <a:p>
          <a:endParaRPr lang="tr-TR"/>
        </a:p>
      </dgm:t>
    </dgm:pt>
    <dgm:pt modelId="{E78534C6-8881-44C6-9F99-B3F9AE590BDC}" type="sibTrans" cxnId="{3833940E-8C4F-43E4-8578-E547D9254F0A}">
      <dgm:prSet/>
      <dgm:spPr/>
      <dgm:t>
        <a:bodyPr/>
        <a:lstStyle/>
        <a:p>
          <a:endParaRPr lang="tr-TR"/>
        </a:p>
      </dgm:t>
    </dgm:pt>
    <dgm:pt modelId="{5566144D-BBF5-4591-BD17-E680313F503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Instead of a transaction input specifying a previous UTXO to spend </a:t>
          </a:r>
        </a:p>
      </dgm:t>
    </dgm:pt>
    <dgm:pt modelId="{B48E06FD-63FB-47E8-979D-FF2167D31FAE}" type="parTrans" cxnId="{B90C069D-7BCD-4343-A04C-05DAE72572D7}">
      <dgm:prSet/>
      <dgm:spPr/>
      <dgm:t>
        <a:bodyPr/>
        <a:lstStyle/>
        <a:p>
          <a:endParaRPr lang="tr-TR"/>
        </a:p>
      </dgm:t>
    </dgm:pt>
    <dgm:pt modelId="{2295CF40-6742-4568-91D3-3A3CDEE68D17}" type="sibTrans" cxnId="{B90C069D-7BCD-4343-A04C-05DAE72572D7}">
      <dgm:prSet/>
      <dgm:spPr/>
      <dgm:t>
        <a:bodyPr/>
        <a:lstStyle/>
        <a:p>
          <a:endParaRPr lang="tr-TR"/>
        </a:p>
      </dgm:t>
    </dgm:pt>
    <dgm:pt modelId="{70DA5F44-5B7D-46E9-832A-A6423CDA3E5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it has a “coinbase”</a:t>
          </a:r>
          <a:r>
            <a:rPr lang="tr-TR"/>
            <a:t> input.</a:t>
          </a:r>
          <a:endParaRPr lang="en-US"/>
        </a:p>
      </dgm:t>
    </dgm:pt>
    <dgm:pt modelId="{E4FB62DA-247A-4EC1-AF4C-5C2C1698303B}" type="parTrans" cxnId="{8E84A504-1480-4F8A-9FEE-EE605642C908}">
      <dgm:prSet/>
      <dgm:spPr/>
      <dgm:t>
        <a:bodyPr/>
        <a:lstStyle/>
        <a:p>
          <a:endParaRPr lang="tr-TR"/>
        </a:p>
      </dgm:t>
    </dgm:pt>
    <dgm:pt modelId="{762DB788-64A7-4D7D-BD80-B8AD7ACA6209}" type="sibTrans" cxnId="{8E84A504-1480-4F8A-9FEE-EE605642C908}">
      <dgm:prSet/>
      <dgm:spPr/>
      <dgm:t>
        <a:bodyPr/>
        <a:lstStyle/>
        <a:p>
          <a:endParaRPr lang="tr-TR"/>
        </a:p>
      </dgm:t>
    </dgm:pt>
    <dgm:pt modelId="{DC79F4D4-35EF-4811-B5D2-AAA0CEA3C34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No </a:t>
          </a:r>
          <a:r>
            <a:rPr lang="en-US"/>
            <a:t>UTXO reference In a coinbase transaction, </a:t>
          </a:r>
        </a:p>
      </dgm:t>
    </dgm:pt>
    <dgm:pt modelId="{E4A1A24E-EE29-4DD5-A739-60EB0E14A849}" type="parTrans" cxnId="{3034B5CA-8991-41ED-9FD1-6D8E0A9B058D}">
      <dgm:prSet/>
      <dgm:spPr/>
      <dgm:t>
        <a:bodyPr/>
        <a:lstStyle/>
        <a:p>
          <a:endParaRPr lang="tr-TR"/>
        </a:p>
      </dgm:t>
    </dgm:pt>
    <dgm:pt modelId="{98B0EBCF-D333-4FF4-839F-9F7B94055B81}" type="sibTrans" cxnId="{3034B5CA-8991-41ED-9FD1-6D8E0A9B058D}">
      <dgm:prSet/>
      <dgm:spPr/>
      <dgm:t>
        <a:bodyPr/>
        <a:lstStyle/>
        <a:p>
          <a:endParaRPr lang="tr-TR"/>
        </a:p>
      </dgm:t>
    </dgm:pt>
    <dgm:pt modelId="{0DCAAF4F-BE6D-4F9D-952A-4823229BAF3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first two fields are set first field is filled with 32 bytes</a:t>
          </a:r>
          <a:r>
            <a:rPr lang="tr-TR" dirty="0"/>
            <a:t> </a:t>
          </a:r>
          <a:r>
            <a:rPr lang="en-US" dirty="0"/>
            <a:t>all set to zero. </a:t>
          </a:r>
        </a:p>
      </dgm:t>
    </dgm:pt>
    <dgm:pt modelId="{163C13A7-2466-48BD-AA8A-DE85BAAA7B02}" type="parTrans" cxnId="{DDC7135C-1624-4F15-8B16-E56E3DDC4569}">
      <dgm:prSet/>
      <dgm:spPr/>
      <dgm:t>
        <a:bodyPr/>
        <a:lstStyle/>
        <a:p>
          <a:endParaRPr lang="tr-TR"/>
        </a:p>
      </dgm:t>
    </dgm:pt>
    <dgm:pt modelId="{01C0416A-426C-4A5D-B848-4A1558DE868C}" type="sibTrans" cxnId="{DDC7135C-1624-4F15-8B16-E56E3DDC4569}">
      <dgm:prSet/>
      <dgm:spPr/>
      <dgm:t>
        <a:bodyPr/>
        <a:lstStyle/>
        <a:p>
          <a:endParaRPr lang="tr-TR"/>
        </a:p>
      </dgm:t>
    </dgm:pt>
    <dgm:pt modelId="{A0BDD137-524B-4F60-AA99-BD51C8D7243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Instead of a “transaction hash” </a:t>
          </a:r>
          <a:r>
            <a:rPr lang="tr-TR" dirty="0"/>
            <a:t>UTXO </a:t>
          </a:r>
          <a:r>
            <a:rPr lang="tr-TR" dirty="0" err="1"/>
            <a:t>reference</a:t>
          </a:r>
          <a:endParaRPr lang="en-US" dirty="0"/>
        </a:p>
      </dgm:t>
    </dgm:pt>
    <dgm:pt modelId="{E70E77FD-E573-4FC7-A8C2-B64C475C8DAF}" type="parTrans" cxnId="{1E47A381-9195-4CEE-96C9-11A6C12C576E}">
      <dgm:prSet/>
      <dgm:spPr/>
      <dgm:t>
        <a:bodyPr/>
        <a:lstStyle/>
        <a:p>
          <a:endParaRPr lang="tr-TR"/>
        </a:p>
      </dgm:t>
    </dgm:pt>
    <dgm:pt modelId="{7F94557F-704C-424A-B57E-BE13968D74A6}" type="sibTrans" cxnId="{1E47A381-9195-4CEE-96C9-11A6C12C576E}">
      <dgm:prSet/>
      <dgm:spPr/>
      <dgm:t>
        <a:bodyPr/>
        <a:lstStyle/>
        <a:p>
          <a:endParaRPr lang="tr-TR"/>
        </a:p>
      </dgm:t>
    </dgm:pt>
    <dgm:pt modelId="{4F159D34-2699-432F-AFD3-8E3EB5C09010}" type="pres">
      <dgm:prSet presAssocID="{A0E980F1-C348-4D1E-B875-04F7C3E583C6}" presName="root" presStyleCnt="0">
        <dgm:presLayoutVars>
          <dgm:dir/>
          <dgm:resizeHandles val="exact"/>
        </dgm:presLayoutVars>
      </dgm:prSet>
      <dgm:spPr/>
    </dgm:pt>
    <dgm:pt modelId="{71C24F91-7893-448B-B81B-C83CA6774B14}" type="pres">
      <dgm:prSet presAssocID="{5527F8E6-ED65-4A9D-B78D-E16A1CB6B9E7}" presName="compNode" presStyleCnt="0"/>
      <dgm:spPr/>
    </dgm:pt>
    <dgm:pt modelId="{722BBB83-6FC1-4B65-A140-CF9416FC96D0}" type="pres">
      <dgm:prSet presAssocID="{5527F8E6-ED65-4A9D-B78D-E16A1CB6B9E7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Veri tabanı"/>
        </a:ext>
      </dgm:extLst>
    </dgm:pt>
    <dgm:pt modelId="{1BAD6533-75DC-4097-8F7B-601D193BF3B4}" type="pres">
      <dgm:prSet presAssocID="{5527F8E6-ED65-4A9D-B78D-E16A1CB6B9E7}" presName="iconSpace" presStyleCnt="0"/>
      <dgm:spPr/>
    </dgm:pt>
    <dgm:pt modelId="{FAF369B0-5133-45C7-9DC8-F8E46F9A207B}" type="pres">
      <dgm:prSet presAssocID="{5527F8E6-ED65-4A9D-B78D-E16A1CB6B9E7}" presName="parTx" presStyleLbl="revTx" presStyleIdx="0" presStyleCnt="6">
        <dgm:presLayoutVars>
          <dgm:chMax val="0"/>
          <dgm:chPref val="0"/>
        </dgm:presLayoutVars>
      </dgm:prSet>
      <dgm:spPr/>
    </dgm:pt>
    <dgm:pt modelId="{29E800CF-A564-4EAE-B2F5-42FCB7E3ECAA}" type="pres">
      <dgm:prSet presAssocID="{5527F8E6-ED65-4A9D-B78D-E16A1CB6B9E7}" presName="txSpace" presStyleCnt="0"/>
      <dgm:spPr/>
    </dgm:pt>
    <dgm:pt modelId="{792A0FBD-BC1A-488F-BE12-3F370C2BDDEB}" type="pres">
      <dgm:prSet presAssocID="{5527F8E6-ED65-4A9D-B78D-E16A1CB6B9E7}" presName="desTx" presStyleLbl="revTx" presStyleIdx="1" presStyleCnt="6">
        <dgm:presLayoutVars/>
      </dgm:prSet>
      <dgm:spPr/>
    </dgm:pt>
    <dgm:pt modelId="{93C9BEBF-9E70-4526-8DC8-05296AC3BB6B}" type="pres">
      <dgm:prSet presAssocID="{A90BF446-4275-4809-921A-DBF36907C046}" presName="sibTrans" presStyleCnt="0"/>
      <dgm:spPr/>
    </dgm:pt>
    <dgm:pt modelId="{67611326-DEC9-4C8E-9250-79FB3A3225D8}" type="pres">
      <dgm:prSet presAssocID="{20DBF651-AF5F-4E5D-AE62-7BE71F5DAC1C}" presName="compNode" presStyleCnt="0"/>
      <dgm:spPr/>
    </dgm:pt>
    <dgm:pt modelId="{E9DCCB49-ACB8-41E8-8210-1E3BECE0F850}" type="pres">
      <dgm:prSet presAssocID="{20DBF651-AF5F-4E5D-AE62-7BE71F5DAC1C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USB"/>
        </a:ext>
      </dgm:extLst>
    </dgm:pt>
    <dgm:pt modelId="{217E54CF-2453-4C6C-8990-BD6294428615}" type="pres">
      <dgm:prSet presAssocID="{20DBF651-AF5F-4E5D-AE62-7BE71F5DAC1C}" presName="iconSpace" presStyleCnt="0"/>
      <dgm:spPr/>
    </dgm:pt>
    <dgm:pt modelId="{EB79220F-FA3A-4904-B602-E8006D94634A}" type="pres">
      <dgm:prSet presAssocID="{20DBF651-AF5F-4E5D-AE62-7BE71F5DAC1C}" presName="parTx" presStyleLbl="revTx" presStyleIdx="2" presStyleCnt="6">
        <dgm:presLayoutVars>
          <dgm:chMax val="0"/>
          <dgm:chPref val="0"/>
        </dgm:presLayoutVars>
      </dgm:prSet>
      <dgm:spPr/>
    </dgm:pt>
    <dgm:pt modelId="{34E2CA9A-9A08-4A35-A0D2-8AB6C83FAF98}" type="pres">
      <dgm:prSet presAssocID="{20DBF651-AF5F-4E5D-AE62-7BE71F5DAC1C}" presName="txSpace" presStyleCnt="0"/>
      <dgm:spPr/>
    </dgm:pt>
    <dgm:pt modelId="{1D6D75A2-9C95-4761-8283-90FC9F0623DE}" type="pres">
      <dgm:prSet presAssocID="{20DBF651-AF5F-4E5D-AE62-7BE71F5DAC1C}" presName="desTx" presStyleLbl="revTx" presStyleIdx="3" presStyleCnt="6">
        <dgm:presLayoutVars/>
      </dgm:prSet>
      <dgm:spPr/>
    </dgm:pt>
    <dgm:pt modelId="{B99811D4-849A-43D6-8508-4F12BDA3FB99}" type="pres">
      <dgm:prSet presAssocID="{E78534C6-8881-44C6-9F99-B3F9AE590BDC}" presName="sibTrans" presStyleCnt="0"/>
      <dgm:spPr/>
    </dgm:pt>
    <dgm:pt modelId="{633F0C18-EE89-4DEB-A582-89578F71D0BA}" type="pres">
      <dgm:prSet presAssocID="{DC79F4D4-35EF-4811-B5D2-AAA0CEA3C341}" presName="compNode" presStyleCnt="0"/>
      <dgm:spPr/>
    </dgm:pt>
    <dgm:pt modelId="{A0B358DE-6CF1-4499-9038-3647C144B298}" type="pres">
      <dgm:prSet presAssocID="{DC79F4D4-35EF-4811-B5D2-AAA0CEA3C341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Madeni paralar"/>
        </a:ext>
      </dgm:extLst>
    </dgm:pt>
    <dgm:pt modelId="{568194DB-9ED2-463D-895F-688657D16576}" type="pres">
      <dgm:prSet presAssocID="{DC79F4D4-35EF-4811-B5D2-AAA0CEA3C341}" presName="iconSpace" presStyleCnt="0"/>
      <dgm:spPr/>
    </dgm:pt>
    <dgm:pt modelId="{3907AE48-ED79-4FD4-BC2B-8C7BA9F92840}" type="pres">
      <dgm:prSet presAssocID="{DC79F4D4-35EF-4811-B5D2-AAA0CEA3C341}" presName="parTx" presStyleLbl="revTx" presStyleIdx="4" presStyleCnt="6">
        <dgm:presLayoutVars>
          <dgm:chMax val="0"/>
          <dgm:chPref val="0"/>
        </dgm:presLayoutVars>
      </dgm:prSet>
      <dgm:spPr/>
    </dgm:pt>
    <dgm:pt modelId="{8D5C8A62-8006-41D4-82BD-7A72DDDB721C}" type="pres">
      <dgm:prSet presAssocID="{DC79F4D4-35EF-4811-B5D2-AAA0CEA3C341}" presName="txSpace" presStyleCnt="0"/>
      <dgm:spPr/>
    </dgm:pt>
    <dgm:pt modelId="{7551575C-13D4-42C1-9AEE-55E92957C2C6}" type="pres">
      <dgm:prSet presAssocID="{DC79F4D4-35EF-4811-B5D2-AAA0CEA3C341}" presName="desTx" presStyleLbl="revTx" presStyleIdx="5" presStyleCnt="6">
        <dgm:presLayoutVars/>
      </dgm:prSet>
      <dgm:spPr/>
    </dgm:pt>
  </dgm:ptLst>
  <dgm:cxnLst>
    <dgm:cxn modelId="{8E84A504-1480-4F8A-9FEE-EE605642C908}" srcId="{20DBF651-AF5F-4E5D-AE62-7BE71F5DAC1C}" destId="{70DA5F44-5B7D-46E9-832A-A6423CDA3E53}" srcOrd="1" destOrd="0" parTransId="{E4FB62DA-247A-4EC1-AF4C-5C2C1698303B}" sibTransId="{762DB788-64A7-4D7D-BD80-B8AD7ACA6209}"/>
    <dgm:cxn modelId="{3833940E-8C4F-43E4-8578-E547D9254F0A}" srcId="{A0E980F1-C348-4D1E-B875-04F7C3E583C6}" destId="{20DBF651-AF5F-4E5D-AE62-7BE71F5DAC1C}" srcOrd="1" destOrd="0" parTransId="{FCF4B831-000F-4B94-8A27-B2BF9CC24EA2}" sibTransId="{E78534C6-8881-44C6-9F99-B3F9AE590BDC}"/>
    <dgm:cxn modelId="{3CA78630-E934-4955-BE7E-B6126335B9B8}" type="presOf" srcId="{0DCAAF4F-BE6D-4F9D-952A-4823229BAF32}" destId="{7551575C-13D4-42C1-9AEE-55E92957C2C6}" srcOrd="0" destOrd="0" presId="urn:microsoft.com/office/officeart/2018/2/layout/IconLabelDescriptionList"/>
    <dgm:cxn modelId="{C9129C40-0528-42CF-B12E-06DF6223F771}" type="presOf" srcId="{5566144D-BBF5-4591-BD17-E680313F503F}" destId="{1D6D75A2-9C95-4761-8283-90FC9F0623DE}" srcOrd="0" destOrd="0" presId="urn:microsoft.com/office/officeart/2018/2/layout/IconLabelDescriptionList"/>
    <dgm:cxn modelId="{DDC7135C-1624-4F15-8B16-E56E3DDC4569}" srcId="{DC79F4D4-35EF-4811-B5D2-AAA0CEA3C341}" destId="{0DCAAF4F-BE6D-4F9D-952A-4823229BAF32}" srcOrd="0" destOrd="0" parTransId="{163C13A7-2466-48BD-AA8A-DE85BAAA7B02}" sibTransId="{01C0416A-426C-4A5D-B848-4A1558DE868C}"/>
    <dgm:cxn modelId="{B7F8E269-2E38-4020-A527-9918B31879DE}" type="presOf" srcId="{70DA5F44-5B7D-46E9-832A-A6423CDA3E53}" destId="{1D6D75A2-9C95-4761-8283-90FC9F0623DE}" srcOrd="0" destOrd="1" presId="urn:microsoft.com/office/officeart/2018/2/layout/IconLabelDescriptionList"/>
    <dgm:cxn modelId="{9172E56A-5E54-4E30-8ECA-38F3085DBCCD}" type="presOf" srcId="{5527F8E6-ED65-4A9D-B78D-E16A1CB6B9E7}" destId="{FAF369B0-5133-45C7-9DC8-F8E46F9A207B}" srcOrd="0" destOrd="0" presId="urn:microsoft.com/office/officeart/2018/2/layout/IconLabelDescriptionList"/>
    <dgm:cxn modelId="{4B3ABA4C-B914-4D57-8770-659E9A232750}" srcId="{A0E980F1-C348-4D1E-B875-04F7C3E583C6}" destId="{5527F8E6-ED65-4A9D-B78D-E16A1CB6B9E7}" srcOrd="0" destOrd="0" parTransId="{660B9B06-A0C1-4AA7-BDBF-4E328FFC1D66}" sibTransId="{A90BF446-4275-4809-921A-DBF36907C046}"/>
    <dgm:cxn modelId="{801BF673-481E-44FD-B2E9-BED8180DEBD9}" type="presOf" srcId="{20DBF651-AF5F-4E5D-AE62-7BE71F5DAC1C}" destId="{EB79220F-FA3A-4904-B602-E8006D94634A}" srcOrd="0" destOrd="0" presId="urn:microsoft.com/office/officeart/2018/2/layout/IconLabelDescriptionList"/>
    <dgm:cxn modelId="{6BD84B7B-83C1-479F-A457-80ECFC54DA28}" srcId="{5527F8E6-ED65-4A9D-B78D-E16A1CB6B9E7}" destId="{95FC6153-22D5-4E3B-8599-80A1CB906BD4}" srcOrd="0" destOrd="0" parTransId="{6B7BDEAB-3082-4C11-B97E-772F0B635A63}" sibTransId="{024D4246-9ADC-426B-A32C-5206529B113F}"/>
    <dgm:cxn modelId="{1E47A381-9195-4CEE-96C9-11A6C12C576E}" srcId="{DC79F4D4-35EF-4811-B5D2-AAA0CEA3C341}" destId="{A0BDD137-524B-4F60-AA99-BD51C8D72436}" srcOrd="1" destOrd="0" parTransId="{E70E77FD-E573-4FC7-A8C2-B64C475C8DAF}" sibTransId="{7F94557F-704C-424A-B57E-BE13968D74A6}"/>
    <dgm:cxn modelId="{B90C069D-7BCD-4343-A04C-05DAE72572D7}" srcId="{20DBF651-AF5F-4E5D-AE62-7BE71F5DAC1C}" destId="{5566144D-BBF5-4591-BD17-E680313F503F}" srcOrd="0" destOrd="0" parTransId="{B48E06FD-63FB-47E8-979D-FF2167D31FAE}" sibTransId="{2295CF40-6742-4568-91D3-3A3CDEE68D17}"/>
    <dgm:cxn modelId="{A104A4A8-C9BA-468F-95BC-30766B11D06F}" type="presOf" srcId="{DC79F4D4-35EF-4811-B5D2-AAA0CEA3C341}" destId="{3907AE48-ED79-4FD4-BC2B-8C7BA9F92840}" srcOrd="0" destOrd="0" presId="urn:microsoft.com/office/officeart/2018/2/layout/IconLabelDescriptionList"/>
    <dgm:cxn modelId="{BB01C1BA-8D42-427B-B746-B140B643838F}" type="presOf" srcId="{A0E980F1-C348-4D1E-B875-04F7C3E583C6}" destId="{4F159D34-2699-432F-AFD3-8E3EB5C09010}" srcOrd="0" destOrd="0" presId="urn:microsoft.com/office/officeart/2018/2/layout/IconLabelDescriptionList"/>
    <dgm:cxn modelId="{88609EC7-D3BA-4786-AA0E-9622277F712B}" type="presOf" srcId="{A0BDD137-524B-4F60-AA99-BD51C8D72436}" destId="{7551575C-13D4-42C1-9AEE-55E92957C2C6}" srcOrd="0" destOrd="1" presId="urn:microsoft.com/office/officeart/2018/2/layout/IconLabelDescriptionList"/>
    <dgm:cxn modelId="{3034B5CA-8991-41ED-9FD1-6D8E0A9B058D}" srcId="{A0E980F1-C348-4D1E-B875-04F7C3E583C6}" destId="{DC79F4D4-35EF-4811-B5D2-AAA0CEA3C341}" srcOrd="2" destOrd="0" parTransId="{E4A1A24E-EE29-4DD5-A739-60EB0E14A849}" sibTransId="{98B0EBCF-D333-4FF4-839F-9F7B94055B81}"/>
    <dgm:cxn modelId="{F51764F6-5A9E-474A-B2FD-F0A3326F4E7A}" type="presOf" srcId="{95FC6153-22D5-4E3B-8599-80A1CB906BD4}" destId="{792A0FBD-BC1A-488F-BE12-3F370C2BDDEB}" srcOrd="0" destOrd="0" presId="urn:microsoft.com/office/officeart/2018/2/layout/IconLabelDescriptionList"/>
    <dgm:cxn modelId="{F399983B-F38B-4718-ACA2-8131F82F9F1A}" type="presParOf" srcId="{4F159D34-2699-432F-AFD3-8E3EB5C09010}" destId="{71C24F91-7893-448B-B81B-C83CA6774B14}" srcOrd="0" destOrd="0" presId="urn:microsoft.com/office/officeart/2018/2/layout/IconLabelDescriptionList"/>
    <dgm:cxn modelId="{F3184FA4-8A55-412B-A0EF-C5A2E5E36DBF}" type="presParOf" srcId="{71C24F91-7893-448B-B81B-C83CA6774B14}" destId="{722BBB83-6FC1-4B65-A140-CF9416FC96D0}" srcOrd="0" destOrd="0" presId="urn:microsoft.com/office/officeart/2018/2/layout/IconLabelDescriptionList"/>
    <dgm:cxn modelId="{A1B62310-0F20-4CA1-82E3-FEBB2A01F0D7}" type="presParOf" srcId="{71C24F91-7893-448B-B81B-C83CA6774B14}" destId="{1BAD6533-75DC-4097-8F7B-601D193BF3B4}" srcOrd="1" destOrd="0" presId="urn:microsoft.com/office/officeart/2018/2/layout/IconLabelDescriptionList"/>
    <dgm:cxn modelId="{7E55AF54-82BF-4FC4-AAF4-C4899D535371}" type="presParOf" srcId="{71C24F91-7893-448B-B81B-C83CA6774B14}" destId="{FAF369B0-5133-45C7-9DC8-F8E46F9A207B}" srcOrd="2" destOrd="0" presId="urn:microsoft.com/office/officeart/2018/2/layout/IconLabelDescriptionList"/>
    <dgm:cxn modelId="{8A63FCCB-610D-47B9-A67F-481D862518C2}" type="presParOf" srcId="{71C24F91-7893-448B-B81B-C83CA6774B14}" destId="{29E800CF-A564-4EAE-B2F5-42FCB7E3ECAA}" srcOrd="3" destOrd="0" presId="urn:microsoft.com/office/officeart/2018/2/layout/IconLabelDescriptionList"/>
    <dgm:cxn modelId="{0B48F542-AA93-4A17-8A62-40AE9910E635}" type="presParOf" srcId="{71C24F91-7893-448B-B81B-C83CA6774B14}" destId="{792A0FBD-BC1A-488F-BE12-3F370C2BDDEB}" srcOrd="4" destOrd="0" presId="urn:microsoft.com/office/officeart/2018/2/layout/IconLabelDescriptionList"/>
    <dgm:cxn modelId="{2FE1C528-C55E-4206-A9A8-15EA57F14E83}" type="presParOf" srcId="{4F159D34-2699-432F-AFD3-8E3EB5C09010}" destId="{93C9BEBF-9E70-4526-8DC8-05296AC3BB6B}" srcOrd="1" destOrd="0" presId="urn:microsoft.com/office/officeart/2018/2/layout/IconLabelDescriptionList"/>
    <dgm:cxn modelId="{9CB66ED3-8A19-4818-AD76-C1A09659CC18}" type="presParOf" srcId="{4F159D34-2699-432F-AFD3-8E3EB5C09010}" destId="{67611326-DEC9-4C8E-9250-79FB3A3225D8}" srcOrd="2" destOrd="0" presId="urn:microsoft.com/office/officeart/2018/2/layout/IconLabelDescriptionList"/>
    <dgm:cxn modelId="{C20485CA-6EF8-4D94-8E35-14E41D6E67AE}" type="presParOf" srcId="{67611326-DEC9-4C8E-9250-79FB3A3225D8}" destId="{E9DCCB49-ACB8-41E8-8210-1E3BECE0F850}" srcOrd="0" destOrd="0" presId="urn:microsoft.com/office/officeart/2018/2/layout/IconLabelDescriptionList"/>
    <dgm:cxn modelId="{9D417F3D-B488-4C8E-9E33-D0581AB08481}" type="presParOf" srcId="{67611326-DEC9-4C8E-9250-79FB3A3225D8}" destId="{217E54CF-2453-4C6C-8990-BD6294428615}" srcOrd="1" destOrd="0" presId="urn:microsoft.com/office/officeart/2018/2/layout/IconLabelDescriptionList"/>
    <dgm:cxn modelId="{DC9A0914-7215-46AD-961C-A9323A5F7B6F}" type="presParOf" srcId="{67611326-DEC9-4C8E-9250-79FB3A3225D8}" destId="{EB79220F-FA3A-4904-B602-E8006D94634A}" srcOrd="2" destOrd="0" presId="urn:microsoft.com/office/officeart/2018/2/layout/IconLabelDescriptionList"/>
    <dgm:cxn modelId="{44ACE0E6-F14E-4AB8-B2D3-3A637675CEDD}" type="presParOf" srcId="{67611326-DEC9-4C8E-9250-79FB3A3225D8}" destId="{34E2CA9A-9A08-4A35-A0D2-8AB6C83FAF98}" srcOrd="3" destOrd="0" presId="urn:microsoft.com/office/officeart/2018/2/layout/IconLabelDescriptionList"/>
    <dgm:cxn modelId="{34CC4302-EEEB-4905-912E-04408C3C652B}" type="presParOf" srcId="{67611326-DEC9-4C8E-9250-79FB3A3225D8}" destId="{1D6D75A2-9C95-4761-8283-90FC9F0623DE}" srcOrd="4" destOrd="0" presId="urn:microsoft.com/office/officeart/2018/2/layout/IconLabelDescriptionList"/>
    <dgm:cxn modelId="{FC250C25-7BBB-4DA2-B6A6-BDDC783BB2D6}" type="presParOf" srcId="{4F159D34-2699-432F-AFD3-8E3EB5C09010}" destId="{B99811D4-849A-43D6-8508-4F12BDA3FB99}" srcOrd="3" destOrd="0" presId="urn:microsoft.com/office/officeart/2018/2/layout/IconLabelDescriptionList"/>
    <dgm:cxn modelId="{F5DFD916-FC2F-4662-9651-4B1E1ACA36AC}" type="presParOf" srcId="{4F159D34-2699-432F-AFD3-8E3EB5C09010}" destId="{633F0C18-EE89-4DEB-A582-89578F71D0BA}" srcOrd="4" destOrd="0" presId="urn:microsoft.com/office/officeart/2018/2/layout/IconLabelDescriptionList"/>
    <dgm:cxn modelId="{7DD1EA72-29DA-48C8-9909-91FC77EC5366}" type="presParOf" srcId="{633F0C18-EE89-4DEB-A582-89578F71D0BA}" destId="{A0B358DE-6CF1-4499-9038-3647C144B298}" srcOrd="0" destOrd="0" presId="urn:microsoft.com/office/officeart/2018/2/layout/IconLabelDescriptionList"/>
    <dgm:cxn modelId="{03110C6F-788F-4022-AFF6-F6D84A34DB48}" type="presParOf" srcId="{633F0C18-EE89-4DEB-A582-89578F71D0BA}" destId="{568194DB-9ED2-463D-895F-688657D16576}" srcOrd="1" destOrd="0" presId="urn:microsoft.com/office/officeart/2018/2/layout/IconLabelDescriptionList"/>
    <dgm:cxn modelId="{1A35AEA3-1F9C-4260-8667-7BF4F768CB04}" type="presParOf" srcId="{633F0C18-EE89-4DEB-A582-89578F71D0BA}" destId="{3907AE48-ED79-4FD4-BC2B-8C7BA9F92840}" srcOrd="2" destOrd="0" presId="urn:microsoft.com/office/officeart/2018/2/layout/IconLabelDescriptionList"/>
    <dgm:cxn modelId="{1A5D49B9-CE98-41CD-B469-7053A694B1D8}" type="presParOf" srcId="{633F0C18-EE89-4DEB-A582-89578F71D0BA}" destId="{8D5C8A62-8006-41D4-82BD-7A72DDDB721C}" srcOrd="3" destOrd="0" presId="urn:microsoft.com/office/officeart/2018/2/layout/IconLabelDescriptionList"/>
    <dgm:cxn modelId="{3D9986D5-DCFB-4192-BA8C-4EFE7B1EA383}" type="presParOf" srcId="{633F0C18-EE89-4DEB-A582-89578F71D0BA}" destId="{7551575C-13D4-42C1-9AEE-55E92957C2C6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6.xml><?xml version="1.0" encoding="utf-8"?>
<dgm:dataModel xmlns:dgm="http://schemas.openxmlformats.org/drawingml/2006/diagram" xmlns:a="http://schemas.openxmlformats.org/drawingml/2006/main">
  <dgm:ptLst>
    <dgm:pt modelId="{A0E980F1-C348-4D1E-B875-04F7C3E583C6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3_2" csCatId="accent3" phldr="1"/>
      <dgm:spPr/>
      <dgm:t>
        <a:bodyPr/>
        <a:lstStyle/>
        <a:p>
          <a:endParaRPr lang="en-US"/>
        </a:p>
      </dgm:t>
    </dgm:pt>
    <dgm:pt modelId="{5527F8E6-ED65-4A9D-B78D-E16A1CB6B9E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“output index” </a:t>
          </a:r>
        </a:p>
      </dgm:t>
    </dgm:pt>
    <dgm:pt modelId="{660B9B06-A0C1-4AA7-BDBF-4E328FFC1D66}" type="parTrans" cxnId="{4B3ABA4C-B914-4D57-8770-659E9A232750}">
      <dgm:prSet/>
      <dgm:spPr/>
      <dgm:t>
        <a:bodyPr/>
        <a:lstStyle/>
        <a:p>
          <a:endParaRPr lang="en-US"/>
        </a:p>
      </dgm:t>
    </dgm:pt>
    <dgm:pt modelId="{A90BF446-4275-4809-921A-DBF36907C046}" type="sibTrans" cxnId="{4B3ABA4C-B914-4D57-8770-659E9A232750}">
      <dgm:prSet/>
      <dgm:spPr/>
      <dgm:t>
        <a:bodyPr/>
        <a:lstStyle/>
        <a:p>
          <a:endParaRPr lang="en-US"/>
        </a:p>
      </dgm:t>
    </dgm:pt>
    <dgm:pt modelId="{8E74547B-AC54-4000-ADD9-950B6F53D9D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is filled with 4 bytes all set to 0xFF (255 decimal).</a:t>
          </a:r>
        </a:p>
      </dgm:t>
    </dgm:pt>
    <dgm:pt modelId="{6720BE2D-EE96-4AE3-8F0B-A3EBC71BE095}" type="parTrans" cxnId="{608283D8-F1CF-4AC9-A619-868CA72060EF}">
      <dgm:prSet/>
      <dgm:spPr/>
      <dgm:t>
        <a:bodyPr/>
        <a:lstStyle/>
        <a:p>
          <a:endParaRPr lang="en-US"/>
        </a:p>
      </dgm:t>
    </dgm:pt>
    <dgm:pt modelId="{BD69B21F-B813-439C-9FB3-C64EBCC35C72}" type="sibTrans" cxnId="{608283D8-F1CF-4AC9-A619-868CA72060EF}">
      <dgm:prSet/>
      <dgm:spPr/>
      <dgm:t>
        <a:bodyPr/>
        <a:lstStyle/>
        <a:p>
          <a:endParaRPr lang="en-US"/>
        </a:p>
      </dgm:t>
    </dgm:pt>
    <dgm:pt modelId="{C0DD9012-7C21-4CDD-8F05-A4FDB545719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“Unlocking Script” (scriptSig) </a:t>
          </a:r>
        </a:p>
      </dgm:t>
    </dgm:pt>
    <dgm:pt modelId="{B9A38B83-A382-499D-8654-86362E353D91}" type="parTrans" cxnId="{CE7070B0-8090-490C-B81C-CE05D91155A0}">
      <dgm:prSet/>
      <dgm:spPr/>
      <dgm:t>
        <a:bodyPr/>
        <a:lstStyle/>
        <a:p>
          <a:endParaRPr lang="en-US"/>
        </a:p>
      </dgm:t>
    </dgm:pt>
    <dgm:pt modelId="{03323ECC-4B27-4CB2-9A9B-DCB7EE9FFA8E}" type="sibTrans" cxnId="{CE7070B0-8090-490C-B81C-CE05D91155A0}">
      <dgm:prSet/>
      <dgm:spPr/>
      <dgm:t>
        <a:bodyPr/>
        <a:lstStyle/>
        <a:p>
          <a:endParaRPr lang="en-US"/>
        </a:p>
      </dgm:t>
    </dgm:pt>
    <dgm:pt modelId="{672C1718-2475-4B46-A4B7-12F4F9460A1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is replaced by coinbase data, </a:t>
          </a:r>
        </a:p>
      </dgm:t>
    </dgm:pt>
    <dgm:pt modelId="{4A674A80-9E0C-47B0-9594-DF330E5BD2B1}" type="parTrans" cxnId="{3BDCDC2B-ACFA-4173-B535-835D528E38ED}">
      <dgm:prSet/>
      <dgm:spPr/>
      <dgm:t>
        <a:bodyPr/>
        <a:lstStyle/>
        <a:p>
          <a:endParaRPr lang="en-US"/>
        </a:p>
      </dgm:t>
    </dgm:pt>
    <dgm:pt modelId="{9C5437EE-D16D-4382-9695-0589573D5687}" type="sibTrans" cxnId="{3BDCDC2B-ACFA-4173-B535-835D528E38ED}">
      <dgm:prSet/>
      <dgm:spPr/>
      <dgm:t>
        <a:bodyPr/>
        <a:lstStyle/>
        <a:p>
          <a:endParaRPr lang="en-US"/>
        </a:p>
      </dgm:t>
    </dgm:pt>
    <dgm:pt modelId="{F72F0109-6225-4CD7-A17C-5A01FCB9E54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data field used by</a:t>
          </a:r>
          <a:r>
            <a:rPr lang="tr-TR"/>
            <a:t> </a:t>
          </a:r>
          <a:r>
            <a:rPr lang="en-US"/>
            <a:t>the miners</a:t>
          </a:r>
        </a:p>
      </dgm:t>
    </dgm:pt>
    <dgm:pt modelId="{102E6401-03D6-4D25-A007-DC2436981BF0}" type="parTrans" cxnId="{337B1D3C-FDEB-408C-A245-1D6F408F9441}">
      <dgm:prSet/>
      <dgm:spPr/>
      <dgm:t>
        <a:bodyPr/>
        <a:lstStyle/>
        <a:p>
          <a:endParaRPr lang="en-US"/>
        </a:p>
      </dgm:t>
    </dgm:pt>
    <dgm:pt modelId="{D956BB32-1DFA-4009-8AD5-FFE185C3D929}" type="sibTrans" cxnId="{337B1D3C-FDEB-408C-A245-1D6F408F9441}">
      <dgm:prSet/>
      <dgm:spPr/>
      <dgm:t>
        <a:bodyPr/>
        <a:lstStyle/>
        <a:p>
          <a:endParaRPr lang="en-US"/>
        </a:p>
      </dgm:t>
    </dgm:pt>
    <dgm:pt modelId="{4F159D34-2699-432F-AFD3-8E3EB5C09010}" type="pres">
      <dgm:prSet presAssocID="{A0E980F1-C348-4D1E-B875-04F7C3E583C6}" presName="root" presStyleCnt="0">
        <dgm:presLayoutVars>
          <dgm:dir/>
          <dgm:resizeHandles val="exact"/>
        </dgm:presLayoutVars>
      </dgm:prSet>
      <dgm:spPr/>
    </dgm:pt>
    <dgm:pt modelId="{71C24F91-7893-448B-B81B-C83CA6774B14}" type="pres">
      <dgm:prSet presAssocID="{5527F8E6-ED65-4A9D-B78D-E16A1CB6B9E7}" presName="compNode" presStyleCnt="0"/>
      <dgm:spPr/>
    </dgm:pt>
    <dgm:pt modelId="{722BBB83-6FC1-4B65-A140-CF9416FC96D0}" type="pres">
      <dgm:prSet presAssocID="{5527F8E6-ED65-4A9D-B78D-E16A1CB6B9E7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Veri tabanı"/>
        </a:ext>
      </dgm:extLst>
    </dgm:pt>
    <dgm:pt modelId="{1BAD6533-75DC-4097-8F7B-601D193BF3B4}" type="pres">
      <dgm:prSet presAssocID="{5527F8E6-ED65-4A9D-B78D-E16A1CB6B9E7}" presName="iconSpace" presStyleCnt="0"/>
      <dgm:spPr/>
    </dgm:pt>
    <dgm:pt modelId="{FAF369B0-5133-45C7-9DC8-F8E46F9A207B}" type="pres">
      <dgm:prSet presAssocID="{5527F8E6-ED65-4A9D-B78D-E16A1CB6B9E7}" presName="parTx" presStyleLbl="revTx" presStyleIdx="0" presStyleCnt="4">
        <dgm:presLayoutVars>
          <dgm:chMax val="0"/>
          <dgm:chPref val="0"/>
        </dgm:presLayoutVars>
      </dgm:prSet>
      <dgm:spPr/>
    </dgm:pt>
    <dgm:pt modelId="{29E800CF-A564-4EAE-B2F5-42FCB7E3ECAA}" type="pres">
      <dgm:prSet presAssocID="{5527F8E6-ED65-4A9D-B78D-E16A1CB6B9E7}" presName="txSpace" presStyleCnt="0"/>
      <dgm:spPr/>
    </dgm:pt>
    <dgm:pt modelId="{792A0FBD-BC1A-488F-BE12-3F370C2BDDEB}" type="pres">
      <dgm:prSet presAssocID="{5527F8E6-ED65-4A9D-B78D-E16A1CB6B9E7}" presName="desTx" presStyleLbl="revTx" presStyleIdx="1" presStyleCnt="4">
        <dgm:presLayoutVars/>
      </dgm:prSet>
      <dgm:spPr/>
    </dgm:pt>
    <dgm:pt modelId="{93C9BEBF-9E70-4526-8DC8-05296AC3BB6B}" type="pres">
      <dgm:prSet presAssocID="{A90BF446-4275-4809-921A-DBF36907C046}" presName="sibTrans" presStyleCnt="0"/>
      <dgm:spPr/>
    </dgm:pt>
    <dgm:pt modelId="{1A40C703-EC94-4A27-BEF8-7622E25EDA8E}" type="pres">
      <dgm:prSet presAssocID="{C0DD9012-7C21-4CDD-8F05-A4FDB5457197}" presName="compNode" presStyleCnt="0"/>
      <dgm:spPr/>
    </dgm:pt>
    <dgm:pt modelId="{DD092690-7A4E-4008-8AFC-492744ACB5CD}" type="pres">
      <dgm:prSet presAssocID="{C0DD9012-7C21-4CDD-8F05-A4FDB5457197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ilidi Aç"/>
        </a:ext>
      </dgm:extLst>
    </dgm:pt>
    <dgm:pt modelId="{23177057-468D-4F65-81C7-24F1E64A57FE}" type="pres">
      <dgm:prSet presAssocID="{C0DD9012-7C21-4CDD-8F05-A4FDB5457197}" presName="iconSpace" presStyleCnt="0"/>
      <dgm:spPr/>
    </dgm:pt>
    <dgm:pt modelId="{FAF7841B-847C-44D0-97CE-E755884C04F8}" type="pres">
      <dgm:prSet presAssocID="{C0DD9012-7C21-4CDD-8F05-A4FDB5457197}" presName="parTx" presStyleLbl="revTx" presStyleIdx="2" presStyleCnt="4">
        <dgm:presLayoutVars>
          <dgm:chMax val="0"/>
          <dgm:chPref val="0"/>
        </dgm:presLayoutVars>
      </dgm:prSet>
      <dgm:spPr/>
    </dgm:pt>
    <dgm:pt modelId="{EE3EB174-564E-4DF6-9B48-C1B753A0DB2A}" type="pres">
      <dgm:prSet presAssocID="{C0DD9012-7C21-4CDD-8F05-A4FDB5457197}" presName="txSpace" presStyleCnt="0"/>
      <dgm:spPr/>
    </dgm:pt>
    <dgm:pt modelId="{A1092838-4B21-4AFA-8764-33954375062E}" type="pres">
      <dgm:prSet presAssocID="{C0DD9012-7C21-4CDD-8F05-A4FDB5457197}" presName="desTx" presStyleLbl="revTx" presStyleIdx="3" presStyleCnt="4">
        <dgm:presLayoutVars/>
      </dgm:prSet>
      <dgm:spPr/>
    </dgm:pt>
  </dgm:ptLst>
  <dgm:cxnLst>
    <dgm:cxn modelId="{3BDCDC2B-ACFA-4173-B535-835D528E38ED}" srcId="{C0DD9012-7C21-4CDD-8F05-A4FDB5457197}" destId="{672C1718-2475-4B46-A4B7-12F4F9460A15}" srcOrd="0" destOrd="0" parTransId="{4A674A80-9E0C-47B0-9594-DF330E5BD2B1}" sibTransId="{9C5437EE-D16D-4382-9695-0589573D5687}"/>
    <dgm:cxn modelId="{2D31F739-EF7B-40E4-ADB5-E3FA926D71E7}" type="presOf" srcId="{F72F0109-6225-4CD7-A17C-5A01FCB9E543}" destId="{A1092838-4B21-4AFA-8764-33954375062E}" srcOrd="0" destOrd="1" presId="urn:microsoft.com/office/officeart/2018/2/layout/IconLabelDescriptionList"/>
    <dgm:cxn modelId="{337B1D3C-FDEB-408C-A245-1D6F408F9441}" srcId="{C0DD9012-7C21-4CDD-8F05-A4FDB5457197}" destId="{F72F0109-6225-4CD7-A17C-5A01FCB9E543}" srcOrd="1" destOrd="0" parTransId="{102E6401-03D6-4D25-A007-DC2436981BF0}" sibTransId="{D956BB32-1DFA-4009-8AD5-FFE185C3D929}"/>
    <dgm:cxn modelId="{0547B465-8CE8-4E88-A22F-F3753300ACEF}" type="presOf" srcId="{C0DD9012-7C21-4CDD-8F05-A4FDB5457197}" destId="{FAF7841B-847C-44D0-97CE-E755884C04F8}" srcOrd="0" destOrd="0" presId="urn:microsoft.com/office/officeart/2018/2/layout/IconLabelDescriptionList"/>
    <dgm:cxn modelId="{9172E56A-5E54-4E30-8ECA-38F3085DBCCD}" type="presOf" srcId="{5527F8E6-ED65-4A9D-B78D-E16A1CB6B9E7}" destId="{FAF369B0-5133-45C7-9DC8-F8E46F9A207B}" srcOrd="0" destOrd="0" presId="urn:microsoft.com/office/officeart/2018/2/layout/IconLabelDescriptionList"/>
    <dgm:cxn modelId="{4B3ABA4C-B914-4D57-8770-659E9A232750}" srcId="{A0E980F1-C348-4D1E-B875-04F7C3E583C6}" destId="{5527F8E6-ED65-4A9D-B78D-E16A1CB6B9E7}" srcOrd="0" destOrd="0" parTransId="{660B9B06-A0C1-4AA7-BDBF-4E328FFC1D66}" sibTransId="{A90BF446-4275-4809-921A-DBF36907C046}"/>
    <dgm:cxn modelId="{96A65A7D-E4A4-474A-9F64-C14BA0320E64}" type="presOf" srcId="{8E74547B-AC54-4000-ADD9-950B6F53D9D1}" destId="{792A0FBD-BC1A-488F-BE12-3F370C2BDDEB}" srcOrd="0" destOrd="0" presId="urn:microsoft.com/office/officeart/2018/2/layout/IconLabelDescriptionList"/>
    <dgm:cxn modelId="{F6866CA3-3EE9-476B-9E1F-058D59B8604F}" type="presOf" srcId="{672C1718-2475-4B46-A4B7-12F4F9460A15}" destId="{A1092838-4B21-4AFA-8764-33954375062E}" srcOrd="0" destOrd="0" presId="urn:microsoft.com/office/officeart/2018/2/layout/IconLabelDescriptionList"/>
    <dgm:cxn modelId="{CE7070B0-8090-490C-B81C-CE05D91155A0}" srcId="{A0E980F1-C348-4D1E-B875-04F7C3E583C6}" destId="{C0DD9012-7C21-4CDD-8F05-A4FDB5457197}" srcOrd="1" destOrd="0" parTransId="{B9A38B83-A382-499D-8654-86362E353D91}" sibTransId="{03323ECC-4B27-4CB2-9A9B-DCB7EE9FFA8E}"/>
    <dgm:cxn modelId="{BB01C1BA-8D42-427B-B746-B140B643838F}" type="presOf" srcId="{A0E980F1-C348-4D1E-B875-04F7C3E583C6}" destId="{4F159D34-2699-432F-AFD3-8E3EB5C09010}" srcOrd="0" destOrd="0" presId="urn:microsoft.com/office/officeart/2018/2/layout/IconLabelDescriptionList"/>
    <dgm:cxn modelId="{608283D8-F1CF-4AC9-A619-868CA72060EF}" srcId="{5527F8E6-ED65-4A9D-B78D-E16A1CB6B9E7}" destId="{8E74547B-AC54-4000-ADD9-950B6F53D9D1}" srcOrd="0" destOrd="0" parTransId="{6720BE2D-EE96-4AE3-8F0B-A3EBC71BE095}" sibTransId="{BD69B21F-B813-439C-9FB3-C64EBCC35C72}"/>
    <dgm:cxn modelId="{F399983B-F38B-4718-ACA2-8131F82F9F1A}" type="presParOf" srcId="{4F159D34-2699-432F-AFD3-8E3EB5C09010}" destId="{71C24F91-7893-448B-B81B-C83CA6774B14}" srcOrd="0" destOrd="0" presId="urn:microsoft.com/office/officeart/2018/2/layout/IconLabelDescriptionList"/>
    <dgm:cxn modelId="{F3184FA4-8A55-412B-A0EF-C5A2E5E36DBF}" type="presParOf" srcId="{71C24F91-7893-448B-B81B-C83CA6774B14}" destId="{722BBB83-6FC1-4B65-A140-CF9416FC96D0}" srcOrd="0" destOrd="0" presId="urn:microsoft.com/office/officeart/2018/2/layout/IconLabelDescriptionList"/>
    <dgm:cxn modelId="{A1B62310-0F20-4CA1-82E3-FEBB2A01F0D7}" type="presParOf" srcId="{71C24F91-7893-448B-B81B-C83CA6774B14}" destId="{1BAD6533-75DC-4097-8F7B-601D193BF3B4}" srcOrd="1" destOrd="0" presId="urn:microsoft.com/office/officeart/2018/2/layout/IconLabelDescriptionList"/>
    <dgm:cxn modelId="{7E55AF54-82BF-4FC4-AAF4-C4899D535371}" type="presParOf" srcId="{71C24F91-7893-448B-B81B-C83CA6774B14}" destId="{FAF369B0-5133-45C7-9DC8-F8E46F9A207B}" srcOrd="2" destOrd="0" presId="urn:microsoft.com/office/officeart/2018/2/layout/IconLabelDescriptionList"/>
    <dgm:cxn modelId="{8A63FCCB-610D-47B9-A67F-481D862518C2}" type="presParOf" srcId="{71C24F91-7893-448B-B81B-C83CA6774B14}" destId="{29E800CF-A564-4EAE-B2F5-42FCB7E3ECAA}" srcOrd="3" destOrd="0" presId="urn:microsoft.com/office/officeart/2018/2/layout/IconLabelDescriptionList"/>
    <dgm:cxn modelId="{0B48F542-AA93-4A17-8A62-40AE9910E635}" type="presParOf" srcId="{71C24F91-7893-448B-B81B-C83CA6774B14}" destId="{792A0FBD-BC1A-488F-BE12-3F370C2BDDEB}" srcOrd="4" destOrd="0" presId="urn:microsoft.com/office/officeart/2018/2/layout/IconLabelDescriptionList"/>
    <dgm:cxn modelId="{2FE1C528-C55E-4206-A9A8-15EA57F14E83}" type="presParOf" srcId="{4F159D34-2699-432F-AFD3-8E3EB5C09010}" destId="{93C9BEBF-9E70-4526-8DC8-05296AC3BB6B}" srcOrd="1" destOrd="0" presId="urn:microsoft.com/office/officeart/2018/2/layout/IconLabelDescriptionList"/>
    <dgm:cxn modelId="{64D4107E-3D1D-42B2-AA52-F69D811B3158}" type="presParOf" srcId="{4F159D34-2699-432F-AFD3-8E3EB5C09010}" destId="{1A40C703-EC94-4A27-BEF8-7622E25EDA8E}" srcOrd="2" destOrd="0" presId="urn:microsoft.com/office/officeart/2018/2/layout/IconLabelDescriptionList"/>
    <dgm:cxn modelId="{FF7867AF-C492-4E14-B65D-814318D180C7}" type="presParOf" srcId="{1A40C703-EC94-4A27-BEF8-7622E25EDA8E}" destId="{DD092690-7A4E-4008-8AFC-492744ACB5CD}" srcOrd="0" destOrd="0" presId="urn:microsoft.com/office/officeart/2018/2/layout/IconLabelDescriptionList"/>
    <dgm:cxn modelId="{5B55792B-CD9D-47A9-A4A9-A9B8D3B3B84B}" type="presParOf" srcId="{1A40C703-EC94-4A27-BEF8-7622E25EDA8E}" destId="{23177057-468D-4F65-81C7-24F1E64A57FE}" srcOrd="1" destOrd="0" presId="urn:microsoft.com/office/officeart/2018/2/layout/IconLabelDescriptionList"/>
    <dgm:cxn modelId="{EEF70862-FC70-498C-9734-FF888CD381DB}" type="presParOf" srcId="{1A40C703-EC94-4A27-BEF8-7622E25EDA8E}" destId="{FAF7841B-847C-44D0-97CE-E755884C04F8}" srcOrd="2" destOrd="0" presId="urn:microsoft.com/office/officeart/2018/2/layout/IconLabelDescriptionList"/>
    <dgm:cxn modelId="{764CC313-24B3-454D-88D9-9F9F26A43CD7}" type="presParOf" srcId="{1A40C703-EC94-4A27-BEF8-7622E25EDA8E}" destId="{EE3EB174-564E-4DF6-9B48-C1B753A0DB2A}" srcOrd="3" destOrd="0" presId="urn:microsoft.com/office/officeart/2018/2/layout/IconLabelDescriptionList"/>
    <dgm:cxn modelId="{3A936D5D-7261-4972-9D2F-28856216228E}" type="presParOf" srcId="{1A40C703-EC94-4A27-BEF8-7622E25EDA8E}" destId="{A1092838-4B21-4AFA-8764-33954375062E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7.xml><?xml version="1.0" encoding="utf-8"?>
<dgm:dataModel xmlns:dgm="http://schemas.openxmlformats.org/drawingml/2006/diagram" xmlns:a="http://schemas.openxmlformats.org/drawingml/2006/main">
  <dgm:ptLst>
    <dgm:pt modelId="{40FA33AC-1C63-4F60-AF3D-99447E978B5E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69C710DF-E230-4A14-9B66-A2B019F065F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No unlocking script</a:t>
          </a:r>
          <a:endParaRPr lang="en-US"/>
        </a:p>
      </dgm:t>
    </dgm:pt>
    <dgm:pt modelId="{38199D6C-3075-44D0-AF7B-C058582E6CD4}" type="parTrans" cxnId="{5CB0B441-6388-4B8F-8F28-72ED23917846}">
      <dgm:prSet/>
      <dgm:spPr/>
      <dgm:t>
        <a:bodyPr/>
        <a:lstStyle/>
        <a:p>
          <a:endParaRPr lang="en-US"/>
        </a:p>
      </dgm:t>
    </dgm:pt>
    <dgm:pt modelId="{3F2E4CD1-9969-44FB-9B28-D18396AFB493}" type="sibTrans" cxnId="{5CB0B441-6388-4B8F-8F28-72ED23917846}">
      <dgm:prSet/>
      <dgm:spPr/>
      <dgm:t>
        <a:bodyPr/>
        <a:lstStyle/>
        <a:p>
          <a:endParaRPr lang="en-US"/>
        </a:p>
      </dgm:t>
    </dgm:pt>
    <dgm:pt modelId="{55186D2B-B233-4171-B957-1D9E5EC7C38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Coinbase transactions do not have </a:t>
          </a:r>
        </a:p>
      </dgm:t>
    </dgm:pt>
    <dgm:pt modelId="{9C8EAC14-46CA-493D-A9DE-4CF095848D57}" type="parTrans" cxnId="{4B1E5530-5BA5-43D1-864C-27B1429CBEED}">
      <dgm:prSet/>
      <dgm:spPr/>
      <dgm:t>
        <a:bodyPr/>
        <a:lstStyle/>
        <a:p>
          <a:endParaRPr lang="en-US"/>
        </a:p>
      </dgm:t>
    </dgm:pt>
    <dgm:pt modelId="{25DD60E8-32C4-4406-9C5C-24E109AB67B6}" type="sibTrans" cxnId="{4B1E5530-5BA5-43D1-864C-27B1429CBEED}">
      <dgm:prSet/>
      <dgm:spPr/>
      <dgm:t>
        <a:bodyPr/>
        <a:lstStyle/>
        <a:p>
          <a:endParaRPr lang="en-US"/>
        </a:p>
      </dgm:t>
    </dgm:pt>
    <dgm:pt modelId="{4DA20A1C-3BB7-4CF0-A683-FB8A8344C9C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 unlocking script (aka, scriptSig) field.</a:t>
          </a:r>
        </a:p>
      </dgm:t>
    </dgm:pt>
    <dgm:pt modelId="{FCD5F5FB-C860-491C-892B-0664A0D05474}" type="parTrans" cxnId="{B50E6923-73FB-4016-9A3D-1F7C277BA8F8}">
      <dgm:prSet/>
      <dgm:spPr/>
      <dgm:t>
        <a:bodyPr/>
        <a:lstStyle/>
        <a:p>
          <a:endParaRPr lang="en-US"/>
        </a:p>
      </dgm:t>
    </dgm:pt>
    <dgm:pt modelId="{09A09D4A-3C92-4714-A480-474014CC3E02}" type="sibTrans" cxnId="{B50E6923-73FB-4016-9A3D-1F7C277BA8F8}">
      <dgm:prSet/>
      <dgm:spPr/>
      <dgm:t>
        <a:bodyPr/>
        <a:lstStyle/>
        <a:p>
          <a:endParaRPr lang="en-US"/>
        </a:p>
      </dgm:t>
    </dgm:pt>
    <dgm:pt modelId="{EFB35570-FB27-4F1D-AA39-9163D2C2BF6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Replaced field by coinbase</a:t>
          </a:r>
          <a:endParaRPr lang="en-US"/>
        </a:p>
      </dgm:t>
    </dgm:pt>
    <dgm:pt modelId="{543AD6F6-1384-4B25-A412-A95072DC8D0D}" type="parTrans" cxnId="{978CEEB9-D318-4EED-87A4-D5E1CDA0F9DC}">
      <dgm:prSet/>
      <dgm:spPr/>
      <dgm:t>
        <a:bodyPr/>
        <a:lstStyle/>
        <a:p>
          <a:endParaRPr lang="en-US"/>
        </a:p>
      </dgm:t>
    </dgm:pt>
    <dgm:pt modelId="{A610AFEF-A27C-48C0-9F92-433197AC5CF2}" type="sibTrans" cxnId="{978CEEB9-D318-4EED-87A4-D5E1CDA0F9DC}">
      <dgm:prSet/>
      <dgm:spPr/>
      <dgm:t>
        <a:bodyPr/>
        <a:lstStyle/>
        <a:p>
          <a:endParaRPr lang="en-US"/>
        </a:p>
      </dgm:t>
    </dgm:pt>
    <dgm:pt modelId="{9A59A8E0-E17B-42F8-B0FD-58D5DCA7AE4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İt </a:t>
          </a:r>
          <a:r>
            <a:rPr lang="en-US"/>
            <a:t>is replaced by coinbase data, </a:t>
          </a:r>
        </a:p>
      </dgm:t>
    </dgm:pt>
    <dgm:pt modelId="{575D900A-A711-483F-9AD3-AC5275A8ED85}" type="parTrans" cxnId="{40EABADA-56B0-4DE6-9605-73D884DBF409}">
      <dgm:prSet/>
      <dgm:spPr/>
      <dgm:t>
        <a:bodyPr/>
        <a:lstStyle/>
        <a:p>
          <a:endParaRPr lang="en-US"/>
        </a:p>
      </dgm:t>
    </dgm:pt>
    <dgm:pt modelId="{4A37A0F7-A8C7-4DA6-A16E-AD2E015F02C2}" type="sibTrans" cxnId="{40EABADA-56B0-4DE6-9605-73D884DBF409}">
      <dgm:prSet/>
      <dgm:spPr/>
      <dgm:t>
        <a:bodyPr/>
        <a:lstStyle/>
        <a:p>
          <a:endParaRPr lang="en-US"/>
        </a:p>
      </dgm:t>
    </dgm:pt>
    <dgm:pt modelId="{94658813-8462-4A9C-8E04-6AB910467A6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which must be between 2 and 100</a:t>
          </a:r>
          <a:r>
            <a:rPr lang="tr-TR"/>
            <a:t> </a:t>
          </a:r>
          <a:r>
            <a:rPr lang="en-US"/>
            <a:t>bytes. </a:t>
          </a:r>
        </a:p>
      </dgm:t>
    </dgm:pt>
    <dgm:pt modelId="{4A6A5B94-30C9-4690-BA29-DD962527795B}" type="parTrans" cxnId="{4EB1EBE0-13EF-4C48-ABDF-11F12E42A812}">
      <dgm:prSet/>
      <dgm:spPr/>
      <dgm:t>
        <a:bodyPr/>
        <a:lstStyle/>
        <a:p>
          <a:endParaRPr lang="en-US"/>
        </a:p>
      </dgm:t>
    </dgm:pt>
    <dgm:pt modelId="{5C2FE815-7032-4EFA-A2D1-9973CC099BB9}" type="sibTrans" cxnId="{4EB1EBE0-13EF-4C48-ABDF-11F12E42A812}">
      <dgm:prSet/>
      <dgm:spPr/>
      <dgm:t>
        <a:bodyPr/>
        <a:lstStyle/>
        <a:p>
          <a:endParaRPr lang="en-US"/>
        </a:p>
      </dgm:t>
    </dgm:pt>
    <dgm:pt modelId="{ABCE7D26-9365-48F2-A235-E57BEC5A3D6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The rest is arbitrary data</a:t>
          </a:r>
          <a:endParaRPr lang="en-US"/>
        </a:p>
      </dgm:t>
    </dgm:pt>
    <dgm:pt modelId="{26F04C0F-C199-442E-A38F-EB90DBDE6CF9}" type="parTrans" cxnId="{CF04F04A-9D5F-4414-B929-CBC709AD9D4E}">
      <dgm:prSet/>
      <dgm:spPr/>
      <dgm:t>
        <a:bodyPr/>
        <a:lstStyle/>
        <a:p>
          <a:endParaRPr lang="en-US"/>
        </a:p>
      </dgm:t>
    </dgm:pt>
    <dgm:pt modelId="{9F82DE79-93E3-4EBB-8CB8-7123FF89F9B7}" type="sibTrans" cxnId="{CF04F04A-9D5F-4414-B929-CBC709AD9D4E}">
      <dgm:prSet/>
      <dgm:spPr/>
      <dgm:t>
        <a:bodyPr/>
        <a:lstStyle/>
        <a:p>
          <a:endParaRPr lang="en-US"/>
        </a:p>
      </dgm:t>
    </dgm:pt>
    <dgm:pt modelId="{D3BA853D-A6FB-4693-AC8A-2A8E672BB44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Except for the first few bytes, </a:t>
          </a:r>
        </a:p>
      </dgm:t>
    </dgm:pt>
    <dgm:pt modelId="{7BE991C1-2EDD-4FAF-9EDC-B1A0AB63EF14}" type="parTrans" cxnId="{9B5137C2-1179-435B-8383-49F1585B8AD5}">
      <dgm:prSet/>
      <dgm:spPr/>
      <dgm:t>
        <a:bodyPr/>
        <a:lstStyle/>
        <a:p>
          <a:endParaRPr lang="en-US"/>
        </a:p>
      </dgm:t>
    </dgm:pt>
    <dgm:pt modelId="{B1700551-1E43-4E1C-AB7F-FC899EC94AC5}" type="sibTrans" cxnId="{9B5137C2-1179-435B-8383-49F1585B8AD5}">
      <dgm:prSet/>
      <dgm:spPr/>
      <dgm:t>
        <a:bodyPr/>
        <a:lstStyle/>
        <a:p>
          <a:endParaRPr lang="en-US"/>
        </a:p>
      </dgm:t>
    </dgm:pt>
    <dgm:pt modelId="{D7420B73-64F6-4E74-9C56-A48F998E617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rest of the coinbase data can be used by miners</a:t>
          </a:r>
        </a:p>
      </dgm:t>
    </dgm:pt>
    <dgm:pt modelId="{078F82F2-284A-4063-942F-14AAF9BF68E1}" type="parTrans" cxnId="{C6A9B184-FAC5-42B8-845D-AE7060A30E87}">
      <dgm:prSet/>
      <dgm:spPr/>
      <dgm:t>
        <a:bodyPr/>
        <a:lstStyle/>
        <a:p>
          <a:endParaRPr lang="en-US"/>
        </a:p>
      </dgm:t>
    </dgm:pt>
    <dgm:pt modelId="{84DACA63-0250-4B9B-ACC7-FBDD285E111E}" type="sibTrans" cxnId="{C6A9B184-FAC5-42B8-845D-AE7060A30E87}">
      <dgm:prSet/>
      <dgm:spPr/>
      <dgm:t>
        <a:bodyPr/>
        <a:lstStyle/>
        <a:p>
          <a:endParaRPr lang="en-US"/>
        </a:p>
      </dgm:t>
    </dgm:pt>
    <dgm:pt modelId="{E41FC889-4903-4B50-9058-48270745C27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 any way they want; it is arbitrary data.</a:t>
          </a:r>
        </a:p>
      </dgm:t>
    </dgm:pt>
    <dgm:pt modelId="{A8AFE76C-1572-4D60-8924-35CE00FFED69}" type="parTrans" cxnId="{200B95D8-320D-4FFB-A9FE-A06AAE5188C8}">
      <dgm:prSet/>
      <dgm:spPr/>
      <dgm:t>
        <a:bodyPr/>
        <a:lstStyle/>
        <a:p>
          <a:endParaRPr lang="en-US"/>
        </a:p>
      </dgm:t>
    </dgm:pt>
    <dgm:pt modelId="{2C7D7BCC-1A48-449B-9F1A-56480B253D66}" type="sibTrans" cxnId="{200B95D8-320D-4FFB-A9FE-A06AAE5188C8}">
      <dgm:prSet/>
      <dgm:spPr/>
      <dgm:t>
        <a:bodyPr/>
        <a:lstStyle/>
        <a:p>
          <a:endParaRPr lang="en-US"/>
        </a:p>
      </dgm:t>
    </dgm:pt>
    <dgm:pt modelId="{29981318-11C8-47D7-8319-35600630BE69}" type="pres">
      <dgm:prSet presAssocID="{40FA33AC-1C63-4F60-AF3D-99447E978B5E}" presName="root" presStyleCnt="0">
        <dgm:presLayoutVars>
          <dgm:dir/>
          <dgm:resizeHandles val="exact"/>
        </dgm:presLayoutVars>
      </dgm:prSet>
      <dgm:spPr/>
    </dgm:pt>
    <dgm:pt modelId="{67369F93-D663-4CC0-91FF-EA9D88595379}" type="pres">
      <dgm:prSet presAssocID="{69C710DF-E230-4A14-9B66-A2B019F065F4}" presName="compNode" presStyleCnt="0"/>
      <dgm:spPr/>
    </dgm:pt>
    <dgm:pt modelId="{C3CE1A47-EFC1-4540-82FD-672FFBC7E9A8}" type="pres">
      <dgm:prSet presAssocID="{69C710DF-E230-4A14-9B66-A2B019F065F4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ilidi Aç"/>
        </a:ext>
      </dgm:extLst>
    </dgm:pt>
    <dgm:pt modelId="{651F36E9-754E-4ECC-9BCD-BA9C173692D9}" type="pres">
      <dgm:prSet presAssocID="{69C710DF-E230-4A14-9B66-A2B019F065F4}" presName="iconSpace" presStyleCnt="0"/>
      <dgm:spPr/>
    </dgm:pt>
    <dgm:pt modelId="{A6FB9335-C6F2-44F0-B3F0-F715CA2CA9DA}" type="pres">
      <dgm:prSet presAssocID="{69C710DF-E230-4A14-9B66-A2B019F065F4}" presName="parTx" presStyleLbl="revTx" presStyleIdx="0" presStyleCnt="6">
        <dgm:presLayoutVars>
          <dgm:chMax val="0"/>
          <dgm:chPref val="0"/>
        </dgm:presLayoutVars>
      </dgm:prSet>
      <dgm:spPr/>
    </dgm:pt>
    <dgm:pt modelId="{BCE4C0E1-CC67-482D-BE8D-43455D9044AB}" type="pres">
      <dgm:prSet presAssocID="{69C710DF-E230-4A14-9B66-A2B019F065F4}" presName="txSpace" presStyleCnt="0"/>
      <dgm:spPr/>
    </dgm:pt>
    <dgm:pt modelId="{FB467384-EEB7-467D-A59F-23529CFDD64B}" type="pres">
      <dgm:prSet presAssocID="{69C710DF-E230-4A14-9B66-A2B019F065F4}" presName="desTx" presStyleLbl="revTx" presStyleIdx="1" presStyleCnt="6">
        <dgm:presLayoutVars/>
      </dgm:prSet>
      <dgm:spPr/>
    </dgm:pt>
    <dgm:pt modelId="{769FB588-944E-4033-A15E-944E3344DD7D}" type="pres">
      <dgm:prSet presAssocID="{3F2E4CD1-9969-44FB-9B28-D18396AFB493}" presName="sibTrans" presStyleCnt="0"/>
      <dgm:spPr/>
    </dgm:pt>
    <dgm:pt modelId="{90E6E8F8-452A-45D1-86F4-08135B8D3ED8}" type="pres">
      <dgm:prSet presAssocID="{EFB35570-FB27-4F1D-AA39-9163D2C2BF68}" presName="compNode" presStyleCnt="0"/>
      <dgm:spPr/>
    </dgm:pt>
    <dgm:pt modelId="{12A30CBF-F04F-41C3-BF52-0A2271AD4419}" type="pres">
      <dgm:prSet presAssocID="{EFB35570-FB27-4F1D-AA39-9163D2C2BF68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Veri tabanı"/>
        </a:ext>
      </dgm:extLst>
    </dgm:pt>
    <dgm:pt modelId="{773C0256-2469-49AB-AA3A-AA36FF549C1F}" type="pres">
      <dgm:prSet presAssocID="{EFB35570-FB27-4F1D-AA39-9163D2C2BF68}" presName="iconSpace" presStyleCnt="0"/>
      <dgm:spPr/>
    </dgm:pt>
    <dgm:pt modelId="{466370D1-81AC-48DD-88A8-378BA9C4D167}" type="pres">
      <dgm:prSet presAssocID="{EFB35570-FB27-4F1D-AA39-9163D2C2BF68}" presName="parTx" presStyleLbl="revTx" presStyleIdx="2" presStyleCnt="6">
        <dgm:presLayoutVars>
          <dgm:chMax val="0"/>
          <dgm:chPref val="0"/>
        </dgm:presLayoutVars>
      </dgm:prSet>
      <dgm:spPr/>
    </dgm:pt>
    <dgm:pt modelId="{A6ADE43E-38F8-4F8A-9EC3-A8D890DBCB26}" type="pres">
      <dgm:prSet presAssocID="{EFB35570-FB27-4F1D-AA39-9163D2C2BF68}" presName="txSpace" presStyleCnt="0"/>
      <dgm:spPr/>
    </dgm:pt>
    <dgm:pt modelId="{45E28D14-4C2B-4951-9DD8-4E15F18593B2}" type="pres">
      <dgm:prSet presAssocID="{EFB35570-FB27-4F1D-AA39-9163D2C2BF68}" presName="desTx" presStyleLbl="revTx" presStyleIdx="3" presStyleCnt="6">
        <dgm:presLayoutVars/>
      </dgm:prSet>
      <dgm:spPr/>
    </dgm:pt>
    <dgm:pt modelId="{56F3DE60-B5D3-41FF-87CE-102EA47AF1D3}" type="pres">
      <dgm:prSet presAssocID="{A610AFEF-A27C-48C0-9F92-433197AC5CF2}" presName="sibTrans" presStyleCnt="0"/>
      <dgm:spPr/>
    </dgm:pt>
    <dgm:pt modelId="{3DAC3B78-8F6A-47C5-9233-6348D8B86F0B}" type="pres">
      <dgm:prSet presAssocID="{ABCE7D26-9365-48F2-A235-E57BEC5A3D69}" presName="compNode" presStyleCnt="0"/>
      <dgm:spPr/>
    </dgm:pt>
    <dgm:pt modelId="{3934C7C9-6C8F-4A60-968A-E05EDBEE5996}" type="pres">
      <dgm:prSet presAssocID="{ABCE7D26-9365-48F2-A235-E57BEC5A3D69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İşlemci"/>
        </a:ext>
      </dgm:extLst>
    </dgm:pt>
    <dgm:pt modelId="{3CFB5A77-E2B0-4E69-B043-3525D4BC53BE}" type="pres">
      <dgm:prSet presAssocID="{ABCE7D26-9365-48F2-A235-E57BEC5A3D69}" presName="iconSpace" presStyleCnt="0"/>
      <dgm:spPr/>
    </dgm:pt>
    <dgm:pt modelId="{1D85B8B3-40EB-4D59-9CD4-CBC566067B5E}" type="pres">
      <dgm:prSet presAssocID="{ABCE7D26-9365-48F2-A235-E57BEC5A3D69}" presName="parTx" presStyleLbl="revTx" presStyleIdx="4" presStyleCnt="6">
        <dgm:presLayoutVars>
          <dgm:chMax val="0"/>
          <dgm:chPref val="0"/>
        </dgm:presLayoutVars>
      </dgm:prSet>
      <dgm:spPr/>
    </dgm:pt>
    <dgm:pt modelId="{583B3EF9-E2FF-4FC5-991E-C65B6ED943BF}" type="pres">
      <dgm:prSet presAssocID="{ABCE7D26-9365-48F2-A235-E57BEC5A3D69}" presName="txSpace" presStyleCnt="0"/>
      <dgm:spPr/>
    </dgm:pt>
    <dgm:pt modelId="{265BB37F-778C-44FF-BF29-C92D938283CA}" type="pres">
      <dgm:prSet presAssocID="{ABCE7D26-9365-48F2-A235-E57BEC5A3D69}" presName="desTx" presStyleLbl="revTx" presStyleIdx="5" presStyleCnt="6">
        <dgm:presLayoutVars/>
      </dgm:prSet>
      <dgm:spPr/>
    </dgm:pt>
  </dgm:ptLst>
  <dgm:cxnLst>
    <dgm:cxn modelId="{A5F52609-1F7E-4BB7-967F-B6877B9EEBC0}" type="presOf" srcId="{EFB35570-FB27-4F1D-AA39-9163D2C2BF68}" destId="{466370D1-81AC-48DD-88A8-378BA9C4D167}" srcOrd="0" destOrd="0" presId="urn:microsoft.com/office/officeart/2018/5/layout/CenteredIconLabelDescriptionList"/>
    <dgm:cxn modelId="{7F38D709-88EE-47DD-B3D9-83581D22F130}" type="presOf" srcId="{D7420B73-64F6-4E74-9C56-A48F998E6174}" destId="{265BB37F-778C-44FF-BF29-C92D938283CA}" srcOrd="0" destOrd="1" presId="urn:microsoft.com/office/officeart/2018/5/layout/CenteredIconLabelDescriptionList"/>
    <dgm:cxn modelId="{C9D0871F-A558-429E-9E88-E2BFF301A655}" type="presOf" srcId="{4DA20A1C-3BB7-4CF0-A683-FB8A8344C9C4}" destId="{FB467384-EEB7-467D-A59F-23529CFDD64B}" srcOrd="0" destOrd="1" presId="urn:microsoft.com/office/officeart/2018/5/layout/CenteredIconLabelDescriptionList"/>
    <dgm:cxn modelId="{B50E6923-73FB-4016-9A3D-1F7C277BA8F8}" srcId="{69C710DF-E230-4A14-9B66-A2B019F065F4}" destId="{4DA20A1C-3BB7-4CF0-A683-FB8A8344C9C4}" srcOrd="1" destOrd="0" parTransId="{FCD5F5FB-C860-491C-892B-0664A0D05474}" sibTransId="{09A09D4A-3C92-4714-A480-474014CC3E02}"/>
    <dgm:cxn modelId="{4B1E5530-5BA5-43D1-864C-27B1429CBEED}" srcId="{69C710DF-E230-4A14-9B66-A2B019F065F4}" destId="{55186D2B-B233-4171-B957-1D9E5EC7C382}" srcOrd="0" destOrd="0" parTransId="{9C8EAC14-46CA-493D-A9DE-4CF095848D57}" sibTransId="{25DD60E8-32C4-4406-9C5C-24E109AB67B6}"/>
    <dgm:cxn modelId="{5CB0B441-6388-4B8F-8F28-72ED23917846}" srcId="{40FA33AC-1C63-4F60-AF3D-99447E978B5E}" destId="{69C710DF-E230-4A14-9B66-A2B019F065F4}" srcOrd="0" destOrd="0" parTransId="{38199D6C-3075-44D0-AF7B-C058582E6CD4}" sibTransId="{3F2E4CD1-9969-44FB-9B28-D18396AFB493}"/>
    <dgm:cxn modelId="{03634D66-10F8-40D1-98B0-1484C56D18FF}" type="presOf" srcId="{55186D2B-B233-4171-B957-1D9E5EC7C382}" destId="{FB467384-EEB7-467D-A59F-23529CFDD64B}" srcOrd="0" destOrd="0" presId="urn:microsoft.com/office/officeart/2018/5/layout/CenteredIconLabelDescriptionList"/>
    <dgm:cxn modelId="{CF04F04A-9D5F-4414-B929-CBC709AD9D4E}" srcId="{40FA33AC-1C63-4F60-AF3D-99447E978B5E}" destId="{ABCE7D26-9365-48F2-A235-E57BEC5A3D69}" srcOrd="2" destOrd="0" parTransId="{26F04C0F-C199-442E-A38F-EB90DBDE6CF9}" sibTransId="{9F82DE79-93E3-4EBB-8CB8-7123FF89F9B7}"/>
    <dgm:cxn modelId="{C6A9B184-FAC5-42B8-845D-AE7060A30E87}" srcId="{ABCE7D26-9365-48F2-A235-E57BEC5A3D69}" destId="{D7420B73-64F6-4E74-9C56-A48F998E6174}" srcOrd="1" destOrd="0" parTransId="{078F82F2-284A-4063-942F-14AAF9BF68E1}" sibTransId="{84DACA63-0250-4B9B-ACC7-FBDD285E111E}"/>
    <dgm:cxn modelId="{3C4C4185-458B-4E30-9A33-6FBE89A77911}" type="presOf" srcId="{9A59A8E0-E17B-42F8-B0FD-58D5DCA7AE4A}" destId="{45E28D14-4C2B-4951-9DD8-4E15F18593B2}" srcOrd="0" destOrd="0" presId="urn:microsoft.com/office/officeart/2018/5/layout/CenteredIconLabelDescriptionList"/>
    <dgm:cxn modelId="{7D9D7996-B197-4C15-8B09-04A71A8D4B1A}" type="presOf" srcId="{40FA33AC-1C63-4F60-AF3D-99447E978B5E}" destId="{29981318-11C8-47D7-8319-35600630BE69}" srcOrd="0" destOrd="0" presId="urn:microsoft.com/office/officeart/2018/5/layout/CenteredIconLabelDescriptionList"/>
    <dgm:cxn modelId="{89DBE599-4E9A-43E6-9051-E16E7A9F6D83}" type="presOf" srcId="{69C710DF-E230-4A14-9B66-A2B019F065F4}" destId="{A6FB9335-C6F2-44F0-B3F0-F715CA2CA9DA}" srcOrd="0" destOrd="0" presId="urn:microsoft.com/office/officeart/2018/5/layout/CenteredIconLabelDescriptionList"/>
    <dgm:cxn modelId="{903BCDAC-FD35-412F-9577-8C6075BBD47F}" type="presOf" srcId="{E41FC889-4903-4B50-9058-48270745C27B}" destId="{265BB37F-778C-44FF-BF29-C92D938283CA}" srcOrd="0" destOrd="2" presId="urn:microsoft.com/office/officeart/2018/5/layout/CenteredIconLabelDescriptionList"/>
    <dgm:cxn modelId="{DB7CA4AE-5B4C-4BFB-A13F-8B335BBF5EE4}" type="presOf" srcId="{ABCE7D26-9365-48F2-A235-E57BEC5A3D69}" destId="{1D85B8B3-40EB-4D59-9CD4-CBC566067B5E}" srcOrd="0" destOrd="0" presId="urn:microsoft.com/office/officeart/2018/5/layout/CenteredIconLabelDescriptionList"/>
    <dgm:cxn modelId="{BB8223B3-8BCC-4D60-88AF-5432059BCA2C}" type="presOf" srcId="{94658813-8462-4A9C-8E04-6AB910467A63}" destId="{45E28D14-4C2B-4951-9DD8-4E15F18593B2}" srcOrd="0" destOrd="1" presId="urn:microsoft.com/office/officeart/2018/5/layout/CenteredIconLabelDescriptionList"/>
    <dgm:cxn modelId="{978CEEB9-D318-4EED-87A4-D5E1CDA0F9DC}" srcId="{40FA33AC-1C63-4F60-AF3D-99447E978B5E}" destId="{EFB35570-FB27-4F1D-AA39-9163D2C2BF68}" srcOrd="1" destOrd="0" parTransId="{543AD6F6-1384-4B25-A412-A95072DC8D0D}" sibTransId="{A610AFEF-A27C-48C0-9F92-433197AC5CF2}"/>
    <dgm:cxn modelId="{9B5137C2-1179-435B-8383-49F1585B8AD5}" srcId="{ABCE7D26-9365-48F2-A235-E57BEC5A3D69}" destId="{D3BA853D-A6FB-4693-AC8A-2A8E672BB448}" srcOrd="0" destOrd="0" parTransId="{7BE991C1-2EDD-4FAF-9EDC-B1A0AB63EF14}" sibTransId="{B1700551-1E43-4E1C-AB7F-FC899EC94AC5}"/>
    <dgm:cxn modelId="{BF379ED2-0EF0-4CB4-AEC5-FB722691BA32}" type="presOf" srcId="{D3BA853D-A6FB-4693-AC8A-2A8E672BB448}" destId="{265BB37F-778C-44FF-BF29-C92D938283CA}" srcOrd="0" destOrd="0" presId="urn:microsoft.com/office/officeart/2018/5/layout/CenteredIconLabelDescriptionList"/>
    <dgm:cxn modelId="{200B95D8-320D-4FFB-A9FE-A06AAE5188C8}" srcId="{ABCE7D26-9365-48F2-A235-E57BEC5A3D69}" destId="{E41FC889-4903-4B50-9058-48270745C27B}" srcOrd="2" destOrd="0" parTransId="{A8AFE76C-1572-4D60-8924-35CE00FFED69}" sibTransId="{2C7D7BCC-1A48-449B-9F1A-56480B253D66}"/>
    <dgm:cxn modelId="{40EABADA-56B0-4DE6-9605-73D884DBF409}" srcId="{EFB35570-FB27-4F1D-AA39-9163D2C2BF68}" destId="{9A59A8E0-E17B-42F8-B0FD-58D5DCA7AE4A}" srcOrd="0" destOrd="0" parTransId="{575D900A-A711-483F-9AD3-AC5275A8ED85}" sibTransId="{4A37A0F7-A8C7-4DA6-A16E-AD2E015F02C2}"/>
    <dgm:cxn modelId="{4EB1EBE0-13EF-4C48-ABDF-11F12E42A812}" srcId="{EFB35570-FB27-4F1D-AA39-9163D2C2BF68}" destId="{94658813-8462-4A9C-8E04-6AB910467A63}" srcOrd="1" destOrd="0" parTransId="{4A6A5B94-30C9-4690-BA29-DD962527795B}" sibTransId="{5C2FE815-7032-4EFA-A2D1-9973CC099BB9}"/>
    <dgm:cxn modelId="{12F20B38-4C6C-4F85-8162-BE234123ED4C}" type="presParOf" srcId="{29981318-11C8-47D7-8319-35600630BE69}" destId="{67369F93-D663-4CC0-91FF-EA9D88595379}" srcOrd="0" destOrd="0" presId="urn:microsoft.com/office/officeart/2018/5/layout/CenteredIconLabelDescriptionList"/>
    <dgm:cxn modelId="{F31C6192-CF96-4B36-86E2-26D189A6A971}" type="presParOf" srcId="{67369F93-D663-4CC0-91FF-EA9D88595379}" destId="{C3CE1A47-EFC1-4540-82FD-672FFBC7E9A8}" srcOrd="0" destOrd="0" presId="urn:microsoft.com/office/officeart/2018/5/layout/CenteredIconLabelDescriptionList"/>
    <dgm:cxn modelId="{48112792-A9AB-4341-A18B-AC9CB9A84437}" type="presParOf" srcId="{67369F93-D663-4CC0-91FF-EA9D88595379}" destId="{651F36E9-754E-4ECC-9BCD-BA9C173692D9}" srcOrd="1" destOrd="0" presId="urn:microsoft.com/office/officeart/2018/5/layout/CenteredIconLabelDescriptionList"/>
    <dgm:cxn modelId="{6A873FD0-3BC6-4030-A668-6D8B544BA054}" type="presParOf" srcId="{67369F93-D663-4CC0-91FF-EA9D88595379}" destId="{A6FB9335-C6F2-44F0-B3F0-F715CA2CA9DA}" srcOrd="2" destOrd="0" presId="urn:microsoft.com/office/officeart/2018/5/layout/CenteredIconLabelDescriptionList"/>
    <dgm:cxn modelId="{B5B01FEE-3E20-4EE1-8FE5-A7773854DF2E}" type="presParOf" srcId="{67369F93-D663-4CC0-91FF-EA9D88595379}" destId="{BCE4C0E1-CC67-482D-BE8D-43455D9044AB}" srcOrd="3" destOrd="0" presId="urn:microsoft.com/office/officeart/2018/5/layout/CenteredIconLabelDescriptionList"/>
    <dgm:cxn modelId="{2FED2D71-2DD0-482E-8DF7-29B7D60FC364}" type="presParOf" srcId="{67369F93-D663-4CC0-91FF-EA9D88595379}" destId="{FB467384-EEB7-467D-A59F-23529CFDD64B}" srcOrd="4" destOrd="0" presId="urn:microsoft.com/office/officeart/2018/5/layout/CenteredIconLabelDescriptionList"/>
    <dgm:cxn modelId="{1CE647EA-99A7-4C27-A71E-51CB7392E7C0}" type="presParOf" srcId="{29981318-11C8-47D7-8319-35600630BE69}" destId="{769FB588-944E-4033-A15E-944E3344DD7D}" srcOrd="1" destOrd="0" presId="urn:microsoft.com/office/officeart/2018/5/layout/CenteredIconLabelDescriptionList"/>
    <dgm:cxn modelId="{36F1A6CF-82AD-4C16-B4F6-B59478EF0AFB}" type="presParOf" srcId="{29981318-11C8-47D7-8319-35600630BE69}" destId="{90E6E8F8-452A-45D1-86F4-08135B8D3ED8}" srcOrd="2" destOrd="0" presId="urn:microsoft.com/office/officeart/2018/5/layout/CenteredIconLabelDescriptionList"/>
    <dgm:cxn modelId="{AC98A0F3-8DA8-4628-838C-16A1EAC05818}" type="presParOf" srcId="{90E6E8F8-452A-45D1-86F4-08135B8D3ED8}" destId="{12A30CBF-F04F-41C3-BF52-0A2271AD4419}" srcOrd="0" destOrd="0" presId="urn:microsoft.com/office/officeart/2018/5/layout/CenteredIconLabelDescriptionList"/>
    <dgm:cxn modelId="{1BF54480-447C-4F62-BE32-00D1A84617D8}" type="presParOf" srcId="{90E6E8F8-452A-45D1-86F4-08135B8D3ED8}" destId="{773C0256-2469-49AB-AA3A-AA36FF549C1F}" srcOrd="1" destOrd="0" presId="urn:microsoft.com/office/officeart/2018/5/layout/CenteredIconLabelDescriptionList"/>
    <dgm:cxn modelId="{2128F960-E158-4A3E-9614-859DF569CAC5}" type="presParOf" srcId="{90E6E8F8-452A-45D1-86F4-08135B8D3ED8}" destId="{466370D1-81AC-48DD-88A8-378BA9C4D167}" srcOrd="2" destOrd="0" presId="urn:microsoft.com/office/officeart/2018/5/layout/CenteredIconLabelDescriptionList"/>
    <dgm:cxn modelId="{BDE4D3A6-6870-4CC6-B535-6025D369E26D}" type="presParOf" srcId="{90E6E8F8-452A-45D1-86F4-08135B8D3ED8}" destId="{A6ADE43E-38F8-4F8A-9EC3-A8D890DBCB26}" srcOrd="3" destOrd="0" presId="urn:microsoft.com/office/officeart/2018/5/layout/CenteredIconLabelDescriptionList"/>
    <dgm:cxn modelId="{30BDFF6C-F8F4-4FE6-A9C6-167E2627BD16}" type="presParOf" srcId="{90E6E8F8-452A-45D1-86F4-08135B8D3ED8}" destId="{45E28D14-4C2B-4951-9DD8-4E15F18593B2}" srcOrd="4" destOrd="0" presId="urn:microsoft.com/office/officeart/2018/5/layout/CenteredIconLabelDescriptionList"/>
    <dgm:cxn modelId="{03F4DDDD-1014-410E-A446-634F199DFE25}" type="presParOf" srcId="{29981318-11C8-47D7-8319-35600630BE69}" destId="{56F3DE60-B5D3-41FF-87CE-102EA47AF1D3}" srcOrd="3" destOrd="0" presId="urn:microsoft.com/office/officeart/2018/5/layout/CenteredIconLabelDescriptionList"/>
    <dgm:cxn modelId="{43A6A8A5-4E8C-449A-8449-316E8248127C}" type="presParOf" srcId="{29981318-11C8-47D7-8319-35600630BE69}" destId="{3DAC3B78-8F6A-47C5-9233-6348D8B86F0B}" srcOrd="4" destOrd="0" presId="urn:microsoft.com/office/officeart/2018/5/layout/CenteredIconLabelDescriptionList"/>
    <dgm:cxn modelId="{535F883C-F4CF-4A31-B1E7-05AAA56E288A}" type="presParOf" srcId="{3DAC3B78-8F6A-47C5-9233-6348D8B86F0B}" destId="{3934C7C9-6C8F-4A60-968A-E05EDBEE5996}" srcOrd="0" destOrd="0" presId="urn:microsoft.com/office/officeart/2018/5/layout/CenteredIconLabelDescriptionList"/>
    <dgm:cxn modelId="{C7C13DFC-53EC-43F8-95E1-4893BE4C2D3B}" type="presParOf" srcId="{3DAC3B78-8F6A-47C5-9233-6348D8B86F0B}" destId="{3CFB5A77-E2B0-4E69-B043-3525D4BC53BE}" srcOrd="1" destOrd="0" presId="urn:microsoft.com/office/officeart/2018/5/layout/CenteredIconLabelDescriptionList"/>
    <dgm:cxn modelId="{A6903C4F-4940-44D7-95A4-F7CB60BFB5BA}" type="presParOf" srcId="{3DAC3B78-8F6A-47C5-9233-6348D8B86F0B}" destId="{1D85B8B3-40EB-4D59-9CD4-CBC566067B5E}" srcOrd="2" destOrd="0" presId="urn:microsoft.com/office/officeart/2018/5/layout/CenteredIconLabelDescriptionList"/>
    <dgm:cxn modelId="{18C41FD7-20AB-4A4A-B3B7-0BB5D8D916AC}" type="presParOf" srcId="{3DAC3B78-8F6A-47C5-9233-6348D8B86F0B}" destId="{583B3EF9-E2FF-4FC5-991E-C65B6ED943BF}" srcOrd="3" destOrd="0" presId="urn:microsoft.com/office/officeart/2018/5/layout/CenteredIconLabelDescriptionList"/>
    <dgm:cxn modelId="{6533C986-B5D1-49A1-BA7F-8C04FD6DA1E4}" type="presParOf" srcId="{3DAC3B78-8F6A-47C5-9233-6348D8B86F0B}" destId="{265BB37F-778C-44FF-BF29-C92D938283CA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8.xml><?xml version="1.0" encoding="utf-8"?>
<dgm:dataModel xmlns:dgm="http://schemas.openxmlformats.org/drawingml/2006/diagram" xmlns:a="http://schemas.openxmlformats.org/drawingml/2006/main">
  <dgm:ptLst>
    <dgm:pt modelId="{184466DC-8DA0-402F-AED6-7FD9EF2A5CC5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89711610-236D-4117-8C4F-60674902CBFB}">
      <dgm:prSet/>
      <dgm:spPr/>
      <dgm:t>
        <a:bodyPr/>
        <a:lstStyle/>
        <a:p>
          <a:r>
            <a:rPr lang="en-US"/>
            <a:t>In the genesis block, </a:t>
          </a:r>
        </a:p>
      </dgm:t>
    </dgm:pt>
    <dgm:pt modelId="{4CC92F84-671B-4A9F-98B5-084EA84D43D5}" type="parTrans" cxnId="{C0F9C1E1-AB0E-432A-AB26-F463AB6EEEB0}">
      <dgm:prSet/>
      <dgm:spPr/>
      <dgm:t>
        <a:bodyPr/>
        <a:lstStyle/>
        <a:p>
          <a:endParaRPr lang="en-US"/>
        </a:p>
      </dgm:t>
    </dgm:pt>
    <dgm:pt modelId="{248B9D2C-51A9-4133-BDF9-0619FFFB6D57}" type="sibTrans" cxnId="{C0F9C1E1-AB0E-432A-AB26-F463AB6EEEB0}">
      <dgm:prSet/>
      <dgm:spPr/>
      <dgm:t>
        <a:bodyPr/>
        <a:lstStyle/>
        <a:p>
          <a:endParaRPr lang="en-US"/>
        </a:p>
      </dgm:t>
    </dgm:pt>
    <dgm:pt modelId="{06BCA49C-1773-43E3-AD73-B827DF10F27D}">
      <dgm:prSet/>
      <dgm:spPr/>
      <dgm:t>
        <a:bodyPr/>
        <a:lstStyle/>
        <a:p>
          <a:r>
            <a:rPr lang="en-US"/>
            <a:t>Satoshi Nakamoto added the text </a:t>
          </a:r>
        </a:p>
      </dgm:t>
    </dgm:pt>
    <dgm:pt modelId="{22DE0D77-A903-4EB3-B2ED-5E7681BFD7DC}" type="parTrans" cxnId="{1CB99313-3FFE-422C-B5C9-17980EF10AB7}">
      <dgm:prSet/>
      <dgm:spPr/>
      <dgm:t>
        <a:bodyPr/>
        <a:lstStyle/>
        <a:p>
          <a:endParaRPr lang="en-US"/>
        </a:p>
      </dgm:t>
    </dgm:pt>
    <dgm:pt modelId="{3C3CE8FA-45A8-47E9-91EF-248FD9386177}" type="sibTrans" cxnId="{1CB99313-3FFE-422C-B5C9-17980EF10AB7}">
      <dgm:prSet/>
      <dgm:spPr/>
      <dgm:t>
        <a:bodyPr/>
        <a:lstStyle/>
        <a:p>
          <a:endParaRPr lang="en-US"/>
        </a:p>
      </dgm:t>
    </dgm:pt>
    <dgm:pt modelId="{6BAB32E5-2E8B-45D8-B967-8C05B96BBD73}">
      <dgm:prSet/>
      <dgm:spPr/>
      <dgm:t>
        <a:bodyPr/>
        <a:lstStyle/>
        <a:p>
          <a:r>
            <a:rPr lang="en-US"/>
            <a:t>“The Times</a:t>
          </a:r>
          <a:r>
            <a:rPr lang="tr-TR"/>
            <a:t> </a:t>
          </a:r>
          <a:r>
            <a:rPr lang="en-US"/>
            <a:t>03/Jan/2009 Chancellor on brink of second bailout for banks” in the coinbase data,</a:t>
          </a:r>
          <a:r>
            <a:rPr lang="tr-TR"/>
            <a:t> </a:t>
          </a:r>
          <a:endParaRPr lang="en-US"/>
        </a:p>
      </dgm:t>
    </dgm:pt>
    <dgm:pt modelId="{F1A3E90F-B6ED-477A-B61B-B66FF39232EC}" type="parTrans" cxnId="{E2E28611-C293-4E2F-BAB0-7755714628B7}">
      <dgm:prSet/>
      <dgm:spPr/>
      <dgm:t>
        <a:bodyPr/>
        <a:lstStyle/>
        <a:p>
          <a:endParaRPr lang="en-US"/>
        </a:p>
      </dgm:t>
    </dgm:pt>
    <dgm:pt modelId="{BE3A6348-CF4E-4E9D-98D2-D79C005CB020}" type="sibTrans" cxnId="{E2E28611-C293-4E2F-BAB0-7755714628B7}">
      <dgm:prSet/>
      <dgm:spPr/>
      <dgm:t>
        <a:bodyPr/>
        <a:lstStyle/>
        <a:p>
          <a:endParaRPr lang="en-US"/>
        </a:p>
      </dgm:t>
    </dgm:pt>
    <dgm:pt modelId="{03744A41-A157-4517-85EF-CD1BB7DB5A2B}">
      <dgm:prSet/>
      <dgm:spPr/>
      <dgm:t>
        <a:bodyPr/>
        <a:lstStyle/>
        <a:p>
          <a:r>
            <a:rPr lang="en-US"/>
            <a:t>using it as a proof of the date and to convey a message. </a:t>
          </a:r>
        </a:p>
      </dgm:t>
    </dgm:pt>
    <dgm:pt modelId="{A38FE5EC-8FEA-412C-992C-C0CE0379367D}" type="parTrans" cxnId="{A0186AED-CDF5-40EE-A475-D33AFB75A6B1}">
      <dgm:prSet/>
      <dgm:spPr/>
      <dgm:t>
        <a:bodyPr/>
        <a:lstStyle/>
        <a:p>
          <a:endParaRPr lang="en-US"/>
        </a:p>
      </dgm:t>
    </dgm:pt>
    <dgm:pt modelId="{97C7F7CB-481B-462B-85ED-FB670738127B}" type="sibTrans" cxnId="{A0186AED-CDF5-40EE-A475-D33AFB75A6B1}">
      <dgm:prSet/>
      <dgm:spPr/>
      <dgm:t>
        <a:bodyPr/>
        <a:lstStyle/>
        <a:p>
          <a:endParaRPr lang="en-US"/>
        </a:p>
      </dgm:t>
    </dgm:pt>
    <dgm:pt modelId="{46B90E23-7F27-424B-BB1B-73C48A5D0070}">
      <dgm:prSet/>
      <dgm:spPr/>
      <dgm:t>
        <a:bodyPr/>
        <a:lstStyle/>
        <a:p>
          <a:r>
            <a:rPr lang="tr-TR"/>
            <a:t>Current usage of coinbase data</a:t>
          </a:r>
          <a:endParaRPr lang="en-US"/>
        </a:p>
      </dgm:t>
    </dgm:pt>
    <dgm:pt modelId="{7F01EA69-AF5B-4240-BD09-6D6A210E9866}" type="parTrans" cxnId="{F8C1C35B-2E37-4586-B39E-C0DE78B90BA2}">
      <dgm:prSet/>
      <dgm:spPr/>
      <dgm:t>
        <a:bodyPr/>
        <a:lstStyle/>
        <a:p>
          <a:endParaRPr lang="en-US"/>
        </a:p>
      </dgm:t>
    </dgm:pt>
    <dgm:pt modelId="{38DFA07F-13F5-44F0-8AC1-3D0A151788E7}" type="sibTrans" cxnId="{F8C1C35B-2E37-4586-B39E-C0DE78B90BA2}">
      <dgm:prSet/>
      <dgm:spPr/>
      <dgm:t>
        <a:bodyPr/>
        <a:lstStyle/>
        <a:p>
          <a:endParaRPr lang="en-US"/>
        </a:p>
      </dgm:t>
    </dgm:pt>
    <dgm:pt modelId="{191F3D63-2499-4635-8B43-89607C83465E}">
      <dgm:prSet/>
      <dgm:spPr/>
      <dgm:t>
        <a:bodyPr/>
        <a:lstStyle/>
        <a:p>
          <a:r>
            <a:rPr lang="en-US"/>
            <a:t>to include extra nonce values and strings </a:t>
          </a:r>
        </a:p>
      </dgm:t>
    </dgm:pt>
    <dgm:pt modelId="{5940BA49-C42D-4850-BA04-08C6571AA78B}" type="parTrans" cxnId="{816EF5B7-A87F-4115-9A33-4D68EDDCDCE3}">
      <dgm:prSet/>
      <dgm:spPr/>
      <dgm:t>
        <a:bodyPr/>
        <a:lstStyle/>
        <a:p>
          <a:endParaRPr lang="en-US"/>
        </a:p>
      </dgm:t>
    </dgm:pt>
    <dgm:pt modelId="{DB8EEB59-F4E2-441B-BE04-8C5FB0C2243E}" type="sibTrans" cxnId="{816EF5B7-A87F-4115-9A33-4D68EDDCDCE3}">
      <dgm:prSet/>
      <dgm:spPr/>
      <dgm:t>
        <a:bodyPr/>
        <a:lstStyle/>
        <a:p>
          <a:endParaRPr lang="en-US"/>
        </a:p>
      </dgm:t>
    </dgm:pt>
    <dgm:pt modelId="{470D6124-1834-4663-A2A0-C2ACC8A9EC17}">
      <dgm:prSet/>
      <dgm:spPr/>
      <dgm:t>
        <a:bodyPr/>
        <a:lstStyle/>
        <a:p>
          <a:r>
            <a:rPr lang="en-US"/>
            <a:t>identifying the mining pool.</a:t>
          </a:r>
        </a:p>
      </dgm:t>
    </dgm:pt>
    <dgm:pt modelId="{CFABE491-8D67-419D-A4DA-DF8DEF152765}" type="parTrans" cxnId="{7BB163A5-94DB-4669-8496-838F49F578ED}">
      <dgm:prSet/>
      <dgm:spPr/>
      <dgm:t>
        <a:bodyPr/>
        <a:lstStyle/>
        <a:p>
          <a:endParaRPr lang="en-US"/>
        </a:p>
      </dgm:t>
    </dgm:pt>
    <dgm:pt modelId="{C98A8149-EC35-4C6C-BE40-1256D998216D}" type="sibTrans" cxnId="{7BB163A5-94DB-4669-8496-838F49F578ED}">
      <dgm:prSet/>
      <dgm:spPr/>
      <dgm:t>
        <a:bodyPr/>
        <a:lstStyle/>
        <a:p>
          <a:endParaRPr lang="en-US"/>
        </a:p>
      </dgm:t>
    </dgm:pt>
    <dgm:pt modelId="{B0C6E458-E1ED-46E3-8CFF-9286A032B3CE}" type="pres">
      <dgm:prSet presAssocID="{184466DC-8DA0-402F-AED6-7FD9EF2A5CC5}" presName="linear" presStyleCnt="0">
        <dgm:presLayoutVars>
          <dgm:dir/>
          <dgm:animLvl val="lvl"/>
          <dgm:resizeHandles val="exact"/>
        </dgm:presLayoutVars>
      </dgm:prSet>
      <dgm:spPr/>
    </dgm:pt>
    <dgm:pt modelId="{F683D36B-8BAD-42E9-8697-C59DC2910DF2}" type="pres">
      <dgm:prSet presAssocID="{89711610-236D-4117-8C4F-60674902CBFB}" presName="parentLin" presStyleCnt="0"/>
      <dgm:spPr/>
    </dgm:pt>
    <dgm:pt modelId="{0DAE0F01-83E9-459B-9521-9EC4AB54925E}" type="pres">
      <dgm:prSet presAssocID="{89711610-236D-4117-8C4F-60674902CBFB}" presName="parentLeftMargin" presStyleLbl="node1" presStyleIdx="0" presStyleCnt="2"/>
      <dgm:spPr/>
    </dgm:pt>
    <dgm:pt modelId="{BEB10D47-0A5C-456A-AEC2-560E527AA38F}" type="pres">
      <dgm:prSet presAssocID="{89711610-236D-4117-8C4F-60674902CBFB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ADEA0593-CB46-48EB-A3BD-BCF015293B79}" type="pres">
      <dgm:prSet presAssocID="{89711610-236D-4117-8C4F-60674902CBFB}" presName="negativeSpace" presStyleCnt="0"/>
      <dgm:spPr/>
    </dgm:pt>
    <dgm:pt modelId="{16DD1C37-B8DD-4305-A96F-892B93D85363}" type="pres">
      <dgm:prSet presAssocID="{89711610-236D-4117-8C4F-60674902CBFB}" presName="childText" presStyleLbl="conFgAcc1" presStyleIdx="0" presStyleCnt="2">
        <dgm:presLayoutVars>
          <dgm:bulletEnabled val="1"/>
        </dgm:presLayoutVars>
      </dgm:prSet>
      <dgm:spPr/>
    </dgm:pt>
    <dgm:pt modelId="{182EDE83-F137-472A-A7DA-67C0BF507285}" type="pres">
      <dgm:prSet presAssocID="{248B9D2C-51A9-4133-BDF9-0619FFFB6D57}" presName="spaceBetweenRectangles" presStyleCnt="0"/>
      <dgm:spPr/>
    </dgm:pt>
    <dgm:pt modelId="{8C54C358-2EB2-4B0C-B8FD-ABF167A10062}" type="pres">
      <dgm:prSet presAssocID="{46B90E23-7F27-424B-BB1B-73C48A5D0070}" presName="parentLin" presStyleCnt="0"/>
      <dgm:spPr/>
    </dgm:pt>
    <dgm:pt modelId="{A44867B5-92E9-489C-B52E-FBA5C2B1027C}" type="pres">
      <dgm:prSet presAssocID="{46B90E23-7F27-424B-BB1B-73C48A5D0070}" presName="parentLeftMargin" presStyleLbl="node1" presStyleIdx="0" presStyleCnt="2"/>
      <dgm:spPr/>
    </dgm:pt>
    <dgm:pt modelId="{55722817-65F7-4979-B5E4-2831F8D84905}" type="pres">
      <dgm:prSet presAssocID="{46B90E23-7F27-424B-BB1B-73C48A5D0070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71BC6233-C1F6-4A42-9C82-37A591FF2469}" type="pres">
      <dgm:prSet presAssocID="{46B90E23-7F27-424B-BB1B-73C48A5D0070}" presName="negativeSpace" presStyleCnt="0"/>
      <dgm:spPr/>
    </dgm:pt>
    <dgm:pt modelId="{AC77ECAE-79FE-4B46-803C-CEB010E37A7A}" type="pres">
      <dgm:prSet presAssocID="{46B90E23-7F27-424B-BB1B-73C48A5D0070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E2E28611-C293-4E2F-BAB0-7755714628B7}" srcId="{89711610-236D-4117-8C4F-60674902CBFB}" destId="{6BAB32E5-2E8B-45D8-B967-8C05B96BBD73}" srcOrd="1" destOrd="0" parTransId="{F1A3E90F-B6ED-477A-B61B-B66FF39232EC}" sibTransId="{BE3A6348-CF4E-4E9D-98D2-D79C005CB020}"/>
    <dgm:cxn modelId="{1CB99313-3FFE-422C-B5C9-17980EF10AB7}" srcId="{89711610-236D-4117-8C4F-60674902CBFB}" destId="{06BCA49C-1773-43E3-AD73-B827DF10F27D}" srcOrd="0" destOrd="0" parTransId="{22DE0D77-A903-4EB3-B2ED-5E7681BFD7DC}" sibTransId="{3C3CE8FA-45A8-47E9-91EF-248FD9386177}"/>
    <dgm:cxn modelId="{3B964E1F-B99F-45E6-9491-5AD0F60D424C}" type="presOf" srcId="{184466DC-8DA0-402F-AED6-7FD9EF2A5CC5}" destId="{B0C6E458-E1ED-46E3-8CFF-9286A032B3CE}" srcOrd="0" destOrd="0" presId="urn:microsoft.com/office/officeart/2005/8/layout/list1"/>
    <dgm:cxn modelId="{6E5CCF24-129A-4BF1-8C7D-A0762977E6A4}" type="presOf" srcId="{6BAB32E5-2E8B-45D8-B967-8C05B96BBD73}" destId="{16DD1C37-B8DD-4305-A96F-892B93D85363}" srcOrd="0" destOrd="1" presId="urn:microsoft.com/office/officeart/2005/8/layout/list1"/>
    <dgm:cxn modelId="{F8C1C35B-2E37-4586-B39E-C0DE78B90BA2}" srcId="{184466DC-8DA0-402F-AED6-7FD9EF2A5CC5}" destId="{46B90E23-7F27-424B-BB1B-73C48A5D0070}" srcOrd="1" destOrd="0" parTransId="{7F01EA69-AF5B-4240-BD09-6D6A210E9866}" sibTransId="{38DFA07F-13F5-44F0-8AC1-3D0A151788E7}"/>
    <dgm:cxn modelId="{5AA80564-90AF-4EF2-B47A-9AE2682D2005}" type="presOf" srcId="{89711610-236D-4117-8C4F-60674902CBFB}" destId="{0DAE0F01-83E9-459B-9521-9EC4AB54925E}" srcOrd="0" destOrd="0" presId="urn:microsoft.com/office/officeart/2005/8/layout/list1"/>
    <dgm:cxn modelId="{9ABC9C68-7A00-4AF3-8398-EB2A8982BAB4}" type="presOf" srcId="{46B90E23-7F27-424B-BB1B-73C48A5D0070}" destId="{A44867B5-92E9-489C-B52E-FBA5C2B1027C}" srcOrd="0" destOrd="0" presId="urn:microsoft.com/office/officeart/2005/8/layout/list1"/>
    <dgm:cxn modelId="{EC5B0478-32BF-4496-BC92-7FAFAC1A455A}" type="presOf" srcId="{470D6124-1834-4663-A2A0-C2ACC8A9EC17}" destId="{AC77ECAE-79FE-4B46-803C-CEB010E37A7A}" srcOrd="0" destOrd="1" presId="urn:microsoft.com/office/officeart/2005/8/layout/list1"/>
    <dgm:cxn modelId="{7DDBA0A3-07B3-4855-86BC-9D7692305D3B}" type="presOf" srcId="{191F3D63-2499-4635-8B43-89607C83465E}" destId="{AC77ECAE-79FE-4B46-803C-CEB010E37A7A}" srcOrd="0" destOrd="0" presId="urn:microsoft.com/office/officeart/2005/8/layout/list1"/>
    <dgm:cxn modelId="{7BB163A5-94DB-4669-8496-838F49F578ED}" srcId="{46B90E23-7F27-424B-BB1B-73C48A5D0070}" destId="{470D6124-1834-4663-A2A0-C2ACC8A9EC17}" srcOrd="1" destOrd="0" parTransId="{CFABE491-8D67-419D-A4DA-DF8DEF152765}" sibTransId="{C98A8149-EC35-4C6C-BE40-1256D998216D}"/>
    <dgm:cxn modelId="{9A9EF2A8-49AF-4DA8-A1AF-45FB7527946A}" type="presOf" srcId="{89711610-236D-4117-8C4F-60674902CBFB}" destId="{BEB10D47-0A5C-456A-AEC2-560E527AA38F}" srcOrd="1" destOrd="0" presId="urn:microsoft.com/office/officeart/2005/8/layout/list1"/>
    <dgm:cxn modelId="{816EF5B7-A87F-4115-9A33-4D68EDDCDCE3}" srcId="{46B90E23-7F27-424B-BB1B-73C48A5D0070}" destId="{191F3D63-2499-4635-8B43-89607C83465E}" srcOrd="0" destOrd="0" parTransId="{5940BA49-C42D-4850-BA04-08C6571AA78B}" sibTransId="{DB8EEB59-F4E2-441B-BE04-8C5FB0C2243E}"/>
    <dgm:cxn modelId="{C0F9C1E1-AB0E-432A-AB26-F463AB6EEEB0}" srcId="{184466DC-8DA0-402F-AED6-7FD9EF2A5CC5}" destId="{89711610-236D-4117-8C4F-60674902CBFB}" srcOrd="0" destOrd="0" parTransId="{4CC92F84-671B-4A9F-98B5-084EA84D43D5}" sibTransId="{248B9D2C-51A9-4133-BDF9-0619FFFB6D57}"/>
    <dgm:cxn modelId="{A0186AED-CDF5-40EE-A475-D33AFB75A6B1}" srcId="{89711610-236D-4117-8C4F-60674902CBFB}" destId="{03744A41-A157-4517-85EF-CD1BB7DB5A2B}" srcOrd="2" destOrd="0" parTransId="{A38FE5EC-8FEA-412C-992C-C0CE0379367D}" sibTransId="{97C7F7CB-481B-462B-85ED-FB670738127B}"/>
    <dgm:cxn modelId="{592A5CF3-3C09-4691-9296-9BC57630CA5E}" type="presOf" srcId="{06BCA49C-1773-43E3-AD73-B827DF10F27D}" destId="{16DD1C37-B8DD-4305-A96F-892B93D85363}" srcOrd="0" destOrd="0" presId="urn:microsoft.com/office/officeart/2005/8/layout/list1"/>
    <dgm:cxn modelId="{6339A7FE-2C14-4D27-91FE-92E648BF5184}" type="presOf" srcId="{03744A41-A157-4517-85EF-CD1BB7DB5A2B}" destId="{16DD1C37-B8DD-4305-A96F-892B93D85363}" srcOrd="0" destOrd="2" presId="urn:microsoft.com/office/officeart/2005/8/layout/list1"/>
    <dgm:cxn modelId="{30C3B4FE-B21B-4EAB-B39D-BAD34051159B}" type="presOf" srcId="{46B90E23-7F27-424B-BB1B-73C48A5D0070}" destId="{55722817-65F7-4979-B5E4-2831F8D84905}" srcOrd="1" destOrd="0" presId="urn:microsoft.com/office/officeart/2005/8/layout/list1"/>
    <dgm:cxn modelId="{3E0601A5-DA23-4003-8016-474D5930D010}" type="presParOf" srcId="{B0C6E458-E1ED-46E3-8CFF-9286A032B3CE}" destId="{F683D36B-8BAD-42E9-8697-C59DC2910DF2}" srcOrd="0" destOrd="0" presId="urn:microsoft.com/office/officeart/2005/8/layout/list1"/>
    <dgm:cxn modelId="{E2E3750C-471B-4E8F-BAC7-5D33A796CC81}" type="presParOf" srcId="{F683D36B-8BAD-42E9-8697-C59DC2910DF2}" destId="{0DAE0F01-83E9-459B-9521-9EC4AB54925E}" srcOrd="0" destOrd="0" presId="urn:microsoft.com/office/officeart/2005/8/layout/list1"/>
    <dgm:cxn modelId="{7184635E-631A-4990-9130-81206E23E0AB}" type="presParOf" srcId="{F683D36B-8BAD-42E9-8697-C59DC2910DF2}" destId="{BEB10D47-0A5C-456A-AEC2-560E527AA38F}" srcOrd="1" destOrd="0" presId="urn:microsoft.com/office/officeart/2005/8/layout/list1"/>
    <dgm:cxn modelId="{CEF3C27A-CCD6-4F38-B9BC-A27D44480171}" type="presParOf" srcId="{B0C6E458-E1ED-46E3-8CFF-9286A032B3CE}" destId="{ADEA0593-CB46-48EB-A3BD-BCF015293B79}" srcOrd="1" destOrd="0" presId="urn:microsoft.com/office/officeart/2005/8/layout/list1"/>
    <dgm:cxn modelId="{61027AA1-8DE6-4A54-B3AC-0683100CC377}" type="presParOf" srcId="{B0C6E458-E1ED-46E3-8CFF-9286A032B3CE}" destId="{16DD1C37-B8DD-4305-A96F-892B93D85363}" srcOrd="2" destOrd="0" presId="urn:microsoft.com/office/officeart/2005/8/layout/list1"/>
    <dgm:cxn modelId="{C518FBB7-D2BA-421B-8432-A964204D8A78}" type="presParOf" srcId="{B0C6E458-E1ED-46E3-8CFF-9286A032B3CE}" destId="{182EDE83-F137-472A-A7DA-67C0BF507285}" srcOrd="3" destOrd="0" presId="urn:microsoft.com/office/officeart/2005/8/layout/list1"/>
    <dgm:cxn modelId="{D1C5D342-C672-4E14-A467-043078C4776A}" type="presParOf" srcId="{B0C6E458-E1ED-46E3-8CFF-9286A032B3CE}" destId="{8C54C358-2EB2-4B0C-B8FD-ABF167A10062}" srcOrd="4" destOrd="0" presId="urn:microsoft.com/office/officeart/2005/8/layout/list1"/>
    <dgm:cxn modelId="{C950BAF4-5B6F-4619-A7B2-570938A4A995}" type="presParOf" srcId="{8C54C358-2EB2-4B0C-B8FD-ABF167A10062}" destId="{A44867B5-92E9-489C-B52E-FBA5C2B1027C}" srcOrd="0" destOrd="0" presId="urn:microsoft.com/office/officeart/2005/8/layout/list1"/>
    <dgm:cxn modelId="{F0A02842-C22A-4B5B-8619-C1E6DDDBCD46}" type="presParOf" srcId="{8C54C358-2EB2-4B0C-B8FD-ABF167A10062}" destId="{55722817-65F7-4979-B5E4-2831F8D84905}" srcOrd="1" destOrd="0" presId="urn:microsoft.com/office/officeart/2005/8/layout/list1"/>
    <dgm:cxn modelId="{2AC6DCAC-C5FD-4B5D-AF90-087AFB839633}" type="presParOf" srcId="{B0C6E458-E1ED-46E3-8CFF-9286A032B3CE}" destId="{71BC6233-C1F6-4A42-9C82-37A591FF2469}" srcOrd="5" destOrd="0" presId="urn:microsoft.com/office/officeart/2005/8/layout/list1"/>
    <dgm:cxn modelId="{FFDB078C-BEC9-4A0F-9FB0-124B0A27865C}" type="presParOf" srcId="{B0C6E458-E1ED-46E3-8CFF-9286A032B3CE}" destId="{AC77ECAE-79FE-4B46-803C-CEB010E37A7A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9.xml><?xml version="1.0" encoding="utf-8"?>
<dgm:dataModel xmlns:dgm="http://schemas.openxmlformats.org/drawingml/2006/diagram" xmlns:a="http://schemas.openxmlformats.org/drawingml/2006/main">
  <dgm:ptLst>
    <dgm:pt modelId="{18A5DF6F-8C1A-4B54-B55B-902583E0B0E2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A3FB001E-2DC9-4AFD-B9CB-1567E348531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first few bytes of the coinbase </a:t>
          </a:r>
        </a:p>
      </dgm:t>
    </dgm:pt>
    <dgm:pt modelId="{295F8666-339A-4FEB-8274-E08E4972FB46}" type="parTrans" cxnId="{22BED175-B962-497F-82E3-19E96232129A}">
      <dgm:prSet/>
      <dgm:spPr/>
      <dgm:t>
        <a:bodyPr/>
        <a:lstStyle/>
        <a:p>
          <a:endParaRPr lang="en-US"/>
        </a:p>
      </dgm:t>
    </dgm:pt>
    <dgm:pt modelId="{5705D3FA-DEB4-4CD4-9466-033D37944C9B}" type="sibTrans" cxnId="{22BED175-B962-497F-82E3-19E96232129A}">
      <dgm:prSet/>
      <dgm:spPr/>
      <dgm:t>
        <a:bodyPr/>
        <a:lstStyle/>
        <a:p>
          <a:endParaRPr lang="en-US"/>
        </a:p>
      </dgm:t>
    </dgm:pt>
    <dgm:pt modelId="{56C81C33-E36F-42E2-BE89-27B919CBBA8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used to be arbitrary, </a:t>
          </a:r>
        </a:p>
      </dgm:t>
    </dgm:pt>
    <dgm:pt modelId="{74395D93-DFEB-48CF-A4B0-867036955337}" type="parTrans" cxnId="{B37C7D16-42B6-4F72-8C3B-41D057E24620}">
      <dgm:prSet/>
      <dgm:spPr/>
      <dgm:t>
        <a:bodyPr/>
        <a:lstStyle/>
        <a:p>
          <a:endParaRPr lang="en-US"/>
        </a:p>
      </dgm:t>
    </dgm:pt>
    <dgm:pt modelId="{97468D2D-4A68-4A0E-8A95-F15162B171D5}" type="sibTrans" cxnId="{B37C7D16-42B6-4F72-8C3B-41D057E24620}">
      <dgm:prSet/>
      <dgm:spPr/>
      <dgm:t>
        <a:bodyPr/>
        <a:lstStyle/>
        <a:p>
          <a:endParaRPr lang="en-US"/>
        </a:p>
      </dgm:t>
    </dgm:pt>
    <dgm:pt modelId="{E3E735A6-DE35-4304-A4F7-484BFADF648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but that is no longer the case.</a:t>
          </a:r>
        </a:p>
      </dgm:t>
    </dgm:pt>
    <dgm:pt modelId="{A19F3B2D-02A3-4F07-951E-6DA4BC202103}" type="parTrans" cxnId="{B7682FCD-BDE3-46C3-BEF8-E14E5C3C61E9}">
      <dgm:prSet/>
      <dgm:spPr/>
      <dgm:t>
        <a:bodyPr/>
        <a:lstStyle/>
        <a:p>
          <a:endParaRPr lang="en-US"/>
        </a:p>
      </dgm:t>
    </dgm:pt>
    <dgm:pt modelId="{85244416-799A-40FD-9F80-A921CD56F406}" type="sibTrans" cxnId="{B7682FCD-BDE3-46C3-BEF8-E14E5C3C61E9}">
      <dgm:prSet/>
      <dgm:spPr/>
      <dgm:t>
        <a:bodyPr/>
        <a:lstStyle/>
        <a:p>
          <a:endParaRPr lang="en-US"/>
        </a:p>
      </dgm:t>
    </dgm:pt>
    <dgm:pt modelId="{981411B4-4CDD-4237-B600-9121904291E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As per BIP-34, </a:t>
          </a:r>
        </a:p>
      </dgm:t>
    </dgm:pt>
    <dgm:pt modelId="{7EC7BB11-E4CF-4694-9CF0-F0BFEB77CCFF}" type="parTrans" cxnId="{B4FCF8F1-2EF6-4A9C-A84F-B730CF266C31}">
      <dgm:prSet/>
      <dgm:spPr/>
      <dgm:t>
        <a:bodyPr/>
        <a:lstStyle/>
        <a:p>
          <a:endParaRPr lang="en-US"/>
        </a:p>
      </dgm:t>
    </dgm:pt>
    <dgm:pt modelId="{598BD3E0-D781-4C81-AAA8-81780FA35315}" type="sibTrans" cxnId="{B4FCF8F1-2EF6-4A9C-A84F-B730CF266C31}">
      <dgm:prSet/>
      <dgm:spPr/>
      <dgm:t>
        <a:bodyPr/>
        <a:lstStyle/>
        <a:p>
          <a:endParaRPr lang="en-US"/>
        </a:p>
      </dgm:t>
    </dgm:pt>
    <dgm:pt modelId="{36F57FCE-B3A3-4CA3-8368-2ECD5BA336A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version-2 blocks (blocks with the version field set to 2)</a:t>
          </a:r>
        </a:p>
      </dgm:t>
    </dgm:pt>
    <dgm:pt modelId="{0DEBC483-7CED-4207-99BB-5CDB5B0ECF47}" type="parTrans" cxnId="{5F16FA4D-2460-4C72-8C09-A3275A6DA4B4}">
      <dgm:prSet/>
      <dgm:spPr/>
      <dgm:t>
        <a:bodyPr/>
        <a:lstStyle/>
        <a:p>
          <a:endParaRPr lang="en-US"/>
        </a:p>
      </dgm:t>
    </dgm:pt>
    <dgm:pt modelId="{DFEFE179-2A26-4568-B970-0A51A1C005D8}" type="sibTrans" cxnId="{5F16FA4D-2460-4C72-8C09-A3275A6DA4B4}">
      <dgm:prSet/>
      <dgm:spPr/>
      <dgm:t>
        <a:bodyPr/>
        <a:lstStyle/>
        <a:p>
          <a:endParaRPr lang="en-US"/>
        </a:p>
      </dgm:t>
    </dgm:pt>
    <dgm:pt modelId="{B712E5AF-0268-4E3B-9EC9-6F4D37F2073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must contain</a:t>
          </a:r>
          <a:r>
            <a:rPr lang="tr-TR"/>
            <a:t> </a:t>
          </a:r>
          <a:r>
            <a:rPr lang="en-US"/>
            <a:t>the block height index </a:t>
          </a:r>
        </a:p>
      </dgm:t>
    </dgm:pt>
    <dgm:pt modelId="{80F11977-D91C-4474-8A88-5AA7B6BC4AB4}" type="parTrans" cxnId="{1792103E-F0A3-429E-B387-4FA39DF51F29}">
      <dgm:prSet/>
      <dgm:spPr/>
      <dgm:t>
        <a:bodyPr/>
        <a:lstStyle/>
        <a:p>
          <a:endParaRPr lang="en-US"/>
        </a:p>
      </dgm:t>
    </dgm:pt>
    <dgm:pt modelId="{AD33E465-3E20-4479-9434-769BC93CDBBB}" type="sibTrans" cxnId="{1792103E-F0A3-429E-B387-4FA39DF51F29}">
      <dgm:prSet/>
      <dgm:spPr/>
      <dgm:t>
        <a:bodyPr/>
        <a:lstStyle/>
        <a:p>
          <a:endParaRPr lang="en-US"/>
        </a:p>
      </dgm:t>
    </dgm:pt>
    <dgm:pt modelId="{58BF0A1C-C66D-45A8-AE9C-CE1031ECF0B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as a script “push” operation in the beginning of the coinbase</a:t>
          </a:r>
          <a:r>
            <a:rPr lang="tr-TR"/>
            <a:t> field.</a:t>
          </a:r>
          <a:endParaRPr lang="en-US"/>
        </a:p>
      </dgm:t>
    </dgm:pt>
    <dgm:pt modelId="{F1F0149B-EE3B-406E-8855-9EE6F7ABA05C}" type="parTrans" cxnId="{4185A126-8D67-4EBF-BC6A-B1D4AEC21B3A}">
      <dgm:prSet/>
      <dgm:spPr/>
      <dgm:t>
        <a:bodyPr/>
        <a:lstStyle/>
        <a:p>
          <a:endParaRPr lang="en-US"/>
        </a:p>
      </dgm:t>
    </dgm:pt>
    <dgm:pt modelId="{61D6F5B5-4D29-4F2C-8877-16EAE86680BE}" type="sibTrans" cxnId="{4185A126-8D67-4EBF-BC6A-B1D4AEC21B3A}">
      <dgm:prSet/>
      <dgm:spPr/>
      <dgm:t>
        <a:bodyPr/>
        <a:lstStyle/>
        <a:p>
          <a:endParaRPr lang="en-US"/>
        </a:p>
      </dgm:t>
    </dgm:pt>
    <dgm:pt modelId="{16EC7BEA-F8B5-4177-9BB6-83675CCE80BE}" type="pres">
      <dgm:prSet presAssocID="{18A5DF6F-8C1A-4B54-B55B-902583E0B0E2}" presName="root" presStyleCnt="0">
        <dgm:presLayoutVars>
          <dgm:dir/>
          <dgm:resizeHandles val="exact"/>
        </dgm:presLayoutVars>
      </dgm:prSet>
      <dgm:spPr/>
    </dgm:pt>
    <dgm:pt modelId="{2FFDE0F9-A334-4DF4-9D1A-BBD3AAD4CA78}" type="pres">
      <dgm:prSet presAssocID="{A3FB001E-2DC9-4AFD-B9CB-1567E3485311}" presName="compNode" presStyleCnt="0"/>
      <dgm:spPr/>
    </dgm:pt>
    <dgm:pt modelId="{CCCDDD4E-DE40-4BF3-9D8A-A9B865716B2C}" type="pres">
      <dgm:prSet presAssocID="{A3FB001E-2DC9-4AFD-B9CB-1567E3485311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k"/>
        </a:ext>
      </dgm:extLst>
    </dgm:pt>
    <dgm:pt modelId="{AA4524F3-6D8B-46D6-BE45-01C3EA902BD5}" type="pres">
      <dgm:prSet presAssocID="{A3FB001E-2DC9-4AFD-B9CB-1567E3485311}" presName="iconSpace" presStyleCnt="0"/>
      <dgm:spPr/>
    </dgm:pt>
    <dgm:pt modelId="{F1CA20CC-3EB1-4556-8D3B-8D9546F22DC6}" type="pres">
      <dgm:prSet presAssocID="{A3FB001E-2DC9-4AFD-B9CB-1567E3485311}" presName="parTx" presStyleLbl="revTx" presStyleIdx="0" presStyleCnt="4">
        <dgm:presLayoutVars>
          <dgm:chMax val="0"/>
          <dgm:chPref val="0"/>
        </dgm:presLayoutVars>
      </dgm:prSet>
      <dgm:spPr/>
    </dgm:pt>
    <dgm:pt modelId="{9B8835CE-8E00-401F-8DBF-D49A6FC049E3}" type="pres">
      <dgm:prSet presAssocID="{A3FB001E-2DC9-4AFD-B9CB-1567E3485311}" presName="txSpace" presStyleCnt="0"/>
      <dgm:spPr/>
    </dgm:pt>
    <dgm:pt modelId="{A296E4DF-80A6-49A8-A283-0508433F1581}" type="pres">
      <dgm:prSet presAssocID="{A3FB001E-2DC9-4AFD-B9CB-1567E3485311}" presName="desTx" presStyleLbl="revTx" presStyleIdx="1" presStyleCnt="4">
        <dgm:presLayoutVars/>
      </dgm:prSet>
      <dgm:spPr/>
    </dgm:pt>
    <dgm:pt modelId="{A7DF4B52-8B59-4B1B-83DE-E78D14DE082E}" type="pres">
      <dgm:prSet presAssocID="{5705D3FA-DEB4-4CD4-9466-033D37944C9B}" presName="sibTrans" presStyleCnt="0"/>
      <dgm:spPr/>
    </dgm:pt>
    <dgm:pt modelId="{1E702FC9-7CCA-4D98-857B-E76DF1056F91}" type="pres">
      <dgm:prSet presAssocID="{981411B4-4CDD-4237-B600-9121904291ED}" presName="compNode" presStyleCnt="0"/>
      <dgm:spPr/>
    </dgm:pt>
    <dgm:pt modelId="{39CDC22B-0F47-4F74-A14D-0D0098506469}" type="pres">
      <dgm:prSet presAssocID="{981411B4-4CDD-4237-B600-9121904291ED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nay işareti"/>
        </a:ext>
      </dgm:extLst>
    </dgm:pt>
    <dgm:pt modelId="{97D21D4E-D3F7-42DB-A3FE-3F6F278AE78E}" type="pres">
      <dgm:prSet presAssocID="{981411B4-4CDD-4237-B600-9121904291ED}" presName="iconSpace" presStyleCnt="0"/>
      <dgm:spPr/>
    </dgm:pt>
    <dgm:pt modelId="{3C7DE602-112C-40F4-939A-F2EBDA8371C7}" type="pres">
      <dgm:prSet presAssocID="{981411B4-4CDD-4237-B600-9121904291ED}" presName="parTx" presStyleLbl="revTx" presStyleIdx="2" presStyleCnt="4">
        <dgm:presLayoutVars>
          <dgm:chMax val="0"/>
          <dgm:chPref val="0"/>
        </dgm:presLayoutVars>
      </dgm:prSet>
      <dgm:spPr/>
    </dgm:pt>
    <dgm:pt modelId="{4758F40C-59DC-4391-A4BE-1F2B8CC84A01}" type="pres">
      <dgm:prSet presAssocID="{981411B4-4CDD-4237-B600-9121904291ED}" presName="txSpace" presStyleCnt="0"/>
      <dgm:spPr/>
    </dgm:pt>
    <dgm:pt modelId="{C062EF15-DF1C-417B-A053-5C4E9CF2217F}" type="pres">
      <dgm:prSet presAssocID="{981411B4-4CDD-4237-B600-9121904291ED}" presName="desTx" presStyleLbl="revTx" presStyleIdx="3" presStyleCnt="4">
        <dgm:presLayoutVars/>
      </dgm:prSet>
      <dgm:spPr/>
    </dgm:pt>
  </dgm:ptLst>
  <dgm:cxnLst>
    <dgm:cxn modelId="{B37C7D16-42B6-4F72-8C3B-41D057E24620}" srcId="{A3FB001E-2DC9-4AFD-B9CB-1567E3485311}" destId="{56C81C33-E36F-42E2-BE89-27B919CBBA8D}" srcOrd="0" destOrd="0" parTransId="{74395D93-DFEB-48CF-A4B0-867036955337}" sibTransId="{97468D2D-4A68-4A0E-8A95-F15162B171D5}"/>
    <dgm:cxn modelId="{4185A126-8D67-4EBF-BC6A-B1D4AEC21B3A}" srcId="{981411B4-4CDD-4237-B600-9121904291ED}" destId="{58BF0A1C-C66D-45A8-AE9C-CE1031ECF0BC}" srcOrd="2" destOrd="0" parTransId="{F1F0149B-EE3B-406E-8855-9EE6F7ABA05C}" sibTransId="{61D6F5B5-4D29-4F2C-8877-16EAE86680BE}"/>
    <dgm:cxn modelId="{1792103E-F0A3-429E-B387-4FA39DF51F29}" srcId="{981411B4-4CDD-4237-B600-9121904291ED}" destId="{B712E5AF-0268-4E3B-9EC9-6F4D37F20739}" srcOrd="1" destOrd="0" parTransId="{80F11977-D91C-4474-8A88-5AA7B6BC4AB4}" sibTransId="{AD33E465-3E20-4479-9434-769BC93CDBBB}"/>
    <dgm:cxn modelId="{614B3141-3574-4721-91E0-C3AB7B0B8EB9}" type="presOf" srcId="{E3E735A6-DE35-4304-A4F7-484BFADF6483}" destId="{A296E4DF-80A6-49A8-A283-0508433F1581}" srcOrd="0" destOrd="1" presId="urn:microsoft.com/office/officeart/2018/5/layout/CenteredIconLabelDescriptionList"/>
    <dgm:cxn modelId="{5F16FA4D-2460-4C72-8C09-A3275A6DA4B4}" srcId="{981411B4-4CDD-4237-B600-9121904291ED}" destId="{36F57FCE-B3A3-4CA3-8368-2ECD5BA336A3}" srcOrd="0" destOrd="0" parTransId="{0DEBC483-7CED-4207-99BB-5CDB5B0ECF47}" sibTransId="{DFEFE179-2A26-4568-B970-0A51A1C005D8}"/>
    <dgm:cxn modelId="{B5E90250-680C-4830-B471-330124E2B21E}" type="presOf" srcId="{56C81C33-E36F-42E2-BE89-27B919CBBA8D}" destId="{A296E4DF-80A6-49A8-A283-0508433F1581}" srcOrd="0" destOrd="0" presId="urn:microsoft.com/office/officeart/2018/5/layout/CenteredIconLabelDescriptionList"/>
    <dgm:cxn modelId="{22BED175-B962-497F-82E3-19E96232129A}" srcId="{18A5DF6F-8C1A-4B54-B55B-902583E0B0E2}" destId="{A3FB001E-2DC9-4AFD-B9CB-1567E3485311}" srcOrd="0" destOrd="0" parTransId="{295F8666-339A-4FEB-8274-E08E4972FB46}" sibTransId="{5705D3FA-DEB4-4CD4-9466-033D37944C9B}"/>
    <dgm:cxn modelId="{F7F8C959-3B9A-4918-B213-1E65EB326AB1}" type="presOf" srcId="{58BF0A1C-C66D-45A8-AE9C-CE1031ECF0BC}" destId="{C062EF15-DF1C-417B-A053-5C4E9CF2217F}" srcOrd="0" destOrd="2" presId="urn:microsoft.com/office/officeart/2018/5/layout/CenteredIconLabelDescriptionList"/>
    <dgm:cxn modelId="{FF80E18B-2478-4D0B-BA89-ACC98394A4C8}" type="presOf" srcId="{18A5DF6F-8C1A-4B54-B55B-902583E0B0E2}" destId="{16EC7BEA-F8B5-4177-9BB6-83675CCE80BE}" srcOrd="0" destOrd="0" presId="urn:microsoft.com/office/officeart/2018/5/layout/CenteredIconLabelDescriptionList"/>
    <dgm:cxn modelId="{24F77990-86FB-4604-B1C2-DE24D87EEF45}" type="presOf" srcId="{36F57FCE-B3A3-4CA3-8368-2ECD5BA336A3}" destId="{C062EF15-DF1C-417B-A053-5C4E9CF2217F}" srcOrd="0" destOrd="0" presId="urn:microsoft.com/office/officeart/2018/5/layout/CenteredIconLabelDescriptionList"/>
    <dgm:cxn modelId="{B7682FCD-BDE3-46C3-BEF8-E14E5C3C61E9}" srcId="{A3FB001E-2DC9-4AFD-B9CB-1567E3485311}" destId="{E3E735A6-DE35-4304-A4F7-484BFADF6483}" srcOrd="1" destOrd="0" parTransId="{A19F3B2D-02A3-4F07-951E-6DA4BC202103}" sibTransId="{85244416-799A-40FD-9F80-A921CD56F406}"/>
    <dgm:cxn modelId="{43B2BDDF-6512-4DDE-9627-0FDAE2D495DA}" type="presOf" srcId="{B712E5AF-0268-4E3B-9EC9-6F4D37F20739}" destId="{C062EF15-DF1C-417B-A053-5C4E9CF2217F}" srcOrd="0" destOrd="1" presId="urn:microsoft.com/office/officeart/2018/5/layout/CenteredIconLabelDescriptionList"/>
    <dgm:cxn modelId="{B90E3FEA-D31C-4BFA-B835-8BA66AE39B8B}" type="presOf" srcId="{A3FB001E-2DC9-4AFD-B9CB-1567E3485311}" destId="{F1CA20CC-3EB1-4556-8D3B-8D9546F22DC6}" srcOrd="0" destOrd="0" presId="urn:microsoft.com/office/officeart/2018/5/layout/CenteredIconLabelDescriptionList"/>
    <dgm:cxn modelId="{41A102EF-25EF-4261-9D2C-EDCB4D207BBF}" type="presOf" srcId="{981411B4-4CDD-4237-B600-9121904291ED}" destId="{3C7DE602-112C-40F4-939A-F2EBDA8371C7}" srcOrd="0" destOrd="0" presId="urn:microsoft.com/office/officeart/2018/5/layout/CenteredIconLabelDescriptionList"/>
    <dgm:cxn modelId="{B4FCF8F1-2EF6-4A9C-A84F-B730CF266C31}" srcId="{18A5DF6F-8C1A-4B54-B55B-902583E0B0E2}" destId="{981411B4-4CDD-4237-B600-9121904291ED}" srcOrd="1" destOrd="0" parTransId="{7EC7BB11-E4CF-4694-9CF0-F0BFEB77CCFF}" sibTransId="{598BD3E0-D781-4C81-AAA8-81780FA35315}"/>
    <dgm:cxn modelId="{389D77FF-7AED-46E3-BCEB-FBAFD3FD9DC4}" type="presParOf" srcId="{16EC7BEA-F8B5-4177-9BB6-83675CCE80BE}" destId="{2FFDE0F9-A334-4DF4-9D1A-BBD3AAD4CA78}" srcOrd="0" destOrd="0" presId="urn:microsoft.com/office/officeart/2018/5/layout/CenteredIconLabelDescriptionList"/>
    <dgm:cxn modelId="{C890331E-DFBD-4F2F-808F-6B59231BFA0E}" type="presParOf" srcId="{2FFDE0F9-A334-4DF4-9D1A-BBD3AAD4CA78}" destId="{CCCDDD4E-DE40-4BF3-9D8A-A9B865716B2C}" srcOrd="0" destOrd="0" presId="urn:microsoft.com/office/officeart/2018/5/layout/CenteredIconLabelDescriptionList"/>
    <dgm:cxn modelId="{F2E7D080-CE7D-4FB1-9B46-7A6E45AF5159}" type="presParOf" srcId="{2FFDE0F9-A334-4DF4-9D1A-BBD3AAD4CA78}" destId="{AA4524F3-6D8B-46D6-BE45-01C3EA902BD5}" srcOrd="1" destOrd="0" presId="urn:microsoft.com/office/officeart/2018/5/layout/CenteredIconLabelDescriptionList"/>
    <dgm:cxn modelId="{0308C149-725F-4345-9274-155C35D05677}" type="presParOf" srcId="{2FFDE0F9-A334-4DF4-9D1A-BBD3AAD4CA78}" destId="{F1CA20CC-3EB1-4556-8D3B-8D9546F22DC6}" srcOrd="2" destOrd="0" presId="urn:microsoft.com/office/officeart/2018/5/layout/CenteredIconLabelDescriptionList"/>
    <dgm:cxn modelId="{4D5C2BD5-E79C-4055-9EC8-5032B24A9700}" type="presParOf" srcId="{2FFDE0F9-A334-4DF4-9D1A-BBD3AAD4CA78}" destId="{9B8835CE-8E00-401F-8DBF-D49A6FC049E3}" srcOrd="3" destOrd="0" presId="urn:microsoft.com/office/officeart/2018/5/layout/CenteredIconLabelDescriptionList"/>
    <dgm:cxn modelId="{3E01D456-DF6E-4639-8ABE-A937725F1FCC}" type="presParOf" srcId="{2FFDE0F9-A334-4DF4-9D1A-BBD3AAD4CA78}" destId="{A296E4DF-80A6-49A8-A283-0508433F1581}" srcOrd="4" destOrd="0" presId="urn:microsoft.com/office/officeart/2018/5/layout/CenteredIconLabelDescriptionList"/>
    <dgm:cxn modelId="{294913BC-AB07-4ED1-BB40-E83A10B745ED}" type="presParOf" srcId="{16EC7BEA-F8B5-4177-9BB6-83675CCE80BE}" destId="{A7DF4B52-8B59-4B1B-83DE-E78D14DE082E}" srcOrd="1" destOrd="0" presId="urn:microsoft.com/office/officeart/2018/5/layout/CenteredIconLabelDescriptionList"/>
    <dgm:cxn modelId="{F5763215-4C4D-468B-829D-F1AE1D23AE3E}" type="presParOf" srcId="{16EC7BEA-F8B5-4177-9BB6-83675CCE80BE}" destId="{1E702FC9-7CCA-4D98-857B-E76DF1056F91}" srcOrd="2" destOrd="0" presId="urn:microsoft.com/office/officeart/2018/5/layout/CenteredIconLabelDescriptionList"/>
    <dgm:cxn modelId="{A89B13A1-88A1-4AA6-838A-C8141C4428AA}" type="presParOf" srcId="{1E702FC9-7CCA-4D98-857B-E76DF1056F91}" destId="{39CDC22B-0F47-4F74-A14D-0D0098506469}" srcOrd="0" destOrd="0" presId="urn:microsoft.com/office/officeart/2018/5/layout/CenteredIconLabelDescriptionList"/>
    <dgm:cxn modelId="{00A05F67-839D-4788-8D48-E6C950CE12A4}" type="presParOf" srcId="{1E702FC9-7CCA-4D98-857B-E76DF1056F91}" destId="{97D21D4E-D3F7-42DB-A3FE-3F6F278AE78E}" srcOrd="1" destOrd="0" presId="urn:microsoft.com/office/officeart/2018/5/layout/CenteredIconLabelDescriptionList"/>
    <dgm:cxn modelId="{A093615E-C069-4480-9201-6B0024976ED5}" type="presParOf" srcId="{1E702FC9-7CCA-4D98-857B-E76DF1056F91}" destId="{3C7DE602-112C-40F4-939A-F2EBDA8371C7}" srcOrd="2" destOrd="0" presId="urn:microsoft.com/office/officeart/2018/5/layout/CenteredIconLabelDescriptionList"/>
    <dgm:cxn modelId="{D25870C4-1E8E-4846-B278-9202E9AC854F}" type="presParOf" srcId="{1E702FC9-7CCA-4D98-857B-E76DF1056F91}" destId="{4758F40C-59DC-4391-A4BE-1F2B8CC84A01}" srcOrd="3" destOrd="0" presId="urn:microsoft.com/office/officeart/2018/5/layout/CenteredIconLabelDescriptionList"/>
    <dgm:cxn modelId="{075BD198-5C72-42FB-A3CF-A4E5929B3D4A}" type="presParOf" srcId="{1E702FC9-7CCA-4D98-857B-E76DF1056F91}" destId="{C062EF15-DF1C-417B-A053-5C4E9CF2217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0.xml><?xml version="1.0" encoding="utf-8"?>
<dgm:dataModel xmlns:dgm="http://schemas.openxmlformats.org/drawingml/2006/diagram" xmlns:a="http://schemas.openxmlformats.org/drawingml/2006/main">
  <dgm:ptLst>
    <dgm:pt modelId="{D5B58ACB-244C-44AC-B65E-1AA249C2965E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2C8FB405-998C-47BA-B7B4-D9DDB8DB297E}">
      <dgm:prSet/>
      <dgm:spPr/>
      <dgm:t>
        <a:bodyPr/>
        <a:lstStyle/>
        <a:p>
          <a:r>
            <a:rPr lang="tr-TR"/>
            <a:t>Example coinbase</a:t>
          </a:r>
          <a:endParaRPr lang="en-US"/>
        </a:p>
      </dgm:t>
    </dgm:pt>
    <dgm:pt modelId="{E58ECCFD-CC5D-47B0-8D46-E741C8590452}" type="parTrans" cxnId="{FF91B2C9-73F2-4D0A-957B-79489737AC86}">
      <dgm:prSet/>
      <dgm:spPr/>
      <dgm:t>
        <a:bodyPr/>
        <a:lstStyle/>
        <a:p>
          <a:endParaRPr lang="en-US"/>
        </a:p>
      </dgm:t>
    </dgm:pt>
    <dgm:pt modelId="{B2723666-35EF-4CEC-99EC-67DA59DD4627}" type="sibTrans" cxnId="{FF91B2C9-73F2-4D0A-957B-79489737AC86}">
      <dgm:prSet/>
      <dgm:spPr/>
      <dgm:t>
        <a:bodyPr/>
        <a:lstStyle/>
        <a:p>
          <a:endParaRPr lang="en-US"/>
        </a:p>
      </dgm:t>
    </dgm:pt>
    <dgm:pt modelId="{FEFC711F-D8F0-4980-A473-83A9E3DACE1A}">
      <dgm:prSet/>
      <dgm:spPr/>
      <dgm:t>
        <a:bodyPr/>
        <a:lstStyle/>
        <a:p>
          <a:r>
            <a:rPr lang="tr-TR" b="1"/>
            <a:t>03</a:t>
          </a:r>
          <a:r>
            <a:rPr lang="tr-TR"/>
            <a:t>443b04</a:t>
          </a:r>
          <a:r>
            <a:rPr lang="tr-TR" b="1"/>
            <a:t>0385840206</a:t>
          </a:r>
          <a:r>
            <a:rPr lang="tr-TR"/>
            <a:t>2f503253482f</a:t>
          </a:r>
          <a:endParaRPr lang="en-US"/>
        </a:p>
      </dgm:t>
    </dgm:pt>
    <dgm:pt modelId="{6C53A123-76A6-45F7-A9F7-D13AFDC66893}" type="parTrans" cxnId="{0290F711-1636-451A-81D2-E59093366C1D}">
      <dgm:prSet/>
      <dgm:spPr/>
      <dgm:t>
        <a:bodyPr/>
        <a:lstStyle/>
        <a:p>
          <a:endParaRPr lang="en-US"/>
        </a:p>
      </dgm:t>
    </dgm:pt>
    <dgm:pt modelId="{CD1F0C39-6EF5-4FE5-BC94-339F4F5B6004}" type="sibTrans" cxnId="{0290F711-1636-451A-81D2-E59093366C1D}">
      <dgm:prSet/>
      <dgm:spPr/>
      <dgm:t>
        <a:bodyPr/>
        <a:lstStyle/>
        <a:p>
          <a:endParaRPr lang="en-US"/>
        </a:p>
      </dgm:t>
    </dgm:pt>
    <dgm:pt modelId="{A3C689ED-61C4-4D38-B97C-3D58CDB44732}">
      <dgm:prSet/>
      <dgm:spPr/>
      <dgm:t>
        <a:bodyPr/>
        <a:lstStyle/>
        <a:p>
          <a:r>
            <a:rPr lang="en-US"/>
            <a:t>03</a:t>
          </a:r>
        </a:p>
      </dgm:t>
    </dgm:pt>
    <dgm:pt modelId="{907034ED-BA82-4FF4-8C5D-89789E5D4569}" type="parTrans" cxnId="{ABD2872E-17AF-4F23-8966-E06636BE756D}">
      <dgm:prSet/>
      <dgm:spPr/>
      <dgm:t>
        <a:bodyPr/>
        <a:lstStyle/>
        <a:p>
          <a:endParaRPr lang="en-US"/>
        </a:p>
      </dgm:t>
    </dgm:pt>
    <dgm:pt modelId="{71B80797-0B41-4685-B366-80D78C0B6DEA}" type="sibTrans" cxnId="{ABD2872E-17AF-4F23-8966-E06636BE756D}">
      <dgm:prSet/>
      <dgm:spPr/>
      <dgm:t>
        <a:bodyPr/>
        <a:lstStyle/>
        <a:p>
          <a:endParaRPr lang="en-US"/>
        </a:p>
      </dgm:t>
    </dgm:pt>
    <dgm:pt modelId="{95F6C24C-335D-4521-937E-2C6A47E8E683}">
      <dgm:prSet/>
      <dgm:spPr/>
      <dgm:t>
        <a:bodyPr/>
        <a:lstStyle/>
        <a:p>
          <a:r>
            <a:rPr lang="en-US"/>
            <a:t>instructs the script execution engine</a:t>
          </a:r>
        </a:p>
      </dgm:t>
    </dgm:pt>
    <dgm:pt modelId="{F6896DDD-4B7D-4768-BFED-DE79B47BFB85}" type="parTrans" cxnId="{B6CCCD13-78EC-464D-8708-7C027ADE5CEA}">
      <dgm:prSet/>
      <dgm:spPr/>
      <dgm:t>
        <a:bodyPr/>
        <a:lstStyle/>
        <a:p>
          <a:endParaRPr lang="en-US"/>
        </a:p>
      </dgm:t>
    </dgm:pt>
    <dgm:pt modelId="{FE52FDAE-34BB-4152-BE3A-CC7B7E51B83B}" type="sibTrans" cxnId="{B6CCCD13-78EC-464D-8708-7C027ADE5CEA}">
      <dgm:prSet/>
      <dgm:spPr/>
      <dgm:t>
        <a:bodyPr/>
        <a:lstStyle/>
        <a:p>
          <a:endParaRPr lang="en-US"/>
        </a:p>
      </dgm:t>
    </dgm:pt>
    <dgm:pt modelId="{04A7A6A0-1F90-43B5-990A-1588F28D94A2}">
      <dgm:prSet/>
      <dgm:spPr/>
      <dgm:t>
        <a:bodyPr/>
        <a:lstStyle/>
        <a:p>
          <a:r>
            <a:rPr lang="en-US"/>
            <a:t>to push the next three bytes</a:t>
          </a:r>
          <a:r>
            <a:rPr lang="tr-TR"/>
            <a:t> onto the script stack</a:t>
          </a:r>
          <a:endParaRPr lang="en-US"/>
        </a:p>
      </dgm:t>
    </dgm:pt>
    <dgm:pt modelId="{29A2CB0F-4E08-4EFE-AD60-BCDE5A05F39E}" type="parTrans" cxnId="{21E5CF88-3ED0-43EC-A6CD-A24C01F3F685}">
      <dgm:prSet/>
      <dgm:spPr/>
      <dgm:t>
        <a:bodyPr/>
        <a:lstStyle/>
        <a:p>
          <a:endParaRPr lang="en-US"/>
        </a:p>
      </dgm:t>
    </dgm:pt>
    <dgm:pt modelId="{DCB7AC15-5570-4030-9892-3998EBDFD3DB}" type="sibTrans" cxnId="{21E5CF88-3ED0-43EC-A6CD-A24C01F3F685}">
      <dgm:prSet/>
      <dgm:spPr/>
      <dgm:t>
        <a:bodyPr/>
        <a:lstStyle/>
        <a:p>
          <a:endParaRPr lang="en-US"/>
        </a:p>
      </dgm:t>
    </dgm:pt>
    <dgm:pt modelId="{E903435A-0727-4499-B233-0E793F2FDEA2}">
      <dgm:prSet/>
      <dgm:spPr/>
      <dgm:t>
        <a:bodyPr/>
        <a:lstStyle/>
        <a:p>
          <a:r>
            <a:rPr lang="en-US"/>
            <a:t>0x443b04, </a:t>
          </a:r>
        </a:p>
      </dgm:t>
    </dgm:pt>
    <dgm:pt modelId="{3B68F36B-4C66-4EFB-9D1B-FD902B80C86C}" type="parTrans" cxnId="{3833F5A7-8E44-4E25-8538-BEC36BBCF9AE}">
      <dgm:prSet/>
      <dgm:spPr/>
      <dgm:t>
        <a:bodyPr/>
        <a:lstStyle/>
        <a:p>
          <a:endParaRPr lang="en-US"/>
        </a:p>
      </dgm:t>
    </dgm:pt>
    <dgm:pt modelId="{E5CDEF13-234C-4CFB-8C4F-B72B072D17AC}" type="sibTrans" cxnId="{3833F5A7-8E44-4E25-8538-BEC36BBCF9AE}">
      <dgm:prSet/>
      <dgm:spPr/>
      <dgm:t>
        <a:bodyPr/>
        <a:lstStyle/>
        <a:p>
          <a:endParaRPr lang="en-US"/>
        </a:p>
      </dgm:t>
    </dgm:pt>
    <dgm:pt modelId="{F5B71DC2-F356-486E-8386-CE5CED42C404}">
      <dgm:prSet/>
      <dgm:spPr/>
      <dgm:t>
        <a:bodyPr/>
        <a:lstStyle/>
        <a:p>
          <a:r>
            <a:rPr lang="en-US"/>
            <a:t>are the block</a:t>
          </a:r>
          <a:r>
            <a:rPr lang="tr-TR"/>
            <a:t> </a:t>
          </a:r>
          <a:r>
            <a:rPr lang="en-US"/>
            <a:t>height encoded in little-endian format </a:t>
          </a:r>
        </a:p>
      </dgm:t>
    </dgm:pt>
    <dgm:pt modelId="{F567DC2C-3014-4FDE-A2DD-3327551FEDDB}" type="parTrans" cxnId="{305FF245-474C-4398-9BED-97774B3C4793}">
      <dgm:prSet/>
      <dgm:spPr/>
      <dgm:t>
        <a:bodyPr/>
        <a:lstStyle/>
        <a:p>
          <a:endParaRPr lang="en-US"/>
        </a:p>
      </dgm:t>
    </dgm:pt>
    <dgm:pt modelId="{EBA788AD-AF9F-4012-8A24-A9B6A16A96BC}" type="sibTrans" cxnId="{305FF245-474C-4398-9BED-97774B3C4793}">
      <dgm:prSet/>
      <dgm:spPr/>
      <dgm:t>
        <a:bodyPr/>
        <a:lstStyle/>
        <a:p>
          <a:endParaRPr lang="en-US"/>
        </a:p>
      </dgm:t>
    </dgm:pt>
    <dgm:pt modelId="{7D801FB0-2C16-41D6-8A9E-DBCAB3AD4571}">
      <dgm:prSet/>
      <dgm:spPr/>
      <dgm:t>
        <a:bodyPr/>
        <a:lstStyle/>
        <a:p>
          <a:r>
            <a:rPr lang="en-US"/>
            <a:t>Reverse</a:t>
          </a:r>
          <a:r>
            <a:rPr lang="tr-TR"/>
            <a:t> </a:t>
          </a:r>
          <a:r>
            <a:rPr lang="en-US"/>
            <a:t>the order of the bytes and the result is </a:t>
          </a:r>
        </a:p>
      </dgm:t>
    </dgm:pt>
    <dgm:pt modelId="{0B2E27BC-C23E-4AD7-9A19-E96880B8DDE3}" type="parTrans" cxnId="{674B03E2-38A2-4430-B38A-16BCBB5EFAA0}">
      <dgm:prSet/>
      <dgm:spPr/>
      <dgm:t>
        <a:bodyPr/>
        <a:lstStyle/>
        <a:p>
          <a:endParaRPr lang="en-US"/>
        </a:p>
      </dgm:t>
    </dgm:pt>
    <dgm:pt modelId="{91987C6A-0744-4B42-962E-DE3E6D245F0D}" type="sibTrans" cxnId="{674B03E2-38A2-4430-B38A-16BCBB5EFAA0}">
      <dgm:prSet/>
      <dgm:spPr/>
      <dgm:t>
        <a:bodyPr/>
        <a:lstStyle/>
        <a:p>
          <a:endParaRPr lang="en-US"/>
        </a:p>
      </dgm:t>
    </dgm:pt>
    <dgm:pt modelId="{2C5541B6-034E-45AE-BC09-19ACF74C2CF3}">
      <dgm:prSet/>
      <dgm:spPr/>
      <dgm:t>
        <a:bodyPr/>
        <a:lstStyle/>
        <a:p>
          <a:r>
            <a:rPr lang="en-US"/>
            <a:t>0x043b44, which is 277,316 in decimal.</a:t>
          </a:r>
        </a:p>
      </dgm:t>
    </dgm:pt>
    <dgm:pt modelId="{5C7472CD-9823-4FB5-855E-DCA2FA102FB3}" type="parTrans" cxnId="{ABBBA0E1-29D8-4C08-9C5B-5AD412006171}">
      <dgm:prSet/>
      <dgm:spPr/>
      <dgm:t>
        <a:bodyPr/>
        <a:lstStyle/>
        <a:p>
          <a:endParaRPr lang="en-US"/>
        </a:p>
      </dgm:t>
    </dgm:pt>
    <dgm:pt modelId="{71061CA4-757F-406C-A5F9-BF4E6FDB1CF4}" type="sibTrans" cxnId="{ABBBA0E1-29D8-4C08-9C5B-5AD412006171}">
      <dgm:prSet/>
      <dgm:spPr/>
      <dgm:t>
        <a:bodyPr/>
        <a:lstStyle/>
        <a:p>
          <a:endParaRPr lang="en-US"/>
        </a:p>
      </dgm:t>
    </dgm:pt>
    <dgm:pt modelId="{9F28C6BE-98B7-47C1-A7BD-7ECD143BC01D}">
      <dgm:prSet/>
      <dgm:spPr/>
      <dgm:t>
        <a:bodyPr/>
        <a:lstStyle/>
        <a:p>
          <a:r>
            <a:rPr lang="en-US"/>
            <a:t>0385840206</a:t>
          </a:r>
        </a:p>
      </dgm:t>
    </dgm:pt>
    <dgm:pt modelId="{D090B800-3113-4D77-89FF-7EC768F8A128}" type="parTrans" cxnId="{E08E458C-9DC5-4BDA-B820-00A9E6F7C9B3}">
      <dgm:prSet/>
      <dgm:spPr/>
      <dgm:t>
        <a:bodyPr/>
        <a:lstStyle/>
        <a:p>
          <a:endParaRPr lang="en-US"/>
        </a:p>
      </dgm:t>
    </dgm:pt>
    <dgm:pt modelId="{D928CDA7-781C-46AB-BC7E-98AC40FCA3C0}" type="sibTrans" cxnId="{E08E458C-9DC5-4BDA-B820-00A9E6F7C9B3}">
      <dgm:prSet/>
      <dgm:spPr/>
      <dgm:t>
        <a:bodyPr/>
        <a:lstStyle/>
        <a:p>
          <a:endParaRPr lang="en-US"/>
        </a:p>
      </dgm:t>
    </dgm:pt>
    <dgm:pt modelId="{5C6A4ABD-8BE3-43FC-9F81-FB49C915131D}">
      <dgm:prSet/>
      <dgm:spPr/>
      <dgm:t>
        <a:bodyPr/>
        <a:lstStyle/>
        <a:p>
          <a:r>
            <a:rPr lang="en-US"/>
            <a:t>used to encode an extra </a:t>
          </a:r>
          <a:r>
            <a:rPr lang="en-US" i="1"/>
            <a:t>nonce</a:t>
          </a:r>
          <a:endParaRPr lang="en-US"/>
        </a:p>
      </dgm:t>
    </dgm:pt>
    <dgm:pt modelId="{C65BA717-DF49-4DC0-BE3A-500EC62320E9}" type="parTrans" cxnId="{034BD132-8D12-40B7-8141-3BEB929E4A16}">
      <dgm:prSet/>
      <dgm:spPr/>
      <dgm:t>
        <a:bodyPr/>
        <a:lstStyle/>
        <a:p>
          <a:endParaRPr lang="en-US"/>
        </a:p>
      </dgm:t>
    </dgm:pt>
    <dgm:pt modelId="{AE69CE25-98DE-4190-8BA4-DCBD57F3017C}" type="sibTrans" cxnId="{034BD132-8D12-40B7-8141-3BEB929E4A16}">
      <dgm:prSet/>
      <dgm:spPr/>
      <dgm:t>
        <a:bodyPr/>
        <a:lstStyle/>
        <a:p>
          <a:endParaRPr lang="en-US"/>
        </a:p>
      </dgm:t>
    </dgm:pt>
    <dgm:pt modelId="{413C5FB1-AC18-40EB-94D4-50ABE1614805}">
      <dgm:prSet/>
      <dgm:spPr/>
      <dgm:t>
        <a:bodyPr/>
        <a:lstStyle/>
        <a:p>
          <a:r>
            <a:rPr lang="tr-TR"/>
            <a:t>2f503253482f</a:t>
          </a:r>
          <a:endParaRPr lang="en-US"/>
        </a:p>
      </dgm:t>
    </dgm:pt>
    <dgm:pt modelId="{D9A03FE5-DA8C-4D25-86AE-7F4FD2250209}" type="parTrans" cxnId="{A1BC6430-3318-4E77-9DF6-BFD2C074B9D8}">
      <dgm:prSet/>
      <dgm:spPr/>
      <dgm:t>
        <a:bodyPr/>
        <a:lstStyle/>
        <a:p>
          <a:endParaRPr lang="en-US"/>
        </a:p>
      </dgm:t>
    </dgm:pt>
    <dgm:pt modelId="{033FFF86-C7BC-4CD6-A40A-2CE4BF29A4C7}" type="sibTrans" cxnId="{A1BC6430-3318-4E77-9DF6-BFD2C074B9D8}">
      <dgm:prSet/>
      <dgm:spPr/>
      <dgm:t>
        <a:bodyPr/>
        <a:lstStyle/>
        <a:p>
          <a:endParaRPr lang="en-US"/>
        </a:p>
      </dgm:t>
    </dgm:pt>
    <dgm:pt modelId="{3D9956D5-0FD7-4FF4-AF88-9F860F49F5DA}">
      <dgm:prSet/>
      <dgm:spPr/>
      <dgm:t>
        <a:bodyPr/>
        <a:lstStyle/>
        <a:p>
          <a:r>
            <a:rPr lang="tr-TR"/>
            <a:t>is the ASCII-encoded </a:t>
          </a:r>
          <a:r>
            <a:rPr lang="en-US"/>
            <a:t>string /P2SH/, </a:t>
          </a:r>
        </a:p>
      </dgm:t>
    </dgm:pt>
    <dgm:pt modelId="{8674A0AF-FF01-43EA-AE06-A632D5FEA470}" type="parTrans" cxnId="{87AA2F92-C634-4DFA-B2CF-9281E4534809}">
      <dgm:prSet/>
      <dgm:spPr/>
      <dgm:t>
        <a:bodyPr/>
        <a:lstStyle/>
        <a:p>
          <a:endParaRPr lang="en-US"/>
        </a:p>
      </dgm:t>
    </dgm:pt>
    <dgm:pt modelId="{237E3209-6381-4C52-BD3A-43DCC11CF730}" type="sibTrans" cxnId="{87AA2F92-C634-4DFA-B2CF-9281E4534809}">
      <dgm:prSet/>
      <dgm:spPr/>
      <dgm:t>
        <a:bodyPr/>
        <a:lstStyle/>
        <a:p>
          <a:endParaRPr lang="en-US"/>
        </a:p>
      </dgm:t>
    </dgm:pt>
    <dgm:pt modelId="{24683A9E-58EF-4E7E-B494-6DCC9279F3AE}">
      <dgm:prSet/>
      <dgm:spPr/>
      <dgm:t>
        <a:bodyPr/>
        <a:lstStyle/>
        <a:p>
          <a:r>
            <a:rPr lang="en-US"/>
            <a:t>the mining node supports</a:t>
          </a:r>
          <a:r>
            <a:rPr lang="tr-TR"/>
            <a:t> </a:t>
          </a:r>
          <a:r>
            <a:rPr lang="en-US"/>
            <a:t>the P2SH improvement defined in BIP-16</a:t>
          </a:r>
        </a:p>
      </dgm:t>
    </dgm:pt>
    <dgm:pt modelId="{098BF9B4-3629-42A4-B474-ED8637CE6C41}" type="parTrans" cxnId="{B739F99B-4540-410B-B25B-0D20E9FEC98F}">
      <dgm:prSet/>
      <dgm:spPr/>
      <dgm:t>
        <a:bodyPr/>
        <a:lstStyle/>
        <a:p>
          <a:endParaRPr lang="en-US"/>
        </a:p>
      </dgm:t>
    </dgm:pt>
    <dgm:pt modelId="{50884306-B970-4AF7-84AA-64F3012DE653}" type="sibTrans" cxnId="{B739F99B-4540-410B-B25B-0D20E9FEC98F}">
      <dgm:prSet/>
      <dgm:spPr/>
      <dgm:t>
        <a:bodyPr/>
        <a:lstStyle/>
        <a:p>
          <a:endParaRPr lang="en-US"/>
        </a:p>
      </dgm:t>
    </dgm:pt>
    <dgm:pt modelId="{2CFB4E90-71C0-4FC3-BEE4-048E384B0EAA}" type="pres">
      <dgm:prSet presAssocID="{D5B58ACB-244C-44AC-B65E-1AA249C2965E}" presName="linear" presStyleCnt="0">
        <dgm:presLayoutVars>
          <dgm:dir/>
          <dgm:animLvl val="lvl"/>
          <dgm:resizeHandles val="exact"/>
        </dgm:presLayoutVars>
      </dgm:prSet>
      <dgm:spPr/>
    </dgm:pt>
    <dgm:pt modelId="{A13ADAC8-039C-4338-A37D-8D095D7BAC54}" type="pres">
      <dgm:prSet presAssocID="{2C8FB405-998C-47BA-B7B4-D9DDB8DB297E}" presName="parentLin" presStyleCnt="0"/>
      <dgm:spPr/>
    </dgm:pt>
    <dgm:pt modelId="{3B88DBA9-DCDA-4546-829A-53AA0D4FA7FF}" type="pres">
      <dgm:prSet presAssocID="{2C8FB405-998C-47BA-B7B4-D9DDB8DB297E}" presName="parentLeftMargin" presStyleLbl="node1" presStyleIdx="0" presStyleCnt="5"/>
      <dgm:spPr/>
    </dgm:pt>
    <dgm:pt modelId="{BF1431D5-769C-4D8F-A14C-0A518ED5AAF9}" type="pres">
      <dgm:prSet presAssocID="{2C8FB405-998C-47BA-B7B4-D9DDB8DB297E}" presName="parentText" presStyleLbl="node1" presStyleIdx="0" presStyleCnt="5">
        <dgm:presLayoutVars>
          <dgm:chMax val="0"/>
          <dgm:bulletEnabled val="1"/>
        </dgm:presLayoutVars>
      </dgm:prSet>
      <dgm:spPr/>
    </dgm:pt>
    <dgm:pt modelId="{7145E41C-FBF6-4718-99DE-EE18451F91BF}" type="pres">
      <dgm:prSet presAssocID="{2C8FB405-998C-47BA-B7B4-D9DDB8DB297E}" presName="negativeSpace" presStyleCnt="0"/>
      <dgm:spPr/>
    </dgm:pt>
    <dgm:pt modelId="{82B53BBE-0DA2-479E-851C-E7C392F3A188}" type="pres">
      <dgm:prSet presAssocID="{2C8FB405-998C-47BA-B7B4-D9DDB8DB297E}" presName="childText" presStyleLbl="conFgAcc1" presStyleIdx="0" presStyleCnt="5">
        <dgm:presLayoutVars>
          <dgm:bulletEnabled val="1"/>
        </dgm:presLayoutVars>
      </dgm:prSet>
      <dgm:spPr/>
    </dgm:pt>
    <dgm:pt modelId="{0359CBD9-074A-4355-9BD9-AD475F3BBFD0}" type="pres">
      <dgm:prSet presAssocID="{B2723666-35EF-4CEC-99EC-67DA59DD4627}" presName="spaceBetweenRectangles" presStyleCnt="0"/>
      <dgm:spPr/>
    </dgm:pt>
    <dgm:pt modelId="{E176DBF9-62DB-42B4-AA16-4ABCB5C44F1F}" type="pres">
      <dgm:prSet presAssocID="{A3C689ED-61C4-4D38-B97C-3D58CDB44732}" presName="parentLin" presStyleCnt="0"/>
      <dgm:spPr/>
    </dgm:pt>
    <dgm:pt modelId="{BB8FE491-7CBD-431D-B1F7-183897057E66}" type="pres">
      <dgm:prSet presAssocID="{A3C689ED-61C4-4D38-B97C-3D58CDB44732}" presName="parentLeftMargin" presStyleLbl="node1" presStyleIdx="0" presStyleCnt="5"/>
      <dgm:spPr/>
    </dgm:pt>
    <dgm:pt modelId="{AFD98139-46A6-44C9-A713-42D2B2B59A19}" type="pres">
      <dgm:prSet presAssocID="{A3C689ED-61C4-4D38-B97C-3D58CDB44732}" presName="parentText" presStyleLbl="node1" presStyleIdx="1" presStyleCnt="5">
        <dgm:presLayoutVars>
          <dgm:chMax val="0"/>
          <dgm:bulletEnabled val="1"/>
        </dgm:presLayoutVars>
      </dgm:prSet>
      <dgm:spPr/>
    </dgm:pt>
    <dgm:pt modelId="{DD9778DF-D597-4E8E-BCDB-23D597C93F46}" type="pres">
      <dgm:prSet presAssocID="{A3C689ED-61C4-4D38-B97C-3D58CDB44732}" presName="negativeSpace" presStyleCnt="0"/>
      <dgm:spPr/>
    </dgm:pt>
    <dgm:pt modelId="{69AC2405-F50A-4408-A26C-A1C7904A8F6C}" type="pres">
      <dgm:prSet presAssocID="{A3C689ED-61C4-4D38-B97C-3D58CDB44732}" presName="childText" presStyleLbl="conFgAcc1" presStyleIdx="1" presStyleCnt="5">
        <dgm:presLayoutVars>
          <dgm:bulletEnabled val="1"/>
        </dgm:presLayoutVars>
      </dgm:prSet>
      <dgm:spPr/>
    </dgm:pt>
    <dgm:pt modelId="{C2A89C7C-3D13-4721-A6D8-E637C4E204DE}" type="pres">
      <dgm:prSet presAssocID="{71B80797-0B41-4685-B366-80D78C0B6DEA}" presName="spaceBetweenRectangles" presStyleCnt="0"/>
      <dgm:spPr/>
    </dgm:pt>
    <dgm:pt modelId="{999B2EBC-DC9A-42ED-84EE-EE6F78294E9D}" type="pres">
      <dgm:prSet presAssocID="{E903435A-0727-4499-B233-0E793F2FDEA2}" presName="parentLin" presStyleCnt="0"/>
      <dgm:spPr/>
    </dgm:pt>
    <dgm:pt modelId="{60650927-EBDB-4CFA-9C47-C315954C5452}" type="pres">
      <dgm:prSet presAssocID="{E903435A-0727-4499-B233-0E793F2FDEA2}" presName="parentLeftMargin" presStyleLbl="node1" presStyleIdx="1" presStyleCnt="5"/>
      <dgm:spPr/>
    </dgm:pt>
    <dgm:pt modelId="{B372F837-407E-4214-933E-AA33F3DE08EC}" type="pres">
      <dgm:prSet presAssocID="{E903435A-0727-4499-B233-0E793F2FDEA2}" presName="parentText" presStyleLbl="node1" presStyleIdx="2" presStyleCnt="5">
        <dgm:presLayoutVars>
          <dgm:chMax val="0"/>
          <dgm:bulletEnabled val="1"/>
        </dgm:presLayoutVars>
      </dgm:prSet>
      <dgm:spPr/>
    </dgm:pt>
    <dgm:pt modelId="{FFDDF2A6-098B-440B-96F5-2FCF0A1F9ACB}" type="pres">
      <dgm:prSet presAssocID="{E903435A-0727-4499-B233-0E793F2FDEA2}" presName="negativeSpace" presStyleCnt="0"/>
      <dgm:spPr/>
    </dgm:pt>
    <dgm:pt modelId="{D38AB6F1-D811-4F10-9FB9-9887A074AADD}" type="pres">
      <dgm:prSet presAssocID="{E903435A-0727-4499-B233-0E793F2FDEA2}" presName="childText" presStyleLbl="conFgAcc1" presStyleIdx="2" presStyleCnt="5">
        <dgm:presLayoutVars>
          <dgm:bulletEnabled val="1"/>
        </dgm:presLayoutVars>
      </dgm:prSet>
      <dgm:spPr/>
    </dgm:pt>
    <dgm:pt modelId="{89BB3D01-8569-4C7F-99F5-9C7777F37DB4}" type="pres">
      <dgm:prSet presAssocID="{E5CDEF13-234C-4CFB-8C4F-B72B072D17AC}" presName="spaceBetweenRectangles" presStyleCnt="0"/>
      <dgm:spPr/>
    </dgm:pt>
    <dgm:pt modelId="{30C716D0-B463-40A4-9EB2-D3623C95BAD6}" type="pres">
      <dgm:prSet presAssocID="{9F28C6BE-98B7-47C1-A7BD-7ECD143BC01D}" presName="parentLin" presStyleCnt="0"/>
      <dgm:spPr/>
    </dgm:pt>
    <dgm:pt modelId="{28763F7A-B53D-427C-8C07-A8C186B6D27C}" type="pres">
      <dgm:prSet presAssocID="{9F28C6BE-98B7-47C1-A7BD-7ECD143BC01D}" presName="parentLeftMargin" presStyleLbl="node1" presStyleIdx="2" presStyleCnt="5"/>
      <dgm:spPr/>
    </dgm:pt>
    <dgm:pt modelId="{C45C9B97-4670-4D6B-A670-0D3B846FC041}" type="pres">
      <dgm:prSet presAssocID="{9F28C6BE-98B7-47C1-A7BD-7ECD143BC01D}" presName="parentText" presStyleLbl="node1" presStyleIdx="3" presStyleCnt="5">
        <dgm:presLayoutVars>
          <dgm:chMax val="0"/>
          <dgm:bulletEnabled val="1"/>
        </dgm:presLayoutVars>
      </dgm:prSet>
      <dgm:spPr/>
    </dgm:pt>
    <dgm:pt modelId="{62BDEECA-DB35-480F-8ABC-CE36B51067FA}" type="pres">
      <dgm:prSet presAssocID="{9F28C6BE-98B7-47C1-A7BD-7ECD143BC01D}" presName="negativeSpace" presStyleCnt="0"/>
      <dgm:spPr/>
    </dgm:pt>
    <dgm:pt modelId="{4B000A7A-D9C4-492F-82B3-8A53D29D79FE}" type="pres">
      <dgm:prSet presAssocID="{9F28C6BE-98B7-47C1-A7BD-7ECD143BC01D}" presName="childText" presStyleLbl="conFgAcc1" presStyleIdx="3" presStyleCnt="5">
        <dgm:presLayoutVars>
          <dgm:bulletEnabled val="1"/>
        </dgm:presLayoutVars>
      </dgm:prSet>
      <dgm:spPr/>
    </dgm:pt>
    <dgm:pt modelId="{478C8F10-F89D-4F05-8F6B-E7D92C21FEC1}" type="pres">
      <dgm:prSet presAssocID="{D928CDA7-781C-46AB-BC7E-98AC40FCA3C0}" presName="spaceBetweenRectangles" presStyleCnt="0"/>
      <dgm:spPr/>
    </dgm:pt>
    <dgm:pt modelId="{FCA9243F-F014-4CFD-83D1-E77E712321D1}" type="pres">
      <dgm:prSet presAssocID="{413C5FB1-AC18-40EB-94D4-50ABE1614805}" presName="parentLin" presStyleCnt="0"/>
      <dgm:spPr/>
    </dgm:pt>
    <dgm:pt modelId="{3C63383C-CF14-4DD4-8107-9EC585AB064E}" type="pres">
      <dgm:prSet presAssocID="{413C5FB1-AC18-40EB-94D4-50ABE1614805}" presName="parentLeftMargin" presStyleLbl="node1" presStyleIdx="3" presStyleCnt="5"/>
      <dgm:spPr/>
    </dgm:pt>
    <dgm:pt modelId="{E64C47D4-A154-478B-A26B-CAA6A44D4B8E}" type="pres">
      <dgm:prSet presAssocID="{413C5FB1-AC18-40EB-94D4-50ABE1614805}" presName="parentText" presStyleLbl="node1" presStyleIdx="4" presStyleCnt="5">
        <dgm:presLayoutVars>
          <dgm:chMax val="0"/>
          <dgm:bulletEnabled val="1"/>
        </dgm:presLayoutVars>
      </dgm:prSet>
      <dgm:spPr/>
    </dgm:pt>
    <dgm:pt modelId="{031C090C-D87C-406D-A3D2-81F030D5CE9B}" type="pres">
      <dgm:prSet presAssocID="{413C5FB1-AC18-40EB-94D4-50ABE1614805}" presName="negativeSpace" presStyleCnt="0"/>
      <dgm:spPr/>
    </dgm:pt>
    <dgm:pt modelId="{24F84F5B-E473-48D2-B5AD-80D6EB0D79A6}" type="pres">
      <dgm:prSet presAssocID="{413C5FB1-AC18-40EB-94D4-50ABE1614805}" presName="childText" presStyleLbl="conFgAcc1" presStyleIdx="4" presStyleCnt="5">
        <dgm:presLayoutVars>
          <dgm:bulletEnabled val="1"/>
        </dgm:presLayoutVars>
      </dgm:prSet>
      <dgm:spPr/>
    </dgm:pt>
  </dgm:ptLst>
  <dgm:cxnLst>
    <dgm:cxn modelId="{1CB9FB0A-9078-4940-BE23-CBBF8AD4F567}" type="presOf" srcId="{413C5FB1-AC18-40EB-94D4-50ABE1614805}" destId="{E64C47D4-A154-478B-A26B-CAA6A44D4B8E}" srcOrd="1" destOrd="0" presId="urn:microsoft.com/office/officeart/2005/8/layout/list1"/>
    <dgm:cxn modelId="{0290F711-1636-451A-81D2-E59093366C1D}" srcId="{2C8FB405-998C-47BA-B7B4-D9DDB8DB297E}" destId="{FEFC711F-D8F0-4980-A473-83A9E3DACE1A}" srcOrd="0" destOrd="0" parTransId="{6C53A123-76A6-45F7-A9F7-D13AFDC66893}" sibTransId="{CD1F0C39-6EF5-4FE5-BC94-339F4F5B6004}"/>
    <dgm:cxn modelId="{B6CCCD13-78EC-464D-8708-7C027ADE5CEA}" srcId="{A3C689ED-61C4-4D38-B97C-3D58CDB44732}" destId="{95F6C24C-335D-4521-937E-2C6A47E8E683}" srcOrd="0" destOrd="0" parTransId="{F6896DDD-4B7D-4768-BFED-DE79B47BFB85}" sibTransId="{FE52FDAE-34BB-4152-BE3A-CC7B7E51B83B}"/>
    <dgm:cxn modelId="{2B1EA617-69A4-40E0-BEEA-FF025C82F64E}" type="presOf" srcId="{04A7A6A0-1F90-43B5-990A-1588F28D94A2}" destId="{69AC2405-F50A-4408-A26C-A1C7904A8F6C}" srcOrd="0" destOrd="1" presId="urn:microsoft.com/office/officeart/2005/8/layout/list1"/>
    <dgm:cxn modelId="{869B011A-31E7-474B-895A-E45B77366FD8}" type="presOf" srcId="{3D9956D5-0FD7-4FF4-AF88-9F860F49F5DA}" destId="{24F84F5B-E473-48D2-B5AD-80D6EB0D79A6}" srcOrd="0" destOrd="0" presId="urn:microsoft.com/office/officeart/2005/8/layout/list1"/>
    <dgm:cxn modelId="{5944ED22-DDD9-40DA-BE68-66635183B182}" type="presOf" srcId="{2C8FB405-998C-47BA-B7B4-D9DDB8DB297E}" destId="{BF1431D5-769C-4D8F-A14C-0A518ED5AAF9}" srcOrd="1" destOrd="0" presId="urn:microsoft.com/office/officeart/2005/8/layout/list1"/>
    <dgm:cxn modelId="{66C3D529-BE94-46CB-B53F-68BC57F6AF35}" type="presOf" srcId="{FEFC711F-D8F0-4980-A473-83A9E3DACE1A}" destId="{82B53BBE-0DA2-479E-851C-E7C392F3A188}" srcOrd="0" destOrd="0" presId="urn:microsoft.com/office/officeart/2005/8/layout/list1"/>
    <dgm:cxn modelId="{ABD2872E-17AF-4F23-8966-E06636BE756D}" srcId="{D5B58ACB-244C-44AC-B65E-1AA249C2965E}" destId="{A3C689ED-61C4-4D38-B97C-3D58CDB44732}" srcOrd="1" destOrd="0" parTransId="{907034ED-BA82-4FF4-8C5D-89789E5D4569}" sibTransId="{71B80797-0B41-4685-B366-80D78C0B6DEA}"/>
    <dgm:cxn modelId="{A1BC6430-3318-4E77-9DF6-BFD2C074B9D8}" srcId="{D5B58ACB-244C-44AC-B65E-1AA249C2965E}" destId="{413C5FB1-AC18-40EB-94D4-50ABE1614805}" srcOrd="4" destOrd="0" parTransId="{D9A03FE5-DA8C-4D25-86AE-7F4FD2250209}" sibTransId="{033FFF86-C7BC-4CD6-A40A-2CE4BF29A4C7}"/>
    <dgm:cxn modelId="{034BD132-8D12-40B7-8141-3BEB929E4A16}" srcId="{9F28C6BE-98B7-47C1-A7BD-7ECD143BC01D}" destId="{5C6A4ABD-8BE3-43FC-9F81-FB49C915131D}" srcOrd="0" destOrd="0" parTransId="{C65BA717-DF49-4DC0-BE3A-500EC62320E9}" sibTransId="{AE69CE25-98DE-4190-8BA4-DCBD57F3017C}"/>
    <dgm:cxn modelId="{663D9D5F-5A60-408D-ACC4-FE740AE4A2A8}" type="presOf" srcId="{A3C689ED-61C4-4D38-B97C-3D58CDB44732}" destId="{BB8FE491-7CBD-431D-B1F7-183897057E66}" srcOrd="0" destOrd="0" presId="urn:microsoft.com/office/officeart/2005/8/layout/list1"/>
    <dgm:cxn modelId="{4A93D644-B340-4C78-8287-C4A047B36475}" type="presOf" srcId="{9F28C6BE-98B7-47C1-A7BD-7ECD143BC01D}" destId="{28763F7A-B53D-427C-8C07-A8C186B6D27C}" srcOrd="0" destOrd="0" presId="urn:microsoft.com/office/officeart/2005/8/layout/list1"/>
    <dgm:cxn modelId="{305FF245-474C-4398-9BED-97774B3C4793}" srcId="{E903435A-0727-4499-B233-0E793F2FDEA2}" destId="{F5B71DC2-F356-486E-8386-CE5CED42C404}" srcOrd="0" destOrd="0" parTransId="{F567DC2C-3014-4FDE-A2DD-3327551FEDDB}" sibTransId="{EBA788AD-AF9F-4012-8A24-A9B6A16A96BC}"/>
    <dgm:cxn modelId="{41E36672-C6C8-46D5-B331-BD9178C8590E}" type="presOf" srcId="{E903435A-0727-4499-B233-0E793F2FDEA2}" destId="{B372F837-407E-4214-933E-AA33F3DE08EC}" srcOrd="1" destOrd="0" presId="urn:microsoft.com/office/officeart/2005/8/layout/list1"/>
    <dgm:cxn modelId="{7D298280-636F-4369-8AC4-480ABDC3FE7C}" type="presOf" srcId="{D5B58ACB-244C-44AC-B65E-1AA249C2965E}" destId="{2CFB4E90-71C0-4FC3-BEE4-048E384B0EAA}" srcOrd="0" destOrd="0" presId="urn:microsoft.com/office/officeart/2005/8/layout/list1"/>
    <dgm:cxn modelId="{21E5CF88-3ED0-43EC-A6CD-A24C01F3F685}" srcId="{A3C689ED-61C4-4D38-B97C-3D58CDB44732}" destId="{04A7A6A0-1F90-43B5-990A-1588F28D94A2}" srcOrd="1" destOrd="0" parTransId="{29A2CB0F-4E08-4EFE-AD60-BCDE5A05F39E}" sibTransId="{DCB7AC15-5570-4030-9892-3998EBDFD3DB}"/>
    <dgm:cxn modelId="{E08E458C-9DC5-4BDA-B820-00A9E6F7C9B3}" srcId="{D5B58ACB-244C-44AC-B65E-1AA249C2965E}" destId="{9F28C6BE-98B7-47C1-A7BD-7ECD143BC01D}" srcOrd="3" destOrd="0" parTransId="{D090B800-3113-4D77-89FF-7EC768F8A128}" sibTransId="{D928CDA7-781C-46AB-BC7E-98AC40FCA3C0}"/>
    <dgm:cxn modelId="{3F51608F-6A15-4307-8F6D-09F77CB176F1}" type="presOf" srcId="{F5B71DC2-F356-486E-8386-CE5CED42C404}" destId="{D38AB6F1-D811-4F10-9FB9-9887A074AADD}" srcOrd="0" destOrd="0" presId="urn:microsoft.com/office/officeart/2005/8/layout/list1"/>
    <dgm:cxn modelId="{87AA2F92-C634-4DFA-B2CF-9281E4534809}" srcId="{413C5FB1-AC18-40EB-94D4-50ABE1614805}" destId="{3D9956D5-0FD7-4FF4-AF88-9F860F49F5DA}" srcOrd="0" destOrd="0" parTransId="{8674A0AF-FF01-43EA-AE06-A632D5FEA470}" sibTransId="{237E3209-6381-4C52-BD3A-43DCC11CF730}"/>
    <dgm:cxn modelId="{B739F99B-4540-410B-B25B-0D20E9FEC98F}" srcId="{413C5FB1-AC18-40EB-94D4-50ABE1614805}" destId="{24683A9E-58EF-4E7E-B494-6DCC9279F3AE}" srcOrd="1" destOrd="0" parTransId="{098BF9B4-3629-42A4-B474-ED8637CE6C41}" sibTransId="{50884306-B970-4AF7-84AA-64F3012DE653}"/>
    <dgm:cxn modelId="{7C2F88A1-5FF9-4989-9762-4AC0247A0F55}" type="presOf" srcId="{95F6C24C-335D-4521-937E-2C6A47E8E683}" destId="{69AC2405-F50A-4408-A26C-A1C7904A8F6C}" srcOrd="0" destOrd="0" presId="urn:microsoft.com/office/officeart/2005/8/layout/list1"/>
    <dgm:cxn modelId="{2D3AD4A3-623F-43BD-8D96-1E5FEBBDFFA6}" type="presOf" srcId="{24683A9E-58EF-4E7E-B494-6DCC9279F3AE}" destId="{24F84F5B-E473-48D2-B5AD-80D6EB0D79A6}" srcOrd="0" destOrd="1" presId="urn:microsoft.com/office/officeart/2005/8/layout/list1"/>
    <dgm:cxn modelId="{3833F5A7-8E44-4E25-8538-BEC36BBCF9AE}" srcId="{D5B58ACB-244C-44AC-B65E-1AA249C2965E}" destId="{E903435A-0727-4499-B233-0E793F2FDEA2}" srcOrd="2" destOrd="0" parTransId="{3B68F36B-4C66-4EFB-9D1B-FD902B80C86C}" sibTransId="{E5CDEF13-234C-4CFB-8C4F-B72B072D17AC}"/>
    <dgm:cxn modelId="{601CE0B9-373C-4A4D-BE50-1E753C87A0D2}" type="presOf" srcId="{7D801FB0-2C16-41D6-8A9E-DBCAB3AD4571}" destId="{D38AB6F1-D811-4F10-9FB9-9887A074AADD}" srcOrd="0" destOrd="1" presId="urn:microsoft.com/office/officeart/2005/8/layout/list1"/>
    <dgm:cxn modelId="{6A4E64BE-4BC2-4AF7-9C87-45A29C024C52}" type="presOf" srcId="{A3C689ED-61C4-4D38-B97C-3D58CDB44732}" destId="{AFD98139-46A6-44C9-A713-42D2B2B59A19}" srcOrd="1" destOrd="0" presId="urn:microsoft.com/office/officeart/2005/8/layout/list1"/>
    <dgm:cxn modelId="{E7D44EC0-855E-425A-8B2B-874DD12B6A51}" type="presOf" srcId="{5C6A4ABD-8BE3-43FC-9F81-FB49C915131D}" destId="{4B000A7A-D9C4-492F-82B3-8A53D29D79FE}" srcOrd="0" destOrd="0" presId="urn:microsoft.com/office/officeart/2005/8/layout/list1"/>
    <dgm:cxn modelId="{B91253C2-CD89-4C3E-BB8A-86A6CFAF1933}" type="presOf" srcId="{E903435A-0727-4499-B233-0E793F2FDEA2}" destId="{60650927-EBDB-4CFA-9C47-C315954C5452}" srcOrd="0" destOrd="0" presId="urn:microsoft.com/office/officeart/2005/8/layout/list1"/>
    <dgm:cxn modelId="{FF91B2C9-73F2-4D0A-957B-79489737AC86}" srcId="{D5B58ACB-244C-44AC-B65E-1AA249C2965E}" destId="{2C8FB405-998C-47BA-B7B4-D9DDB8DB297E}" srcOrd="0" destOrd="0" parTransId="{E58ECCFD-CC5D-47B0-8D46-E741C8590452}" sibTransId="{B2723666-35EF-4CEC-99EC-67DA59DD4627}"/>
    <dgm:cxn modelId="{2C3130CA-B777-41BE-8D97-8A31BCB50080}" type="presOf" srcId="{9F28C6BE-98B7-47C1-A7BD-7ECD143BC01D}" destId="{C45C9B97-4670-4D6B-A670-0D3B846FC041}" srcOrd="1" destOrd="0" presId="urn:microsoft.com/office/officeart/2005/8/layout/list1"/>
    <dgm:cxn modelId="{3FF302D1-8D99-423B-9506-B52B45D8ED43}" type="presOf" srcId="{413C5FB1-AC18-40EB-94D4-50ABE1614805}" destId="{3C63383C-CF14-4DD4-8107-9EC585AB064E}" srcOrd="0" destOrd="0" presId="urn:microsoft.com/office/officeart/2005/8/layout/list1"/>
    <dgm:cxn modelId="{ABBBA0E1-29D8-4C08-9C5B-5AD412006171}" srcId="{E903435A-0727-4499-B233-0E793F2FDEA2}" destId="{2C5541B6-034E-45AE-BC09-19ACF74C2CF3}" srcOrd="2" destOrd="0" parTransId="{5C7472CD-9823-4FB5-855E-DCA2FA102FB3}" sibTransId="{71061CA4-757F-406C-A5F9-BF4E6FDB1CF4}"/>
    <dgm:cxn modelId="{674B03E2-38A2-4430-B38A-16BCBB5EFAA0}" srcId="{E903435A-0727-4499-B233-0E793F2FDEA2}" destId="{7D801FB0-2C16-41D6-8A9E-DBCAB3AD4571}" srcOrd="1" destOrd="0" parTransId="{0B2E27BC-C23E-4AD7-9A19-E96880B8DDE3}" sibTransId="{91987C6A-0744-4B42-962E-DE3E6D245F0D}"/>
    <dgm:cxn modelId="{77C6ABE4-6A67-470F-BA29-2E7FD9E2B5E0}" type="presOf" srcId="{2C5541B6-034E-45AE-BC09-19ACF74C2CF3}" destId="{D38AB6F1-D811-4F10-9FB9-9887A074AADD}" srcOrd="0" destOrd="2" presId="urn:microsoft.com/office/officeart/2005/8/layout/list1"/>
    <dgm:cxn modelId="{D88E83E6-BD1D-4E45-94D6-96E07DD84D28}" type="presOf" srcId="{2C8FB405-998C-47BA-B7B4-D9DDB8DB297E}" destId="{3B88DBA9-DCDA-4546-829A-53AA0D4FA7FF}" srcOrd="0" destOrd="0" presId="urn:microsoft.com/office/officeart/2005/8/layout/list1"/>
    <dgm:cxn modelId="{CBA0644C-8EFE-4AB6-976F-5FDAF3F5D386}" type="presParOf" srcId="{2CFB4E90-71C0-4FC3-BEE4-048E384B0EAA}" destId="{A13ADAC8-039C-4338-A37D-8D095D7BAC54}" srcOrd="0" destOrd="0" presId="urn:microsoft.com/office/officeart/2005/8/layout/list1"/>
    <dgm:cxn modelId="{C3E08ED8-7A54-49A1-805B-14CF3E1DF57C}" type="presParOf" srcId="{A13ADAC8-039C-4338-A37D-8D095D7BAC54}" destId="{3B88DBA9-DCDA-4546-829A-53AA0D4FA7FF}" srcOrd="0" destOrd="0" presId="urn:microsoft.com/office/officeart/2005/8/layout/list1"/>
    <dgm:cxn modelId="{5DEFA9D7-D23E-4F0C-B10D-A22CE0E6A682}" type="presParOf" srcId="{A13ADAC8-039C-4338-A37D-8D095D7BAC54}" destId="{BF1431D5-769C-4D8F-A14C-0A518ED5AAF9}" srcOrd="1" destOrd="0" presId="urn:microsoft.com/office/officeart/2005/8/layout/list1"/>
    <dgm:cxn modelId="{6B488763-F8AA-4E21-8B46-89FF1AEECB5D}" type="presParOf" srcId="{2CFB4E90-71C0-4FC3-BEE4-048E384B0EAA}" destId="{7145E41C-FBF6-4718-99DE-EE18451F91BF}" srcOrd="1" destOrd="0" presId="urn:microsoft.com/office/officeart/2005/8/layout/list1"/>
    <dgm:cxn modelId="{9B90F4C3-4EFF-4CE8-AD33-53A4EA908EF6}" type="presParOf" srcId="{2CFB4E90-71C0-4FC3-BEE4-048E384B0EAA}" destId="{82B53BBE-0DA2-479E-851C-E7C392F3A188}" srcOrd="2" destOrd="0" presId="urn:microsoft.com/office/officeart/2005/8/layout/list1"/>
    <dgm:cxn modelId="{F9A1A63C-AD38-4CDE-8F69-4E213E3E01F6}" type="presParOf" srcId="{2CFB4E90-71C0-4FC3-BEE4-048E384B0EAA}" destId="{0359CBD9-074A-4355-9BD9-AD475F3BBFD0}" srcOrd="3" destOrd="0" presId="urn:microsoft.com/office/officeart/2005/8/layout/list1"/>
    <dgm:cxn modelId="{FD0B42AA-6342-49EA-B315-D6F7B58A2435}" type="presParOf" srcId="{2CFB4E90-71C0-4FC3-BEE4-048E384B0EAA}" destId="{E176DBF9-62DB-42B4-AA16-4ABCB5C44F1F}" srcOrd="4" destOrd="0" presId="urn:microsoft.com/office/officeart/2005/8/layout/list1"/>
    <dgm:cxn modelId="{78DD3BBF-58D5-48E1-B25B-1384BC813935}" type="presParOf" srcId="{E176DBF9-62DB-42B4-AA16-4ABCB5C44F1F}" destId="{BB8FE491-7CBD-431D-B1F7-183897057E66}" srcOrd="0" destOrd="0" presId="urn:microsoft.com/office/officeart/2005/8/layout/list1"/>
    <dgm:cxn modelId="{443A08D8-8915-41C6-984A-ABCFD744540B}" type="presParOf" srcId="{E176DBF9-62DB-42B4-AA16-4ABCB5C44F1F}" destId="{AFD98139-46A6-44C9-A713-42D2B2B59A19}" srcOrd="1" destOrd="0" presId="urn:microsoft.com/office/officeart/2005/8/layout/list1"/>
    <dgm:cxn modelId="{86B9F541-6D0D-4ED8-AD07-305C85570679}" type="presParOf" srcId="{2CFB4E90-71C0-4FC3-BEE4-048E384B0EAA}" destId="{DD9778DF-D597-4E8E-BCDB-23D597C93F46}" srcOrd="5" destOrd="0" presId="urn:microsoft.com/office/officeart/2005/8/layout/list1"/>
    <dgm:cxn modelId="{6A960D9D-0964-4FFE-9210-E5954127F4A6}" type="presParOf" srcId="{2CFB4E90-71C0-4FC3-BEE4-048E384B0EAA}" destId="{69AC2405-F50A-4408-A26C-A1C7904A8F6C}" srcOrd="6" destOrd="0" presId="urn:microsoft.com/office/officeart/2005/8/layout/list1"/>
    <dgm:cxn modelId="{44304E86-2F5E-4303-B169-ADB061D26EDD}" type="presParOf" srcId="{2CFB4E90-71C0-4FC3-BEE4-048E384B0EAA}" destId="{C2A89C7C-3D13-4721-A6D8-E637C4E204DE}" srcOrd="7" destOrd="0" presId="urn:microsoft.com/office/officeart/2005/8/layout/list1"/>
    <dgm:cxn modelId="{BE04AC50-6A9F-4EA6-980A-E405D2585A82}" type="presParOf" srcId="{2CFB4E90-71C0-4FC3-BEE4-048E384B0EAA}" destId="{999B2EBC-DC9A-42ED-84EE-EE6F78294E9D}" srcOrd="8" destOrd="0" presId="urn:microsoft.com/office/officeart/2005/8/layout/list1"/>
    <dgm:cxn modelId="{6A3C2AFF-C00E-4340-9149-30A6B7F8D221}" type="presParOf" srcId="{999B2EBC-DC9A-42ED-84EE-EE6F78294E9D}" destId="{60650927-EBDB-4CFA-9C47-C315954C5452}" srcOrd="0" destOrd="0" presId="urn:microsoft.com/office/officeart/2005/8/layout/list1"/>
    <dgm:cxn modelId="{F0EB66D1-94CD-4D76-87AB-E28BB0DD0EB4}" type="presParOf" srcId="{999B2EBC-DC9A-42ED-84EE-EE6F78294E9D}" destId="{B372F837-407E-4214-933E-AA33F3DE08EC}" srcOrd="1" destOrd="0" presId="urn:microsoft.com/office/officeart/2005/8/layout/list1"/>
    <dgm:cxn modelId="{6C2A875F-E0BD-40A2-94A1-95235FAAEEA3}" type="presParOf" srcId="{2CFB4E90-71C0-4FC3-BEE4-048E384B0EAA}" destId="{FFDDF2A6-098B-440B-96F5-2FCF0A1F9ACB}" srcOrd="9" destOrd="0" presId="urn:microsoft.com/office/officeart/2005/8/layout/list1"/>
    <dgm:cxn modelId="{688A540F-3039-4793-87DD-D0566A155DC1}" type="presParOf" srcId="{2CFB4E90-71C0-4FC3-BEE4-048E384B0EAA}" destId="{D38AB6F1-D811-4F10-9FB9-9887A074AADD}" srcOrd="10" destOrd="0" presId="urn:microsoft.com/office/officeart/2005/8/layout/list1"/>
    <dgm:cxn modelId="{95B9DD71-57CF-4FDF-8BAE-FB3B2EEAC9E1}" type="presParOf" srcId="{2CFB4E90-71C0-4FC3-BEE4-048E384B0EAA}" destId="{89BB3D01-8569-4C7F-99F5-9C7777F37DB4}" srcOrd="11" destOrd="0" presId="urn:microsoft.com/office/officeart/2005/8/layout/list1"/>
    <dgm:cxn modelId="{656F1918-0AEE-4483-9C8B-BA78C0C7B2F7}" type="presParOf" srcId="{2CFB4E90-71C0-4FC3-BEE4-048E384B0EAA}" destId="{30C716D0-B463-40A4-9EB2-D3623C95BAD6}" srcOrd="12" destOrd="0" presId="urn:microsoft.com/office/officeart/2005/8/layout/list1"/>
    <dgm:cxn modelId="{D4332E8C-43B5-4408-B935-5E8E05A0525A}" type="presParOf" srcId="{30C716D0-B463-40A4-9EB2-D3623C95BAD6}" destId="{28763F7A-B53D-427C-8C07-A8C186B6D27C}" srcOrd="0" destOrd="0" presId="urn:microsoft.com/office/officeart/2005/8/layout/list1"/>
    <dgm:cxn modelId="{17315CAD-7F61-4F53-A327-D4858C0A645B}" type="presParOf" srcId="{30C716D0-B463-40A4-9EB2-D3623C95BAD6}" destId="{C45C9B97-4670-4D6B-A670-0D3B846FC041}" srcOrd="1" destOrd="0" presId="urn:microsoft.com/office/officeart/2005/8/layout/list1"/>
    <dgm:cxn modelId="{F4066459-8874-4243-A46B-CFFACBB27E5C}" type="presParOf" srcId="{2CFB4E90-71C0-4FC3-BEE4-048E384B0EAA}" destId="{62BDEECA-DB35-480F-8ABC-CE36B51067FA}" srcOrd="13" destOrd="0" presId="urn:microsoft.com/office/officeart/2005/8/layout/list1"/>
    <dgm:cxn modelId="{F93B7B27-F540-4A8F-80AB-85A849E4EACA}" type="presParOf" srcId="{2CFB4E90-71C0-4FC3-BEE4-048E384B0EAA}" destId="{4B000A7A-D9C4-492F-82B3-8A53D29D79FE}" srcOrd="14" destOrd="0" presId="urn:microsoft.com/office/officeart/2005/8/layout/list1"/>
    <dgm:cxn modelId="{F772691B-ED25-4DF9-9A60-FAED165A5EE3}" type="presParOf" srcId="{2CFB4E90-71C0-4FC3-BEE4-048E384B0EAA}" destId="{478C8F10-F89D-4F05-8F6B-E7D92C21FEC1}" srcOrd="15" destOrd="0" presId="urn:microsoft.com/office/officeart/2005/8/layout/list1"/>
    <dgm:cxn modelId="{574F3471-A0DD-46A0-B337-3C59666E79F4}" type="presParOf" srcId="{2CFB4E90-71C0-4FC3-BEE4-048E384B0EAA}" destId="{FCA9243F-F014-4CFD-83D1-E77E712321D1}" srcOrd="16" destOrd="0" presId="urn:microsoft.com/office/officeart/2005/8/layout/list1"/>
    <dgm:cxn modelId="{5E5966E0-8E97-468E-BB4B-A4C5C0BED03E}" type="presParOf" srcId="{FCA9243F-F014-4CFD-83D1-E77E712321D1}" destId="{3C63383C-CF14-4DD4-8107-9EC585AB064E}" srcOrd="0" destOrd="0" presId="urn:microsoft.com/office/officeart/2005/8/layout/list1"/>
    <dgm:cxn modelId="{C714328D-2397-46FC-9144-606099B52FFC}" type="presParOf" srcId="{FCA9243F-F014-4CFD-83D1-E77E712321D1}" destId="{E64C47D4-A154-478B-A26B-CAA6A44D4B8E}" srcOrd="1" destOrd="0" presId="urn:microsoft.com/office/officeart/2005/8/layout/list1"/>
    <dgm:cxn modelId="{E6244FCF-1232-424D-BC35-448513028162}" type="presParOf" srcId="{2CFB4E90-71C0-4FC3-BEE4-048E384B0EAA}" destId="{031C090C-D87C-406D-A3D2-81F030D5CE9B}" srcOrd="17" destOrd="0" presId="urn:microsoft.com/office/officeart/2005/8/layout/list1"/>
    <dgm:cxn modelId="{77EB0C6F-50D4-4C7F-BD08-2122109247B6}" type="presParOf" srcId="{2CFB4E90-71C0-4FC3-BEE4-048E384B0EAA}" destId="{24F84F5B-E473-48D2-B5AD-80D6EB0D79A6}" srcOrd="18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1.xml><?xml version="1.0" encoding="utf-8"?>
<dgm:dataModel xmlns:dgm="http://schemas.openxmlformats.org/drawingml/2006/diagram" xmlns:a="http://schemas.openxmlformats.org/drawingml/2006/main">
  <dgm:ptLst>
    <dgm:pt modelId="{FEC91BBB-E6DA-4000-837F-BB0BCA8E30AE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BC45862B-6898-46FC-9197-E90A1660EE7C}">
      <dgm:prSet/>
      <dgm:spPr/>
      <dgm:t>
        <a:bodyPr/>
        <a:lstStyle/>
        <a:p>
          <a:r>
            <a:rPr lang="tr-TR" dirty="0"/>
            <a:t>How </a:t>
          </a:r>
          <a:r>
            <a:rPr lang="tr-TR" dirty="0" err="1"/>
            <a:t>to</a:t>
          </a:r>
          <a:r>
            <a:rPr lang="tr-TR" dirty="0"/>
            <a:t> </a:t>
          </a:r>
          <a:r>
            <a:rPr lang="tr-TR" dirty="0" err="1"/>
            <a:t>begin</a:t>
          </a:r>
          <a:endParaRPr lang="en-US" dirty="0"/>
        </a:p>
      </dgm:t>
    </dgm:pt>
    <dgm:pt modelId="{2DA3F185-0EB6-4351-8595-131CADA43F4B}" type="parTrans" cxnId="{580B3838-5435-4E0B-8C36-912493FB1DF4}">
      <dgm:prSet/>
      <dgm:spPr/>
      <dgm:t>
        <a:bodyPr/>
        <a:lstStyle/>
        <a:p>
          <a:endParaRPr lang="en-US"/>
        </a:p>
      </dgm:t>
    </dgm:pt>
    <dgm:pt modelId="{C7626C6E-C86D-4E3B-A14E-CA446FD81AFE}" type="sibTrans" cxnId="{580B3838-5435-4E0B-8C36-912493FB1DF4}">
      <dgm:prSet/>
      <dgm:spPr/>
      <dgm:t>
        <a:bodyPr/>
        <a:lstStyle/>
        <a:p>
          <a:endParaRPr lang="en-US"/>
        </a:p>
      </dgm:t>
    </dgm:pt>
    <dgm:pt modelId="{D40A0AB1-DA44-4180-9DE8-B0E26518B247}">
      <dgm:prSet/>
      <dgm:spPr/>
      <dgm:t>
        <a:bodyPr/>
        <a:lstStyle/>
        <a:p>
          <a:r>
            <a:rPr lang="en-US" dirty="0"/>
            <a:t>The goal is </a:t>
          </a:r>
        </a:p>
      </dgm:t>
    </dgm:pt>
    <dgm:pt modelId="{25F3BF1C-3518-4E69-B2A8-EC5D7E50AB5C}" type="parTrans" cxnId="{A48BFACB-E29F-4E66-AC34-4079971B9EA3}">
      <dgm:prSet/>
      <dgm:spPr/>
      <dgm:t>
        <a:bodyPr/>
        <a:lstStyle/>
        <a:p>
          <a:endParaRPr lang="en-US"/>
        </a:p>
      </dgm:t>
    </dgm:pt>
    <dgm:pt modelId="{AB5FBA58-5D89-4FD3-A3E5-C5A01AD4AD66}" type="sibTrans" cxnId="{A48BFACB-E29F-4E66-AC34-4079971B9EA3}">
      <dgm:prSet/>
      <dgm:spPr/>
      <dgm:t>
        <a:bodyPr/>
        <a:lstStyle/>
        <a:p>
          <a:endParaRPr lang="en-US"/>
        </a:p>
      </dgm:t>
    </dgm:pt>
    <dgm:pt modelId="{A0613E2F-A996-4ECF-B603-01D11045A2EB}">
      <dgm:prSet/>
      <dgm:spPr/>
      <dgm:t>
        <a:bodyPr/>
        <a:lstStyle/>
        <a:p>
          <a:r>
            <a:rPr lang="en-US" dirty="0"/>
            <a:t>to find a value for the nonce </a:t>
          </a:r>
        </a:p>
      </dgm:t>
    </dgm:pt>
    <dgm:pt modelId="{A2809D6E-3FD5-404F-A290-F0F3C65079F2}" type="parTrans" cxnId="{B0890EC3-0644-40C4-AD8C-8A00D19824D8}">
      <dgm:prSet/>
      <dgm:spPr/>
      <dgm:t>
        <a:bodyPr/>
        <a:lstStyle/>
        <a:p>
          <a:endParaRPr lang="en-US"/>
        </a:p>
      </dgm:t>
    </dgm:pt>
    <dgm:pt modelId="{87AFC46C-FE20-49DA-B847-3105045024B1}" type="sibTrans" cxnId="{B0890EC3-0644-40C4-AD8C-8A00D19824D8}">
      <dgm:prSet/>
      <dgm:spPr/>
      <dgm:t>
        <a:bodyPr/>
        <a:lstStyle/>
        <a:p>
          <a:endParaRPr lang="en-US"/>
        </a:p>
      </dgm:t>
    </dgm:pt>
    <dgm:pt modelId="{8A940C29-492B-43D5-8603-1D16EC305B41}">
      <dgm:prSet/>
      <dgm:spPr/>
      <dgm:t>
        <a:bodyPr/>
        <a:lstStyle/>
        <a:p>
          <a:r>
            <a:rPr lang="en-US" dirty="0"/>
            <a:t>results in a block</a:t>
          </a:r>
          <a:r>
            <a:rPr lang="tr-TR" dirty="0"/>
            <a:t> </a:t>
          </a:r>
          <a:r>
            <a:rPr lang="en-US" dirty="0"/>
            <a:t>header hash</a:t>
          </a:r>
        </a:p>
      </dgm:t>
    </dgm:pt>
    <dgm:pt modelId="{A088400D-BE93-4B75-913E-A760D7F9DAEE}" type="parTrans" cxnId="{473DF045-E5D3-4704-8AA3-123EA79778C8}">
      <dgm:prSet/>
      <dgm:spPr/>
      <dgm:t>
        <a:bodyPr/>
        <a:lstStyle/>
        <a:p>
          <a:endParaRPr lang="en-US"/>
        </a:p>
      </dgm:t>
    </dgm:pt>
    <dgm:pt modelId="{3B4ADE49-1016-4E72-932C-64C413A61CB5}" type="sibTrans" cxnId="{473DF045-E5D3-4704-8AA3-123EA79778C8}">
      <dgm:prSet/>
      <dgm:spPr/>
      <dgm:t>
        <a:bodyPr/>
        <a:lstStyle/>
        <a:p>
          <a:endParaRPr lang="en-US"/>
        </a:p>
      </dgm:t>
    </dgm:pt>
    <dgm:pt modelId="{D4C7B8FC-7AA0-418A-8FBB-7A8FE2528207}">
      <dgm:prSet/>
      <dgm:spPr/>
      <dgm:t>
        <a:bodyPr/>
        <a:lstStyle/>
        <a:p>
          <a:r>
            <a:rPr lang="tr-TR" dirty="0" err="1"/>
            <a:t>Mining</a:t>
          </a:r>
          <a:r>
            <a:rPr lang="tr-TR" dirty="0"/>
            <a:t> </a:t>
          </a:r>
          <a:r>
            <a:rPr lang="tr-TR" dirty="0" err="1"/>
            <a:t>Algorithm</a:t>
          </a:r>
          <a:endParaRPr lang="en-US" dirty="0"/>
        </a:p>
      </dgm:t>
    </dgm:pt>
    <dgm:pt modelId="{6F89A8EF-802E-469E-B892-6AB49FCB6639}" type="parTrans" cxnId="{210BF728-91BE-415D-B1C8-62798FC05354}">
      <dgm:prSet/>
      <dgm:spPr/>
      <dgm:t>
        <a:bodyPr/>
        <a:lstStyle/>
        <a:p>
          <a:endParaRPr lang="en-US"/>
        </a:p>
      </dgm:t>
    </dgm:pt>
    <dgm:pt modelId="{AF1C12BC-17A1-45C9-A039-7C4F82D3D086}" type="sibTrans" cxnId="{210BF728-91BE-415D-B1C8-62798FC05354}">
      <dgm:prSet/>
      <dgm:spPr/>
      <dgm:t>
        <a:bodyPr/>
        <a:lstStyle/>
        <a:p>
          <a:endParaRPr lang="en-US"/>
        </a:p>
      </dgm:t>
    </dgm:pt>
    <dgm:pt modelId="{58890BFF-F4BC-4DF1-91FB-E844419E2175}">
      <dgm:prSet/>
      <dgm:spPr/>
      <dgm:t>
        <a:bodyPr/>
        <a:lstStyle/>
        <a:p>
          <a:r>
            <a:rPr lang="en-US" dirty="0"/>
            <a:t>SHA256( SHA256( </a:t>
          </a:r>
          <a:r>
            <a:rPr lang="en-US" dirty="0" err="1"/>
            <a:t>block_header</a:t>
          </a:r>
          <a:r>
            <a:rPr lang="en-US" dirty="0"/>
            <a:t> ) )</a:t>
          </a:r>
        </a:p>
      </dgm:t>
    </dgm:pt>
    <dgm:pt modelId="{160FC6B8-0076-445D-986A-53D879A73625}" type="parTrans" cxnId="{4807C8BD-FECD-48B6-BA18-7FA544DE91ED}">
      <dgm:prSet/>
      <dgm:spPr/>
      <dgm:t>
        <a:bodyPr/>
        <a:lstStyle/>
        <a:p>
          <a:endParaRPr lang="en-US"/>
        </a:p>
      </dgm:t>
    </dgm:pt>
    <dgm:pt modelId="{6A8B58A9-122D-4D7E-9368-5E28B60EF4E4}" type="sibTrans" cxnId="{4807C8BD-FECD-48B6-BA18-7FA544DE91ED}">
      <dgm:prSet/>
      <dgm:spPr/>
      <dgm:t>
        <a:bodyPr/>
        <a:lstStyle/>
        <a:p>
          <a:endParaRPr lang="en-US"/>
        </a:p>
      </dgm:t>
    </dgm:pt>
    <dgm:pt modelId="{B6B314B5-FAF0-4511-B2D0-BCFA136D15DC}">
      <dgm:prSet/>
      <dgm:spPr/>
      <dgm:t>
        <a:bodyPr/>
        <a:lstStyle/>
        <a:p>
          <a:r>
            <a:rPr lang="tr-TR" dirty="0" err="1"/>
            <a:t>Double</a:t>
          </a:r>
          <a:r>
            <a:rPr lang="tr-TR" dirty="0"/>
            <a:t> </a:t>
          </a:r>
          <a:r>
            <a:rPr lang="tr-TR" dirty="0" err="1"/>
            <a:t>hashing</a:t>
          </a:r>
          <a:r>
            <a:rPr lang="tr-TR" dirty="0"/>
            <a:t> of </a:t>
          </a:r>
          <a:r>
            <a:rPr lang="tr-TR" dirty="0" err="1"/>
            <a:t>header</a:t>
          </a:r>
          <a:endParaRPr lang="en-US" dirty="0"/>
        </a:p>
      </dgm:t>
    </dgm:pt>
    <dgm:pt modelId="{C454E631-EA1F-4146-8BEA-EA0EE274AD7A}" type="parTrans" cxnId="{A71DC645-4735-4CD4-914B-117C32A2D9BB}">
      <dgm:prSet/>
      <dgm:spPr/>
      <dgm:t>
        <a:bodyPr/>
        <a:lstStyle/>
        <a:p>
          <a:endParaRPr lang="en-US"/>
        </a:p>
      </dgm:t>
    </dgm:pt>
    <dgm:pt modelId="{A75E35F9-E3D0-472F-A983-B9A2724F1FE0}" type="sibTrans" cxnId="{A71DC645-4735-4CD4-914B-117C32A2D9BB}">
      <dgm:prSet/>
      <dgm:spPr/>
      <dgm:t>
        <a:bodyPr/>
        <a:lstStyle/>
        <a:p>
          <a:endParaRPr lang="en-US"/>
        </a:p>
      </dgm:t>
    </dgm:pt>
    <dgm:pt modelId="{56E259B2-9D7B-4BE6-927A-06914CFD5511}">
      <dgm:prSet/>
      <dgm:spPr/>
      <dgm:t>
        <a:bodyPr/>
        <a:lstStyle/>
        <a:p>
          <a:r>
            <a:rPr lang="en-US" dirty="0"/>
            <a:t>the block header is now complete</a:t>
          </a:r>
        </a:p>
      </dgm:t>
    </dgm:pt>
    <dgm:pt modelId="{5F98B3F7-90D4-4AE2-A700-C34E1A60944D}" type="parTrans" cxnId="{5734E7CA-1676-4651-8460-C5240B8B5832}">
      <dgm:prSet/>
      <dgm:spPr/>
      <dgm:t>
        <a:bodyPr/>
        <a:lstStyle/>
        <a:p>
          <a:endParaRPr lang="en-US"/>
        </a:p>
      </dgm:t>
    </dgm:pt>
    <dgm:pt modelId="{81BD366F-6E04-42D3-A286-D143EC47B9F4}" type="sibTrans" cxnId="{5734E7CA-1676-4651-8460-C5240B8B5832}">
      <dgm:prSet/>
      <dgm:spPr/>
      <dgm:t>
        <a:bodyPr/>
        <a:lstStyle/>
        <a:p>
          <a:endParaRPr lang="en-US"/>
        </a:p>
      </dgm:t>
    </dgm:pt>
    <dgm:pt modelId="{6E03FE8E-95FC-48BB-87A2-170AFA1F92F6}">
      <dgm:prSet/>
      <dgm:spPr/>
      <dgm:t>
        <a:bodyPr/>
        <a:lstStyle/>
        <a:p>
          <a:r>
            <a:rPr lang="en-US"/>
            <a:t>With </a:t>
          </a:r>
          <a:r>
            <a:rPr lang="en-US" dirty="0"/>
            <a:t>all the fields filled </a:t>
          </a:r>
        </a:p>
      </dgm:t>
    </dgm:pt>
    <dgm:pt modelId="{01AC7919-DDBB-4DE3-BCCE-80A2D8E6BB16}" type="parTrans" cxnId="{15DAA4D0-CF3F-4F68-AAD3-25378885ADCE}">
      <dgm:prSet/>
      <dgm:spPr/>
      <dgm:t>
        <a:bodyPr/>
        <a:lstStyle/>
        <a:p>
          <a:endParaRPr lang="en-US"/>
        </a:p>
      </dgm:t>
    </dgm:pt>
    <dgm:pt modelId="{30709E9D-1F8F-4AC0-8019-5666E886C770}" type="sibTrans" cxnId="{15DAA4D0-CF3F-4F68-AAD3-25378885ADCE}">
      <dgm:prSet/>
      <dgm:spPr/>
      <dgm:t>
        <a:bodyPr/>
        <a:lstStyle/>
        <a:p>
          <a:endParaRPr lang="en-US"/>
        </a:p>
      </dgm:t>
    </dgm:pt>
    <dgm:pt modelId="{BABA3D44-D038-4E0D-B235-E5EC9099FEFD}">
      <dgm:prSet/>
      <dgm:spPr/>
      <dgm:t>
        <a:bodyPr/>
        <a:lstStyle/>
        <a:p>
          <a:r>
            <a:rPr lang="en-US" dirty="0"/>
            <a:t>less than the target</a:t>
          </a:r>
        </a:p>
      </dgm:t>
    </dgm:pt>
    <dgm:pt modelId="{F527C1DD-C3D1-47B2-A82D-9C630F9A27FC}" type="parTrans" cxnId="{86B6FA91-61E8-4850-B18F-922602CD231D}">
      <dgm:prSet/>
      <dgm:spPr/>
      <dgm:t>
        <a:bodyPr/>
        <a:lstStyle/>
        <a:p>
          <a:endParaRPr lang="en-US"/>
        </a:p>
      </dgm:t>
    </dgm:pt>
    <dgm:pt modelId="{8B14C166-1BF2-49B0-809F-8D0F24667FA6}" type="sibTrans" cxnId="{86B6FA91-61E8-4850-B18F-922602CD231D}">
      <dgm:prSet/>
      <dgm:spPr/>
      <dgm:t>
        <a:bodyPr/>
        <a:lstStyle/>
        <a:p>
          <a:endParaRPr lang="en-US"/>
        </a:p>
      </dgm:t>
    </dgm:pt>
    <dgm:pt modelId="{C3B368F5-7642-4404-9478-E9146AD7C0FC}" type="pres">
      <dgm:prSet presAssocID="{FEC91BBB-E6DA-4000-837F-BB0BCA8E30AE}" presName="linear" presStyleCnt="0">
        <dgm:presLayoutVars>
          <dgm:dir/>
          <dgm:animLvl val="lvl"/>
          <dgm:resizeHandles val="exact"/>
        </dgm:presLayoutVars>
      </dgm:prSet>
      <dgm:spPr/>
    </dgm:pt>
    <dgm:pt modelId="{78587EF2-4BEE-4E94-9B9E-FAD1EC47887C}" type="pres">
      <dgm:prSet presAssocID="{BC45862B-6898-46FC-9197-E90A1660EE7C}" presName="parentLin" presStyleCnt="0"/>
      <dgm:spPr/>
    </dgm:pt>
    <dgm:pt modelId="{DE884459-5E26-4293-BC5F-02B7B0C434E5}" type="pres">
      <dgm:prSet presAssocID="{BC45862B-6898-46FC-9197-E90A1660EE7C}" presName="parentLeftMargin" presStyleLbl="node1" presStyleIdx="0" presStyleCnt="3"/>
      <dgm:spPr/>
    </dgm:pt>
    <dgm:pt modelId="{46506DF9-697F-4B2B-AD14-C1A1D63339CC}" type="pres">
      <dgm:prSet presAssocID="{BC45862B-6898-46FC-9197-E90A1660EE7C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C50683EC-893A-4CB4-861C-D41D37230B00}" type="pres">
      <dgm:prSet presAssocID="{BC45862B-6898-46FC-9197-E90A1660EE7C}" presName="negativeSpace" presStyleCnt="0"/>
      <dgm:spPr/>
    </dgm:pt>
    <dgm:pt modelId="{BB23A80E-D800-47B6-BF6C-8BE7027F2FA9}" type="pres">
      <dgm:prSet presAssocID="{BC45862B-6898-46FC-9197-E90A1660EE7C}" presName="childText" presStyleLbl="conFgAcc1" presStyleIdx="0" presStyleCnt="3">
        <dgm:presLayoutVars>
          <dgm:bulletEnabled val="1"/>
        </dgm:presLayoutVars>
      </dgm:prSet>
      <dgm:spPr/>
    </dgm:pt>
    <dgm:pt modelId="{0576DC2D-8658-4554-B87F-E6BD18A73DA4}" type="pres">
      <dgm:prSet presAssocID="{C7626C6E-C86D-4E3B-A14E-CA446FD81AFE}" presName="spaceBetweenRectangles" presStyleCnt="0"/>
      <dgm:spPr/>
    </dgm:pt>
    <dgm:pt modelId="{E8E5ACC9-F3D3-40D9-9DEF-C87AC6D8F20C}" type="pres">
      <dgm:prSet presAssocID="{D40A0AB1-DA44-4180-9DE8-B0E26518B247}" presName="parentLin" presStyleCnt="0"/>
      <dgm:spPr/>
    </dgm:pt>
    <dgm:pt modelId="{697280BB-4E54-4F87-8D69-6CF6070CB9B9}" type="pres">
      <dgm:prSet presAssocID="{D40A0AB1-DA44-4180-9DE8-B0E26518B247}" presName="parentLeftMargin" presStyleLbl="node1" presStyleIdx="0" presStyleCnt="3"/>
      <dgm:spPr/>
    </dgm:pt>
    <dgm:pt modelId="{2989C590-79D6-40F4-92ED-F7D9741D80D7}" type="pres">
      <dgm:prSet presAssocID="{D40A0AB1-DA44-4180-9DE8-B0E26518B247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D5506237-9ACE-4AEA-BBCE-2B691ECA28F4}" type="pres">
      <dgm:prSet presAssocID="{D40A0AB1-DA44-4180-9DE8-B0E26518B247}" presName="negativeSpace" presStyleCnt="0"/>
      <dgm:spPr/>
    </dgm:pt>
    <dgm:pt modelId="{1B90A727-888B-4C8F-9630-8990F7B5B7BB}" type="pres">
      <dgm:prSet presAssocID="{D40A0AB1-DA44-4180-9DE8-B0E26518B247}" presName="childText" presStyleLbl="conFgAcc1" presStyleIdx="1" presStyleCnt="3">
        <dgm:presLayoutVars>
          <dgm:bulletEnabled val="1"/>
        </dgm:presLayoutVars>
      </dgm:prSet>
      <dgm:spPr/>
    </dgm:pt>
    <dgm:pt modelId="{08951E12-625C-4DA5-BE46-B5E40D130A5C}" type="pres">
      <dgm:prSet presAssocID="{AB5FBA58-5D89-4FD3-A3E5-C5A01AD4AD66}" presName="spaceBetweenRectangles" presStyleCnt="0"/>
      <dgm:spPr/>
    </dgm:pt>
    <dgm:pt modelId="{56286B2B-114A-470C-8C52-88E494BC23FF}" type="pres">
      <dgm:prSet presAssocID="{D4C7B8FC-7AA0-418A-8FBB-7A8FE2528207}" presName="parentLin" presStyleCnt="0"/>
      <dgm:spPr/>
    </dgm:pt>
    <dgm:pt modelId="{C6703EE4-2489-43BF-B053-860C4AAAD85E}" type="pres">
      <dgm:prSet presAssocID="{D4C7B8FC-7AA0-418A-8FBB-7A8FE2528207}" presName="parentLeftMargin" presStyleLbl="node1" presStyleIdx="1" presStyleCnt="3"/>
      <dgm:spPr/>
    </dgm:pt>
    <dgm:pt modelId="{5F2A1165-D476-40E9-B0B3-E759D0FB6573}" type="pres">
      <dgm:prSet presAssocID="{D4C7B8FC-7AA0-418A-8FBB-7A8FE2528207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61B74766-F5D2-4566-9A8F-33CA61BBB961}" type="pres">
      <dgm:prSet presAssocID="{D4C7B8FC-7AA0-418A-8FBB-7A8FE2528207}" presName="negativeSpace" presStyleCnt="0"/>
      <dgm:spPr/>
    </dgm:pt>
    <dgm:pt modelId="{E34D4930-2430-480A-B7B4-6A4EB2B75B8D}" type="pres">
      <dgm:prSet presAssocID="{D4C7B8FC-7AA0-418A-8FBB-7A8FE2528207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8B850A06-E85B-4E48-8417-392DE1480148}" type="presOf" srcId="{D40A0AB1-DA44-4180-9DE8-B0E26518B247}" destId="{2989C590-79D6-40F4-92ED-F7D9741D80D7}" srcOrd="1" destOrd="0" presId="urn:microsoft.com/office/officeart/2005/8/layout/list1"/>
    <dgm:cxn modelId="{210BF728-91BE-415D-B1C8-62798FC05354}" srcId="{FEC91BBB-E6DA-4000-837F-BB0BCA8E30AE}" destId="{D4C7B8FC-7AA0-418A-8FBB-7A8FE2528207}" srcOrd="2" destOrd="0" parTransId="{6F89A8EF-802E-469E-B892-6AB49FCB6639}" sibTransId="{AF1C12BC-17A1-45C9-A039-7C4F82D3D086}"/>
    <dgm:cxn modelId="{580B3838-5435-4E0B-8C36-912493FB1DF4}" srcId="{FEC91BBB-E6DA-4000-837F-BB0BCA8E30AE}" destId="{BC45862B-6898-46FC-9197-E90A1660EE7C}" srcOrd="0" destOrd="0" parTransId="{2DA3F185-0EB6-4351-8595-131CADA43F4B}" sibTransId="{C7626C6E-C86D-4E3B-A14E-CA446FD81AFE}"/>
    <dgm:cxn modelId="{3C082E5D-6FF8-4356-8F2E-B288BEFA4938}" type="presOf" srcId="{56E259B2-9D7B-4BE6-927A-06914CFD5511}" destId="{BB23A80E-D800-47B6-BF6C-8BE7027F2FA9}" srcOrd="0" destOrd="0" presId="urn:microsoft.com/office/officeart/2005/8/layout/list1"/>
    <dgm:cxn modelId="{83C1DF41-81AC-449E-89D7-38A324A4C832}" type="presOf" srcId="{58890BFF-F4BC-4DF1-91FB-E844419E2175}" destId="{E34D4930-2430-480A-B7B4-6A4EB2B75B8D}" srcOrd="0" destOrd="1" presId="urn:microsoft.com/office/officeart/2005/8/layout/list1"/>
    <dgm:cxn modelId="{BBEC3F44-5166-4EB6-93F2-066FD720F4C6}" type="presOf" srcId="{BC45862B-6898-46FC-9197-E90A1660EE7C}" destId="{46506DF9-697F-4B2B-AD14-C1A1D63339CC}" srcOrd="1" destOrd="0" presId="urn:microsoft.com/office/officeart/2005/8/layout/list1"/>
    <dgm:cxn modelId="{A71DC645-4735-4CD4-914B-117C32A2D9BB}" srcId="{D4C7B8FC-7AA0-418A-8FBB-7A8FE2528207}" destId="{B6B314B5-FAF0-4511-B2D0-BCFA136D15DC}" srcOrd="0" destOrd="0" parTransId="{C454E631-EA1F-4146-8BEA-EA0EE274AD7A}" sibTransId="{A75E35F9-E3D0-472F-A983-B9A2724F1FE0}"/>
    <dgm:cxn modelId="{473DF045-E5D3-4704-8AA3-123EA79778C8}" srcId="{A0613E2F-A996-4ECF-B603-01D11045A2EB}" destId="{8A940C29-492B-43D5-8603-1D16EC305B41}" srcOrd="0" destOrd="0" parTransId="{A088400D-BE93-4B75-913E-A760D7F9DAEE}" sibTransId="{3B4ADE49-1016-4E72-932C-64C413A61CB5}"/>
    <dgm:cxn modelId="{EB2BFE46-2BE4-4163-942E-53E6F1A1B96F}" type="presOf" srcId="{B6B314B5-FAF0-4511-B2D0-BCFA136D15DC}" destId="{E34D4930-2430-480A-B7B4-6A4EB2B75B8D}" srcOrd="0" destOrd="0" presId="urn:microsoft.com/office/officeart/2005/8/layout/list1"/>
    <dgm:cxn modelId="{76174A6D-87B5-45ED-83EC-4F5BFDD0457C}" type="presOf" srcId="{A0613E2F-A996-4ECF-B603-01D11045A2EB}" destId="{1B90A727-888B-4C8F-9630-8990F7B5B7BB}" srcOrd="0" destOrd="0" presId="urn:microsoft.com/office/officeart/2005/8/layout/list1"/>
    <dgm:cxn modelId="{8F91C27E-7A28-4FB7-A422-45BA2F75D792}" type="presOf" srcId="{D4C7B8FC-7AA0-418A-8FBB-7A8FE2528207}" destId="{C6703EE4-2489-43BF-B053-860C4AAAD85E}" srcOrd="0" destOrd="0" presId="urn:microsoft.com/office/officeart/2005/8/layout/list1"/>
    <dgm:cxn modelId="{8C6BF67E-DDB6-4DCD-9AF7-869A098D2AD6}" type="presOf" srcId="{BABA3D44-D038-4E0D-B235-E5EC9099FEFD}" destId="{1B90A727-888B-4C8F-9630-8990F7B5B7BB}" srcOrd="0" destOrd="2" presId="urn:microsoft.com/office/officeart/2005/8/layout/list1"/>
    <dgm:cxn modelId="{343F508B-7B59-4D7A-9920-A7960F23A360}" type="presOf" srcId="{FEC91BBB-E6DA-4000-837F-BB0BCA8E30AE}" destId="{C3B368F5-7642-4404-9478-E9146AD7C0FC}" srcOrd="0" destOrd="0" presId="urn:microsoft.com/office/officeart/2005/8/layout/list1"/>
    <dgm:cxn modelId="{86B6FA91-61E8-4850-B18F-922602CD231D}" srcId="{A0613E2F-A996-4ECF-B603-01D11045A2EB}" destId="{BABA3D44-D038-4E0D-B235-E5EC9099FEFD}" srcOrd="1" destOrd="0" parTransId="{F527C1DD-C3D1-47B2-A82D-9C630F9A27FC}" sibTransId="{8B14C166-1BF2-49B0-809F-8D0F24667FA6}"/>
    <dgm:cxn modelId="{58D481B1-4047-4FF9-91B7-8E7C7B2BE118}" type="presOf" srcId="{D4C7B8FC-7AA0-418A-8FBB-7A8FE2528207}" destId="{5F2A1165-D476-40E9-B0B3-E759D0FB6573}" srcOrd="1" destOrd="0" presId="urn:microsoft.com/office/officeart/2005/8/layout/list1"/>
    <dgm:cxn modelId="{4807C8BD-FECD-48B6-BA18-7FA544DE91ED}" srcId="{D4C7B8FC-7AA0-418A-8FBB-7A8FE2528207}" destId="{58890BFF-F4BC-4DF1-91FB-E844419E2175}" srcOrd="1" destOrd="0" parTransId="{160FC6B8-0076-445D-986A-53D879A73625}" sibTransId="{6A8B58A9-122D-4D7E-9368-5E28B60EF4E4}"/>
    <dgm:cxn modelId="{B0890EC3-0644-40C4-AD8C-8A00D19824D8}" srcId="{D40A0AB1-DA44-4180-9DE8-B0E26518B247}" destId="{A0613E2F-A996-4ECF-B603-01D11045A2EB}" srcOrd="0" destOrd="0" parTransId="{A2809D6E-3FD5-404F-A290-F0F3C65079F2}" sibTransId="{87AFC46C-FE20-49DA-B847-3105045024B1}"/>
    <dgm:cxn modelId="{5734E7CA-1676-4651-8460-C5240B8B5832}" srcId="{BC45862B-6898-46FC-9197-E90A1660EE7C}" destId="{56E259B2-9D7B-4BE6-927A-06914CFD5511}" srcOrd="0" destOrd="0" parTransId="{5F98B3F7-90D4-4AE2-A700-C34E1A60944D}" sibTransId="{81BD366F-6E04-42D3-A286-D143EC47B9F4}"/>
    <dgm:cxn modelId="{A48BFACB-E29F-4E66-AC34-4079971B9EA3}" srcId="{FEC91BBB-E6DA-4000-837F-BB0BCA8E30AE}" destId="{D40A0AB1-DA44-4180-9DE8-B0E26518B247}" srcOrd="1" destOrd="0" parTransId="{25F3BF1C-3518-4E69-B2A8-EC5D7E50AB5C}" sibTransId="{AB5FBA58-5D89-4FD3-A3E5-C5A01AD4AD66}"/>
    <dgm:cxn modelId="{C10E4FD0-DFE3-4127-AF8D-4C044AF1B159}" type="presOf" srcId="{D40A0AB1-DA44-4180-9DE8-B0E26518B247}" destId="{697280BB-4E54-4F87-8D69-6CF6070CB9B9}" srcOrd="0" destOrd="0" presId="urn:microsoft.com/office/officeart/2005/8/layout/list1"/>
    <dgm:cxn modelId="{15DAA4D0-CF3F-4F68-AAD3-25378885ADCE}" srcId="{BC45862B-6898-46FC-9197-E90A1660EE7C}" destId="{6E03FE8E-95FC-48BB-87A2-170AFA1F92F6}" srcOrd="1" destOrd="0" parTransId="{01AC7919-DDBB-4DE3-BCCE-80A2D8E6BB16}" sibTransId="{30709E9D-1F8F-4AC0-8019-5666E886C770}"/>
    <dgm:cxn modelId="{A0A0C3E1-77A2-4E7C-90CF-20B8B38DA4A7}" type="presOf" srcId="{8A940C29-492B-43D5-8603-1D16EC305B41}" destId="{1B90A727-888B-4C8F-9630-8990F7B5B7BB}" srcOrd="0" destOrd="1" presId="urn:microsoft.com/office/officeart/2005/8/layout/list1"/>
    <dgm:cxn modelId="{DE59DFE8-9277-45AC-9847-761FD31CB6E2}" type="presOf" srcId="{BC45862B-6898-46FC-9197-E90A1660EE7C}" destId="{DE884459-5E26-4293-BC5F-02B7B0C434E5}" srcOrd="0" destOrd="0" presId="urn:microsoft.com/office/officeart/2005/8/layout/list1"/>
    <dgm:cxn modelId="{5000FBEA-032F-4C31-A787-E10F0697EF15}" type="presOf" srcId="{6E03FE8E-95FC-48BB-87A2-170AFA1F92F6}" destId="{BB23A80E-D800-47B6-BF6C-8BE7027F2FA9}" srcOrd="0" destOrd="1" presId="urn:microsoft.com/office/officeart/2005/8/layout/list1"/>
    <dgm:cxn modelId="{6AA2AFA8-0C67-410D-8E8B-34F5572AE419}" type="presParOf" srcId="{C3B368F5-7642-4404-9478-E9146AD7C0FC}" destId="{78587EF2-4BEE-4E94-9B9E-FAD1EC47887C}" srcOrd="0" destOrd="0" presId="urn:microsoft.com/office/officeart/2005/8/layout/list1"/>
    <dgm:cxn modelId="{757DBF33-D59C-448A-81A4-A78C7A83C776}" type="presParOf" srcId="{78587EF2-4BEE-4E94-9B9E-FAD1EC47887C}" destId="{DE884459-5E26-4293-BC5F-02B7B0C434E5}" srcOrd="0" destOrd="0" presId="urn:microsoft.com/office/officeart/2005/8/layout/list1"/>
    <dgm:cxn modelId="{AA970599-3934-4557-93C0-40B6AE463EF6}" type="presParOf" srcId="{78587EF2-4BEE-4E94-9B9E-FAD1EC47887C}" destId="{46506DF9-697F-4B2B-AD14-C1A1D63339CC}" srcOrd="1" destOrd="0" presId="urn:microsoft.com/office/officeart/2005/8/layout/list1"/>
    <dgm:cxn modelId="{492B7AED-9A97-4F6C-8E3D-6072D145A4EB}" type="presParOf" srcId="{C3B368F5-7642-4404-9478-E9146AD7C0FC}" destId="{C50683EC-893A-4CB4-861C-D41D37230B00}" srcOrd="1" destOrd="0" presId="urn:microsoft.com/office/officeart/2005/8/layout/list1"/>
    <dgm:cxn modelId="{6B392744-47BE-4716-86B9-C3EA02CCD5DE}" type="presParOf" srcId="{C3B368F5-7642-4404-9478-E9146AD7C0FC}" destId="{BB23A80E-D800-47B6-BF6C-8BE7027F2FA9}" srcOrd="2" destOrd="0" presId="urn:microsoft.com/office/officeart/2005/8/layout/list1"/>
    <dgm:cxn modelId="{BE11252E-670A-4AA5-BA7D-FF50DFBB8459}" type="presParOf" srcId="{C3B368F5-7642-4404-9478-E9146AD7C0FC}" destId="{0576DC2D-8658-4554-B87F-E6BD18A73DA4}" srcOrd="3" destOrd="0" presId="urn:microsoft.com/office/officeart/2005/8/layout/list1"/>
    <dgm:cxn modelId="{84AB8B9F-F58A-4C07-9B36-5A4E66D90559}" type="presParOf" srcId="{C3B368F5-7642-4404-9478-E9146AD7C0FC}" destId="{E8E5ACC9-F3D3-40D9-9DEF-C87AC6D8F20C}" srcOrd="4" destOrd="0" presId="urn:microsoft.com/office/officeart/2005/8/layout/list1"/>
    <dgm:cxn modelId="{D662C2D2-188A-4816-9982-48153832484B}" type="presParOf" srcId="{E8E5ACC9-F3D3-40D9-9DEF-C87AC6D8F20C}" destId="{697280BB-4E54-4F87-8D69-6CF6070CB9B9}" srcOrd="0" destOrd="0" presId="urn:microsoft.com/office/officeart/2005/8/layout/list1"/>
    <dgm:cxn modelId="{0EA6903D-1A4B-49F0-B32C-35C421315B12}" type="presParOf" srcId="{E8E5ACC9-F3D3-40D9-9DEF-C87AC6D8F20C}" destId="{2989C590-79D6-40F4-92ED-F7D9741D80D7}" srcOrd="1" destOrd="0" presId="urn:microsoft.com/office/officeart/2005/8/layout/list1"/>
    <dgm:cxn modelId="{0112A10F-F3BE-42B8-BC1B-209B2C77AE67}" type="presParOf" srcId="{C3B368F5-7642-4404-9478-E9146AD7C0FC}" destId="{D5506237-9ACE-4AEA-BBCE-2B691ECA28F4}" srcOrd="5" destOrd="0" presId="urn:microsoft.com/office/officeart/2005/8/layout/list1"/>
    <dgm:cxn modelId="{75CE8F85-A722-4063-B938-AD4432A82A53}" type="presParOf" srcId="{C3B368F5-7642-4404-9478-E9146AD7C0FC}" destId="{1B90A727-888B-4C8F-9630-8990F7B5B7BB}" srcOrd="6" destOrd="0" presId="urn:microsoft.com/office/officeart/2005/8/layout/list1"/>
    <dgm:cxn modelId="{D66A482B-A811-47B7-8333-6484919650F1}" type="presParOf" srcId="{C3B368F5-7642-4404-9478-E9146AD7C0FC}" destId="{08951E12-625C-4DA5-BE46-B5E40D130A5C}" srcOrd="7" destOrd="0" presId="urn:microsoft.com/office/officeart/2005/8/layout/list1"/>
    <dgm:cxn modelId="{51DC28BC-23C9-4CB6-8DD8-6295C7409493}" type="presParOf" srcId="{C3B368F5-7642-4404-9478-E9146AD7C0FC}" destId="{56286B2B-114A-470C-8C52-88E494BC23FF}" srcOrd="8" destOrd="0" presId="urn:microsoft.com/office/officeart/2005/8/layout/list1"/>
    <dgm:cxn modelId="{0C7FCCE3-F9EE-4528-B8B1-89CCE5CD4ED2}" type="presParOf" srcId="{56286B2B-114A-470C-8C52-88E494BC23FF}" destId="{C6703EE4-2489-43BF-B053-860C4AAAD85E}" srcOrd="0" destOrd="0" presId="urn:microsoft.com/office/officeart/2005/8/layout/list1"/>
    <dgm:cxn modelId="{D2019185-C9B9-4C06-8762-DCA53CBC5A24}" type="presParOf" srcId="{56286B2B-114A-470C-8C52-88E494BC23FF}" destId="{5F2A1165-D476-40E9-B0B3-E759D0FB6573}" srcOrd="1" destOrd="0" presId="urn:microsoft.com/office/officeart/2005/8/layout/list1"/>
    <dgm:cxn modelId="{194A0A8D-AFC3-4C00-AF98-DBC76F4514CC}" type="presParOf" srcId="{C3B368F5-7642-4404-9478-E9146AD7C0FC}" destId="{61B74766-F5D2-4566-9A8F-33CA61BBB961}" srcOrd="9" destOrd="0" presId="urn:microsoft.com/office/officeart/2005/8/layout/list1"/>
    <dgm:cxn modelId="{AB35A1B7-F42D-4B0A-BB13-5F8E19FA6186}" type="presParOf" srcId="{C3B368F5-7642-4404-9478-E9146AD7C0FC}" destId="{E34D4930-2430-480A-B7B4-6A4EB2B75B8D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2.xml><?xml version="1.0" encoding="utf-8"?>
<dgm:dataModel xmlns:dgm="http://schemas.openxmlformats.org/drawingml/2006/diagram" xmlns:a="http://schemas.openxmlformats.org/drawingml/2006/main">
  <dgm:ptLst>
    <dgm:pt modelId="{FEC91BBB-E6DA-4000-837F-BB0BCA8E30AE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C6D053DF-DBE4-4B31-9896-47C3B0313C7C}">
      <dgm:prSet/>
      <dgm:spPr/>
      <dgm:t>
        <a:bodyPr/>
        <a:lstStyle/>
        <a:p>
          <a:r>
            <a:rPr lang="tr-TR" dirty="0" err="1"/>
            <a:t>Easiest</a:t>
          </a:r>
          <a:r>
            <a:rPr lang="tr-TR" dirty="0"/>
            <a:t> </a:t>
          </a:r>
          <a:r>
            <a:rPr lang="tr-TR" dirty="0" err="1"/>
            <a:t>Target</a:t>
          </a:r>
          <a:r>
            <a:rPr lang="en-US" dirty="0"/>
            <a:t> </a:t>
          </a:r>
        </a:p>
      </dgm:t>
    </dgm:pt>
    <dgm:pt modelId="{6BAE4150-7921-4E78-BB56-D3F6D9773068}" type="parTrans" cxnId="{E14587C0-BF8D-4F45-BD6F-D019127D3993}">
      <dgm:prSet/>
      <dgm:spPr/>
      <dgm:t>
        <a:bodyPr/>
        <a:lstStyle/>
        <a:p>
          <a:endParaRPr lang="en-US"/>
        </a:p>
      </dgm:t>
    </dgm:pt>
    <dgm:pt modelId="{F483D293-1182-47CE-86BD-42E50277D74D}" type="sibTrans" cxnId="{E14587C0-BF8D-4F45-BD6F-D019127D3993}">
      <dgm:prSet/>
      <dgm:spPr/>
      <dgm:t>
        <a:bodyPr/>
        <a:lstStyle/>
        <a:p>
          <a:endParaRPr lang="en-US"/>
        </a:p>
      </dgm:t>
    </dgm:pt>
    <dgm:pt modelId="{D159E3E5-940F-44E6-8F30-47E8658BAC5B}">
      <dgm:prSet/>
      <dgm:spPr/>
      <dgm:t>
        <a:bodyPr/>
        <a:lstStyle/>
        <a:p>
          <a:r>
            <a:rPr lang="en-US"/>
            <a:t>0x00000000ffff0000000000000000000000000000000000000000000000000000</a:t>
          </a:r>
          <a:endParaRPr lang="en-US" dirty="0"/>
        </a:p>
      </dgm:t>
    </dgm:pt>
    <dgm:pt modelId="{82D75D77-E7A7-4D92-9E4B-FF05729AC9C9}" type="parTrans" cxnId="{B8CEAF6C-FF07-4B64-9AC5-E452F2B79B9C}">
      <dgm:prSet/>
      <dgm:spPr/>
      <dgm:t>
        <a:bodyPr/>
        <a:lstStyle/>
        <a:p>
          <a:endParaRPr lang="en-US"/>
        </a:p>
      </dgm:t>
    </dgm:pt>
    <dgm:pt modelId="{8F5C6CDA-98EF-45AF-9766-AA6A8FC3336C}" type="sibTrans" cxnId="{B8CEAF6C-FF07-4B64-9AC5-E452F2B79B9C}">
      <dgm:prSet/>
      <dgm:spPr/>
      <dgm:t>
        <a:bodyPr/>
        <a:lstStyle/>
        <a:p>
          <a:endParaRPr lang="en-US"/>
        </a:p>
      </dgm:t>
    </dgm:pt>
    <dgm:pt modelId="{C67BA4CF-287F-4665-997A-3FFED1CDBCF0}">
      <dgm:prSet/>
      <dgm:spPr/>
      <dgm:t>
        <a:bodyPr/>
        <a:lstStyle/>
        <a:p>
          <a:r>
            <a:rPr lang="tr-TR" dirty="0"/>
            <a:t>a </a:t>
          </a:r>
          <a:r>
            <a:rPr lang="tr-TR" dirty="0" err="1"/>
            <a:t>solution</a:t>
          </a:r>
          <a:r>
            <a:rPr lang="tr-TR" dirty="0"/>
            <a:t> </a:t>
          </a:r>
          <a:r>
            <a:rPr lang="en-US" dirty="0"/>
            <a:t>hash that begins with 0x00000000e (or less)</a:t>
          </a:r>
        </a:p>
      </dgm:t>
    </dgm:pt>
    <dgm:pt modelId="{EC84716F-28DA-4F90-AC68-D9EB163B1C1F}" type="parTrans" cxnId="{A6396142-EFDA-4B69-AC96-5B46FE589092}">
      <dgm:prSet/>
      <dgm:spPr/>
      <dgm:t>
        <a:bodyPr/>
        <a:lstStyle/>
        <a:p>
          <a:endParaRPr lang="en-US"/>
        </a:p>
      </dgm:t>
    </dgm:pt>
    <dgm:pt modelId="{E082E1F8-888C-4D24-9933-EEF3EE5CA05C}" type="sibTrans" cxnId="{A6396142-EFDA-4B69-AC96-5B46FE589092}">
      <dgm:prSet/>
      <dgm:spPr/>
      <dgm:t>
        <a:bodyPr/>
        <a:lstStyle/>
        <a:p>
          <a:endParaRPr lang="en-US"/>
        </a:p>
      </dgm:t>
    </dgm:pt>
    <dgm:pt modelId="{134B31BB-D901-4081-9802-FAF283EC7C80}">
      <dgm:prSet/>
      <dgm:spPr/>
      <dgm:t>
        <a:bodyPr/>
        <a:lstStyle/>
        <a:p>
          <a:r>
            <a:rPr lang="en-US" dirty="0"/>
            <a:t>Require</a:t>
          </a:r>
          <a:r>
            <a:rPr lang="tr-TR" dirty="0"/>
            <a:t>d </a:t>
          </a:r>
          <a:r>
            <a:rPr lang="tr-TR" dirty="0" err="1"/>
            <a:t>hash</a:t>
          </a:r>
          <a:r>
            <a:rPr lang="tr-TR" dirty="0"/>
            <a:t> </a:t>
          </a:r>
          <a:r>
            <a:rPr lang="tr-TR" dirty="0" err="1"/>
            <a:t>operations</a:t>
          </a:r>
          <a:endParaRPr lang="en-US" dirty="0"/>
        </a:p>
      </dgm:t>
    </dgm:pt>
    <dgm:pt modelId="{E3DBD33B-35B1-411B-BFA8-EF528EED09A9}" type="parTrans" cxnId="{60FEFFBD-AD03-42D1-A45F-D31F13A7E4F3}">
      <dgm:prSet/>
      <dgm:spPr/>
      <dgm:t>
        <a:bodyPr/>
        <a:lstStyle/>
        <a:p>
          <a:endParaRPr lang="en-US"/>
        </a:p>
      </dgm:t>
    </dgm:pt>
    <dgm:pt modelId="{C94458BC-632E-401A-ACD1-C79EA8BE52BF}" type="sibTrans" cxnId="{60FEFFBD-AD03-42D1-A45F-D31F13A7E4F3}">
      <dgm:prSet/>
      <dgm:spPr/>
      <dgm:t>
        <a:bodyPr/>
        <a:lstStyle/>
        <a:p>
          <a:endParaRPr lang="en-US"/>
        </a:p>
      </dgm:t>
    </dgm:pt>
    <dgm:pt modelId="{D4C7B8FC-7AA0-418A-8FBB-7A8FE2528207}">
      <dgm:prSet/>
      <dgm:spPr/>
      <dgm:t>
        <a:bodyPr/>
        <a:lstStyle/>
        <a:p>
          <a:r>
            <a:rPr lang="tr-TR" dirty="0"/>
            <a:t>10*2</a:t>
          </a:r>
          <a:r>
            <a:rPr lang="tr-TR" baseline="30000" dirty="0"/>
            <a:t>32</a:t>
          </a:r>
          <a:r>
            <a:rPr lang="tr-TR" dirty="0"/>
            <a:t> </a:t>
          </a:r>
          <a:r>
            <a:rPr lang="tr-TR" dirty="0" err="1"/>
            <a:t>attempts</a:t>
          </a:r>
          <a:r>
            <a:rPr lang="tr-TR" dirty="0"/>
            <a:t> on </a:t>
          </a:r>
          <a:r>
            <a:rPr lang="tr-TR" dirty="0" err="1"/>
            <a:t>average</a:t>
          </a:r>
          <a:endParaRPr lang="en-US" dirty="0"/>
        </a:p>
      </dgm:t>
    </dgm:pt>
    <dgm:pt modelId="{6F89A8EF-802E-469E-B892-6AB49FCB6639}" type="parTrans" cxnId="{210BF728-91BE-415D-B1C8-62798FC05354}">
      <dgm:prSet/>
      <dgm:spPr/>
      <dgm:t>
        <a:bodyPr/>
        <a:lstStyle/>
        <a:p>
          <a:endParaRPr lang="en-US"/>
        </a:p>
      </dgm:t>
    </dgm:pt>
    <dgm:pt modelId="{AF1C12BC-17A1-45C9-A039-7C4F82D3D086}" type="sibTrans" cxnId="{210BF728-91BE-415D-B1C8-62798FC05354}">
      <dgm:prSet/>
      <dgm:spPr/>
      <dgm:t>
        <a:bodyPr/>
        <a:lstStyle/>
        <a:p>
          <a:endParaRPr lang="en-US"/>
        </a:p>
      </dgm:t>
    </dgm:pt>
    <dgm:pt modelId="{35830F5B-1DD0-4B3B-8670-C9EEA573DB6D}">
      <dgm:prSet/>
      <dgm:spPr/>
      <dgm:t>
        <a:bodyPr/>
        <a:lstStyle/>
        <a:p>
          <a:r>
            <a:rPr lang="tr-TR" dirty="0" err="1"/>
            <a:t>Difficulty</a:t>
          </a:r>
          <a:r>
            <a:rPr lang="tr-TR" dirty="0"/>
            <a:t> 10</a:t>
          </a:r>
          <a:endParaRPr lang="en-US" dirty="0"/>
        </a:p>
      </dgm:t>
    </dgm:pt>
    <dgm:pt modelId="{F66AD49D-E41E-42BC-8AE3-8B654EEF8A72}" type="sibTrans" cxnId="{2B7B589F-CE56-4F93-8B3F-B70F70444894}">
      <dgm:prSet/>
      <dgm:spPr/>
      <dgm:t>
        <a:bodyPr/>
        <a:lstStyle/>
        <a:p>
          <a:endParaRPr lang="en-US"/>
        </a:p>
      </dgm:t>
    </dgm:pt>
    <dgm:pt modelId="{869196BF-5467-448C-AA7C-62E93AD64250}" type="parTrans" cxnId="{2B7B589F-CE56-4F93-8B3F-B70F70444894}">
      <dgm:prSet/>
      <dgm:spPr/>
      <dgm:t>
        <a:bodyPr/>
        <a:lstStyle/>
        <a:p>
          <a:endParaRPr lang="en-US"/>
        </a:p>
      </dgm:t>
    </dgm:pt>
    <dgm:pt modelId="{E5346572-4798-48C3-8E8F-74788C284EF2}">
      <dgm:prSet/>
      <dgm:spPr/>
      <dgm:t>
        <a:bodyPr/>
        <a:lstStyle/>
        <a:p>
          <a:r>
            <a:rPr lang="en-US" dirty="0"/>
            <a:t>statistically 2</a:t>
          </a:r>
          <a:r>
            <a:rPr lang="en-US" baseline="30000" dirty="0"/>
            <a:t>32</a:t>
          </a:r>
          <a:endParaRPr lang="en-US" dirty="0"/>
        </a:p>
      </dgm:t>
    </dgm:pt>
    <dgm:pt modelId="{354B1208-EA30-476D-80F5-0026CCA39A50}" type="parTrans" cxnId="{0C90A08E-B98D-4E17-914C-5C94A53429AD}">
      <dgm:prSet/>
      <dgm:spPr/>
      <dgm:t>
        <a:bodyPr/>
        <a:lstStyle/>
        <a:p>
          <a:endParaRPr lang="en-US"/>
        </a:p>
      </dgm:t>
    </dgm:pt>
    <dgm:pt modelId="{81726CF3-0241-4B52-B36C-8934C14C444B}" type="sibTrans" cxnId="{0C90A08E-B98D-4E17-914C-5C94A53429AD}">
      <dgm:prSet/>
      <dgm:spPr/>
      <dgm:t>
        <a:bodyPr/>
        <a:lstStyle/>
        <a:p>
          <a:endParaRPr lang="en-US"/>
        </a:p>
      </dgm:t>
    </dgm:pt>
    <dgm:pt modelId="{82307451-B7DE-4D8E-A6A7-168675C0BF58}">
      <dgm:prSet/>
      <dgm:spPr/>
      <dgm:t>
        <a:bodyPr/>
        <a:lstStyle/>
        <a:p>
          <a:r>
            <a:rPr lang="en-US" dirty="0"/>
            <a:t>4,294,967,296 attempts on</a:t>
          </a:r>
          <a:r>
            <a:rPr lang="tr-TR" dirty="0"/>
            <a:t> </a:t>
          </a:r>
          <a:r>
            <a:rPr lang="en-US" dirty="0"/>
            <a:t>average.</a:t>
          </a:r>
        </a:p>
      </dgm:t>
    </dgm:pt>
    <dgm:pt modelId="{7ACA6D4F-7EE5-43C3-B386-EF2EF237E423}" type="parTrans" cxnId="{11B6B39E-4CCC-49F6-AC44-889B179E0421}">
      <dgm:prSet/>
      <dgm:spPr/>
      <dgm:t>
        <a:bodyPr/>
        <a:lstStyle/>
        <a:p>
          <a:endParaRPr lang="en-US"/>
        </a:p>
      </dgm:t>
    </dgm:pt>
    <dgm:pt modelId="{61872321-26F4-4BD9-A912-49A88172DB70}" type="sibTrans" cxnId="{11B6B39E-4CCC-49F6-AC44-889B179E0421}">
      <dgm:prSet/>
      <dgm:spPr/>
      <dgm:t>
        <a:bodyPr/>
        <a:lstStyle/>
        <a:p>
          <a:endParaRPr lang="en-US"/>
        </a:p>
      </dgm:t>
    </dgm:pt>
    <dgm:pt modelId="{71885E4E-CF93-45B7-9C93-BD923FCF6B6D}">
      <dgm:prSet/>
      <dgm:spPr/>
      <dgm:t>
        <a:bodyPr/>
        <a:lstStyle/>
        <a:p>
          <a:r>
            <a:rPr lang="tr-TR" dirty="0" err="1"/>
            <a:t>Difficulty</a:t>
          </a:r>
          <a:r>
            <a:rPr lang="tr-TR" dirty="0"/>
            <a:t> 1</a:t>
          </a:r>
          <a:endParaRPr lang="en-US" dirty="0"/>
        </a:p>
      </dgm:t>
    </dgm:pt>
    <dgm:pt modelId="{5207AC69-42FB-45AF-9697-93B2937EF036}" type="parTrans" cxnId="{F8C7BE3F-38A8-43FF-9736-DE50439A437A}">
      <dgm:prSet/>
      <dgm:spPr/>
      <dgm:t>
        <a:bodyPr/>
        <a:lstStyle/>
        <a:p>
          <a:endParaRPr lang="en-US"/>
        </a:p>
      </dgm:t>
    </dgm:pt>
    <dgm:pt modelId="{90A1DF02-B034-466A-873E-D6A85509CD25}" type="sibTrans" cxnId="{F8C7BE3F-38A8-43FF-9736-DE50439A437A}">
      <dgm:prSet/>
      <dgm:spPr/>
      <dgm:t>
        <a:bodyPr/>
        <a:lstStyle/>
        <a:p>
          <a:endParaRPr lang="en-US"/>
        </a:p>
      </dgm:t>
    </dgm:pt>
    <dgm:pt modelId="{2670A730-77FA-45DE-8BC2-4D14450F669A}">
      <dgm:prSet/>
      <dgm:spPr/>
      <dgm:t>
        <a:bodyPr/>
        <a:lstStyle/>
        <a:p>
          <a:r>
            <a:rPr lang="en-US" dirty="0"/>
            <a:t>42</a:t>
          </a:r>
          <a:r>
            <a:rPr lang="tr-TR" dirty="0"/>
            <a:t> </a:t>
          </a:r>
          <a:r>
            <a:rPr lang="en-US" dirty="0"/>
            <a:t>949</a:t>
          </a:r>
          <a:r>
            <a:rPr lang="tr-TR" dirty="0"/>
            <a:t> </a:t>
          </a:r>
          <a:r>
            <a:rPr lang="en-US" dirty="0"/>
            <a:t>672</a:t>
          </a:r>
          <a:r>
            <a:rPr lang="tr-TR" dirty="0"/>
            <a:t> </a:t>
          </a:r>
          <a:r>
            <a:rPr lang="en-US" dirty="0"/>
            <a:t>96</a:t>
          </a:r>
          <a:r>
            <a:rPr lang="tr-TR" dirty="0"/>
            <a:t>0</a:t>
          </a:r>
          <a:endParaRPr lang="en-US" dirty="0"/>
        </a:p>
      </dgm:t>
    </dgm:pt>
    <dgm:pt modelId="{8A768667-57DB-4B3D-AF75-5C23BCC22039}" type="parTrans" cxnId="{66D56B07-FDD3-4A79-87E4-979F0373D2C0}">
      <dgm:prSet/>
      <dgm:spPr/>
      <dgm:t>
        <a:bodyPr/>
        <a:lstStyle/>
        <a:p>
          <a:endParaRPr lang="en-US"/>
        </a:p>
      </dgm:t>
    </dgm:pt>
    <dgm:pt modelId="{07281E9A-10B7-47E4-96B0-4F96A3183F1F}" type="sibTrans" cxnId="{66D56B07-FDD3-4A79-87E4-979F0373D2C0}">
      <dgm:prSet/>
      <dgm:spPr/>
      <dgm:t>
        <a:bodyPr/>
        <a:lstStyle/>
        <a:p>
          <a:endParaRPr lang="en-US"/>
        </a:p>
      </dgm:t>
    </dgm:pt>
    <dgm:pt modelId="{C3B368F5-7642-4404-9478-E9146AD7C0FC}" type="pres">
      <dgm:prSet presAssocID="{FEC91BBB-E6DA-4000-837F-BB0BCA8E30AE}" presName="linear" presStyleCnt="0">
        <dgm:presLayoutVars>
          <dgm:dir/>
          <dgm:animLvl val="lvl"/>
          <dgm:resizeHandles val="exact"/>
        </dgm:presLayoutVars>
      </dgm:prSet>
      <dgm:spPr/>
    </dgm:pt>
    <dgm:pt modelId="{76867B8B-1905-421B-A971-9A8CCDC64495}" type="pres">
      <dgm:prSet presAssocID="{C6D053DF-DBE4-4B31-9896-47C3B0313C7C}" presName="parentLin" presStyleCnt="0"/>
      <dgm:spPr/>
    </dgm:pt>
    <dgm:pt modelId="{5A4D991D-90B1-4108-BD69-311BB24705C2}" type="pres">
      <dgm:prSet presAssocID="{C6D053DF-DBE4-4B31-9896-47C3B0313C7C}" presName="parentLeftMargin" presStyleLbl="node1" presStyleIdx="0" presStyleCnt="4"/>
      <dgm:spPr/>
    </dgm:pt>
    <dgm:pt modelId="{42A693EC-C562-4F34-8C3A-9CBC57B1DCA4}" type="pres">
      <dgm:prSet presAssocID="{C6D053DF-DBE4-4B31-9896-47C3B0313C7C}" presName="parentText" presStyleLbl="node1" presStyleIdx="0" presStyleCnt="4">
        <dgm:presLayoutVars>
          <dgm:chMax val="0"/>
          <dgm:bulletEnabled val="1"/>
        </dgm:presLayoutVars>
      </dgm:prSet>
      <dgm:spPr/>
    </dgm:pt>
    <dgm:pt modelId="{B99F9BA5-59EC-47A2-892F-84486E348F93}" type="pres">
      <dgm:prSet presAssocID="{C6D053DF-DBE4-4B31-9896-47C3B0313C7C}" presName="negativeSpace" presStyleCnt="0"/>
      <dgm:spPr/>
    </dgm:pt>
    <dgm:pt modelId="{0824B64B-AAAA-4112-8415-6C290CB88BC9}" type="pres">
      <dgm:prSet presAssocID="{C6D053DF-DBE4-4B31-9896-47C3B0313C7C}" presName="childText" presStyleLbl="conFgAcc1" presStyleIdx="0" presStyleCnt="4">
        <dgm:presLayoutVars>
          <dgm:bulletEnabled val="1"/>
        </dgm:presLayoutVars>
      </dgm:prSet>
      <dgm:spPr/>
    </dgm:pt>
    <dgm:pt modelId="{80262FE5-E696-40B2-9BCA-DAFA6E73E87E}" type="pres">
      <dgm:prSet presAssocID="{F483D293-1182-47CE-86BD-42E50277D74D}" presName="spaceBetweenRectangles" presStyleCnt="0"/>
      <dgm:spPr/>
    </dgm:pt>
    <dgm:pt modelId="{0A84EB81-3049-4D4D-AD18-FA71F4E29EF1}" type="pres">
      <dgm:prSet presAssocID="{134B31BB-D901-4081-9802-FAF283EC7C80}" presName="parentLin" presStyleCnt="0"/>
      <dgm:spPr/>
    </dgm:pt>
    <dgm:pt modelId="{FC8CCEF3-E95A-4CBE-84A6-2F63C4D2D307}" type="pres">
      <dgm:prSet presAssocID="{134B31BB-D901-4081-9802-FAF283EC7C80}" presName="parentLeftMargin" presStyleLbl="node1" presStyleIdx="0" presStyleCnt="4"/>
      <dgm:spPr/>
    </dgm:pt>
    <dgm:pt modelId="{B6E9B616-7EC2-4BD3-8D92-1A384B5D7C36}" type="pres">
      <dgm:prSet presAssocID="{134B31BB-D901-4081-9802-FAF283EC7C80}" presName="parentText" presStyleLbl="node1" presStyleIdx="1" presStyleCnt="4">
        <dgm:presLayoutVars>
          <dgm:chMax val="0"/>
          <dgm:bulletEnabled val="1"/>
        </dgm:presLayoutVars>
      </dgm:prSet>
      <dgm:spPr/>
    </dgm:pt>
    <dgm:pt modelId="{AB5B12E0-69F3-4D1F-80AC-597104951B5E}" type="pres">
      <dgm:prSet presAssocID="{134B31BB-D901-4081-9802-FAF283EC7C80}" presName="negativeSpace" presStyleCnt="0"/>
      <dgm:spPr/>
    </dgm:pt>
    <dgm:pt modelId="{A149C192-FA33-477C-AD0B-E2C8D2D58B27}" type="pres">
      <dgm:prSet presAssocID="{134B31BB-D901-4081-9802-FAF283EC7C80}" presName="childText" presStyleLbl="conFgAcc1" presStyleIdx="1" presStyleCnt="4">
        <dgm:presLayoutVars>
          <dgm:bulletEnabled val="1"/>
        </dgm:presLayoutVars>
      </dgm:prSet>
      <dgm:spPr/>
    </dgm:pt>
    <dgm:pt modelId="{16017A58-55E7-457E-9B22-EDD6085C8B2C}" type="pres">
      <dgm:prSet presAssocID="{C94458BC-632E-401A-ACD1-C79EA8BE52BF}" presName="spaceBetweenRectangles" presStyleCnt="0"/>
      <dgm:spPr/>
    </dgm:pt>
    <dgm:pt modelId="{706D223B-B21B-4D27-A59D-277DB0E6EE56}" type="pres">
      <dgm:prSet presAssocID="{71885E4E-CF93-45B7-9C93-BD923FCF6B6D}" presName="parentLin" presStyleCnt="0"/>
      <dgm:spPr/>
    </dgm:pt>
    <dgm:pt modelId="{5AF6EFF4-6A23-42CF-B7F3-6E238373C257}" type="pres">
      <dgm:prSet presAssocID="{71885E4E-CF93-45B7-9C93-BD923FCF6B6D}" presName="parentLeftMargin" presStyleLbl="node1" presStyleIdx="1" presStyleCnt="4"/>
      <dgm:spPr/>
    </dgm:pt>
    <dgm:pt modelId="{BBF17CBE-53C4-4337-8C5D-6D25D4531642}" type="pres">
      <dgm:prSet presAssocID="{71885E4E-CF93-45B7-9C93-BD923FCF6B6D}" presName="parentText" presStyleLbl="node1" presStyleIdx="2" presStyleCnt="4">
        <dgm:presLayoutVars>
          <dgm:chMax val="0"/>
          <dgm:bulletEnabled val="1"/>
        </dgm:presLayoutVars>
      </dgm:prSet>
      <dgm:spPr/>
    </dgm:pt>
    <dgm:pt modelId="{6FD5DFA0-0558-47FC-A7DD-62091AB0D06E}" type="pres">
      <dgm:prSet presAssocID="{71885E4E-CF93-45B7-9C93-BD923FCF6B6D}" presName="negativeSpace" presStyleCnt="0"/>
      <dgm:spPr/>
    </dgm:pt>
    <dgm:pt modelId="{30224530-F884-4B83-9DAB-6BA7DFBA881D}" type="pres">
      <dgm:prSet presAssocID="{71885E4E-CF93-45B7-9C93-BD923FCF6B6D}" presName="childText" presStyleLbl="conFgAcc1" presStyleIdx="2" presStyleCnt="4">
        <dgm:presLayoutVars>
          <dgm:bulletEnabled val="1"/>
        </dgm:presLayoutVars>
      </dgm:prSet>
      <dgm:spPr/>
    </dgm:pt>
    <dgm:pt modelId="{2E4EE307-78FA-4BA0-BB8E-C3AB9B3ACF6E}" type="pres">
      <dgm:prSet presAssocID="{90A1DF02-B034-466A-873E-D6A85509CD25}" presName="spaceBetweenRectangles" presStyleCnt="0"/>
      <dgm:spPr/>
    </dgm:pt>
    <dgm:pt modelId="{67461693-6D82-4BC8-8A5A-0F351CF63324}" type="pres">
      <dgm:prSet presAssocID="{35830F5B-1DD0-4B3B-8670-C9EEA573DB6D}" presName="parentLin" presStyleCnt="0"/>
      <dgm:spPr/>
    </dgm:pt>
    <dgm:pt modelId="{D4E65EAA-B253-48D7-976D-1754D028DE72}" type="pres">
      <dgm:prSet presAssocID="{35830F5B-1DD0-4B3B-8670-C9EEA573DB6D}" presName="parentLeftMargin" presStyleLbl="node1" presStyleIdx="2" presStyleCnt="4"/>
      <dgm:spPr/>
    </dgm:pt>
    <dgm:pt modelId="{587146F6-AC5C-4F19-BA39-0D85FB905C82}" type="pres">
      <dgm:prSet presAssocID="{35830F5B-1DD0-4B3B-8670-C9EEA573DB6D}" presName="parentText" presStyleLbl="node1" presStyleIdx="3" presStyleCnt="4">
        <dgm:presLayoutVars>
          <dgm:chMax val="0"/>
          <dgm:bulletEnabled val="1"/>
        </dgm:presLayoutVars>
      </dgm:prSet>
      <dgm:spPr/>
    </dgm:pt>
    <dgm:pt modelId="{04592759-A7AD-49EB-93BD-7B10390D433D}" type="pres">
      <dgm:prSet presAssocID="{35830F5B-1DD0-4B3B-8670-C9EEA573DB6D}" presName="negativeSpace" presStyleCnt="0"/>
      <dgm:spPr/>
    </dgm:pt>
    <dgm:pt modelId="{74229571-D1A9-412B-B520-70F1BBE71E79}" type="pres">
      <dgm:prSet presAssocID="{35830F5B-1DD0-4B3B-8670-C9EEA573DB6D}" presName="childText" presStyleLbl="conFgAcc1" presStyleIdx="3" presStyleCnt="4">
        <dgm:presLayoutVars>
          <dgm:bulletEnabled val="1"/>
        </dgm:presLayoutVars>
      </dgm:prSet>
      <dgm:spPr/>
    </dgm:pt>
  </dgm:ptLst>
  <dgm:cxnLst>
    <dgm:cxn modelId="{944CFF05-A060-45D4-84E1-7E74A6E7CC68}" type="presOf" srcId="{C6D053DF-DBE4-4B31-9896-47C3B0313C7C}" destId="{5A4D991D-90B1-4108-BD69-311BB24705C2}" srcOrd="0" destOrd="0" presId="urn:microsoft.com/office/officeart/2005/8/layout/list1"/>
    <dgm:cxn modelId="{66D56B07-FDD3-4A79-87E4-979F0373D2C0}" srcId="{35830F5B-1DD0-4B3B-8670-C9EEA573DB6D}" destId="{2670A730-77FA-45DE-8BC2-4D14450F669A}" srcOrd="1" destOrd="0" parTransId="{8A768667-57DB-4B3D-AF75-5C23BCC22039}" sibTransId="{07281E9A-10B7-47E4-96B0-4F96A3183F1F}"/>
    <dgm:cxn modelId="{D503A413-E97F-47E9-925A-693EB4C64FA3}" type="presOf" srcId="{C6D053DF-DBE4-4B31-9896-47C3B0313C7C}" destId="{42A693EC-C562-4F34-8C3A-9CBC57B1DCA4}" srcOrd="1" destOrd="0" presId="urn:microsoft.com/office/officeart/2005/8/layout/list1"/>
    <dgm:cxn modelId="{7A21BF1B-918E-416D-9699-21A690393903}" type="presOf" srcId="{35830F5B-1DD0-4B3B-8670-C9EEA573DB6D}" destId="{D4E65EAA-B253-48D7-976D-1754D028DE72}" srcOrd="0" destOrd="0" presId="urn:microsoft.com/office/officeart/2005/8/layout/list1"/>
    <dgm:cxn modelId="{7974931F-C086-4C3E-8D2A-DA30ADAAB6F5}" type="presOf" srcId="{71885E4E-CF93-45B7-9C93-BD923FCF6B6D}" destId="{5AF6EFF4-6A23-42CF-B7F3-6E238373C257}" srcOrd="0" destOrd="0" presId="urn:microsoft.com/office/officeart/2005/8/layout/list1"/>
    <dgm:cxn modelId="{F1AEEF28-4AFD-44F5-A6B9-266242768727}" type="presOf" srcId="{134B31BB-D901-4081-9802-FAF283EC7C80}" destId="{FC8CCEF3-E95A-4CBE-84A6-2F63C4D2D307}" srcOrd="0" destOrd="0" presId="urn:microsoft.com/office/officeart/2005/8/layout/list1"/>
    <dgm:cxn modelId="{210BF728-91BE-415D-B1C8-62798FC05354}" srcId="{35830F5B-1DD0-4B3B-8670-C9EEA573DB6D}" destId="{D4C7B8FC-7AA0-418A-8FBB-7A8FE2528207}" srcOrd="0" destOrd="0" parTransId="{6F89A8EF-802E-469E-B892-6AB49FCB6639}" sibTransId="{AF1C12BC-17A1-45C9-A039-7C4F82D3D086}"/>
    <dgm:cxn modelId="{F8C7BE3F-38A8-43FF-9736-DE50439A437A}" srcId="{FEC91BBB-E6DA-4000-837F-BB0BCA8E30AE}" destId="{71885E4E-CF93-45B7-9C93-BD923FCF6B6D}" srcOrd="2" destOrd="0" parTransId="{5207AC69-42FB-45AF-9697-93B2937EF036}" sibTransId="{90A1DF02-B034-466A-873E-D6A85509CD25}"/>
    <dgm:cxn modelId="{A6396142-EFDA-4B69-AC96-5B46FE589092}" srcId="{C6D053DF-DBE4-4B31-9896-47C3B0313C7C}" destId="{C67BA4CF-287F-4665-997A-3FFED1CDBCF0}" srcOrd="1" destOrd="0" parTransId="{EC84716F-28DA-4F90-AC68-D9EB163B1C1F}" sibTransId="{E082E1F8-888C-4D24-9933-EEF3EE5CA05C}"/>
    <dgm:cxn modelId="{B8CEAF6C-FF07-4B64-9AC5-E452F2B79B9C}" srcId="{C6D053DF-DBE4-4B31-9896-47C3B0313C7C}" destId="{D159E3E5-940F-44E6-8F30-47E8658BAC5B}" srcOrd="0" destOrd="0" parTransId="{82D75D77-E7A7-4D92-9E4B-FF05729AC9C9}" sibTransId="{8F5C6CDA-98EF-45AF-9766-AA6A8FC3336C}"/>
    <dgm:cxn modelId="{0095FA4D-E234-4C98-BFC8-2CFBA0393A89}" type="presOf" srcId="{35830F5B-1DD0-4B3B-8670-C9EEA573DB6D}" destId="{587146F6-AC5C-4F19-BA39-0D85FB905C82}" srcOrd="1" destOrd="0" presId="urn:microsoft.com/office/officeart/2005/8/layout/list1"/>
    <dgm:cxn modelId="{CE759E7E-E7DF-4DD8-84B0-B66C0CB4FA8F}" type="presOf" srcId="{D159E3E5-940F-44E6-8F30-47E8658BAC5B}" destId="{0824B64B-AAAA-4112-8415-6C290CB88BC9}" srcOrd="0" destOrd="0" presId="urn:microsoft.com/office/officeart/2005/8/layout/list1"/>
    <dgm:cxn modelId="{343F508B-7B59-4D7A-9920-A7960F23A360}" type="presOf" srcId="{FEC91BBB-E6DA-4000-837F-BB0BCA8E30AE}" destId="{C3B368F5-7642-4404-9478-E9146AD7C0FC}" srcOrd="0" destOrd="0" presId="urn:microsoft.com/office/officeart/2005/8/layout/list1"/>
    <dgm:cxn modelId="{0C90A08E-B98D-4E17-914C-5C94A53429AD}" srcId="{71885E4E-CF93-45B7-9C93-BD923FCF6B6D}" destId="{E5346572-4798-48C3-8E8F-74788C284EF2}" srcOrd="0" destOrd="0" parTransId="{354B1208-EA30-476D-80F5-0026CCA39A50}" sibTransId="{81726CF3-0241-4B52-B36C-8934C14C444B}"/>
    <dgm:cxn modelId="{AE03259E-B462-4BC9-8F87-162BB0AEFF45}" type="presOf" srcId="{D4C7B8FC-7AA0-418A-8FBB-7A8FE2528207}" destId="{74229571-D1A9-412B-B520-70F1BBE71E79}" srcOrd="0" destOrd="0" presId="urn:microsoft.com/office/officeart/2005/8/layout/list1"/>
    <dgm:cxn modelId="{09C3559E-7677-4830-963F-ECA925E69782}" type="presOf" srcId="{E5346572-4798-48C3-8E8F-74788C284EF2}" destId="{30224530-F884-4B83-9DAB-6BA7DFBA881D}" srcOrd="0" destOrd="0" presId="urn:microsoft.com/office/officeart/2005/8/layout/list1"/>
    <dgm:cxn modelId="{11B6B39E-4CCC-49F6-AC44-889B179E0421}" srcId="{71885E4E-CF93-45B7-9C93-BD923FCF6B6D}" destId="{82307451-B7DE-4D8E-A6A7-168675C0BF58}" srcOrd="1" destOrd="0" parTransId="{7ACA6D4F-7EE5-43C3-B386-EF2EF237E423}" sibTransId="{61872321-26F4-4BD9-A912-49A88172DB70}"/>
    <dgm:cxn modelId="{2B7B589F-CE56-4F93-8B3F-B70F70444894}" srcId="{FEC91BBB-E6DA-4000-837F-BB0BCA8E30AE}" destId="{35830F5B-1DD0-4B3B-8670-C9EEA573DB6D}" srcOrd="3" destOrd="0" parTransId="{869196BF-5467-448C-AA7C-62E93AD64250}" sibTransId="{F66AD49D-E41E-42BC-8AE3-8B654EEF8A72}"/>
    <dgm:cxn modelId="{8A22B6A3-9919-4F9B-BBF2-98B9F8B9CBCA}" type="presOf" srcId="{134B31BB-D901-4081-9802-FAF283EC7C80}" destId="{B6E9B616-7EC2-4BD3-8D92-1A384B5D7C36}" srcOrd="1" destOrd="0" presId="urn:microsoft.com/office/officeart/2005/8/layout/list1"/>
    <dgm:cxn modelId="{60FEFFBD-AD03-42D1-A45F-D31F13A7E4F3}" srcId="{FEC91BBB-E6DA-4000-837F-BB0BCA8E30AE}" destId="{134B31BB-D901-4081-9802-FAF283EC7C80}" srcOrd="1" destOrd="0" parTransId="{E3DBD33B-35B1-411B-BFA8-EF528EED09A9}" sibTransId="{C94458BC-632E-401A-ACD1-C79EA8BE52BF}"/>
    <dgm:cxn modelId="{E14587C0-BF8D-4F45-BD6F-D019127D3993}" srcId="{FEC91BBB-E6DA-4000-837F-BB0BCA8E30AE}" destId="{C6D053DF-DBE4-4B31-9896-47C3B0313C7C}" srcOrd="0" destOrd="0" parTransId="{6BAE4150-7921-4E78-BB56-D3F6D9773068}" sibTransId="{F483D293-1182-47CE-86BD-42E50277D74D}"/>
    <dgm:cxn modelId="{4D5CF4D0-1F37-487B-83D1-5E900368B368}" type="presOf" srcId="{71885E4E-CF93-45B7-9C93-BD923FCF6B6D}" destId="{BBF17CBE-53C4-4337-8C5D-6D25D4531642}" srcOrd="1" destOrd="0" presId="urn:microsoft.com/office/officeart/2005/8/layout/list1"/>
    <dgm:cxn modelId="{5C67CFE2-E1C3-4EFE-9475-3736ACFAD8F3}" type="presOf" srcId="{82307451-B7DE-4D8E-A6A7-168675C0BF58}" destId="{30224530-F884-4B83-9DAB-6BA7DFBA881D}" srcOrd="0" destOrd="1" presId="urn:microsoft.com/office/officeart/2005/8/layout/list1"/>
    <dgm:cxn modelId="{5D2A7DE4-BCEF-4AF6-A33B-B65E54682123}" type="presOf" srcId="{C67BA4CF-287F-4665-997A-3FFED1CDBCF0}" destId="{0824B64B-AAAA-4112-8415-6C290CB88BC9}" srcOrd="0" destOrd="1" presId="urn:microsoft.com/office/officeart/2005/8/layout/list1"/>
    <dgm:cxn modelId="{D9CDA8F0-160F-464D-9041-BA778F76D2C3}" type="presOf" srcId="{2670A730-77FA-45DE-8BC2-4D14450F669A}" destId="{74229571-D1A9-412B-B520-70F1BBE71E79}" srcOrd="0" destOrd="1" presId="urn:microsoft.com/office/officeart/2005/8/layout/list1"/>
    <dgm:cxn modelId="{8403DB21-F2AE-4DB5-98C5-49E03D6A1841}" type="presParOf" srcId="{C3B368F5-7642-4404-9478-E9146AD7C0FC}" destId="{76867B8B-1905-421B-A971-9A8CCDC64495}" srcOrd="0" destOrd="0" presId="urn:microsoft.com/office/officeart/2005/8/layout/list1"/>
    <dgm:cxn modelId="{8171D346-1FAD-4C3E-A2F6-3EACA273B5B3}" type="presParOf" srcId="{76867B8B-1905-421B-A971-9A8CCDC64495}" destId="{5A4D991D-90B1-4108-BD69-311BB24705C2}" srcOrd="0" destOrd="0" presId="urn:microsoft.com/office/officeart/2005/8/layout/list1"/>
    <dgm:cxn modelId="{43684BAB-C30A-4E1D-8955-F16458509EC7}" type="presParOf" srcId="{76867B8B-1905-421B-A971-9A8CCDC64495}" destId="{42A693EC-C562-4F34-8C3A-9CBC57B1DCA4}" srcOrd="1" destOrd="0" presId="urn:microsoft.com/office/officeart/2005/8/layout/list1"/>
    <dgm:cxn modelId="{0AB1D681-AC63-4B8D-B618-7474B79173F5}" type="presParOf" srcId="{C3B368F5-7642-4404-9478-E9146AD7C0FC}" destId="{B99F9BA5-59EC-47A2-892F-84486E348F93}" srcOrd="1" destOrd="0" presId="urn:microsoft.com/office/officeart/2005/8/layout/list1"/>
    <dgm:cxn modelId="{20C66142-1C41-4BAF-B2BE-CA41449442D1}" type="presParOf" srcId="{C3B368F5-7642-4404-9478-E9146AD7C0FC}" destId="{0824B64B-AAAA-4112-8415-6C290CB88BC9}" srcOrd="2" destOrd="0" presId="urn:microsoft.com/office/officeart/2005/8/layout/list1"/>
    <dgm:cxn modelId="{740476D8-6CA9-429C-870B-D1E0F36721F9}" type="presParOf" srcId="{C3B368F5-7642-4404-9478-E9146AD7C0FC}" destId="{80262FE5-E696-40B2-9BCA-DAFA6E73E87E}" srcOrd="3" destOrd="0" presId="urn:microsoft.com/office/officeart/2005/8/layout/list1"/>
    <dgm:cxn modelId="{D2162F84-5428-4D55-953C-8D9138363369}" type="presParOf" srcId="{C3B368F5-7642-4404-9478-E9146AD7C0FC}" destId="{0A84EB81-3049-4D4D-AD18-FA71F4E29EF1}" srcOrd="4" destOrd="0" presId="urn:microsoft.com/office/officeart/2005/8/layout/list1"/>
    <dgm:cxn modelId="{ADB1E92A-D1A8-4BF5-BF11-90CC8296ECA1}" type="presParOf" srcId="{0A84EB81-3049-4D4D-AD18-FA71F4E29EF1}" destId="{FC8CCEF3-E95A-4CBE-84A6-2F63C4D2D307}" srcOrd="0" destOrd="0" presId="urn:microsoft.com/office/officeart/2005/8/layout/list1"/>
    <dgm:cxn modelId="{C2E8638F-91DF-49DF-9D7F-7FA3BBF56E35}" type="presParOf" srcId="{0A84EB81-3049-4D4D-AD18-FA71F4E29EF1}" destId="{B6E9B616-7EC2-4BD3-8D92-1A384B5D7C36}" srcOrd="1" destOrd="0" presId="urn:microsoft.com/office/officeart/2005/8/layout/list1"/>
    <dgm:cxn modelId="{A1F5DDBE-C3D2-45C9-91E1-A218B26C5F42}" type="presParOf" srcId="{C3B368F5-7642-4404-9478-E9146AD7C0FC}" destId="{AB5B12E0-69F3-4D1F-80AC-597104951B5E}" srcOrd="5" destOrd="0" presId="urn:microsoft.com/office/officeart/2005/8/layout/list1"/>
    <dgm:cxn modelId="{EAD6D86C-D0E4-4394-B81E-746EE109F235}" type="presParOf" srcId="{C3B368F5-7642-4404-9478-E9146AD7C0FC}" destId="{A149C192-FA33-477C-AD0B-E2C8D2D58B27}" srcOrd="6" destOrd="0" presId="urn:microsoft.com/office/officeart/2005/8/layout/list1"/>
    <dgm:cxn modelId="{D9D33D1A-EA25-4C65-ACD0-F9BF127D0CFC}" type="presParOf" srcId="{C3B368F5-7642-4404-9478-E9146AD7C0FC}" destId="{16017A58-55E7-457E-9B22-EDD6085C8B2C}" srcOrd="7" destOrd="0" presId="urn:microsoft.com/office/officeart/2005/8/layout/list1"/>
    <dgm:cxn modelId="{57AC5E27-0AD6-4241-8111-D252F5B60887}" type="presParOf" srcId="{C3B368F5-7642-4404-9478-E9146AD7C0FC}" destId="{706D223B-B21B-4D27-A59D-277DB0E6EE56}" srcOrd="8" destOrd="0" presId="urn:microsoft.com/office/officeart/2005/8/layout/list1"/>
    <dgm:cxn modelId="{C4FB013C-1003-453F-AA88-D413C8DF9C18}" type="presParOf" srcId="{706D223B-B21B-4D27-A59D-277DB0E6EE56}" destId="{5AF6EFF4-6A23-42CF-B7F3-6E238373C257}" srcOrd="0" destOrd="0" presId="urn:microsoft.com/office/officeart/2005/8/layout/list1"/>
    <dgm:cxn modelId="{80A72324-0DAC-4F49-AE19-B95F2034EE82}" type="presParOf" srcId="{706D223B-B21B-4D27-A59D-277DB0E6EE56}" destId="{BBF17CBE-53C4-4337-8C5D-6D25D4531642}" srcOrd="1" destOrd="0" presId="urn:microsoft.com/office/officeart/2005/8/layout/list1"/>
    <dgm:cxn modelId="{7AFF9382-55B7-4ECE-9B0E-AAFB443EF309}" type="presParOf" srcId="{C3B368F5-7642-4404-9478-E9146AD7C0FC}" destId="{6FD5DFA0-0558-47FC-A7DD-62091AB0D06E}" srcOrd="9" destOrd="0" presId="urn:microsoft.com/office/officeart/2005/8/layout/list1"/>
    <dgm:cxn modelId="{EEB97F69-503A-4181-955D-1DD682397961}" type="presParOf" srcId="{C3B368F5-7642-4404-9478-E9146AD7C0FC}" destId="{30224530-F884-4B83-9DAB-6BA7DFBA881D}" srcOrd="10" destOrd="0" presId="urn:microsoft.com/office/officeart/2005/8/layout/list1"/>
    <dgm:cxn modelId="{B8ABF890-DA0B-45F2-8480-EB95FDB04667}" type="presParOf" srcId="{C3B368F5-7642-4404-9478-E9146AD7C0FC}" destId="{2E4EE307-78FA-4BA0-BB8E-C3AB9B3ACF6E}" srcOrd="11" destOrd="0" presId="urn:microsoft.com/office/officeart/2005/8/layout/list1"/>
    <dgm:cxn modelId="{0191025B-4EC7-4F53-88BC-972113181F9C}" type="presParOf" srcId="{C3B368F5-7642-4404-9478-E9146AD7C0FC}" destId="{67461693-6D82-4BC8-8A5A-0F351CF63324}" srcOrd="12" destOrd="0" presId="urn:microsoft.com/office/officeart/2005/8/layout/list1"/>
    <dgm:cxn modelId="{6272BE99-CE41-4B35-BFB1-D010D43D8850}" type="presParOf" srcId="{67461693-6D82-4BC8-8A5A-0F351CF63324}" destId="{D4E65EAA-B253-48D7-976D-1754D028DE72}" srcOrd="0" destOrd="0" presId="urn:microsoft.com/office/officeart/2005/8/layout/list1"/>
    <dgm:cxn modelId="{14F62B80-932C-4EC3-8A5B-3C0F24958012}" type="presParOf" srcId="{67461693-6D82-4BC8-8A5A-0F351CF63324}" destId="{587146F6-AC5C-4F19-BA39-0D85FB905C82}" srcOrd="1" destOrd="0" presId="urn:microsoft.com/office/officeart/2005/8/layout/list1"/>
    <dgm:cxn modelId="{D51FEAFB-A400-44CE-BBBB-ED8AF00423DD}" type="presParOf" srcId="{C3B368F5-7642-4404-9478-E9146AD7C0FC}" destId="{04592759-A7AD-49EB-93BD-7B10390D433D}" srcOrd="13" destOrd="0" presId="urn:microsoft.com/office/officeart/2005/8/layout/list1"/>
    <dgm:cxn modelId="{AC3EBBF1-3DAA-437B-ADC4-7E31FC3F1D36}" type="presParOf" srcId="{C3B368F5-7642-4404-9478-E9146AD7C0FC}" destId="{74229571-D1A9-412B-B520-70F1BBE71E79}" srcOrd="14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3.xml><?xml version="1.0" encoding="utf-8"?>
<dgm:dataModel xmlns:dgm="http://schemas.openxmlformats.org/drawingml/2006/diagram" xmlns:a="http://schemas.openxmlformats.org/drawingml/2006/main">
  <dgm:ptLst>
    <dgm:pt modelId="{61AF3D32-1316-4999-9A35-36CAF98A3758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B5DCCEE3-24A7-43F0-AFF9-85014D796E81}">
      <dgm:prSet/>
      <dgm:spPr/>
      <dgm:t>
        <a:bodyPr/>
        <a:lstStyle/>
        <a:p>
          <a:r>
            <a:rPr lang="tr-TR"/>
            <a:t>Hash </a:t>
          </a:r>
          <a:r>
            <a:rPr lang="en-US"/>
            <a:t>function SHA256</a:t>
          </a:r>
        </a:p>
      </dgm:t>
    </dgm:pt>
    <dgm:pt modelId="{4ED4B281-7A5C-4884-893C-D9D1C49667E3}" type="parTrans" cxnId="{C13E615A-81A3-48FC-997E-B609A2FF4AC8}">
      <dgm:prSet/>
      <dgm:spPr/>
      <dgm:t>
        <a:bodyPr/>
        <a:lstStyle/>
        <a:p>
          <a:endParaRPr lang="en-US"/>
        </a:p>
      </dgm:t>
    </dgm:pt>
    <dgm:pt modelId="{8B646D34-90B9-455B-9458-973C626F0E0E}" type="sibTrans" cxnId="{C13E615A-81A3-48FC-997E-B609A2FF4AC8}">
      <dgm:prSet/>
      <dgm:spPr/>
      <dgm:t>
        <a:bodyPr/>
        <a:lstStyle/>
        <a:p>
          <a:endParaRPr lang="en-US"/>
        </a:p>
      </dgm:t>
    </dgm:pt>
    <dgm:pt modelId="{588EAD13-AC47-4460-8CA0-4F45BDEAD0E6}">
      <dgm:prSet/>
      <dgm:spPr/>
      <dgm:t>
        <a:bodyPr/>
        <a:lstStyle/>
        <a:p>
          <a:r>
            <a:rPr lang="en-US"/>
            <a:t>is the function used in bitcoin’s mining process</a:t>
          </a:r>
        </a:p>
      </dgm:t>
    </dgm:pt>
    <dgm:pt modelId="{5EE0F3D8-A0F0-4A5A-8F77-1F43C59F35A8}" type="parTrans" cxnId="{4AE8903B-67AE-447F-8B52-F32758F760AE}">
      <dgm:prSet/>
      <dgm:spPr/>
      <dgm:t>
        <a:bodyPr/>
        <a:lstStyle/>
        <a:p>
          <a:endParaRPr lang="en-US"/>
        </a:p>
      </dgm:t>
    </dgm:pt>
    <dgm:pt modelId="{A8C170BF-3541-4780-BD05-C759CE719FCD}" type="sibTrans" cxnId="{4AE8903B-67AE-447F-8B52-F32758F760AE}">
      <dgm:prSet/>
      <dgm:spPr/>
      <dgm:t>
        <a:bodyPr/>
        <a:lstStyle/>
        <a:p>
          <a:endParaRPr lang="en-US"/>
        </a:p>
      </dgm:t>
    </dgm:pt>
    <dgm:pt modelId="{F0B6C1E9-C2F9-444A-AD67-8BC706EB6979}">
      <dgm:prSet/>
      <dgm:spPr/>
      <dgm:t>
        <a:bodyPr/>
        <a:lstStyle/>
        <a:p>
          <a:r>
            <a:rPr lang="en-US"/>
            <a:t>Mining</a:t>
          </a:r>
          <a:r>
            <a:rPr lang="tr-TR"/>
            <a:t> process</a:t>
          </a:r>
          <a:endParaRPr lang="en-US"/>
        </a:p>
      </dgm:t>
    </dgm:pt>
    <dgm:pt modelId="{57185A9E-60EA-4D9A-9B6D-C5866DC390EA}" type="parTrans" cxnId="{29C6150B-5757-408B-9BB5-82CA6A513E17}">
      <dgm:prSet/>
      <dgm:spPr/>
      <dgm:t>
        <a:bodyPr/>
        <a:lstStyle/>
        <a:p>
          <a:endParaRPr lang="en-US"/>
        </a:p>
      </dgm:t>
    </dgm:pt>
    <dgm:pt modelId="{C82CFD9E-461F-4B5D-BAB3-5BB6B1FB7F8D}" type="sibTrans" cxnId="{29C6150B-5757-408B-9BB5-82CA6A513E17}">
      <dgm:prSet/>
      <dgm:spPr/>
      <dgm:t>
        <a:bodyPr/>
        <a:lstStyle/>
        <a:p>
          <a:endParaRPr lang="en-US"/>
        </a:p>
      </dgm:t>
    </dgm:pt>
    <dgm:pt modelId="{500F95C5-42F5-43B6-9EBA-FFDF2EB09D3F}">
      <dgm:prSet/>
      <dgm:spPr/>
      <dgm:t>
        <a:bodyPr/>
        <a:lstStyle/>
        <a:p>
          <a:r>
            <a:rPr lang="en-US"/>
            <a:t>is hashing the block header repeatedly,</a:t>
          </a:r>
          <a:r>
            <a:rPr lang="tr-TR"/>
            <a:t> </a:t>
          </a:r>
          <a:endParaRPr lang="en-US"/>
        </a:p>
      </dgm:t>
    </dgm:pt>
    <dgm:pt modelId="{13C3137D-0E15-4F51-A7B8-8DE68001B1E2}" type="parTrans" cxnId="{0CDAE513-A2AD-4A41-8D31-931DA383071A}">
      <dgm:prSet/>
      <dgm:spPr/>
      <dgm:t>
        <a:bodyPr/>
        <a:lstStyle/>
        <a:p>
          <a:endParaRPr lang="en-US"/>
        </a:p>
      </dgm:t>
    </dgm:pt>
    <dgm:pt modelId="{1224C491-FC36-4E46-896D-7344DDC9F823}" type="sibTrans" cxnId="{0CDAE513-A2AD-4A41-8D31-931DA383071A}">
      <dgm:prSet/>
      <dgm:spPr/>
      <dgm:t>
        <a:bodyPr/>
        <a:lstStyle/>
        <a:p>
          <a:endParaRPr lang="en-US"/>
        </a:p>
      </dgm:t>
    </dgm:pt>
    <dgm:pt modelId="{DD7A8E87-5728-4ADE-99FB-8E1FE782CA24}">
      <dgm:prSet/>
      <dgm:spPr/>
      <dgm:t>
        <a:bodyPr/>
        <a:lstStyle/>
        <a:p>
          <a:r>
            <a:rPr lang="en-US"/>
            <a:t>changing one parameter, </a:t>
          </a:r>
        </a:p>
      </dgm:t>
    </dgm:pt>
    <dgm:pt modelId="{B3B3B055-11A3-4DA3-ABB7-59871D16EE33}" type="parTrans" cxnId="{E0E8EA80-6E21-4808-8DD1-4AE4946AD048}">
      <dgm:prSet/>
      <dgm:spPr/>
      <dgm:t>
        <a:bodyPr/>
        <a:lstStyle/>
        <a:p>
          <a:endParaRPr lang="en-US"/>
        </a:p>
      </dgm:t>
    </dgm:pt>
    <dgm:pt modelId="{F3506987-5005-427F-97B3-2E2E5B10CE33}" type="sibTrans" cxnId="{E0E8EA80-6E21-4808-8DD1-4AE4946AD048}">
      <dgm:prSet/>
      <dgm:spPr/>
      <dgm:t>
        <a:bodyPr/>
        <a:lstStyle/>
        <a:p>
          <a:endParaRPr lang="en-US"/>
        </a:p>
      </dgm:t>
    </dgm:pt>
    <dgm:pt modelId="{F94DB3F3-BBC8-4C90-859B-B0B25CB16B41}">
      <dgm:prSet/>
      <dgm:spPr/>
      <dgm:t>
        <a:bodyPr/>
        <a:lstStyle/>
        <a:p>
          <a:r>
            <a:rPr lang="en-US"/>
            <a:t>until the resulting hash matches a specific target</a:t>
          </a:r>
        </a:p>
      </dgm:t>
    </dgm:pt>
    <dgm:pt modelId="{F9192C94-53C8-4A18-8B23-C8E2F552145F}" type="parTrans" cxnId="{FEB876DD-DA7F-4D88-8C26-24A54EAF2DFF}">
      <dgm:prSet/>
      <dgm:spPr/>
      <dgm:t>
        <a:bodyPr/>
        <a:lstStyle/>
        <a:p>
          <a:endParaRPr lang="en-US"/>
        </a:p>
      </dgm:t>
    </dgm:pt>
    <dgm:pt modelId="{6820E479-48A7-4652-8B0A-C6ED9AA6752B}" type="sibTrans" cxnId="{FEB876DD-DA7F-4D88-8C26-24A54EAF2DFF}">
      <dgm:prSet/>
      <dgm:spPr/>
      <dgm:t>
        <a:bodyPr/>
        <a:lstStyle/>
        <a:p>
          <a:endParaRPr lang="en-US"/>
        </a:p>
      </dgm:t>
    </dgm:pt>
    <dgm:pt modelId="{4B864751-9519-4585-A892-368383A20D4A}">
      <dgm:prSet/>
      <dgm:spPr/>
      <dgm:t>
        <a:bodyPr/>
        <a:lstStyle/>
        <a:p>
          <a:r>
            <a:rPr lang="tr-TR"/>
            <a:t>The has </a:t>
          </a:r>
          <a:r>
            <a:rPr lang="en-US"/>
            <a:t>function’s result</a:t>
          </a:r>
        </a:p>
      </dgm:t>
    </dgm:pt>
    <dgm:pt modelId="{1A422580-F73E-4972-93DD-8DBF9E85C839}" type="parTrans" cxnId="{4D6CA478-6839-4065-AB07-AA011CF3E9F8}">
      <dgm:prSet/>
      <dgm:spPr/>
      <dgm:t>
        <a:bodyPr/>
        <a:lstStyle/>
        <a:p>
          <a:endParaRPr lang="en-US"/>
        </a:p>
      </dgm:t>
    </dgm:pt>
    <dgm:pt modelId="{E47CB192-AAA2-48C2-BD46-A096008D3BE5}" type="sibTrans" cxnId="{4D6CA478-6839-4065-AB07-AA011CF3E9F8}">
      <dgm:prSet/>
      <dgm:spPr/>
      <dgm:t>
        <a:bodyPr/>
        <a:lstStyle/>
        <a:p>
          <a:endParaRPr lang="en-US"/>
        </a:p>
      </dgm:t>
    </dgm:pt>
    <dgm:pt modelId="{B0C25A6E-F261-4EC1-96C7-BF4C5256F22D}">
      <dgm:prSet/>
      <dgm:spPr/>
      <dgm:t>
        <a:bodyPr/>
        <a:lstStyle/>
        <a:p>
          <a:r>
            <a:rPr lang="en-US"/>
            <a:t>cannot be determined in advance, </a:t>
          </a:r>
        </a:p>
      </dgm:t>
    </dgm:pt>
    <dgm:pt modelId="{87A99901-E600-4619-A4F6-2FFF948F3095}" type="parTrans" cxnId="{27FC2A9F-D2FA-4E2B-9813-7FD13D960E9F}">
      <dgm:prSet/>
      <dgm:spPr/>
      <dgm:t>
        <a:bodyPr/>
        <a:lstStyle/>
        <a:p>
          <a:endParaRPr lang="en-US"/>
        </a:p>
      </dgm:t>
    </dgm:pt>
    <dgm:pt modelId="{5F8D19E0-D03E-4FFB-81C8-32CBAD4CBB2B}" type="sibTrans" cxnId="{27FC2A9F-D2FA-4E2B-9813-7FD13D960E9F}">
      <dgm:prSet/>
      <dgm:spPr/>
      <dgm:t>
        <a:bodyPr/>
        <a:lstStyle/>
        <a:p>
          <a:endParaRPr lang="en-US"/>
        </a:p>
      </dgm:t>
    </dgm:pt>
    <dgm:pt modelId="{72E733D5-ACC0-44F8-A15D-E012595D85F4}">
      <dgm:prSet/>
      <dgm:spPr/>
      <dgm:t>
        <a:bodyPr/>
        <a:lstStyle/>
        <a:p>
          <a:r>
            <a:rPr lang="en-US"/>
            <a:t>No</a:t>
          </a:r>
          <a:r>
            <a:rPr lang="tr-TR"/>
            <a:t> </a:t>
          </a:r>
          <a:r>
            <a:rPr lang="en-US"/>
            <a:t>pattern be created </a:t>
          </a:r>
        </a:p>
      </dgm:t>
    </dgm:pt>
    <dgm:pt modelId="{02B8CA84-70AA-4FC8-833D-9133EDEB4704}" type="parTrans" cxnId="{0450CB22-BEA6-4EF1-8CC9-429F9DFD0D95}">
      <dgm:prSet/>
      <dgm:spPr/>
      <dgm:t>
        <a:bodyPr/>
        <a:lstStyle/>
        <a:p>
          <a:endParaRPr lang="en-US"/>
        </a:p>
      </dgm:t>
    </dgm:pt>
    <dgm:pt modelId="{3635065D-16F8-4BF1-B060-A9CFB649BBF6}" type="sibTrans" cxnId="{0450CB22-BEA6-4EF1-8CC9-429F9DFD0D95}">
      <dgm:prSet/>
      <dgm:spPr/>
      <dgm:t>
        <a:bodyPr/>
        <a:lstStyle/>
        <a:p>
          <a:endParaRPr lang="en-US"/>
        </a:p>
      </dgm:t>
    </dgm:pt>
    <dgm:pt modelId="{57F64484-F781-4962-A8AD-E6B302BFF071}">
      <dgm:prSet/>
      <dgm:spPr/>
      <dgm:t>
        <a:bodyPr/>
        <a:lstStyle/>
        <a:p>
          <a:r>
            <a:rPr lang="tr-TR"/>
            <a:t>to</a:t>
          </a:r>
          <a:r>
            <a:rPr lang="en-US"/>
            <a:t> produce a specific hash value.</a:t>
          </a:r>
        </a:p>
      </dgm:t>
    </dgm:pt>
    <dgm:pt modelId="{8112E627-913A-45AA-AD51-C2055224989A}" type="parTrans" cxnId="{2A503824-485C-4B34-B652-66E04C82A77D}">
      <dgm:prSet/>
      <dgm:spPr/>
      <dgm:t>
        <a:bodyPr/>
        <a:lstStyle/>
        <a:p>
          <a:endParaRPr lang="en-US"/>
        </a:p>
      </dgm:t>
    </dgm:pt>
    <dgm:pt modelId="{EFE4C44A-2C38-49CB-86A1-224750E037B9}" type="sibTrans" cxnId="{2A503824-485C-4B34-B652-66E04C82A77D}">
      <dgm:prSet/>
      <dgm:spPr/>
      <dgm:t>
        <a:bodyPr/>
        <a:lstStyle/>
        <a:p>
          <a:endParaRPr lang="en-US"/>
        </a:p>
      </dgm:t>
    </dgm:pt>
    <dgm:pt modelId="{4E8BCD9F-265E-4D71-B429-C372A602FFA7}" type="pres">
      <dgm:prSet presAssocID="{61AF3D32-1316-4999-9A35-36CAF98A3758}" presName="linear" presStyleCnt="0">
        <dgm:presLayoutVars>
          <dgm:dir/>
          <dgm:animLvl val="lvl"/>
          <dgm:resizeHandles val="exact"/>
        </dgm:presLayoutVars>
      </dgm:prSet>
      <dgm:spPr/>
    </dgm:pt>
    <dgm:pt modelId="{0C648095-A3B1-4B23-B73F-057ACC5C5FB4}" type="pres">
      <dgm:prSet presAssocID="{B5DCCEE3-24A7-43F0-AFF9-85014D796E81}" presName="parentLin" presStyleCnt="0"/>
      <dgm:spPr/>
    </dgm:pt>
    <dgm:pt modelId="{7A68909D-4934-492D-8DFC-5595E4CE2628}" type="pres">
      <dgm:prSet presAssocID="{B5DCCEE3-24A7-43F0-AFF9-85014D796E81}" presName="parentLeftMargin" presStyleLbl="node1" presStyleIdx="0" presStyleCnt="4"/>
      <dgm:spPr/>
    </dgm:pt>
    <dgm:pt modelId="{1B0ADF9F-A8D3-4EB1-A43E-B1331ABA76C3}" type="pres">
      <dgm:prSet presAssocID="{B5DCCEE3-24A7-43F0-AFF9-85014D796E81}" presName="parentText" presStyleLbl="node1" presStyleIdx="0" presStyleCnt="4">
        <dgm:presLayoutVars>
          <dgm:chMax val="0"/>
          <dgm:bulletEnabled val="1"/>
        </dgm:presLayoutVars>
      </dgm:prSet>
      <dgm:spPr/>
    </dgm:pt>
    <dgm:pt modelId="{D28ACB8D-7D22-4B66-88C7-44751F861674}" type="pres">
      <dgm:prSet presAssocID="{B5DCCEE3-24A7-43F0-AFF9-85014D796E81}" presName="negativeSpace" presStyleCnt="0"/>
      <dgm:spPr/>
    </dgm:pt>
    <dgm:pt modelId="{E8A03026-58C8-46AD-B72D-C4258FC9613C}" type="pres">
      <dgm:prSet presAssocID="{B5DCCEE3-24A7-43F0-AFF9-85014D796E81}" presName="childText" presStyleLbl="conFgAcc1" presStyleIdx="0" presStyleCnt="4">
        <dgm:presLayoutVars>
          <dgm:bulletEnabled val="1"/>
        </dgm:presLayoutVars>
      </dgm:prSet>
      <dgm:spPr/>
    </dgm:pt>
    <dgm:pt modelId="{639C44FA-08F3-4F64-921D-A0EFD57AE32C}" type="pres">
      <dgm:prSet presAssocID="{8B646D34-90B9-455B-9458-973C626F0E0E}" presName="spaceBetweenRectangles" presStyleCnt="0"/>
      <dgm:spPr/>
    </dgm:pt>
    <dgm:pt modelId="{103D61E2-4CE8-4109-B956-080CC96C8780}" type="pres">
      <dgm:prSet presAssocID="{F0B6C1E9-C2F9-444A-AD67-8BC706EB6979}" presName="parentLin" presStyleCnt="0"/>
      <dgm:spPr/>
    </dgm:pt>
    <dgm:pt modelId="{734DB6CD-93DF-4F06-9A8D-F44B60BA13B1}" type="pres">
      <dgm:prSet presAssocID="{F0B6C1E9-C2F9-444A-AD67-8BC706EB6979}" presName="parentLeftMargin" presStyleLbl="node1" presStyleIdx="0" presStyleCnt="4"/>
      <dgm:spPr/>
    </dgm:pt>
    <dgm:pt modelId="{ABA6777A-ADAB-4FBD-A2C6-479A0221936F}" type="pres">
      <dgm:prSet presAssocID="{F0B6C1E9-C2F9-444A-AD67-8BC706EB6979}" presName="parentText" presStyleLbl="node1" presStyleIdx="1" presStyleCnt="4">
        <dgm:presLayoutVars>
          <dgm:chMax val="0"/>
          <dgm:bulletEnabled val="1"/>
        </dgm:presLayoutVars>
      </dgm:prSet>
      <dgm:spPr/>
    </dgm:pt>
    <dgm:pt modelId="{E0E85BA5-4C39-43EE-A338-B0C171D3BB47}" type="pres">
      <dgm:prSet presAssocID="{F0B6C1E9-C2F9-444A-AD67-8BC706EB6979}" presName="negativeSpace" presStyleCnt="0"/>
      <dgm:spPr/>
    </dgm:pt>
    <dgm:pt modelId="{24F4763D-BB76-4772-BEAF-4728DEA8B7EC}" type="pres">
      <dgm:prSet presAssocID="{F0B6C1E9-C2F9-444A-AD67-8BC706EB6979}" presName="childText" presStyleLbl="conFgAcc1" presStyleIdx="1" presStyleCnt="4">
        <dgm:presLayoutVars>
          <dgm:bulletEnabled val="1"/>
        </dgm:presLayoutVars>
      </dgm:prSet>
      <dgm:spPr/>
    </dgm:pt>
    <dgm:pt modelId="{88979F36-9105-4969-8B11-8E506266C4A9}" type="pres">
      <dgm:prSet presAssocID="{C82CFD9E-461F-4B5D-BAB3-5BB6B1FB7F8D}" presName="spaceBetweenRectangles" presStyleCnt="0"/>
      <dgm:spPr/>
    </dgm:pt>
    <dgm:pt modelId="{12E0EF56-F034-42EF-A542-73C7EC0EEB1B}" type="pres">
      <dgm:prSet presAssocID="{4B864751-9519-4585-A892-368383A20D4A}" presName="parentLin" presStyleCnt="0"/>
      <dgm:spPr/>
    </dgm:pt>
    <dgm:pt modelId="{7A89217E-BCBA-444A-B3EE-6B91C9EA845A}" type="pres">
      <dgm:prSet presAssocID="{4B864751-9519-4585-A892-368383A20D4A}" presName="parentLeftMargin" presStyleLbl="node1" presStyleIdx="1" presStyleCnt="4"/>
      <dgm:spPr/>
    </dgm:pt>
    <dgm:pt modelId="{C259A99B-9808-4A8F-B408-7D464770C92E}" type="pres">
      <dgm:prSet presAssocID="{4B864751-9519-4585-A892-368383A20D4A}" presName="parentText" presStyleLbl="node1" presStyleIdx="2" presStyleCnt="4">
        <dgm:presLayoutVars>
          <dgm:chMax val="0"/>
          <dgm:bulletEnabled val="1"/>
        </dgm:presLayoutVars>
      </dgm:prSet>
      <dgm:spPr/>
    </dgm:pt>
    <dgm:pt modelId="{BD1CF7D6-A2BB-45B8-8309-B1FB024908F4}" type="pres">
      <dgm:prSet presAssocID="{4B864751-9519-4585-A892-368383A20D4A}" presName="negativeSpace" presStyleCnt="0"/>
      <dgm:spPr/>
    </dgm:pt>
    <dgm:pt modelId="{96A94EBB-998B-49CC-B804-8031C2759C58}" type="pres">
      <dgm:prSet presAssocID="{4B864751-9519-4585-A892-368383A20D4A}" presName="childText" presStyleLbl="conFgAcc1" presStyleIdx="2" presStyleCnt="4">
        <dgm:presLayoutVars>
          <dgm:bulletEnabled val="1"/>
        </dgm:presLayoutVars>
      </dgm:prSet>
      <dgm:spPr/>
    </dgm:pt>
    <dgm:pt modelId="{B19685CD-473B-4E59-9502-3D35214E709A}" type="pres">
      <dgm:prSet presAssocID="{E47CB192-AAA2-48C2-BD46-A096008D3BE5}" presName="spaceBetweenRectangles" presStyleCnt="0"/>
      <dgm:spPr/>
    </dgm:pt>
    <dgm:pt modelId="{BBEC548E-B909-4390-8BC6-E50956DED49F}" type="pres">
      <dgm:prSet presAssocID="{72E733D5-ACC0-44F8-A15D-E012595D85F4}" presName="parentLin" presStyleCnt="0"/>
      <dgm:spPr/>
    </dgm:pt>
    <dgm:pt modelId="{6693B00A-88B2-4FDE-AF04-09FEF80B7D2B}" type="pres">
      <dgm:prSet presAssocID="{72E733D5-ACC0-44F8-A15D-E012595D85F4}" presName="parentLeftMargin" presStyleLbl="node1" presStyleIdx="2" presStyleCnt="4"/>
      <dgm:spPr/>
    </dgm:pt>
    <dgm:pt modelId="{CA53433B-543A-4D6C-9C4D-9938E48B8423}" type="pres">
      <dgm:prSet presAssocID="{72E733D5-ACC0-44F8-A15D-E012595D85F4}" presName="parentText" presStyleLbl="node1" presStyleIdx="3" presStyleCnt="4">
        <dgm:presLayoutVars>
          <dgm:chMax val="0"/>
          <dgm:bulletEnabled val="1"/>
        </dgm:presLayoutVars>
      </dgm:prSet>
      <dgm:spPr/>
    </dgm:pt>
    <dgm:pt modelId="{C00FB32F-3E31-4506-9F3E-EB5C0A7EE68A}" type="pres">
      <dgm:prSet presAssocID="{72E733D5-ACC0-44F8-A15D-E012595D85F4}" presName="negativeSpace" presStyleCnt="0"/>
      <dgm:spPr/>
    </dgm:pt>
    <dgm:pt modelId="{04B23DE7-E3DE-4B16-8C5A-09C628B03D83}" type="pres">
      <dgm:prSet presAssocID="{72E733D5-ACC0-44F8-A15D-E012595D85F4}" presName="childText" presStyleLbl="conFgAcc1" presStyleIdx="3" presStyleCnt="4">
        <dgm:presLayoutVars>
          <dgm:bulletEnabled val="1"/>
        </dgm:presLayoutVars>
      </dgm:prSet>
      <dgm:spPr/>
    </dgm:pt>
  </dgm:ptLst>
  <dgm:cxnLst>
    <dgm:cxn modelId="{94273108-5927-45AD-8FD6-C48F81DCFD2A}" type="presOf" srcId="{F94DB3F3-BBC8-4C90-859B-B0B25CB16B41}" destId="{24F4763D-BB76-4772-BEAF-4728DEA8B7EC}" srcOrd="0" destOrd="2" presId="urn:microsoft.com/office/officeart/2005/8/layout/list1"/>
    <dgm:cxn modelId="{29C6150B-5757-408B-9BB5-82CA6A513E17}" srcId="{61AF3D32-1316-4999-9A35-36CAF98A3758}" destId="{F0B6C1E9-C2F9-444A-AD67-8BC706EB6979}" srcOrd="1" destOrd="0" parTransId="{57185A9E-60EA-4D9A-9B6D-C5866DC390EA}" sibTransId="{C82CFD9E-461F-4B5D-BAB3-5BB6B1FB7F8D}"/>
    <dgm:cxn modelId="{0CDAE513-A2AD-4A41-8D31-931DA383071A}" srcId="{F0B6C1E9-C2F9-444A-AD67-8BC706EB6979}" destId="{500F95C5-42F5-43B6-9EBA-FFDF2EB09D3F}" srcOrd="0" destOrd="0" parTransId="{13C3137D-0E15-4F51-A7B8-8DE68001B1E2}" sibTransId="{1224C491-FC36-4E46-896D-7344DDC9F823}"/>
    <dgm:cxn modelId="{4B621519-10BB-4C02-B85E-334193992C73}" type="presOf" srcId="{57F64484-F781-4962-A8AD-E6B302BFF071}" destId="{04B23DE7-E3DE-4B16-8C5A-09C628B03D83}" srcOrd="0" destOrd="0" presId="urn:microsoft.com/office/officeart/2005/8/layout/list1"/>
    <dgm:cxn modelId="{0450CB22-BEA6-4EF1-8CC9-429F9DFD0D95}" srcId="{61AF3D32-1316-4999-9A35-36CAF98A3758}" destId="{72E733D5-ACC0-44F8-A15D-E012595D85F4}" srcOrd="3" destOrd="0" parTransId="{02B8CA84-70AA-4FC8-833D-9133EDEB4704}" sibTransId="{3635065D-16F8-4BF1-B060-A9CFB649BBF6}"/>
    <dgm:cxn modelId="{2A503824-485C-4B34-B652-66E04C82A77D}" srcId="{72E733D5-ACC0-44F8-A15D-E012595D85F4}" destId="{57F64484-F781-4962-A8AD-E6B302BFF071}" srcOrd="0" destOrd="0" parTransId="{8112E627-913A-45AA-AD51-C2055224989A}" sibTransId="{EFE4C44A-2C38-49CB-86A1-224750E037B9}"/>
    <dgm:cxn modelId="{25197436-71D2-43A7-B28D-9376DAADBB79}" type="presOf" srcId="{F0B6C1E9-C2F9-444A-AD67-8BC706EB6979}" destId="{ABA6777A-ADAB-4FBD-A2C6-479A0221936F}" srcOrd="1" destOrd="0" presId="urn:microsoft.com/office/officeart/2005/8/layout/list1"/>
    <dgm:cxn modelId="{4AE8903B-67AE-447F-8B52-F32758F760AE}" srcId="{B5DCCEE3-24A7-43F0-AFF9-85014D796E81}" destId="{588EAD13-AC47-4460-8CA0-4F45BDEAD0E6}" srcOrd="0" destOrd="0" parTransId="{5EE0F3D8-A0F0-4A5A-8F77-1F43C59F35A8}" sibTransId="{A8C170BF-3541-4780-BD05-C759CE719FCD}"/>
    <dgm:cxn modelId="{013D8C40-C2E2-4F5A-8E21-1545E25237B5}" type="presOf" srcId="{72E733D5-ACC0-44F8-A15D-E012595D85F4}" destId="{CA53433B-543A-4D6C-9C4D-9938E48B8423}" srcOrd="1" destOrd="0" presId="urn:microsoft.com/office/officeart/2005/8/layout/list1"/>
    <dgm:cxn modelId="{440B0B42-08F6-40A7-9D9C-7E472070C03B}" type="presOf" srcId="{B5DCCEE3-24A7-43F0-AFF9-85014D796E81}" destId="{7A68909D-4934-492D-8DFC-5595E4CE2628}" srcOrd="0" destOrd="0" presId="urn:microsoft.com/office/officeart/2005/8/layout/list1"/>
    <dgm:cxn modelId="{DAF0D166-05F1-4791-8C9D-EFAD574BA670}" type="presOf" srcId="{B5DCCEE3-24A7-43F0-AFF9-85014D796E81}" destId="{1B0ADF9F-A8D3-4EB1-A43E-B1331ABA76C3}" srcOrd="1" destOrd="0" presId="urn:microsoft.com/office/officeart/2005/8/layout/list1"/>
    <dgm:cxn modelId="{4F02864D-FE6E-4F7E-A3DB-5DE89BE139EB}" type="presOf" srcId="{B0C25A6E-F261-4EC1-96C7-BF4C5256F22D}" destId="{96A94EBB-998B-49CC-B804-8031C2759C58}" srcOrd="0" destOrd="0" presId="urn:microsoft.com/office/officeart/2005/8/layout/list1"/>
    <dgm:cxn modelId="{EB81DE75-6E9E-4D52-A815-67E3CA76FCC8}" type="presOf" srcId="{72E733D5-ACC0-44F8-A15D-E012595D85F4}" destId="{6693B00A-88B2-4FDE-AF04-09FEF80B7D2B}" srcOrd="0" destOrd="0" presId="urn:microsoft.com/office/officeart/2005/8/layout/list1"/>
    <dgm:cxn modelId="{4D6CA478-6839-4065-AB07-AA011CF3E9F8}" srcId="{61AF3D32-1316-4999-9A35-36CAF98A3758}" destId="{4B864751-9519-4585-A892-368383A20D4A}" srcOrd="2" destOrd="0" parTransId="{1A422580-F73E-4972-93DD-8DBF9E85C839}" sibTransId="{E47CB192-AAA2-48C2-BD46-A096008D3BE5}"/>
    <dgm:cxn modelId="{C13E615A-81A3-48FC-997E-B609A2FF4AC8}" srcId="{61AF3D32-1316-4999-9A35-36CAF98A3758}" destId="{B5DCCEE3-24A7-43F0-AFF9-85014D796E81}" srcOrd="0" destOrd="0" parTransId="{4ED4B281-7A5C-4884-893C-D9D1C49667E3}" sibTransId="{8B646D34-90B9-455B-9458-973C626F0E0E}"/>
    <dgm:cxn modelId="{E0E8EA80-6E21-4808-8DD1-4AE4946AD048}" srcId="{F0B6C1E9-C2F9-444A-AD67-8BC706EB6979}" destId="{DD7A8E87-5728-4ADE-99FB-8E1FE782CA24}" srcOrd="1" destOrd="0" parTransId="{B3B3B055-11A3-4DA3-ABB7-59871D16EE33}" sibTransId="{F3506987-5005-427F-97B3-2E2E5B10CE33}"/>
    <dgm:cxn modelId="{27FC2A9F-D2FA-4E2B-9813-7FD13D960E9F}" srcId="{4B864751-9519-4585-A892-368383A20D4A}" destId="{B0C25A6E-F261-4EC1-96C7-BF4C5256F22D}" srcOrd="0" destOrd="0" parTransId="{87A99901-E600-4619-A4F6-2FFF948F3095}" sibTransId="{5F8D19E0-D03E-4FFB-81C8-32CBAD4CBB2B}"/>
    <dgm:cxn modelId="{4F6DAEB7-8695-4051-AF76-A26185F4B7AA}" type="presOf" srcId="{61AF3D32-1316-4999-9A35-36CAF98A3758}" destId="{4E8BCD9F-265E-4D71-B429-C372A602FFA7}" srcOrd="0" destOrd="0" presId="urn:microsoft.com/office/officeart/2005/8/layout/list1"/>
    <dgm:cxn modelId="{1E4C76BE-673F-458C-A400-5342D26ABE91}" type="presOf" srcId="{588EAD13-AC47-4460-8CA0-4F45BDEAD0E6}" destId="{E8A03026-58C8-46AD-B72D-C4258FC9613C}" srcOrd="0" destOrd="0" presId="urn:microsoft.com/office/officeart/2005/8/layout/list1"/>
    <dgm:cxn modelId="{21CA94CF-9222-4847-9585-D5E0947ABF77}" type="presOf" srcId="{4B864751-9519-4585-A892-368383A20D4A}" destId="{C259A99B-9808-4A8F-B408-7D464770C92E}" srcOrd="1" destOrd="0" presId="urn:microsoft.com/office/officeart/2005/8/layout/list1"/>
    <dgm:cxn modelId="{8F420BD7-3E44-4236-9115-C3994C748E70}" type="presOf" srcId="{500F95C5-42F5-43B6-9EBA-FFDF2EB09D3F}" destId="{24F4763D-BB76-4772-BEAF-4728DEA8B7EC}" srcOrd="0" destOrd="0" presId="urn:microsoft.com/office/officeart/2005/8/layout/list1"/>
    <dgm:cxn modelId="{FEB876DD-DA7F-4D88-8C26-24A54EAF2DFF}" srcId="{F0B6C1E9-C2F9-444A-AD67-8BC706EB6979}" destId="{F94DB3F3-BBC8-4C90-859B-B0B25CB16B41}" srcOrd="2" destOrd="0" parTransId="{F9192C94-53C8-4A18-8B23-C8E2F552145F}" sibTransId="{6820E479-48A7-4652-8B0A-C6ED9AA6752B}"/>
    <dgm:cxn modelId="{7E7951E1-2B84-4FA1-80E6-0DBCE9C9C205}" type="presOf" srcId="{F0B6C1E9-C2F9-444A-AD67-8BC706EB6979}" destId="{734DB6CD-93DF-4F06-9A8D-F44B60BA13B1}" srcOrd="0" destOrd="0" presId="urn:microsoft.com/office/officeart/2005/8/layout/list1"/>
    <dgm:cxn modelId="{B685D5F9-5BD8-4ACD-9B15-604D0A7C8A75}" type="presOf" srcId="{4B864751-9519-4585-A892-368383A20D4A}" destId="{7A89217E-BCBA-444A-B3EE-6B91C9EA845A}" srcOrd="0" destOrd="0" presId="urn:microsoft.com/office/officeart/2005/8/layout/list1"/>
    <dgm:cxn modelId="{4E3CC1FC-2CAA-4910-8A8B-4030570BEEF6}" type="presOf" srcId="{DD7A8E87-5728-4ADE-99FB-8E1FE782CA24}" destId="{24F4763D-BB76-4772-BEAF-4728DEA8B7EC}" srcOrd="0" destOrd="1" presId="urn:microsoft.com/office/officeart/2005/8/layout/list1"/>
    <dgm:cxn modelId="{39E09326-5FCD-4EB6-B48D-4189BE6AC1AB}" type="presParOf" srcId="{4E8BCD9F-265E-4D71-B429-C372A602FFA7}" destId="{0C648095-A3B1-4B23-B73F-057ACC5C5FB4}" srcOrd="0" destOrd="0" presId="urn:microsoft.com/office/officeart/2005/8/layout/list1"/>
    <dgm:cxn modelId="{3C8696CB-C4EE-4C4C-9130-C4AC6CA4D47B}" type="presParOf" srcId="{0C648095-A3B1-4B23-B73F-057ACC5C5FB4}" destId="{7A68909D-4934-492D-8DFC-5595E4CE2628}" srcOrd="0" destOrd="0" presId="urn:microsoft.com/office/officeart/2005/8/layout/list1"/>
    <dgm:cxn modelId="{18378CCC-DA77-4BA0-97CF-F3D13D927C32}" type="presParOf" srcId="{0C648095-A3B1-4B23-B73F-057ACC5C5FB4}" destId="{1B0ADF9F-A8D3-4EB1-A43E-B1331ABA76C3}" srcOrd="1" destOrd="0" presId="urn:microsoft.com/office/officeart/2005/8/layout/list1"/>
    <dgm:cxn modelId="{DADE3C5D-D379-4F54-86DD-52229456308C}" type="presParOf" srcId="{4E8BCD9F-265E-4D71-B429-C372A602FFA7}" destId="{D28ACB8D-7D22-4B66-88C7-44751F861674}" srcOrd="1" destOrd="0" presId="urn:microsoft.com/office/officeart/2005/8/layout/list1"/>
    <dgm:cxn modelId="{1A1DE0C8-EEF7-475C-A970-7979D68093E5}" type="presParOf" srcId="{4E8BCD9F-265E-4D71-B429-C372A602FFA7}" destId="{E8A03026-58C8-46AD-B72D-C4258FC9613C}" srcOrd="2" destOrd="0" presId="urn:microsoft.com/office/officeart/2005/8/layout/list1"/>
    <dgm:cxn modelId="{FEE7E7E8-1B49-4F1A-BB8B-950954287C06}" type="presParOf" srcId="{4E8BCD9F-265E-4D71-B429-C372A602FFA7}" destId="{639C44FA-08F3-4F64-921D-A0EFD57AE32C}" srcOrd="3" destOrd="0" presId="urn:microsoft.com/office/officeart/2005/8/layout/list1"/>
    <dgm:cxn modelId="{DCC373B8-63F8-461D-A44C-5AB99F981C07}" type="presParOf" srcId="{4E8BCD9F-265E-4D71-B429-C372A602FFA7}" destId="{103D61E2-4CE8-4109-B956-080CC96C8780}" srcOrd="4" destOrd="0" presId="urn:microsoft.com/office/officeart/2005/8/layout/list1"/>
    <dgm:cxn modelId="{20CD061D-1BDB-44EC-8D67-FA7C499DA430}" type="presParOf" srcId="{103D61E2-4CE8-4109-B956-080CC96C8780}" destId="{734DB6CD-93DF-4F06-9A8D-F44B60BA13B1}" srcOrd="0" destOrd="0" presId="urn:microsoft.com/office/officeart/2005/8/layout/list1"/>
    <dgm:cxn modelId="{D45E0A23-24F0-47A0-B3E8-554FD6EBC360}" type="presParOf" srcId="{103D61E2-4CE8-4109-B956-080CC96C8780}" destId="{ABA6777A-ADAB-4FBD-A2C6-479A0221936F}" srcOrd="1" destOrd="0" presId="urn:microsoft.com/office/officeart/2005/8/layout/list1"/>
    <dgm:cxn modelId="{B01132F3-8A05-4C69-9ECA-19D5902BDB2D}" type="presParOf" srcId="{4E8BCD9F-265E-4D71-B429-C372A602FFA7}" destId="{E0E85BA5-4C39-43EE-A338-B0C171D3BB47}" srcOrd="5" destOrd="0" presId="urn:microsoft.com/office/officeart/2005/8/layout/list1"/>
    <dgm:cxn modelId="{EA2DE091-E7DC-4540-92FF-742DA7A7E25E}" type="presParOf" srcId="{4E8BCD9F-265E-4D71-B429-C372A602FFA7}" destId="{24F4763D-BB76-4772-BEAF-4728DEA8B7EC}" srcOrd="6" destOrd="0" presId="urn:microsoft.com/office/officeart/2005/8/layout/list1"/>
    <dgm:cxn modelId="{4AEBD16F-4F39-4FB6-B6ED-9FBB4518062B}" type="presParOf" srcId="{4E8BCD9F-265E-4D71-B429-C372A602FFA7}" destId="{88979F36-9105-4969-8B11-8E506266C4A9}" srcOrd="7" destOrd="0" presId="urn:microsoft.com/office/officeart/2005/8/layout/list1"/>
    <dgm:cxn modelId="{347B99C3-EC9E-46BA-A317-5BF419FCEC59}" type="presParOf" srcId="{4E8BCD9F-265E-4D71-B429-C372A602FFA7}" destId="{12E0EF56-F034-42EF-A542-73C7EC0EEB1B}" srcOrd="8" destOrd="0" presId="urn:microsoft.com/office/officeart/2005/8/layout/list1"/>
    <dgm:cxn modelId="{D7632112-44C2-4CB7-B4EF-73438A36AF23}" type="presParOf" srcId="{12E0EF56-F034-42EF-A542-73C7EC0EEB1B}" destId="{7A89217E-BCBA-444A-B3EE-6B91C9EA845A}" srcOrd="0" destOrd="0" presId="urn:microsoft.com/office/officeart/2005/8/layout/list1"/>
    <dgm:cxn modelId="{923CE3DC-7738-40D2-B914-AD574DD78522}" type="presParOf" srcId="{12E0EF56-F034-42EF-A542-73C7EC0EEB1B}" destId="{C259A99B-9808-4A8F-B408-7D464770C92E}" srcOrd="1" destOrd="0" presId="urn:microsoft.com/office/officeart/2005/8/layout/list1"/>
    <dgm:cxn modelId="{7FF5C3D3-0910-4485-9A06-4158DC2CF03C}" type="presParOf" srcId="{4E8BCD9F-265E-4D71-B429-C372A602FFA7}" destId="{BD1CF7D6-A2BB-45B8-8309-B1FB024908F4}" srcOrd="9" destOrd="0" presId="urn:microsoft.com/office/officeart/2005/8/layout/list1"/>
    <dgm:cxn modelId="{E74EA68E-323D-4594-8F7B-AE624B18F41D}" type="presParOf" srcId="{4E8BCD9F-265E-4D71-B429-C372A602FFA7}" destId="{96A94EBB-998B-49CC-B804-8031C2759C58}" srcOrd="10" destOrd="0" presId="urn:microsoft.com/office/officeart/2005/8/layout/list1"/>
    <dgm:cxn modelId="{7F5DB5B8-05CD-4EB7-9090-3CFF1E5779E5}" type="presParOf" srcId="{4E8BCD9F-265E-4D71-B429-C372A602FFA7}" destId="{B19685CD-473B-4E59-9502-3D35214E709A}" srcOrd="11" destOrd="0" presId="urn:microsoft.com/office/officeart/2005/8/layout/list1"/>
    <dgm:cxn modelId="{5F7413E0-5363-4476-8D59-071049F64168}" type="presParOf" srcId="{4E8BCD9F-265E-4D71-B429-C372A602FFA7}" destId="{BBEC548E-B909-4390-8BC6-E50956DED49F}" srcOrd="12" destOrd="0" presId="urn:microsoft.com/office/officeart/2005/8/layout/list1"/>
    <dgm:cxn modelId="{9F756B76-E8BE-4AA5-967F-F0FFABB53194}" type="presParOf" srcId="{BBEC548E-B909-4390-8BC6-E50956DED49F}" destId="{6693B00A-88B2-4FDE-AF04-09FEF80B7D2B}" srcOrd="0" destOrd="0" presId="urn:microsoft.com/office/officeart/2005/8/layout/list1"/>
    <dgm:cxn modelId="{AB46397D-E99B-42DD-B239-728DA41C8213}" type="presParOf" srcId="{BBEC548E-B909-4390-8BC6-E50956DED49F}" destId="{CA53433B-543A-4D6C-9C4D-9938E48B8423}" srcOrd="1" destOrd="0" presId="urn:microsoft.com/office/officeart/2005/8/layout/list1"/>
    <dgm:cxn modelId="{ACE7C719-795B-4CC3-BD38-1D6C035F1AAC}" type="presParOf" srcId="{4E8BCD9F-265E-4D71-B429-C372A602FFA7}" destId="{C00FB32F-3E31-4506-9F3E-EB5C0A7EE68A}" srcOrd="13" destOrd="0" presId="urn:microsoft.com/office/officeart/2005/8/layout/list1"/>
    <dgm:cxn modelId="{A668D5A6-7797-44DF-A7FF-48CC2F3B1F46}" type="presParOf" srcId="{4E8BCD9F-265E-4D71-B429-C372A602FFA7}" destId="{04B23DE7-E3DE-4B16-8C5A-09C628B03D83}" srcOrd="14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4.xml><?xml version="1.0" encoding="utf-8"?>
<dgm:dataModel xmlns:dgm="http://schemas.openxmlformats.org/drawingml/2006/diagram" xmlns:a="http://schemas.openxmlformats.org/drawingml/2006/main">
  <dgm:ptLst>
    <dgm:pt modelId="{3E145FEF-122B-49AA-BE7F-03A7F433E688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DA2B6933-A0DB-491E-A74B-5530B345BDA9}">
      <dgm:prSet/>
      <dgm:spPr/>
      <dgm:t>
        <a:bodyPr/>
        <a:lstStyle/>
        <a:p>
          <a:r>
            <a:rPr lang="tr-TR"/>
            <a:t>the only </a:t>
          </a:r>
          <a:r>
            <a:rPr lang="en-US"/>
            <a:t>way to produce a hash result matching a specific target is </a:t>
          </a:r>
        </a:p>
      </dgm:t>
    </dgm:pt>
    <dgm:pt modelId="{A803FDF8-7901-4983-BCBC-4A9F639A0BB2}" type="parTrans" cxnId="{0D108E4E-FE5B-4329-A7B2-5FB5F42180F9}">
      <dgm:prSet/>
      <dgm:spPr/>
      <dgm:t>
        <a:bodyPr/>
        <a:lstStyle/>
        <a:p>
          <a:endParaRPr lang="en-US"/>
        </a:p>
      </dgm:t>
    </dgm:pt>
    <dgm:pt modelId="{DBBD06D2-790D-42BF-BC89-94BDCBA6BFC5}" type="sibTrans" cxnId="{0D108E4E-FE5B-4329-A7B2-5FB5F42180F9}">
      <dgm:prSet/>
      <dgm:spPr/>
      <dgm:t>
        <a:bodyPr/>
        <a:lstStyle/>
        <a:p>
          <a:endParaRPr lang="en-US"/>
        </a:p>
      </dgm:t>
    </dgm:pt>
    <dgm:pt modelId="{CBA63744-058F-4901-9263-932C836D933D}">
      <dgm:prSet/>
      <dgm:spPr/>
      <dgm:t>
        <a:bodyPr/>
        <a:lstStyle/>
        <a:p>
          <a:r>
            <a:rPr lang="en-US"/>
            <a:t>to try again and again, randomly</a:t>
          </a:r>
          <a:r>
            <a:rPr lang="tr-TR"/>
            <a:t> </a:t>
          </a:r>
          <a:r>
            <a:rPr lang="en-US"/>
            <a:t>modifying the input</a:t>
          </a:r>
        </a:p>
      </dgm:t>
    </dgm:pt>
    <dgm:pt modelId="{C4DE5376-85CA-4DB9-B566-870EF45F5CB3}" type="parTrans" cxnId="{E944AB31-9DA7-4115-9B8D-EA0417B51926}">
      <dgm:prSet/>
      <dgm:spPr/>
      <dgm:t>
        <a:bodyPr/>
        <a:lstStyle/>
        <a:p>
          <a:endParaRPr lang="en-US"/>
        </a:p>
      </dgm:t>
    </dgm:pt>
    <dgm:pt modelId="{BB35D202-5F5A-445D-80F0-38A70A9F9601}" type="sibTrans" cxnId="{E944AB31-9DA7-4115-9B8D-EA0417B51926}">
      <dgm:prSet/>
      <dgm:spPr/>
      <dgm:t>
        <a:bodyPr/>
        <a:lstStyle/>
        <a:p>
          <a:endParaRPr lang="en-US"/>
        </a:p>
      </dgm:t>
    </dgm:pt>
    <dgm:pt modelId="{E615EFD5-E360-47C0-934D-3AC6C3D05DC9}">
      <dgm:prSet/>
      <dgm:spPr/>
      <dgm:t>
        <a:bodyPr/>
        <a:lstStyle/>
        <a:p>
          <a:r>
            <a:rPr lang="en-US"/>
            <a:t>until the desired hash result appears by chance.</a:t>
          </a:r>
        </a:p>
      </dgm:t>
    </dgm:pt>
    <dgm:pt modelId="{BAF81F4C-A529-4D10-80E2-A7B8A80EB13A}" type="parTrans" cxnId="{209F0A7F-00FE-4B80-890B-F9B9601ACFC9}">
      <dgm:prSet/>
      <dgm:spPr/>
      <dgm:t>
        <a:bodyPr/>
        <a:lstStyle/>
        <a:p>
          <a:endParaRPr lang="en-US"/>
        </a:p>
      </dgm:t>
    </dgm:pt>
    <dgm:pt modelId="{6632C331-8113-4C60-BE24-93C3A1F9A1DA}" type="sibTrans" cxnId="{209F0A7F-00FE-4B80-890B-F9B9601ACFC9}">
      <dgm:prSet/>
      <dgm:spPr/>
      <dgm:t>
        <a:bodyPr/>
        <a:lstStyle/>
        <a:p>
          <a:endParaRPr lang="en-US"/>
        </a:p>
      </dgm:t>
    </dgm:pt>
    <dgm:pt modelId="{83D24288-0683-4724-B0A2-46FC0E7C34BB}" type="pres">
      <dgm:prSet presAssocID="{3E145FEF-122B-49AA-BE7F-03A7F433E688}" presName="linear" presStyleCnt="0">
        <dgm:presLayoutVars>
          <dgm:dir/>
          <dgm:animLvl val="lvl"/>
          <dgm:resizeHandles val="exact"/>
        </dgm:presLayoutVars>
      </dgm:prSet>
      <dgm:spPr/>
    </dgm:pt>
    <dgm:pt modelId="{BE2F9FDD-A972-4950-8596-16DA1C294FE0}" type="pres">
      <dgm:prSet presAssocID="{DA2B6933-A0DB-491E-A74B-5530B345BDA9}" presName="parentLin" presStyleCnt="0"/>
      <dgm:spPr/>
    </dgm:pt>
    <dgm:pt modelId="{12417A76-AED1-4323-B922-4541532B1A13}" type="pres">
      <dgm:prSet presAssocID="{DA2B6933-A0DB-491E-A74B-5530B345BDA9}" presName="parentLeftMargin" presStyleLbl="node1" presStyleIdx="0" presStyleCnt="1"/>
      <dgm:spPr/>
    </dgm:pt>
    <dgm:pt modelId="{020E3435-2136-48DD-9ED6-157C4DAE78D7}" type="pres">
      <dgm:prSet presAssocID="{DA2B6933-A0DB-491E-A74B-5530B345BDA9}" presName="parentText" presStyleLbl="node1" presStyleIdx="0" presStyleCnt="1">
        <dgm:presLayoutVars>
          <dgm:chMax val="0"/>
          <dgm:bulletEnabled val="1"/>
        </dgm:presLayoutVars>
      </dgm:prSet>
      <dgm:spPr/>
    </dgm:pt>
    <dgm:pt modelId="{3375115F-9DA6-4B50-AD3B-2ED8A990AF02}" type="pres">
      <dgm:prSet presAssocID="{DA2B6933-A0DB-491E-A74B-5530B345BDA9}" presName="negativeSpace" presStyleCnt="0"/>
      <dgm:spPr/>
    </dgm:pt>
    <dgm:pt modelId="{30C59816-4826-430A-A431-72AB2BAB37E7}" type="pres">
      <dgm:prSet presAssocID="{DA2B6933-A0DB-491E-A74B-5530B345BDA9}" presName="childText" presStyleLbl="conFgAcc1" presStyleIdx="0" presStyleCnt="1">
        <dgm:presLayoutVars>
          <dgm:bulletEnabled val="1"/>
        </dgm:presLayoutVars>
      </dgm:prSet>
      <dgm:spPr/>
    </dgm:pt>
  </dgm:ptLst>
  <dgm:cxnLst>
    <dgm:cxn modelId="{1958370B-4735-4CA0-A58E-02B82F8D4124}" type="presOf" srcId="{DA2B6933-A0DB-491E-A74B-5530B345BDA9}" destId="{12417A76-AED1-4323-B922-4541532B1A13}" srcOrd="0" destOrd="0" presId="urn:microsoft.com/office/officeart/2005/8/layout/list1"/>
    <dgm:cxn modelId="{E944AB31-9DA7-4115-9B8D-EA0417B51926}" srcId="{DA2B6933-A0DB-491E-A74B-5530B345BDA9}" destId="{CBA63744-058F-4901-9263-932C836D933D}" srcOrd="0" destOrd="0" parTransId="{C4DE5376-85CA-4DB9-B566-870EF45F5CB3}" sibTransId="{BB35D202-5F5A-445D-80F0-38A70A9F9601}"/>
    <dgm:cxn modelId="{03F44D4E-8117-4282-BE35-F219D9099717}" type="presOf" srcId="{CBA63744-058F-4901-9263-932C836D933D}" destId="{30C59816-4826-430A-A431-72AB2BAB37E7}" srcOrd="0" destOrd="0" presId="urn:microsoft.com/office/officeart/2005/8/layout/list1"/>
    <dgm:cxn modelId="{0D108E4E-FE5B-4329-A7B2-5FB5F42180F9}" srcId="{3E145FEF-122B-49AA-BE7F-03A7F433E688}" destId="{DA2B6933-A0DB-491E-A74B-5530B345BDA9}" srcOrd="0" destOrd="0" parTransId="{A803FDF8-7901-4983-BCBC-4A9F639A0BB2}" sibTransId="{DBBD06D2-790D-42BF-BC89-94BDCBA6BFC5}"/>
    <dgm:cxn modelId="{209F0A7F-00FE-4B80-890B-F9B9601ACFC9}" srcId="{DA2B6933-A0DB-491E-A74B-5530B345BDA9}" destId="{E615EFD5-E360-47C0-934D-3AC6C3D05DC9}" srcOrd="1" destOrd="0" parTransId="{BAF81F4C-A529-4D10-80E2-A7B8A80EB13A}" sibTransId="{6632C331-8113-4C60-BE24-93C3A1F9A1DA}"/>
    <dgm:cxn modelId="{38CF0A95-CC21-431A-A558-848782D6B3E3}" type="presOf" srcId="{DA2B6933-A0DB-491E-A74B-5530B345BDA9}" destId="{020E3435-2136-48DD-9ED6-157C4DAE78D7}" srcOrd="1" destOrd="0" presId="urn:microsoft.com/office/officeart/2005/8/layout/list1"/>
    <dgm:cxn modelId="{855C2BAD-F922-41DA-A26A-8C5747BAA439}" type="presOf" srcId="{3E145FEF-122B-49AA-BE7F-03A7F433E688}" destId="{83D24288-0683-4724-B0A2-46FC0E7C34BB}" srcOrd="0" destOrd="0" presId="urn:microsoft.com/office/officeart/2005/8/layout/list1"/>
    <dgm:cxn modelId="{AECC89FC-AC39-4F75-9184-D8042A581261}" type="presOf" srcId="{E615EFD5-E360-47C0-934D-3AC6C3D05DC9}" destId="{30C59816-4826-430A-A431-72AB2BAB37E7}" srcOrd="0" destOrd="1" presId="urn:microsoft.com/office/officeart/2005/8/layout/list1"/>
    <dgm:cxn modelId="{C9158DF8-2702-4AC6-A779-693C397CA053}" type="presParOf" srcId="{83D24288-0683-4724-B0A2-46FC0E7C34BB}" destId="{BE2F9FDD-A972-4950-8596-16DA1C294FE0}" srcOrd="0" destOrd="0" presId="urn:microsoft.com/office/officeart/2005/8/layout/list1"/>
    <dgm:cxn modelId="{346AC40E-A748-4FA1-80B2-1B539EE1F268}" type="presParOf" srcId="{BE2F9FDD-A972-4950-8596-16DA1C294FE0}" destId="{12417A76-AED1-4323-B922-4541532B1A13}" srcOrd="0" destOrd="0" presId="urn:microsoft.com/office/officeart/2005/8/layout/list1"/>
    <dgm:cxn modelId="{98EAA054-EBFB-4E2F-9955-037650D46C83}" type="presParOf" srcId="{BE2F9FDD-A972-4950-8596-16DA1C294FE0}" destId="{020E3435-2136-48DD-9ED6-157C4DAE78D7}" srcOrd="1" destOrd="0" presId="urn:microsoft.com/office/officeart/2005/8/layout/list1"/>
    <dgm:cxn modelId="{8E9C8482-8A52-4440-B66B-D16932232974}" type="presParOf" srcId="{83D24288-0683-4724-B0A2-46FC0E7C34BB}" destId="{3375115F-9DA6-4B50-AD3B-2ED8A990AF02}" srcOrd="1" destOrd="0" presId="urn:microsoft.com/office/officeart/2005/8/layout/list1"/>
    <dgm:cxn modelId="{49CD424D-F8BB-44C0-8BA4-F90B8EB99A97}" type="presParOf" srcId="{83D24288-0683-4724-B0A2-46FC0E7C34BB}" destId="{30C59816-4826-430A-A431-72AB2BAB37E7}" srcOrd="2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5.xml><?xml version="1.0" encoding="utf-8"?>
<dgm:dataModel xmlns:dgm="http://schemas.openxmlformats.org/drawingml/2006/diagram" xmlns:a="http://schemas.openxmlformats.org/drawingml/2006/main">
  <dgm:ptLst>
    <dgm:pt modelId="{7336A830-FD23-4655-BF1F-EBAEBB3240DE}" type="doc">
      <dgm:prSet loTypeId="urn:microsoft.com/office/officeart/2005/8/layout/vList2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E599C3AA-D3BD-495E-877A-5051E6F47812}">
      <dgm:prSet/>
      <dgm:spPr/>
      <dgm:t>
        <a:bodyPr/>
        <a:lstStyle/>
        <a:p>
          <a:r>
            <a:rPr lang="en-US" dirty="0"/>
            <a:t>A hash algorithm</a:t>
          </a:r>
        </a:p>
      </dgm:t>
    </dgm:pt>
    <dgm:pt modelId="{9B2A6DC9-389F-4F29-8CE1-ED0A7C6288EF}" type="parTrans" cxnId="{57E293E3-9A5D-4BFB-8FFE-EC7D85C22606}">
      <dgm:prSet/>
      <dgm:spPr/>
      <dgm:t>
        <a:bodyPr/>
        <a:lstStyle/>
        <a:p>
          <a:endParaRPr lang="en-US"/>
        </a:p>
      </dgm:t>
    </dgm:pt>
    <dgm:pt modelId="{B4CD1370-23CA-4631-86DE-48855DD4A8CC}" type="sibTrans" cxnId="{57E293E3-9A5D-4BFB-8FFE-EC7D85C22606}">
      <dgm:prSet/>
      <dgm:spPr/>
      <dgm:t>
        <a:bodyPr/>
        <a:lstStyle/>
        <a:p>
          <a:endParaRPr lang="en-US"/>
        </a:p>
      </dgm:t>
    </dgm:pt>
    <dgm:pt modelId="{7B940CCD-65BA-45B2-9031-ABD438B2DD2F}">
      <dgm:prSet/>
      <dgm:spPr/>
      <dgm:t>
        <a:bodyPr/>
        <a:lstStyle/>
        <a:p>
          <a:r>
            <a:rPr lang="tr-TR" dirty="0" err="1"/>
            <a:t>The</a:t>
          </a:r>
          <a:r>
            <a:rPr lang="tr-TR" dirty="0"/>
            <a:t> </a:t>
          </a:r>
          <a:r>
            <a:rPr lang="en-US" dirty="0"/>
            <a:t>resulting hash</a:t>
          </a:r>
        </a:p>
      </dgm:t>
    </dgm:pt>
    <dgm:pt modelId="{D2368FC3-C7A4-4E8B-88C3-9703254D8629}" type="parTrans" cxnId="{6C7C29B0-2D8F-4C5D-9489-ED8CB2FF959D}">
      <dgm:prSet/>
      <dgm:spPr/>
      <dgm:t>
        <a:bodyPr/>
        <a:lstStyle/>
        <a:p>
          <a:endParaRPr lang="en-US"/>
        </a:p>
      </dgm:t>
    </dgm:pt>
    <dgm:pt modelId="{4715336A-CDD0-421B-A2EF-6E63E2E45F34}" type="sibTrans" cxnId="{6C7C29B0-2D8F-4C5D-9489-ED8CB2FF959D}">
      <dgm:prSet/>
      <dgm:spPr/>
      <dgm:t>
        <a:bodyPr/>
        <a:lstStyle/>
        <a:p>
          <a:endParaRPr lang="en-US"/>
        </a:p>
      </dgm:t>
    </dgm:pt>
    <dgm:pt modelId="{4C28857D-FA5E-48D9-9053-EDF91784021E}">
      <dgm:prSet/>
      <dgm:spPr/>
      <dgm:t>
        <a:bodyPr/>
        <a:lstStyle/>
        <a:p>
          <a:r>
            <a:rPr lang="en-US" dirty="0"/>
            <a:t>The key characteristic of a cryptographic</a:t>
          </a:r>
          <a:r>
            <a:rPr lang="tr-TR" dirty="0"/>
            <a:t> </a:t>
          </a:r>
          <a:r>
            <a:rPr lang="en-US" dirty="0"/>
            <a:t>hash algorithm is</a:t>
          </a:r>
        </a:p>
      </dgm:t>
    </dgm:pt>
    <dgm:pt modelId="{CFADC5C4-B3B2-4449-9AA4-143859CB98F6}" type="parTrans" cxnId="{3CD4380D-5437-4171-AAE9-3371E5407FBF}">
      <dgm:prSet/>
      <dgm:spPr/>
      <dgm:t>
        <a:bodyPr/>
        <a:lstStyle/>
        <a:p>
          <a:endParaRPr lang="en-US"/>
        </a:p>
      </dgm:t>
    </dgm:pt>
    <dgm:pt modelId="{3D2FA6A8-25D4-4BE4-A8F4-A4ED22949710}" type="sibTrans" cxnId="{3CD4380D-5437-4171-AAE9-3371E5407FBF}">
      <dgm:prSet/>
      <dgm:spPr/>
      <dgm:t>
        <a:bodyPr/>
        <a:lstStyle/>
        <a:p>
          <a:endParaRPr lang="en-US"/>
        </a:p>
      </dgm:t>
    </dgm:pt>
    <dgm:pt modelId="{16100B45-1829-436F-946E-C236978B2920}">
      <dgm:prSet/>
      <dgm:spPr/>
      <dgm:t>
        <a:bodyPr/>
        <a:lstStyle/>
        <a:p>
          <a:r>
            <a:rPr lang="en-US" dirty="0"/>
            <a:t>Virtually</a:t>
          </a:r>
          <a:r>
            <a:rPr lang="tr-TR" dirty="0"/>
            <a:t> </a:t>
          </a:r>
          <a:r>
            <a:rPr lang="en-US" dirty="0"/>
            <a:t>impossible</a:t>
          </a:r>
        </a:p>
      </dgm:t>
    </dgm:pt>
    <dgm:pt modelId="{16E90359-A322-4B1B-A1B5-8D90BD3A3F2F}" type="parTrans" cxnId="{5F5ADC16-5A4F-4828-8CFB-0CF3B3442DFB}">
      <dgm:prSet/>
      <dgm:spPr/>
      <dgm:t>
        <a:bodyPr/>
        <a:lstStyle/>
        <a:p>
          <a:endParaRPr lang="en-US"/>
        </a:p>
      </dgm:t>
    </dgm:pt>
    <dgm:pt modelId="{42B8623A-573A-47F6-9C7F-A2763EC864F9}" type="sibTrans" cxnId="{5F5ADC16-5A4F-4828-8CFB-0CF3B3442DFB}">
      <dgm:prSet/>
      <dgm:spPr/>
      <dgm:t>
        <a:bodyPr/>
        <a:lstStyle/>
        <a:p>
          <a:endParaRPr lang="en-US"/>
        </a:p>
      </dgm:t>
    </dgm:pt>
    <dgm:pt modelId="{19CCEB46-8ADC-4A10-B737-C94CCA2A9D7E}">
      <dgm:prSet/>
      <dgm:spPr/>
      <dgm:t>
        <a:bodyPr/>
        <a:lstStyle/>
        <a:p>
          <a:r>
            <a:rPr lang="en-US" dirty="0"/>
            <a:t>takes an arbitrary-length data input</a:t>
          </a:r>
        </a:p>
      </dgm:t>
    </dgm:pt>
    <dgm:pt modelId="{83701F61-3B2A-4074-B82F-93677D85943C}" type="parTrans" cxnId="{F9526584-F363-4F39-B884-5B3AE67704D3}">
      <dgm:prSet/>
      <dgm:spPr/>
      <dgm:t>
        <a:bodyPr/>
        <a:lstStyle/>
        <a:p>
          <a:endParaRPr lang="tr-TR"/>
        </a:p>
      </dgm:t>
    </dgm:pt>
    <dgm:pt modelId="{11540369-3320-4E0C-83EE-41B7F22FB55C}" type="sibTrans" cxnId="{F9526584-F363-4F39-B884-5B3AE67704D3}">
      <dgm:prSet/>
      <dgm:spPr/>
      <dgm:t>
        <a:bodyPr/>
        <a:lstStyle/>
        <a:p>
          <a:endParaRPr lang="tr-TR"/>
        </a:p>
      </dgm:t>
    </dgm:pt>
    <dgm:pt modelId="{7B868449-EA62-4373-BD5C-FFA3007C1780}">
      <dgm:prSet/>
      <dgm:spPr/>
      <dgm:t>
        <a:bodyPr/>
        <a:lstStyle/>
        <a:p>
          <a:r>
            <a:rPr lang="en-US" dirty="0"/>
            <a:t>produces a fixed-length</a:t>
          </a:r>
          <a:r>
            <a:rPr lang="tr-TR" dirty="0"/>
            <a:t> </a:t>
          </a:r>
          <a:r>
            <a:rPr lang="en-US" dirty="0"/>
            <a:t>deterministic result, </a:t>
          </a:r>
        </a:p>
      </dgm:t>
    </dgm:pt>
    <dgm:pt modelId="{A7FB773C-B4E3-435D-BFAB-AD72D1874AB3}" type="parTrans" cxnId="{7E7E1E2A-508A-41E1-85BA-33B48831A9E6}">
      <dgm:prSet/>
      <dgm:spPr/>
      <dgm:t>
        <a:bodyPr/>
        <a:lstStyle/>
        <a:p>
          <a:endParaRPr lang="tr-TR"/>
        </a:p>
      </dgm:t>
    </dgm:pt>
    <dgm:pt modelId="{FFF1E07A-CE58-4D0C-AF8E-6245E336A347}" type="sibTrans" cxnId="{7E7E1E2A-508A-41E1-85BA-33B48831A9E6}">
      <dgm:prSet/>
      <dgm:spPr/>
      <dgm:t>
        <a:bodyPr/>
        <a:lstStyle/>
        <a:p>
          <a:endParaRPr lang="tr-TR"/>
        </a:p>
      </dgm:t>
    </dgm:pt>
    <dgm:pt modelId="{7EAFDA28-8516-4287-950D-E6F545B50452}">
      <dgm:prSet/>
      <dgm:spPr/>
      <dgm:t>
        <a:bodyPr/>
        <a:lstStyle/>
        <a:p>
          <a:r>
            <a:rPr lang="en-US"/>
            <a:t>a </a:t>
          </a:r>
          <a:r>
            <a:rPr lang="en-US" dirty="0"/>
            <a:t>digital fingerprint of the input</a:t>
          </a:r>
        </a:p>
      </dgm:t>
    </dgm:pt>
    <dgm:pt modelId="{78F94D47-6522-4D31-A857-E097CD5022DB}" type="parTrans" cxnId="{7A99E6D7-E3E6-414F-9CF3-D97F44219012}">
      <dgm:prSet/>
      <dgm:spPr/>
      <dgm:t>
        <a:bodyPr/>
        <a:lstStyle/>
        <a:p>
          <a:endParaRPr lang="tr-TR"/>
        </a:p>
      </dgm:t>
    </dgm:pt>
    <dgm:pt modelId="{017C6C5C-B9C6-4B12-891D-31459942441E}" type="sibTrans" cxnId="{7A99E6D7-E3E6-414F-9CF3-D97F44219012}">
      <dgm:prSet/>
      <dgm:spPr/>
      <dgm:t>
        <a:bodyPr/>
        <a:lstStyle/>
        <a:p>
          <a:endParaRPr lang="tr-TR"/>
        </a:p>
      </dgm:t>
    </dgm:pt>
    <dgm:pt modelId="{54105BCB-AE6A-44F3-8830-CDB9F9EC9DEB}">
      <dgm:prSet/>
      <dgm:spPr/>
      <dgm:t>
        <a:bodyPr/>
        <a:lstStyle/>
        <a:p>
          <a:r>
            <a:rPr lang="en-US" dirty="0"/>
            <a:t>will always be the same</a:t>
          </a:r>
        </a:p>
      </dgm:t>
    </dgm:pt>
    <dgm:pt modelId="{661F2F57-1540-4789-879B-A0417071F7BC}" type="parTrans" cxnId="{BC4E6C7A-E83B-4FF4-BDE4-F4913D066D1A}">
      <dgm:prSet/>
      <dgm:spPr/>
      <dgm:t>
        <a:bodyPr/>
        <a:lstStyle/>
        <a:p>
          <a:endParaRPr lang="tr-TR"/>
        </a:p>
      </dgm:t>
    </dgm:pt>
    <dgm:pt modelId="{2A6B95BB-4EAC-4872-9DA8-C7F4DCA0FCC5}" type="sibTrans" cxnId="{BC4E6C7A-E83B-4FF4-BDE4-F4913D066D1A}">
      <dgm:prSet/>
      <dgm:spPr/>
      <dgm:t>
        <a:bodyPr/>
        <a:lstStyle/>
        <a:p>
          <a:endParaRPr lang="tr-TR"/>
        </a:p>
      </dgm:t>
    </dgm:pt>
    <dgm:pt modelId="{3667CC17-9988-4CEE-8762-67BD67651C3B}">
      <dgm:prSet/>
      <dgm:spPr/>
      <dgm:t>
        <a:bodyPr/>
        <a:lstStyle/>
        <a:p>
          <a:r>
            <a:rPr lang="en-US" dirty="0"/>
            <a:t>can be easily calculated and verified</a:t>
          </a:r>
        </a:p>
      </dgm:t>
    </dgm:pt>
    <dgm:pt modelId="{D7FC5975-870B-478F-935D-D24016AE88D1}" type="parTrans" cxnId="{6FB72D0E-C57F-4B24-9005-614F04153E35}">
      <dgm:prSet/>
      <dgm:spPr/>
      <dgm:t>
        <a:bodyPr/>
        <a:lstStyle/>
        <a:p>
          <a:endParaRPr lang="tr-TR"/>
        </a:p>
      </dgm:t>
    </dgm:pt>
    <dgm:pt modelId="{B6795C96-58BD-4476-B750-106F2F16598A}" type="sibTrans" cxnId="{6FB72D0E-C57F-4B24-9005-614F04153E35}">
      <dgm:prSet/>
      <dgm:spPr/>
      <dgm:t>
        <a:bodyPr/>
        <a:lstStyle/>
        <a:p>
          <a:endParaRPr lang="tr-TR"/>
        </a:p>
      </dgm:t>
    </dgm:pt>
    <dgm:pt modelId="{38E461E0-FFBA-4197-B51F-C2E92D2E69F9}">
      <dgm:prSet/>
      <dgm:spPr/>
      <dgm:t>
        <a:bodyPr/>
        <a:lstStyle/>
        <a:p>
          <a:r>
            <a:rPr lang="en-US"/>
            <a:t>by</a:t>
          </a:r>
          <a:r>
            <a:rPr lang="tr-TR"/>
            <a:t> </a:t>
          </a:r>
          <a:r>
            <a:rPr lang="en-US" dirty="0"/>
            <a:t>anyone implementing the same hash algorithm.</a:t>
          </a:r>
        </a:p>
      </dgm:t>
    </dgm:pt>
    <dgm:pt modelId="{59FC02EF-06A7-4869-8907-EBAEF4BF6DA8}" type="parTrans" cxnId="{BB9DA15F-A830-4485-9699-69AC35255A1B}">
      <dgm:prSet/>
      <dgm:spPr/>
      <dgm:t>
        <a:bodyPr/>
        <a:lstStyle/>
        <a:p>
          <a:endParaRPr lang="tr-TR"/>
        </a:p>
      </dgm:t>
    </dgm:pt>
    <dgm:pt modelId="{6E444969-C96F-4EF8-B9B3-2E61DC2496B6}" type="sibTrans" cxnId="{BB9DA15F-A830-4485-9699-69AC35255A1B}">
      <dgm:prSet/>
      <dgm:spPr/>
      <dgm:t>
        <a:bodyPr/>
        <a:lstStyle/>
        <a:p>
          <a:endParaRPr lang="tr-TR"/>
        </a:p>
      </dgm:t>
    </dgm:pt>
    <dgm:pt modelId="{4B56D614-2CC4-47F5-B735-971171F47778}">
      <dgm:prSet/>
      <dgm:spPr/>
      <dgm:t>
        <a:bodyPr/>
        <a:lstStyle/>
        <a:p>
          <a:r>
            <a:rPr lang="en-US" dirty="0"/>
            <a:t>it is computationally infeasible</a:t>
          </a:r>
        </a:p>
      </dgm:t>
    </dgm:pt>
    <dgm:pt modelId="{EE7DE2BD-CE03-4DAA-AFB5-55CAE1BF4FE8}" type="parTrans" cxnId="{007B18A0-93E1-4D04-9F2D-55ED06C9B285}">
      <dgm:prSet/>
      <dgm:spPr/>
      <dgm:t>
        <a:bodyPr/>
        <a:lstStyle/>
        <a:p>
          <a:endParaRPr lang="tr-TR"/>
        </a:p>
      </dgm:t>
    </dgm:pt>
    <dgm:pt modelId="{D51CD047-C21A-4316-A54A-9BD89808D769}" type="sibTrans" cxnId="{007B18A0-93E1-4D04-9F2D-55ED06C9B285}">
      <dgm:prSet/>
      <dgm:spPr/>
      <dgm:t>
        <a:bodyPr/>
        <a:lstStyle/>
        <a:p>
          <a:endParaRPr lang="tr-TR"/>
        </a:p>
      </dgm:t>
    </dgm:pt>
    <dgm:pt modelId="{FEE3B223-1E37-4A90-AAD5-415C8C4539AD}">
      <dgm:prSet/>
      <dgm:spPr/>
      <dgm:t>
        <a:bodyPr/>
        <a:lstStyle/>
        <a:p>
          <a:r>
            <a:rPr lang="en-US" dirty="0"/>
            <a:t>to find two different</a:t>
          </a:r>
          <a:r>
            <a:rPr lang="tr-TR" dirty="0"/>
            <a:t> </a:t>
          </a:r>
          <a:r>
            <a:rPr lang="en-US" dirty="0"/>
            <a:t>inputs</a:t>
          </a:r>
        </a:p>
      </dgm:t>
    </dgm:pt>
    <dgm:pt modelId="{A90A601D-A086-4768-A176-FA1E9576147C}" type="parTrans" cxnId="{5D0DECAF-2E0A-4B68-AFD2-026F9AC35F87}">
      <dgm:prSet/>
      <dgm:spPr/>
      <dgm:t>
        <a:bodyPr/>
        <a:lstStyle/>
        <a:p>
          <a:endParaRPr lang="tr-TR"/>
        </a:p>
      </dgm:t>
    </dgm:pt>
    <dgm:pt modelId="{BBC129EC-13D9-4682-AC57-12AAA0E2102F}" type="sibTrans" cxnId="{5D0DECAF-2E0A-4B68-AFD2-026F9AC35F87}">
      <dgm:prSet/>
      <dgm:spPr/>
      <dgm:t>
        <a:bodyPr/>
        <a:lstStyle/>
        <a:p>
          <a:endParaRPr lang="tr-TR"/>
        </a:p>
      </dgm:t>
    </dgm:pt>
    <dgm:pt modelId="{E17978DC-317D-4391-B458-B10BA4F544F3}">
      <dgm:prSet/>
      <dgm:spPr/>
      <dgm:t>
        <a:bodyPr/>
        <a:lstStyle/>
        <a:p>
          <a:r>
            <a:rPr lang="en-US" dirty="0"/>
            <a:t>produce the same fingerprint known as a </a:t>
          </a:r>
          <a:r>
            <a:rPr lang="en-US" i="1" dirty="0"/>
            <a:t>collision</a:t>
          </a:r>
          <a:endParaRPr lang="en-US" dirty="0"/>
        </a:p>
      </dgm:t>
    </dgm:pt>
    <dgm:pt modelId="{1ACA70C6-9D35-4CD3-9375-5E1C06BA0503}" type="parTrans" cxnId="{430452F0-41D0-4669-B68D-4BFAA6D93110}">
      <dgm:prSet/>
      <dgm:spPr/>
      <dgm:t>
        <a:bodyPr/>
        <a:lstStyle/>
        <a:p>
          <a:endParaRPr lang="tr-TR"/>
        </a:p>
      </dgm:t>
    </dgm:pt>
    <dgm:pt modelId="{35FF7F84-A3AC-4B2F-AF87-C582AD0B2C21}" type="sibTrans" cxnId="{430452F0-41D0-4669-B68D-4BFAA6D93110}">
      <dgm:prSet/>
      <dgm:spPr/>
      <dgm:t>
        <a:bodyPr/>
        <a:lstStyle/>
        <a:p>
          <a:endParaRPr lang="tr-TR"/>
        </a:p>
      </dgm:t>
    </dgm:pt>
    <dgm:pt modelId="{18B4912D-F3D6-4277-8673-BAA2345C817A}">
      <dgm:prSet/>
      <dgm:spPr/>
      <dgm:t>
        <a:bodyPr/>
        <a:lstStyle/>
        <a:p>
          <a:r>
            <a:rPr lang="en-US" dirty="0"/>
            <a:t>to select an input in such a way as</a:t>
          </a:r>
        </a:p>
      </dgm:t>
    </dgm:pt>
    <dgm:pt modelId="{2A88A495-8D65-4DAC-B4EE-7722B56357E7}" type="parTrans" cxnId="{1BB15A9F-16EA-4EC9-97C9-BCC0115AA4D0}">
      <dgm:prSet/>
      <dgm:spPr/>
      <dgm:t>
        <a:bodyPr/>
        <a:lstStyle/>
        <a:p>
          <a:endParaRPr lang="tr-TR"/>
        </a:p>
      </dgm:t>
    </dgm:pt>
    <dgm:pt modelId="{0C424E4F-09B5-48A2-934F-614D52774926}" type="sibTrans" cxnId="{1BB15A9F-16EA-4EC9-97C9-BCC0115AA4D0}">
      <dgm:prSet/>
      <dgm:spPr/>
      <dgm:t>
        <a:bodyPr/>
        <a:lstStyle/>
        <a:p>
          <a:endParaRPr lang="tr-TR"/>
        </a:p>
      </dgm:t>
    </dgm:pt>
    <dgm:pt modelId="{05BC1477-0F1D-4AB1-B8EF-D451AD3259F7}">
      <dgm:prSet/>
      <dgm:spPr/>
      <dgm:t>
        <a:bodyPr/>
        <a:lstStyle/>
        <a:p>
          <a:r>
            <a:rPr lang="en-US" dirty="0"/>
            <a:t>to produce a desired fingerprint,</a:t>
          </a:r>
          <a:r>
            <a:rPr lang="tr-TR" dirty="0"/>
            <a:t> </a:t>
          </a:r>
          <a:endParaRPr lang="en-US" dirty="0"/>
        </a:p>
      </dgm:t>
    </dgm:pt>
    <dgm:pt modelId="{49D23982-91A5-4636-9DB7-2C3C32E9FDCE}" type="parTrans" cxnId="{30FA588B-B0C7-4DBE-9003-9F721998706B}">
      <dgm:prSet/>
      <dgm:spPr/>
      <dgm:t>
        <a:bodyPr/>
        <a:lstStyle/>
        <a:p>
          <a:endParaRPr lang="tr-TR"/>
        </a:p>
      </dgm:t>
    </dgm:pt>
    <dgm:pt modelId="{2A16BFA7-5405-48F3-88CF-E6C5F4316783}" type="sibTrans" cxnId="{30FA588B-B0C7-4DBE-9003-9F721998706B}">
      <dgm:prSet/>
      <dgm:spPr/>
      <dgm:t>
        <a:bodyPr/>
        <a:lstStyle/>
        <a:p>
          <a:endParaRPr lang="tr-TR"/>
        </a:p>
      </dgm:t>
    </dgm:pt>
    <dgm:pt modelId="{9BEE8F84-3447-41F6-A814-742D39854EA2}">
      <dgm:prSet/>
      <dgm:spPr/>
      <dgm:t>
        <a:bodyPr/>
        <a:lstStyle/>
        <a:p>
          <a:r>
            <a:rPr lang="en-US" dirty="0"/>
            <a:t>other than trying </a:t>
          </a:r>
          <a:r>
            <a:rPr lang="en-US"/>
            <a:t>random inputs</a:t>
          </a:r>
          <a:endParaRPr lang="en-US" dirty="0"/>
        </a:p>
      </dgm:t>
    </dgm:pt>
    <dgm:pt modelId="{61747A11-817D-4BD2-B19E-51307A45C9A8}" type="parTrans" cxnId="{26BCD7EE-5C3F-4E12-A9B0-00C26B6553DE}">
      <dgm:prSet/>
      <dgm:spPr/>
      <dgm:t>
        <a:bodyPr/>
        <a:lstStyle/>
        <a:p>
          <a:endParaRPr lang="tr-TR"/>
        </a:p>
      </dgm:t>
    </dgm:pt>
    <dgm:pt modelId="{30183AC5-F41B-4D67-AD4F-C5D722138C74}" type="sibTrans" cxnId="{26BCD7EE-5C3F-4E12-A9B0-00C26B6553DE}">
      <dgm:prSet/>
      <dgm:spPr/>
      <dgm:t>
        <a:bodyPr/>
        <a:lstStyle/>
        <a:p>
          <a:endParaRPr lang="tr-TR"/>
        </a:p>
      </dgm:t>
    </dgm:pt>
    <dgm:pt modelId="{127A61B6-C08D-4507-855D-99F9F1C56F04}" type="pres">
      <dgm:prSet presAssocID="{7336A830-FD23-4655-BF1F-EBAEBB3240DE}" presName="linear" presStyleCnt="0">
        <dgm:presLayoutVars>
          <dgm:animLvl val="lvl"/>
          <dgm:resizeHandles val="exact"/>
        </dgm:presLayoutVars>
      </dgm:prSet>
      <dgm:spPr/>
    </dgm:pt>
    <dgm:pt modelId="{B84D4B1B-BC55-4CEA-9D86-C8A9BD63C55C}" type="pres">
      <dgm:prSet presAssocID="{E599C3AA-D3BD-495E-877A-5051E6F47812}" presName="parentText" presStyleLbl="node1" presStyleIdx="0" presStyleCnt="4">
        <dgm:presLayoutVars>
          <dgm:chMax val="0"/>
          <dgm:bulletEnabled val="1"/>
        </dgm:presLayoutVars>
      </dgm:prSet>
      <dgm:spPr/>
    </dgm:pt>
    <dgm:pt modelId="{4598A555-BDD2-4171-B1AA-75A96F26A595}" type="pres">
      <dgm:prSet presAssocID="{E599C3AA-D3BD-495E-877A-5051E6F47812}" presName="childText" presStyleLbl="revTx" presStyleIdx="0" presStyleCnt="4">
        <dgm:presLayoutVars>
          <dgm:bulletEnabled val="1"/>
        </dgm:presLayoutVars>
      </dgm:prSet>
      <dgm:spPr/>
    </dgm:pt>
    <dgm:pt modelId="{DD921D9F-4157-47FC-BC1C-670C0FCAC545}" type="pres">
      <dgm:prSet presAssocID="{7B940CCD-65BA-45B2-9031-ABD438B2DD2F}" presName="parentText" presStyleLbl="node1" presStyleIdx="1" presStyleCnt="4">
        <dgm:presLayoutVars>
          <dgm:chMax val="0"/>
          <dgm:bulletEnabled val="1"/>
        </dgm:presLayoutVars>
      </dgm:prSet>
      <dgm:spPr/>
    </dgm:pt>
    <dgm:pt modelId="{A0EBB161-577C-4F34-B0A4-0209CFEFCB40}" type="pres">
      <dgm:prSet presAssocID="{7B940CCD-65BA-45B2-9031-ABD438B2DD2F}" presName="childText" presStyleLbl="revTx" presStyleIdx="1" presStyleCnt="4">
        <dgm:presLayoutVars>
          <dgm:bulletEnabled val="1"/>
        </dgm:presLayoutVars>
      </dgm:prSet>
      <dgm:spPr/>
    </dgm:pt>
    <dgm:pt modelId="{5CB33AF0-A4F8-423D-BF7E-103F78DCD778}" type="pres">
      <dgm:prSet presAssocID="{4C28857D-FA5E-48D9-9053-EDF91784021E}" presName="parentText" presStyleLbl="node1" presStyleIdx="2" presStyleCnt="4">
        <dgm:presLayoutVars>
          <dgm:chMax val="0"/>
          <dgm:bulletEnabled val="1"/>
        </dgm:presLayoutVars>
      </dgm:prSet>
      <dgm:spPr/>
    </dgm:pt>
    <dgm:pt modelId="{C5CC80A6-7345-4D6F-9C28-7A25B848883B}" type="pres">
      <dgm:prSet presAssocID="{4C28857D-FA5E-48D9-9053-EDF91784021E}" presName="childText" presStyleLbl="revTx" presStyleIdx="2" presStyleCnt="4">
        <dgm:presLayoutVars>
          <dgm:bulletEnabled val="1"/>
        </dgm:presLayoutVars>
      </dgm:prSet>
      <dgm:spPr/>
    </dgm:pt>
    <dgm:pt modelId="{B9F8D98A-7C72-4B07-BE72-75F3E4FE078D}" type="pres">
      <dgm:prSet presAssocID="{16100B45-1829-436F-946E-C236978B2920}" presName="parentText" presStyleLbl="node1" presStyleIdx="3" presStyleCnt="4">
        <dgm:presLayoutVars>
          <dgm:chMax val="0"/>
          <dgm:bulletEnabled val="1"/>
        </dgm:presLayoutVars>
      </dgm:prSet>
      <dgm:spPr/>
    </dgm:pt>
    <dgm:pt modelId="{22D6595C-21AB-4276-9F1B-3A5AF08A393F}" type="pres">
      <dgm:prSet presAssocID="{16100B45-1829-436F-946E-C236978B2920}" presName="childText" presStyleLbl="revTx" presStyleIdx="3" presStyleCnt="4">
        <dgm:presLayoutVars>
          <dgm:bulletEnabled val="1"/>
        </dgm:presLayoutVars>
      </dgm:prSet>
      <dgm:spPr/>
    </dgm:pt>
  </dgm:ptLst>
  <dgm:cxnLst>
    <dgm:cxn modelId="{96F49B02-9597-4E5F-80EC-675AF8F732F9}" type="presOf" srcId="{7B940CCD-65BA-45B2-9031-ABD438B2DD2F}" destId="{DD921D9F-4157-47FC-BC1C-670C0FCAC545}" srcOrd="0" destOrd="0" presId="urn:microsoft.com/office/officeart/2005/8/layout/vList2"/>
    <dgm:cxn modelId="{34EACB03-342A-4F45-94E0-636CD3D43658}" type="presOf" srcId="{7336A830-FD23-4655-BF1F-EBAEBB3240DE}" destId="{127A61B6-C08D-4507-855D-99F9F1C56F04}" srcOrd="0" destOrd="0" presId="urn:microsoft.com/office/officeart/2005/8/layout/vList2"/>
    <dgm:cxn modelId="{5123CE03-CDD0-446F-9FE6-032778EA7B06}" type="presOf" srcId="{7B868449-EA62-4373-BD5C-FFA3007C1780}" destId="{4598A555-BDD2-4171-B1AA-75A96F26A595}" srcOrd="0" destOrd="1" presId="urn:microsoft.com/office/officeart/2005/8/layout/vList2"/>
    <dgm:cxn modelId="{3CD4380D-5437-4171-AAE9-3371E5407FBF}" srcId="{7336A830-FD23-4655-BF1F-EBAEBB3240DE}" destId="{4C28857D-FA5E-48D9-9053-EDF91784021E}" srcOrd="2" destOrd="0" parTransId="{CFADC5C4-B3B2-4449-9AA4-143859CB98F6}" sibTransId="{3D2FA6A8-25D4-4BE4-A8F4-A4ED22949710}"/>
    <dgm:cxn modelId="{7327A00D-C218-4028-8E14-5A491816D562}" type="presOf" srcId="{3667CC17-9988-4CEE-8762-67BD67651C3B}" destId="{A0EBB161-577C-4F34-B0A4-0209CFEFCB40}" srcOrd="0" destOrd="1" presId="urn:microsoft.com/office/officeart/2005/8/layout/vList2"/>
    <dgm:cxn modelId="{6FB72D0E-C57F-4B24-9005-614F04153E35}" srcId="{7B940CCD-65BA-45B2-9031-ABD438B2DD2F}" destId="{3667CC17-9988-4CEE-8762-67BD67651C3B}" srcOrd="1" destOrd="0" parTransId="{D7FC5975-870B-478F-935D-D24016AE88D1}" sibTransId="{B6795C96-58BD-4476-B750-106F2F16598A}"/>
    <dgm:cxn modelId="{B0A32A12-33F8-4C9C-9606-BB88035DC08D}" type="presOf" srcId="{E599C3AA-D3BD-495E-877A-5051E6F47812}" destId="{B84D4B1B-BC55-4CEA-9D86-C8A9BD63C55C}" srcOrd="0" destOrd="0" presId="urn:microsoft.com/office/officeart/2005/8/layout/vList2"/>
    <dgm:cxn modelId="{41D7B714-2AE4-41E6-90D5-93FDDFEE2267}" type="presOf" srcId="{16100B45-1829-436F-946E-C236978B2920}" destId="{B9F8D98A-7C72-4B07-BE72-75F3E4FE078D}" srcOrd="0" destOrd="0" presId="urn:microsoft.com/office/officeart/2005/8/layout/vList2"/>
    <dgm:cxn modelId="{5F5ADC16-5A4F-4828-8CFB-0CF3B3442DFB}" srcId="{7336A830-FD23-4655-BF1F-EBAEBB3240DE}" destId="{16100B45-1829-436F-946E-C236978B2920}" srcOrd="3" destOrd="0" parTransId="{16E90359-A322-4B1B-A1B5-8D90BD3A3F2F}" sibTransId="{42B8623A-573A-47F6-9C7F-A2763EC864F9}"/>
    <dgm:cxn modelId="{7E7E1E2A-508A-41E1-85BA-33B48831A9E6}" srcId="{E599C3AA-D3BD-495E-877A-5051E6F47812}" destId="{7B868449-EA62-4373-BD5C-FFA3007C1780}" srcOrd="1" destOrd="0" parTransId="{A7FB773C-B4E3-435D-BFAB-AD72D1874AB3}" sibTransId="{FFF1E07A-CE58-4D0C-AF8E-6245E336A347}"/>
    <dgm:cxn modelId="{CFA1852D-CCE0-4585-8A52-59568C2CDADA}" type="presOf" srcId="{9BEE8F84-3447-41F6-A814-742D39854EA2}" destId="{22D6595C-21AB-4276-9F1B-3A5AF08A393F}" srcOrd="0" destOrd="2" presId="urn:microsoft.com/office/officeart/2005/8/layout/vList2"/>
    <dgm:cxn modelId="{BB9DA15F-A830-4485-9699-69AC35255A1B}" srcId="{7B940CCD-65BA-45B2-9031-ABD438B2DD2F}" destId="{38E461E0-FFBA-4197-B51F-C2E92D2E69F9}" srcOrd="2" destOrd="0" parTransId="{59FC02EF-06A7-4869-8907-EBAEF4BF6DA8}" sibTransId="{6E444969-C96F-4EF8-B9B3-2E61DC2496B6}"/>
    <dgm:cxn modelId="{BC4E6C7A-E83B-4FF4-BDE4-F4913D066D1A}" srcId="{7B940CCD-65BA-45B2-9031-ABD438B2DD2F}" destId="{54105BCB-AE6A-44F3-8830-CDB9F9EC9DEB}" srcOrd="0" destOrd="0" parTransId="{661F2F57-1540-4789-879B-A0417071F7BC}" sibTransId="{2A6B95BB-4EAC-4872-9DA8-C7F4DCA0FCC5}"/>
    <dgm:cxn modelId="{F9526584-F363-4F39-B884-5B3AE67704D3}" srcId="{E599C3AA-D3BD-495E-877A-5051E6F47812}" destId="{19CCEB46-8ADC-4A10-B737-C94CCA2A9D7E}" srcOrd="0" destOrd="0" parTransId="{83701F61-3B2A-4074-B82F-93677D85943C}" sibTransId="{11540369-3320-4E0C-83EE-41B7F22FB55C}"/>
    <dgm:cxn modelId="{29BDC389-A4DD-4915-9659-A46BE244D027}" type="presOf" srcId="{7EAFDA28-8516-4287-950D-E6F545B50452}" destId="{4598A555-BDD2-4171-B1AA-75A96F26A595}" srcOrd="0" destOrd="2" presId="urn:microsoft.com/office/officeart/2005/8/layout/vList2"/>
    <dgm:cxn modelId="{30FA588B-B0C7-4DBE-9003-9F721998706B}" srcId="{16100B45-1829-436F-946E-C236978B2920}" destId="{05BC1477-0F1D-4AB1-B8EF-D451AD3259F7}" srcOrd="1" destOrd="0" parTransId="{49D23982-91A5-4636-9DB7-2C3C32E9FDCE}" sibTransId="{2A16BFA7-5405-48F3-88CF-E6C5F4316783}"/>
    <dgm:cxn modelId="{1BB15A9F-16EA-4EC9-97C9-BCC0115AA4D0}" srcId="{16100B45-1829-436F-946E-C236978B2920}" destId="{18B4912D-F3D6-4277-8673-BAA2345C817A}" srcOrd="0" destOrd="0" parTransId="{2A88A495-8D65-4DAC-B4EE-7722B56357E7}" sibTransId="{0C424E4F-09B5-48A2-934F-614D52774926}"/>
    <dgm:cxn modelId="{007B18A0-93E1-4D04-9F2D-55ED06C9B285}" srcId="{4C28857D-FA5E-48D9-9053-EDF91784021E}" destId="{4B56D614-2CC4-47F5-B735-971171F47778}" srcOrd="0" destOrd="0" parTransId="{EE7DE2BD-CE03-4DAA-AFB5-55CAE1BF4FE8}" sibTransId="{D51CD047-C21A-4316-A54A-9BD89808D769}"/>
    <dgm:cxn modelId="{697A87AD-92CE-4E90-85AA-A79CC3D5C19E}" type="presOf" srcId="{4B56D614-2CC4-47F5-B735-971171F47778}" destId="{C5CC80A6-7345-4D6F-9C28-7A25B848883B}" srcOrd="0" destOrd="0" presId="urn:microsoft.com/office/officeart/2005/8/layout/vList2"/>
    <dgm:cxn modelId="{11082DAE-D26A-4F3A-8BC4-289C12C0444D}" type="presOf" srcId="{4C28857D-FA5E-48D9-9053-EDF91784021E}" destId="{5CB33AF0-A4F8-423D-BF7E-103F78DCD778}" srcOrd="0" destOrd="0" presId="urn:microsoft.com/office/officeart/2005/8/layout/vList2"/>
    <dgm:cxn modelId="{256D3FAF-CF7C-4D61-BB67-CD9C9E9C0AAC}" type="presOf" srcId="{E17978DC-317D-4391-B458-B10BA4F544F3}" destId="{C5CC80A6-7345-4D6F-9C28-7A25B848883B}" srcOrd="0" destOrd="2" presId="urn:microsoft.com/office/officeart/2005/8/layout/vList2"/>
    <dgm:cxn modelId="{5D0DECAF-2E0A-4B68-AFD2-026F9AC35F87}" srcId="{4C28857D-FA5E-48D9-9053-EDF91784021E}" destId="{FEE3B223-1E37-4A90-AAD5-415C8C4539AD}" srcOrd="1" destOrd="0" parTransId="{A90A601D-A086-4768-A176-FA1E9576147C}" sibTransId="{BBC129EC-13D9-4682-AC57-12AAA0E2102F}"/>
    <dgm:cxn modelId="{6C7C29B0-2D8F-4C5D-9489-ED8CB2FF959D}" srcId="{7336A830-FD23-4655-BF1F-EBAEBB3240DE}" destId="{7B940CCD-65BA-45B2-9031-ABD438B2DD2F}" srcOrd="1" destOrd="0" parTransId="{D2368FC3-C7A4-4E8B-88C3-9703254D8629}" sibTransId="{4715336A-CDD0-421B-A2EF-6E63E2E45F34}"/>
    <dgm:cxn modelId="{470925B1-46E1-4E06-B91D-E58DBE5901FA}" type="presOf" srcId="{05BC1477-0F1D-4AB1-B8EF-D451AD3259F7}" destId="{22D6595C-21AB-4276-9F1B-3A5AF08A393F}" srcOrd="0" destOrd="1" presId="urn:microsoft.com/office/officeart/2005/8/layout/vList2"/>
    <dgm:cxn modelId="{2BB7C9C0-377B-487D-B86B-102A1F32C49D}" type="presOf" srcId="{19CCEB46-8ADC-4A10-B737-C94CCA2A9D7E}" destId="{4598A555-BDD2-4171-B1AA-75A96F26A595}" srcOrd="0" destOrd="0" presId="urn:microsoft.com/office/officeart/2005/8/layout/vList2"/>
    <dgm:cxn modelId="{421A6CC4-A8A4-4CE3-B3BF-3A3DD5512FB2}" type="presOf" srcId="{18B4912D-F3D6-4277-8673-BAA2345C817A}" destId="{22D6595C-21AB-4276-9F1B-3A5AF08A393F}" srcOrd="0" destOrd="0" presId="urn:microsoft.com/office/officeart/2005/8/layout/vList2"/>
    <dgm:cxn modelId="{CE57D2CC-84B3-4E8F-9040-3BCEFDD64A3B}" type="presOf" srcId="{38E461E0-FFBA-4197-B51F-C2E92D2E69F9}" destId="{A0EBB161-577C-4F34-B0A4-0209CFEFCB40}" srcOrd="0" destOrd="2" presId="urn:microsoft.com/office/officeart/2005/8/layout/vList2"/>
    <dgm:cxn modelId="{7A99E6D7-E3E6-414F-9CF3-D97F44219012}" srcId="{E599C3AA-D3BD-495E-877A-5051E6F47812}" destId="{7EAFDA28-8516-4287-950D-E6F545B50452}" srcOrd="2" destOrd="0" parTransId="{78F94D47-6522-4D31-A857-E097CD5022DB}" sibTransId="{017C6C5C-B9C6-4B12-891D-31459942441E}"/>
    <dgm:cxn modelId="{61EB45DD-CA46-42FE-B429-2C02757427B6}" type="presOf" srcId="{FEE3B223-1E37-4A90-AAD5-415C8C4539AD}" destId="{C5CC80A6-7345-4D6F-9C28-7A25B848883B}" srcOrd="0" destOrd="1" presId="urn:microsoft.com/office/officeart/2005/8/layout/vList2"/>
    <dgm:cxn modelId="{57E293E3-9A5D-4BFB-8FFE-EC7D85C22606}" srcId="{7336A830-FD23-4655-BF1F-EBAEBB3240DE}" destId="{E599C3AA-D3BD-495E-877A-5051E6F47812}" srcOrd="0" destOrd="0" parTransId="{9B2A6DC9-389F-4F29-8CE1-ED0A7C6288EF}" sibTransId="{B4CD1370-23CA-4631-86DE-48855DD4A8CC}"/>
    <dgm:cxn modelId="{26BCD7EE-5C3F-4E12-A9B0-00C26B6553DE}" srcId="{16100B45-1829-436F-946E-C236978B2920}" destId="{9BEE8F84-3447-41F6-A814-742D39854EA2}" srcOrd="2" destOrd="0" parTransId="{61747A11-817D-4BD2-B19E-51307A45C9A8}" sibTransId="{30183AC5-F41B-4D67-AD4F-C5D722138C74}"/>
    <dgm:cxn modelId="{430452F0-41D0-4669-B68D-4BFAA6D93110}" srcId="{4C28857D-FA5E-48D9-9053-EDF91784021E}" destId="{E17978DC-317D-4391-B458-B10BA4F544F3}" srcOrd="2" destOrd="0" parTransId="{1ACA70C6-9D35-4CD3-9375-5E1C06BA0503}" sibTransId="{35FF7F84-A3AC-4B2F-AF87-C582AD0B2C21}"/>
    <dgm:cxn modelId="{EB6AA2F4-4BD8-4943-884D-EF2E3AA4061D}" type="presOf" srcId="{54105BCB-AE6A-44F3-8830-CDB9F9EC9DEB}" destId="{A0EBB161-577C-4F34-B0A4-0209CFEFCB40}" srcOrd="0" destOrd="0" presId="urn:microsoft.com/office/officeart/2005/8/layout/vList2"/>
    <dgm:cxn modelId="{51977F80-02FE-476B-A2A9-4EF008915B68}" type="presParOf" srcId="{127A61B6-C08D-4507-855D-99F9F1C56F04}" destId="{B84D4B1B-BC55-4CEA-9D86-C8A9BD63C55C}" srcOrd="0" destOrd="0" presId="urn:microsoft.com/office/officeart/2005/8/layout/vList2"/>
    <dgm:cxn modelId="{057837CF-3EA1-4C39-8632-A4F10F15EAB0}" type="presParOf" srcId="{127A61B6-C08D-4507-855D-99F9F1C56F04}" destId="{4598A555-BDD2-4171-B1AA-75A96F26A595}" srcOrd="1" destOrd="0" presId="urn:microsoft.com/office/officeart/2005/8/layout/vList2"/>
    <dgm:cxn modelId="{6586DA0E-5BAA-4935-BFD9-3EA5F4EE1AA3}" type="presParOf" srcId="{127A61B6-C08D-4507-855D-99F9F1C56F04}" destId="{DD921D9F-4157-47FC-BC1C-670C0FCAC545}" srcOrd="2" destOrd="0" presId="urn:microsoft.com/office/officeart/2005/8/layout/vList2"/>
    <dgm:cxn modelId="{0A6FECE4-4755-482E-A739-A988FDB7E88F}" type="presParOf" srcId="{127A61B6-C08D-4507-855D-99F9F1C56F04}" destId="{A0EBB161-577C-4F34-B0A4-0209CFEFCB40}" srcOrd="3" destOrd="0" presId="urn:microsoft.com/office/officeart/2005/8/layout/vList2"/>
    <dgm:cxn modelId="{0358B32C-8275-47EB-AA9B-E88422200206}" type="presParOf" srcId="{127A61B6-C08D-4507-855D-99F9F1C56F04}" destId="{5CB33AF0-A4F8-423D-BF7E-103F78DCD778}" srcOrd="4" destOrd="0" presId="urn:microsoft.com/office/officeart/2005/8/layout/vList2"/>
    <dgm:cxn modelId="{21CA484E-9854-4E8F-BAEE-E82331254E38}" type="presParOf" srcId="{127A61B6-C08D-4507-855D-99F9F1C56F04}" destId="{C5CC80A6-7345-4D6F-9C28-7A25B848883B}" srcOrd="5" destOrd="0" presId="urn:microsoft.com/office/officeart/2005/8/layout/vList2"/>
    <dgm:cxn modelId="{7B00414A-90D6-475A-B16E-A9016BD93845}" type="presParOf" srcId="{127A61B6-C08D-4507-855D-99F9F1C56F04}" destId="{B9F8D98A-7C72-4B07-BE72-75F3E4FE078D}" srcOrd="6" destOrd="0" presId="urn:microsoft.com/office/officeart/2005/8/layout/vList2"/>
    <dgm:cxn modelId="{730EF60F-5111-4A19-B895-27A5BA6E4663}" type="presParOf" srcId="{127A61B6-C08D-4507-855D-99F9F1C56F04}" destId="{22D6595C-21AB-4276-9F1B-3A5AF08A393F}" srcOrd="7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6.xml><?xml version="1.0" encoding="utf-8"?>
<dgm:dataModel xmlns:dgm="http://schemas.openxmlformats.org/drawingml/2006/diagram" xmlns:a="http://schemas.openxmlformats.org/drawingml/2006/main">
  <dgm:ptLst>
    <dgm:pt modelId="{F13C5FB2-4C03-420D-9088-B6B88D025C88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16A1229C-3036-41DB-88C8-19BC5274847F}">
      <dgm:prSet/>
      <dgm:spPr/>
      <dgm:t>
        <a:bodyPr/>
        <a:lstStyle/>
        <a:p>
          <a:r>
            <a:rPr lang="en-US"/>
            <a:t>SHA256, the output is </a:t>
          </a:r>
        </a:p>
      </dgm:t>
    </dgm:pt>
    <dgm:pt modelId="{96770577-FD3B-40A9-9E6E-214C1FAE7E1A}" type="parTrans" cxnId="{B205CA2E-C741-43D4-82EB-0D88FD9149C0}">
      <dgm:prSet/>
      <dgm:spPr/>
      <dgm:t>
        <a:bodyPr/>
        <a:lstStyle/>
        <a:p>
          <a:endParaRPr lang="en-US"/>
        </a:p>
      </dgm:t>
    </dgm:pt>
    <dgm:pt modelId="{8A181CA4-35B2-41EA-BEC1-D93781FC2407}" type="sibTrans" cxnId="{B205CA2E-C741-43D4-82EB-0D88FD9149C0}">
      <dgm:prSet/>
      <dgm:spPr/>
      <dgm:t>
        <a:bodyPr/>
        <a:lstStyle/>
        <a:p>
          <a:endParaRPr lang="en-US"/>
        </a:p>
      </dgm:t>
    </dgm:pt>
    <dgm:pt modelId="{171B489A-9A20-4A51-B637-34D47E4DE25A}">
      <dgm:prSet/>
      <dgm:spPr/>
      <dgm:t>
        <a:bodyPr/>
        <a:lstStyle/>
        <a:p>
          <a:r>
            <a:rPr lang="en-US"/>
            <a:t>always 256 bits long, regardless of the size of the input</a:t>
          </a:r>
        </a:p>
      </dgm:t>
    </dgm:pt>
    <dgm:pt modelId="{37C420A1-468F-4520-B3CD-DCE0D5A0A388}" type="parTrans" cxnId="{A4989900-4507-432B-BB5A-1F5DFC9DF3D3}">
      <dgm:prSet/>
      <dgm:spPr/>
      <dgm:t>
        <a:bodyPr/>
        <a:lstStyle/>
        <a:p>
          <a:endParaRPr lang="en-US"/>
        </a:p>
      </dgm:t>
    </dgm:pt>
    <dgm:pt modelId="{4FBF64B5-573B-42C2-9E1A-6A0BAC8232D6}" type="sibTrans" cxnId="{A4989900-4507-432B-BB5A-1F5DFC9DF3D3}">
      <dgm:prSet/>
      <dgm:spPr/>
      <dgm:t>
        <a:bodyPr/>
        <a:lstStyle/>
        <a:p>
          <a:endParaRPr lang="en-US"/>
        </a:p>
      </dgm:t>
    </dgm:pt>
    <dgm:pt modelId="{8C8F8EE9-65D5-4979-A106-EB8C7EA06EA0}">
      <dgm:prSet/>
      <dgm:spPr/>
      <dgm:t>
        <a:bodyPr/>
        <a:lstStyle/>
        <a:p>
          <a:r>
            <a:rPr lang="tr-TR"/>
            <a:t>Nonce</a:t>
          </a:r>
          <a:endParaRPr lang="en-US"/>
        </a:p>
      </dgm:t>
    </dgm:pt>
    <dgm:pt modelId="{1F60E234-D202-45B6-B23D-9D6E40D88772}" type="parTrans" cxnId="{74E96F99-4B21-477E-81E7-0B3C4FFB6842}">
      <dgm:prSet/>
      <dgm:spPr/>
      <dgm:t>
        <a:bodyPr/>
        <a:lstStyle/>
        <a:p>
          <a:endParaRPr lang="en-US"/>
        </a:p>
      </dgm:t>
    </dgm:pt>
    <dgm:pt modelId="{31013FF1-2BD5-4A87-881F-811DC5085178}" type="sibTrans" cxnId="{74E96F99-4B21-477E-81E7-0B3C4FFB6842}">
      <dgm:prSet/>
      <dgm:spPr/>
      <dgm:t>
        <a:bodyPr/>
        <a:lstStyle/>
        <a:p>
          <a:endParaRPr lang="en-US"/>
        </a:p>
      </dgm:t>
    </dgm:pt>
    <dgm:pt modelId="{FBF66D8D-E26B-4980-A686-19C396E423DC}">
      <dgm:prSet/>
      <dgm:spPr/>
      <dgm:t>
        <a:bodyPr/>
        <a:lstStyle/>
        <a:p>
          <a:r>
            <a:rPr lang="en-US"/>
            <a:t>The number used as a variable </a:t>
          </a:r>
        </a:p>
      </dgm:t>
    </dgm:pt>
    <dgm:pt modelId="{74A4A23B-EB6F-4A5B-BB7A-72D29F673633}" type="parTrans" cxnId="{C006AC55-D528-4FD1-8C2C-E42191BA5995}">
      <dgm:prSet/>
      <dgm:spPr/>
      <dgm:t>
        <a:bodyPr/>
        <a:lstStyle/>
        <a:p>
          <a:endParaRPr lang="en-US"/>
        </a:p>
      </dgm:t>
    </dgm:pt>
    <dgm:pt modelId="{29F3E76B-72DE-4B3A-A359-1086D5AA001E}" type="sibTrans" cxnId="{C006AC55-D528-4FD1-8C2C-E42191BA5995}">
      <dgm:prSet/>
      <dgm:spPr/>
      <dgm:t>
        <a:bodyPr/>
        <a:lstStyle/>
        <a:p>
          <a:endParaRPr lang="en-US"/>
        </a:p>
      </dgm:t>
    </dgm:pt>
    <dgm:pt modelId="{18752D0D-48EF-425A-8D56-084AD2FF34C5}">
      <dgm:prSet/>
      <dgm:spPr/>
      <dgm:t>
        <a:bodyPr/>
        <a:lstStyle/>
        <a:p>
          <a:r>
            <a:rPr lang="tr-TR"/>
            <a:t>to change the SHA 256 result</a:t>
          </a:r>
          <a:r>
            <a:rPr lang="en-US"/>
            <a:t> is called a </a:t>
          </a:r>
          <a:r>
            <a:rPr lang="en-US" i="1"/>
            <a:t>nonce</a:t>
          </a:r>
          <a:endParaRPr lang="en-US"/>
        </a:p>
      </dgm:t>
    </dgm:pt>
    <dgm:pt modelId="{3C8FE00A-5A12-45C5-8F7C-7517DAFC2CB9}" type="parTrans" cxnId="{985F4760-7BF0-4031-87F8-8464F4AA3B03}">
      <dgm:prSet/>
      <dgm:spPr/>
      <dgm:t>
        <a:bodyPr/>
        <a:lstStyle/>
        <a:p>
          <a:endParaRPr lang="en-US"/>
        </a:p>
      </dgm:t>
    </dgm:pt>
    <dgm:pt modelId="{CA1EBC04-258A-4564-98F5-A6D975B844EF}" type="sibTrans" cxnId="{985F4760-7BF0-4031-87F8-8464F4AA3B03}">
      <dgm:prSet/>
      <dgm:spPr/>
      <dgm:t>
        <a:bodyPr/>
        <a:lstStyle/>
        <a:p>
          <a:endParaRPr lang="en-US"/>
        </a:p>
      </dgm:t>
    </dgm:pt>
    <dgm:pt modelId="{32F45226-7908-4AF3-AA58-B76522F933A2}">
      <dgm:prSet/>
      <dgm:spPr/>
      <dgm:t>
        <a:bodyPr/>
        <a:lstStyle/>
        <a:p>
          <a:r>
            <a:rPr lang="tr-TR" dirty="0" err="1"/>
            <a:t>if</a:t>
          </a:r>
          <a:r>
            <a:rPr lang="tr-TR" dirty="0"/>
            <a:t> </a:t>
          </a: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output</a:t>
          </a:r>
          <a:r>
            <a:rPr lang="tr-TR" dirty="0"/>
            <a:t> of </a:t>
          </a:r>
          <a:r>
            <a:rPr lang="en-US" dirty="0"/>
            <a:t>the hash function is evenly distributed we would expect to find a result with a 0 as the</a:t>
          </a:r>
          <a:r>
            <a:rPr lang="tr-TR" dirty="0"/>
            <a:t> </a:t>
          </a:r>
          <a:r>
            <a:rPr lang="en-US" dirty="0"/>
            <a:t>hexadecimal prefix once every 16 hashes (one out of 16 hexadecimal digits 0 through</a:t>
          </a:r>
          <a:r>
            <a:rPr lang="tr-TR" dirty="0"/>
            <a:t> F</a:t>
          </a:r>
          <a:endParaRPr lang="en-US" dirty="0"/>
        </a:p>
      </dgm:t>
    </dgm:pt>
    <dgm:pt modelId="{7D937920-5769-4646-8338-ADEF04A1620B}" type="parTrans" cxnId="{EA591AB7-7FA7-44B0-9A3A-0F19E999DD24}">
      <dgm:prSet/>
      <dgm:spPr/>
      <dgm:t>
        <a:bodyPr/>
        <a:lstStyle/>
        <a:p>
          <a:endParaRPr lang="en-US"/>
        </a:p>
      </dgm:t>
    </dgm:pt>
    <dgm:pt modelId="{6036F146-7DA2-496E-85CC-EE1F681C1F11}" type="sibTrans" cxnId="{EA591AB7-7FA7-44B0-9A3A-0F19E999DD24}">
      <dgm:prSet/>
      <dgm:spPr/>
      <dgm:t>
        <a:bodyPr/>
        <a:lstStyle/>
        <a:p>
          <a:endParaRPr lang="en-US"/>
        </a:p>
      </dgm:t>
    </dgm:pt>
    <dgm:pt modelId="{B565D685-DB96-423A-AA11-4D3846EA1CFB}">
      <dgm:prSet/>
      <dgm:spPr/>
      <dgm:t>
        <a:bodyPr/>
        <a:lstStyle/>
        <a:p>
          <a:r>
            <a:rPr lang="en-US" dirty="0"/>
            <a:t>In numerical terms, that means finding a hash value that is less than</a:t>
          </a:r>
        </a:p>
      </dgm:t>
    </dgm:pt>
    <dgm:pt modelId="{5341F07B-2551-46A6-B9BC-05AAD28F8C6E}" type="parTrans" cxnId="{BD3C55CA-8763-45E0-8B9F-8DAF3A2F5F9F}">
      <dgm:prSet/>
      <dgm:spPr/>
      <dgm:t>
        <a:bodyPr/>
        <a:lstStyle/>
        <a:p>
          <a:endParaRPr lang="en-US"/>
        </a:p>
      </dgm:t>
    </dgm:pt>
    <dgm:pt modelId="{166EA8AE-379C-426C-8ECD-4A8E4EDA352A}" type="sibTrans" cxnId="{BD3C55CA-8763-45E0-8B9F-8DAF3A2F5F9F}">
      <dgm:prSet/>
      <dgm:spPr/>
      <dgm:t>
        <a:bodyPr/>
        <a:lstStyle/>
        <a:p>
          <a:endParaRPr lang="en-US"/>
        </a:p>
      </dgm:t>
    </dgm:pt>
    <dgm:pt modelId="{FAB31FAC-57C2-40BD-8F40-8D53DAC66E3A}">
      <dgm:prSet/>
      <dgm:spPr/>
      <dgm:t>
        <a:bodyPr/>
        <a:lstStyle/>
        <a:p>
          <a:r>
            <a:rPr lang="tr-TR"/>
            <a:t>0x1000000000000000000000000000000000000000000000000000000000000000</a:t>
          </a:r>
          <a:endParaRPr lang="en-US"/>
        </a:p>
      </dgm:t>
    </dgm:pt>
    <dgm:pt modelId="{5B5E3CCE-D2A9-4D11-B1E4-AD463F183048}" type="parTrans" cxnId="{F0566B82-C21F-40A3-AA35-579FE2AF8E80}">
      <dgm:prSet/>
      <dgm:spPr/>
      <dgm:t>
        <a:bodyPr/>
        <a:lstStyle/>
        <a:p>
          <a:endParaRPr lang="en-US"/>
        </a:p>
      </dgm:t>
    </dgm:pt>
    <dgm:pt modelId="{3F68708B-9424-4C2E-93E6-6801F4B35062}" type="sibTrans" cxnId="{F0566B82-C21F-40A3-AA35-579FE2AF8E80}">
      <dgm:prSet/>
      <dgm:spPr/>
      <dgm:t>
        <a:bodyPr/>
        <a:lstStyle/>
        <a:p>
          <a:endParaRPr lang="en-US"/>
        </a:p>
      </dgm:t>
    </dgm:pt>
    <dgm:pt modelId="{6CA86145-5AB3-4FC1-AA69-256FA44D76EA}">
      <dgm:prSet/>
      <dgm:spPr/>
      <dgm:t>
        <a:bodyPr/>
        <a:lstStyle/>
        <a:p>
          <a:r>
            <a:rPr lang="en-US"/>
            <a:t>this threshold</a:t>
          </a:r>
          <a:r>
            <a:rPr lang="tr-TR"/>
            <a:t> is called</a:t>
          </a:r>
          <a:r>
            <a:rPr lang="en-US"/>
            <a:t> the </a:t>
          </a:r>
          <a:r>
            <a:rPr lang="en-US" i="1"/>
            <a:t>target </a:t>
          </a:r>
          <a:endParaRPr lang="en-US"/>
        </a:p>
      </dgm:t>
    </dgm:pt>
    <dgm:pt modelId="{0E8699CA-46F4-4F9A-94D5-770BBC5163DF}" type="parTrans" cxnId="{75ECAB9C-6C5E-4139-A451-831ADBAE4FB2}">
      <dgm:prSet/>
      <dgm:spPr/>
      <dgm:t>
        <a:bodyPr/>
        <a:lstStyle/>
        <a:p>
          <a:endParaRPr lang="en-US"/>
        </a:p>
      </dgm:t>
    </dgm:pt>
    <dgm:pt modelId="{5FE65F89-CF42-4095-98A1-42C16EA6C83D}" type="sibTrans" cxnId="{75ECAB9C-6C5E-4139-A451-831ADBAE4FB2}">
      <dgm:prSet/>
      <dgm:spPr/>
      <dgm:t>
        <a:bodyPr/>
        <a:lstStyle/>
        <a:p>
          <a:endParaRPr lang="en-US"/>
        </a:p>
      </dgm:t>
    </dgm:pt>
    <dgm:pt modelId="{BF3CBAA7-192E-493E-9AA0-93A9E3B403FD}">
      <dgm:prSet/>
      <dgm:spPr/>
      <dgm:t>
        <a:bodyPr/>
        <a:lstStyle/>
        <a:p>
          <a:r>
            <a:rPr lang="en-US"/>
            <a:t>the goal is to find a hash that is numerically less than</a:t>
          </a:r>
          <a:r>
            <a:rPr lang="tr-TR"/>
            <a:t> the target</a:t>
          </a:r>
          <a:endParaRPr lang="en-US"/>
        </a:p>
      </dgm:t>
    </dgm:pt>
    <dgm:pt modelId="{9FDEA29A-FA53-47D0-BE61-EAC7610AEDAA}" type="parTrans" cxnId="{2EAE27DA-5409-4DA5-A4FE-070A86C616A8}">
      <dgm:prSet/>
      <dgm:spPr/>
      <dgm:t>
        <a:bodyPr/>
        <a:lstStyle/>
        <a:p>
          <a:endParaRPr lang="en-US"/>
        </a:p>
      </dgm:t>
    </dgm:pt>
    <dgm:pt modelId="{042ED9A4-B7B6-4FFB-B4D0-9B63DABA6304}" type="sibTrans" cxnId="{2EAE27DA-5409-4DA5-A4FE-070A86C616A8}">
      <dgm:prSet/>
      <dgm:spPr/>
      <dgm:t>
        <a:bodyPr/>
        <a:lstStyle/>
        <a:p>
          <a:endParaRPr lang="en-US"/>
        </a:p>
      </dgm:t>
    </dgm:pt>
    <dgm:pt modelId="{3C0B4063-E260-4D14-B728-8A735C38500D}" type="pres">
      <dgm:prSet presAssocID="{F13C5FB2-4C03-420D-9088-B6B88D025C88}" presName="linear" presStyleCnt="0">
        <dgm:presLayoutVars>
          <dgm:dir/>
          <dgm:animLvl val="lvl"/>
          <dgm:resizeHandles val="exact"/>
        </dgm:presLayoutVars>
      </dgm:prSet>
      <dgm:spPr/>
    </dgm:pt>
    <dgm:pt modelId="{239BCC6D-B2E5-4892-8F7C-0447CA01DFBA}" type="pres">
      <dgm:prSet presAssocID="{16A1229C-3036-41DB-88C8-19BC5274847F}" presName="parentLin" presStyleCnt="0"/>
      <dgm:spPr/>
    </dgm:pt>
    <dgm:pt modelId="{3744DA48-BD64-48C9-B53A-3FB6C1B24E0C}" type="pres">
      <dgm:prSet presAssocID="{16A1229C-3036-41DB-88C8-19BC5274847F}" presName="parentLeftMargin" presStyleLbl="node1" presStyleIdx="0" presStyleCnt="3"/>
      <dgm:spPr/>
    </dgm:pt>
    <dgm:pt modelId="{1C3AA179-6A0C-486D-A726-5FC211A839B8}" type="pres">
      <dgm:prSet presAssocID="{16A1229C-3036-41DB-88C8-19BC5274847F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D5FB7BB6-772B-4264-B27B-E3A11C021B6D}" type="pres">
      <dgm:prSet presAssocID="{16A1229C-3036-41DB-88C8-19BC5274847F}" presName="negativeSpace" presStyleCnt="0"/>
      <dgm:spPr/>
    </dgm:pt>
    <dgm:pt modelId="{226EEE9A-89BC-48A1-B031-4EED7164B8A0}" type="pres">
      <dgm:prSet presAssocID="{16A1229C-3036-41DB-88C8-19BC5274847F}" presName="childText" presStyleLbl="conFgAcc1" presStyleIdx="0" presStyleCnt="3">
        <dgm:presLayoutVars>
          <dgm:bulletEnabled val="1"/>
        </dgm:presLayoutVars>
      </dgm:prSet>
      <dgm:spPr/>
    </dgm:pt>
    <dgm:pt modelId="{9B4D5A20-0304-4266-9947-76C4C16F5D61}" type="pres">
      <dgm:prSet presAssocID="{8A181CA4-35B2-41EA-BEC1-D93781FC2407}" presName="spaceBetweenRectangles" presStyleCnt="0"/>
      <dgm:spPr/>
    </dgm:pt>
    <dgm:pt modelId="{FEB8F379-C7BB-4868-8148-79C4AE603BD1}" type="pres">
      <dgm:prSet presAssocID="{8C8F8EE9-65D5-4979-A106-EB8C7EA06EA0}" presName="parentLin" presStyleCnt="0"/>
      <dgm:spPr/>
    </dgm:pt>
    <dgm:pt modelId="{9814AAAE-9BA9-49A2-AA8B-C758446D37EB}" type="pres">
      <dgm:prSet presAssocID="{8C8F8EE9-65D5-4979-A106-EB8C7EA06EA0}" presName="parentLeftMargin" presStyleLbl="node1" presStyleIdx="0" presStyleCnt="3"/>
      <dgm:spPr/>
    </dgm:pt>
    <dgm:pt modelId="{A3C819D2-4E4C-43A7-8711-06907C1C48D6}" type="pres">
      <dgm:prSet presAssocID="{8C8F8EE9-65D5-4979-A106-EB8C7EA06EA0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4E109C08-589B-4F7C-A6F3-CAE70FB73C0D}" type="pres">
      <dgm:prSet presAssocID="{8C8F8EE9-65D5-4979-A106-EB8C7EA06EA0}" presName="negativeSpace" presStyleCnt="0"/>
      <dgm:spPr/>
    </dgm:pt>
    <dgm:pt modelId="{9AA5C239-DDCC-42D1-BF98-52208582BE70}" type="pres">
      <dgm:prSet presAssocID="{8C8F8EE9-65D5-4979-A106-EB8C7EA06EA0}" presName="childText" presStyleLbl="conFgAcc1" presStyleIdx="1" presStyleCnt="3">
        <dgm:presLayoutVars>
          <dgm:bulletEnabled val="1"/>
        </dgm:presLayoutVars>
      </dgm:prSet>
      <dgm:spPr/>
    </dgm:pt>
    <dgm:pt modelId="{DA8C4909-A932-4F67-A50D-6585E9E2E022}" type="pres">
      <dgm:prSet presAssocID="{31013FF1-2BD5-4A87-881F-811DC5085178}" presName="spaceBetweenRectangles" presStyleCnt="0"/>
      <dgm:spPr/>
    </dgm:pt>
    <dgm:pt modelId="{89722370-A00D-475C-B9F9-D27B5AB8B490}" type="pres">
      <dgm:prSet presAssocID="{6CA86145-5AB3-4FC1-AA69-256FA44D76EA}" presName="parentLin" presStyleCnt="0"/>
      <dgm:spPr/>
    </dgm:pt>
    <dgm:pt modelId="{DC53E79A-2007-4876-B7F9-54B6D8B7D4DA}" type="pres">
      <dgm:prSet presAssocID="{6CA86145-5AB3-4FC1-AA69-256FA44D76EA}" presName="parentLeftMargin" presStyleLbl="node1" presStyleIdx="1" presStyleCnt="3"/>
      <dgm:spPr/>
    </dgm:pt>
    <dgm:pt modelId="{DA16D06C-DADF-487A-BF20-B26F414AE1A1}" type="pres">
      <dgm:prSet presAssocID="{6CA86145-5AB3-4FC1-AA69-256FA44D76EA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FF165B99-190A-4CD3-B921-A778E7F78042}" type="pres">
      <dgm:prSet presAssocID="{6CA86145-5AB3-4FC1-AA69-256FA44D76EA}" presName="negativeSpace" presStyleCnt="0"/>
      <dgm:spPr/>
    </dgm:pt>
    <dgm:pt modelId="{93B84326-D2C8-4E6E-B1A9-38A319E1F28D}" type="pres">
      <dgm:prSet presAssocID="{6CA86145-5AB3-4FC1-AA69-256FA44D76EA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A4989900-4507-432B-BB5A-1F5DFC9DF3D3}" srcId="{16A1229C-3036-41DB-88C8-19BC5274847F}" destId="{171B489A-9A20-4A51-B637-34D47E4DE25A}" srcOrd="0" destOrd="0" parTransId="{37C420A1-468F-4520-B3CD-DCE0D5A0A388}" sibTransId="{4FBF64B5-573B-42C2-9E1A-6A0BAC8232D6}"/>
    <dgm:cxn modelId="{7270F310-5DD3-44DC-9AB4-8E6874FE37CF}" type="presOf" srcId="{16A1229C-3036-41DB-88C8-19BC5274847F}" destId="{3744DA48-BD64-48C9-B53A-3FB6C1B24E0C}" srcOrd="0" destOrd="0" presId="urn:microsoft.com/office/officeart/2005/8/layout/list1"/>
    <dgm:cxn modelId="{B205CA2E-C741-43D4-82EB-0D88FD9149C0}" srcId="{F13C5FB2-4C03-420D-9088-B6B88D025C88}" destId="{16A1229C-3036-41DB-88C8-19BC5274847F}" srcOrd="0" destOrd="0" parTransId="{96770577-FD3B-40A9-9E6E-214C1FAE7E1A}" sibTransId="{8A181CA4-35B2-41EA-BEC1-D93781FC2407}"/>
    <dgm:cxn modelId="{985F4760-7BF0-4031-87F8-8464F4AA3B03}" srcId="{8C8F8EE9-65D5-4979-A106-EB8C7EA06EA0}" destId="{18752D0D-48EF-425A-8D56-084AD2FF34C5}" srcOrd="1" destOrd="0" parTransId="{3C8FE00A-5A12-45C5-8F7C-7517DAFC2CB9}" sibTransId="{CA1EBC04-258A-4564-98F5-A6D975B844EF}"/>
    <dgm:cxn modelId="{3C41D060-184A-4075-801F-B6FF1CABBCA1}" type="presOf" srcId="{BF3CBAA7-192E-493E-9AA0-93A9E3B403FD}" destId="{93B84326-D2C8-4E6E-B1A9-38A319E1F28D}" srcOrd="0" destOrd="0" presId="urn:microsoft.com/office/officeart/2005/8/layout/list1"/>
    <dgm:cxn modelId="{96F06E42-AA83-4A38-ABF3-48F9C8A5384A}" type="presOf" srcId="{32F45226-7908-4AF3-AA58-B76522F933A2}" destId="{9AA5C239-DDCC-42D1-BF98-52208582BE70}" srcOrd="0" destOrd="2" presId="urn:microsoft.com/office/officeart/2005/8/layout/list1"/>
    <dgm:cxn modelId="{EDBFB273-47B5-435B-A5E9-CEAF0FE8852B}" type="presOf" srcId="{6CA86145-5AB3-4FC1-AA69-256FA44D76EA}" destId="{DA16D06C-DADF-487A-BF20-B26F414AE1A1}" srcOrd="1" destOrd="0" presId="urn:microsoft.com/office/officeart/2005/8/layout/list1"/>
    <dgm:cxn modelId="{C006AC55-D528-4FD1-8C2C-E42191BA5995}" srcId="{8C8F8EE9-65D5-4979-A106-EB8C7EA06EA0}" destId="{FBF66D8D-E26B-4980-A686-19C396E423DC}" srcOrd="0" destOrd="0" parTransId="{74A4A23B-EB6F-4A5B-BB7A-72D29F673633}" sibTransId="{29F3E76B-72DE-4B3A-A359-1086D5AA001E}"/>
    <dgm:cxn modelId="{F0566B82-C21F-40A3-AA35-579FE2AF8E80}" srcId="{8C8F8EE9-65D5-4979-A106-EB8C7EA06EA0}" destId="{FAB31FAC-57C2-40BD-8F40-8D53DAC66E3A}" srcOrd="4" destOrd="0" parTransId="{5B5E3CCE-D2A9-4D11-B1E4-AD463F183048}" sibTransId="{3F68708B-9424-4C2E-93E6-6801F4B35062}"/>
    <dgm:cxn modelId="{F60ACB88-BC81-4408-87B3-CFEC23AAEB35}" type="presOf" srcId="{B565D685-DB96-423A-AA11-4D3846EA1CFB}" destId="{9AA5C239-DDCC-42D1-BF98-52208582BE70}" srcOrd="0" destOrd="3" presId="urn:microsoft.com/office/officeart/2005/8/layout/list1"/>
    <dgm:cxn modelId="{74E96F99-4B21-477E-81E7-0B3C4FFB6842}" srcId="{F13C5FB2-4C03-420D-9088-B6B88D025C88}" destId="{8C8F8EE9-65D5-4979-A106-EB8C7EA06EA0}" srcOrd="1" destOrd="0" parTransId="{1F60E234-D202-45B6-B23D-9D6E40D88772}" sibTransId="{31013FF1-2BD5-4A87-881F-811DC5085178}"/>
    <dgm:cxn modelId="{75ECAB9C-6C5E-4139-A451-831ADBAE4FB2}" srcId="{F13C5FB2-4C03-420D-9088-B6B88D025C88}" destId="{6CA86145-5AB3-4FC1-AA69-256FA44D76EA}" srcOrd="2" destOrd="0" parTransId="{0E8699CA-46F4-4F9A-94D5-770BBC5163DF}" sibTransId="{5FE65F89-CF42-4095-98A1-42C16EA6C83D}"/>
    <dgm:cxn modelId="{641370A0-451F-43B7-9913-82B91A33EC18}" type="presOf" srcId="{8C8F8EE9-65D5-4979-A106-EB8C7EA06EA0}" destId="{A3C819D2-4E4C-43A7-8711-06907C1C48D6}" srcOrd="1" destOrd="0" presId="urn:microsoft.com/office/officeart/2005/8/layout/list1"/>
    <dgm:cxn modelId="{814408A9-2B49-471F-8969-9705B471A275}" type="presOf" srcId="{8C8F8EE9-65D5-4979-A106-EB8C7EA06EA0}" destId="{9814AAAE-9BA9-49A2-AA8B-C758446D37EB}" srcOrd="0" destOrd="0" presId="urn:microsoft.com/office/officeart/2005/8/layout/list1"/>
    <dgm:cxn modelId="{036791AC-6E9B-4CFD-BD72-88B07FCB02E3}" type="presOf" srcId="{6CA86145-5AB3-4FC1-AA69-256FA44D76EA}" destId="{DC53E79A-2007-4876-B7F9-54B6D8B7D4DA}" srcOrd="0" destOrd="0" presId="urn:microsoft.com/office/officeart/2005/8/layout/list1"/>
    <dgm:cxn modelId="{588ADFB0-0239-4A6C-9F41-B87A1E2B5A56}" type="presOf" srcId="{171B489A-9A20-4A51-B637-34D47E4DE25A}" destId="{226EEE9A-89BC-48A1-B031-4EED7164B8A0}" srcOrd="0" destOrd="0" presId="urn:microsoft.com/office/officeart/2005/8/layout/list1"/>
    <dgm:cxn modelId="{EA591AB7-7FA7-44B0-9A3A-0F19E999DD24}" srcId="{8C8F8EE9-65D5-4979-A106-EB8C7EA06EA0}" destId="{32F45226-7908-4AF3-AA58-B76522F933A2}" srcOrd="2" destOrd="0" parTransId="{7D937920-5769-4646-8338-ADEF04A1620B}" sibTransId="{6036F146-7DA2-496E-85CC-EE1F681C1F11}"/>
    <dgm:cxn modelId="{2713F2BC-9E69-4E66-AECF-AF1CDEE8DC8E}" type="presOf" srcId="{FBF66D8D-E26B-4980-A686-19C396E423DC}" destId="{9AA5C239-DDCC-42D1-BF98-52208582BE70}" srcOrd="0" destOrd="0" presId="urn:microsoft.com/office/officeart/2005/8/layout/list1"/>
    <dgm:cxn modelId="{BD3C55CA-8763-45E0-8B9F-8DAF3A2F5F9F}" srcId="{8C8F8EE9-65D5-4979-A106-EB8C7EA06EA0}" destId="{B565D685-DB96-423A-AA11-4D3846EA1CFB}" srcOrd="3" destOrd="0" parTransId="{5341F07B-2551-46A6-B9BC-05AAD28F8C6E}" sibTransId="{166EA8AE-379C-426C-8ECD-4A8E4EDA352A}"/>
    <dgm:cxn modelId="{3EE69FCF-1EB8-4061-A70B-21AFAE35246C}" type="presOf" srcId="{F13C5FB2-4C03-420D-9088-B6B88D025C88}" destId="{3C0B4063-E260-4D14-B728-8A735C38500D}" srcOrd="0" destOrd="0" presId="urn:microsoft.com/office/officeart/2005/8/layout/list1"/>
    <dgm:cxn modelId="{32D942D0-9EF4-4DC9-AB78-62F76CDD4DB9}" type="presOf" srcId="{FAB31FAC-57C2-40BD-8F40-8D53DAC66E3A}" destId="{9AA5C239-DDCC-42D1-BF98-52208582BE70}" srcOrd="0" destOrd="4" presId="urn:microsoft.com/office/officeart/2005/8/layout/list1"/>
    <dgm:cxn modelId="{2EAE27DA-5409-4DA5-A4FE-070A86C616A8}" srcId="{6CA86145-5AB3-4FC1-AA69-256FA44D76EA}" destId="{BF3CBAA7-192E-493E-9AA0-93A9E3B403FD}" srcOrd="0" destOrd="0" parTransId="{9FDEA29A-FA53-47D0-BE61-EAC7610AEDAA}" sibTransId="{042ED9A4-B7B6-4FFB-B4D0-9B63DABA6304}"/>
    <dgm:cxn modelId="{DD54B1E4-01D4-4CBF-BF69-25EB79D1F55D}" type="presOf" srcId="{18752D0D-48EF-425A-8D56-084AD2FF34C5}" destId="{9AA5C239-DDCC-42D1-BF98-52208582BE70}" srcOrd="0" destOrd="1" presId="urn:microsoft.com/office/officeart/2005/8/layout/list1"/>
    <dgm:cxn modelId="{083987F1-862E-4A53-935E-3FDF56E5CEE5}" type="presOf" srcId="{16A1229C-3036-41DB-88C8-19BC5274847F}" destId="{1C3AA179-6A0C-486D-A726-5FC211A839B8}" srcOrd="1" destOrd="0" presId="urn:microsoft.com/office/officeart/2005/8/layout/list1"/>
    <dgm:cxn modelId="{53698AC5-B76F-444B-A1BD-A169A064B6D2}" type="presParOf" srcId="{3C0B4063-E260-4D14-B728-8A735C38500D}" destId="{239BCC6D-B2E5-4892-8F7C-0447CA01DFBA}" srcOrd="0" destOrd="0" presId="urn:microsoft.com/office/officeart/2005/8/layout/list1"/>
    <dgm:cxn modelId="{279C615C-FDB4-4E1C-B25E-4A0A4680ED36}" type="presParOf" srcId="{239BCC6D-B2E5-4892-8F7C-0447CA01DFBA}" destId="{3744DA48-BD64-48C9-B53A-3FB6C1B24E0C}" srcOrd="0" destOrd="0" presId="urn:microsoft.com/office/officeart/2005/8/layout/list1"/>
    <dgm:cxn modelId="{D97EB0A4-AAB3-4C72-ABD4-67DF756509F1}" type="presParOf" srcId="{239BCC6D-B2E5-4892-8F7C-0447CA01DFBA}" destId="{1C3AA179-6A0C-486D-A726-5FC211A839B8}" srcOrd="1" destOrd="0" presId="urn:microsoft.com/office/officeart/2005/8/layout/list1"/>
    <dgm:cxn modelId="{9BCAB9D3-6DD7-48C7-A0EB-E5C0F3413751}" type="presParOf" srcId="{3C0B4063-E260-4D14-B728-8A735C38500D}" destId="{D5FB7BB6-772B-4264-B27B-E3A11C021B6D}" srcOrd="1" destOrd="0" presId="urn:microsoft.com/office/officeart/2005/8/layout/list1"/>
    <dgm:cxn modelId="{7AF78C57-D500-4F1B-81CF-2DE2051873E0}" type="presParOf" srcId="{3C0B4063-E260-4D14-B728-8A735C38500D}" destId="{226EEE9A-89BC-48A1-B031-4EED7164B8A0}" srcOrd="2" destOrd="0" presId="urn:microsoft.com/office/officeart/2005/8/layout/list1"/>
    <dgm:cxn modelId="{93D46361-0BA1-43BF-924D-20AE515CE032}" type="presParOf" srcId="{3C0B4063-E260-4D14-B728-8A735C38500D}" destId="{9B4D5A20-0304-4266-9947-76C4C16F5D61}" srcOrd="3" destOrd="0" presId="urn:microsoft.com/office/officeart/2005/8/layout/list1"/>
    <dgm:cxn modelId="{64564FC8-1DE4-4851-BB2C-75BEF1522FAE}" type="presParOf" srcId="{3C0B4063-E260-4D14-B728-8A735C38500D}" destId="{FEB8F379-C7BB-4868-8148-79C4AE603BD1}" srcOrd="4" destOrd="0" presId="urn:microsoft.com/office/officeart/2005/8/layout/list1"/>
    <dgm:cxn modelId="{6AECE6F0-DF5A-4FF6-95E7-2B622458F26F}" type="presParOf" srcId="{FEB8F379-C7BB-4868-8148-79C4AE603BD1}" destId="{9814AAAE-9BA9-49A2-AA8B-C758446D37EB}" srcOrd="0" destOrd="0" presId="urn:microsoft.com/office/officeart/2005/8/layout/list1"/>
    <dgm:cxn modelId="{111B94AD-6CAA-4E23-8D22-32A83C23421B}" type="presParOf" srcId="{FEB8F379-C7BB-4868-8148-79C4AE603BD1}" destId="{A3C819D2-4E4C-43A7-8711-06907C1C48D6}" srcOrd="1" destOrd="0" presId="urn:microsoft.com/office/officeart/2005/8/layout/list1"/>
    <dgm:cxn modelId="{96D1E8F6-B5A7-4045-B020-A1AC3D079B3B}" type="presParOf" srcId="{3C0B4063-E260-4D14-B728-8A735C38500D}" destId="{4E109C08-589B-4F7C-A6F3-CAE70FB73C0D}" srcOrd="5" destOrd="0" presId="urn:microsoft.com/office/officeart/2005/8/layout/list1"/>
    <dgm:cxn modelId="{3784D617-49D0-4159-A430-000F64C6F98C}" type="presParOf" srcId="{3C0B4063-E260-4D14-B728-8A735C38500D}" destId="{9AA5C239-DDCC-42D1-BF98-52208582BE70}" srcOrd="6" destOrd="0" presId="urn:microsoft.com/office/officeart/2005/8/layout/list1"/>
    <dgm:cxn modelId="{21E3DB1C-9647-4AE2-B241-C22E9F9B4436}" type="presParOf" srcId="{3C0B4063-E260-4D14-B728-8A735C38500D}" destId="{DA8C4909-A932-4F67-A50D-6585E9E2E022}" srcOrd="7" destOrd="0" presId="urn:microsoft.com/office/officeart/2005/8/layout/list1"/>
    <dgm:cxn modelId="{4106B237-A638-4A91-AA1E-E7782ACAB8C0}" type="presParOf" srcId="{3C0B4063-E260-4D14-B728-8A735C38500D}" destId="{89722370-A00D-475C-B9F9-D27B5AB8B490}" srcOrd="8" destOrd="0" presId="urn:microsoft.com/office/officeart/2005/8/layout/list1"/>
    <dgm:cxn modelId="{825FD70D-081A-43CD-96E7-02FB5F203E3A}" type="presParOf" srcId="{89722370-A00D-475C-B9F9-D27B5AB8B490}" destId="{DC53E79A-2007-4876-B7F9-54B6D8B7D4DA}" srcOrd="0" destOrd="0" presId="urn:microsoft.com/office/officeart/2005/8/layout/list1"/>
    <dgm:cxn modelId="{13E8E4E9-C6E7-4A96-B757-761886EA8F52}" type="presParOf" srcId="{89722370-A00D-475C-B9F9-D27B5AB8B490}" destId="{DA16D06C-DADF-487A-BF20-B26F414AE1A1}" srcOrd="1" destOrd="0" presId="urn:microsoft.com/office/officeart/2005/8/layout/list1"/>
    <dgm:cxn modelId="{92A2CA20-F36A-48B6-A600-DBBDC842CC8E}" type="presParOf" srcId="{3C0B4063-E260-4D14-B728-8A735C38500D}" destId="{FF165B99-190A-4CD3-B921-A778E7F78042}" srcOrd="9" destOrd="0" presId="urn:microsoft.com/office/officeart/2005/8/layout/list1"/>
    <dgm:cxn modelId="{19227E1D-189D-4D28-8172-2156285FF4A9}" type="presParOf" srcId="{3C0B4063-E260-4D14-B728-8A735C38500D}" destId="{93B84326-D2C8-4E6E-B1A9-38A319E1F28D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7.xml><?xml version="1.0" encoding="utf-8"?>
<dgm:dataModel xmlns:dgm="http://schemas.openxmlformats.org/drawingml/2006/diagram" xmlns:a="http://schemas.openxmlformats.org/drawingml/2006/main">
  <dgm:ptLst>
    <dgm:pt modelId="{9CA9EF9D-FE06-4342-AF9B-A4B957217E76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25EC0CC2-C4CA-439C-9F2A-84EEEB555EDE}">
      <dgm:prSet/>
      <dgm:spPr/>
      <dgm:t>
        <a:bodyPr/>
        <a:lstStyle/>
        <a:p>
          <a:r>
            <a:rPr lang="en-US"/>
            <a:t>imagine a game where players throw a pair of dice repeatedly,</a:t>
          </a:r>
          <a:r>
            <a:rPr lang="tr-TR"/>
            <a:t> </a:t>
          </a:r>
          <a:r>
            <a:rPr lang="en-US"/>
            <a:t>trying to throw less than a specified target. </a:t>
          </a:r>
        </a:p>
      </dgm:t>
    </dgm:pt>
    <dgm:pt modelId="{61B6E298-286E-4826-B34B-65FB64341A08}" type="parTrans" cxnId="{42A8654A-3C09-4542-82B6-C805B882A8DE}">
      <dgm:prSet/>
      <dgm:spPr/>
      <dgm:t>
        <a:bodyPr/>
        <a:lstStyle/>
        <a:p>
          <a:endParaRPr lang="en-US"/>
        </a:p>
      </dgm:t>
    </dgm:pt>
    <dgm:pt modelId="{2899E903-6437-40FD-97D5-28111A88F530}" type="sibTrans" cxnId="{42A8654A-3C09-4542-82B6-C805B882A8DE}">
      <dgm:prSet/>
      <dgm:spPr/>
      <dgm:t>
        <a:bodyPr/>
        <a:lstStyle/>
        <a:p>
          <a:endParaRPr lang="en-US"/>
        </a:p>
      </dgm:t>
    </dgm:pt>
    <dgm:pt modelId="{F6CEEB35-75E5-46C4-B6F5-D736C3E6BFEE}">
      <dgm:prSet/>
      <dgm:spPr/>
      <dgm:t>
        <a:bodyPr/>
        <a:lstStyle/>
        <a:p>
          <a:r>
            <a:rPr lang="en-US"/>
            <a:t>In the first round, the target is 12</a:t>
          </a:r>
        </a:p>
      </dgm:t>
    </dgm:pt>
    <dgm:pt modelId="{3E3653C7-A425-4151-A5FC-A15BC79728BF}" type="parTrans" cxnId="{0BC7846A-4353-4591-B650-90940D6CF7DA}">
      <dgm:prSet/>
      <dgm:spPr/>
      <dgm:t>
        <a:bodyPr/>
        <a:lstStyle/>
        <a:p>
          <a:endParaRPr lang="en-US"/>
        </a:p>
      </dgm:t>
    </dgm:pt>
    <dgm:pt modelId="{376AB967-D6A7-49A4-AE7C-5E51C101C794}" type="sibTrans" cxnId="{0BC7846A-4353-4591-B650-90940D6CF7DA}">
      <dgm:prSet/>
      <dgm:spPr/>
      <dgm:t>
        <a:bodyPr/>
        <a:lstStyle/>
        <a:p>
          <a:endParaRPr lang="en-US"/>
        </a:p>
      </dgm:t>
    </dgm:pt>
    <dgm:pt modelId="{E8698050-4317-4507-B2A3-18DDAD6AC887}">
      <dgm:prSet/>
      <dgm:spPr/>
      <dgm:t>
        <a:bodyPr/>
        <a:lstStyle/>
        <a:p>
          <a:r>
            <a:rPr lang="en-US"/>
            <a:t>Unless you throw double-six, you win. In the next round the target is 11. </a:t>
          </a:r>
        </a:p>
      </dgm:t>
    </dgm:pt>
    <dgm:pt modelId="{976DD155-46FA-46FA-A307-BB3C9FD6058D}" type="parTrans" cxnId="{69299A7B-F0B4-4670-A26A-FF638A47CD16}">
      <dgm:prSet/>
      <dgm:spPr/>
      <dgm:t>
        <a:bodyPr/>
        <a:lstStyle/>
        <a:p>
          <a:endParaRPr lang="en-US"/>
        </a:p>
      </dgm:t>
    </dgm:pt>
    <dgm:pt modelId="{DEBA0740-BBC6-4A63-A2DE-E3C1C1C6CC6D}" type="sibTrans" cxnId="{69299A7B-F0B4-4670-A26A-FF638A47CD16}">
      <dgm:prSet/>
      <dgm:spPr/>
      <dgm:t>
        <a:bodyPr/>
        <a:lstStyle/>
        <a:p>
          <a:endParaRPr lang="en-US"/>
        </a:p>
      </dgm:t>
    </dgm:pt>
    <dgm:pt modelId="{0E05D267-1EE2-4480-A936-A56089BB5E8E}">
      <dgm:prSet/>
      <dgm:spPr/>
      <dgm:t>
        <a:bodyPr/>
        <a:lstStyle/>
        <a:p>
          <a:r>
            <a:rPr lang="en-US"/>
            <a:t>Players</a:t>
          </a:r>
          <a:r>
            <a:rPr lang="tr-TR"/>
            <a:t> </a:t>
          </a:r>
          <a:r>
            <a:rPr lang="en-US"/>
            <a:t>must throw 10 or less to win, again an easy task. </a:t>
          </a:r>
        </a:p>
      </dgm:t>
    </dgm:pt>
    <dgm:pt modelId="{45965AD6-B165-492F-BB87-14DA90EA14E3}" type="parTrans" cxnId="{845B6510-3826-46E8-8CBB-3F316944072D}">
      <dgm:prSet/>
      <dgm:spPr/>
      <dgm:t>
        <a:bodyPr/>
        <a:lstStyle/>
        <a:p>
          <a:endParaRPr lang="en-US"/>
        </a:p>
      </dgm:t>
    </dgm:pt>
    <dgm:pt modelId="{5CE6245D-188D-4C61-8210-464E2C0A965F}" type="sibTrans" cxnId="{845B6510-3826-46E8-8CBB-3F316944072D}">
      <dgm:prSet/>
      <dgm:spPr/>
      <dgm:t>
        <a:bodyPr/>
        <a:lstStyle/>
        <a:p>
          <a:endParaRPr lang="en-US"/>
        </a:p>
      </dgm:t>
    </dgm:pt>
    <dgm:pt modelId="{59AA2F29-6C63-4C76-BACF-477C9CFB2162}">
      <dgm:prSet/>
      <dgm:spPr/>
      <dgm:t>
        <a:bodyPr/>
        <a:lstStyle/>
        <a:p>
          <a:r>
            <a:rPr lang="en-US"/>
            <a:t>Let’s say a few rounds later the target</a:t>
          </a:r>
          <a:r>
            <a:rPr lang="tr-TR"/>
            <a:t> </a:t>
          </a:r>
          <a:r>
            <a:rPr lang="en-US"/>
            <a:t>is down to 5. </a:t>
          </a:r>
        </a:p>
      </dgm:t>
    </dgm:pt>
    <dgm:pt modelId="{1A348788-D106-4788-B658-CBAAAF67651F}" type="parTrans" cxnId="{462F4B37-D535-4E10-8267-E8AE4E9E87D8}">
      <dgm:prSet/>
      <dgm:spPr/>
      <dgm:t>
        <a:bodyPr/>
        <a:lstStyle/>
        <a:p>
          <a:endParaRPr lang="en-US"/>
        </a:p>
      </dgm:t>
    </dgm:pt>
    <dgm:pt modelId="{BC00D342-4C95-4B4E-97C5-66FC991CA5A6}" type="sibTrans" cxnId="{462F4B37-D535-4E10-8267-E8AE4E9E87D8}">
      <dgm:prSet/>
      <dgm:spPr/>
      <dgm:t>
        <a:bodyPr/>
        <a:lstStyle/>
        <a:p>
          <a:endParaRPr lang="en-US"/>
        </a:p>
      </dgm:t>
    </dgm:pt>
    <dgm:pt modelId="{875B0CFC-7612-49E3-BF81-C0F8BA14A79B}">
      <dgm:prSet/>
      <dgm:spPr/>
      <dgm:t>
        <a:bodyPr/>
        <a:lstStyle/>
        <a:p>
          <a:r>
            <a:rPr lang="en-US"/>
            <a:t>Now, more than half the dice throws will exceed the target and therefore</a:t>
          </a:r>
          <a:r>
            <a:rPr lang="tr-TR"/>
            <a:t> </a:t>
          </a:r>
          <a:r>
            <a:rPr lang="en-US"/>
            <a:t>be invalid. </a:t>
          </a:r>
        </a:p>
      </dgm:t>
    </dgm:pt>
    <dgm:pt modelId="{A9BBA413-9728-425E-9569-D47FE2798098}" type="parTrans" cxnId="{F0E622CB-52A5-414E-B43E-CD4FBF890E54}">
      <dgm:prSet/>
      <dgm:spPr/>
      <dgm:t>
        <a:bodyPr/>
        <a:lstStyle/>
        <a:p>
          <a:endParaRPr lang="en-US"/>
        </a:p>
      </dgm:t>
    </dgm:pt>
    <dgm:pt modelId="{752CB0AD-6C53-4D58-9BEB-49D48E9A5283}" type="sibTrans" cxnId="{F0E622CB-52A5-414E-B43E-CD4FBF890E54}">
      <dgm:prSet/>
      <dgm:spPr/>
      <dgm:t>
        <a:bodyPr/>
        <a:lstStyle/>
        <a:p>
          <a:endParaRPr lang="en-US"/>
        </a:p>
      </dgm:t>
    </dgm:pt>
    <dgm:pt modelId="{365B74A2-033D-4313-82FD-43F9B85E29AC}">
      <dgm:prSet/>
      <dgm:spPr/>
      <dgm:t>
        <a:bodyPr/>
        <a:lstStyle/>
        <a:p>
          <a:r>
            <a:rPr lang="en-US"/>
            <a:t>It takes exponentially more dice throws to win, the lower the target gets.</a:t>
          </a:r>
        </a:p>
      </dgm:t>
    </dgm:pt>
    <dgm:pt modelId="{24FB339C-B348-4E82-A80D-6DDC614EAD59}" type="parTrans" cxnId="{763B35EE-288D-4F32-9AA3-F0AF984D55C2}">
      <dgm:prSet/>
      <dgm:spPr/>
      <dgm:t>
        <a:bodyPr/>
        <a:lstStyle/>
        <a:p>
          <a:endParaRPr lang="en-US"/>
        </a:p>
      </dgm:t>
    </dgm:pt>
    <dgm:pt modelId="{3841BCC5-3133-4194-8653-36F3CCE9DD8E}" type="sibTrans" cxnId="{763B35EE-288D-4F32-9AA3-F0AF984D55C2}">
      <dgm:prSet/>
      <dgm:spPr/>
      <dgm:t>
        <a:bodyPr/>
        <a:lstStyle/>
        <a:p>
          <a:endParaRPr lang="en-US"/>
        </a:p>
      </dgm:t>
    </dgm:pt>
    <dgm:pt modelId="{2E70845F-E5E1-434E-9D7C-80DAF52F5DB7}">
      <dgm:prSet/>
      <dgm:spPr/>
      <dgm:t>
        <a:bodyPr/>
        <a:lstStyle/>
        <a:p>
          <a:r>
            <a:rPr lang="en-US"/>
            <a:t>Eventually, when the target is 2 (the minimum possible), only one throw out of every</a:t>
          </a:r>
          <a:r>
            <a:rPr lang="tr-TR"/>
            <a:t> </a:t>
          </a:r>
          <a:r>
            <a:rPr lang="en-US"/>
            <a:t>36, or 2% of them, will produce a winning result.</a:t>
          </a:r>
        </a:p>
      </dgm:t>
    </dgm:pt>
    <dgm:pt modelId="{F4D703FE-46E4-45AA-8BFF-62835E988AF1}" type="parTrans" cxnId="{DCF34D88-1A6A-41E6-9FE7-775F00129084}">
      <dgm:prSet/>
      <dgm:spPr/>
      <dgm:t>
        <a:bodyPr/>
        <a:lstStyle/>
        <a:p>
          <a:endParaRPr lang="en-US"/>
        </a:p>
      </dgm:t>
    </dgm:pt>
    <dgm:pt modelId="{5EAC1820-8C22-4A02-9B79-004B28D45174}" type="sibTrans" cxnId="{DCF34D88-1A6A-41E6-9FE7-775F00129084}">
      <dgm:prSet/>
      <dgm:spPr/>
      <dgm:t>
        <a:bodyPr/>
        <a:lstStyle/>
        <a:p>
          <a:endParaRPr lang="en-US"/>
        </a:p>
      </dgm:t>
    </dgm:pt>
    <dgm:pt modelId="{4C21CCD6-A6B5-4069-9D28-74372FABA7FB}" type="pres">
      <dgm:prSet presAssocID="{9CA9EF9D-FE06-4342-AF9B-A4B957217E76}" presName="linear" presStyleCnt="0">
        <dgm:presLayoutVars>
          <dgm:animLvl val="lvl"/>
          <dgm:resizeHandles val="exact"/>
        </dgm:presLayoutVars>
      </dgm:prSet>
      <dgm:spPr/>
    </dgm:pt>
    <dgm:pt modelId="{106B434A-88C2-4118-A597-752198F47C70}" type="pres">
      <dgm:prSet presAssocID="{25EC0CC2-C4CA-439C-9F2A-84EEEB555EDE}" presName="parentText" presStyleLbl="node1" presStyleIdx="0" presStyleCnt="8">
        <dgm:presLayoutVars>
          <dgm:chMax val="0"/>
          <dgm:bulletEnabled val="1"/>
        </dgm:presLayoutVars>
      </dgm:prSet>
      <dgm:spPr/>
    </dgm:pt>
    <dgm:pt modelId="{3B8E2ED7-7782-4538-BAC8-4FDC8DFF9B5B}" type="pres">
      <dgm:prSet presAssocID="{2899E903-6437-40FD-97D5-28111A88F530}" presName="spacer" presStyleCnt="0"/>
      <dgm:spPr/>
    </dgm:pt>
    <dgm:pt modelId="{9E8C54AE-0740-4BEC-AF40-0FAC09FA0324}" type="pres">
      <dgm:prSet presAssocID="{F6CEEB35-75E5-46C4-B6F5-D736C3E6BFEE}" presName="parentText" presStyleLbl="node1" presStyleIdx="1" presStyleCnt="8">
        <dgm:presLayoutVars>
          <dgm:chMax val="0"/>
          <dgm:bulletEnabled val="1"/>
        </dgm:presLayoutVars>
      </dgm:prSet>
      <dgm:spPr/>
    </dgm:pt>
    <dgm:pt modelId="{0F98390C-5F64-4DA2-88EE-224A7DFEC026}" type="pres">
      <dgm:prSet presAssocID="{376AB967-D6A7-49A4-AE7C-5E51C101C794}" presName="spacer" presStyleCnt="0"/>
      <dgm:spPr/>
    </dgm:pt>
    <dgm:pt modelId="{CBD245FA-506B-4611-B8A5-7FF2AFCAFC98}" type="pres">
      <dgm:prSet presAssocID="{E8698050-4317-4507-B2A3-18DDAD6AC887}" presName="parentText" presStyleLbl="node1" presStyleIdx="2" presStyleCnt="8">
        <dgm:presLayoutVars>
          <dgm:chMax val="0"/>
          <dgm:bulletEnabled val="1"/>
        </dgm:presLayoutVars>
      </dgm:prSet>
      <dgm:spPr/>
    </dgm:pt>
    <dgm:pt modelId="{CDD3C530-96C7-403D-970A-95D78E10356A}" type="pres">
      <dgm:prSet presAssocID="{DEBA0740-BBC6-4A63-A2DE-E3C1C1C6CC6D}" presName="spacer" presStyleCnt="0"/>
      <dgm:spPr/>
    </dgm:pt>
    <dgm:pt modelId="{1D126147-9510-4A23-BEC6-C8965FDA64C0}" type="pres">
      <dgm:prSet presAssocID="{0E05D267-1EE2-4480-A936-A56089BB5E8E}" presName="parentText" presStyleLbl="node1" presStyleIdx="3" presStyleCnt="8">
        <dgm:presLayoutVars>
          <dgm:chMax val="0"/>
          <dgm:bulletEnabled val="1"/>
        </dgm:presLayoutVars>
      </dgm:prSet>
      <dgm:spPr/>
    </dgm:pt>
    <dgm:pt modelId="{B712F2CA-F928-4558-84E3-EB2743F71A4D}" type="pres">
      <dgm:prSet presAssocID="{5CE6245D-188D-4C61-8210-464E2C0A965F}" presName="spacer" presStyleCnt="0"/>
      <dgm:spPr/>
    </dgm:pt>
    <dgm:pt modelId="{A85A8EBA-33BC-4624-AC35-EFFE8F302BB4}" type="pres">
      <dgm:prSet presAssocID="{59AA2F29-6C63-4C76-BACF-477C9CFB2162}" presName="parentText" presStyleLbl="node1" presStyleIdx="4" presStyleCnt="8">
        <dgm:presLayoutVars>
          <dgm:chMax val="0"/>
          <dgm:bulletEnabled val="1"/>
        </dgm:presLayoutVars>
      </dgm:prSet>
      <dgm:spPr/>
    </dgm:pt>
    <dgm:pt modelId="{E59130E5-AD33-4050-BAF2-2BE157434458}" type="pres">
      <dgm:prSet presAssocID="{BC00D342-4C95-4B4E-97C5-66FC991CA5A6}" presName="spacer" presStyleCnt="0"/>
      <dgm:spPr/>
    </dgm:pt>
    <dgm:pt modelId="{5B9C07DC-3B4F-45D8-839A-87BF57D33DAB}" type="pres">
      <dgm:prSet presAssocID="{875B0CFC-7612-49E3-BF81-C0F8BA14A79B}" presName="parentText" presStyleLbl="node1" presStyleIdx="5" presStyleCnt="8">
        <dgm:presLayoutVars>
          <dgm:chMax val="0"/>
          <dgm:bulletEnabled val="1"/>
        </dgm:presLayoutVars>
      </dgm:prSet>
      <dgm:spPr/>
    </dgm:pt>
    <dgm:pt modelId="{3D79DBA4-21B5-4419-887B-9A0A42F6A26D}" type="pres">
      <dgm:prSet presAssocID="{752CB0AD-6C53-4D58-9BEB-49D48E9A5283}" presName="spacer" presStyleCnt="0"/>
      <dgm:spPr/>
    </dgm:pt>
    <dgm:pt modelId="{7C6E1429-B2E1-4410-B2E7-0C6B86F79520}" type="pres">
      <dgm:prSet presAssocID="{365B74A2-033D-4313-82FD-43F9B85E29AC}" presName="parentText" presStyleLbl="node1" presStyleIdx="6" presStyleCnt="8">
        <dgm:presLayoutVars>
          <dgm:chMax val="0"/>
          <dgm:bulletEnabled val="1"/>
        </dgm:presLayoutVars>
      </dgm:prSet>
      <dgm:spPr/>
    </dgm:pt>
    <dgm:pt modelId="{1DEFC426-4F7F-4B4B-AE8A-029261967425}" type="pres">
      <dgm:prSet presAssocID="{3841BCC5-3133-4194-8653-36F3CCE9DD8E}" presName="spacer" presStyleCnt="0"/>
      <dgm:spPr/>
    </dgm:pt>
    <dgm:pt modelId="{437D6AEC-D61A-4FD4-9F59-8C0AD861B2DC}" type="pres">
      <dgm:prSet presAssocID="{2E70845F-E5E1-434E-9D7C-80DAF52F5DB7}" presName="parentText" presStyleLbl="node1" presStyleIdx="7" presStyleCnt="8">
        <dgm:presLayoutVars>
          <dgm:chMax val="0"/>
          <dgm:bulletEnabled val="1"/>
        </dgm:presLayoutVars>
      </dgm:prSet>
      <dgm:spPr/>
    </dgm:pt>
  </dgm:ptLst>
  <dgm:cxnLst>
    <dgm:cxn modelId="{845B6510-3826-46E8-8CBB-3F316944072D}" srcId="{9CA9EF9D-FE06-4342-AF9B-A4B957217E76}" destId="{0E05D267-1EE2-4480-A936-A56089BB5E8E}" srcOrd="3" destOrd="0" parTransId="{45965AD6-B165-492F-BB87-14DA90EA14E3}" sibTransId="{5CE6245D-188D-4C61-8210-464E2C0A965F}"/>
    <dgm:cxn modelId="{E3176018-99BF-4AAE-86EA-02CF23B9901A}" type="presOf" srcId="{25EC0CC2-C4CA-439C-9F2A-84EEEB555EDE}" destId="{106B434A-88C2-4118-A597-752198F47C70}" srcOrd="0" destOrd="0" presId="urn:microsoft.com/office/officeart/2005/8/layout/vList2"/>
    <dgm:cxn modelId="{C2351B34-966F-4396-A1A9-68F75AAE83DB}" type="presOf" srcId="{F6CEEB35-75E5-46C4-B6F5-D736C3E6BFEE}" destId="{9E8C54AE-0740-4BEC-AF40-0FAC09FA0324}" srcOrd="0" destOrd="0" presId="urn:microsoft.com/office/officeart/2005/8/layout/vList2"/>
    <dgm:cxn modelId="{462F4B37-D535-4E10-8267-E8AE4E9E87D8}" srcId="{9CA9EF9D-FE06-4342-AF9B-A4B957217E76}" destId="{59AA2F29-6C63-4C76-BACF-477C9CFB2162}" srcOrd="4" destOrd="0" parTransId="{1A348788-D106-4788-B658-CBAAAF67651F}" sibTransId="{BC00D342-4C95-4B4E-97C5-66FC991CA5A6}"/>
    <dgm:cxn modelId="{143FD45B-8113-4BC6-B997-D708E2033A8B}" type="presOf" srcId="{2E70845F-E5E1-434E-9D7C-80DAF52F5DB7}" destId="{437D6AEC-D61A-4FD4-9F59-8C0AD861B2DC}" srcOrd="0" destOrd="0" presId="urn:microsoft.com/office/officeart/2005/8/layout/vList2"/>
    <dgm:cxn modelId="{2747F060-F827-4C83-B8F7-79A23CEA71A7}" type="presOf" srcId="{875B0CFC-7612-49E3-BF81-C0F8BA14A79B}" destId="{5B9C07DC-3B4F-45D8-839A-87BF57D33DAB}" srcOrd="0" destOrd="0" presId="urn:microsoft.com/office/officeart/2005/8/layout/vList2"/>
    <dgm:cxn modelId="{42A8654A-3C09-4542-82B6-C805B882A8DE}" srcId="{9CA9EF9D-FE06-4342-AF9B-A4B957217E76}" destId="{25EC0CC2-C4CA-439C-9F2A-84EEEB555EDE}" srcOrd="0" destOrd="0" parTransId="{61B6E298-286E-4826-B34B-65FB64341A08}" sibTransId="{2899E903-6437-40FD-97D5-28111A88F530}"/>
    <dgm:cxn modelId="{0BC7846A-4353-4591-B650-90940D6CF7DA}" srcId="{9CA9EF9D-FE06-4342-AF9B-A4B957217E76}" destId="{F6CEEB35-75E5-46C4-B6F5-D736C3E6BFEE}" srcOrd="1" destOrd="0" parTransId="{3E3653C7-A425-4151-A5FC-A15BC79728BF}" sibTransId="{376AB967-D6A7-49A4-AE7C-5E51C101C794}"/>
    <dgm:cxn modelId="{69299A7B-F0B4-4670-A26A-FF638A47CD16}" srcId="{9CA9EF9D-FE06-4342-AF9B-A4B957217E76}" destId="{E8698050-4317-4507-B2A3-18DDAD6AC887}" srcOrd="2" destOrd="0" parTransId="{976DD155-46FA-46FA-A307-BB3C9FD6058D}" sibTransId="{DEBA0740-BBC6-4A63-A2DE-E3C1C1C6CC6D}"/>
    <dgm:cxn modelId="{DCF34D88-1A6A-41E6-9FE7-775F00129084}" srcId="{9CA9EF9D-FE06-4342-AF9B-A4B957217E76}" destId="{2E70845F-E5E1-434E-9D7C-80DAF52F5DB7}" srcOrd="7" destOrd="0" parTransId="{F4D703FE-46E4-45AA-8BFF-62835E988AF1}" sibTransId="{5EAC1820-8C22-4A02-9B79-004B28D45174}"/>
    <dgm:cxn modelId="{D6A0FFB6-F19B-4E35-B19D-A9F1B7FA1181}" type="presOf" srcId="{59AA2F29-6C63-4C76-BACF-477C9CFB2162}" destId="{A85A8EBA-33BC-4624-AC35-EFFE8F302BB4}" srcOrd="0" destOrd="0" presId="urn:microsoft.com/office/officeart/2005/8/layout/vList2"/>
    <dgm:cxn modelId="{BF370FBB-F8F7-4A28-90F9-4349E833EB5D}" type="presOf" srcId="{E8698050-4317-4507-B2A3-18DDAD6AC887}" destId="{CBD245FA-506B-4611-B8A5-7FF2AFCAFC98}" srcOrd="0" destOrd="0" presId="urn:microsoft.com/office/officeart/2005/8/layout/vList2"/>
    <dgm:cxn modelId="{F0E622CB-52A5-414E-B43E-CD4FBF890E54}" srcId="{9CA9EF9D-FE06-4342-AF9B-A4B957217E76}" destId="{875B0CFC-7612-49E3-BF81-C0F8BA14A79B}" srcOrd="5" destOrd="0" parTransId="{A9BBA413-9728-425E-9569-D47FE2798098}" sibTransId="{752CB0AD-6C53-4D58-9BEB-49D48E9A5283}"/>
    <dgm:cxn modelId="{7044BED7-248E-4C74-ADB9-3904363ACF40}" type="presOf" srcId="{0E05D267-1EE2-4480-A936-A56089BB5E8E}" destId="{1D126147-9510-4A23-BEC6-C8965FDA64C0}" srcOrd="0" destOrd="0" presId="urn:microsoft.com/office/officeart/2005/8/layout/vList2"/>
    <dgm:cxn modelId="{763B35EE-288D-4F32-9AA3-F0AF984D55C2}" srcId="{9CA9EF9D-FE06-4342-AF9B-A4B957217E76}" destId="{365B74A2-033D-4313-82FD-43F9B85E29AC}" srcOrd="6" destOrd="0" parTransId="{24FB339C-B348-4E82-A80D-6DDC614EAD59}" sibTransId="{3841BCC5-3133-4194-8653-36F3CCE9DD8E}"/>
    <dgm:cxn modelId="{05D625F3-A32C-4133-B71B-788B50BDD0F3}" type="presOf" srcId="{9CA9EF9D-FE06-4342-AF9B-A4B957217E76}" destId="{4C21CCD6-A6B5-4069-9D28-74372FABA7FB}" srcOrd="0" destOrd="0" presId="urn:microsoft.com/office/officeart/2005/8/layout/vList2"/>
    <dgm:cxn modelId="{05BA35FD-6CB8-4729-8A64-C2B1F7994D5E}" type="presOf" srcId="{365B74A2-033D-4313-82FD-43F9B85E29AC}" destId="{7C6E1429-B2E1-4410-B2E7-0C6B86F79520}" srcOrd="0" destOrd="0" presId="urn:microsoft.com/office/officeart/2005/8/layout/vList2"/>
    <dgm:cxn modelId="{F7353055-F486-4D79-A268-571B45F2AE4A}" type="presParOf" srcId="{4C21CCD6-A6B5-4069-9D28-74372FABA7FB}" destId="{106B434A-88C2-4118-A597-752198F47C70}" srcOrd="0" destOrd="0" presId="urn:microsoft.com/office/officeart/2005/8/layout/vList2"/>
    <dgm:cxn modelId="{284F7568-0A72-48CD-9AB5-3430D9DF238E}" type="presParOf" srcId="{4C21CCD6-A6B5-4069-9D28-74372FABA7FB}" destId="{3B8E2ED7-7782-4538-BAC8-4FDC8DFF9B5B}" srcOrd="1" destOrd="0" presId="urn:microsoft.com/office/officeart/2005/8/layout/vList2"/>
    <dgm:cxn modelId="{9A29082C-7907-47FD-9C4C-5635C11EF9E1}" type="presParOf" srcId="{4C21CCD6-A6B5-4069-9D28-74372FABA7FB}" destId="{9E8C54AE-0740-4BEC-AF40-0FAC09FA0324}" srcOrd="2" destOrd="0" presId="urn:microsoft.com/office/officeart/2005/8/layout/vList2"/>
    <dgm:cxn modelId="{6974F00E-E962-49A9-8E2A-18BF12A6E74E}" type="presParOf" srcId="{4C21CCD6-A6B5-4069-9D28-74372FABA7FB}" destId="{0F98390C-5F64-4DA2-88EE-224A7DFEC026}" srcOrd="3" destOrd="0" presId="urn:microsoft.com/office/officeart/2005/8/layout/vList2"/>
    <dgm:cxn modelId="{B09A47BF-2E95-4D4F-B0DF-5E3180A0370E}" type="presParOf" srcId="{4C21CCD6-A6B5-4069-9D28-74372FABA7FB}" destId="{CBD245FA-506B-4611-B8A5-7FF2AFCAFC98}" srcOrd="4" destOrd="0" presId="urn:microsoft.com/office/officeart/2005/8/layout/vList2"/>
    <dgm:cxn modelId="{BDE948DE-3C61-47B6-AB75-EA3CD5C15DBA}" type="presParOf" srcId="{4C21CCD6-A6B5-4069-9D28-74372FABA7FB}" destId="{CDD3C530-96C7-403D-970A-95D78E10356A}" srcOrd="5" destOrd="0" presId="urn:microsoft.com/office/officeart/2005/8/layout/vList2"/>
    <dgm:cxn modelId="{E811B6B2-828E-47A3-AD70-BADF7631C325}" type="presParOf" srcId="{4C21CCD6-A6B5-4069-9D28-74372FABA7FB}" destId="{1D126147-9510-4A23-BEC6-C8965FDA64C0}" srcOrd="6" destOrd="0" presId="urn:microsoft.com/office/officeart/2005/8/layout/vList2"/>
    <dgm:cxn modelId="{6653CC13-23AE-4467-868D-BF47ED0DF7BB}" type="presParOf" srcId="{4C21CCD6-A6B5-4069-9D28-74372FABA7FB}" destId="{B712F2CA-F928-4558-84E3-EB2743F71A4D}" srcOrd="7" destOrd="0" presId="urn:microsoft.com/office/officeart/2005/8/layout/vList2"/>
    <dgm:cxn modelId="{C4130CAF-C413-4EAF-9FCD-142D69EF0A95}" type="presParOf" srcId="{4C21CCD6-A6B5-4069-9D28-74372FABA7FB}" destId="{A85A8EBA-33BC-4624-AC35-EFFE8F302BB4}" srcOrd="8" destOrd="0" presId="urn:microsoft.com/office/officeart/2005/8/layout/vList2"/>
    <dgm:cxn modelId="{C415F543-3F89-4862-AB75-9C0E1BCD158F}" type="presParOf" srcId="{4C21CCD6-A6B5-4069-9D28-74372FABA7FB}" destId="{E59130E5-AD33-4050-BAF2-2BE157434458}" srcOrd="9" destOrd="0" presId="urn:microsoft.com/office/officeart/2005/8/layout/vList2"/>
    <dgm:cxn modelId="{3F77A9CD-0720-42A0-BB59-7BBEB1B12746}" type="presParOf" srcId="{4C21CCD6-A6B5-4069-9D28-74372FABA7FB}" destId="{5B9C07DC-3B4F-45D8-839A-87BF57D33DAB}" srcOrd="10" destOrd="0" presId="urn:microsoft.com/office/officeart/2005/8/layout/vList2"/>
    <dgm:cxn modelId="{1E40C522-7600-436B-AF3B-AFD5EBA3B7D6}" type="presParOf" srcId="{4C21CCD6-A6B5-4069-9D28-74372FABA7FB}" destId="{3D79DBA4-21B5-4419-887B-9A0A42F6A26D}" srcOrd="11" destOrd="0" presId="urn:microsoft.com/office/officeart/2005/8/layout/vList2"/>
    <dgm:cxn modelId="{A17BFA2B-12BE-441A-92F9-3DF8F6638855}" type="presParOf" srcId="{4C21CCD6-A6B5-4069-9D28-74372FABA7FB}" destId="{7C6E1429-B2E1-4410-B2E7-0C6B86F79520}" srcOrd="12" destOrd="0" presId="urn:microsoft.com/office/officeart/2005/8/layout/vList2"/>
    <dgm:cxn modelId="{28981654-33D6-41C3-8675-13A4493D818A}" type="presParOf" srcId="{4C21CCD6-A6B5-4069-9D28-74372FABA7FB}" destId="{1DEFC426-4F7F-4B4B-AE8A-029261967425}" srcOrd="13" destOrd="0" presId="urn:microsoft.com/office/officeart/2005/8/layout/vList2"/>
    <dgm:cxn modelId="{4EDF080C-439D-4F53-A6B3-45649F4C6C30}" type="presParOf" srcId="{4C21CCD6-A6B5-4069-9D28-74372FABA7FB}" destId="{437D6AEC-D61A-4FD4-9F59-8C0AD861B2DC}" srcOrd="14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8.xml><?xml version="1.0" encoding="utf-8"?>
<dgm:dataModel xmlns:dgm="http://schemas.openxmlformats.org/drawingml/2006/diagram" xmlns:a="http://schemas.openxmlformats.org/drawingml/2006/main">
  <dgm:ptLst>
    <dgm:pt modelId="{DECE9A0D-F67E-450A-9E1E-FEC6CCBB71B9}" type="doc">
      <dgm:prSet loTypeId="urn:microsoft.com/office/officeart/2018/2/layout/IconLabelList" loCatId="icon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99295947-8F53-4EA4-B911-1CC1237C7BA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one can estimate the amount of</a:t>
          </a:r>
          <a:r>
            <a:rPr lang="tr-TR"/>
            <a:t> </a:t>
          </a:r>
          <a:r>
            <a:rPr lang="en-US"/>
            <a:t>work it takes to succeed from the difficulty imposed by the target. </a:t>
          </a:r>
        </a:p>
      </dgm:t>
    </dgm:pt>
    <dgm:pt modelId="{EB90FED9-1712-4A2E-A76B-2BE938F6E78C}" type="parTrans" cxnId="{2884C255-7D1F-4000-ACA3-BC368AB76ECE}">
      <dgm:prSet/>
      <dgm:spPr/>
      <dgm:t>
        <a:bodyPr/>
        <a:lstStyle/>
        <a:p>
          <a:endParaRPr lang="en-US"/>
        </a:p>
      </dgm:t>
    </dgm:pt>
    <dgm:pt modelId="{0E0B4C25-ACB5-4128-992E-8EB74FC3112D}" type="sibTrans" cxnId="{2884C255-7D1F-4000-ACA3-BC368AB76ECE}">
      <dgm:prSet/>
      <dgm:spPr/>
      <dgm:t>
        <a:bodyPr/>
        <a:lstStyle/>
        <a:p>
          <a:endParaRPr lang="en-US"/>
        </a:p>
      </dgm:t>
    </dgm:pt>
    <dgm:pt modelId="{4EAE058D-3D67-4250-91FC-C0590A2D650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When the algorithm</a:t>
          </a:r>
          <a:r>
            <a:rPr lang="tr-TR"/>
            <a:t> </a:t>
          </a:r>
          <a:r>
            <a:rPr lang="en-US"/>
            <a:t>is a based on a deterministic function such as SHA256, the input itself constitutes</a:t>
          </a:r>
          <a:r>
            <a:rPr lang="tr-TR"/>
            <a:t> </a:t>
          </a:r>
          <a:r>
            <a:rPr lang="en-US" i="1"/>
            <a:t>proof </a:t>
          </a:r>
          <a:r>
            <a:rPr lang="en-US"/>
            <a:t>that a certain amount of </a:t>
          </a:r>
          <a:r>
            <a:rPr lang="en-US" i="1"/>
            <a:t>work </a:t>
          </a:r>
          <a:r>
            <a:rPr lang="en-US"/>
            <a:t>was done to produce a result below the</a:t>
          </a:r>
          <a:r>
            <a:rPr lang="tr-TR"/>
            <a:t> target. </a:t>
          </a:r>
          <a:endParaRPr lang="en-US"/>
        </a:p>
      </dgm:t>
    </dgm:pt>
    <dgm:pt modelId="{3E92766F-6897-4EAB-9398-8A0D18C811CF}" type="parTrans" cxnId="{B76B7EFA-2C76-48F9-9956-871E6F159371}">
      <dgm:prSet/>
      <dgm:spPr/>
      <dgm:t>
        <a:bodyPr/>
        <a:lstStyle/>
        <a:p>
          <a:endParaRPr lang="en-US"/>
        </a:p>
      </dgm:t>
    </dgm:pt>
    <dgm:pt modelId="{F2BA4C18-765A-440D-A52D-A0FBB924FEE4}" type="sibTrans" cxnId="{B76B7EFA-2C76-48F9-9956-871E6F159371}">
      <dgm:prSet/>
      <dgm:spPr/>
      <dgm:t>
        <a:bodyPr/>
        <a:lstStyle/>
        <a:p>
          <a:endParaRPr lang="en-US"/>
        </a:p>
      </dgm:t>
    </dgm:pt>
    <dgm:pt modelId="{5CBEA521-25FE-44CE-BE4B-3FD97C07DB5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Hence, </a:t>
          </a:r>
          <a:r>
            <a:rPr lang="tr-TR" i="1"/>
            <a:t>Proof-of-Work</a:t>
          </a:r>
          <a:r>
            <a:rPr lang="tr-TR"/>
            <a:t>.</a:t>
          </a:r>
          <a:endParaRPr lang="en-US"/>
        </a:p>
      </dgm:t>
    </dgm:pt>
    <dgm:pt modelId="{47CD6B80-CE2F-40B2-95A7-E0772BC185E6}" type="parTrans" cxnId="{665E2833-CB6D-4697-A436-6180E7B7CD77}">
      <dgm:prSet/>
      <dgm:spPr/>
      <dgm:t>
        <a:bodyPr/>
        <a:lstStyle/>
        <a:p>
          <a:endParaRPr lang="en-US"/>
        </a:p>
      </dgm:t>
    </dgm:pt>
    <dgm:pt modelId="{7A095548-B8DE-4D58-ADA8-D86A9E6ABCD7}" type="sibTrans" cxnId="{665E2833-CB6D-4697-A436-6180E7B7CD77}">
      <dgm:prSet/>
      <dgm:spPr/>
      <dgm:t>
        <a:bodyPr/>
        <a:lstStyle/>
        <a:p>
          <a:endParaRPr lang="en-US"/>
        </a:p>
      </dgm:t>
    </dgm:pt>
    <dgm:pt modelId="{198B2AAC-51CF-4311-B323-159215194A02}" type="pres">
      <dgm:prSet presAssocID="{DECE9A0D-F67E-450A-9E1E-FEC6CCBB71B9}" presName="root" presStyleCnt="0">
        <dgm:presLayoutVars>
          <dgm:dir/>
          <dgm:resizeHandles val="exact"/>
        </dgm:presLayoutVars>
      </dgm:prSet>
      <dgm:spPr/>
    </dgm:pt>
    <dgm:pt modelId="{4D954ED0-6ECF-4CC2-8A48-F8FB84DC29E6}" type="pres">
      <dgm:prSet presAssocID="{99295947-8F53-4EA4-B911-1CC1237C7BA8}" presName="compNode" presStyleCnt="0"/>
      <dgm:spPr/>
    </dgm:pt>
    <dgm:pt modelId="{A6AAA52F-6941-4AD2-9677-7BC45E324E9C}" type="pres">
      <dgm:prSet presAssocID="{99295947-8F53-4EA4-B911-1CC1237C7BA8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Tahriş edici"/>
        </a:ext>
      </dgm:extLst>
    </dgm:pt>
    <dgm:pt modelId="{027BC053-D896-4431-831D-96A63A716DEB}" type="pres">
      <dgm:prSet presAssocID="{99295947-8F53-4EA4-B911-1CC1237C7BA8}" presName="spaceRect" presStyleCnt="0"/>
      <dgm:spPr/>
    </dgm:pt>
    <dgm:pt modelId="{8940EB74-2B9C-4E91-B214-EDADD0D9B79F}" type="pres">
      <dgm:prSet presAssocID="{99295947-8F53-4EA4-B911-1CC1237C7BA8}" presName="textRect" presStyleLbl="revTx" presStyleIdx="0" presStyleCnt="3">
        <dgm:presLayoutVars>
          <dgm:chMax val="1"/>
          <dgm:chPref val="1"/>
        </dgm:presLayoutVars>
      </dgm:prSet>
      <dgm:spPr/>
    </dgm:pt>
    <dgm:pt modelId="{4FD95860-F057-4CDD-8DB9-B80A7BFD24FB}" type="pres">
      <dgm:prSet presAssocID="{0E0B4C25-ACB5-4128-992E-8EB74FC3112D}" presName="sibTrans" presStyleCnt="0"/>
      <dgm:spPr/>
    </dgm:pt>
    <dgm:pt modelId="{3F7195F5-CF54-4E40-8849-016844EB2350}" type="pres">
      <dgm:prSet presAssocID="{4EAE058D-3D67-4250-91FC-C0590A2D6506}" presName="compNode" presStyleCnt="0"/>
      <dgm:spPr/>
    </dgm:pt>
    <dgm:pt modelId="{7A2AFA0E-D403-4175-8F62-FE5C62FD479F}" type="pres">
      <dgm:prSet presAssocID="{4EAE058D-3D67-4250-91FC-C0590A2D6506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İşlemci"/>
        </a:ext>
      </dgm:extLst>
    </dgm:pt>
    <dgm:pt modelId="{93C03A93-6804-4328-A5D1-0E8D0BCF28F3}" type="pres">
      <dgm:prSet presAssocID="{4EAE058D-3D67-4250-91FC-C0590A2D6506}" presName="spaceRect" presStyleCnt="0"/>
      <dgm:spPr/>
    </dgm:pt>
    <dgm:pt modelId="{53EEBCB8-3DE0-4135-B67A-6C288C16638E}" type="pres">
      <dgm:prSet presAssocID="{4EAE058D-3D67-4250-91FC-C0590A2D6506}" presName="textRect" presStyleLbl="revTx" presStyleIdx="1" presStyleCnt="3">
        <dgm:presLayoutVars>
          <dgm:chMax val="1"/>
          <dgm:chPref val="1"/>
        </dgm:presLayoutVars>
      </dgm:prSet>
      <dgm:spPr/>
    </dgm:pt>
    <dgm:pt modelId="{78A6FDD0-602D-485E-B89C-A8A4846ABB12}" type="pres">
      <dgm:prSet presAssocID="{F2BA4C18-765A-440D-A52D-A0FBB924FEE4}" presName="sibTrans" presStyleCnt="0"/>
      <dgm:spPr/>
    </dgm:pt>
    <dgm:pt modelId="{5A31B751-6687-4B4F-8569-5F5CDB7EE6AE}" type="pres">
      <dgm:prSet presAssocID="{5CBEA521-25FE-44CE-BE4B-3FD97C07DB5F}" presName="compNode" presStyleCnt="0"/>
      <dgm:spPr/>
    </dgm:pt>
    <dgm:pt modelId="{E8B10A0D-E6B8-49AC-8C07-DACF55410915}" type="pres">
      <dgm:prSet presAssocID="{5CBEA521-25FE-44CE-BE4B-3FD97C07DB5F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Araçlar"/>
        </a:ext>
      </dgm:extLst>
    </dgm:pt>
    <dgm:pt modelId="{F610005C-6D6B-4347-9EED-423FFBA0DB27}" type="pres">
      <dgm:prSet presAssocID="{5CBEA521-25FE-44CE-BE4B-3FD97C07DB5F}" presName="spaceRect" presStyleCnt="0"/>
      <dgm:spPr/>
    </dgm:pt>
    <dgm:pt modelId="{CAB02B93-5EFF-4208-9D90-88BFFB6EC294}" type="pres">
      <dgm:prSet presAssocID="{5CBEA521-25FE-44CE-BE4B-3FD97C07DB5F}" presName="textRect" presStyleLbl="revTx" presStyleIdx="2" presStyleCnt="3">
        <dgm:presLayoutVars>
          <dgm:chMax val="1"/>
          <dgm:chPref val="1"/>
        </dgm:presLayoutVars>
      </dgm:prSet>
      <dgm:spPr/>
    </dgm:pt>
  </dgm:ptLst>
  <dgm:cxnLst>
    <dgm:cxn modelId="{042E6120-92CD-4A8B-949B-EA3C60321903}" type="presOf" srcId="{DECE9A0D-F67E-450A-9E1E-FEC6CCBB71B9}" destId="{198B2AAC-51CF-4311-B323-159215194A02}" srcOrd="0" destOrd="0" presId="urn:microsoft.com/office/officeart/2018/2/layout/IconLabelList"/>
    <dgm:cxn modelId="{665E2833-CB6D-4697-A436-6180E7B7CD77}" srcId="{DECE9A0D-F67E-450A-9E1E-FEC6CCBB71B9}" destId="{5CBEA521-25FE-44CE-BE4B-3FD97C07DB5F}" srcOrd="2" destOrd="0" parTransId="{47CD6B80-CE2F-40B2-95A7-E0772BC185E6}" sibTransId="{7A095548-B8DE-4D58-ADA8-D86A9E6ABCD7}"/>
    <dgm:cxn modelId="{CCAFAB62-A3E5-4534-B7C4-5F22FAA5A140}" type="presOf" srcId="{4EAE058D-3D67-4250-91FC-C0590A2D6506}" destId="{53EEBCB8-3DE0-4135-B67A-6C288C16638E}" srcOrd="0" destOrd="0" presId="urn:microsoft.com/office/officeart/2018/2/layout/IconLabelList"/>
    <dgm:cxn modelId="{58F96164-71FB-4ED8-AAF5-0C5D6AA55A76}" type="presOf" srcId="{99295947-8F53-4EA4-B911-1CC1237C7BA8}" destId="{8940EB74-2B9C-4E91-B214-EDADD0D9B79F}" srcOrd="0" destOrd="0" presId="urn:microsoft.com/office/officeart/2018/2/layout/IconLabelList"/>
    <dgm:cxn modelId="{2884C255-7D1F-4000-ACA3-BC368AB76ECE}" srcId="{DECE9A0D-F67E-450A-9E1E-FEC6CCBB71B9}" destId="{99295947-8F53-4EA4-B911-1CC1237C7BA8}" srcOrd="0" destOrd="0" parTransId="{EB90FED9-1712-4A2E-A76B-2BE938F6E78C}" sibTransId="{0E0B4C25-ACB5-4128-992E-8EB74FC3112D}"/>
    <dgm:cxn modelId="{62B3C68D-8611-4E1B-99B6-D1E07F0A18D3}" type="presOf" srcId="{5CBEA521-25FE-44CE-BE4B-3FD97C07DB5F}" destId="{CAB02B93-5EFF-4208-9D90-88BFFB6EC294}" srcOrd="0" destOrd="0" presId="urn:microsoft.com/office/officeart/2018/2/layout/IconLabelList"/>
    <dgm:cxn modelId="{B76B7EFA-2C76-48F9-9956-871E6F159371}" srcId="{DECE9A0D-F67E-450A-9E1E-FEC6CCBB71B9}" destId="{4EAE058D-3D67-4250-91FC-C0590A2D6506}" srcOrd="1" destOrd="0" parTransId="{3E92766F-6897-4EAB-9398-8A0D18C811CF}" sibTransId="{F2BA4C18-765A-440D-A52D-A0FBB924FEE4}"/>
    <dgm:cxn modelId="{3FD62375-78BF-43CA-86DA-13DDC7434EBF}" type="presParOf" srcId="{198B2AAC-51CF-4311-B323-159215194A02}" destId="{4D954ED0-6ECF-4CC2-8A48-F8FB84DC29E6}" srcOrd="0" destOrd="0" presId="urn:microsoft.com/office/officeart/2018/2/layout/IconLabelList"/>
    <dgm:cxn modelId="{FD47AEFC-08F9-4BFA-A56E-0EAEC18AE76E}" type="presParOf" srcId="{4D954ED0-6ECF-4CC2-8A48-F8FB84DC29E6}" destId="{A6AAA52F-6941-4AD2-9677-7BC45E324E9C}" srcOrd="0" destOrd="0" presId="urn:microsoft.com/office/officeart/2018/2/layout/IconLabelList"/>
    <dgm:cxn modelId="{64529FA6-6F20-4976-B1D4-A4817252B5B4}" type="presParOf" srcId="{4D954ED0-6ECF-4CC2-8A48-F8FB84DC29E6}" destId="{027BC053-D896-4431-831D-96A63A716DEB}" srcOrd="1" destOrd="0" presId="urn:microsoft.com/office/officeart/2018/2/layout/IconLabelList"/>
    <dgm:cxn modelId="{A6AE3684-2394-494D-8FEB-EBFB440FE42C}" type="presParOf" srcId="{4D954ED0-6ECF-4CC2-8A48-F8FB84DC29E6}" destId="{8940EB74-2B9C-4E91-B214-EDADD0D9B79F}" srcOrd="2" destOrd="0" presId="urn:microsoft.com/office/officeart/2018/2/layout/IconLabelList"/>
    <dgm:cxn modelId="{4487CCF4-148C-4BE0-AA69-8C2FC0D94DE6}" type="presParOf" srcId="{198B2AAC-51CF-4311-B323-159215194A02}" destId="{4FD95860-F057-4CDD-8DB9-B80A7BFD24FB}" srcOrd="1" destOrd="0" presId="urn:microsoft.com/office/officeart/2018/2/layout/IconLabelList"/>
    <dgm:cxn modelId="{CDCF5F4D-D7FF-4936-9309-266B07BB5150}" type="presParOf" srcId="{198B2AAC-51CF-4311-B323-159215194A02}" destId="{3F7195F5-CF54-4E40-8849-016844EB2350}" srcOrd="2" destOrd="0" presId="urn:microsoft.com/office/officeart/2018/2/layout/IconLabelList"/>
    <dgm:cxn modelId="{56E5775A-AF63-4D32-9177-83F55D725E69}" type="presParOf" srcId="{3F7195F5-CF54-4E40-8849-016844EB2350}" destId="{7A2AFA0E-D403-4175-8F62-FE5C62FD479F}" srcOrd="0" destOrd="0" presId="urn:microsoft.com/office/officeart/2018/2/layout/IconLabelList"/>
    <dgm:cxn modelId="{CE2C5EE1-1A4C-4474-859D-982D49E6E38D}" type="presParOf" srcId="{3F7195F5-CF54-4E40-8849-016844EB2350}" destId="{93C03A93-6804-4328-A5D1-0E8D0BCF28F3}" srcOrd="1" destOrd="0" presId="urn:microsoft.com/office/officeart/2018/2/layout/IconLabelList"/>
    <dgm:cxn modelId="{FA59C106-194D-4BEB-9467-B9B8BC28E5BE}" type="presParOf" srcId="{3F7195F5-CF54-4E40-8849-016844EB2350}" destId="{53EEBCB8-3DE0-4135-B67A-6C288C16638E}" srcOrd="2" destOrd="0" presId="urn:microsoft.com/office/officeart/2018/2/layout/IconLabelList"/>
    <dgm:cxn modelId="{A9CEF0F7-6F01-4FFD-B054-A7C3A71D1783}" type="presParOf" srcId="{198B2AAC-51CF-4311-B323-159215194A02}" destId="{78A6FDD0-602D-485E-B89C-A8A4846ABB12}" srcOrd="3" destOrd="0" presId="urn:microsoft.com/office/officeart/2018/2/layout/IconLabelList"/>
    <dgm:cxn modelId="{3FF8ABE1-4F0D-42F8-8A32-071E43FAD028}" type="presParOf" srcId="{198B2AAC-51CF-4311-B323-159215194A02}" destId="{5A31B751-6687-4B4F-8569-5F5CDB7EE6AE}" srcOrd="4" destOrd="0" presId="urn:microsoft.com/office/officeart/2018/2/layout/IconLabelList"/>
    <dgm:cxn modelId="{0E763F0E-406D-4444-98E4-D8FAA369E32F}" type="presParOf" srcId="{5A31B751-6687-4B4F-8569-5F5CDB7EE6AE}" destId="{E8B10A0D-E6B8-49AC-8C07-DACF55410915}" srcOrd="0" destOrd="0" presId="urn:microsoft.com/office/officeart/2018/2/layout/IconLabelList"/>
    <dgm:cxn modelId="{9F7AA3C8-6F9E-41B8-A83B-4866DF70D702}" type="presParOf" srcId="{5A31B751-6687-4B4F-8569-5F5CDB7EE6AE}" destId="{F610005C-6D6B-4347-9EED-423FFBA0DB27}" srcOrd="1" destOrd="0" presId="urn:microsoft.com/office/officeart/2018/2/layout/IconLabelList"/>
    <dgm:cxn modelId="{2A934B7F-33A7-4D16-9031-B82EABC0B9C8}" type="presParOf" srcId="{5A31B751-6687-4B4F-8569-5F5CDB7EE6AE}" destId="{CAB02B93-5EFF-4208-9D90-88BFFB6EC294}" srcOrd="2" destOrd="0" presId="urn:microsoft.com/office/officeart/2018/2/layout/IconLabel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9.xml><?xml version="1.0" encoding="utf-8"?>
<dgm:dataModel xmlns:dgm="http://schemas.openxmlformats.org/drawingml/2006/diagram" xmlns:a="http://schemas.openxmlformats.org/drawingml/2006/main">
  <dgm:ptLst>
    <dgm:pt modelId="{5395F616-E386-459D-BCA7-7CDDB88181EE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857698EC-46F5-4867-8DB6-AEE612DC700A}">
      <dgm:prSet/>
      <dgm:spPr/>
      <dgm:t>
        <a:bodyPr/>
        <a:lstStyle/>
        <a:p>
          <a:r>
            <a:rPr lang="en-US"/>
            <a:t>the winning “nonce” is 13 and this result can be confirmed by anyone</a:t>
          </a:r>
          <a:r>
            <a:rPr lang="tr-TR"/>
            <a:t> </a:t>
          </a:r>
          <a:r>
            <a:rPr lang="en-US"/>
            <a:t>independently. </a:t>
          </a:r>
        </a:p>
      </dgm:t>
    </dgm:pt>
    <dgm:pt modelId="{442B570A-A0B9-4D83-955B-C117DDD32FC2}" type="parTrans" cxnId="{743B87E0-3E59-4543-9476-777E05ACCED4}">
      <dgm:prSet/>
      <dgm:spPr/>
      <dgm:t>
        <a:bodyPr/>
        <a:lstStyle/>
        <a:p>
          <a:endParaRPr lang="en-US"/>
        </a:p>
      </dgm:t>
    </dgm:pt>
    <dgm:pt modelId="{B8CA20E9-2C35-49A6-A140-FF5AD746631C}" type="sibTrans" cxnId="{743B87E0-3E59-4543-9476-777E05ACCED4}">
      <dgm:prSet/>
      <dgm:spPr/>
      <dgm:t>
        <a:bodyPr/>
        <a:lstStyle/>
        <a:p>
          <a:endParaRPr lang="en-US"/>
        </a:p>
      </dgm:t>
    </dgm:pt>
    <dgm:pt modelId="{F10647F7-6C85-47D0-9E1F-D8A9CB95BF58}">
      <dgm:prSet/>
      <dgm:spPr/>
      <dgm:t>
        <a:bodyPr/>
        <a:lstStyle/>
        <a:p>
          <a:r>
            <a:rPr lang="en-US"/>
            <a:t>Anyone can add the number 13 as a suffix to the phrase “I am</a:t>
          </a:r>
          <a:r>
            <a:rPr lang="tr-TR"/>
            <a:t> </a:t>
          </a:r>
          <a:r>
            <a:rPr lang="en-US"/>
            <a:t>Satoshi Nakamoto” and compute the hash, verifying that it is less than the target.</a:t>
          </a:r>
        </a:p>
      </dgm:t>
    </dgm:pt>
    <dgm:pt modelId="{654D1704-963C-4F97-9C04-878AE882DBC1}" type="parTrans" cxnId="{4DD548A5-3377-4F73-8262-AAED5942BEB7}">
      <dgm:prSet/>
      <dgm:spPr/>
      <dgm:t>
        <a:bodyPr/>
        <a:lstStyle/>
        <a:p>
          <a:endParaRPr lang="en-US"/>
        </a:p>
      </dgm:t>
    </dgm:pt>
    <dgm:pt modelId="{1FCC182C-AD3A-401A-B203-69DC7EB395E5}" type="sibTrans" cxnId="{4DD548A5-3377-4F73-8262-AAED5942BEB7}">
      <dgm:prSet/>
      <dgm:spPr/>
      <dgm:t>
        <a:bodyPr/>
        <a:lstStyle/>
        <a:p>
          <a:endParaRPr lang="en-US"/>
        </a:p>
      </dgm:t>
    </dgm:pt>
    <dgm:pt modelId="{DB416F92-EBAA-4E8E-8833-4C043694E8C2}">
      <dgm:prSet/>
      <dgm:spPr/>
      <dgm:t>
        <a:bodyPr/>
        <a:lstStyle/>
        <a:p>
          <a:r>
            <a:rPr lang="tr-TR"/>
            <a:t>The </a:t>
          </a:r>
          <a:r>
            <a:rPr lang="en-US"/>
            <a:t>successful result is also Proof-of-Work, because it proves we did the work to find that</a:t>
          </a:r>
          <a:r>
            <a:rPr lang="tr-TR"/>
            <a:t> nonce.</a:t>
          </a:r>
          <a:endParaRPr lang="en-US"/>
        </a:p>
      </dgm:t>
    </dgm:pt>
    <dgm:pt modelId="{83C38D79-A8CE-430C-A444-2E9EEEE54AC3}" type="parTrans" cxnId="{8D8B5132-255F-447D-933E-32DA804F2973}">
      <dgm:prSet/>
      <dgm:spPr/>
      <dgm:t>
        <a:bodyPr/>
        <a:lstStyle/>
        <a:p>
          <a:endParaRPr lang="en-US"/>
        </a:p>
      </dgm:t>
    </dgm:pt>
    <dgm:pt modelId="{59980685-CACA-4612-90EB-D4554D67C0B0}" type="sibTrans" cxnId="{8D8B5132-255F-447D-933E-32DA804F2973}">
      <dgm:prSet/>
      <dgm:spPr/>
      <dgm:t>
        <a:bodyPr/>
        <a:lstStyle/>
        <a:p>
          <a:endParaRPr lang="en-US"/>
        </a:p>
      </dgm:t>
    </dgm:pt>
    <dgm:pt modelId="{5FAE98CF-E9C7-49E6-8C66-AD73EC74F166}">
      <dgm:prSet/>
      <dgm:spPr/>
      <dgm:t>
        <a:bodyPr/>
        <a:lstStyle/>
        <a:p>
          <a:r>
            <a:rPr lang="en-US"/>
            <a:t>While it only takes one hash computation to verify, it took us 13 hash computations</a:t>
          </a:r>
          <a:r>
            <a:rPr lang="tr-TR"/>
            <a:t> </a:t>
          </a:r>
          <a:r>
            <a:rPr lang="en-US"/>
            <a:t>to find a nonce that worked.</a:t>
          </a:r>
        </a:p>
      </dgm:t>
    </dgm:pt>
    <dgm:pt modelId="{AE93F0B8-0DA5-44BD-A6FE-6F2B47745607}" type="parTrans" cxnId="{6FB0E8D1-FAC9-4F97-8F2B-3B4A95EA3B0F}">
      <dgm:prSet/>
      <dgm:spPr/>
      <dgm:t>
        <a:bodyPr/>
        <a:lstStyle/>
        <a:p>
          <a:endParaRPr lang="en-US"/>
        </a:p>
      </dgm:t>
    </dgm:pt>
    <dgm:pt modelId="{473B0F32-2CF0-4D53-AA28-462FDB47D25D}" type="sibTrans" cxnId="{6FB0E8D1-FAC9-4F97-8F2B-3B4A95EA3B0F}">
      <dgm:prSet/>
      <dgm:spPr/>
      <dgm:t>
        <a:bodyPr/>
        <a:lstStyle/>
        <a:p>
          <a:endParaRPr lang="en-US"/>
        </a:p>
      </dgm:t>
    </dgm:pt>
    <dgm:pt modelId="{B507DB1D-30CC-4D14-BBF8-E76C6617F358}">
      <dgm:prSet/>
      <dgm:spPr/>
      <dgm:t>
        <a:bodyPr/>
        <a:lstStyle/>
        <a:p>
          <a:r>
            <a:rPr lang="en-US"/>
            <a:t>If we had a lower target (higher difficulty) it</a:t>
          </a:r>
          <a:r>
            <a:rPr lang="tr-TR"/>
            <a:t> </a:t>
          </a:r>
          <a:r>
            <a:rPr lang="en-US"/>
            <a:t>would take many more hash computations to find a suitable nonce, but only one hash</a:t>
          </a:r>
          <a:r>
            <a:rPr lang="tr-TR"/>
            <a:t> </a:t>
          </a:r>
          <a:r>
            <a:rPr lang="en-US"/>
            <a:t>computation for anyone to verify.</a:t>
          </a:r>
        </a:p>
      </dgm:t>
    </dgm:pt>
    <dgm:pt modelId="{62800F82-4B5F-4180-8EE0-0E09CA3A7E06}" type="parTrans" cxnId="{B9A78F50-304A-4C3C-A1CB-E2E68812CB1E}">
      <dgm:prSet/>
      <dgm:spPr/>
      <dgm:t>
        <a:bodyPr/>
        <a:lstStyle/>
        <a:p>
          <a:endParaRPr lang="en-US"/>
        </a:p>
      </dgm:t>
    </dgm:pt>
    <dgm:pt modelId="{8C4FFECA-F3C2-459D-8A9D-93B4B7766D8D}" type="sibTrans" cxnId="{B9A78F50-304A-4C3C-A1CB-E2E68812CB1E}">
      <dgm:prSet/>
      <dgm:spPr/>
      <dgm:t>
        <a:bodyPr/>
        <a:lstStyle/>
        <a:p>
          <a:endParaRPr lang="en-US"/>
        </a:p>
      </dgm:t>
    </dgm:pt>
    <dgm:pt modelId="{6A671E5D-49AE-43BE-8B3C-40C5A1799DA6}" type="pres">
      <dgm:prSet presAssocID="{5395F616-E386-459D-BCA7-7CDDB88181EE}" presName="linear" presStyleCnt="0">
        <dgm:presLayoutVars>
          <dgm:animLvl val="lvl"/>
          <dgm:resizeHandles val="exact"/>
        </dgm:presLayoutVars>
      </dgm:prSet>
      <dgm:spPr/>
    </dgm:pt>
    <dgm:pt modelId="{95932B5F-7994-4D45-B35B-0237F9A516E4}" type="pres">
      <dgm:prSet presAssocID="{857698EC-46F5-4867-8DB6-AEE612DC700A}" presName="parentText" presStyleLbl="node1" presStyleIdx="0" presStyleCnt="5">
        <dgm:presLayoutVars>
          <dgm:chMax val="0"/>
          <dgm:bulletEnabled val="1"/>
        </dgm:presLayoutVars>
      </dgm:prSet>
      <dgm:spPr/>
    </dgm:pt>
    <dgm:pt modelId="{F9FAD09A-1018-4F83-82C6-E9E7BDA93C2F}" type="pres">
      <dgm:prSet presAssocID="{B8CA20E9-2C35-49A6-A140-FF5AD746631C}" presName="spacer" presStyleCnt="0"/>
      <dgm:spPr/>
    </dgm:pt>
    <dgm:pt modelId="{756CB08C-8FBE-4040-AFD1-199DC58AE4F6}" type="pres">
      <dgm:prSet presAssocID="{F10647F7-6C85-47D0-9E1F-D8A9CB95BF58}" presName="parentText" presStyleLbl="node1" presStyleIdx="1" presStyleCnt="5">
        <dgm:presLayoutVars>
          <dgm:chMax val="0"/>
          <dgm:bulletEnabled val="1"/>
        </dgm:presLayoutVars>
      </dgm:prSet>
      <dgm:spPr/>
    </dgm:pt>
    <dgm:pt modelId="{753695B8-E3EA-4158-9ADB-3578F3EC90FA}" type="pres">
      <dgm:prSet presAssocID="{1FCC182C-AD3A-401A-B203-69DC7EB395E5}" presName="spacer" presStyleCnt="0"/>
      <dgm:spPr/>
    </dgm:pt>
    <dgm:pt modelId="{2FEA7EDF-64D5-416A-91FA-E45B46049AC9}" type="pres">
      <dgm:prSet presAssocID="{DB416F92-EBAA-4E8E-8833-4C043694E8C2}" presName="parentText" presStyleLbl="node1" presStyleIdx="2" presStyleCnt="5">
        <dgm:presLayoutVars>
          <dgm:chMax val="0"/>
          <dgm:bulletEnabled val="1"/>
        </dgm:presLayoutVars>
      </dgm:prSet>
      <dgm:spPr/>
    </dgm:pt>
    <dgm:pt modelId="{9DF852C0-C6B1-466C-A35F-3F278F252703}" type="pres">
      <dgm:prSet presAssocID="{59980685-CACA-4612-90EB-D4554D67C0B0}" presName="spacer" presStyleCnt="0"/>
      <dgm:spPr/>
    </dgm:pt>
    <dgm:pt modelId="{B4AD72E3-169E-43E1-914A-F63144876AB1}" type="pres">
      <dgm:prSet presAssocID="{5FAE98CF-E9C7-49E6-8C66-AD73EC74F166}" presName="parentText" presStyleLbl="node1" presStyleIdx="3" presStyleCnt="5">
        <dgm:presLayoutVars>
          <dgm:chMax val="0"/>
          <dgm:bulletEnabled val="1"/>
        </dgm:presLayoutVars>
      </dgm:prSet>
      <dgm:spPr/>
    </dgm:pt>
    <dgm:pt modelId="{165329C5-02F2-499D-B8AD-9CB1071DA3FD}" type="pres">
      <dgm:prSet presAssocID="{473B0F32-2CF0-4D53-AA28-462FDB47D25D}" presName="spacer" presStyleCnt="0"/>
      <dgm:spPr/>
    </dgm:pt>
    <dgm:pt modelId="{34CB9A5F-F8DC-4CB7-839D-BC54258D4A68}" type="pres">
      <dgm:prSet presAssocID="{B507DB1D-30CC-4D14-BBF8-E76C6617F358}" presName="parentText" presStyleLbl="node1" presStyleIdx="4" presStyleCnt="5">
        <dgm:presLayoutVars>
          <dgm:chMax val="0"/>
          <dgm:bulletEnabled val="1"/>
        </dgm:presLayoutVars>
      </dgm:prSet>
      <dgm:spPr/>
    </dgm:pt>
  </dgm:ptLst>
  <dgm:cxnLst>
    <dgm:cxn modelId="{8D8B5132-255F-447D-933E-32DA804F2973}" srcId="{5395F616-E386-459D-BCA7-7CDDB88181EE}" destId="{DB416F92-EBAA-4E8E-8833-4C043694E8C2}" srcOrd="2" destOrd="0" parTransId="{83C38D79-A8CE-430C-A444-2E9EEEE54AC3}" sibTransId="{59980685-CACA-4612-90EB-D4554D67C0B0}"/>
    <dgm:cxn modelId="{76F6C147-AB0A-497A-9FB0-9461F0534F98}" type="presOf" srcId="{5FAE98CF-E9C7-49E6-8C66-AD73EC74F166}" destId="{B4AD72E3-169E-43E1-914A-F63144876AB1}" srcOrd="0" destOrd="0" presId="urn:microsoft.com/office/officeart/2005/8/layout/vList2"/>
    <dgm:cxn modelId="{B9A78F50-304A-4C3C-A1CB-E2E68812CB1E}" srcId="{5395F616-E386-459D-BCA7-7CDDB88181EE}" destId="{B507DB1D-30CC-4D14-BBF8-E76C6617F358}" srcOrd="4" destOrd="0" parTransId="{62800F82-4B5F-4180-8EE0-0E09CA3A7E06}" sibTransId="{8C4FFECA-F3C2-459D-8A9D-93B4B7766D8D}"/>
    <dgm:cxn modelId="{4DD548A5-3377-4F73-8262-AAED5942BEB7}" srcId="{5395F616-E386-459D-BCA7-7CDDB88181EE}" destId="{F10647F7-6C85-47D0-9E1F-D8A9CB95BF58}" srcOrd="1" destOrd="0" parTransId="{654D1704-963C-4F97-9C04-878AE882DBC1}" sibTransId="{1FCC182C-AD3A-401A-B203-69DC7EB395E5}"/>
    <dgm:cxn modelId="{8E8BC3AE-C1A5-4F7A-A131-CBEE586FCAD7}" type="presOf" srcId="{DB416F92-EBAA-4E8E-8833-4C043694E8C2}" destId="{2FEA7EDF-64D5-416A-91FA-E45B46049AC9}" srcOrd="0" destOrd="0" presId="urn:microsoft.com/office/officeart/2005/8/layout/vList2"/>
    <dgm:cxn modelId="{6FB0E8D1-FAC9-4F97-8F2B-3B4A95EA3B0F}" srcId="{5395F616-E386-459D-BCA7-7CDDB88181EE}" destId="{5FAE98CF-E9C7-49E6-8C66-AD73EC74F166}" srcOrd="3" destOrd="0" parTransId="{AE93F0B8-0DA5-44BD-A6FE-6F2B47745607}" sibTransId="{473B0F32-2CF0-4D53-AA28-462FDB47D25D}"/>
    <dgm:cxn modelId="{5F0861D9-B246-4CE9-95FB-E436BD680EA1}" type="presOf" srcId="{857698EC-46F5-4867-8DB6-AEE612DC700A}" destId="{95932B5F-7994-4D45-B35B-0237F9A516E4}" srcOrd="0" destOrd="0" presId="urn:microsoft.com/office/officeart/2005/8/layout/vList2"/>
    <dgm:cxn modelId="{743B87E0-3E59-4543-9476-777E05ACCED4}" srcId="{5395F616-E386-459D-BCA7-7CDDB88181EE}" destId="{857698EC-46F5-4867-8DB6-AEE612DC700A}" srcOrd="0" destOrd="0" parTransId="{442B570A-A0B9-4D83-955B-C117DDD32FC2}" sibTransId="{B8CA20E9-2C35-49A6-A140-FF5AD746631C}"/>
    <dgm:cxn modelId="{1F06C9E8-1B64-426A-BE40-993CA7CA0157}" type="presOf" srcId="{F10647F7-6C85-47D0-9E1F-D8A9CB95BF58}" destId="{756CB08C-8FBE-4040-AFD1-199DC58AE4F6}" srcOrd="0" destOrd="0" presId="urn:microsoft.com/office/officeart/2005/8/layout/vList2"/>
    <dgm:cxn modelId="{18B3A6F5-B9CA-4290-901F-F14CF793AF59}" type="presOf" srcId="{B507DB1D-30CC-4D14-BBF8-E76C6617F358}" destId="{34CB9A5F-F8DC-4CB7-839D-BC54258D4A68}" srcOrd="0" destOrd="0" presId="urn:microsoft.com/office/officeart/2005/8/layout/vList2"/>
    <dgm:cxn modelId="{0D2F7FF8-62F8-4C6F-AD37-F543253EE488}" type="presOf" srcId="{5395F616-E386-459D-BCA7-7CDDB88181EE}" destId="{6A671E5D-49AE-43BE-8B3C-40C5A1799DA6}" srcOrd="0" destOrd="0" presId="urn:microsoft.com/office/officeart/2005/8/layout/vList2"/>
    <dgm:cxn modelId="{49243171-E140-44E9-8DA0-B9A0EAC449B4}" type="presParOf" srcId="{6A671E5D-49AE-43BE-8B3C-40C5A1799DA6}" destId="{95932B5F-7994-4D45-B35B-0237F9A516E4}" srcOrd="0" destOrd="0" presId="urn:microsoft.com/office/officeart/2005/8/layout/vList2"/>
    <dgm:cxn modelId="{E4DF21E2-05D1-466F-8221-B2B7D4ADDBED}" type="presParOf" srcId="{6A671E5D-49AE-43BE-8B3C-40C5A1799DA6}" destId="{F9FAD09A-1018-4F83-82C6-E9E7BDA93C2F}" srcOrd="1" destOrd="0" presId="urn:microsoft.com/office/officeart/2005/8/layout/vList2"/>
    <dgm:cxn modelId="{6719A366-89A5-4B97-A1C2-3652490100FA}" type="presParOf" srcId="{6A671E5D-49AE-43BE-8B3C-40C5A1799DA6}" destId="{756CB08C-8FBE-4040-AFD1-199DC58AE4F6}" srcOrd="2" destOrd="0" presId="urn:microsoft.com/office/officeart/2005/8/layout/vList2"/>
    <dgm:cxn modelId="{57D18A29-2705-44D5-AD6D-12ED8ED387A9}" type="presParOf" srcId="{6A671E5D-49AE-43BE-8B3C-40C5A1799DA6}" destId="{753695B8-E3EA-4158-9ADB-3578F3EC90FA}" srcOrd="3" destOrd="0" presId="urn:microsoft.com/office/officeart/2005/8/layout/vList2"/>
    <dgm:cxn modelId="{AD0EE87A-2662-418A-88AB-9CD4B6E5CDEB}" type="presParOf" srcId="{6A671E5D-49AE-43BE-8B3C-40C5A1799DA6}" destId="{2FEA7EDF-64D5-416A-91FA-E45B46049AC9}" srcOrd="4" destOrd="0" presId="urn:microsoft.com/office/officeart/2005/8/layout/vList2"/>
    <dgm:cxn modelId="{E131BFA3-6000-4080-84D6-45AF1BAAEDF3}" type="presParOf" srcId="{6A671E5D-49AE-43BE-8B3C-40C5A1799DA6}" destId="{9DF852C0-C6B1-466C-A35F-3F278F252703}" srcOrd="5" destOrd="0" presId="urn:microsoft.com/office/officeart/2005/8/layout/vList2"/>
    <dgm:cxn modelId="{59D3C641-10AC-4B25-AAF4-5A0A4F187936}" type="presParOf" srcId="{6A671E5D-49AE-43BE-8B3C-40C5A1799DA6}" destId="{B4AD72E3-169E-43E1-914A-F63144876AB1}" srcOrd="6" destOrd="0" presId="urn:microsoft.com/office/officeart/2005/8/layout/vList2"/>
    <dgm:cxn modelId="{52196DD4-5540-4273-BCB0-723648A86619}" type="presParOf" srcId="{6A671E5D-49AE-43BE-8B3C-40C5A1799DA6}" destId="{165329C5-02F2-499D-B8AD-9CB1071DA3FD}" srcOrd="7" destOrd="0" presId="urn:microsoft.com/office/officeart/2005/8/layout/vList2"/>
    <dgm:cxn modelId="{43CBCC1E-C8FE-49E6-B91B-FDFDBFD5AE4E}" type="presParOf" srcId="{6A671E5D-49AE-43BE-8B3C-40C5A1799DA6}" destId="{34CB9A5F-F8DC-4CB7-839D-BC54258D4A68}" srcOrd="8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0.xml><?xml version="1.0" encoding="utf-8"?>
<dgm:dataModel xmlns:dgm="http://schemas.openxmlformats.org/drawingml/2006/diagram" xmlns:a="http://schemas.openxmlformats.org/drawingml/2006/main">
  <dgm:ptLst>
    <dgm:pt modelId="{20B6AA8A-D424-4034-9EB8-A6D0BF85B5A5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6F8134C6-B5E9-40CF-802D-AB1F4CF2A012}">
      <dgm:prSet/>
      <dgm:spPr/>
      <dgm:t>
        <a:bodyPr/>
        <a:lstStyle/>
        <a:p>
          <a:r>
            <a:rPr lang="en-US"/>
            <a:t>The Proof-of-Work must produce a hash that is </a:t>
          </a:r>
          <a:r>
            <a:rPr lang="en-US" i="1"/>
            <a:t>less than </a:t>
          </a:r>
          <a:r>
            <a:rPr lang="en-US"/>
            <a:t>the target.</a:t>
          </a:r>
        </a:p>
      </dgm:t>
    </dgm:pt>
    <dgm:pt modelId="{CD5049BD-F53C-4B9A-9341-F1425598231C}" type="parTrans" cxnId="{F31AE921-E775-4870-8ADE-3D75F0EB07FD}">
      <dgm:prSet/>
      <dgm:spPr/>
      <dgm:t>
        <a:bodyPr/>
        <a:lstStyle/>
        <a:p>
          <a:endParaRPr lang="en-US"/>
        </a:p>
      </dgm:t>
    </dgm:pt>
    <dgm:pt modelId="{37EE0F9A-961D-42A5-AE58-D689C2738EFC}" type="sibTrans" cxnId="{F31AE921-E775-4870-8ADE-3D75F0EB07FD}">
      <dgm:prSet/>
      <dgm:spPr/>
      <dgm:t>
        <a:bodyPr/>
        <a:lstStyle/>
        <a:p>
          <a:endParaRPr lang="en-US"/>
        </a:p>
      </dgm:t>
    </dgm:pt>
    <dgm:pt modelId="{ECEA39BE-F484-4DBE-9497-9A9C6B19F0AF}">
      <dgm:prSet/>
      <dgm:spPr/>
      <dgm:t>
        <a:bodyPr/>
        <a:lstStyle/>
        <a:p>
          <a:r>
            <a:rPr lang="en-US"/>
            <a:t>A higher target means it is less difficult to find a hash that is below</a:t>
          </a:r>
          <a:r>
            <a:rPr lang="tr-TR"/>
            <a:t> </a:t>
          </a:r>
          <a:r>
            <a:rPr lang="en-US"/>
            <a:t>the target. </a:t>
          </a:r>
        </a:p>
      </dgm:t>
    </dgm:pt>
    <dgm:pt modelId="{DA72B22F-2998-4378-8D86-5DE9AFF450B8}" type="parTrans" cxnId="{18503747-7C23-405E-946E-BB945FB46C60}">
      <dgm:prSet/>
      <dgm:spPr/>
      <dgm:t>
        <a:bodyPr/>
        <a:lstStyle/>
        <a:p>
          <a:endParaRPr lang="en-US"/>
        </a:p>
      </dgm:t>
    </dgm:pt>
    <dgm:pt modelId="{989099E7-86F1-4843-BFAB-2882D5428803}" type="sibTrans" cxnId="{18503747-7C23-405E-946E-BB945FB46C60}">
      <dgm:prSet/>
      <dgm:spPr/>
      <dgm:t>
        <a:bodyPr/>
        <a:lstStyle/>
        <a:p>
          <a:endParaRPr lang="en-US"/>
        </a:p>
      </dgm:t>
    </dgm:pt>
    <dgm:pt modelId="{D900F8A7-A59F-41AF-AEBD-87C026B05FBC}">
      <dgm:prSet/>
      <dgm:spPr/>
      <dgm:t>
        <a:bodyPr/>
        <a:lstStyle/>
        <a:p>
          <a:r>
            <a:rPr lang="en-US"/>
            <a:t>A lower target means it is more difficult to find a hash</a:t>
          </a:r>
          <a:r>
            <a:rPr lang="tr-TR"/>
            <a:t> </a:t>
          </a:r>
          <a:r>
            <a:rPr lang="en-US"/>
            <a:t>below the target. </a:t>
          </a:r>
        </a:p>
      </dgm:t>
    </dgm:pt>
    <dgm:pt modelId="{D00C51EF-DE23-4630-AD16-09E759E4BB9A}" type="parTrans" cxnId="{CD71415C-6399-4ADC-BCDC-54DB63C3535C}">
      <dgm:prSet/>
      <dgm:spPr/>
      <dgm:t>
        <a:bodyPr/>
        <a:lstStyle/>
        <a:p>
          <a:endParaRPr lang="en-US"/>
        </a:p>
      </dgm:t>
    </dgm:pt>
    <dgm:pt modelId="{5DD1FDDA-C090-4D50-A1EB-D97D66642E7A}" type="sibTrans" cxnId="{CD71415C-6399-4ADC-BCDC-54DB63C3535C}">
      <dgm:prSet/>
      <dgm:spPr/>
      <dgm:t>
        <a:bodyPr/>
        <a:lstStyle/>
        <a:p>
          <a:endParaRPr lang="en-US"/>
        </a:p>
      </dgm:t>
    </dgm:pt>
    <dgm:pt modelId="{33754D56-9727-4BE0-875A-19BF5DA8BADC}">
      <dgm:prSet/>
      <dgm:spPr/>
      <dgm:t>
        <a:bodyPr/>
        <a:lstStyle/>
        <a:p>
          <a:r>
            <a:rPr lang="en-US"/>
            <a:t>The target and difficulty are inversely related.</a:t>
          </a:r>
        </a:p>
      </dgm:t>
    </dgm:pt>
    <dgm:pt modelId="{969B0440-6B46-4191-81A0-B3478ACC635D}" type="parTrans" cxnId="{7D564192-A807-466F-95EC-F5BC95C0852A}">
      <dgm:prSet/>
      <dgm:spPr/>
      <dgm:t>
        <a:bodyPr/>
        <a:lstStyle/>
        <a:p>
          <a:endParaRPr lang="en-US"/>
        </a:p>
      </dgm:t>
    </dgm:pt>
    <dgm:pt modelId="{2807E097-6845-4696-97C1-663A898760FD}" type="sibTrans" cxnId="{7D564192-A807-466F-95EC-F5BC95C0852A}">
      <dgm:prSet/>
      <dgm:spPr/>
      <dgm:t>
        <a:bodyPr/>
        <a:lstStyle/>
        <a:p>
          <a:endParaRPr lang="en-US"/>
        </a:p>
      </dgm:t>
    </dgm:pt>
    <dgm:pt modelId="{EE190946-EE5A-4A6C-9164-ACBCCB59F363}" type="pres">
      <dgm:prSet presAssocID="{20B6AA8A-D424-4034-9EB8-A6D0BF85B5A5}" presName="linear" presStyleCnt="0">
        <dgm:presLayoutVars>
          <dgm:animLvl val="lvl"/>
          <dgm:resizeHandles val="exact"/>
        </dgm:presLayoutVars>
      </dgm:prSet>
      <dgm:spPr/>
    </dgm:pt>
    <dgm:pt modelId="{8F053D52-496C-4EDD-B50E-B5363F99F25E}" type="pres">
      <dgm:prSet presAssocID="{6F8134C6-B5E9-40CF-802D-AB1F4CF2A012}" presName="parentText" presStyleLbl="node1" presStyleIdx="0" presStyleCnt="4">
        <dgm:presLayoutVars>
          <dgm:chMax val="0"/>
          <dgm:bulletEnabled val="1"/>
        </dgm:presLayoutVars>
      </dgm:prSet>
      <dgm:spPr/>
    </dgm:pt>
    <dgm:pt modelId="{8B5567A8-4B47-4C79-847F-6925886992F2}" type="pres">
      <dgm:prSet presAssocID="{37EE0F9A-961D-42A5-AE58-D689C2738EFC}" presName="spacer" presStyleCnt="0"/>
      <dgm:spPr/>
    </dgm:pt>
    <dgm:pt modelId="{BE36FC26-8EC6-4C1B-9264-27616DB49632}" type="pres">
      <dgm:prSet presAssocID="{ECEA39BE-F484-4DBE-9497-9A9C6B19F0AF}" presName="parentText" presStyleLbl="node1" presStyleIdx="1" presStyleCnt="4">
        <dgm:presLayoutVars>
          <dgm:chMax val="0"/>
          <dgm:bulletEnabled val="1"/>
        </dgm:presLayoutVars>
      </dgm:prSet>
      <dgm:spPr/>
    </dgm:pt>
    <dgm:pt modelId="{F3B1B46B-2825-4418-8EE1-62F8856725E2}" type="pres">
      <dgm:prSet presAssocID="{989099E7-86F1-4843-BFAB-2882D5428803}" presName="spacer" presStyleCnt="0"/>
      <dgm:spPr/>
    </dgm:pt>
    <dgm:pt modelId="{E291A1C7-587E-4FED-A0C4-94B776716F07}" type="pres">
      <dgm:prSet presAssocID="{D900F8A7-A59F-41AF-AEBD-87C026B05FBC}" presName="parentText" presStyleLbl="node1" presStyleIdx="2" presStyleCnt="4">
        <dgm:presLayoutVars>
          <dgm:chMax val="0"/>
          <dgm:bulletEnabled val="1"/>
        </dgm:presLayoutVars>
      </dgm:prSet>
      <dgm:spPr/>
    </dgm:pt>
    <dgm:pt modelId="{3D6E9D9A-7F6E-415A-9551-E716982AA1FD}" type="pres">
      <dgm:prSet presAssocID="{5DD1FDDA-C090-4D50-A1EB-D97D66642E7A}" presName="spacer" presStyleCnt="0"/>
      <dgm:spPr/>
    </dgm:pt>
    <dgm:pt modelId="{6FECE4C7-FAD6-4E39-A82E-6D5D9B0DC047}" type="pres">
      <dgm:prSet presAssocID="{33754D56-9727-4BE0-875A-19BF5DA8BADC}" presName="parentText" presStyleLbl="node1" presStyleIdx="3" presStyleCnt="4">
        <dgm:presLayoutVars>
          <dgm:chMax val="0"/>
          <dgm:bulletEnabled val="1"/>
        </dgm:presLayoutVars>
      </dgm:prSet>
      <dgm:spPr/>
    </dgm:pt>
  </dgm:ptLst>
  <dgm:cxnLst>
    <dgm:cxn modelId="{F31AE921-E775-4870-8ADE-3D75F0EB07FD}" srcId="{20B6AA8A-D424-4034-9EB8-A6D0BF85B5A5}" destId="{6F8134C6-B5E9-40CF-802D-AB1F4CF2A012}" srcOrd="0" destOrd="0" parTransId="{CD5049BD-F53C-4B9A-9341-F1425598231C}" sibTransId="{37EE0F9A-961D-42A5-AE58-D689C2738EFC}"/>
    <dgm:cxn modelId="{A04B7A26-1312-4C82-8FDC-69623A6CD6BF}" type="presOf" srcId="{6F8134C6-B5E9-40CF-802D-AB1F4CF2A012}" destId="{8F053D52-496C-4EDD-B50E-B5363F99F25E}" srcOrd="0" destOrd="0" presId="urn:microsoft.com/office/officeart/2005/8/layout/vList2"/>
    <dgm:cxn modelId="{CD71415C-6399-4ADC-BCDC-54DB63C3535C}" srcId="{20B6AA8A-D424-4034-9EB8-A6D0BF85B5A5}" destId="{D900F8A7-A59F-41AF-AEBD-87C026B05FBC}" srcOrd="2" destOrd="0" parTransId="{D00C51EF-DE23-4630-AD16-09E759E4BB9A}" sibTransId="{5DD1FDDA-C090-4D50-A1EB-D97D66642E7A}"/>
    <dgm:cxn modelId="{18503747-7C23-405E-946E-BB945FB46C60}" srcId="{20B6AA8A-D424-4034-9EB8-A6D0BF85B5A5}" destId="{ECEA39BE-F484-4DBE-9497-9A9C6B19F0AF}" srcOrd="1" destOrd="0" parTransId="{DA72B22F-2998-4378-8D86-5DE9AFF450B8}" sibTransId="{989099E7-86F1-4843-BFAB-2882D5428803}"/>
    <dgm:cxn modelId="{5125C758-A522-4C2D-A23C-D2D5A656E48D}" type="presOf" srcId="{20B6AA8A-D424-4034-9EB8-A6D0BF85B5A5}" destId="{EE190946-EE5A-4A6C-9164-ACBCCB59F363}" srcOrd="0" destOrd="0" presId="urn:microsoft.com/office/officeart/2005/8/layout/vList2"/>
    <dgm:cxn modelId="{7D564192-A807-466F-95EC-F5BC95C0852A}" srcId="{20B6AA8A-D424-4034-9EB8-A6D0BF85B5A5}" destId="{33754D56-9727-4BE0-875A-19BF5DA8BADC}" srcOrd="3" destOrd="0" parTransId="{969B0440-6B46-4191-81A0-B3478ACC635D}" sibTransId="{2807E097-6845-4696-97C1-663A898760FD}"/>
    <dgm:cxn modelId="{629D99AB-9765-4642-AE3B-9A3641721856}" type="presOf" srcId="{ECEA39BE-F484-4DBE-9497-9A9C6B19F0AF}" destId="{BE36FC26-8EC6-4C1B-9264-27616DB49632}" srcOrd="0" destOrd="0" presId="urn:microsoft.com/office/officeart/2005/8/layout/vList2"/>
    <dgm:cxn modelId="{820CFEB8-6CC6-42FB-8D52-1B49F569633C}" type="presOf" srcId="{D900F8A7-A59F-41AF-AEBD-87C026B05FBC}" destId="{E291A1C7-587E-4FED-A0C4-94B776716F07}" srcOrd="0" destOrd="0" presId="urn:microsoft.com/office/officeart/2005/8/layout/vList2"/>
    <dgm:cxn modelId="{BDB888FC-7E72-4339-96E5-67AE3B0F9F70}" type="presOf" srcId="{33754D56-9727-4BE0-875A-19BF5DA8BADC}" destId="{6FECE4C7-FAD6-4E39-A82E-6D5D9B0DC047}" srcOrd="0" destOrd="0" presId="urn:microsoft.com/office/officeart/2005/8/layout/vList2"/>
    <dgm:cxn modelId="{D6500841-9F28-4CFA-B976-EE89C93B550D}" type="presParOf" srcId="{EE190946-EE5A-4A6C-9164-ACBCCB59F363}" destId="{8F053D52-496C-4EDD-B50E-B5363F99F25E}" srcOrd="0" destOrd="0" presId="urn:microsoft.com/office/officeart/2005/8/layout/vList2"/>
    <dgm:cxn modelId="{AE295C94-8B91-41A7-9C5E-47784A045959}" type="presParOf" srcId="{EE190946-EE5A-4A6C-9164-ACBCCB59F363}" destId="{8B5567A8-4B47-4C79-847F-6925886992F2}" srcOrd="1" destOrd="0" presId="urn:microsoft.com/office/officeart/2005/8/layout/vList2"/>
    <dgm:cxn modelId="{315B15DF-D2F3-4596-B8C7-9EF97D51DFE3}" type="presParOf" srcId="{EE190946-EE5A-4A6C-9164-ACBCCB59F363}" destId="{BE36FC26-8EC6-4C1B-9264-27616DB49632}" srcOrd="2" destOrd="0" presId="urn:microsoft.com/office/officeart/2005/8/layout/vList2"/>
    <dgm:cxn modelId="{860A29BD-D819-4F5B-A04C-F458317DAF62}" type="presParOf" srcId="{EE190946-EE5A-4A6C-9164-ACBCCB59F363}" destId="{F3B1B46B-2825-4418-8EE1-62F8856725E2}" srcOrd="3" destOrd="0" presId="urn:microsoft.com/office/officeart/2005/8/layout/vList2"/>
    <dgm:cxn modelId="{82AEE8BA-6C1B-44DF-B28B-55506F43D349}" type="presParOf" srcId="{EE190946-EE5A-4A6C-9164-ACBCCB59F363}" destId="{E291A1C7-587E-4FED-A0C4-94B776716F07}" srcOrd="4" destOrd="0" presId="urn:microsoft.com/office/officeart/2005/8/layout/vList2"/>
    <dgm:cxn modelId="{421A912E-56C1-4608-AC4D-63907BEB6713}" type="presParOf" srcId="{EE190946-EE5A-4A6C-9164-ACBCCB59F363}" destId="{3D6E9D9A-7F6E-415A-9551-E716982AA1FD}" srcOrd="5" destOrd="0" presId="urn:microsoft.com/office/officeart/2005/8/layout/vList2"/>
    <dgm:cxn modelId="{DE7BB707-CFA3-440D-9411-46FDFCCA6AFA}" type="presParOf" srcId="{EE190946-EE5A-4A6C-9164-ACBCCB59F363}" destId="{6FECE4C7-FAD6-4E39-A82E-6D5D9B0DC047}" srcOrd="6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1.xml><?xml version="1.0" encoding="utf-8"?>
<dgm:dataModel xmlns:dgm="http://schemas.openxmlformats.org/drawingml/2006/diagram" xmlns:a="http://schemas.openxmlformats.org/drawingml/2006/main">
  <dgm:ptLst>
    <dgm:pt modelId="{24B2B1D5-63E6-4E06-86EE-FC41AA357123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2AE619F6-999A-4DD8-9B27-24B3AA2004B0}">
      <dgm:prSet/>
      <dgm:spPr/>
      <dgm:t>
        <a:bodyPr/>
        <a:lstStyle/>
        <a:p>
          <a:r>
            <a:rPr lang="tr-TR"/>
            <a:t>The </a:t>
          </a:r>
          <a:r>
            <a:rPr lang="en-US"/>
            <a:t>miner constructs a candidate block filled with transactions.</a:t>
          </a:r>
        </a:p>
      </dgm:t>
    </dgm:pt>
    <dgm:pt modelId="{57C0204A-B681-4220-9C78-86D546EC25A4}" type="parTrans" cxnId="{E0BDDA76-D598-4C63-919A-ECB342E4AFD3}">
      <dgm:prSet/>
      <dgm:spPr/>
      <dgm:t>
        <a:bodyPr/>
        <a:lstStyle/>
        <a:p>
          <a:endParaRPr lang="en-US"/>
        </a:p>
      </dgm:t>
    </dgm:pt>
    <dgm:pt modelId="{72CEDAF0-B4D5-45AC-B565-48B2B3BFD762}" type="sibTrans" cxnId="{E0BDDA76-D598-4C63-919A-ECB342E4AFD3}">
      <dgm:prSet/>
      <dgm:spPr/>
      <dgm:t>
        <a:bodyPr/>
        <a:lstStyle/>
        <a:p>
          <a:endParaRPr lang="en-US"/>
        </a:p>
      </dgm:t>
    </dgm:pt>
    <dgm:pt modelId="{76F641E8-C4F1-406E-8E7F-98212FE856CA}">
      <dgm:prSet/>
      <dgm:spPr/>
      <dgm:t>
        <a:bodyPr/>
        <a:lstStyle/>
        <a:p>
          <a:r>
            <a:rPr lang="en-US"/>
            <a:t>Next, the miner calculates</a:t>
          </a:r>
          <a:r>
            <a:rPr lang="tr-TR"/>
            <a:t> </a:t>
          </a:r>
          <a:r>
            <a:rPr lang="en-US"/>
            <a:t>the hash of this block’s header and sees if it is smaller than the current </a:t>
          </a:r>
          <a:r>
            <a:rPr lang="en-US" i="1"/>
            <a:t>target</a:t>
          </a:r>
          <a:r>
            <a:rPr lang="en-US"/>
            <a:t>. </a:t>
          </a:r>
        </a:p>
      </dgm:t>
    </dgm:pt>
    <dgm:pt modelId="{E64ED427-A67F-486A-8435-4D12F45BAC2E}" type="parTrans" cxnId="{F56660E5-EAD2-4F3C-8964-83E5E2C07731}">
      <dgm:prSet/>
      <dgm:spPr/>
      <dgm:t>
        <a:bodyPr/>
        <a:lstStyle/>
        <a:p>
          <a:endParaRPr lang="en-US"/>
        </a:p>
      </dgm:t>
    </dgm:pt>
    <dgm:pt modelId="{9EC502E0-D2A6-470E-9EDD-8B3E5D0D2415}" type="sibTrans" cxnId="{F56660E5-EAD2-4F3C-8964-83E5E2C07731}">
      <dgm:prSet/>
      <dgm:spPr/>
      <dgm:t>
        <a:bodyPr/>
        <a:lstStyle/>
        <a:p>
          <a:endParaRPr lang="en-US"/>
        </a:p>
      </dgm:t>
    </dgm:pt>
    <dgm:pt modelId="{B7F48F38-9E3D-4A40-BDC8-06A59000C86D}">
      <dgm:prSet/>
      <dgm:spPr/>
      <dgm:t>
        <a:bodyPr/>
        <a:lstStyle/>
        <a:p>
          <a:r>
            <a:rPr lang="en-US"/>
            <a:t>If the</a:t>
          </a:r>
          <a:r>
            <a:rPr lang="tr-TR"/>
            <a:t> </a:t>
          </a:r>
          <a:r>
            <a:rPr lang="en-US"/>
            <a:t>hash is not less than the target, the miner will modify the nonce (usually just incrementing</a:t>
          </a:r>
          <a:r>
            <a:rPr lang="tr-TR"/>
            <a:t> </a:t>
          </a:r>
          <a:r>
            <a:rPr lang="en-US"/>
            <a:t>it by one) </a:t>
          </a:r>
        </a:p>
      </dgm:t>
    </dgm:pt>
    <dgm:pt modelId="{CD47BE8A-CC3A-468A-A720-7495F439F99D}" type="parTrans" cxnId="{B04785EA-EE6F-4433-BCF5-1162D8749DAB}">
      <dgm:prSet/>
      <dgm:spPr/>
      <dgm:t>
        <a:bodyPr/>
        <a:lstStyle/>
        <a:p>
          <a:endParaRPr lang="en-US"/>
        </a:p>
      </dgm:t>
    </dgm:pt>
    <dgm:pt modelId="{F7919AEA-897C-4E25-907D-34B964C51E50}" type="sibTrans" cxnId="{B04785EA-EE6F-4433-BCF5-1162D8749DAB}">
      <dgm:prSet/>
      <dgm:spPr/>
      <dgm:t>
        <a:bodyPr/>
        <a:lstStyle/>
        <a:p>
          <a:endParaRPr lang="en-US"/>
        </a:p>
      </dgm:t>
    </dgm:pt>
    <dgm:pt modelId="{29A4380B-ED9D-406E-8E25-BF91FAD5493F}">
      <dgm:prSet/>
      <dgm:spPr/>
      <dgm:t>
        <a:bodyPr/>
        <a:lstStyle/>
        <a:p>
          <a:r>
            <a:rPr lang="en-US"/>
            <a:t>and try again.</a:t>
          </a:r>
        </a:p>
      </dgm:t>
    </dgm:pt>
    <dgm:pt modelId="{05A8F20A-4E94-420A-A7D0-0262BF4A8FBB}" type="parTrans" cxnId="{158FC266-1608-4CAC-8EA7-8B0ABD0F0931}">
      <dgm:prSet/>
      <dgm:spPr/>
      <dgm:t>
        <a:bodyPr/>
        <a:lstStyle/>
        <a:p>
          <a:endParaRPr lang="en-US"/>
        </a:p>
      </dgm:t>
    </dgm:pt>
    <dgm:pt modelId="{42BA53E1-C3E1-4078-A7DA-4B78294E1DDB}" type="sibTrans" cxnId="{158FC266-1608-4CAC-8EA7-8B0ABD0F0931}">
      <dgm:prSet/>
      <dgm:spPr/>
      <dgm:t>
        <a:bodyPr/>
        <a:lstStyle/>
        <a:p>
          <a:endParaRPr lang="en-US"/>
        </a:p>
      </dgm:t>
    </dgm:pt>
    <dgm:pt modelId="{B251F313-3F84-4D44-AD6E-36A74AE52A1B}" type="pres">
      <dgm:prSet presAssocID="{24B2B1D5-63E6-4E06-86EE-FC41AA357123}" presName="linear" presStyleCnt="0">
        <dgm:presLayoutVars>
          <dgm:animLvl val="lvl"/>
          <dgm:resizeHandles val="exact"/>
        </dgm:presLayoutVars>
      </dgm:prSet>
      <dgm:spPr/>
    </dgm:pt>
    <dgm:pt modelId="{9C4060D3-E109-4B73-8F19-2647152E0CF9}" type="pres">
      <dgm:prSet presAssocID="{2AE619F6-999A-4DD8-9B27-24B3AA2004B0}" presName="parentText" presStyleLbl="node1" presStyleIdx="0" presStyleCnt="4">
        <dgm:presLayoutVars>
          <dgm:chMax val="0"/>
          <dgm:bulletEnabled val="1"/>
        </dgm:presLayoutVars>
      </dgm:prSet>
      <dgm:spPr/>
    </dgm:pt>
    <dgm:pt modelId="{F3273AB0-B3D2-4D72-9B83-3E5090AC5763}" type="pres">
      <dgm:prSet presAssocID="{72CEDAF0-B4D5-45AC-B565-48B2B3BFD762}" presName="spacer" presStyleCnt="0"/>
      <dgm:spPr/>
    </dgm:pt>
    <dgm:pt modelId="{23C4B0D1-A6EB-469C-A897-53B9F7BF3E58}" type="pres">
      <dgm:prSet presAssocID="{76F641E8-C4F1-406E-8E7F-98212FE856CA}" presName="parentText" presStyleLbl="node1" presStyleIdx="1" presStyleCnt="4">
        <dgm:presLayoutVars>
          <dgm:chMax val="0"/>
          <dgm:bulletEnabled val="1"/>
        </dgm:presLayoutVars>
      </dgm:prSet>
      <dgm:spPr/>
    </dgm:pt>
    <dgm:pt modelId="{628FD67D-FA95-4342-AABC-4187613DEF6A}" type="pres">
      <dgm:prSet presAssocID="{9EC502E0-D2A6-470E-9EDD-8B3E5D0D2415}" presName="spacer" presStyleCnt="0"/>
      <dgm:spPr/>
    </dgm:pt>
    <dgm:pt modelId="{C920F95A-3769-4C0D-8DF6-89BE6F69E564}" type="pres">
      <dgm:prSet presAssocID="{B7F48F38-9E3D-4A40-BDC8-06A59000C86D}" presName="parentText" presStyleLbl="node1" presStyleIdx="2" presStyleCnt="4">
        <dgm:presLayoutVars>
          <dgm:chMax val="0"/>
          <dgm:bulletEnabled val="1"/>
        </dgm:presLayoutVars>
      </dgm:prSet>
      <dgm:spPr/>
    </dgm:pt>
    <dgm:pt modelId="{007C0C2A-FB0A-4806-AD39-A29041B5F229}" type="pres">
      <dgm:prSet presAssocID="{F7919AEA-897C-4E25-907D-34B964C51E50}" presName="spacer" presStyleCnt="0"/>
      <dgm:spPr/>
    </dgm:pt>
    <dgm:pt modelId="{A585E2C6-66EE-4934-9131-5E2276C5D470}" type="pres">
      <dgm:prSet presAssocID="{29A4380B-ED9D-406E-8E25-BF91FAD5493F}" presName="parentText" presStyleLbl="node1" presStyleIdx="3" presStyleCnt="4">
        <dgm:presLayoutVars>
          <dgm:chMax val="0"/>
          <dgm:bulletEnabled val="1"/>
        </dgm:presLayoutVars>
      </dgm:prSet>
      <dgm:spPr/>
    </dgm:pt>
  </dgm:ptLst>
  <dgm:cxnLst>
    <dgm:cxn modelId="{ACAA6E2A-7E83-4A02-9C52-7FD27C245C64}" type="presOf" srcId="{76F641E8-C4F1-406E-8E7F-98212FE856CA}" destId="{23C4B0D1-A6EB-469C-A897-53B9F7BF3E58}" srcOrd="0" destOrd="0" presId="urn:microsoft.com/office/officeart/2005/8/layout/vList2"/>
    <dgm:cxn modelId="{158FC266-1608-4CAC-8EA7-8B0ABD0F0931}" srcId="{24B2B1D5-63E6-4E06-86EE-FC41AA357123}" destId="{29A4380B-ED9D-406E-8E25-BF91FAD5493F}" srcOrd="3" destOrd="0" parTransId="{05A8F20A-4E94-420A-A7D0-0262BF4A8FBB}" sibTransId="{42BA53E1-C3E1-4078-A7DA-4B78294E1DDB}"/>
    <dgm:cxn modelId="{7EDD0A75-44A0-4F34-8869-E7AEFB21930B}" type="presOf" srcId="{2AE619F6-999A-4DD8-9B27-24B3AA2004B0}" destId="{9C4060D3-E109-4B73-8F19-2647152E0CF9}" srcOrd="0" destOrd="0" presId="urn:microsoft.com/office/officeart/2005/8/layout/vList2"/>
    <dgm:cxn modelId="{E0BDDA76-D598-4C63-919A-ECB342E4AFD3}" srcId="{24B2B1D5-63E6-4E06-86EE-FC41AA357123}" destId="{2AE619F6-999A-4DD8-9B27-24B3AA2004B0}" srcOrd="0" destOrd="0" parTransId="{57C0204A-B681-4220-9C78-86D546EC25A4}" sibTransId="{72CEDAF0-B4D5-45AC-B565-48B2B3BFD762}"/>
    <dgm:cxn modelId="{B72033C0-F725-4C55-81CA-94ECCE3EC55B}" type="presOf" srcId="{B7F48F38-9E3D-4A40-BDC8-06A59000C86D}" destId="{C920F95A-3769-4C0D-8DF6-89BE6F69E564}" srcOrd="0" destOrd="0" presId="urn:microsoft.com/office/officeart/2005/8/layout/vList2"/>
    <dgm:cxn modelId="{A480DFDF-E688-48B3-AFCE-B49006C65988}" type="presOf" srcId="{24B2B1D5-63E6-4E06-86EE-FC41AA357123}" destId="{B251F313-3F84-4D44-AD6E-36A74AE52A1B}" srcOrd="0" destOrd="0" presId="urn:microsoft.com/office/officeart/2005/8/layout/vList2"/>
    <dgm:cxn modelId="{F56660E5-EAD2-4F3C-8964-83E5E2C07731}" srcId="{24B2B1D5-63E6-4E06-86EE-FC41AA357123}" destId="{76F641E8-C4F1-406E-8E7F-98212FE856CA}" srcOrd="1" destOrd="0" parTransId="{E64ED427-A67F-486A-8435-4D12F45BAC2E}" sibTransId="{9EC502E0-D2A6-470E-9EDD-8B3E5D0D2415}"/>
    <dgm:cxn modelId="{B04785EA-EE6F-4433-BCF5-1162D8749DAB}" srcId="{24B2B1D5-63E6-4E06-86EE-FC41AA357123}" destId="{B7F48F38-9E3D-4A40-BDC8-06A59000C86D}" srcOrd="2" destOrd="0" parTransId="{CD47BE8A-CC3A-468A-A720-7495F439F99D}" sibTransId="{F7919AEA-897C-4E25-907D-34B964C51E50}"/>
    <dgm:cxn modelId="{97D83BF9-903F-42A5-9B0C-C4C2CC89A829}" type="presOf" srcId="{29A4380B-ED9D-406E-8E25-BF91FAD5493F}" destId="{A585E2C6-66EE-4934-9131-5E2276C5D470}" srcOrd="0" destOrd="0" presId="urn:microsoft.com/office/officeart/2005/8/layout/vList2"/>
    <dgm:cxn modelId="{97538C29-970F-4B9B-8B5A-1FF52C666369}" type="presParOf" srcId="{B251F313-3F84-4D44-AD6E-36A74AE52A1B}" destId="{9C4060D3-E109-4B73-8F19-2647152E0CF9}" srcOrd="0" destOrd="0" presId="urn:microsoft.com/office/officeart/2005/8/layout/vList2"/>
    <dgm:cxn modelId="{E2136191-53AF-4B54-98D9-1170510FCF41}" type="presParOf" srcId="{B251F313-3F84-4D44-AD6E-36A74AE52A1B}" destId="{F3273AB0-B3D2-4D72-9B83-3E5090AC5763}" srcOrd="1" destOrd="0" presId="urn:microsoft.com/office/officeart/2005/8/layout/vList2"/>
    <dgm:cxn modelId="{B3919A2F-E781-4C7F-8713-B2CA86619F2F}" type="presParOf" srcId="{B251F313-3F84-4D44-AD6E-36A74AE52A1B}" destId="{23C4B0D1-A6EB-469C-A897-53B9F7BF3E58}" srcOrd="2" destOrd="0" presId="urn:microsoft.com/office/officeart/2005/8/layout/vList2"/>
    <dgm:cxn modelId="{79515E89-52ED-476B-AB17-219482B3A6C2}" type="presParOf" srcId="{B251F313-3F84-4D44-AD6E-36A74AE52A1B}" destId="{628FD67D-FA95-4342-AABC-4187613DEF6A}" srcOrd="3" destOrd="0" presId="urn:microsoft.com/office/officeart/2005/8/layout/vList2"/>
    <dgm:cxn modelId="{0BEF83B6-334A-43D5-9B96-FCEC940C10E2}" type="presParOf" srcId="{B251F313-3F84-4D44-AD6E-36A74AE52A1B}" destId="{C920F95A-3769-4C0D-8DF6-89BE6F69E564}" srcOrd="4" destOrd="0" presId="urn:microsoft.com/office/officeart/2005/8/layout/vList2"/>
    <dgm:cxn modelId="{0B01E5AD-0E96-47B7-9EDE-374BA4BCDC2F}" type="presParOf" srcId="{B251F313-3F84-4D44-AD6E-36A74AE52A1B}" destId="{007C0C2A-FB0A-4806-AD39-A29041B5F229}" srcOrd="5" destOrd="0" presId="urn:microsoft.com/office/officeart/2005/8/layout/vList2"/>
    <dgm:cxn modelId="{7BBA5E69-0A1E-4F3E-9281-87C0CE1BF686}" type="presParOf" srcId="{B251F313-3F84-4D44-AD6E-36A74AE52A1B}" destId="{A585E2C6-66EE-4934-9131-5E2276C5D470}" srcOrd="6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2.xml><?xml version="1.0" encoding="utf-8"?>
<dgm:dataModel xmlns:dgm="http://schemas.openxmlformats.org/drawingml/2006/diagram" xmlns:a="http://schemas.openxmlformats.org/drawingml/2006/main">
  <dgm:ptLst>
    <dgm:pt modelId="{CA322968-4062-456C-BC9C-C240D30C800D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6A22B8F2-087B-4380-BAC7-A1AAEB900BF0}">
      <dgm:prSet/>
      <dgm:spPr/>
      <dgm:t>
        <a:bodyPr/>
        <a:lstStyle/>
        <a:p>
          <a:r>
            <a:rPr lang="en-US"/>
            <a:t>At the current difficulty in the bitcoin network</a:t>
          </a:r>
          <a:r>
            <a:rPr lang="tr-TR"/>
            <a:t> </a:t>
          </a:r>
          <a:endParaRPr lang="en-US"/>
        </a:p>
      </dgm:t>
    </dgm:pt>
    <dgm:pt modelId="{1F02C6CB-7E65-41CD-87DB-BAC088315FA3}" type="parTrans" cxnId="{4802F947-D6B7-49C1-AA81-01ECB27336A0}">
      <dgm:prSet/>
      <dgm:spPr/>
      <dgm:t>
        <a:bodyPr/>
        <a:lstStyle/>
        <a:p>
          <a:endParaRPr lang="en-US"/>
        </a:p>
      </dgm:t>
    </dgm:pt>
    <dgm:pt modelId="{710DFC07-62F7-49D1-B8B9-CB67A9F3B503}" type="sibTrans" cxnId="{4802F947-D6B7-49C1-AA81-01ECB27336A0}">
      <dgm:prSet/>
      <dgm:spPr/>
      <dgm:t>
        <a:bodyPr/>
        <a:lstStyle/>
        <a:p>
          <a:endParaRPr lang="en-US"/>
        </a:p>
      </dgm:t>
    </dgm:pt>
    <dgm:pt modelId="{EFFD574A-F019-4970-8CC7-36A051D44F43}">
      <dgm:prSet/>
      <dgm:spPr/>
      <dgm:t>
        <a:bodyPr/>
        <a:lstStyle/>
        <a:p>
          <a:r>
            <a:rPr lang="en-US"/>
            <a:t>miners have to try quadrillions of times </a:t>
          </a:r>
        </a:p>
      </dgm:t>
    </dgm:pt>
    <dgm:pt modelId="{64AB58F7-EC05-4886-89EE-FF8A4E6526AE}" type="parTrans" cxnId="{ED5A2E26-0B02-456E-AF82-BC2D4DEADBE7}">
      <dgm:prSet/>
      <dgm:spPr/>
      <dgm:t>
        <a:bodyPr/>
        <a:lstStyle/>
        <a:p>
          <a:endParaRPr lang="en-US"/>
        </a:p>
      </dgm:t>
    </dgm:pt>
    <dgm:pt modelId="{E4CF5717-AF7C-49C9-9215-20DFBE6EC426}" type="sibTrans" cxnId="{ED5A2E26-0B02-456E-AF82-BC2D4DEADBE7}">
      <dgm:prSet/>
      <dgm:spPr/>
      <dgm:t>
        <a:bodyPr/>
        <a:lstStyle/>
        <a:p>
          <a:endParaRPr lang="en-US"/>
        </a:p>
      </dgm:t>
    </dgm:pt>
    <dgm:pt modelId="{605B6F40-0C0C-445A-B064-FA210F0FFA8B}">
      <dgm:prSet/>
      <dgm:spPr/>
      <dgm:t>
        <a:bodyPr/>
        <a:lstStyle/>
        <a:p>
          <a:r>
            <a:rPr lang="en-US"/>
            <a:t>before finding a nonce that results in </a:t>
          </a:r>
        </a:p>
      </dgm:t>
    </dgm:pt>
    <dgm:pt modelId="{F2C72F1E-3A53-4E96-9588-8E265630DCDC}" type="parTrans" cxnId="{829301D1-2150-4564-B961-C5BC26A1110E}">
      <dgm:prSet/>
      <dgm:spPr/>
      <dgm:t>
        <a:bodyPr/>
        <a:lstStyle/>
        <a:p>
          <a:endParaRPr lang="en-US"/>
        </a:p>
      </dgm:t>
    </dgm:pt>
    <dgm:pt modelId="{2F4ED12C-89E6-4719-9F3B-EB2AC0C7D575}" type="sibTrans" cxnId="{829301D1-2150-4564-B961-C5BC26A1110E}">
      <dgm:prSet/>
      <dgm:spPr/>
      <dgm:t>
        <a:bodyPr/>
        <a:lstStyle/>
        <a:p>
          <a:endParaRPr lang="en-US"/>
        </a:p>
      </dgm:t>
    </dgm:pt>
    <dgm:pt modelId="{15824B93-E2F6-464B-BF16-8FE2263EBA5A}">
      <dgm:prSet/>
      <dgm:spPr/>
      <dgm:t>
        <a:bodyPr/>
        <a:lstStyle/>
        <a:p>
          <a:r>
            <a:rPr lang="en-US"/>
            <a:t>a low</a:t>
          </a:r>
          <a:r>
            <a:rPr lang="tr-TR"/>
            <a:t> enough block header hash</a:t>
          </a:r>
          <a:endParaRPr lang="en-US"/>
        </a:p>
      </dgm:t>
    </dgm:pt>
    <dgm:pt modelId="{B7A5C850-0C50-4316-A0D9-36203480E67F}" type="parTrans" cxnId="{697D9AF1-98E1-4607-9D0E-F47FAF572D73}">
      <dgm:prSet/>
      <dgm:spPr/>
      <dgm:t>
        <a:bodyPr/>
        <a:lstStyle/>
        <a:p>
          <a:endParaRPr lang="en-US"/>
        </a:p>
      </dgm:t>
    </dgm:pt>
    <dgm:pt modelId="{54787550-78B7-4EEA-9E8D-1B3A2CCFCA7E}" type="sibTrans" cxnId="{697D9AF1-98E1-4607-9D0E-F47FAF572D73}">
      <dgm:prSet/>
      <dgm:spPr/>
      <dgm:t>
        <a:bodyPr/>
        <a:lstStyle/>
        <a:p>
          <a:endParaRPr lang="en-US"/>
        </a:p>
      </dgm:t>
    </dgm:pt>
    <dgm:pt modelId="{A9E97725-9807-4F91-944A-455175B3BF7D}">
      <dgm:prSet/>
      <dgm:spPr/>
      <dgm:t>
        <a:bodyPr/>
        <a:lstStyle/>
        <a:p>
          <a:r>
            <a:rPr lang="en-US"/>
            <a:t>increasing the difficulty by 1 bit </a:t>
          </a:r>
        </a:p>
      </dgm:t>
    </dgm:pt>
    <dgm:pt modelId="{5FFF6283-EC9C-4B79-9081-1937F78AA987}" type="parTrans" cxnId="{2D22EF01-CC6A-43F1-BB4A-8AFEB673786E}">
      <dgm:prSet/>
      <dgm:spPr/>
      <dgm:t>
        <a:bodyPr/>
        <a:lstStyle/>
        <a:p>
          <a:endParaRPr lang="en-US"/>
        </a:p>
      </dgm:t>
    </dgm:pt>
    <dgm:pt modelId="{5399A6F2-F23D-46CE-AC08-65F8709911C6}" type="sibTrans" cxnId="{2D22EF01-CC6A-43F1-BB4A-8AFEB673786E}">
      <dgm:prSet/>
      <dgm:spPr/>
      <dgm:t>
        <a:bodyPr/>
        <a:lstStyle/>
        <a:p>
          <a:endParaRPr lang="en-US"/>
        </a:p>
      </dgm:t>
    </dgm:pt>
    <dgm:pt modelId="{EE726F35-D3EF-41CC-A46C-2E24E48E40E9}">
      <dgm:prSet/>
      <dgm:spPr/>
      <dgm:t>
        <a:bodyPr/>
        <a:lstStyle/>
        <a:p>
          <a:r>
            <a:rPr lang="en-US"/>
            <a:t>causes a doubling in the time it takes</a:t>
          </a:r>
          <a:r>
            <a:rPr lang="tr-TR"/>
            <a:t> </a:t>
          </a:r>
          <a:r>
            <a:rPr lang="en-US"/>
            <a:t>to find a solution. </a:t>
          </a:r>
        </a:p>
      </dgm:t>
    </dgm:pt>
    <dgm:pt modelId="{0444791A-F21B-482C-B400-9EE4C4AA917A}" type="parTrans" cxnId="{0472A969-BBDE-4944-ABC6-CE7FEBE82565}">
      <dgm:prSet/>
      <dgm:spPr/>
      <dgm:t>
        <a:bodyPr/>
        <a:lstStyle/>
        <a:p>
          <a:endParaRPr lang="en-US"/>
        </a:p>
      </dgm:t>
    </dgm:pt>
    <dgm:pt modelId="{96D3B1A4-47F9-47D4-A916-784A65F6D526}" type="sibTrans" cxnId="{0472A969-BBDE-4944-ABC6-CE7FEBE82565}">
      <dgm:prSet/>
      <dgm:spPr/>
      <dgm:t>
        <a:bodyPr/>
        <a:lstStyle/>
        <a:p>
          <a:endParaRPr lang="en-US"/>
        </a:p>
      </dgm:t>
    </dgm:pt>
    <dgm:pt modelId="{2DE8A932-BF7F-4AAD-B40E-5068E73A3164}">
      <dgm:prSet/>
      <dgm:spPr/>
      <dgm:t>
        <a:bodyPr/>
        <a:lstStyle/>
        <a:p>
          <a:r>
            <a:rPr lang="en-US"/>
            <a:t>the entire 256-bit number space, </a:t>
          </a:r>
        </a:p>
      </dgm:t>
    </dgm:pt>
    <dgm:pt modelId="{8D950C5C-34FF-4C93-AD8B-9C4548BE6606}" type="parTrans" cxnId="{F1604AC8-FA45-455E-A3BD-7EDC0FD360C3}">
      <dgm:prSet/>
      <dgm:spPr/>
      <dgm:t>
        <a:bodyPr/>
        <a:lstStyle/>
        <a:p>
          <a:endParaRPr lang="en-US"/>
        </a:p>
      </dgm:t>
    </dgm:pt>
    <dgm:pt modelId="{4764F18E-4B8A-4E9E-899C-E9D4E141E5E4}" type="sibTrans" cxnId="{F1604AC8-FA45-455E-A3BD-7EDC0FD360C3}">
      <dgm:prSet/>
      <dgm:spPr/>
      <dgm:t>
        <a:bodyPr/>
        <a:lstStyle/>
        <a:p>
          <a:endParaRPr lang="en-US"/>
        </a:p>
      </dgm:t>
    </dgm:pt>
    <dgm:pt modelId="{AC434447-5F56-42F9-AA27-02F2D9A74D55}">
      <dgm:prSet/>
      <dgm:spPr/>
      <dgm:t>
        <a:bodyPr/>
        <a:lstStyle/>
        <a:p>
          <a:r>
            <a:rPr lang="en-US"/>
            <a:t>each time you constrain</a:t>
          </a:r>
          <a:r>
            <a:rPr lang="tr-TR"/>
            <a:t> </a:t>
          </a:r>
          <a:r>
            <a:rPr lang="en-US"/>
            <a:t>one more bit to zero, </a:t>
          </a:r>
        </a:p>
      </dgm:t>
    </dgm:pt>
    <dgm:pt modelId="{36AEC35E-3CA8-4E29-A16D-BA5006006804}" type="parTrans" cxnId="{B2E2486E-B5F7-40E7-B37F-F97B7B5B7794}">
      <dgm:prSet/>
      <dgm:spPr/>
      <dgm:t>
        <a:bodyPr/>
        <a:lstStyle/>
        <a:p>
          <a:endParaRPr lang="en-US"/>
        </a:p>
      </dgm:t>
    </dgm:pt>
    <dgm:pt modelId="{768C2625-A929-4CDD-944D-475023F0AE3F}" type="sibTrans" cxnId="{B2E2486E-B5F7-40E7-B37F-F97B7B5B7794}">
      <dgm:prSet/>
      <dgm:spPr/>
      <dgm:t>
        <a:bodyPr/>
        <a:lstStyle/>
        <a:p>
          <a:endParaRPr lang="en-US"/>
        </a:p>
      </dgm:t>
    </dgm:pt>
    <dgm:pt modelId="{C1731EC3-FAAA-4C3F-8371-2D0D99086793}">
      <dgm:prSet/>
      <dgm:spPr/>
      <dgm:t>
        <a:bodyPr/>
        <a:lstStyle/>
        <a:p>
          <a:r>
            <a:rPr lang="en-US"/>
            <a:t>you decrease the search space by half.</a:t>
          </a:r>
        </a:p>
      </dgm:t>
    </dgm:pt>
    <dgm:pt modelId="{DD6A6655-F30F-4F20-8E08-5295C14AABAA}" type="parTrans" cxnId="{C59342AF-7001-4567-9E4D-A3DC63467B3E}">
      <dgm:prSet/>
      <dgm:spPr/>
      <dgm:t>
        <a:bodyPr/>
        <a:lstStyle/>
        <a:p>
          <a:endParaRPr lang="en-US"/>
        </a:p>
      </dgm:t>
    </dgm:pt>
    <dgm:pt modelId="{D6D02C7A-922B-42B1-8ABB-31454A2DEEAA}" type="sibTrans" cxnId="{C59342AF-7001-4567-9E4D-A3DC63467B3E}">
      <dgm:prSet/>
      <dgm:spPr/>
      <dgm:t>
        <a:bodyPr/>
        <a:lstStyle/>
        <a:p>
          <a:endParaRPr lang="en-US"/>
        </a:p>
      </dgm:t>
    </dgm:pt>
    <dgm:pt modelId="{8CBE189E-0DB5-4321-A9A2-DE282774E3B0}" type="pres">
      <dgm:prSet presAssocID="{CA322968-4062-456C-BC9C-C240D30C800D}" presName="linear" presStyleCnt="0">
        <dgm:presLayoutVars>
          <dgm:dir/>
          <dgm:animLvl val="lvl"/>
          <dgm:resizeHandles val="exact"/>
        </dgm:presLayoutVars>
      </dgm:prSet>
      <dgm:spPr/>
    </dgm:pt>
    <dgm:pt modelId="{7D8F5CE8-D50E-48E8-B71F-E49F5467541B}" type="pres">
      <dgm:prSet presAssocID="{6A22B8F2-087B-4380-BAC7-A1AAEB900BF0}" presName="parentLin" presStyleCnt="0"/>
      <dgm:spPr/>
    </dgm:pt>
    <dgm:pt modelId="{929BB137-F31E-4687-AB24-41C6D0E58CE9}" type="pres">
      <dgm:prSet presAssocID="{6A22B8F2-087B-4380-BAC7-A1AAEB900BF0}" presName="parentLeftMargin" presStyleLbl="node1" presStyleIdx="0" presStyleCnt="3"/>
      <dgm:spPr/>
    </dgm:pt>
    <dgm:pt modelId="{4A41BD31-844B-426A-9427-C06F5BFEE7C4}" type="pres">
      <dgm:prSet presAssocID="{6A22B8F2-087B-4380-BAC7-A1AAEB900BF0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A05C983F-6644-40D9-A260-716D085F62E5}" type="pres">
      <dgm:prSet presAssocID="{6A22B8F2-087B-4380-BAC7-A1AAEB900BF0}" presName="negativeSpace" presStyleCnt="0"/>
      <dgm:spPr/>
    </dgm:pt>
    <dgm:pt modelId="{09A1D4A8-A693-437C-BCB5-DFECFC95B8B1}" type="pres">
      <dgm:prSet presAssocID="{6A22B8F2-087B-4380-BAC7-A1AAEB900BF0}" presName="childText" presStyleLbl="conFgAcc1" presStyleIdx="0" presStyleCnt="3">
        <dgm:presLayoutVars>
          <dgm:bulletEnabled val="1"/>
        </dgm:presLayoutVars>
      </dgm:prSet>
      <dgm:spPr/>
    </dgm:pt>
    <dgm:pt modelId="{E002520A-36E1-4E45-A939-421F6D10205F}" type="pres">
      <dgm:prSet presAssocID="{710DFC07-62F7-49D1-B8B9-CB67A9F3B503}" presName="spaceBetweenRectangles" presStyleCnt="0"/>
      <dgm:spPr/>
    </dgm:pt>
    <dgm:pt modelId="{430AFA07-984D-4EE7-A193-4ED6D07EED18}" type="pres">
      <dgm:prSet presAssocID="{A9E97725-9807-4F91-944A-455175B3BF7D}" presName="parentLin" presStyleCnt="0"/>
      <dgm:spPr/>
    </dgm:pt>
    <dgm:pt modelId="{5D676383-5C7B-4CE5-87F4-E26E25E40B19}" type="pres">
      <dgm:prSet presAssocID="{A9E97725-9807-4F91-944A-455175B3BF7D}" presName="parentLeftMargin" presStyleLbl="node1" presStyleIdx="0" presStyleCnt="3"/>
      <dgm:spPr/>
    </dgm:pt>
    <dgm:pt modelId="{6BFFDFD1-1745-4BD9-A29D-311ED1B1CE2F}" type="pres">
      <dgm:prSet presAssocID="{A9E97725-9807-4F91-944A-455175B3BF7D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F5576D09-72AE-4626-B035-29EE08D5E187}" type="pres">
      <dgm:prSet presAssocID="{A9E97725-9807-4F91-944A-455175B3BF7D}" presName="negativeSpace" presStyleCnt="0"/>
      <dgm:spPr/>
    </dgm:pt>
    <dgm:pt modelId="{DF23C01A-3F0E-4C26-88DE-7DBCAC88AFD7}" type="pres">
      <dgm:prSet presAssocID="{A9E97725-9807-4F91-944A-455175B3BF7D}" presName="childText" presStyleLbl="conFgAcc1" presStyleIdx="1" presStyleCnt="3">
        <dgm:presLayoutVars>
          <dgm:bulletEnabled val="1"/>
        </dgm:presLayoutVars>
      </dgm:prSet>
      <dgm:spPr/>
    </dgm:pt>
    <dgm:pt modelId="{93E692E9-780B-46CD-BB3F-B904E7F62FFB}" type="pres">
      <dgm:prSet presAssocID="{5399A6F2-F23D-46CE-AC08-65F8709911C6}" presName="spaceBetweenRectangles" presStyleCnt="0"/>
      <dgm:spPr/>
    </dgm:pt>
    <dgm:pt modelId="{61E6FD14-CD69-49FA-86EA-E572E9772BD7}" type="pres">
      <dgm:prSet presAssocID="{2DE8A932-BF7F-4AAD-B40E-5068E73A3164}" presName="parentLin" presStyleCnt="0"/>
      <dgm:spPr/>
    </dgm:pt>
    <dgm:pt modelId="{3956CEE2-FEB4-442A-967D-A2C0C9564957}" type="pres">
      <dgm:prSet presAssocID="{2DE8A932-BF7F-4AAD-B40E-5068E73A3164}" presName="parentLeftMargin" presStyleLbl="node1" presStyleIdx="1" presStyleCnt="3"/>
      <dgm:spPr/>
    </dgm:pt>
    <dgm:pt modelId="{720CA869-3965-4CDC-ABDD-21F0AD2FBAE9}" type="pres">
      <dgm:prSet presAssocID="{2DE8A932-BF7F-4AAD-B40E-5068E73A3164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5560510A-C2FA-48E0-9EB4-F0B35F81E0CE}" type="pres">
      <dgm:prSet presAssocID="{2DE8A932-BF7F-4AAD-B40E-5068E73A3164}" presName="negativeSpace" presStyleCnt="0"/>
      <dgm:spPr/>
    </dgm:pt>
    <dgm:pt modelId="{BC2F26DD-418A-43F4-8FAD-85D1B9747BBA}" type="pres">
      <dgm:prSet presAssocID="{2DE8A932-BF7F-4AAD-B40E-5068E73A3164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2D22EF01-CC6A-43F1-BB4A-8AFEB673786E}" srcId="{CA322968-4062-456C-BC9C-C240D30C800D}" destId="{A9E97725-9807-4F91-944A-455175B3BF7D}" srcOrd="1" destOrd="0" parTransId="{5FFF6283-EC9C-4B79-9081-1937F78AA987}" sibTransId="{5399A6F2-F23D-46CE-AC08-65F8709911C6}"/>
    <dgm:cxn modelId="{B019D002-3376-437B-9B68-0AF54FF93722}" type="presOf" srcId="{2DE8A932-BF7F-4AAD-B40E-5068E73A3164}" destId="{3956CEE2-FEB4-442A-967D-A2C0C9564957}" srcOrd="0" destOrd="0" presId="urn:microsoft.com/office/officeart/2005/8/layout/list1"/>
    <dgm:cxn modelId="{D8FD7B16-4B3E-45A8-A1AF-E1EA31A55F75}" type="presOf" srcId="{C1731EC3-FAAA-4C3F-8371-2D0D99086793}" destId="{BC2F26DD-418A-43F4-8FAD-85D1B9747BBA}" srcOrd="0" destOrd="1" presId="urn:microsoft.com/office/officeart/2005/8/layout/list1"/>
    <dgm:cxn modelId="{ED5A2E26-0B02-456E-AF82-BC2D4DEADBE7}" srcId="{6A22B8F2-087B-4380-BAC7-A1AAEB900BF0}" destId="{EFFD574A-F019-4970-8CC7-36A051D44F43}" srcOrd="0" destOrd="0" parTransId="{64AB58F7-EC05-4886-89EE-FF8A4E6526AE}" sibTransId="{E4CF5717-AF7C-49C9-9215-20DFBE6EC426}"/>
    <dgm:cxn modelId="{E8D80533-59C6-4FF3-BCDC-98B2DEA7CEAD}" type="presOf" srcId="{A9E97725-9807-4F91-944A-455175B3BF7D}" destId="{6BFFDFD1-1745-4BD9-A29D-311ED1B1CE2F}" srcOrd="1" destOrd="0" presId="urn:microsoft.com/office/officeart/2005/8/layout/list1"/>
    <dgm:cxn modelId="{07B6AE33-7625-40EC-A52A-719168BC9BF4}" type="presOf" srcId="{15824B93-E2F6-464B-BF16-8FE2263EBA5A}" destId="{09A1D4A8-A693-437C-BCB5-DFECFC95B8B1}" srcOrd="0" destOrd="2" presId="urn:microsoft.com/office/officeart/2005/8/layout/list1"/>
    <dgm:cxn modelId="{7EF37D3B-5954-4ECD-ACA9-32AF85F3564F}" type="presOf" srcId="{6A22B8F2-087B-4380-BAC7-A1AAEB900BF0}" destId="{4A41BD31-844B-426A-9427-C06F5BFEE7C4}" srcOrd="1" destOrd="0" presId="urn:microsoft.com/office/officeart/2005/8/layout/list1"/>
    <dgm:cxn modelId="{2087195B-8276-4F98-9C5D-EF69E2CDBBEE}" type="presOf" srcId="{CA322968-4062-456C-BC9C-C240D30C800D}" destId="{8CBE189E-0DB5-4321-A9A2-DE282774E3B0}" srcOrd="0" destOrd="0" presId="urn:microsoft.com/office/officeart/2005/8/layout/list1"/>
    <dgm:cxn modelId="{730D615B-0C67-4161-9A21-1D2191975ECE}" type="presOf" srcId="{AC434447-5F56-42F9-AA27-02F2D9A74D55}" destId="{BC2F26DD-418A-43F4-8FAD-85D1B9747BBA}" srcOrd="0" destOrd="0" presId="urn:microsoft.com/office/officeart/2005/8/layout/list1"/>
    <dgm:cxn modelId="{4802F947-D6B7-49C1-AA81-01ECB27336A0}" srcId="{CA322968-4062-456C-BC9C-C240D30C800D}" destId="{6A22B8F2-087B-4380-BAC7-A1AAEB900BF0}" srcOrd="0" destOrd="0" parTransId="{1F02C6CB-7E65-41CD-87DB-BAC088315FA3}" sibTransId="{710DFC07-62F7-49D1-B8B9-CB67A9F3B503}"/>
    <dgm:cxn modelId="{0472A969-BBDE-4944-ABC6-CE7FEBE82565}" srcId="{A9E97725-9807-4F91-944A-455175B3BF7D}" destId="{EE726F35-D3EF-41CC-A46C-2E24E48E40E9}" srcOrd="0" destOrd="0" parTransId="{0444791A-F21B-482C-B400-9EE4C4AA917A}" sibTransId="{96D3B1A4-47F9-47D4-A916-784A65F6D526}"/>
    <dgm:cxn modelId="{B2E2486E-B5F7-40E7-B37F-F97B7B5B7794}" srcId="{2DE8A932-BF7F-4AAD-B40E-5068E73A3164}" destId="{AC434447-5F56-42F9-AA27-02F2D9A74D55}" srcOrd="0" destOrd="0" parTransId="{36AEC35E-3CA8-4E29-A16D-BA5006006804}" sibTransId="{768C2625-A929-4CDD-944D-475023F0AE3F}"/>
    <dgm:cxn modelId="{4752105A-D3FA-48F5-81C6-65C6E23F6D28}" type="presOf" srcId="{605B6F40-0C0C-445A-B064-FA210F0FFA8B}" destId="{09A1D4A8-A693-437C-BCB5-DFECFC95B8B1}" srcOrd="0" destOrd="1" presId="urn:microsoft.com/office/officeart/2005/8/layout/list1"/>
    <dgm:cxn modelId="{69B08E9D-75C6-4C0D-BBD1-135B8AB3FB6E}" type="presOf" srcId="{EE726F35-D3EF-41CC-A46C-2E24E48E40E9}" destId="{DF23C01A-3F0E-4C26-88DE-7DBCAC88AFD7}" srcOrd="0" destOrd="0" presId="urn:microsoft.com/office/officeart/2005/8/layout/list1"/>
    <dgm:cxn modelId="{C59342AF-7001-4567-9E4D-A3DC63467B3E}" srcId="{2DE8A932-BF7F-4AAD-B40E-5068E73A3164}" destId="{C1731EC3-FAAA-4C3F-8371-2D0D99086793}" srcOrd="1" destOrd="0" parTransId="{DD6A6655-F30F-4F20-8E08-5295C14AABAA}" sibTransId="{D6D02C7A-922B-42B1-8ABB-31454A2DEEAA}"/>
    <dgm:cxn modelId="{F1604AC8-FA45-455E-A3BD-7EDC0FD360C3}" srcId="{CA322968-4062-456C-BC9C-C240D30C800D}" destId="{2DE8A932-BF7F-4AAD-B40E-5068E73A3164}" srcOrd="2" destOrd="0" parTransId="{8D950C5C-34FF-4C93-AD8B-9C4548BE6606}" sibTransId="{4764F18E-4B8A-4E9E-899C-E9D4E141E5E4}"/>
    <dgm:cxn modelId="{52597FCC-963B-4D71-AB7E-61803857480B}" type="presOf" srcId="{A9E97725-9807-4F91-944A-455175B3BF7D}" destId="{5D676383-5C7B-4CE5-87F4-E26E25E40B19}" srcOrd="0" destOrd="0" presId="urn:microsoft.com/office/officeart/2005/8/layout/list1"/>
    <dgm:cxn modelId="{829301D1-2150-4564-B961-C5BC26A1110E}" srcId="{6A22B8F2-087B-4380-BAC7-A1AAEB900BF0}" destId="{605B6F40-0C0C-445A-B064-FA210F0FFA8B}" srcOrd="1" destOrd="0" parTransId="{F2C72F1E-3A53-4E96-9588-8E265630DCDC}" sibTransId="{2F4ED12C-89E6-4719-9F3B-EB2AC0C7D575}"/>
    <dgm:cxn modelId="{A48C10D6-B8DD-44FA-BD9D-CE1AA4061614}" type="presOf" srcId="{2DE8A932-BF7F-4AAD-B40E-5068E73A3164}" destId="{720CA869-3965-4CDC-ABDD-21F0AD2FBAE9}" srcOrd="1" destOrd="0" presId="urn:microsoft.com/office/officeart/2005/8/layout/list1"/>
    <dgm:cxn modelId="{E3A1EBDF-BC65-4E6B-BDB5-3EB2F7F828FF}" type="presOf" srcId="{EFFD574A-F019-4970-8CC7-36A051D44F43}" destId="{09A1D4A8-A693-437C-BCB5-DFECFC95B8B1}" srcOrd="0" destOrd="0" presId="urn:microsoft.com/office/officeart/2005/8/layout/list1"/>
    <dgm:cxn modelId="{6DE055E7-8330-4047-923D-038A717A4193}" type="presOf" srcId="{6A22B8F2-087B-4380-BAC7-A1AAEB900BF0}" destId="{929BB137-F31E-4687-AB24-41C6D0E58CE9}" srcOrd="0" destOrd="0" presId="urn:microsoft.com/office/officeart/2005/8/layout/list1"/>
    <dgm:cxn modelId="{697D9AF1-98E1-4607-9D0E-F47FAF572D73}" srcId="{6A22B8F2-087B-4380-BAC7-A1AAEB900BF0}" destId="{15824B93-E2F6-464B-BF16-8FE2263EBA5A}" srcOrd="2" destOrd="0" parTransId="{B7A5C850-0C50-4316-A0D9-36203480E67F}" sibTransId="{54787550-78B7-4EEA-9E8D-1B3A2CCFCA7E}"/>
    <dgm:cxn modelId="{8991AF62-151B-43F5-838D-F14577F36801}" type="presParOf" srcId="{8CBE189E-0DB5-4321-A9A2-DE282774E3B0}" destId="{7D8F5CE8-D50E-48E8-B71F-E49F5467541B}" srcOrd="0" destOrd="0" presId="urn:microsoft.com/office/officeart/2005/8/layout/list1"/>
    <dgm:cxn modelId="{90E6A937-72BB-400C-9EDD-3AF8E5E011D4}" type="presParOf" srcId="{7D8F5CE8-D50E-48E8-B71F-E49F5467541B}" destId="{929BB137-F31E-4687-AB24-41C6D0E58CE9}" srcOrd="0" destOrd="0" presId="urn:microsoft.com/office/officeart/2005/8/layout/list1"/>
    <dgm:cxn modelId="{49D72584-0891-41E0-84AD-193964368747}" type="presParOf" srcId="{7D8F5CE8-D50E-48E8-B71F-E49F5467541B}" destId="{4A41BD31-844B-426A-9427-C06F5BFEE7C4}" srcOrd="1" destOrd="0" presId="urn:microsoft.com/office/officeart/2005/8/layout/list1"/>
    <dgm:cxn modelId="{DABC1055-0F48-4B23-B42E-B7DC9215334A}" type="presParOf" srcId="{8CBE189E-0DB5-4321-A9A2-DE282774E3B0}" destId="{A05C983F-6644-40D9-A260-716D085F62E5}" srcOrd="1" destOrd="0" presId="urn:microsoft.com/office/officeart/2005/8/layout/list1"/>
    <dgm:cxn modelId="{DDBF9CCD-86AF-4DAC-8369-2A4BB4D46832}" type="presParOf" srcId="{8CBE189E-0DB5-4321-A9A2-DE282774E3B0}" destId="{09A1D4A8-A693-437C-BCB5-DFECFC95B8B1}" srcOrd="2" destOrd="0" presId="urn:microsoft.com/office/officeart/2005/8/layout/list1"/>
    <dgm:cxn modelId="{B5ECD51A-D32E-4152-832B-45FBEC55A3E3}" type="presParOf" srcId="{8CBE189E-0DB5-4321-A9A2-DE282774E3B0}" destId="{E002520A-36E1-4E45-A939-421F6D10205F}" srcOrd="3" destOrd="0" presId="urn:microsoft.com/office/officeart/2005/8/layout/list1"/>
    <dgm:cxn modelId="{51204203-47DF-44AF-8D03-2109258DF4F7}" type="presParOf" srcId="{8CBE189E-0DB5-4321-A9A2-DE282774E3B0}" destId="{430AFA07-984D-4EE7-A193-4ED6D07EED18}" srcOrd="4" destOrd="0" presId="urn:microsoft.com/office/officeart/2005/8/layout/list1"/>
    <dgm:cxn modelId="{320A2A6A-0881-45F8-B612-4A259CC3226D}" type="presParOf" srcId="{430AFA07-984D-4EE7-A193-4ED6D07EED18}" destId="{5D676383-5C7B-4CE5-87F4-E26E25E40B19}" srcOrd="0" destOrd="0" presId="urn:microsoft.com/office/officeart/2005/8/layout/list1"/>
    <dgm:cxn modelId="{E9F34BED-0C43-47BC-A454-8C1AF7F58994}" type="presParOf" srcId="{430AFA07-984D-4EE7-A193-4ED6D07EED18}" destId="{6BFFDFD1-1745-4BD9-A29D-311ED1B1CE2F}" srcOrd="1" destOrd="0" presId="urn:microsoft.com/office/officeart/2005/8/layout/list1"/>
    <dgm:cxn modelId="{F542B0E5-755C-40CD-B176-B723C0C490EB}" type="presParOf" srcId="{8CBE189E-0DB5-4321-A9A2-DE282774E3B0}" destId="{F5576D09-72AE-4626-B035-29EE08D5E187}" srcOrd="5" destOrd="0" presId="urn:microsoft.com/office/officeart/2005/8/layout/list1"/>
    <dgm:cxn modelId="{7167C67F-40F9-4607-AE25-CCFDD1BD1F70}" type="presParOf" srcId="{8CBE189E-0DB5-4321-A9A2-DE282774E3B0}" destId="{DF23C01A-3F0E-4C26-88DE-7DBCAC88AFD7}" srcOrd="6" destOrd="0" presId="urn:microsoft.com/office/officeart/2005/8/layout/list1"/>
    <dgm:cxn modelId="{269816FB-01AC-445B-9D49-B7FAA36E2064}" type="presParOf" srcId="{8CBE189E-0DB5-4321-A9A2-DE282774E3B0}" destId="{93E692E9-780B-46CD-BB3F-B904E7F62FFB}" srcOrd="7" destOrd="0" presId="urn:microsoft.com/office/officeart/2005/8/layout/list1"/>
    <dgm:cxn modelId="{FC1AC2F7-74CA-4014-B4C3-2ED80854D815}" type="presParOf" srcId="{8CBE189E-0DB5-4321-A9A2-DE282774E3B0}" destId="{61E6FD14-CD69-49FA-86EA-E572E9772BD7}" srcOrd="8" destOrd="0" presId="urn:microsoft.com/office/officeart/2005/8/layout/list1"/>
    <dgm:cxn modelId="{10BF8FF4-EE53-4893-946F-482316CAA311}" type="presParOf" srcId="{61E6FD14-CD69-49FA-86EA-E572E9772BD7}" destId="{3956CEE2-FEB4-442A-967D-A2C0C9564957}" srcOrd="0" destOrd="0" presId="urn:microsoft.com/office/officeart/2005/8/layout/list1"/>
    <dgm:cxn modelId="{34162D6A-50A4-43E8-81FB-1812FD34D81F}" type="presParOf" srcId="{61E6FD14-CD69-49FA-86EA-E572E9772BD7}" destId="{720CA869-3965-4CDC-ABDD-21F0AD2FBAE9}" srcOrd="1" destOrd="0" presId="urn:microsoft.com/office/officeart/2005/8/layout/list1"/>
    <dgm:cxn modelId="{865F8056-B681-4EE2-BBD6-3099349928AF}" type="presParOf" srcId="{8CBE189E-0DB5-4321-A9A2-DE282774E3B0}" destId="{5560510A-C2FA-48E0-9EB4-F0B35F81E0CE}" srcOrd="9" destOrd="0" presId="urn:microsoft.com/office/officeart/2005/8/layout/list1"/>
    <dgm:cxn modelId="{9AEC8707-8F45-4F07-A3E4-DD621C8BC6E8}" type="presParOf" srcId="{8CBE189E-0DB5-4321-A9A2-DE282774E3B0}" destId="{BC2F26DD-418A-43F4-8FAD-85D1B9747BBA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3.xml><?xml version="1.0" encoding="utf-8"?>
<dgm:dataModel xmlns:dgm="http://schemas.openxmlformats.org/drawingml/2006/diagram" xmlns:a="http://schemas.openxmlformats.org/drawingml/2006/main">
  <dgm:ptLst>
    <dgm:pt modelId="{EAC506A3-2D3C-4770-A5D9-BF054621271D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F7A620ED-2D24-4F48-BE8C-AE1C7D8EE47F}">
      <dgm:prSet/>
      <dgm:spPr/>
      <dgm:t>
        <a:bodyPr/>
        <a:lstStyle/>
        <a:p>
          <a:r>
            <a:rPr lang="en-US"/>
            <a:t>to find a block whose header hash is</a:t>
          </a:r>
          <a:r>
            <a:rPr lang="tr-TR"/>
            <a:t> less than:</a:t>
          </a:r>
          <a:endParaRPr lang="en-US"/>
        </a:p>
      </dgm:t>
    </dgm:pt>
    <dgm:pt modelId="{DF6EC3E3-910F-43C5-90C6-5FC75E4F7FB8}" type="parTrans" cxnId="{8B7C80E4-3826-4109-925A-C7C65C3BC4F7}">
      <dgm:prSet/>
      <dgm:spPr/>
      <dgm:t>
        <a:bodyPr/>
        <a:lstStyle/>
        <a:p>
          <a:endParaRPr lang="en-US"/>
        </a:p>
      </dgm:t>
    </dgm:pt>
    <dgm:pt modelId="{6A8DC459-2360-4F10-94B9-FFF7E164A15C}" type="sibTrans" cxnId="{8B7C80E4-3826-4109-925A-C7C65C3BC4F7}">
      <dgm:prSet/>
      <dgm:spPr/>
      <dgm:t>
        <a:bodyPr/>
        <a:lstStyle/>
        <a:p>
          <a:endParaRPr lang="en-US"/>
        </a:p>
      </dgm:t>
    </dgm:pt>
    <dgm:pt modelId="{5DE8DE70-FE82-420F-AE73-A6208F4ECB7D}">
      <dgm:prSet/>
      <dgm:spPr/>
      <dgm:t>
        <a:bodyPr/>
        <a:lstStyle/>
        <a:p>
          <a:r>
            <a:rPr lang="tr-TR"/>
            <a:t>0000000000000000029AB9000000000000000000000000000000000000000000</a:t>
          </a:r>
          <a:endParaRPr lang="en-US"/>
        </a:p>
      </dgm:t>
    </dgm:pt>
    <dgm:pt modelId="{873310F1-5154-4655-8BCC-FA3AA0A3AE47}" type="parTrans" cxnId="{65B4BB47-825F-4AC7-8D92-DDBE1AB86290}">
      <dgm:prSet/>
      <dgm:spPr/>
      <dgm:t>
        <a:bodyPr/>
        <a:lstStyle/>
        <a:p>
          <a:endParaRPr lang="en-US"/>
        </a:p>
      </dgm:t>
    </dgm:pt>
    <dgm:pt modelId="{765395E5-1557-45FD-AFFB-9D6411E9BE88}" type="sibTrans" cxnId="{65B4BB47-825F-4AC7-8D92-DDBE1AB86290}">
      <dgm:prSet/>
      <dgm:spPr/>
      <dgm:t>
        <a:bodyPr/>
        <a:lstStyle/>
        <a:p>
          <a:endParaRPr lang="en-US"/>
        </a:p>
      </dgm:t>
    </dgm:pt>
    <dgm:pt modelId="{968B550C-2605-4EE5-A524-B41FF19432B7}">
      <dgm:prSet/>
      <dgm:spPr/>
      <dgm:t>
        <a:bodyPr/>
        <a:lstStyle/>
        <a:p>
          <a:r>
            <a:rPr lang="en-US"/>
            <a:t>1.8 septa-hashes </a:t>
          </a:r>
        </a:p>
      </dgm:t>
    </dgm:pt>
    <dgm:pt modelId="{99EDD3A6-FAF7-4EDB-B979-F97D69842E7B}" type="parTrans" cxnId="{8E03D7CD-8E17-4561-A6B1-C5849731DE51}">
      <dgm:prSet/>
      <dgm:spPr/>
      <dgm:t>
        <a:bodyPr/>
        <a:lstStyle/>
        <a:p>
          <a:endParaRPr lang="en-US"/>
        </a:p>
      </dgm:t>
    </dgm:pt>
    <dgm:pt modelId="{AB4DEB08-5D53-47E0-832F-F5696120F0AD}" type="sibTrans" cxnId="{8E03D7CD-8E17-4561-A6B1-C5849731DE51}">
      <dgm:prSet/>
      <dgm:spPr/>
      <dgm:t>
        <a:bodyPr/>
        <a:lstStyle/>
        <a:p>
          <a:endParaRPr lang="en-US"/>
        </a:p>
      </dgm:t>
    </dgm:pt>
    <dgm:pt modelId="{2BC46E46-E72B-4A40-87BE-E043906AFE20}">
      <dgm:prSet/>
      <dgm:spPr/>
      <dgm:t>
        <a:bodyPr/>
        <a:lstStyle/>
        <a:p>
          <a:r>
            <a:rPr lang="en-US"/>
            <a:t>It will take on average</a:t>
          </a:r>
          <a:r>
            <a:rPr lang="tr-TR"/>
            <a:t> </a:t>
          </a:r>
          <a:r>
            <a:rPr lang="en-US"/>
            <a:t>more than 1.8 septa-hashes </a:t>
          </a:r>
        </a:p>
      </dgm:t>
    </dgm:pt>
    <dgm:pt modelId="{42A34B2E-33C2-473D-AE5F-F7B03F787A2C}" type="parTrans" cxnId="{EA5A715A-52FC-447A-AB18-CEAF98861A88}">
      <dgm:prSet/>
      <dgm:spPr/>
      <dgm:t>
        <a:bodyPr/>
        <a:lstStyle/>
        <a:p>
          <a:endParaRPr lang="en-US"/>
        </a:p>
      </dgm:t>
    </dgm:pt>
    <dgm:pt modelId="{A0CA7EA2-34C4-442F-85AB-82C52E635F9E}" type="sibTrans" cxnId="{EA5A715A-52FC-447A-AB18-CEAF98861A88}">
      <dgm:prSet/>
      <dgm:spPr/>
      <dgm:t>
        <a:bodyPr/>
        <a:lstStyle/>
        <a:p>
          <a:endParaRPr lang="en-US"/>
        </a:p>
      </dgm:t>
    </dgm:pt>
    <dgm:pt modelId="{383BE3BA-05DB-4295-8084-45FAB70867B4}">
      <dgm:prSet/>
      <dgm:spPr/>
      <dgm:t>
        <a:bodyPr/>
        <a:lstStyle/>
        <a:p>
          <a:r>
            <a:rPr lang="en-US"/>
            <a:t>thousand billion billion</a:t>
          </a:r>
          <a:r>
            <a:rPr lang="tr-TR"/>
            <a:t> </a:t>
          </a:r>
          <a:r>
            <a:rPr lang="en-US"/>
            <a:t>hashes</a:t>
          </a:r>
        </a:p>
      </dgm:t>
    </dgm:pt>
    <dgm:pt modelId="{F3B7F7CD-1FA3-4C7F-9E77-1357A86924FC}" type="parTrans" cxnId="{86EC9E94-AB08-4FF3-AC10-A86365867078}">
      <dgm:prSet/>
      <dgm:spPr/>
      <dgm:t>
        <a:bodyPr/>
        <a:lstStyle/>
        <a:p>
          <a:endParaRPr lang="en-US"/>
        </a:p>
      </dgm:t>
    </dgm:pt>
    <dgm:pt modelId="{92A4A84A-E2AA-423C-9AC1-0EA28CC647DA}" type="sibTrans" cxnId="{86EC9E94-AB08-4FF3-AC10-A86365867078}">
      <dgm:prSet/>
      <dgm:spPr/>
      <dgm:t>
        <a:bodyPr/>
        <a:lstStyle/>
        <a:p>
          <a:endParaRPr lang="en-US"/>
        </a:p>
      </dgm:t>
    </dgm:pt>
    <dgm:pt modelId="{05459911-68AC-4B69-9622-2CA199E9FBFB}">
      <dgm:prSet/>
      <dgm:spPr/>
      <dgm:t>
        <a:bodyPr/>
        <a:lstStyle/>
        <a:p>
          <a:r>
            <a:rPr lang="en-US"/>
            <a:t>per second for the network to discover the next block.</a:t>
          </a:r>
        </a:p>
      </dgm:t>
    </dgm:pt>
    <dgm:pt modelId="{AC466A42-49FA-47AA-ACF1-FF0FF4E2B8BD}" type="parTrans" cxnId="{870EF9EA-6E82-4DE6-9FCE-A0E19668118E}">
      <dgm:prSet/>
      <dgm:spPr/>
      <dgm:t>
        <a:bodyPr/>
        <a:lstStyle/>
        <a:p>
          <a:endParaRPr lang="en-US"/>
        </a:p>
      </dgm:t>
    </dgm:pt>
    <dgm:pt modelId="{7E7A3FA5-9D6D-4D72-BCC4-C2D9934EA0A9}" type="sibTrans" cxnId="{870EF9EA-6E82-4DE6-9FCE-A0E19668118E}">
      <dgm:prSet/>
      <dgm:spPr/>
      <dgm:t>
        <a:bodyPr/>
        <a:lstStyle/>
        <a:p>
          <a:endParaRPr lang="en-US"/>
        </a:p>
      </dgm:t>
    </dgm:pt>
    <dgm:pt modelId="{E033AC14-1FD8-4E86-84C1-C5049DAE0FBE}">
      <dgm:prSet/>
      <dgm:spPr/>
      <dgm:t>
        <a:bodyPr/>
        <a:lstStyle/>
        <a:p>
          <a:r>
            <a:rPr lang="en-US"/>
            <a:t>3 exa-hashes </a:t>
          </a:r>
        </a:p>
      </dgm:t>
    </dgm:pt>
    <dgm:pt modelId="{94740C22-6242-4624-A4BC-2B8B486192CD}" type="parTrans" cxnId="{FA324F6F-583D-4C99-AC0D-8C465CAECD0D}">
      <dgm:prSet/>
      <dgm:spPr/>
      <dgm:t>
        <a:bodyPr/>
        <a:lstStyle/>
        <a:p>
          <a:endParaRPr lang="en-US"/>
        </a:p>
      </dgm:t>
    </dgm:pt>
    <dgm:pt modelId="{D356F01B-889B-4267-9332-20E930B8FF91}" type="sibTrans" cxnId="{FA324F6F-583D-4C99-AC0D-8C465CAECD0D}">
      <dgm:prSet/>
      <dgm:spPr/>
      <dgm:t>
        <a:bodyPr/>
        <a:lstStyle/>
        <a:p>
          <a:endParaRPr lang="en-US"/>
        </a:p>
      </dgm:t>
    </dgm:pt>
    <dgm:pt modelId="{60CD1AB1-F538-47D0-BCB0-F058EC5EF5BE}">
      <dgm:prSet/>
      <dgm:spPr/>
      <dgm:t>
        <a:bodyPr/>
        <a:lstStyle/>
        <a:p>
          <a:r>
            <a:rPr lang="en-US"/>
            <a:t>the network is bringing 3 exa-hashes per second (EH/sec) of processing power to bear</a:t>
          </a:r>
        </a:p>
      </dgm:t>
    </dgm:pt>
    <dgm:pt modelId="{47FBEE29-7725-4EDD-93D9-CFF585A25975}" type="parTrans" cxnId="{996F88BA-4877-4774-8A6E-5E3C2AAFB70E}">
      <dgm:prSet/>
      <dgm:spPr/>
      <dgm:t>
        <a:bodyPr/>
        <a:lstStyle/>
        <a:p>
          <a:endParaRPr lang="en-US"/>
        </a:p>
      </dgm:t>
    </dgm:pt>
    <dgm:pt modelId="{4CE6E04C-A32B-4BBF-A537-191AFAD09923}" type="sibTrans" cxnId="{996F88BA-4877-4774-8A6E-5E3C2AAFB70E}">
      <dgm:prSet/>
      <dgm:spPr/>
      <dgm:t>
        <a:bodyPr/>
        <a:lstStyle/>
        <a:p>
          <a:endParaRPr lang="en-US"/>
        </a:p>
      </dgm:t>
    </dgm:pt>
    <dgm:pt modelId="{21610F67-E91B-448B-87F3-3090D0AAE72D}">
      <dgm:prSet/>
      <dgm:spPr/>
      <dgm:t>
        <a:bodyPr/>
        <a:lstStyle/>
        <a:p>
          <a:r>
            <a:rPr lang="en-US"/>
            <a:t>to find a block in about 10</a:t>
          </a:r>
          <a:r>
            <a:rPr lang="tr-TR"/>
            <a:t> minutes on average.</a:t>
          </a:r>
          <a:endParaRPr lang="en-US"/>
        </a:p>
      </dgm:t>
    </dgm:pt>
    <dgm:pt modelId="{514857CC-EA07-48F1-A91A-60ED8227D592}" type="parTrans" cxnId="{B0576000-4AD8-4D0B-B0B2-924CE2651834}">
      <dgm:prSet/>
      <dgm:spPr/>
      <dgm:t>
        <a:bodyPr/>
        <a:lstStyle/>
        <a:p>
          <a:endParaRPr lang="en-US"/>
        </a:p>
      </dgm:t>
    </dgm:pt>
    <dgm:pt modelId="{B93022B0-C887-46B6-83F8-FC8DCA299D42}" type="sibTrans" cxnId="{B0576000-4AD8-4D0B-B0B2-924CE2651834}">
      <dgm:prSet/>
      <dgm:spPr/>
      <dgm:t>
        <a:bodyPr/>
        <a:lstStyle/>
        <a:p>
          <a:endParaRPr lang="en-US"/>
        </a:p>
      </dgm:t>
    </dgm:pt>
    <dgm:pt modelId="{AD9C0F57-FFEB-48FE-928D-0965A8F9CA28}" type="pres">
      <dgm:prSet presAssocID="{EAC506A3-2D3C-4770-A5D9-BF054621271D}" presName="linear" presStyleCnt="0">
        <dgm:presLayoutVars>
          <dgm:animLvl val="lvl"/>
          <dgm:resizeHandles val="exact"/>
        </dgm:presLayoutVars>
      </dgm:prSet>
      <dgm:spPr/>
    </dgm:pt>
    <dgm:pt modelId="{0E62C503-E25E-428F-8A20-553389965FE4}" type="pres">
      <dgm:prSet presAssocID="{F7A620ED-2D24-4F48-BE8C-AE1C7D8EE47F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26D3D3A5-B5A2-4BE6-9222-115A983DF576}" type="pres">
      <dgm:prSet presAssocID="{F7A620ED-2D24-4F48-BE8C-AE1C7D8EE47F}" presName="childText" presStyleLbl="revTx" presStyleIdx="0" presStyleCnt="3">
        <dgm:presLayoutVars>
          <dgm:bulletEnabled val="1"/>
        </dgm:presLayoutVars>
      </dgm:prSet>
      <dgm:spPr/>
    </dgm:pt>
    <dgm:pt modelId="{62508AC7-A79C-4090-97D5-88FE3F034DD0}" type="pres">
      <dgm:prSet presAssocID="{968B550C-2605-4EE5-A524-B41FF19432B7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EAED851E-6410-44C1-813A-62EECAC6C6B4}" type="pres">
      <dgm:prSet presAssocID="{968B550C-2605-4EE5-A524-B41FF19432B7}" presName="childText" presStyleLbl="revTx" presStyleIdx="1" presStyleCnt="3">
        <dgm:presLayoutVars>
          <dgm:bulletEnabled val="1"/>
        </dgm:presLayoutVars>
      </dgm:prSet>
      <dgm:spPr/>
    </dgm:pt>
    <dgm:pt modelId="{A01E5E93-3B59-4C7B-AE58-F31F696A6F4E}" type="pres">
      <dgm:prSet presAssocID="{E033AC14-1FD8-4E86-84C1-C5049DAE0FBE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F4628DAB-948A-45B9-BADA-95768B53931E}" type="pres">
      <dgm:prSet presAssocID="{E033AC14-1FD8-4E86-84C1-C5049DAE0FBE}" presName="childText" presStyleLbl="revTx" presStyleIdx="2" presStyleCnt="3">
        <dgm:presLayoutVars>
          <dgm:bulletEnabled val="1"/>
        </dgm:presLayoutVars>
      </dgm:prSet>
      <dgm:spPr/>
    </dgm:pt>
  </dgm:ptLst>
  <dgm:cxnLst>
    <dgm:cxn modelId="{B0576000-4AD8-4D0B-B0B2-924CE2651834}" srcId="{E033AC14-1FD8-4E86-84C1-C5049DAE0FBE}" destId="{21610F67-E91B-448B-87F3-3090D0AAE72D}" srcOrd="1" destOrd="0" parTransId="{514857CC-EA07-48F1-A91A-60ED8227D592}" sibTransId="{B93022B0-C887-46B6-83F8-FC8DCA299D42}"/>
    <dgm:cxn modelId="{67A65222-8FC1-42AD-BD88-7F24D9709868}" type="presOf" srcId="{05459911-68AC-4B69-9622-2CA199E9FBFB}" destId="{EAED851E-6410-44C1-813A-62EECAC6C6B4}" srcOrd="0" destOrd="2" presId="urn:microsoft.com/office/officeart/2005/8/layout/vList2"/>
    <dgm:cxn modelId="{EDA2EF2E-1781-4033-B23A-D5CADA777353}" type="presOf" srcId="{21610F67-E91B-448B-87F3-3090D0AAE72D}" destId="{F4628DAB-948A-45B9-BADA-95768B53931E}" srcOrd="0" destOrd="1" presId="urn:microsoft.com/office/officeart/2005/8/layout/vList2"/>
    <dgm:cxn modelId="{65B4BB47-825F-4AC7-8D92-DDBE1AB86290}" srcId="{F7A620ED-2D24-4F48-BE8C-AE1C7D8EE47F}" destId="{5DE8DE70-FE82-420F-AE73-A6208F4ECB7D}" srcOrd="0" destOrd="0" parTransId="{873310F1-5154-4655-8BCC-FA3AA0A3AE47}" sibTransId="{765395E5-1557-45FD-AFFB-9D6411E9BE88}"/>
    <dgm:cxn modelId="{FA324F6F-583D-4C99-AC0D-8C465CAECD0D}" srcId="{EAC506A3-2D3C-4770-A5D9-BF054621271D}" destId="{E033AC14-1FD8-4E86-84C1-C5049DAE0FBE}" srcOrd="2" destOrd="0" parTransId="{94740C22-6242-4624-A4BC-2B8B486192CD}" sibTransId="{D356F01B-889B-4267-9332-20E930B8FF91}"/>
    <dgm:cxn modelId="{EA5A715A-52FC-447A-AB18-CEAF98861A88}" srcId="{968B550C-2605-4EE5-A524-B41FF19432B7}" destId="{2BC46E46-E72B-4A40-87BE-E043906AFE20}" srcOrd="0" destOrd="0" parTransId="{42A34B2E-33C2-473D-AE5F-F7B03F787A2C}" sibTransId="{A0CA7EA2-34C4-442F-85AB-82C52E635F9E}"/>
    <dgm:cxn modelId="{86EC9E94-AB08-4FF3-AC10-A86365867078}" srcId="{968B550C-2605-4EE5-A524-B41FF19432B7}" destId="{383BE3BA-05DB-4295-8084-45FAB70867B4}" srcOrd="1" destOrd="0" parTransId="{F3B7F7CD-1FA3-4C7F-9E77-1357A86924FC}" sibTransId="{92A4A84A-E2AA-423C-9AC1-0EA28CC647DA}"/>
    <dgm:cxn modelId="{4E73D69E-1C90-4223-B14E-E1A91D3E3684}" type="presOf" srcId="{F7A620ED-2D24-4F48-BE8C-AE1C7D8EE47F}" destId="{0E62C503-E25E-428F-8A20-553389965FE4}" srcOrd="0" destOrd="0" presId="urn:microsoft.com/office/officeart/2005/8/layout/vList2"/>
    <dgm:cxn modelId="{2D30C1AA-9590-4EEE-8181-9945FEC46528}" type="presOf" srcId="{EAC506A3-2D3C-4770-A5D9-BF054621271D}" destId="{AD9C0F57-FFEB-48FE-928D-0965A8F9CA28}" srcOrd="0" destOrd="0" presId="urn:microsoft.com/office/officeart/2005/8/layout/vList2"/>
    <dgm:cxn modelId="{462163AC-661E-4929-8E03-C49A5F7E3B7E}" type="presOf" srcId="{E033AC14-1FD8-4E86-84C1-C5049DAE0FBE}" destId="{A01E5E93-3B59-4C7B-AE58-F31F696A6F4E}" srcOrd="0" destOrd="0" presId="urn:microsoft.com/office/officeart/2005/8/layout/vList2"/>
    <dgm:cxn modelId="{996F88BA-4877-4774-8A6E-5E3C2AAFB70E}" srcId="{E033AC14-1FD8-4E86-84C1-C5049DAE0FBE}" destId="{60CD1AB1-F538-47D0-BCB0-F058EC5EF5BE}" srcOrd="0" destOrd="0" parTransId="{47FBEE29-7725-4EDD-93D9-CFF585A25975}" sibTransId="{4CE6E04C-A32B-4BBF-A537-191AFAD09923}"/>
    <dgm:cxn modelId="{15F672C7-2409-450C-A1CD-8E2FA9EA7304}" type="presOf" srcId="{2BC46E46-E72B-4A40-87BE-E043906AFE20}" destId="{EAED851E-6410-44C1-813A-62EECAC6C6B4}" srcOrd="0" destOrd="0" presId="urn:microsoft.com/office/officeart/2005/8/layout/vList2"/>
    <dgm:cxn modelId="{8E03D7CD-8E17-4561-A6B1-C5849731DE51}" srcId="{EAC506A3-2D3C-4770-A5D9-BF054621271D}" destId="{968B550C-2605-4EE5-A524-B41FF19432B7}" srcOrd="1" destOrd="0" parTransId="{99EDD3A6-FAF7-4EDB-B979-F97D69842E7B}" sibTransId="{AB4DEB08-5D53-47E0-832F-F5696120F0AD}"/>
    <dgm:cxn modelId="{B12EE1D1-4062-4AF5-B053-6C4250A815FF}" type="presOf" srcId="{60CD1AB1-F538-47D0-BCB0-F058EC5EF5BE}" destId="{F4628DAB-948A-45B9-BADA-95768B53931E}" srcOrd="0" destOrd="0" presId="urn:microsoft.com/office/officeart/2005/8/layout/vList2"/>
    <dgm:cxn modelId="{EFFDF8D7-D2DF-4A5F-8582-8B1BDF796D2A}" type="presOf" srcId="{383BE3BA-05DB-4295-8084-45FAB70867B4}" destId="{EAED851E-6410-44C1-813A-62EECAC6C6B4}" srcOrd="0" destOrd="1" presId="urn:microsoft.com/office/officeart/2005/8/layout/vList2"/>
    <dgm:cxn modelId="{8B7C80E4-3826-4109-925A-C7C65C3BC4F7}" srcId="{EAC506A3-2D3C-4770-A5D9-BF054621271D}" destId="{F7A620ED-2D24-4F48-BE8C-AE1C7D8EE47F}" srcOrd="0" destOrd="0" parTransId="{DF6EC3E3-910F-43C5-90C6-5FC75E4F7FB8}" sibTransId="{6A8DC459-2360-4F10-94B9-FFF7E164A15C}"/>
    <dgm:cxn modelId="{1DA298E4-0433-4CD9-947B-EA49624DACFB}" type="presOf" srcId="{968B550C-2605-4EE5-A524-B41FF19432B7}" destId="{62508AC7-A79C-4090-97D5-88FE3F034DD0}" srcOrd="0" destOrd="0" presId="urn:microsoft.com/office/officeart/2005/8/layout/vList2"/>
    <dgm:cxn modelId="{870EF9EA-6E82-4DE6-9FCE-A0E19668118E}" srcId="{968B550C-2605-4EE5-A524-B41FF19432B7}" destId="{05459911-68AC-4B69-9622-2CA199E9FBFB}" srcOrd="2" destOrd="0" parTransId="{AC466A42-49FA-47AA-ACF1-FF0FF4E2B8BD}" sibTransId="{7E7A3FA5-9D6D-4D72-BCC4-C2D9934EA0A9}"/>
    <dgm:cxn modelId="{0B1D57F1-770E-47D8-8302-F2AB24F71FC2}" type="presOf" srcId="{5DE8DE70-FE82-420F-AE73-A6208F4ECB7D}" destId="{26D3D3A5-B5A2-4BE6-9222-115A983DF576}" srcOrd="0" destOrd="0" presId="urn:microsoft.com/office/officeart/2005/8/layout/vList2"/>
    <dgm:cxn modelId="{B95D19FF-C8D3-4FB8-B481-692ABEB74DDA}" type="presParOf" srcId="{AD9C0F57-FFEB-48FE-928D-0965A8F9CA28}" destId="{0E62C503-E25E-428F-8A20-553389965FE4}" srcOrd="0" destOrd="0" presId="urn:microsoft.com/office/officeart/2005/8/layout/vList2"/>
    <dgm:cxn modelId="{5C25475A-4718-4ED3-8919-DE6F142AF390}" type="presParOf" srcId="{AD9C0F57-FFEB-48FE-928D-0965A8F9CA28}" destId="{26D3D3A5-B5A2-4BE6-9222-115A983DF576}" srcOrd="1" destOrd="0" presId="urn:microsoft.com/office/officeart/2005/8/layout/vList2"/>
    <dgm:cxn modelId="{9B4E8672-C132-4539-B8F0-473BF8256C05}" type="presParOf" srcId="{AD9C0F57-FFEB-48FE-928D-0965A8F9CA28}" destId="{62508AC7-A79C-4090-97D5-88FE3F034DD0}" srcOrd="2" destOrd="0" presId="urn:microsoft.com/office/officeart/2005/8/layout/vList2"/>
    <dgm:cxn modelId="{18F10328-2F2C-44C5-A412-2E0EBD4776A6}" type="presParOf" srcId="{AD9C0F57-FFEB-48FE-928D-0965A8F9CA28}" destId="{EAED851E-6410-44C1-813A-62EECAC6C6B4}" srcOrd="3" destOrd="0" presId="urn:microsoft.com/office/officeart/2005/8/layout/vList2"/>
    <dgm:cxn modelId="{1CE0DE7B-6A8F-442C-981B-AFE8544E732D}" type="presParOf" srcId="{AD9C0F57-FFEB-48FE-928D-0965A8F9CA28}" destId="{A01E5E93-3B59-4C7B-AE58-F31F696A6F4E}" srcOrd="4" destOrd="0" presId="urn:microsoft.com/office/officeart/2005/8/layout/vList2"/>
    <dgm:cxn modelId="{37A3B515-4B5F-4E3D-8925-4F4282F0D89E}" type="presParOf" srcId="{AD9C0F57-FFEB-48FE-928D-0965A8F9CA28}" destId="{F4628DAB-948A-45B9-BADA-95768B53931E}" srcOrd="5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4.xml><?xml version="1.0" encoding="utf-8"?>
<dgm:dataModel xmlns:dgm="http://schemas.openxmlformats.org/drawingml/2006/diagram" xmlns:a="http://schemas.openxmlformats.org/drawingml/2006/main">
  <dgm:ptLst>
    <dgm:pt modelId="{8FCC4483-68F8-4DBA-A1BF-975CF14EF698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9B0FBFE8-7F93-4B4F-BD6F-5B172A41CC55}">
      <dgm:prSet/>
      <dgm:spPr/>
      <dgm:t>
        <a:bodyPr/>
        <a:lstStyle/>
        <a:p>
          <a:r>
            <a:rPr lang="tr-TR"/>
            <a:t>Notation </a:t>
          </a:r>
          <a:r>
            <a:rPr lang="en-US"/>
            <a:t>expresses </a:t>
          </a:r>
        </a:p>
      </dgm:t>
    </dgm:pt>
    <dgm:pt modelId="{255531A8-A3E7-4428-B70E-F0F2149DEC4F}" type="parTrans" cxnId="{EB94AC3D-0755-4595-A6C6-D01F0C16F985}">
      <dgm:prSet/>
      <dgm:spPr/>
      <dgm:t>
        <a:bodyPr/>
        <a:lstStyle/>
        <a:p>
          <a:endParaRPr lang="en-US"/>
        </a:p>
      </dgm:t>
    </dgm:pt>
    <dgm:pt modelId="{889A5A48-346F-42ED-B26B-CB56000FE4C6}" type="sibTrans" cxnId="{EB94AC3D-0755-4595-A6C6-D01F0C16F985}">
      <dgm:prSet/>
      <dgm:spPr/>
      <dgm:t>
        <a:bodyPr/>
        <a:lstStyle/>
        <a:p>
          <a:endParaRPr lang="en-US"/>
        </a:p>
      </dgm:t>
    </dgm:pt>
    <dgm:pt modelId="{EB13B25C-ECE4-45D6-80F6-5C99CFFDEE43}">
      <dgm:prSet/>
      <dgm:spPr/>
      <dgm:t>
        <a:bodyPr/>
        <a:lstStyle/>
        <a:p>
          <a:r>
            <a:rPr lang="en-US"/>
            <a:t>the Proof-of-Work target as a coefficient/exponent format, </a:t>
          </a:r>
        </a:p>
      </dgm:t>
    </dgm:pt>
    <dgm:pt modelId="{90B4919F-479C-4CA7-83A7-41556746F159}" type="parTrans" cxnId="{05BDBCEC-2541-4AF6-8BE1-0474BE558DE9}">
      <dgm:prSet/>
      <dgm:spPr/>
      <dgm:t>
        <a:bodyPr/>
        <a:lstStyle/>
        <a:p>
          <a:endParaRPr lang="en-US"/>
        </a:p>
      </dgm:t>
    </dgm:pt>
    <dgm:pt modelId="{415F3D61-CDAC-41F9-9411-5AEF5E0BD31D}" type="sibTrans" cxnId="{05BDBCEC-2541-4AF6-8BE1-0474BE558DE9}">
      <dgm:prSet/>
      <dgm:spPr/>
      <dgm:t>
        <a:bodyPr/>
        <a:lstStyle/>
        <a:p>
          <a:endParaRPr lang="en-US"/>
        </a:p>
      </dgm:t>
    </dgm:pt>
    <dgm:pt modelId="{551AC118-47A6-4ADB-A6CB-4AD36B52F9D8}">
      <dgm:prSet/>
      <dgm:spPr/>
      <dgm:t>
        <a:bodyPr/>
        <a:lstStyle/>
        <a:p>
          <a:r>
            <a:rPr lang="en-US"/>
            <a:t>with the first</a:t>
          </a:r>
          <a:r>
            <a:rPr lang="tr-TR"/>
            <a:t> </a:t>
          </a:r>
          <a:r>
            <a:rPr lang="en-US"/>
            <a:t>two hexadecimal digits for the exponent </a:t>
          </a:r>
        </a:p>
      </dgm:t>
    </dgm:pt>
    <dgm:pt modelId="{CECB82A7-361D-4173-A621-A920A5C5320D}" type="parTrans" cxnId="{4C62B507-0DDE-4880-9DB9-BE2702989F48}">
      <dgm:prSet/>
      <dgm:spPr/>
      <dgm:t>
        <a:bodyPr/>
        <a:lstStyle/>
        <a:p>
          <a:endParaRPr lang="en-US"/>
        </a:p>
      </dgm:t>
    </dgm:pt>
    <dgm:pt modelId="{65CBAFB5-E335-46E1-8339-1141F290F1B4}" type="sibTrans" cxnId="{4C62B507-0DDE-4880-9DB9-BE2702989F48}">
      <dgm:prSet/>
      <dgm:spPr/>
      <dgm:t>
        <a:bodyPr/>
        <a:lstStyle/>
        <a:p>
          <a:endParaRPr lang="en-US"/>
        </a:p>
      </dgm:t>
    </dgm:pt>
    <dgm:pt modelId="{DDC3A0AD-1623-40EF-BA66-71D30B4405E9}">
      <dgm:prSet/>
      <dgm:spPr/>
      <dgm:t>
        <a:bodyPr/>
        <a:lstStyle/>
        <a:p>
          <a:r>
            <a:rPr lang="en-US"/>
            <a:t>and the next six hex digits as the coefficient.</a:t>
          </a:r>
        </a:p>
      </dgm:t>
    </dgm:pt>
    <dgm:pt modelId="{461A8F52-A226-43A4-B551-30A22709E01E}" type="parTrans" cxnId="{CBF0E95F-AE7F-4F49-A361-088883080717}">
      <dgm:prSet/>
      <dgm:spPr/>
      <dgm:t>
        <a:bodyPr/>
        <a:lstStyle/>
        <a:p>
          <a:endParaRPr lang="en-US"/>
        </a:p>
      </dgm:t>
    </dgm:pt>
    <dgm:pt modelId="{1DD18612-2274-46F7-BC6C-F1E058831BFE}" type="sibTrans" cxnId="{CBF0E95F-AE7F-4F49-A361-088883080717}">
      <dgm:prSet/>
      <dgm:spPr/>
      <dgm:t>
        <a:bodyPr/>
        <a:lstStyle/>
        <a:p>
          <a:endParaRPr lang="en-US"/>
        </a:p>
      </dgm:t>
    </dgm:pt>
    <dgm:pt modelId="{63110403-E17E-4C5E-8719-B514865C422A}">
      <dgm:prSet/>
      <dgm:spPr/>
      <dgm:t>
        <a:bodyPr/>
        <a:lstStyle/>
        <a:p>
          <a:r>
            <a:rPr lang="tr-TR"/>
            <a:t>Formula</a:t>
          </a:r>
          <a:endParaRPr lang="en-US"/>
        </a:p>
      </dgm:t>
    </dgm:pt>
    <dgm:pt modelId="{014CB60E-7987-49E7-87A9-FF0F3F5B5EE8}" type="parTrans" cxnId="{E01143BA-8F67-4D73-862D-EF10AFC9BF43}">
      <dgm:prSet/>
      <dgm:spPr/>
      <dgm:t>
        <a:bodyPr/>
        <a:lstStyle/>
        <a:p>
          <a:endParaRPr lang="en-US"/>
        </a:p>
      </dgm:t>
    </dgm:pt>
    <dgm:pt modelId="{BDC31BAE-E317-468E-99CA-F5098EEA8FD2}" type="sibTrans" cxnId="{E01143BA-8F67-4D73-862D-EF10AFC9BF43}">
      <dgm:prSet/>
      <dgm:spPr/>
      <dgm:t>
        <a:bodyPr/>
        <a:lstStyle/>
        <a:p>
          <a:endParaRPr lang="en-US"/>
        </a:p>
      </dgm:t>
    </dgm:pt>
    <dgm:pt modelId="{42D60C7C-2F2A-418C-A9B6-2CB0FBC05121}">
      <dgm:prSet/>
      <dgm:spPr/>
      <dgm:t>
        <a:bodyPr/>
        <a:lstStyle/>
        <a:p>
          <a:r>
            <a:rPr lang="fr-FR"/>
            <a:t>target = coefficient * 2^(8 * (exponent – 3))</a:t>
          </a:r>
          <a:endParaRPr lang="en-US"/>
        </a:p>
      </dgm:t>
    </dgm:pt>
    <dgm:pt modelId="{2A8B4F48-A4AB-44B2-9424-7719BBAB8F1F}" type="parTrans" cxnId="{27406654-AA0C-475E-90E9-66E040E3A6BE}">
      <dgm:prSet/>
      <dgm:spPr/>
      <dgm:t>
        <a:bodyPr/>
        <a:lstStyle/>
        <a:p>
          <a:endParaRPr lang="en-US"/>
        </a:p>
      </dgm:t>
    </dgm:pt>
    <dgm:pt modelId="{C467C9F7-46AE-4C34-B117-4C92BC76E025}" type="sibTrans" cxnId="{27406654-AA0C-475E-90E9-66E040E3A6BE}">
      <dgm:prSet/>
      <dgm:spPr/>
      <dgm:t>
        <a:bodyPr/>
        <a:lstStyle/>
        <a:p>
          <a:endParaRPr lang="en-US"/>
        </a:p>
      </dgm:t>
    </dgm:pt>
    <dgm:pt modelId="{7DB5F9E6-37E0-42E0-B877-0E2186494ADC}">
      <dgm:prSet/>
      <dgm:spPr/>
      <dgm:t>
        <a:bodyPr/>
        <a:lstStyle/>
        <a:p>
          <a:r>
            <a:rPr lang="tr-TR"/>
            <a:t>Example</a:t>
          </a:r>
          <a:endParaRPr lang="en-US"/>
        </a:p>
      </dgm:t>
    </dgm:pt>
    <dgm:pt modelId="{10BA4F0F-5F39-4615-8CDA-6824AE042025}" type="parTrans" cxnId="{16DDCA27-BDAD-4DBC-A55A-B31CBD8361E2}">
      <dgm:prSet/>
      <dgm:spPr/>
      <dgm:t>
        <a:bodyPr/>
        <a:lstStyle/>
        <a:p>
          <a:endParaRPr lang="en-US"/>
        </a:p>
      </dgm:t>
    </dgm:pt>
    <dgm:pt modelId="{6E718154-DE50-4288-A38D-7113E50283CA}" type="sibTrans" cxnId="{16DDCA27-BDAD-4DBC-A55A-B31CBD8361E2}">
      <dgm:prSet/>
      <dgm:spPr/>
      <dgm:t>
        <a:bodyPr/>
        <a:lstStyle/>
        <a:p>
          <a:endParaRPr lang="en-US"/>
        </a:p>
      </dgm:t>
    </dgm:pt>
    <dgm:pt modelId="{60141EFB-072E-41BD-BC5D-33B490DF3E19}">
      <dgm:prSet/>
      <dgm:spPr/>
      <dgm:t>
        <a:bodyPr/>
        <a:lstStyle/>
        <a:p>
          <a:r>
            <a:rPr lang="tr-TR" b="1"/>
            <a:t>0x19</a:t>
          </a:r>
          <a:r>
            <a:rPr lang="tr-TR"/>
            <a:t>03a30c</a:t>
          </a:r>
          <a:endParaRPr lang="en-US"/>
        </a:p>
      </dgm:t>
    </dgm:pt>
    <dgm:pt modelId="{3815DB32-AAE7-4720-94A4-4E3D7072CD21}" type="parTrans" cxnId="{53663C95-85F4-4DAC-B51F-68D070066D32}">
      <dgm:prSet/>
      <dgm:spPr/>
      <dgm:t>
        <a:bodyPr/>
        <a:lstStyle/>
        <a:p>
          <a:endParaRPr lang="en-US"/>
        </a:p>
      </dgm:t>
    </dgm:pt>
    <dgm:pt modelId="{C84B3838-3150-4535-921D-1506BA2ECC23}" type="sibTrans" cxnId="{53663C95-85F4-4DAC-B51F-68D070066D32}">
      <dgm:prSet/>
      <dgm:spPr/>
      <dgm:t>
        <a:bodyPr/>
        <a:lstStyle/>
        <a:p>
          <a:endParaRPr lang="en-US"/>
        </a:p>
      </dgm:t>
    </dgm:pt>
    <dgm:pt modelId="{2C5D6F89-D72C-4A55-A5B9-3F54EB743917}">
      <dgm:prSet/>
      <dgm:spPr/>
      <dgm:t>
        <a:bodyPr/>
        <a:lstStyle/>
        <a:p>
          <a:r>
            <a:rPr lang="en-US"/>
            <a:t>the exponent is 0x19 and the coefficient is 0x03a30c</a:t>
          </a:r>
        </a:p>
      </dgm:t>
    </dgm:pt>
    <dgm:pt modelId="{96CF21DB-B710-4D36-97B0-0641300CBFB6}" type="parTrans" cxnId="{032DEA9B-B037-4D92-8F6E-2B76FE2FE6E8}">
      <dgm:prSet/>
      <dgm:spPr/>
      <dgm:t>
        <a:bodyPr/>
        <a:lstStyle/>
        <a:p>
          <a:endParaRPr lang="en-US"/>
        </a:p>
      </dgm:t>
    </dgm:pt>
    <dgm:pt modelId="{AFFF1C8E-F42C-4974-9C6D-7BB9F18A6E33}" type="sibTrans" cxnId="{032DEA9B-B037-4D92-8F6E-2B76FE2FE6E8}">
      <dgm:prSet/>
      <dgm:spPr/>
      <dgm:t>
        <a:bodyPr/>
        <a:lstStyle/>
        <a:p>
          <a:endParaRPr lang="en-US"/>
        </a:p>
      </dgm:t>
    </dgm:pt>
    <dgm:pt modelId="{1F37FC50-D2EA-4FDE-A6F1-EF43074EB69C}">
      <dgm:prSet/>
      <dgm:spPr/>
      <dgm:t>
        <a:bodyPr/>
        <a:lstStyle/>
        <a:p>
          <a:r>
            <a:rPr lang="en-US"/>
            <a:t>target = 0x03a30c * 2^(0x08 * (0x19 - 0x03))</a:t>
          </a:r>
        </a:p>
      </dgm:t>
    </dgm:pt>
    <dgm:pt modelId="{03F88804-F57A-44CE-A760-31E862380AEA}" type="parTrans" cxnId="{3753D6CF-ED1B-4C7B-94F7-879D9F6D100D}">
      <dgm:prSet/>
      <dgm:spPr/>
      <dgm:t>
        <a:bodyPr/>
        <a:lstStyle/>
        <a:p>
          <a:endParaRPr lang="en-US"/>
        </a:p>
      </dgm:t>
    </dgm:pt>
    <dgm:pt modelId="{C4E121AF-9C18-480E-B54B-F67E1C8ACBD2}" type="sibTrans" cxnId="{3753D6CF-ED1B-4C7B-94F7-879D9F6D100D}">
      <dgm:prSet/>
      <dgm:spPr/>
      <dgm:t>
        <a:bodyPr/>
        <a:lstStyle/>
        <a:p>
          <a:endParaRPr lang="en-US"/>
        </a:p>
      </dgm:t>
    </dgm:pt>
    <dgm:pt modelId="{F807A95D-E2DE-4FA4-B537-33CD78734825}">
      <dgm:prSet/>
      <dgm:spPr/>
      <dgm:t>
        <a:bodyPr/>
        <a:lstStyle/>
        <a:p>
          <a:r>
            <a:rPr lang="tr-TR"/>
            <a:t>= 0x03a30c * 2^0xB0^</a:t>
          </a:r>
          <a:endParaRPr lang="en-US"/>
        </a:p>
      </dgm:t>
    </dgm:pt>
    <dgm:pt modelId="{0672C40D-F177-47C0-AF4D-26F9BE73502A}" type="parTrans" cxnId="{A4DD8868-6977-40C6-B75A-834C241C97BF}">
      <dgm:prSet/>
      <dgm:spPr/>
      <dgm:t>
        <a:bodyPr/>
        <a:lstStyle/>
        <a:p>
          <a:endParaRPr lang="en-US"/>
        </a:p>
      </dgm:t>
    </dgm:pt>
    <dgm:pt modelId="{E179ACB9-4AFF-4C01-A846-7BB9761764CD}" type="sibTrans" cxnId="{A4DD8868-6977-40C6-B75A-834C241C97BF}">
      <dgm:prSet/>
      <dgm:spPr/>
      <dgm:t>
        <a:bodyPr/>
        <a:lstStyle/>
        <a:p>
          <a:endParaRPr lang="en-US"/>
        </a:p>
      </dgm:t>
    </dgm:pt>
    <dgm:pt modelId="{54FEEF47-5D7C-4455-9C47-70F3E9DFA197}">
      <dgm:prSet/>
      <dgm:spPr/>
      <dgm:t>
        <a:bodyPr/>
        <a:lstStyle/>
        <a:p>
          <a:r>
            <a:rPr lang="tr-TR"/>
            <a:t>target = 0x0000000000000003A30C00000000000000000000000000000000000000000000</a:t>
          </a:r>
          <a:endParaRPr lang="en-US"/>
        </a:p>
      </dgm:t>
    </dgm:pt>
    <dgm:pt modelId="{E6C13382-5A08-4097-9494-798B97E54053}" type="parTrans" cxnId="{38525D29-5E6C-45F5-8017-4227D55B434C}">
      <dgm:prSet/>
      <dgm:spPr/>
      <dgm:t>
        <a:bodyPr/>
        <a:lstStyle/>
        <a:p>
          <a:endParaRPr lang="en-US"/>
        </a:p>
      </dgm:t>
    </dgm:pt>
    <dgm:pt modelId="{78334BBF-6B7D-4469-91ED-B4C6051A2412}" type="sibTrans" cxnId="{38525D29-5E6C-45F5-8017-4227D55B434C}">
      <dgm:prSet/>
      <dgm:spPr/>
      <dgm:t>
        <a:bodyPr/>
        <a:lstStyle/>
        <a:p>
          <a:endParaRPr lang="en-US"/>
        </a:p>
      </dgm:t>
    </dgm:pt>
    <dgm:pt modelId="{15096F06-F42F-4E51-AC6E-E7CA943A5590}">
      <dgm:prSet/>
      <dgm:spPr/>
      <dgm:t>
        <a:bodyPr/>
        <a:lstStyle/>
        <a:p>
          <a:r>
            <a:rPr lang="tr-TR"/>
            <a:t>Decimal: 238,348 * 2^176</a:t>
          </a:r>
          <a:endParaRPr lang="en-US"/>
        </a:p>
      </dgm:t>
    </dgm:pt>
    <dgm:pt modelId="{4A4B9360-8F35-4EC3-A810-1379D38F4D0F}" type="parTrans" cxnId="{0AC02C89-06FE-4750-B764-E1FFDC9369A9}">
      <dgm:prSet/>
      <dgm:spPr/>
      <dgm:t>
        <a:bodyPr/>
        <a:lstStyle/>
        <a:p>
          <a:endParaRPr lang="en-US"/>
        </a:p>
      </dgm:t>
    </dgm:pt>
    <dgm:pt modelId="{A6A17341-B962-4956-8EB1-B04700FC65CC}" type="sibTrans" cxnId="{0AC02C89-06FE-4750-B764-E1FFDC9369A9}">
      <dgm:prSet/>
      <dgm:spPr/>
      <dgm:t>
        <a:bodyPr/>
        <a:lstStyle/>
        <a:p>
          <a:endParaRPr lang="en-US"/>
        </a:p>
      </dgm:t>
    </dgm:pt>
    <dgm:pt modelId="{9B22955E-1839-49D6-BB04-67466C706FBA}" type="pres">
      <dgm:prSet presAssocID="{8FCC4483-68F8-4DBA-A1BF-975CF14EF698}" presName="linear" presStyleCnt="0">
        <dgm:presLayoutVars>
          <dgm:dir/>
          <dgm:animLvl val="lvl"/>
          <dgm:resizeHandles val="exact"/>
        </dgm:presLayoutVars>
      </dgm:prSet>
      <dgm:spPr/>
    </dgm:pt>
    <dgm:pt modelId="{F3CDCB2C-9797-4F56-9B1C-EC6FCEC81CD0}" type="pres">
      <dgm:prSet presAssocID="{9B0FBFE8-7F93-4B4F-BD6F-5B172A41CC55}" presName="parentLin" presStyleCnt="0"/>
      <dgm:spPr/>
    </dgm:pt>
    <dgm:pt modelId="{BCB21F3C-7317-46F0-BCB9-28FE337F4034}" type="pres">
      <dgm:prSet presAssocID="{9B0FBFE8-7F93-4B4F-BD6F-5B172A41CC55}" presName="parentLeftMargin" presStyleLbl="node1" presStyleIdx="0" presStyleCnt="3"/>
      <dgm:spPr/>
    </dgm:pt>
    <dgm:pt modelId="{E43B1A6D-C496-404A-B7E1-2C80E6E03B4E}" type="pres">
      <dgm:prSet presAssocID="{9B0FBFE8-7F93-4B4F-BD6F-5B172A41CC55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6881ACB0-BE81-4484-9D5E-77C02C3B039F}" type="pres">
      <dgm:prSet presAssocID="{9B0FBFE8-7F93-4B4F-BD6F-5B172A41CC55}" presName="negativeSpace" presStyleCnt="0"/>
      <dgm:spPr/>
    </dgm:pt>
    <dgm:pt modelId="{ED9300D6-CF63-4D83-B16F-23CE97DF1D53}" type="pres">
      <dgm:prSet presAssocID="{9B0FBFE8-7F93-4B4F-BD6F-5B172A41CC55}" presName="childText" presStyleLbl="conFgAcc1" presStyleIdx="0" presStyleCnt="3">
        <dgm:presLayoutVars>
          <dgm:bulletEnabled val="1"/>
        </dgm:presLayoutVars>
      </dgm:prSet>
      <dgm:spPr/>
    </dgm:pt>
    <dgm:pt modelId="{84DD699F-15CC-4CCB-A156-5AEE1B8D070F}" type="pres">
      <dgm:prSet presAssocID="{889A5A48-346F-42ED-B26B-CB56000FE4C6}" presName="spaceBetweenRectangles" presStyleCnt="0"/>
      <dgm:spPr/>
    </dgm:pt>
    <dgm:pt modelId="{CB2A6FEB-7FEC-45C2-AC1A-7D688A1FA491}" type="pres">
      <dgm:prSet presAssocID="{63110403-E17E-4C5E-8719-B514865C422A}" presName="parentLin" presStyleCnt="0"/>
      <dgm:spPr/>
    </dgm:pt>
    <dgm:pt modelId="{A5328C70-553C-4136-953A-EB66CEA83002}" type="pres">
      <dgm:prSet presAssocID="{63110403-E17E-4C5E-8719-B514865C422A}" presName="parentLeftMargin" presStyleLbl="node1" presStyleIdx="0" presStyleCnt="3"/>
      <dgm:spPr/>
    </dgm:pt>
    <dgm:pt modelId="{364AA638-7E70-4193-AE01-ED2E2EE098DA}" type="pres">
      <dgm:prSet presAssocID="{63110403-E17E-4C5E-8719-B514865C422A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1ABE45F8-2173-4031-A1AB-12CACCA5A9A8}" type="pres">
      <dgm:prSet presAssocID="{63110403-E17E-4C5E-8719-B514865C422A}" presName="negativeSpace" presStyleCnt="0"/>
      <dgm:spPr/>
    </dgm:pt>
    <dgm:pt modelId="{AFAB0BCF-3990-4B53-BD79-11EC59E4AD7B}" type="pres">
      <dgm:prSet presAssocID="{63110403-E17E-4C5E-8719-B514865C422A}" presName="childText" presStyleLbl="conFgAcc1" presStyleIdx="1" presStyleCnt="3">
        <dgm:presLayoutVars>
          <dgm:bulletEnabled val="1"/>
        </dgm:presLayoutVars>
      </dgm:prSet>
      <dgm:spPr/>
    </dgm:pt>
    <dgm:pt modelId="{8BD4CB38-A1CD-47D7-8F5B-602674F63C76}" type="pres">
      <dgm:prSet presAssocID="{BDC31BAE-E317-468E-99CA-F5098EEA8FD2}" presName="spaceBetweenRectangles" presStyleCnt="0"/>
      <dgm:spPr/>
    </dgm:pt>
    <dgm:pt modelId="{AD1D6AAA-51C7-4365-81B4-0C9878111EF7}" type="pres">
      <dgm:prSet presAssocID="{7DB5F9E6-37E0-42E0-B877-0E2186494ADC}" presName="parentLin" presStyleCnt="0"/>
      <dgm:spPr/>
    </dgm:pt>
    <dgm:pt modelId="{9DBE861A-F029-44EB-8CA6-AC4C8071F7FD}" type="pres">
      <dgm:prSet presAssocID="{7DB5F9E6-37E0-42E0-B877-0E2186494ADC}" presName="parentLeftMargin" presStyleLbl="node1" presStyleIdx="1" presStyleCnt="3"/>
      <dgm:spPr/>
    </dgm:pt>
    <dgm:pt modelId="{663D5460-035D-4970-A317-0254C2382CF3}" type="pres">
      <dgm:prSet presAssocID="{7DB5F9E6-37E0-42E0-B877-0E2186494ADC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96FC3C11-F108-4CF3-A58C-3B5EDB19C8E2}" type="pres">
      <dgm:prSet presAssocID="{7DB5F9E6-37E0-42E0-B877-0E2186494ADC}" presName="negativeSpace" presStyleCnt="0"/>
      <dgm:spPr/>
    </dgm:pt>
    <dgm:pt modelId="{923D69F5-FC9E-4D35-A581-E55B91274A0D}" type="pres">
      <dgm:prSet presAssocID="{7DB5F9E6-37E0-42E0-B877-0E2186494ADC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4C62B507-0DDE-4880-9DB9-BE2702989F48}" srcId="{9B0FBFE8-7F93-4B4F-BD6F-5B172A41CC55}" destId="{551AC118-47A6-4ADB-A6CB-4AD36B52F9D8}" srcOrd="1" destOrd="0" parTransId="{CECB82A7-361D-4173-A621-A920A5C5320D}" sibTransId="{65CBAFB5-E335-46E1-8339-1141F290F1B4}"/>
    <dgm:cxn modelId="{BC06A91D-7A02-4244-80D6-54146F0EE78C}" type="presOf" srcId="{54FEEF47-5D7C-4455-9C47-70F3E9DFA197}" destId="{923D69F5-FC9E-4D35-A581-E55B91274A0D}" srcOrd="0" destOrd="4" presId="urn:microsoft.com/office/officeart/2005/8/layout/list1"/>
    <dgm:cxn modelId="{0524CD1E-86E1-461D-A2C4-76BD98A1B522}" type="presOf" srcId="{63110403-E17E-4C5E-8719-B514865C422A}" destId="{A5328C70-553C-4136-953A-EB66CEA83002}" srcOrd="0" destOrd="0" presId="urn:microsoft.com/office/officeart/2005/8/layout/list1"/>
    <dgm:cxn modelId="{6B666B23-8B99-4EB2-AF8B-EF878B3DA1BD}" type="presOf" srcId="{9B0FBFE8-7F93-4B4F-BD6F-5B172A41CC55}" destId="{BCB21F3C-7317-46F0-BCB9-28FE337F4034}" srcOrd="0" destOrd="0" presId="urn:microsoft.com/office/officeart/2005/8/layout/list1"/>
    <dgm:cxn modelId="{16DDCA27-BDAD-4DBC-A55A-B31CBD8361E2}" srcId="{8FCC4483-68F8-4DBA-A1BF-975CF14EF698}" destId="{7DB5F9E6-37E0-42E0-B877-0E2186494ADC}" srcOrd="2" destOrd="0" parTransId="{10BA4F0F-5F39-4615-8CDA-6824AE042025}" sibTransId="{6E718154-DE50-4288-A38D-7113E50283CA}"/>
    <dgm:cxn modelId="{38525D29-5E6C-45F5-8017-4227D55B434C}" srcId="{7DB5F9E6-37E0-42E0-B877-0E2186494ADC}" destId="{54FEEF47-5D7C-4455-9C47-70F3E9DFA197}" srcOrd="4" destOrd="0" parTransId="{E6C13382-5A08-4097-9494-798B97E54053}" sibTransId="{78334BBF-6B7D-4469-91ED-B4C6051A2412}"/>
    <dgm:cxn modelId="{E189B430-96F8-49AC-B8BE-46CAB49CE971}" type="presOf" srcId="{42D60C7C-2F2A-418C-A9B6-2CB0FBC05121}" destId="{AFAB0BCF-3990-4B53-BD79-11EC59E4AD7B}" srcOrd="0" destOrd="0" presId="urn:microsoft.com/office/officeart/2005/8/layout/list1"/>
    <dgm:cxn modelId="{5F82B83C-34D4-4F2D-B862-6AF7A2AAED03}" type="presOf" srcId="{8FCC4483-68F8-4DBA-A1BF-975CF14EF698}" destId="{9B22955E-1839-49D6-BB04-67466C706FBA}" srcOrd="0" destOrd="0" presId="urn:microsoft.com/office/officeart/2005/8/layout/list1"/>
    <dgm:cxn modelId="{EB94AC3D-0755-4595-A6C6-D01F0C16F985}" srcId="{8FCC4483-68F8-4DBA-A1BF-975CF14EF698}" destId="{9B0FBFE8-7F93-4B4F-BD6F-5B172A41CC55}" srcOrd="0" destOrd="0" parTransId="{255531A8-A3E7-4428-B70E-F0F2149DEC4F}" sibTransId="{889A5A48-346F-42ED-B26B-CB56000FE4C6}"/>
    <dgm:cxn modelId="{32CFBB5C-5E1A-4D02-B477-D3E28E3F7774}" type="presOf" srcId="{2C5D6F89-D72C-4A55-A5B9-3F54EB743917}" destId="{923D69F5-FC9E-4D35-A581-E55B91274A0D}" srcOrd="0" destOrd="1" presId="urn:microsoft.com/office/officeart/2005/8/layout/list1"/>
    <dgm:cxn modelId="{CBF0E95F-AE7F-4F49-A361-088883080717}" srcId="{9B0FBFE8-7F93-4B4F-BD6F-5B172A41CC55}" destId="{DDC3A0AD-1623-40EF-BA66-71D30B4405E9}" srcOrd="2" destOrd="0" parTransId="{461A8F52-A226-43A4-B551-30A22709E01E}" sibTransId="{1DD18612-2274-46F7-BC6C-F1E058831BFE}"/>
    <dgm:cxn modelId="{A4DD8868-6977-40C6-B75A-834C241C97BF}" srcId="{7DB5F9E6-37E0-42E0-B877-0E2186494ADC}" destId="{F807A95D-E2DE-4FA4-B537-33CD78734825}" srcOrd="3" destOrd="0" parTransId="{0672C40D-F177-47C0-AF4D-26F9BE73502A}" sibTransId="{E179ACB9-4AFF-4C01-A846-7BB9761764CD}"/>
    <dgm:cxn modelId="{27406654-AA0C-475E-90E9-66E040E3A6BE}" srcId="{63110403-E17E-4C5E-8719-B514865C422A}" destId="{42D60C7C-2F2A-418C-A9B6-2CB0FBC05121}" srcOrd="0" destOrd="0" parTransId="{2A8B4F48-A4AB-44B2-9424-7719BBAB8F1F}" sibTransId="{C467C9F7-46AE-4C34-B117-4C92BC76E025}"/>
    <dgm:cxn modelId="{C299FB76-B28D-4213-BEB6-38DFB86F90E2}" type="presOf" srcId="{1F37FC50-D2EA-4FDE-A6F1-EF43074EB69C}" destId="{923D69F5-FC9E-4D35-A581-E55B91274A0D}" srcOrd="0" destOrd="2" presId="urn:microsoft.com/office/officeart/2005/8/layout/list1"/>
    <dgm:cxn modelId="{0AC02C89-06FE-4750-B764-E1FFDC9369A9}" srcId="{7DB5F9E6-37E0-42E0-B877-0E2186494ADC}" destId="{15096F06-F42F-4E51-AC6E-E7CA943A5590}" srcOrd="5" destOrd="0" parTransId="{4A4B9360-8F35-4EC3-A810-1379D38F4D0F}" sibTransId="{A6A17341-B962-4956-8EB1-B04700FC65CC}"/>
    <dgm:cxn modelId="{53663C95-85F4-4DAC-B51F-68D070066D32}" srcId="{7DB5F9E6-37E0-42E0-B877-0E2186494ADC}" destId="{60141EFB-072E-41BD-BC5D-33B490DF3E19}" srcOrd="0" destOrd="0" parTransId="{3815DB32-AAE7-4720-94A4-4E3D7072CD21}" sibTransId="{C84B3838-3150-4535-921D-1506BA2ECC23}"/>
    <dgm:cxn modelId="{2C144F96-F762-43C6-83B9-838093162761}" type="presOf" srcId="{15096F06-F42F-4E51-AC6E-E7CA943A5590}" destId="{923D69F5-FC9E-4D35-A581-E55B91274A0D}" srcOrd="0" destOrd="5" presId="urn:microsoft.com/office/officeart/2005/8/layout/list1"/>
    <dgm:cxn modelId="{032DEA9B-B037-4D92-8F6E-2B76FE2FE6E8}" srcId="{7DB5F9E6-37E0-42E0-B877-0E2186494ADC}" destId="{2C5D6F89-D72C-4A55-A5B9-3F54EB743917}" srcOrd="1" destOrd="0" parTransId="{96CF21DB-B710-4D36-97B0-0641300CBFB6}" sibTransId="{AFFF1C8E-F42C-4974-9C6D-7BB9F18A6E33}"/>
    <dgm:cxn modelId="{74C0A6A0-03BC-49B8-8458-D0D5F9F71CBB}" type="presOf" srcId="{9B0FBFE8-7F93-4B4F-BD6F-5B172A41CC55}" destId="{E43B1A6D-C496-404A-B7E1-2C80E6E03B4E}" srcOrd="1" destOrd="0" presId="urn:microsoft.com/office/officeart/2005/8/layout/list1"/>
    <dgm:cxn modelId="{5E06E5AC-4FCC-4740-A4C2-28BCCE74A647}" type="presOf" srcId="{7DB5F9E6-37E0-42E0-B877-0E2186494ADC}" destId="{663D5460-035D-4970-A317-0254C2382CF3}" srcOrd="1" destOrd="0" presId="urn:microsoft.com/office/officeart/2005/8/layout/list1"/>
    <dgm:cxn modelId="{6CC77CB3-B5F4-4C26-A554-A2B706B7490A}" type="presOf" srcId="{EB13B25C-ECE4-45D6-80F6-5C99CFFDEE43}" destId="{ED9300D6-CF63-4D83-B16F-23CE97DF1D53}" srcOrd="0" destOrd="0" presId="urn:microsoft.com/office/officeart/2005/8/layout/list1"/>
    <dgm:cxn modelId="{E01143BA-8F67-4D73-862D-EF10AFC9BF43}" srcId="{8FCC4483-68F8-4DBA-A1BF-975CF14EF698}" destId="{63110403-E17E-4C5E-8719-B514865C422A}" srcOrd="1" destOrd="0" parTransId="{014CB60E-7987-49E7-87A9-FF0F3F5B5EE8}" sibTransId="{BDC31BAE-E317-468E-99CA-F5098EEA8FD2}"/>
    <dgm:cxn modelId="{9B3EB8BD-152E-4896-9097-30E1302F5DB6}" type="presOf" srcId="{F807A95D-E2DE-4FA4-B537-33CD78734825}" destId="{923D69F5-FC9E-4D35-A581-E55B91274A0D}" srcOrd="0" destOrd="3" presId="urn:microsoft.com/office/officeart/2005/8/layout/list1"/>
    <dgm:cxn modelId="{0F460AC1-0A64-4644-A833-9A0B4F93E2F9}" type="presOf" srcId="{63110403-E17E-4C5E-8719-B514865C422A}" destId="{364AA638-7E70-4193-AE01-ED2E2EE098DA}" srcOrd="1" destOrd="0" presId="urn:microsoft.com/office/officeart/2005/8/layout/list1"/>
    <dgm:cxn modelId="{3753D6CF-ED1B-4C7B-94F7-879D9F6D100D}" srcId="{7DB5F9E6-37E0-42E0-B877-0E2186494ADC}" destId="{1F37FC50-D2EA-4FDE-A6F1-EF43074EB69C}" srcOrd="2" destOrd="0" parTransId="{03F88804-F57A-44CE-A760-31E862380AEA}" sibTransId="{C4E121AF-9C18-480E-B54B-F67E1C8ACBD2}"/>
    <dgm:cxn modelId="{B11A89D6-87C4-40A1-9507-506261D6E2C8}" type="presOf" srcId="{DDC3A0AD-1623-40EF-BA66-71D30B4405E9}" destId="{ED9300D6-CF63-4D83-B16F-23CE97DF1D53}" srcOrd="0" destOrd="2" presId="urn:microsoft.com/office/officeart/2005/8/layout/list1"/>
    <dgm:cxn modelId="{A1F917DB-96C8-4CEB-97CE-364D2CCFFE86}" type="presOf" srcId="{60141EFB-072E-41BD-BC5D-33B490DF3E19}" destId="{923D69F5-FC9E-4D35-A581-E55B91274A0D}" srcOrd="0" destOrd="0" presId="urn:microsoft.com/office/officeart/2005/8/layout/list1"/>
    <dgm:cxn modelId="{D52798E6-AB39-4A36-A084-848C6FBAD0B0}" type="presOf" srcId="{7DB5F9E6-37E0-42E0-B877-0E2186494ADC}" destId="{9DBE861A-F029-44EB-8CA6-AC4C8071F7FD}" srcOrd="0" destOrd="0" presId="urn:microsoft.com/office/officeart/2005/8/layout/list1"/>
    <dgm:cxn modelId="{05BDBCEC-2541-4AF6-8BE1-0474BE558DE9}" srcId="{9B0FBFE8-7F93-4B4F-BD6F-5B172A41CC55}" destId="{EB13B25C-ECE4-45D6-80F6-5C99CFFDEE43}" srcOrd="0" destOrd="0" parTransId="{90B4919F-479C-4CA7-83A7-41556746F159}" sibTransId="{415F3D61-CDAC-41F9-9411-5AEF5E0BD31D}"/>
    <dgm:cxn modelId="{798663FE-2343-4B59-88DF-1233334E5EE4}" type="presOf" srcId="{551AC118-47A6-4ADB-A6CB-4AD36B52F9D8}" destId="{ED9300D6-CF63-4D83-B16F-23CE97DF1D53}" srcOrd="0" destOrd="1" presId="urn:microsoft.com/office/officeart/2005/8/layout/list1"/>
    <dgm:cxn modelId="{83731806-4ED2-492B-8164-A27F2F7A92B3}" type="presParOf" srcId="{9B22955E-1839-49D6-BB04-67466C706FBA}" destId="{F3CDCB2C-9797-4F56-9B1C-EC6FCEC81CD0}" srcOrd="0" destOrd="0" presId="urn:microsoft.com/office/officeart/2005/8/layout/list1"/>
    <dgm:cxn modelId="{4774BE22-E2FF-4E74-B134-341AD0C93B4C}" type="presParOf" srcId="{F3CDCB2C-9797-4F56-9B1C-EC6FCEC81CD0}" destId="{BCB21F3C-7317-46F0-BCB9-28FE337F4034}" srcOrd="0" destOrd="0" presId="urn:microsoft.com/office/officeart/2005/8/layout/list1"/>
    <dgm:cxn modelId="{5704C11D-20D8-4DB2-8383-A25323239148}" type="presParOf" srcId="{F3CDCB2C-9797-4F56-9B1C-EC6FCEC81CD0}" destId="{E43B1A6D-C496-404A-B7E1-2C80E6E03B4E}" srcOrd="1" destOrd="0" presId="urn:microsoft.com/office/officeart/2005/8/layout/list1"/>
    <dgm:cxn modelId="{363271A8-6641-4406-B4E4-27BAD89EC200}" type="presParOf" srcId="{9B22955E-1839-49D6-BB04-67466C706FBA}" destId="{6881ACB0-BE81-4484-9D5E-77C02C3B039F}" srcOrd="1" destOrd="0" presId="urn:microsoft.com/office/officeart/2005/8/layout/list1"/>
    <dgm:cxn modelId="{3870F8FE-C44D-4C3F-828D-B5C49CD862F0}" type="presParOf" srcId="{9B22955E-1839-49D6-BB04-67466C706FBA}" destId="{ED9300D6-CF63-4D83-B16F-23CE97DF1D53}" srcOrd="2" destOrd="0" presId="urn:microsoft.com/office/officeart/2005/8/layout/list1"/>
    <dgm:cxn modelId="{1D5719F4-137B-4846-B4BE-CC2463F28E5F}" type="presParOf" srcId="{9B22955E-1839-49D6-BB04-67466C706FBA}" destId="{84DD699F-15CC-4CCB-A156-5AEE1B8D070F}" srcOrd="3" destOrd="0" presId="urn:microsoft.com/office/officeart/2005/8/layout/list1"/>
    <dgm:cxn modelId="{25E465F1-1B64-4891-8FD8-25CCE4A15052}" type="presParOf" srcId="{9B22955E-1839-49D6-BB04-67466C706FBA}" destId="{CB2A6FEB-7FEC-45C2-AC1A-7D688A1FA491}" srcOrd="4" destOrd="0" presId="urn:microsoft.com/office/officeart/2005/8/layout/list1"/>
    <dgm:cxn modelId="{36A4C16A-B1BF-4306-89CA-744FAEA07E6B}" type="presParOf" srcId="{CB2A6FEB-7FEC-45C2-AC1A-7D688A1FA491}" destId="{A5328C70-553C-4136-953A-EB66CEA83002}" srcOrd="0" destOrd="0" presId="urn:microsoft.com/office/officeart/2005/8/layout/list1"/>
    <dgm:cxn modelId="{0DFBFA06-D5F7-465E-8E29-5A03AE8FF8DD}" type="presParOf" srcId="{CB2A6FEB-7FEC-45C2-AC1A-7D688A1FA491}" destId="{364AA638-7E70-4193-AE01-ED2E2EE098DA}" srcOrd="1" destOrd="0" presId="urn:microsoft.com/office/officeart/2005/8/layout/list1"/>
    <dgm:cxn modelId="{D88455B5-F164-4956-86E9-386F3A5BC562}" type="presParOf" srcId="{9B22955E-1839-49D6-BB04-67466C706FBA}" destId="{1ABE45F8-2173-4031-A1AB-12CACCA5A9A8}" srcOrd="5" destOrd="0" presId="urn:microsoft.com/office/officeart/2005/8/layout/list1"/>
    <dgm:cxn modelId="{581E010E-CF8A-49EB-A1EF-236C48BC0E61}" type="presParOf" srcId="{9B22955E-1839-49D6-BB04-67466C706FBA}" destId="{AFAB0BCF-3990-4B53-BD79-11EC59E4AD7B}" srcOrd="6" destOrd="0" presId="urn:microsoft.com/office/officeart/2005/8/layout/list1"/>
    <dgm:cxn modelId="{B0C8D5B0-45EF-4068-A666-153B68D70FBF}" type="presParOf" srcId="{9B22955E-1839-49D6-BB04-67466C706FBA}" destId="{8BD4CB38-A1CD-47D7-8F5B-602674F63C76}" srcOrd="7" destOrd="0" presId="urn:microsoft.com/office/officeart/2005/8/layout/list1"/>
    <dgm:cxn modelId="{D1C6E569-7E12-46A0-A8F5-E05B353E9A9E}" type="presParOf" srcId="{9B22955E-1839-49D6-BB04-67466C706FBA}" destId="{AD1D6AAA-51C7-4365-81B4-0C9878111EF7}" srcOrd="8" destOrd="0" presId="urn:microsoft.com/office/officeart/2005/8/layout/list1"/>
    <dgm:cxn modelId="{A247781D-5C14-415B-9BBF-A5034943F0D7}" type="presParOf" srcId="{AD1D6AAA-51C7-4365-81B4-0C9878111EF7}" destId="{9DBE861A-F029-44EB-8CA6-AC4C8071F7FD}" srcOrd="0" destOrd="0" presId="urn:microsoft.com/office/officeart/2005/8/layout/list1"/>
    <dgm:cxn modelId="{83791394-40A2-4CC7-A4A8-4B1450735C37}" type="presParOf" srcId="{AD1D6AAA-51C7-4365-81B4-0C9878111EF7}" destId="{663D5460-035D-4970-A317-0254C2382CF3}" srcOrd="1" destOrd="0" presId="urn:microsoft.com/office/officeart/2005/8/layout/list1"/>
    <dgm:cxn modelId="{B1E0F940-1D93-42DC-A9BD-54171DD11074}" type="presParOf" srcId="{9B22955E-1839-49D6-BB04-67466C706FBA}" destId="{96FC3C11-F108-4CF3-A58C-3B5EDB19C8E2}" srcOrd="9" destOrd="0" presId="urn:microsoft.com/office/officeart/2005/8/layout/list1"/>
    <dgm:cxn modelId="{A1FF8A1D-F2C4-41D8-96C0-D24F72093497}" type="presParOf" srcId="{9B22955E-1839-49D6-BB04-67466C706FBA}" destId="{923D69F5-FC9E-4D35-A581-E55B91274A0D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5.xml><?xml version="1.0" encoding="utf-8"?>
<dgm:dataModel xmlns:dgm="http://schemas.openxmlformats.org/drawingml/2006/diagram" xmlns:a="http://schemas.openxmlformats.org/drawingml/2006/main">
  <dgm:ptLst>
    <dgm:pt modelId="{5C2347A4-0A72-43C9-8C83-B6FE4E52BB28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9B43FB19-5B2D-4855-90BB-E014A65144E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60 leading bits</a:t>
          </a:r>
          <a:endParaRPr lang="en-US"/>
        </a:p>
      </dgm:t>
    </dgm:pt>
    <dgm:pt modelId="{CAE28B5B-4F7E-466C-BD6F-39F1B3E7D444}" type="parTrans" cxnId="{0D7E575A-804C-461E-B7C9-76C0D31B5390}">
      <dgm:prSet/>
      <dgm:spPr/>
      <dgm:t>
        <a:bodyPr/>
        <a:lstStyle/>
        <a:p>
          <a:endParaRPr lang="en-US"/>
        </a:p>
      </dgm:t>
    </dgm:pt>
    <dgm:pt modelId="{75224994-3685-479D-B7D9-B30659DD418F}" type="sibTrans" cxnId="{0D7E575A-804C-461E-B7C9-76C0D31B5390}">
      <dgm:prSet/>
      <dgm:spPr/>
      <dgm:t>
        <a:bodyPr/>
        <a:lstStyle/>
        <a:p>
          <a:endParaRPr lang="en-US"/>
        </a:p>
      </dgm:t>
    </dgm:pt>
    <dgm:pt modelId="{C607E960-196F-4070-80A3-F1BDDA3B826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set to zero in binary</a:t>
          </a:r>
          <a:endParaRPr lang="en-US"/>
        </a:p>
      </dgm:t>
    </dgm:pt>
    <dgm:pt modelId="{0E602D4D-4266-4EE6-9DA3-168935FF642D}" type="parTrans" cxnId="{EDC83E40-CC89-47C6-966F-2537A8EEAFE0}">
      <dgm:prSet/>
      <dgm:spPr/>
      <dgm:t>
        <a:bodyPr/>
        <a:lstStyle/>
        <a:p>
          <a:endParaRPr lang="en-US"/>
        </a:p>
      </dgm:t>
    </dgm:pt>
    <dgm:pt modelId="{06DCA1F1-A164-4FE3-A28E-2E6599623D61}" type="sibTrans" cxnId="{EDC83E40-CC89-47C6-966F-2537A8EEAFE0}">
      <dgm:prSet/>
      <dgm:spPr/>
      <dgm:t>
        <a:bodyPr/>
        <a:lstStyle/>
        <a:p>
          <a:endParaRPr lang="en-US"/>
        </a:p>
      </dgm:t>
    </dgm:pt>
    <dgm:pt modelId="{DD74E796-6EC7-44B0-A283-D910C97CB47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With this level of difficulty, </a:t>
          </a:r>
        </a:p>
      </dgm:t>
    </dgm:pt>
    <dgm:pt modelId="{CA23B75D-A3DC-4F18-AC8F-8BB4C3AE4911}" type="parTrans" cxnId="{67AF6D08-EFD1-4266-A264-7258ABA3CB17}">
      <dgm:prSet/>
      <dgm:spPr/>
      <dgm:t>
        <a:bodyPr/>
        <a:lstStyle/>
        <a:p>
          <a:endParaRPr lang="en-US"/>
        </a:p>
      </dgm:t>
    </dgm:pt>
    <dgm:pt modelId="{125DB252-E09E-45DF-ACDF-B7CC9A4FA1F2}" type="sibTrans" cxnId="{67AF6D08-EFD1-4266-A264-7258ABA3CB17}">
      <dgm:prSet/>
      <dgm:spPr/>
      <dgm:t>
        <a:bodyPr/>
        <a:lstStyle/>
        <a:p>
          <a:endParaRPr lang="en-US"/>
        </a:p>
      </dgm:t>
    </dgm:pt>
    <dgm:pt modelId="{D81078F7-C6E0-46CC-B3FF-2BFBD101179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single miner processing 1 TH/sec</a:t>
          </a:r>
        </a:p>
      </dgm:t>
    </dgm:pt>
    <dgm:pt modelId="{6E5D5445-80DD-4DF4-8A5A-871673753B34}" type="parTrans" cxnId="{268F58B9-1A03-4BD1-9ECA-217E63303DE2}">
      <dgm:prSet/>
      <dgm:spPr/>
      <dgm:t>
        <a:bodyPr/>
        <a:lstStyle/>
        <a:p>
          <a:endParaRPr lang="en-US"/>
        </a:p>
      </dgm:t>
    </dgm:pt>
    <dgm:pt modelId="{5E986613-6E29-4DA2-96F3-C0EAA1EFF655}" type="sibTrans" cxnId="{268F58B9-1A03-4BD1-9ECA-217E63303DE2}">
      <dgm:prSet/>
      <dgm:spPr/>
      <dgm:t>
        <a:bodyPr/>
        <a:lstStyle/>
        <a:p>
          <a:endParaRPr lang="en-US"/>
        </a:p>
      </dgm:t>
    </dgm:pt>
    <dgm:pt modelId="{302BD6D6-A5F8-4896-8DCA-73C333B5D09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would only find a solution once every</a:t>
          </a:r>
          <a:r>
            <a:rPr lang="tr-TR"/>
            <a:t> </a:t>
          </a:r>
          <a:r>
            <a:rPr lang="en-US"/>
            <a:t>8,496 blocks </a:t>
          </a:r>
        </a:p>
      </dgm:t>
    </dgm:pt>
    <dgm:pt modelId="{D9286B77-762F-4DE7-A804-CE14C58D1BCA}" type="parTrans" cxnId="{7168EBF8-6688-4BD3-A1F0-F0D1419B498A}">
      <dgm:prSet/>
      <dgm:spPr/>
      <dgm:t>
        <a:bodyPr/>
        <a:lstStyle/>
        <a:p>
          <a:endParaRPr lang="en-US"/>
        </a:p>
      </dgm:t>
    </dgm:pt>
    <dgm:pt modelId="{71BDCE28-B2EA-43AD-BE97-8CC0704E3FE7}" type="sibTrans" cxnId="{7168EBF8-6688-4BD3-A1F0-F0D1419B498A}">
      <dgm:prSet/>
      <dgm:spPr/>
      <dgm:t>
        <a:bodyPr/>
        <a:lstStyle/>
        <a:p>
          <a:endParaRPr lang="en-US"/>
        </a:p>
      </dgm:t>
    </dgm:pt>
    <dgm:pt modelId="{13C74666-8ECC-4CE2-8AB6-B02ABFF0A58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or once every 59 days, on average</a:t>
          </a:r>
        </a:p>
      </dgm:t>
    </dgm:pt>
    <dgm:pt modelId="{34530065-127D-4BAA-AE9D-FA45A96C216C}" type="parTrans" cxnId="{06E71385-4DD5-4C47-AC00-9B2EA1E16E0B}">
      <dgm:prSet/>
      <dgm:spPr/>
      <dgm:t>
        <a:bodyPr/>
        <a:lstStyle/>
        <a:p>
          <a:endParaRPr lang="en-US"/>
        </a:p>
      </dgm:t>
    </dgm:pt>
    <dgm:pt modelId="{CB8A9291-0D78-47F6-80DD-4F715062546E}" type="sibTrans" cxnId="{06E71385-4DD5-4C47-AC00-9B2EA1E16E0B}">
      <dgm:prSet/>
      <dgm:spPr/>
      <dgm:t>
        <a:bodyPr/>
        <a:lstStyle/>
        <a:p>
          <a:endParaRPr lang="en-US"/>
        </a:p>
      </dgm:t>
    </dgm:pt>
    <dgm:pt modelId="{D330B63D-0F1B-4137-9EC2-E0F59B14384F}" type="pres">
      <dgm:prSet presAssocID="{5C2347A4-0A72-43C9-8C83-B6FE4E52BB28}" presName="root" presStyleCnt="0">
        <dgm:presLayoutVars>
          <dgm:dir/>
          <dgm:resizeHandles val="exact"/>
        </dgm:presLayoutVars>
      </dgm:prSet>
      <dgm:spPr/>
    </dgm:pt>
    <dgm:pt modelId="{5EB51DD7-BD50-41AE-A7F0-CA99198C0D09}" type="pres">
      <dgm:prSet presAssocID="{9B43FB19-5B2D-4855-90BB-E014A65144E6}" presName="compNode" presStyleCnt="0"/>
      <dgm:spPr/>
    </dgm:pt>
    <dgm:pt modelId="{2EB36DEC-29D7-4D62-970C-53241A4046B0}" type="pres">
      <dgm:prSet presAssocID="{9B43FB19-5B2D-4855-90BB-E014A65144E6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lgisayar"/>
        </a:ext>
      </dgm:extLst>
    </dgm:pt>
    <dgm:pt modelId="{CFB17702-259C-467E-876C-5F4639A466B7}" type="pres">
      <dgm:prSet presAssocID="{9B43FB19-5B2D-4855-90BB-E014A65144E6}" presName="iconSpace" presStyleCnt="0"/>
      <dgm:spPr/>
    </dgm:pt>
    <dgm:pt modelId="{9662CB88-DA85-4678-B05A-352FC0654266}" type="pres">
      <dgm:prSet presAssocID="{9B43FB19-5B2D-4855-90BB-E014A65144E6}" presName="parTx" presStyleLbl="revTx" presStyleIdx="0" presStyleCnt="4">
        <dgm:presLayoutVars>
          <dgm:chMax val="0"/>
          <dgm:chPref val="0"/>
        </dgm:presLayoutVars>
      </dgm:prSet>
      <dgm:spPr/>
    </dgm:pt>
    <dgm:pt modelId="{F1A4FBD9-AAA4-48E8-BD71-B6C1377CE85C}" type="pres">
      <dgm:prSet presAssocID="{9B43FB19-5B2D-4855-90BB-E014A65144E6}" presName="txSpace" presStyleCnt="0"/>
      <dgm:spPr/>
    </dgm:pt>
    <dgm:pt modelId="{2F42C22D-AA12-4483-A6D1-20F333644A1B}" type="pres">
      <dgm:prSet presAssocID="{9B43FB19-5B2D-4855-90BB-E014A65144E6}" presName="desTx" presStyleLbl="revTx" presStyleIdx="1" presStyleCnt="4">
        <dgm:presLayoutVars/>
      </dgm:prSet>
      <dgm:spPr/>
    </dgm:pt>
    <dgm:pt modelId="{0FA5F811-06F4-4150-85A5-C46543409BB8}" type="pres">
      <dgm:prSet presAssocID="{75224994-3685-479D-B7D9-B30659DD418F}" presName="sibTrans" presStyleCnt="0"/>
      <dgm:spPr/>
    </dgm:pt>
    <dgm:pt modelId="{1D6893BB-FB28-4CA6-AEF0-190522E93645}" type="pres">
      <dgm:prSet presAssocID="{DD74E796-6EC7-44B0-A283-D910C97CB471}" presName="compNode" presStyleCnt="0"/>
      <dgm:spPr/>
    </dgm:pt>
    <dgm:pt modelId="{D59C020B-4510-4E7B-AA80-B9F3EEC8EB22}" type="pres">
      <dgm:prSet presAssocID="{DD74E796-6EC7-44B0-A283-D910C97CB471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kskavatör"/>
        </a:ext>
      </dgm:extLst>
    </dgm:pt>
    <dgm:pt modelId="{278AB08B-E4F1-44AB-8809-D57DBD66120B}" type="pres">
      <dgm:prSet presAssocID="{DD74E796-6EC7-44B0-A283-D910C97CB471}" presName="iconSpace" presStyleCnt="0"/>
      <dgm:spPr/>
    </dgm:pt>
    <dgm:pt modelId="{3D923853-F85F-41CF-9150-B188AF4DEC7D}" type="pres">
      <dgm:prSet presAssocID="{DD74E796-6EC7-44B0-A283-D910C97CB471}" presName="parTx" presStyleLbl="revTx" presStyleIdx="2" presStyleCnt="4">
        <dgm:presLayoutVars>
          <dgm:chMax val="0"/>
          <dgm:chPref val="0"/>
        </dgm:presLayoutVars>
      </dgm:prSet>
      <dgm:spPr/>
    </dgm:pt>
    <dgm:pt modelId="{130A408B-B07C-446E-9504-5A018A641FEB}" type="pres">
      <dgm:prSet presAssocID="{DD74E796-6EC7-44B0-A283-D910C97CB471}" presName="txSpace" presStyleCnt="0"/>
      <dgm:spPr/>
    </dgm:pt>
    <dgm:pt modelId="{00764129-C82B-45B7-95A7-46061CD3E008}" type="pres">
      <dgm:prSet presAssocID="{DD74E796-6EC7-44B0-A283-D910C97CB471}" presName="desTx" presStyleLbl="revTx" presStyleIdx="3" presStyleCnt="4">
        <dgm:presLayoutVars/>
      </dgm:prSet>
      <dgm:spPr/>
    </dgm:pt>
  </dgm:ptLst>
  <dgm:cxnLst>
    <dgm:cxn modelId="{67AF6D08-EFD1-4266-A264-7258ABA3CB17}" srcId="{5C2347A4-0A72-43C9-8C83-B6FE4E52BB28}" destId="{DD74E796-6EC7-44B0-A283-D910C97CB471}" srcOrd="1" destOrd="0" parTransId="{CA23B75D-A3DC-4F18-AC8F-8BB4C3AE4911}" sibTransId="{125DB252-E09E-45DF-ACDF-B7CC9A4FA1F2}"/>
    <dgm:cxn modelId="{34DAA513-3D78-4774-BFDC-6DD4B0D5B80E}" type="presOf" srcId="{D81078F7-C6E0-46CC-B3FF-2BFBD1011792}" destId="{00764129-C82B-45B7-95A7-46061CD3E008}" srcOrd="0" destOrd="0" presId="urn:microsoft.com/office/officeart/2018/5/layout/CenteredIconLabelDescriptionList"/>
    <dgm:cxn modelId="{0573B313-2E21-44FA-BA48-84D87D7584CE}" type="presOf" srcId="{9B43FB19-5B2D-4855-90BB-E014A65144E6}" destId="{9662CB88-DA85-4678-B05A-352FC0654266}" srcOrd="0" destOrd="0" presId="urn:microsoft.com/office/officeart/2018/5/layout/CenteredIconLabelDescriptionList"/>
    <dgm:cxn modelId="{CC0B9D2F-60F4-408D-BEF3-383E339D84B4}" type="presOf" srcId="{302BD6D6-A5F8-4896-8DCA-73C333B5D097}" destId="{00764129-C82B-45B7-95A7-46061CD3E008}" srcOrd="0" destOrd="1" presId="urn:microsoft.com/office/officeart/2018/5/layout/CenteredIconLabelDescriptionList"/>
    <dgm:cxn modelId="{EDC83E40-CC89-47C6-966F-2537A8EEAFE0}" srcId="{9B43FB19-5B2D-4855-90BB-E014A65144E6}" destId="{C607E960-196F-4070-80A3-F1BDDA3B8265}" srcOrd="0" destOrd="0" parTransId="{0E602D4D-4266-4EE6-9DA3-168935FF642D}" sibTransId="{06DCA1F1-A164-4FE3-A28E-2E6599623D61}"/>
    <dgm:cxn modelId="{0D7E575A-804C-461E-B7C9-76C0D31B5390}" srcId="{5C2347A4-0A72-43C9-8C83-B6FE4E52BB28}" destId="{9B43FB19-5B2D-4855-90BB-E014A65144E6}" srcOrd="0" destOrd="0" parTransId="{CAE28B5B-4F7E-466C-BD6F-39F1B3E7D444}" sibTransId="{75224994-3685-479D-B7D9-B30659DD418F}"/>
    <dgm:cxn modelId="{7CA87880-F5E8-4B38-A165-E2D3A42F4033}" type="presOf" srcId="{5C2347A4-0A72-43C9-8C83-B6FE4E52BB28}" destId="{D330B63D-0F1B-4137-9EC2-E0F59B14384F}" srcOrd="0" destOrd="0" presId="urn:microsoft.com/office/officeart/2018/5/layout/CenteredIconLabelDescriptionList"/>
    <dgm:cxn modelId="{06E71385-4DD5-4C47-AC00-9B2EA1E16E0B}" srcId="{DD74E796-6EC7-44B0-A283-D910C97CB471}" destId="{13C74666-8ECC-4CE2-8AB6-B02ABFF0A585}" srcOrd="2" destOrd="0" parTransId="{34530065-127D-4BAA-AE9D-FA45A96C216C}" sibTransId="{CB8A9291-0D78-47F6-80DD-4F715062546E}"/>
    <dgm:cxn modelId="{D6D91098-14AD-4C47-A804-0F189E9F3D92}" type="presOf" srcId="{C607E960-196F-4070-80A3-F1BDDA3B8265}" destId="{2F42C22D-AA12-4483-A6D1-20F333644A1B}" srcOrd="0" destOrd="0" presId="urn:microsoft.com/office/officeart/2018/5/layout/CenteredIconLabelDescriptionList"/>
    <dgm:cxn modelId="{268F58B9-1A03-4BD1-9ECA-217E63303DE2}" srcId="{DD74E796-6EC7-44B0-A283-D910C97CB471}" destId="{D81078F7-C6E0-46CC-B3FF-2BFBD1011792}" srcOrd="0" destOrd="0" parTransId="{6E5D5445-80DD-4DF4-8A5A-871673753B34}" sibTransId="{5E986613-6E29-4DA2-96F3-C0EAA1EFF655}"/>
    <dgm:cxn modelId="{CFE0BCCB-4E1B-4615-A74E-FA8D0C60D49A}" type="presOf" srcId="{DD74E796-6EC7-44B0-A283-D910C97CB471}" destId="{3D923853-F85F-41CF-9150-B188AF4DEC7D}" srcOrd="0" destOrd="0" presId="urn:microsoft.com/office/officeart/2018/5/layout/CenteredIconLabelDescriptionList"/>
    <dgm:cxn modelId="{2F426CD2-415C-49B3-8537-A593A5438227}" type="presOf" srcId="{13C74666-8ECC-4CE2-8AB6-B02ABFF0A585}" destId="{00764129-C82B-45B7-95A7-46061CD3E008}" srcOrd="0" destOrd="2" presId="urn:microsoft.com/office/officeart/2018/5/layout/CenteredIconLabelDescriptionList"/>
    <dgm:cxn modelId="{7168EBF8-6688-4BD3-A1F0-F0D1419B498A}" srcId="{DD74E796-6EC7-44B0-A283-D910C97CB471}" destId="{302BD6D6-A5F8-4896-8DCA-73C333B5D097}" srcOrd="1" destOrd="0" parTransId="{D9286B77-762F-4DE7-A804-CE14C58D1BCA}" sibTransId="{71BDCE28-B2EA-43AD-BE97-8CC0704E3FE7}"/>
    <dgm:cxn modelId="{A36CBD30-86AB-464E-BA33-64E4A5E8B5D0}" type="presParOf" srcId="{D330B63D-0F1B-4137-9EC2-E0F59B14384F}" destId="{5EB51DD7-BD50-41AE-A7F0-CA99198C0D09}" srcOrd="0" destOrd="0" presId="urn:microsoft.com/office/officeart/2018/5/layout/CenteredIconLabelDescriptionList"/>
    <dgm:cxn modelId="{15A5C15A-2BFA-4C86-81D9-81A71022B339}" type="presParOf" srcId="{5EB51DD7-BD50-41AE-A7F0-CA99198C0D09}" destId="{2EB36DEC-29D7-4D62-970C-53241A4046B0}" srcOrd="0" destOrd="0" presId="urn:microsoft.com/office/officeart/2018/5/layout/CenteredIconLabelDescriptionList"/>
    <dgm:cxn modelId="{1FB9DE46-AF96-4FB3-BD5E-26F251339528}" type="presParOf" srcId="{5EB51DD7-BD50-41AE-A7F0-CA99198C0D09}" destId="{CFB17702-259C-467E-876C-5F4639A466B7}" srcOrd="1" destOrd="0" presId="urn:microsoft.com/office/officeart/2018/5/layout/CenteredIconLabelDescriptionList"/>
    <dgm:cxn modelId="{4191BDB7-2E7B-4D98-9523-FF9C17B16E8D}" type="presParOf" srcId="{5EB51DD7-BD50-41AE-A7F0-CA99198C0D09}" destId="{9662CB88-DA85-4678-B05A-352FC0654266}" srcOrd="2" destOrd="0" presId="urn:microsoft.com/office/officeart/2018/5/layout/CenteredIconLabelDescriptionList"/>
    <dgm:cxn modelId="{5A118F7F-677E-4015-88B4-AD69D1811D60}" type="presParOf" srcId="{5EB51DD7-BD50-41AE-A7F0-CA99198C0D09}" destId="{F1A4FBD9-AAA4-48E8-BD71-B6C1377CE85C}" srcOrd="3" destOrd="0" presId="urn:microsoft.com/office/officeart/2018/5/layout/CenteredIconLabelDescriptionList"/>
    <dgm:cxn modelId="{F869A611-3941-461F-A572-5A6E085F9180}" type="presParOf" srcId="{5EB51DD7-BD50-41AE-A7F0-CA99198C0D09}" destId="{2F42C22D-AA12-4483-A6D1-20F333644A1B}" srcOrd="4" destOrd="0" presId="urn:microsoft.com/office/officeart/2018/5/layout/CenteredIconLabelDescriptionList"/>
    <dgm:cxn modelId="{2C9C9A6C-31B0-47E5-A45D-5D28E768A313}" type="presParOf" srcId="{D330B63D-0F1B-4137-9EC2-E0F59B14384F}" destId="{0FA5F811-06F4-4150-85A5-C46543409BB8}" srcOrd="1" destOrd="0" presId="urn:microsoft.com/office/officeart/2018/5/layout/CenteredIconLabelDescriptionList"/>
    <dgm:cxn modelId="{6D33351E-41D6-4152-97EB-9831BEB5F915}" type="presParOf" srcId="{D330B63D-0F1B-4137-9EC2-E0F59B14384F}" destId="{1D6893BB-FB28-4CA6-AEF0-190522E93645}" srcOrd="2" destOrd="0" presId="urn:microsoft.com/office/officeart/2018/5/layout/CenteredIconLabelDescriptionList"/>
    <dgm:cxn modelId="{5D822EAC-551D-4521-A477-5D536D89BD93}" type="presParOf" srcId="{1D6893BB-FB28-4CA6-AEF0-190522E93645}" destId="{D59C020B-4510-4E7B-AA80-B9F3EEC8EB22}" srcOrd="0" destOrd="0" presId="urn:microsoft.com/office/officeart/2018/5/layout/CenteredIconLabelDescriptionList"/>
    <dgm:cxn modelId="{45457F65-D098-4CFC-A523-7BDBA1B31036}" type="presParOf" srcId="{1D6893BB-FB28-4CA6-AEF0-190522E93645}" destId="{278AB08B-E4F1-44AB-8809-D57DBD66120B}" srcOrd="1" destOrd="0" presId="urn:microsoft.com/office/officeart/2018/5/layout/CenteredIconLabelDescriptionList"/>
    <dgm:cxn modelId="{62EACD33-C02F-4812-979C-D5CA522BEC30}" type="presParOf" srcId="{1D6893BB-FB28-4CA6-AEF0-190522E93645}" destId="{3D923853-F85F-41CF-9150-B188AF4DEC7D}" srcOrd="2" destOrd="0" presId="urn:microsoft.com/office/officeart/2018/5/layout/CenteredIconLabelDescriptionList"/>
    <dgm:cxn modelId="{E423B7E2-E335-4848-9346-1EF9CCFDFBA4}" type="presParOf" srcId="{1D6893BB-FB28-4CA6-AEF0-190522E93645}" destId="{130A408B-B07C-446E-9504-5A018A641FEB}" srcOrd="3" destOrd="0" presId="urn:microsoft.com/office/officeart/2018/5/layout/CenteredIconLabelDescriptionList"/>
    <dgm:cxn modelId="{4D488421-C287-40FD-B648-AD5974890A5D}" type="presParOf" srcId="{1D6893BB-FB28-4CA6-AEF0-190522E93645}" destId="{00764129-C82B-45B7-95A7-46061CD3E00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6.xml><?xml version="1.0" encoding="utf-8"?>
<dgm:dataModel xmlns:dgm="http://schemas.openxmlformats.org/drawingml/2006/diagram" xmlns:a="http://schemas.openxmlformats.org/drawingml/2006/main">
  <dgm:ptLst>
    <dgm:pt modelId="{2655E03F-B752-4509-89BF-50D5D1EB5BA8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5" csCatId="colorful" phldr="1"/>
      <dgm:spPr/>
      <dgm:t>
        <a:bodyPr/>
        <a:lstStyle/>
        <a:p>
          <a:endParaRPr lang="en-US"/>
        </a:p>
      </dgm:t>
    </dgm:pt>
    <dgm:pt modelId="{15D417CB-22A0-4671-B5D1-DBF60E358BB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Critical questions</a:t>
          </a:r>
          <a:endParaRPr lang="en-US"/>
        </a:p>
      </dgm:t>
    </dgm:pt>
    <dgm:pt modelId="{28F2D03B-5D53-40FC-8E36-EF2F1F34AB8E}" type="parTrans" cxnId="{A07F606F-C6EF-47C0-89FA-F6938E5BC2EA}">
      <dgm:prSet/>
      <dgm:spPr/>
      <dgm:t>
        <a:bodyPr/>
        <a:lstStyle/>
        <a:p>
          <a:endParaRPr lang="en-US"/>
        </a:p>
      </dgm:t>
    </dgm:pt>
    <dgm:pt modelId="{9BB4B365-F2FC-4520-9DAD-3BF4F64E5679}" type="sibTrans" cxnId="{A07F606F-C6EF-47C0-89FA-F6938E5BC2EA}">
      <dgm:prSet/>
      <dgm:spPr/>
      <dgm:t>
        <a:bodyPr/>
        <a:lstStyle/>
        <a:p>
          <a:endParaRPr lang="en-US"/>
        </a:p>
      </dgm:t>
    </dgm:pt>
    <dgm:pt modelId="{8F7B5C5B-0A78-4E15-A303-E8749610C1C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Why is the difficulty adjustable, </a:t>
          </a:r>
        </a:p>
      </dgm:t>
    </dgm:pt>
    <dgm:pt modelId="{F6B4F9C6-F167-4BE5-AEF6-DA355AD4958F}" type="parTrans" cxnId="{B994A08E-88ED-47DB-B1C9-EBCFD2666600}">
      <dgm:prSet/>
      <dgm:spPr/>
      <dgm:t>
        <a:bodyPr/>
        <a:lstStyle/>
        <a:p>
          <a:endParaRPr lang="en-US"/>
        </a:p>
      </dgm:t>
    </dgm:pt>
    <dgm:pt modelId="{F75D13AB-5D8B-4DBF-946D-248745D3714B}" type="sibTrans" cxnId="{B994A08E-88ED-47DB-B1C9-EBCFD2666600}">
      <dgm:prSet/>
      <dgm:spPr/>
      <dgm:t>
        <a:bodyPr/>
        <a:lstStyle/>
        <a:p>
          <a:endParaRPr lang="en-US"/>
        </a:p>
      </dgm:t>
    </dgm:pt>
    <dgm:pt modelId="{4A672ECB-EC16-436A-9EB9-5EB8AF8662A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who adjusts it, </a:t>
          </a:r>
        </a:p>
      </dgm:t>
    </dgm:pt>
    <dgm:pt modelId="{F9FE47E5-B07D-4D25-9B49-15923F1FEBD3}" type="parTrans" cxnId="{56ABE5DB-A0C0-4CA4-BF9E-DB24B2B66526}">
      <dgm:prSet/>
      <dgm:spPr/>
      <dgm:t>
        <a:bodyPr/>
        <a:lstStyle/>
        <a:p>
          <a:endParaRPr lang="en-US"/>
        </a:p>
      </dgm:t>
    </dgm:pt>
    <dgm:pt modelId="{E9D2C4B0-F490-46E6-AEDE-682C46EC0C92}" type="sibTrans" cxnId="{56ABE5DB-A0C0-4CA4-BF9E-DB24B2B66526}">
      <dgm:prSet/>
      <dgm:spPr/>
      <dgm:t>
        <a:bodyPr/>
        <a:lstStyle/>
        <a:p>
          <a:endParaRPr lang="en-US"/>
        </a:p>
      </dgm:t>
    </dgm:pt>
    <dgm:pt modelId="{4007AA7F-8D8B-44AE-B581-7D7738372F9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how?</a:t>
          </a:r>
        </a:p>
      </dgm:t>
    </dgm:pt>
    <dgm:pt modelId="{9A2BFE84-0C6D-42BD-84D6-43AD2D99430F}" type="parTrans" cxnId="{6752B039-E7FC-4E08-AA86-4FB94D97B251}">
      <dgm:prSet/>
      <dgm:spPr/>
      <dgm:t>
        <a:bodyPr/>
        <a:lstStyle/>
        <a:p>
          <a:endParaRPr lang="en-US"/>
        </a:p>
      </dgm:t>
    </dgm:pt>
    <dgm:pt modelId="{54B73CC5-BC92-4F15-B96D-7579DFBCEDAB}" type="sibTrans" cxnId="{6752B039-E7FC-4E08-AA86-4FB94D97B251}">
      <dgm:prSet/>
      <dgm:spPr/>
      <dgm:t>
        <a:bodyPr/>
        <a:lstStyle/>
        <a:p>
          <a:endParaRPr lang="en-US"/>
        </a:p>
      </dgm:t>
    </dgm:pt>
    <dgm:pt modelId="{8D56FE16-AD8D-4D0B-88A1-2F97729ABCF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Bitcoins hearthbeat</a:t>
          </a:r>
          <a:endParaRPr lang="en-US"/>
        </a:p>
      </dgm:t>
    </dgm:pt>
    <dgm:pt modelId="{883EA4F0-AF4E-4C47-A438-3F5C65CD2CC2}" type="parTrans" cxnId="{0A4DA437-FD59-4B7A-B1A2-564E9236ADD0}">
      <dgm:prSet/>
      <dgm:spPr/>
      <dgm:t>
        <a:bodyPr/>
        <a:lstStyle/>
        <a:p>
          <a:endParaRPr lang="en-US"/>
        </a:p>
      </dgm:t>
    </dgm:pt>
    <dgm:pt modelId="{0D810DB4-D6BC-4A21-B239-73FA44BA2A3E}" type="sibTrans" cxnId="{0A4DA437-FD59-4B7A-B1A2-564E9236ADD0}">
      <dgm:prSet/>
      <dgm:spPr/>
      <dgm:t>
        <a:bodyPr/>
        <a:lstStyle/>
        <a:p>
          <a:endParaRPr lang="en-US"/>
        </a:p>
      </dgm:t>
    </dgm:pt>
    <dgm:pt modelId="{EACF0A90-C612-4EBE-A6CF-B4BDDD3B674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Bitcoin’s blocks are generated </a:t>
          </a:r>
        </a:p>
      </dgm:t>
    </dgm:pt>
    <dgm:pt modelId="{C14E2CFB-2375-4983-8E05-94409D6E64F1}" type="parTrans" cxnId="{A355F0E1-381C-4964-9DD7-7AA14C69474F}">
      <dgm:prSet/>
      <dgm:spPr/>
      <dgm:t>
        <a:bodyPr/>
        <a:lstStyle/>
        <a:p>
          <a:endParaRPr lang="en-US"/>
        </a:p>
      </dgm:t>
    </dgm:pt>
    <dgm:pt modelId="{EA7AD20E-65DE-47FB-A931-0DAACB980B49}" type="sibTrans" cxnId="{A355F0E1-381C-4964-9DD7-7AA14C69474F}">
      <dgm:prSet/>
      <dgm:spPr/>
      <dgm:t>
        <a:bodyPr/>
        <a:lstStyle/>
        <a:p>
          <a:endParaRPr lang="en-US"/>
        </a:p>
      </dgm:t>
    </dgm:pt>
    <dgm:pt modelId="{32638577-2CBE-441F-8642-A36528B8F1F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every 10 minutes, on average</a:t>
          </a:r>
        </a:p>
      </dgm:t>
    </dgm:pt>
    <dgm:pt modelId="{21E70B49-F77D-4E20-9516-B3A353D85209}" type="parTrans" cxnId="{9FF0B96B-F30D-468F-B773-4F039A736F56}">
      <dgm:prSet/>
      <dgm:spPr/>
      <dgm:t>
        <a:bodyPr/>
        <a:lstStyle/>
        <a:p>
          <a:endParaRPr lang="en-US"/>
        </a:p>
      </dgm:t>
    </dgm:pt>
    <dgm:pt modelId="{988CFE75-DEDA-4A95-9B90-ACF06A623A7E}" type="sibTrans" cxnId="{9FF0B96B-F30D-468F-B773-4F039A736F56}">
      <dgm:prSet/>
      <dgm:spPr/>
      <dgm:t>
        <a:bodyPr/>
        <a:lstStyle/>
        <a:p>
          <a:endParaRPr lang="en-US"/>
        </a:p>
      </dgm:t>
    </dgm:pt>
    <dgm:pt modelId="{EAF9BAF2-8659-40BC-9C47-2FB3FFAD7DD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Constant frequency</a:t>
          </a:r>
          <a:endParaRPr lang="en-US"/>
        </a:p>
      </dgm:t>
    </dgm:pt>
    <dgm:pt modelId="{AA74085C-6811-4785-871C-E5E375D2DAED}" type="parTrans" cxnId="{F5B4D2B3-76D7-448E-9A3E-8840C528BF10}">
      <dgm:prSet/>
      <dgm:spPr/>
      <dgm:t>
        <a:bodyPr/>
        <a:lstStyle/>
        <a:p>
          <a:endParaRPr lang="en-US"/>
        </a:p>
      </dgm:t>
    </dgm:pt>
    <dgm:pt modelId="{47D45419-9BBE-4DB4-8986-5FF2F7BF896D}" type="sibTrans" cxnId="{F5B4D2B3-76D7-448E-9A3E-8840C528BF10}">
      <dgm:prSet/>
      <dgm:spPr/>
      <dgm:t>
        <a:bodyPr/>
        <a:lstStyle/>
        <a:p>
          <a:endParaRPr lang="en-US"/>
        </a:p>
      </dgm:t>
    </dgm:pt>
    <dgm:pt modelId="{AC1F0F18-A4C3-4A4E-93B7-9CB67FCAD1D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frequency </a:t>
          </a:r>
          <a:r>
            <a:rPr lang="en-US"/>
            <a:t>has to remain constant </a:t>
          </a:r>
        </a:p>
      </dgm:t>
    </dgm:pt>
    <dgm:pt modelId="{60BA261C-BBA6-4C58-AEE7-CE98B9CEF335}" type="parTrans" cxnId="{68FBCA5D-97BE-493B-BCDB-3115ABC0EDDA}">
      <dgm:prSet/>
      <dgm:spPr/>
      <dgm:t>
        <a:bodyPr/>
        <a:lstStyle/>
        <a:p>
          <a:endParaRPr lang="en-US"/>
        </a:p>
      </dgm:t>
    </dgm:pt>
    <dgm:pt modelId="{3E0B1C76-8E8F-4AB2-ACF6-7B7F0781843A}" type="sibTrans" cxnId="{68FBCA5D-97BE-493B-BCDB-3115ABC0EDDA}">
      <dgm:prSet/>
      <dgm:spPr/>
      <dgm:t>
        <a:bodyPr/>
        <a:lstStyle/>
        <a:p>
          <a:endParaRPr lang="en-US"/>
        </a:p>
      </dgm:t>
    </dgm:pt>
    <dgm:pt modelId="{36D4BD93-E4A5-482E-9E7B-E897EE33A61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not just over the short term, but over a period of</a:t>
          </a:r>
          <a:r>
            <a:rPr lang="tr-TR"/>
            <a:t> </a:t>
          </a:r>
          <a:r>
            <a:rPr lang="en-US"/>
            <a:t>many decades</a:t>
          </a:r>
        </a:p>
      </dgm:t>
    </dgm:pt>
    <dgm:pt modelId="{E4BC86E7-9433-4B05-B786-239FB5245393}" type="parTrans" cxnId="{1CF03AFE-4ECE-448C-A947-9934FDE3DBA1}">
      <dgm:prSet/>
      <dgm:spPr/>
      <dgm:t>
        <a:bodyPr/>
        <a:lstStyle/>
        <a:p>
          <a:endParaRPr lang="en-US"/>
        </a:p>
      </dgm:t>
    </dgm:pt>
    <dgm:pt modelId="{B651359E-5732-40A4-B9CB-A9522AFD21C7}" type="sibTrans" cxnId="{1CF03AFE-4ECE-448C-A947-9934FDE3DBA1}">
      <dgm:prSet/>
      <dgm:spPr/>
      <dgm:t>
        <a:bodyPr/>
        <a:lstStyle/>
        <a:p>
          <a:endParaRPr lang="en-US"/>
        </a:p>
      </dgm:t>
    </dgm:pt>
    <dgm:pt modelId="{927E2027-9938-4FED-879E-8727B8AE6F69}" type="pres">
      <dgm:prSet presAssocID="{2655E03F-B752-4509-89BF-50D5D1EB5BA8}" presName="root" presStyleCnt="0">
        <dgm:presLayoutVars>
          <dgm:dir/>
          <dgm:resizeHandles val="exact"/>
        </dgm:presLayoutVars>
      </dgm:prSet>
      <dgm:spPr/>
    </dgm:pt>
    <dgm:pt modelId="{6EEC8924-DD4A-4A7B-82AE-BF15D6B86B8F}" type="pres">
      <dgm:prSet presAssocID="{15D417CB-22A0-4671-B5D1-DBF60E358BB5}" presName="compNode" presStyleCnt="0"/>
      <dgm:spPr/>
    </dgm:pt>
    <dgm:pt modelId="{42D8E9ED-D390-495A-AF2C-71BA9EA06316}" type="pres">
      <dgm:prSet presAssocID="{15D417CB-22A0-4671-B5D1-DBF60E358BB5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orular"/>
        </a:ext>
      </dgm:extLst>
    </dgm:pt>
    <dgm:pt modelId="{75205E09-B5A2-4932-86EB-32F58EB530C4}" type="pres">
      <dgm:prSet presAssocID="{15D417CB-22A0-4671-B5D1-DBF60E358BB5}" presName="iconSpace" presStyleCnt="0"/>
      <dgm:spPr/>
    </dgm:pt>
    <dgm:pt modelId="{838BD72C-981E-4E63-8356-5751D7BF69A0}" type="pres">
      <dgm:prSet presAssocID="{15D417CB-22A0-4671-B5D1-DBF60E358BB5}" presName="parTx" presStyleLbl="revTx" presStyleIdx="0" presStyleCnt="6">
        <dgm:presLayoutVars>
          <dgm:chMax val="0"/>
          <dgm:chPref val="0"/>
        </dgm:presLayoutVars>
      </dgm:prSet>
      <dgm:spPr/>
    </dgm:pt>
    <dgm:pt modelId="{8DFD2E3F-1F10-4FDC-8B1F-1F33F217AD1E}" type="pres">
      <dgm:prSet presAssocID="{15D417CB-22A0-4671-B5D1-DBF60E358BB5}" presName="txSpace" presStyleCnt="0"/>
      <dgm:spPr/>
    </dgm:pt>
    <dgm:pt modelId="{228296BD-EF92-4313-B411-2FF3CD3AF784}" type="pres">
      <dgm:prSet presAssocID="{15D417CB-22A0-4671-B5D1-DBF60E358BB5}" presName="desTx" presStyleLbl="revTx" presStyleIdx="1" presStyleCnt="6">
        <dgm:presLayoutVars/>
      </dgm:prSet>
      <dgm:spPr/>
    </dgm:pt>
    <dgm:pt modelId="{D14DE241-867D-4713-99D7-FD631A7E04FF}" type="pres">
      <dgm:prSet presAssocID="{9BB4B365-F2FC-4520-9DAD-3BF4F64E5679}" presName="sibTrans" presStyleCnt="0"/>
      <dgm:spPr/>
    </dgm:pt>
    <dgm:pt modelId="{00E883EF-26A0-45D2-BFCB-11B6E3950F05}" type="pres">
      <dgm:prSet presAssocID="{8D56FE16-AD8D-4D0B-88A1-2F97729ABCF6}" presName="compNode" presStyleCnt="0"/>
      <dgm:spPr/>
    </dgm:pt>
    <dgm:pt modelId="{797C4A6F-6310-42EF-910A-C93D408F0C5B}" type="pres">
      <dgm:prSet presAssocID="{8D56FE16-AD8D-4D0B-88A1-2F97729ABCF6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13BCFBB1-27E2-4365-9DD8-A264D73ADBB3}" type="pres">
      <dgm:prSet presAssocID="{8D56FE16-AD8D-4D0B-88A1-2F97729ABCF6}" presName="iconSpace" presStyleCnt="0"/>
      <dgm:spPr/>
    </dgm:pt>
    <dgm:pt modelId="{6B65B66F-7156-4E1D-9EF0-0CF75A216A4E}" type="pres">
      <dgm:prSet presAssocID="{8D56FE16-AD8D-4D0B-88A1-2F97729ABCF6}" presName="parTx" presStyleLbl="revTx" presStyleIdx="2" presStyleCnt="6">
        <dgm:presLayoutVars>
          <dgm:chMax val="0"/>
          <dgm:chPref val="0"/>
        </dgm:presLayoutVars>
      </dgm:prSet>
      <dgm:spPr/>
    </dgm:pt>
    <dgm:pt modelId="{966974A3-9BEF-4CC6-8EEF-2ABCA4643F16}" type="pres">
      <dgm:prSet presAssocID="{8D56FE16-AD8D-4D0B-88A1-2F97729ABCF6}" presName="txSpace" presStyleCnt="0"/>
      <dgm:spPr/>
    </dgm:pt>
    <dgm:pt modelId="{FB248E5A-04D2-4DE5-AAAE-B00702CFCDC8}" type="pres">
      <dgm:prSet presAssocID="{8D56FE16-AD8D-4D0B-88A1-2F97729ABCF6}" presName="desTx" presStyleLbl="revTx" presStyleIdx="3" presStyleCnt="6">
        <dgm:presLayoutVars/>
      </dgm:prSet>
      <dgm:spPr/>
    </dgm:pt>
    <dgm:pt modelId="{285D150F-1818-4A0D-8C5C-D274D7612B6D}" type="pres">
      <dgm:prSet presAssocID="{0D810DB4-D6BC-4A21-B239-73FA44BA2A3E}" presName="sibTrans" presStyleCnt="0"/>
      <dgm:spPr/>
    </dgm:pt>
    <dgm:pt modelId="{999563EC-F70E-47B5-B38B-B7193595A0AB}" type="pres">
      <dgm:prSet presAssocID="{EAF9BAF2-8659-40BC-9C47-2FB3FFAD7DDB}" presName="compNode" presStyleCnt="0"/>
      <dgm:spPr/>
    </dgm:pt>
    <dgm:pt modelId="{A96324E9-E9E6-4846-A7A6-F951E8C96B4C}" type="pres">
      <dgm:prSet presAssocID="{EAF9BAF2-8659-40BC-9C47-2FB3FFAD7DDB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peed Bump"/>
        </a:ext>
      </dgm:extLst>
    </dgm:pt>
    <dgm:pt modelId="{3E9D78A1-8CB7-4CAB-991B-994FFDADF9C7}" type="pres">
      <dgm:prSet presAssocID="{EAF9BAF2-8659-40BC-9C47-2FB3FFAD7DDB}" presName="iconSpace" presStyleCnt="0"/>
      <dgm:spPr/>
    </dgm:pt>
    <dgm:pt modelId="{319B8BB7-8D4C-4701-AEB5-A8A9819622ED}" type="pres">
      <dgm:prSet presAssocID="{EAF9BAF2-8659-40BC-9C47-2FB3FFAD7DDB}" presName="parTx" presStyleLbl="revTx" presStyleIdx="4" presStyleCnt="6">
        <dgm:presLayoutVars>
          <dgm:chMax val="0"/>
          <dgm:chPref val="0"/>
        </dgm:presLayoutVars>
      </dgm:prSet>
      <dgm:spPr/>
    </dgm:pt>
    <dgm:pt modelId="{01011FCC-0B8D-4A50-90B9-E7F2FF4E1449}" type="pres">
      <dgm:prSet presAssocID="{EAF9BAF2-8659-40BC-9C47-2FB3FFAD7DDB}" presName="txSpace" presStyleCnt="0"/>
      <dgm:spPr/>
    </dgm:pt>
    <dgm:pt modelId="{FE1995BB-99DB-40BE-A625-49F56227AEFA}" type="pres">
      <dgm:prSet presAssocID="{EAF9BAF2-8659-40BC-9C47-2FB3FFAD7DDB}" presName="desTx" presStyleLbl="revTx" presStyleIdx="5" presStyleCnt="6">
        <dgm:presLayoutVars/>
      </dgm:prSet>
      <dgm:spPr/>
    </dgm:pt>
  </dgm:ptLst>
  <dgm:cxnLst>
    <dgm:cxn modelId="{C864900E-F3AD-4AD9-AFE4-8CFE8FA096EF}" type="presOf" srcId="{4A672ECB-EC16-436A-9EB9-5EB8AF8662A8}" destId="{228296BD-EF92-4313-B411-2FF3CD3AF784}" srcOrd="0" destOrd="1" presId="urn:microsoft.com/office/officeart/2018/5/layout/CenteredIconLabelDescriptionList"/>
    <dgm:cxn modelId="{3DE3F920-044E-464E-B65D-21AC76ED500F}" type="presOf" srcId="{32638577-2CBE-441F-8642-A36528B8F1FE}" destId="{FB248E5A-04D2-4DE5-AAAE-B00702CFCDC8}" srcOrd="0" destOrd="1" presId="urn:microsoft.com/office/officeart/2018/5/layout/CenteredIconLabelDescriptionList"/>
    <dgm:cxn modelId="{3B4A6032-09F7-4CF1-A3DC-9A764301E894}" type="presOf" srcId="{EACF0A90-C612-4EBE-A6CF-B4BDDD3B6745}" destId="{FB248E5A-04D2-4DE5-AAAE-B00702CFCDC8}" srcOrd="0" destOrd="0" presId="urn:microsoft.com/office/officeart/2018/5/layout/CenteredIconLabelDescriptionList"/>
    <dgm:cxn modelId="{0A4DA437-FD59-4B7A-B1A2-564E9236ADD0}" srcId="{2655E03F-B752-4509-89BF-50D5D1EB5BA8}" destId="{8D56FE16-AD8D-4D0B-88A1-2F97729ABCF6}" srcOrd="1" destOrd="0" parTransId="{883EA4F0-AF4E-4C47-A438-3F5C65CD2CC2}" sibTransId="{0D810DB4-D6BC-4A21-B239-73FA44BA2A3E}"/>
    <dgm:cxn modelId="{6752B039-E7FC-4E08-AA86-4FB94D97B251}" srcId="{15D417CB-22A0-4671-B5D1-DBF60E358BB5}" destId="{4007AA7F-8D8B-44AE-B581-7D7738372F99}" srcOrd="2" destOrd="0" parTransId="{9A2BFE84-0C6D-42BD-84D6-43AD2D99430F}" sibTransId="{54B73CC5-BC92-4F15-B96D-7579DFBCEDAB}"/>
    <dgm:cxn modelId="{68FBCA5D-97BE-493B-BCDB-3115ABC0EDDA}" srcId="{EAF9BAF2-8659-40BC-9C47-2FB3FFAD7DDB}" destId="{AC1F0F18-A4C3-4A4E-93B7-9CB67FCAD1D3}" srcOrd="0" destOrd="0" parTransId="{60BA261C-BBA6-4C58-AEE7-CE98B9CEF335}" sibTransId="{3E0B1C76-8E8F-4AB2-ACF6-7B7F0781843A}"/>
    <dgm:cxn modelId="{9FF0B96B-F30D-468F-B773-4F039A736F56}" srcId="{8D56FE16-AD8D-4D0B-88A1-2F97729ABCF6}" destId="{32638577-2CBE-441F-8642-A36528B8F1FE}" srcOrd="1" destOrd="0" parTransId="{21E70B49-F77D-4E20-9516-B3A353D85209}" sibTransId="{988CFE75-DEDA-4A95-9B90-ACF06A623A7E}"/>
    <dgm:cxn modelId="{E21B336D-CF49-419F-982B-8C2C3C2611A3}" type="presOf" srcId="{EAF9BAF2-8659-40BC-9C47-2FB3FFAD7DDB}" destId="{319B8BB7-8D4C-4701-AEB5-A8A9819622ED}" srcOrd="0" destOrd="0" presId="urn:microsoft.com/office/officeart/2018/5/layout/CenteredIconLabelDescriptionList"/>
    <dgm:cxn modelId="{A07F606F-C6EF-47C0-89FA-F6938E5BC2EA}" srcId="{2655E03F-B752-4509-89BF-50D5D1EB5BA8}" destId="{15D417CB-22A0-4671-B5D1-DBF60E358BB5}" srcOrd="0" destOrd="0" parTransId="{28F2D03B-5D53-40FC-8E36-EF2F1F34AB8E}" sibTransId="{9BB4B365-F2FC-4520-9DAD-3BF4F64E5679}"/>
    <dgm:cxn modelId="{DABD267C-1635-4B5D-8E1B-4C67603791C1}" type="presOf" srcId="{8F7B5C5B-0A78-4E15-A303-E8749610C1CC}" destId="{228296BD-EF92-4313-B411-2FF3CD3AF784}" srcOrd="0" destOrd="0" presId="urn:microsoft.com/office/officeart/2018/5/layout/CenteredIconLabelDescriptionList"/>
    <dgm:cxn modelId="{B994A08E-88ED-47DB-B1C9-EBCFD2666600}" srcId="{15D417CB-22A0-4671-B5D1-DBF60E358BB5}" destId="{8F7B5C5B-0A78-4E15-A303-E8749610C1CC}" srcOrd="0" destOrd="0" parTransId="{F6B4F9C6-F167-4BE5-AEF6-DA355AD4958F}" sibTransId="{F75D13AB-5D8B-4DBF-946D-248745D3714B}"/>
    <dgm:cxn modelId="{67D0A193-E2B7-49FE-98B9-2A8026B9506B}" type="presOf" srcId="{36D4BD93-E4A5-482E-9E7B-E897EE33A61B}" destId="{FE1995BB-99DB-40BE-A625-49F56227AEFA}" srcOrd="0" destOrd="1" presId="urn:microsoft.com/office/officeart/2018/5/layout/CenteredIconLabelDescriptionList"/>
    <dgm:cxn modelId="{17130FA5-B048-47F4-B2FF-FAD33170CC57}" type="presOf" srcId="{AC1F0F18-A4C3-4A4E-93B7-9CB67FCAD1D3}" destId="{FE1995BB-99DB-40BE-A625-49F56227AEFA}" srcOrd="0" destOrd="0" presId="urn:microsoft.com/office/officeart/2018/5/layout/CenteredIconLabelDescriptionList"/>
    <dgm:cxn modelId="{D59B8CB0-DC3E-440E-B6BD-3B213CB0B52E}" type="presOf" srcId="{8D56FE16-AD8D-4D0B-88A1-2F97729ABCF6}" destId="{6B65B66F-7156-4E1D-9EF0-0CF75A216A4E}" srcOrd="0" destOrd="0" presId="urn:microsoft.com/office/officeart/2018/5/layout/CenteredIconLabelDescriptionList"/>
    <dgm:cxn modelId="{F5B4D2B3-76D7-448E-9A3E-8840C528BF10}" srcId="{2655E03F-B752-4509-89BF-50D5D1EB5BA8}" destId="{EAF9BAF2-8659-40BC-9C47-2FB3FFAD7DDB}" srcOrd="2" destOrd="0" parTransId="{AA74085C-6811-4785-871C-E5E375D2DAED}" sibTransId="{47D45419-9BBE-4DB4-8986-5FF2F7BF896D}"/>
    <dgm:cxn modelId="{51A120C5-6FC1-4600-A1F4-2F6A34AF53B8}" type="presOf" srcId="{2655E03F-B752-4509-89BF-50D5D1EB5BA8}" destId="{927E2027-9938-4FED-879E-8727B8AE6F69}" srcOrd="0" destOrd="0" presId="urn:microsoft.com/office/officeart/2018/5/layout/CenteredIconLabelDescriptionList"/>
    <dgm:cxn modelId="{56ABE5DB-A0C0-4CA4-BF9E-DB24B2B66526}" srcId="{15D417CB-22A0-4671-B5D1-DBF60E358BB5}" destId="{4A672ECB-EC16-436A-9EB9-5EB8AF8662A8}" srcOrd="1" destOrd="0" parTransId="{F9FE47E5-B07D-4D25-9B49-15923F1FEBD3}" sibTransId="{E9D2C4B0-F490-46E6-AEDE-682C46EC0C92}"/>
    <dgm:cxn modelId="{A355F0E1-381C-4964-9DD7-7AA14C69474F}" srcId="{8D56FE16-AD8D-4D0B-88A1-2F97729ABCF6}" destId="{EACF0A90-C612-4EBE-A6CF-B4BDDD3B6745}" srcOrd="0" destOrd="0" parTransId="{C14E2CFB-2375-4983-8E05-94409D6E64F1}" sibTransId="{EA7AD20E-65DE-47FB-A931-0DAACB980B49}"/>
    <dgm:cxn modelId="{A75836E8-BC10-4DA1-9D18-B62332023DAB}" type="presOf" srcId="{4007AA7F-8D8B-44AE-B581-7D7738372F99}" destId="{228296BD-EF92-4313-B411-2FF3CD3AF784}" srcOrd="0" destOrd="2" presId="urn:microsoft.com/office/officeart/2018/5/layout/CenteredIconLabelDescriptionList"/>
    <dgm:cxn modelId="{2FB94DF0-4AA1-4192-8E8A-08FA90379497}" type="presOf" srcId="{15D417CB-22A0-4671-B5D1-DBF60E358BB5}" destId="{838BD72C-981E-4E63-8356-5751D7BF69A0}" srcOrd="0" destOrd="0" presId="urn:microsoft.com/office/officeart/2018/5/layout/CenteredIconLabelDescriptionList"/>
    <dgm:cxn modelId="{1CF03AFE-4ECE-448C-A947-9934FDE3DBA1}" srcId="{EAF9BAF2-8659-40BC-9C47-2FB3FFAD7DDB}" destId="{36D4BD93-E4A5-482E-9E7B-E897EE33A61B}" srcOrd="1" destOrd="0" parTransId="{E4BC86E7-9433-4B05-B786-239FB5245393}" sibTransId="{B651359E-5732-40A4-B9CB-A9522AFD21C7}"/>
    <dgm:cxn modelId="{51D110A2-9BC7-4248-A78C-6E473496AA92}" type="presParOf" srcId="{927E2027-9938-4FED-879E-8727B8AE6F69}" destId="{6EEC8924-DD4A-4A7B-82AE-BF15D6B86B8F}" srcOrd="0" destOrd="0" presId="urn:microsoft.com/office/officeart/2018/5/layout/CenteredIconLabelDescriptionList"/>
    <dgm:cxn modelId="{0DF0D3EE-193E-48B4-BDA1-8C57A9138B96}" type="presParOf" srcId="{6EEC8924-DD4A-4A7B-82AE-BF15D6B86B8F}" destId="{42D8E9ED-D390-495A-AF2C-71BA9EA06316}" srcOrd="0" destOrd="0" presId="urn:microsoft.com/office/officeart/2018/5/layout/CenteredIconLabelDescriptionList"/>
    <dgm:cxn modelId="{F52AA256-3177-4393-84B7-3A7FC8DD3C96}" type="presParOf" srcId="{6EEC8924-DD4A-4A7B-82AE-BF15D6B86B8F}" destId="{75205E09-B5A2-4932-86EB-32F58EB530C4}" srcOrd="1" destOrd="0" presId="urn:microsoft.com/office/officeart/2018/5/layout/CenteredIconLabelDescriptionList"/>
    <dgm:cxn modelId="{B4CC4BB2-A654-4F10-B1F0-42D07FADCB1F}" type="presParOf" srcId="{6EEC8924-DD4A-4A7B-82AE-BF15D6B86B8F}" destId="{838BD72C-981E-4E63-8356-5751D7BF69A0}" srcOrd="2" destOrd="0" presId="urn:microsoft.com/office/officeart/2018/5/layout/CenteredIconLabelDescriptionList"/>
    <dgm:cxn modelId="{8A01D209-4396-4AF3-B37D-D416EDA3FAA6}" type="presParOf" srcId="{6EEC8924-DD4A-4A7B-82AE-BF15D6B86B8F}" destId="{8DFD2E3F-1F10-4FDC-8B1F-1F33F217AD1E}" srcOrd="3" destOrd="0" presId="urn:microsoft.com/office/officeart/2018/5/layout/CenteredIconLabelDescriptionList"/>
    <dgm:cxn modelId="{BC0D4CC1-44BA-4E8D-B589-014D98276D16}" type="presParOf" srcId="{6EEC8924-DD4A-4A7B-82AE-BF15D6B86B8F}" destId="{228296BD-EF92-4313-B411-2FF3CD3AF784}" srcOrd="4" destOrd="0" presId="urn:microsoft.com/office/officeart/2018/5/layout/CenteredIconLabelDescriptionList"/>
    <dgm:cxn modelId="{DEFE2F62-2EF2-4C5D-A16B-B556BA91810D}" type="presParOf" srcId="{927E2027-9938-4FED-879E-8727B8AE6F69}" destId="{D14DE241-867D-4713-99D7-FD631A7E04FF}" srcOrd="1" destOrd="0" presId="urn:microsoft.com/office/officeart/2018/5/layout/CenteredIconLabelDescriptionList"/>
    <dgm:cxn modelId="{BDE9E323-FD51-4F7E-AF6E-508B70481CCA}" type="presParOf" srcId="{927E2027-9938-4FED-879E-8727B8AE6F69}" destId="{00E883EF-26A0-45D2-BFCB-11B6E3950F05}" srcOrd="2" destOrd="0" presId="urn:microsoft.com/office/officeart/2018/5/layout/CenteredIconLabelDescriptionList"/>
    <dgm:cxn modelId="{0CEEE3B4-0645-428A-BC92-CB3033BC0D56}" type="presParOf" srcId="{00E883EF-26A0-45D2-BFCB-11B6E3950F05}" destId="{797C4A6F-6310-42EF-910A-C93D408F0C5B}" srcOrd="0" destOrd="0" presId="urn:microsoft.com/office/officeart/2018/5/layout/CenteredIconLabelDescriptionList"/>
    <dgm:cxn modelId="{4AA462D9-8C82-4BA5-BFD7-BA198E9F074F}" type="presParOf" srcId="{00E883EF-26A0-45D2-BFCB-11B6E3950F05}" destId="{13BCFBB1-27E2-4365-9DD8-A264D73ADBB3}" srcOrd="1" destOrd="0" presId="urn:microsoft.com/office/officeart/2018/5/layout/CenteredIconLabelDescriptionList"/>
    <dgm:cxn modelId="{B8D48691-B721-4B26-BFB5-8589849114FC}" type="presParOf" srcId="{00E883EF-26A0-45D2-BFCB-11B6E3950F05}" destId="{6B65B66F-7156-4E1D-9EF0-0CF75A216A4E}" srcOrd="2" destOrd="0" presId="urn:microsoft.com/office/officeart/2018/5/layout/CenteredIconLabelDescriptionList"/>
    <dgm:cxn modelId="{C252F1F5-EA87-46AE-9066-93F97748F46C}" type="presParOf" srcId="{00E883EF-26A0-45D2-BFCB-11B6E3950F05}" destId="{966974A3-9BEF-4CC6-8EEF-2ABCA4643F16}" srcOrd="3" destOrd="0" presId="urn:microsoft.com/office/officeart/2018/5/layout/CenteredIconLabelDescriptionList"/>
    <dgm:cxn modelId="{A04AB952-36D6-417F-AB86-8C56045D323C}" type="presParOf" srcId="{00E883EF-26A0-45D2-BFCB-11B6E3950F05}" destId="{FB248E5A-04D2-4DE5-AAAE-B00702CFCDC8}" srcOrd="4" destOrd="0" presId="urn:microsoft.com/office/officeart/2018/5/layout/CenteredIconLabelDescriptionList"/>
    <dgm:cxn modelId="{11FE3E39-9596-4D6B-B4B7-5099F2173086}" type="presParOf" srcId="{927E2027-9938-4FED-879E-8727B8AE6F69}" destId="{285D150F-1818-4A0D-8C5C-D274D7612B6D}" srcOrd="3" destOrd="0" presId="urn:microsoft.com/office/officeart/2018/5/layout/CenteredIconLabelDescriptionList"/>
    <dgm:cxn modelId="{ABE721C3-163C-447A-A2EF-4764A1739758}" type="presParOf" srcId="{927E2027-9938-4FED-879E-8727B8AE6F69}" destId="{999563EC-F70E-47B5-B38B-B7193595A0AB}" srcOrd="4" destOrd="0" presId="urn:microsoft.com/office/officeart/2018/5/layout/CenteredIconLabelDescriptionList"/>
    <dgm:cxn modelId="{1736D6CD-7055-4707-8644-E994BDC0F88A}" type="presParOf" srcId="{999563EC-F70E-47B5-B38B-B7193595A0AB}" destId="{A96324E9-E9E6-4846-A7A6-F951E8C96B4C}" srcOrd="0" destOrd="0" presId="urn:microsoft.com/office/officeart/2018/5/layout/CenteredIconLabelDescriptionList"/>
    <dgm:cxn modelId="{50143623-6EF2-463F-A6B5-F1F379BD2035}" type="presParOf" srcId="{999563EC-F70E-47B5-B38B-B7193595A0AB}" destId="{3E9D78A1-8CB7-4CAB-991B-994FFDADF9C7}" srcOrd="1" destOrd="0" presId="urn:microsoft.com/office/officeart/2018/5/layout/CenteredIconLabelDescriptionList"/>
    <dgm:cxn modelId="{A832B0DD-31E8-4ECD-BBBD-83BAD92AADE5}" type="presParOf" srcId="{999563EC-F70E-47B5-B38B-B7193595A0AB}" destId="{319B8BB7-8D4C-4701-AEB5-A8A9819622ED}" srcOrd="2" destOrd="0" presId="urn:microsoft.com/office/officeart/2018/5/layout/CenteredIconLabelDescriptionList"/>
    <dgm:cxn modelId="{45ADBF0F-72C1-4CA6-8158-400A4810924A}" type="presParOf" srcId="{999563EC-F70E-47B5-B38B-B7193595A0AB}" destId="{01011FCC-0B8D-4A50-90B9-E7F2FF4E1449}" srcOrd="3" destOrd="0" presId="urn:microsoft.com/office/officeart/2018/5/layout/CenteredIconLabelDescriptionList"/>
    <dgm:cxn modelId="{03923696-9952-4EDD-8DB4-024B4FD2C040}" type="presParOf" srcId="{999563EC-F70E-47B5-B38B-B7193595A0AB}" destId="{FE1995BB-99DB-40BE-A625-49F56227AEFA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7.xml><?xml version="1.0" encoding="utf-8"?>
<dgm:dataModel xmlns:dgm="http://schemas.openxmlformats.org/drawingml/2006/diagram" xmlns:a="http://schemas.openxmlformats.org/drawingml/2006/main">
  <dgm:ptLst>
    <dgm:pt modelId="{4F4A40C0-8B59-4B53-A319-F0959606FA46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6E156C11-4555-4702-893E-23FCAE7C3694}">
      <dgm:prSet/>
      <dgm:spPr/>
      <dgm:t>
        <a:bodyPr/>
        <a:lstStyle/>
        <a:p>
          <a:r>
            <a:rPr lang="tr-TR"/>
            <a:t>Variables affecting the frequency</a:t>
          </a:r>
          <a:r>
            <a:rPr lang="en-US"/>
            <a:t>, </a:t>
          </a:r>
        </a:p>
      </dgm:t>
    </dgm:pt>
    <dgm:pt modelId="{F067F419-968B-428F-B9B3-DAFDFD57E552}" type="parTrans" cxnId="{A833C482-45F1-411F-A25C-01EC0EA0BFCF}">
      <dgm:prSet/>
      <dgm:spPr/>
      <dgm:t>
        <a:bodyPr/>
        <a:lstStyle/>
        <a:p>
          <a:endParaRPr lang="en-US"/>
        </a:p>
      </dgm:t>
    </dgm:pt>
    <dgm:pt modelId="{C1043016-DAE1-49C9-B75E-4325A65CA715}" type="sibTrans" cxnId="{A833C482-45F1-411F-A25C-01EC0EA0BFCF}">
      <dgm:prSet/>
      <dgm:spPr/>
      <dgm:t>
        <a:bodyPr/>
        <a:lstStyle/>
        <a:p>
          <a:endParaRPr lang="en-US"/>
        </a:p>
      </dgm:t>
    </dgm:pt>
    <dgm:pt modelId="{67A8105E-3753-4E75-A35B-3262974DABB9}">
      <dgm:prSet/>
      <dgm:spPr/>
      <dgm:t>
        <a:bodyPr/>
        <a:lstStyle/>
        <a:p>
          <a:r>
            <a:rPr lang="en-US"/>
            <a:t>computer power will continue to</a:t>
          </a:r>
          <a:r>
            <a:rPr lang="tr-TR"/>
            <a:t> </a:t>
          </a:r>
          <a:r>
            <a:rPr lang="en-US"/>
            <a:t>increase at a rapid pace. </a:t>
          </a:r>
        </a:p>
      </dgm:t>
    </dgm:pt>
    <dgm:pt modelId="{5D05ED98-B8DA-40B6-A91D-B16637B6B2B2}" type="parTrans" cxnId="{F30840F3-2539-485E-BF38-CC4E93FA9F12}">
      <dgm:prSet/>
      <dgm:spPr/>
      <dgm:t>
        <a:bodyPr/>
        <a:lstStyle/>
        <a:p>
          <a:endParaRPr lang="en-US"/>
        </a:p>
      </dgm:t>
    </dgm:pt>
    <dgm:pt modelId="{4995A68F-229F-44DB-9E0B-26EF27D63D2B}" type="sibTrans" cxnId="{F30840F3-2539-485E-BF38-CC4E93FA9F12}">
      <dgm:prSet/>
      <dgm:spPr/>
      <dgm:t>
        <a:bodyPr/>
        <a:lstStyle/>
        <a:p>
          <a:endParaRPr lang="en-US"/>
        </a:p>
      </dgm:t>
    </dgm:pt>
    <dgm:pt modelId="{32596EC4-EF4E-48EF-B586-AF3F3765C8F8}">
      <dgm:prSet/>
      <dgm:spPr/>
      <dgm:t>
        <a:bodyPr/>
        <a:lstStyle/>
        <a:p>
          <a:r>
            <a:rPr lang="en-US"/>
            <a:t>the number of participants in mining </a:t>
          </a:r>
        </a:p>
      </dgm:t>
    </dgm:pt>
    <dgm:pt modelId="{30FC8108-32BC-4A25-B0E8-E526485EE612}" type="parTrans" cxnId="{2F941970-C789-43B1-BAA2-9EA2DA308A6F}">
      <dgm:prSet/>
      <dgm:spPr/>
      <dgm:t>
        <a:bodyPr/>
        <a:lstStyle/>
        <a:p>
          <a:endParaRPr lang="en-US"/>
        </a:p>
      </dgm:t>
    </dgm:pt>
    <dgm:pt modelId="{CFBC69F9-97C3-48EB-AE95-1ED857576BEC}" type="sibTrans" cxnId="{2F941970-C789-43B1-BAA2-9EA2DA308A6F}">
      <dgm:prSet/>
      <dgm:spPr/>
      <dgm:t>
        <a:bodyPr/>
        <a:lstStyle/>
        <a:p>
          <a:endParaRPr lang="en-US"/>
        </a:p>
      </dgm:t>
    </dgm:pt>
    <dgm:pt modelId="{633906C9-79F4-4E09-82A4-9D5EE00D59D1}">
      <dgm:prSet/>
      <dgm:spPr/>
      <dgm:t>
        <a:bodyPr/>
        <a:lstStyle/>
        <a:p>
          <a:r>
            <a:rPr lang="en-US"/>
            <a:t>the</a:t>
          </a:r>
          <a:r>
            <a:rPr lang="tr-TR"/>
            <a:t> </a:t>
          </a:r>
          <a:r>
            <a:rPr lang="en-US"/>
            <a:t>computers </a:t>
          </a:r>
          <a:r>
            <a:rPr lang="tr-TR"/>
            <a:t>used in mining</a:t>
          </a:r>
          <a:r>
            <a:rPr lang="en-US"/>
            <a:t> will also constantly change</a:t>
          </a:r>
        </a:p>
      </dgm:t>
    </dgm:pt>
    <dgm:pt modelId="{27547EA1-9E21-4001-94D1-773A8CE81ED1}" type="parTrans" cxnId="{1B9F2933-1989-477D-9075-4ABA20AE7EF4}">
      <dgm:prSet/>
      <dgm:spPr/>
      <dgm:t>
        <a:bodyPr/>
        <a:lstStyle/>
        <a:p>
          <a:endParaRPr lang="en-US"/>
        </a:p>
      </dgm:t>
    </dgm:pt>
    <dgm:pt modelId="{FC06ED47-A810-44DD-8D69-4A185C0143D8}" type="sibTrans" cxnId="{1B9F2933-1989-477D-9075-4ABA20AE7EF4}">
      <dgm:prSet/>
      <dgm:spPr/>
      <dgm:t>
        <a:bodyPr/>
        <a:lstStyle/>
        <a:p>
          <a:endParaRPr lang="en-US"/>
        </a:p>
      </dgm:t>
    </dgm:pt>
    <dgm:pt modelId="{478551FD-D825-4076-9CAE-E6C7BF9FA9B6}">
      <dgm:prSet/>
      <dgm:spPr/>
      <dgm:t>
        <a:bodyPr/>
        <a:lstStyle/>
        <a:p>
          <a:r>
            <a:rPr lang="en-US"/>
            <a:t>To keep the block generation time at</a:t>
          </a:r>
          <a:r>
            <a:rPr lang="tr-TR"/>
            <a:t> </a:t>
          </a:r>
          <a:r>
            <a:rPr lang="en-US"/>
            <a:t>10 minutes, </a:t>
          </a:r>
        </a:p>
      </dgm:t>
    </dgm:pt>
    <dgm:pt modelId="{B75088F4-CB06-471E-926F-F2284CAA594F}" type="parTrans" cxnId="{5DFF2416-1C0A-45F2-8A02-B59A7588DF85}">
      <dgm:prSet/>
      <dgm:spPr/>
      <dgm:t>
        <a:bodyPr/>
        <a:lstStyle/>
        <a:p>
          <a:endParaRPr lang="en-US"/>
        </a:p>
      </dgm:t>
    </dgm:pt>
    <dgm:pt modelId="{2889B7C5-FECD-4D60-B41D-27CE88BF8064}" type="sibTrans" cxnId="{5DFF2416-1C0A-45F2-8A02-B59A7588DF85}">
      <dgm:prSet/>
      <dgm:spPr/>
      <dgm:t>
        <a:bodyPr/>
        <a:lstStyle/>
        <a:p>
          <a:endParaRPr lang="en-US"/>
        </a:p>
      </dgm:t>
    </dgm:pt>
    <dgm:pt modelId="{C2512EE6-C9D4-4EA8-ACCA-614C4395F114}">
      <dgm:prSet/>
      <dgm:spPr/>
      <dgm:t>
        <a:bodyPr/>
        <a:lstStyle/>
        <a:p>
          <a:r>
            <a:rPr lang="en-US"/>
            <a:t>the difficulty of mining must be adjusted </a:t>
          </a:r>
        </a:p>
      </dgm:t>
    </dgm:pt>
    <dgm:pt modelId="{6CB9BA77-2A7B-445E-95B3-9239BD35C7E0}" type="parTrans" cxnId="{B59F8962-5759-438C-9262-FF9BE022FF44}">
      <dgm:prSet/>
      <dgm:spPr/>
      <dgm:t>
        <a:bodyPr/>
        <a:lstStyle/>
        <a:p>
          <a:endParaRPr lang="en-US"/>
        </a:p>
      </dgm:t>
    </dgm:pt>
    <dgm:pt modelId="{1BE5FE70-E47E-4353-954D-0519AA55474E}" type="sibTrans" cxnId="{B59F8962-5759-438C-9262-FF9BE022FF44}">
      <dgm:prSet/>
      <dgm:spPr/>
      <dgm:t>
        <a:bodyPr/>
        <a:lstStyle/>
        <a:p>
          <a:endParaRPr lang="en-US"/>
        </a:p>
      </dgm:t>
    </dgm:pt>
    <dgm:pt modelId="{555272DA-413A-4A7E-8AA5-2C0708CDAFD9}">
      <dgm:prSet/>
      <dgm:spPr/>
      <dgm:t>
        <a:bodyPr/>
        <a:lstStyle/>
        <a:p>
          <a:r>
            <a:rPr lang="en-US"/>
            <a:t>to account for these changes</a:t>
          </a:r>
        </a:p>
      </dgm:t>
    </dgm:pt>
    <dgm:pt modelId="{BA9C64AA-7722-4E03-BBE6-5B1026D23542}" type="parTrans" cxnId="{612C5FDD-38A0-47EC-9CB1-1E17B2040F3E}">
      <dgm:prSet/>
      <dgm:spPr/>
      <dgm:t>
        <a:bodyPr/>
        <a:lstStyle/>
        <a:p>
          <a:endParaRPr lang="en-US"/>
        </a:p>
      </dgm:t>
    </dgm:pt>
    <dgm:pt modelId="{56632E4C-C72B-45DF-9110-B2CC48A94B8C}" type="sibTrans" cxnId="{612C5FDD-38A0-47EC-9CB1-1E17B2040F3E}">
      <dgm:prSet/>
      <dgm:spPr/>
      <dgm:t>
        <a:bodyPr/>
        <a:lstStyle/>
        <a:p>
          <a:endParaRPr lang="en-US"/>
        </a:p>
      </dgm:t>
    </dgm:pt>
    <dgm:pt modelId="{6870A59A-2BD4-46A2-9B30-4531811F1BA2}" type="pres">
      <dgm:prSet presAssocID="{4F4A40C0-8B59-4B53-A319-F0959606FA46}" presName="linear" presStyleCnt="0">
        <dgm:presLayoutVars>
          <dgm:dir/>
          <dgm:animLvl val="lvl"/>
          <dgm:resizeHandles val="exact"/>
        </dgm:presLayoutVars>
      </dgm:prSet>
      <dgm:spPr/>
    </dgm:pt>
    <dgm:pt modelId="{C42872C6-ED03-408C-8021-7014518D79B4}" type="pres">
      <dgm:prSet presAssocID="{6E156C11-4555-4702-893E-23FCAE7C3694}" presName="parentLin" presStyleCnt="0"/>
      <dgm:spPr/>
    </dgm:pt>
    <dgm:pt modelId="{445B4CBB-2A60-4164-B75B-94E8ADDB570E}" type="pres">
      <dgm:prSet presAssocID="{6E156C11-4555-4702-893E-23FCAE7C3694}" presName="parentLeftMargin" presStyleLbl="node1" presStyleIdx="0" presStyleCnt="2"/>
      <dgm:spPr/>
    </dgm:pt>
    <dgm:pt modelId="{988DBC92-DD55-47DC-A1D6-E0473F7988AA}" type="pres">
      <dgm:prSet presAssocID="{6E156C11-4555-4702-893E-23FCAE7C3694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FFDC2F7B-4E59-489D-B24D-FA3C0FF63B11}" type="pres">
      <dgm:prSet presAssocID="{6E156C11-4555-4702-893E-23FCAE7C3694}" presName="negativeSpace" presStyleCnt="0"/>
      <dgm:spPr/>
    </dgm:pt>
    <dgm:pt modelId="{7B6124F2-B1DF-478F-91F1-FE3600B354B2}" type="pres">
      <dgm:prSet presAssocID="{6E156C11-4555-4702-893E-23FCAE7C3694}" presName="childText" presStyleLbl="conFgAcc1" presStyleIdx="0" presStyleCnt="2">
        <dgm:presLayoutVars>
          <dgm:bulletEnabled val="1"/>
        </dgm:presLayoutVars>
      </dgm:prSet>
      <dgm:spPr/>
    </dgm:pt>
    <dgm:pt modelId="{E825CA0D-7753-40F2-9C2D-1B6EFF97059E}" type="pres">
      <dgm:prSet presAssocID="{C1043016-DAE1-49C9-B75E-4325A65CA715}" presName="spaceBetweenRectangles" presStyleCnt="0"/>
      <dgm:spPr/>
    </dgm:pt>
    <dgm:pt modelId="{D0BDAA2F-67D1-4067-BD07-D5104189FE0D}" type="pres">
      <dgm:prSet presAssocID="{478551FD-D825-4076-9CAE-E6C7BF9FA9B6}" presName="parentLin" presStyleCnt="0"/>
      <dgm:spPr/>
    </dgm:pt>
    <dgm:pt modelId="{6172902D-78D5-4ECD-9DD2-3F671CFCC7BC}" type="pres">
      <dgm:prSet presAssocID="{478551FD-D825-4076-9CAE-E6C7BF9FA9B6}" presName="parentLeftMargin" presStyleLbl="node1" presStyleIdx="0" presStyleCnt="2"/>
      <dgm:spPr/>
    </dgm:pt>
    <dgm:pt modelId="{068C392F-7939-44C8-A795-2FA13BB3E633}" type="pres">
      <dgm:prSet presAssocID="{478551FD-D825-4076-9CAE-E6C7BF9FA9B6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9BFE7BDF-1BEB-4400-BD8F-BF593A34C527}" type="pres">
      <dgm:prSet presAssocID="{478551FD-D825-4076-9CAE-E6C7BF9FA9B6}" presName="negativeSpace" presStyleCnt="0"/>
      <dgm:spPr/>
    </dgm:pt>
    <dgm:pt modelId="{E7C7BD13-CFAA-4AFF-AC34-4892E6370B6C}" type="pres">
      <dgm:prSet presAssocID="{478551FD-D825-4076-9CAE-E6C7BF9FA9B6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5DFF2416-1C0A-45F2-8A02-B59A7588DF85}" srcId="{4F4A40C0-8B59-4B53-A319-F0959606FA46}" destId="{478551FD-D825-4076-9CAE-E6C7BF9FA9B6}" srcOrd="1" destOrd="0" parTransId="{B75088F4-CB06-471E-926F-F2284CAA594F}" sibTransId="{2889B7C5-FECD-4D60-B41D-27CE88BF8064}"/>
    <dgm:cxn modelId="{C9A63D18-78C8-432D-916C-77AEFA8F02BB}" type="presOf" srcId="{4F4A40C0-8B59-4B53-A319-F0959606FA46}" destId="{6870A59A-2BD4-46A2-9B30-4531811F1BA2}" srcOrd="0" destOrd="0" presId="urn:microsoft.com/office/officeart/2005/8/layout/list1"/>
    <dgm:cxn modelId="{1B9F2933-1989-477D-9075-4ABA20AE7EF4}" srcId="{6E156C11-4555-4702-893E-23FCAE7C3694}" destId="{633906C9-79F4-4E09-82A4-9D5EE00D59D1}" srcOrd="2" destOrd="0" parTransId="{27547EA1-9E21-4001-94D1-773A8CE81ED1}" sibTransId="{FC06ED47-A810-44DD-8D69-4A185C0143D8}"/>
    <dgm:cxn modelId="{B59F8962-5759-438C-9262-FF9BE022FF44}" srcId="{478551FD-D825-4076-9CAE-E6C7BF9FA9B6}" destId="{C2512EE6-C9D4-4EA8-ACCA-614C4395F114}" srcOrd="0" destOrd="0" parTransId="{6CB9BA77-2A7B-445E-95B3-9239BD35C7E0}" sibTransId="{1BE5FE70-E47E-4353-954D-0519AA55474E}"/>
    <dgm:cxn modelId="{48BF964F-C6B1-4A42-BBAA-D939BB37B116}" type="presOf" srcId="{C2512EE6-C9D4-4EA8-ACCA-614C4395F114}" destId="{E7C7BD13-CFAA-4AFF-AC34-4892E6370B6C}" srcOrd="0" destOrd="0" presId="urn:microsoft.com/office/officeart/2005/8/layout/list1"/>
    <dgm:cxn modelId="{ABC6986F-3C71-4870-BAD3-52BB5DB20D9D}" type="presOf" srcId="{6E156C11-4555-4702-893E-23FCAE7C3694}" destId="{445B4CBB-2A60-4164-B75B-94E8ADDB570E}" srcOrd="0" destOrd="0" presId="urn:microsoft.com/office/officeart/2005/8/layout/list1"/>
    <dgm:cxn modelId="{2F941970-C789-43B1-BAA2-9EA2DA308A6F}" srcId="{6E156C11-4555-4702-893E-23FCAE7C3694}" destId="{32596EC4-EF4E-48EF-B586-AF3F3765C8F8}" srcOrd="1" destOrd="0" parTransId="{30FC8108-32BC-4A25-B0E8-E526485EE612}" sibTransId="{CFBC69F9-97C3-48EB-AE95-1ED857576BEC}"/>
    <dgm:cxn modelId="{A833C482-45F1-411F-A25C-01EC0EA0BFCF}" srcId="{4F4A40C0-8B59-4B53-A319-F0959606FA46}" destId="{6E156C11-4555-4702-893E-23FCAE7C3694}" srcOrd="0" destOrd="0" parTransId="{F067F419-968B-428F-B9B3-DAFDFD57E552}" sibTransId="{C1043016-DAE1-49C9-B75E-4325A65CA715}"/>
    <dgm:cxn modelId="{70F40489-64A4-4448-8921-A783EB0499AB}" type="presOf" srcId="{555272DA-413A-4A7E-8AA5-2C0708CDAFD9}" destId="{E7C7BD13-CFAA-4AFF-AC34-4892E6370B6C}" srcOrd="0" destOrd="1" presId="urn:microsoft.com/office/officeart/2005/8/layout/list1"/>
    <dgm:cxn modelId="{9ABA05A8-7EF6-4E7A-85E0-332D0FF253E6}" type="presOf" srcId="{633906C9-79F4-4E09-82A4-9D5EE00D59D1}" destId="{7B6124F2-B1DF-478F-91F1-FE3600B354B2}" srcOrd="0" destOrd="2" presId="urn:microsoft.com/office/officeart/2005/8/layout/list1"/>
    <dgm:cxn modelId="{770560B5-0BDD-41BB-B070-5D177DC876E1}" type="presOf" srcId="{478551FD-D825-4076-9CAE-E6C7BF9FA9B6}" destId="{068C392F-7939-44C8-A795-2FA13BB3E633}" srcOrd="1" destOrd="0" presId="urn:microsoft.com/office/officeart/2005/8/layout/list1"/>
    <dgm:cxn modelId="{0CD924BD-879D-492D-B81C-1B4C1AC1AAA7}" type="presOf" srcId="{6E156C11-4555-4702-893E-23FCAE7C3694}" destId="{988DBC92-DD55-47DC-A1D6-E0473F7988AA}" srcOrd="1" destOrd="0" presId="urn:microsoft.com/office/officeart/2005/8/layout/list1"/>
    <dgm:cxn modelId="{8EDCF6CE-13CB-4419-B068-4D23C42F788C}" type="presOf" srcId="{67A8105E-3753-4E75-A35B-3262974DABB9}" destId="{7B6124F2-B1DF-478F-91F1-FE3600B354B2}" srcOrd="0" destOrd="0" presId="urn:microsoft.com/office/officeart/2005/8/layout/list1"/>
    <dgm:cxn modelId="{612C5FDD-38A0-47EC-9CB1-1E17B2040F3E}" srcId="{478551FD-D825-4076-9CAE-E6C7BF9FA9B6}" destId="{555272DA-413A-4A7E-8AA5-2C0708CDAFD9}" srcOrd="1" destOrd="0" parTransId="{BA9C64AA-7722-4E03-BBE6-5B1026D23542}" sibTransId="{56632E4C-C72B-45DF-9110-B2CC48A94B8C}"/>
    <dgm:cxn modelId="{34CC4EEA-B2CC-4B8B-AC93-545E8F93E602}" type="presOf" srcId="{32596EC4-EF4E-48EF-B586-AF3F3765C8F8}" destId="{7B6124F2-B1DF-478F-91F1-FE3600B354B2}" srcOrd="0" destOrd="1" presId="urn:microsoft.com/office/officeart/2005/8/layout/list1"/>
    <dgm:cxn modelId="{FDEAB0F1-1E58-4BCB-A8EF-B3791C41BA58}" type="presOf" srcId="{478551FD-D825-4076-9CAE-E6C7BF9FA9B6}" destId="{6172902D-78D5-4ECD-9DD2-3F671CFCC7BC}" srcOrd="0" destOrd="0" presId="urn:microsoft.com/office/officeart/2005/8/layout/list1"/>
    <dgm:cxn modelId="{F30840F3-2539-485E-BF38-CC4E93FA9F12}" srcId="{6E156C11-4555-4702-893E-23FCAE7C3694}" destId="{67A8105E-3753-4E75-A35B-3262974DABB9}" srcOrd="0" destOrd="0" parTransId="{5D05ED98-B8DA-40B6-A91D-B16637B6B2B2}" sibTransId="{4995A68F-229F-44DB-9E0B-26EF27D63D2B}"/>
    <dgm:cxn modelId="{C08E0DFD-8851-4657-8139-5D8EEA2A4D6F}" type="presParOf" srcId="{6870A59A-2BD4-46A2-9B30-4531811F1BA2}" destId="{C42872C6-ED03-408C-8021-7014518D79B4}" srcOrd="0" destOrd="0" presId="urn:microsoft.com/office/officeart/2005/8/layout/list1"/>
    <dgm:cxn modelId="{626FD45B-6505-40E5-A7CC-E80A2B175F63}" type="presParOf" srcId="{C42872C6-ED03-408C-8021-7014518D79B4}" destId="{445B4CBB-2A60-4164-B75B-94E8ADDB570E}" srcOrd="0" destOrd="0" presId="urn:microsoft.com/office/officeart/2005/8/layout/list1"/>
    <dgm:cxn modelId="{D23DEF03-D2C2-4E39-BFE5-54F84717D4D2}" type="presParOf" srcId="{C42872C6-ED03-408C-8021-7014518D79B4}" destId="{988DBC92-DD55-47DC-A1D6-E0473F7988AA}" srcOrd="1" destOrd="0" presId="urn:microsoft.com/office/officeart/2005/8/layout/list1"/>
    <dgm:cxn modelId="{894C622C-71C2-441E-8FFA-E22881C6ABC6}" type="presParOf" srcId="{6870A59A-2BD4-46A2-9B30-4531811F1BA2}" destId="{FFDC2F7B-4E59-489D-B24D-FA3C0FF63B11}" srcOrd="1" destOrd="0" presId="urn:microsoft.com/office/officeart/2005/8/layout/list1"/>
    <dgm:cxn modelId="{975A4BD4-D59B-4343-9498-3229AC54FEFA}" type="presParOf" srcId="{6870A59A-2BD4-46A2-9B30-4531811F1BA2}" destId="{7B6124F2-B1DF-478F-91F1-FE3600B354B2}" srcOrd="2" destOrd="0" presId="urn:microsoft.com/office/officeart/2005/8/layout/list1"/>
    <dgm:cxn modelId="{53D5C47A-57E4-452D-A74B-92ADA7F572CA}" type="presParOf" srcId="{6870A59A-2BD4-46A2-9B30-4531811F1BA2}" destId="{E825CA0D-7753-40F2-9C2D-1B6EFF97059E}" srcOrd="3" destOrd="0" presId="urn:microsoft.com/office/officeart/2005/8/layout/list1"/>
    <dgm:cxn modelId="{451AF492-541C-4CDD-856F-11BF9939B9BF}" type="presParOf" srcId="{6870A59A-2BD4-46A2-9B30-4531811F1BA2}" destId="{D0BDAA2F-67D1-4067-BD07-D5104189FE0D}" srcOrd="4" destOrd="0" presId="urn:microsoft.com/office/officeart/2005/8/layout/list1"/>
    <dgm:cxn modelId="{9B1CECCC-54D5-4DE7-860E-83AC852C18AF}" type="presParOf" srcId="{D0BDAA2F-67D1-4067-BD07-D5104189FE0D}" destId="{6172902D-78D5-4ECD-9DD2-3F671CFCC7BC}" srcOrd="0" destOrd="0" presId="urn:microsoft.com/office/officeart/2005/8/layout/list1"/>
    <dgm:cxn modelId="{94C6DEF3-0F95-4489-B2E2-B587000A41B5}" type="presParOf" srcId="{D0BDAA2F-67D1-4067-BD07-D5104189FE0D}" destId="{068C392F-7939-44C8-A795-2FA13BB3E633}" srcOrd="1" destOrd="0" presId="urn:microsoft.com/office/officeart/2005/8/layout/list1"/>
    <dgm:cxn modelId="{6C0224C5-8E68-4D10-BD8D-375131B675ED}" type="presParOf" srcId="{6870A59A-2BD4-46A2-9B30-4531811F1BA2}" destId="{9BFE7BDF-1BEB-4400-BD8F-BF593A34C527}" srcOrd="5" destOrd="0" presId="urn:microsoft.com/office/officeart/2005/8/layout/list1"/>
    <dgm:cxn modelId="{6F51F3A3-DAC9-4E45-9DE0-3AD76D96E8D8}" type="presParOf" srcId="{6870A59A-2BD4-46A2-9B30-4531811F1BA2}" destId="{E7C7BD13-CFAA-4AFF-AC34-4892E6370B6C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8.xml><?xml version="1.0" encoding="utf-8"?>
<dgm:dataModel xmlns:dgm="http://schemas.openxmlformats.org/drawingml/2006/diagram" xmlns:a="http://schemas.openxmlformats.org/drawingml/2006/main">
  <dgm:ptLst>
    <dgm:pt modelId="{CCD9D863-20BC-4A8D-95DF-5CAE2AE1BC8E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2206778D-F9FF-475D-8F02-CCC3D69B4571}">
      <dgm:prSet/>
      <dgm:spPr/>
      <dgm:t>
        <a:bodyPr/>
        <a:lstStyle/>
        <a:p>
          <a:r>
            <a:rPr lang="tr-TR"/>
            <a:t>Target is a </a:t>
          </a:r>
          <a:r>
            <a:rPr lang="en-US"/>
            <a:t>dynamic parameter</a:t>
          </a:r>
        </a:p>
      </dgm:t>
    </dgm:pt>
    <dgm:pt modelId="{856DD17B-A11D-469B-AFA5-3C7CC243E6D1}" type="parTrans" cxnId="{73BF60AE-55C8-4A4B-8F70-E0D2B62A7BC6}">
      <dgm:prSet/>
      <dgm:spPr/>
      <dgm:t>
        <a:bodyPr/>
        <a:lstStyle/>
        <a:p>
          <a:endParaRPr lang="en-US"/>
        </a:p>
      </dgm:t>
    </dgm:pt>
    <dgm:pt modelId="{E66A2DDB-8B4E-455F-8576-521C9EA1D9FD}" type="sibTrans" cxnId="{73BF60AE-55C8-4A4B-8F70-E0D2B62A7BC6}">
      <dgm:prSet/>
      <dgm:spPr/>
      <dgm:t>
        <a:bodyPr/>
        <a:lstStyle/>
        <a:p>
          <a:endParaRPr lang="en-US"/>
        </a:p>
      </dgm:t>
    </dgm:pt>
    <dgm:pt modelId="{A7982A36-567D-437A-9CD2-0C47DBAFA666}">
      <dgm:prSet/>
      <dgm:spPr/>
      <dgm:t>
        <a:bodyPr/>
        <a:lstStyle/>
        <a:p>
          <a:r>
            <a:rPr lang="en-US"/>
            <a:t>periodically adjusted</a:t>
          </a:r>
          <a:r>
            <a:rPr lang="tr-TR"/>
            <a:t> </a:t>
          </a:r>
          <a:r>
            <a:rPr lang="en-US"/>
            <a:t>to</a:t>
          </a:r>
          <a:r>
            <a:rPr lang="tr-TR"/>
            <a:t> </a:t>
          </a:r>
          <a:r>
            <a:rPr lang="en-US"/>
            <a:t>meet a 10-minute block interval goal</a:t>
          </a:r>
        </a:p>
      </dgm:t>
    </dgm:pt>
    <dgm:pt modelId="{E4E2A418-F8E3-4061-899E-C0E25DCFF5E2}" type="parTrans" cxnId="{9C3D4900-9631-46F1-B046-BB98E66FD9DB}">
      <dgm:prSet/>
      <dgm:spPr/>
      <dgm:t>
        <a:bodyPr/>
        <a:lstStyle/>
        <a:p>
          <a:endParaRPr lang="en-US"/>
        </a:p>
      </dgm:t>
    </dgm:pt>
    <dgm:pt modelId="{4858CBC9-9F5D-49A9-8E42-CC9B78627088}" type="sibTrans" cxnId="{9C3D4900-9631-46F1-B046-BB98E66FD9DB}">
      <dgm:prSet/>
      <dgm:spPr/>
      <dgm:t>
        <a:bodyPr/>
        <a:lstStyle/>
        <a:p>
          <a:endParaRPr lang="en-US"/>
        </a:p>
      </dgm:t>
    </dgm:pt>
    <dgm:pt modelId="{003C8038-F49C-4559-AC2C-1AB362B1697B}">
      <dgm:prSet/>
      <dgm:spPr/>
      <dgm:t>
        <a:bodyPr/>
        <a:lstStyle/>
        <a:p>
          <a:r>
            <a:rPr lang="tr-TR"/>
            <a:t>Retargeting </a:t>
          </a:r>
          <a:r>
            <a:rPr lang="en-US"/>
            <a:t>occurs </a:t>
          </a:r>
        </a:p>
      </dgm:t>
    </dgm:pt>
    <dgm:pt modelId="{CDD623CF-812C-46F6-996F-A9B14EF9FFE5}" type="parTrans" cxnId="{097C438C-B9B9-4FC1-9C34-177739F8C57F}">
      <dgm:prSet/>
      <dgm:spPr/>
      <dgm:t>
        <a:bodyPr/>
        <a:lstStyle/>
        <a:p>
          <a:endParaRPr lang="en-US"/>
        </a:p>
      </dgm:t>
    </dgm:pt>
    <dgm:pt modelId="{AFBEC53E-C47D-4DE3-BB2C-C7FE8A8D7FC7}" type="sibTrans" cxnId="{097C438C-B9B9-4FC1-9C34-177739F8C57F}">
      <dgm:prSet/>
      <dgm:spPr/>
      <dgm:t>
        <a:bodyPr/>
        <a:lstStyle/>
        <a:p>
          <a:endParaRPr lang="en-US"/>
        </a:p>
      </dgm:t>
    </dgm:pt>
    <dgm:pt modelId="{C2C0F3AD-CC1A-4696-9CC2-888E8DDCAA1D}">
      <dgm:prSet/>
      <dgm:spPr/>
      <dgm:t>
        <a:bodyPr/>
        <a:lstStyle/>
        <a:p>
          <a:r>
            <a:rPr lang="en-US"/>
            <a:t>automatically and on every node independently</a:t>
          </a:r>
        </a:p>
      </dgm:t>
    </dgm:pt>
    <dgm:pt modelId="{6F2DBB91-1189-4F6B-BC3F-A5A1F3F36DFD}" type="parTrans" cxnId="{25B866FA-9176-4085-A890-CA2621FEB237}">
      <dgm:prSet/>
      <dgm:spPr/>
      <dgm:t>
        <a:bodyPr/>
        <a:lstStyle/>
        <a:p>
          <a:endParaRPr lang="en-US"/>
        </a:p>
      </dgm:t>
    </dgm:pt>
    <dgm:pt modelId="{9492D90E-8F7A-4047-9189-BB7EF2759C92}" type="sibTrans" cxnId="{25B866FA-9176-4085-A890-CA2621FEB237}">
      <dgm:prSet/>
      <dgm:spPr/>
      <dgm:t>
        <a:bodyPr/>
        <a:lstStyle/>
        <a:p>
          <a:endParaRPr lang="en-US"/>
        </a:p>
      </dgm:t>
    </dgm:pt>
    <dgm:pt modelId="{71A4A076-D61D-437E-BAB0-9D074C7BE77A}">
      <dgm:prSet/>
      <dgm:spPr/>
      <dgm:t>
        <a:bodyPr/>
        <a:lstStyle/>
        <a:p>
          <a:r>
            <a:rPr lang="tr-TR"/>
            <a:t>Every 2,016 blocks, </a:t>
          </a:r>
          <a:endParaRPr lang="en-US"/>
        </a:p>
      </dgm:t>
    </dgm:pt>
    <dgm:pt modelId="{14BD842B-39D4-4D0B-A13C-367257091B67}" type="parTrans" cxnId="{A5154C61-8621-4954-A895-C25B99A03C7F}">
      <dgm:prSet/>
      <dgm:spPr/>
      <dgm:t>
        <a:bodyPr/>
        <a:lstStyle/>
        <a:p>
          <a:endParaRPr lang="en-US"/>
        </a:p>
      </dgm:t>
    </dgm:pt>
    <dgm:pt modelId="{F857244B-156A-457F-8C1D-44914010CA97}" type="sibTrans" cxnId="{A5154C61-8621-4954-A895-C25B99A03C7F}">
      <dgm:prSet/>
      <dgm:spPr/>
      <dgm:t>
        <a:bodyPr/>
        <a:lstStyle/>
        <a:p>
          <a:endParaRPr lang="en-US"/>
        </a:p>
      </dgm:t>
    </dgm:pt>
    <dgm:pt modelId="{A925A5A6-9FD0-4E27-87D5-554482A25C98}">
      <dgm:prSet/>
      <dgm:spPr/>
      <dgm:t>
        <a:bodyPr/>
        <a:lstStyle/>
        <a:p>
          <a:r>
            <a:rPr lang="tr-TR"/>
            <a:t>all nodes retarget the Proof-of-Work</a:t>
          </a:r>
          <a:endParaRPr lang="en-US"/>
        </a:p>
      </dgm:t>
    </dgm:pt>
    <dgm:pt modelId="{E353A79D-3497-424D-A299-7E4D03F0C8E6}" type="parTrans" cxnId="{F8B3B325-FA46-4FBD-B7E2-02D6C656A512}">
      <dgm:prSet/>
      <dgm:spPr/>
      <dgm:t>
        <a:bodyPr/>
        <a:lstStyle/>
        <a:p>
          <a:endParaRPr lang="en-US"/>
        </a:p>
      </dgm:t>
    </dgm:pt>
    <dgm:pt modelId="{F78F8E19-289F-4819-BAC9-196A2826FDCF}" type="sibTrans" cxnId="{F8B3B325-FA46-4FBD-B7E2-02D6C656A512}">
      <dgm:prSet/>
      <dgm:spPr/>
      <dgm:t>
        <a:bodyPr/>
        <a:lstStyle/>
        <a:p>
          <a:endParaRPr lang="en-US"/>
        </a:p>
      </dgm:t>
    </dgm:pt>
    <dgm:pt modelId="{B4E32DAA-3069-4E57-81E5-5E7BCAA3BB06}">
      <dgm:prSet/>
      <dgm:spPr/>
      <dgm:t>
        <a:bodyPr/>
        <a:lstStyle/>
        <a:p>
          <a:r>
            <a:rPr lang="tr-TR"/>
            <a:t>Equation</a:t>
          </a:r>
          <a:endParaRPr lang="en-US"/>
        </a:p>
      </dgm:t>
    </dgm:pt>
    <dgm:pt modelId="{748B526E-0A93-446D-BB00-B54E3521EB08}" type="parTrans" cxnId="{6E6E3727-2F58-436C-B708-99547A4807C4}">
      <dgm:prSet/>
      <dgm:spPr/>
      <dgm:t>
        <a:bodyPr/>
        <a:lstStyle/>
        <a:p>
          <a:endParaRPr lang="en-US"/>
        </a:p>
      </dgm:t>
    </dgm:pt>
    <dgm:pt modelId="{6727D888-33D8-4898-8146-D5F54B116E16}" type="sibTrans" cxnId="{6E6E3727-2F58-436C-B708-99547A4807C4}">
      <dgm:prSet/>
      <dgm:spPr/>
      <dgm:t>
        <a:bodyPr/>
        <a:lstStyle/>
        <a:p>
          <a:endParaRPr lang="en-US"/>
        </a:p>
      </dgm:t>
    </dgm:pt>
    <dgm:pt modelId="{CB2720BD-18DD-437A-B727-482149A41979}">
      <dgm:prSet/>
      <dgm:spPr/>
      <dgm:t>
        <a:bodyPr/>
        <a:lstStyle/>
        <a:p>
          <a:r>
            <a:rPr lang="en-US"/>
            <a:t>New Target = Old Target * (Actual Time of Last 2016 Blocks / 20160 minutes)</a:t>
          </a:r>
        </a:p>
      </dgm:t>
    </dgm:pt>
    <dgm:pt modelId="{0E9C368D-E64E-4A25-9B4C-F0954EC0ED19}" type="parTrans" cxnId="{EAD1F04D-BCD1-44B4-89EF-2D2A5D02A7A8}">
      <dgm:prSet/>
      <dgm:spPr/>
      <dgm:t>
        <a:bodyPr/>
        <a:lstStyle/>
        <a:p>
          <a:endParaRPr lang="en-US"/>
        </a:p>
      </dgm:t>
    </dgm:pt>
    <dgm:pt modelId="{64D69F1C-AABB-4C97-9CA8-6611915C159C}" type="sibTrans" cxnId="{EAD1F04D-BCD1-44B4-89EF-2D2A5D02A7A8}">
      <dgm:prSet/>
      <dgm:spPr/>
      <dgm:t>
        <a:bodyPr/>
        <a:lstStyle/>
        <a:p>
          <a:endParaRPr lang="en-US"/>
        </a:p>
      </dgm:t>
    </dgm:pt>
    <dgm:pt modelId="{BB015539-7859-41C0-A2DA-E0C15EFC9CD9}" type="pres">
      <dgm:prSet presAssocID="{CCD9D863-20BC-4A8D-95DF-5CAE2AE1BC8E}" presName="linear" presStyleCnt="0">
        <dgm:presLayoutVars>
          <dgm:dir/>
          <dgm:animLvl val="lvl"/>
          <dgm:resizeHandles val="exact"/>
        </dgm:presLayoutVars>
      </dgm:prSet>
      <dgm:spPr/>
    </dgm:pt>
    <dgm:pt modelId="{3C0A0984-325B-4E01-980C-C3455FC45D3A}" type="pres">
      <dgm:prSet presAssocID="{2206778D-F9FF-475D-8F02-CCC3D69B4571}" presName="parentLin" presStyleCnt="0"/>
      <dgm:spPr/>
    </dgm:pt>
    <dgm:pt modelId="{0ADEC9AB-9498-4891-9165-E4CCE3C2FA11}" type="pres">
      <dgm:prSet presAssocID="{2206778D-F9FF-475D-8F02-CCC3D69B4571}" presName="parentLeftMargin" presStyleLbl="node1" presStyleIdx="0" presStyleCnt="4"/>
      <dgm:spPr/>
    </dgm:pt>
    <dgm:pt modelId="{C0E0F407-6A41-42A6-8EF2-626287C236C5}" type="pres">
      <dgm:prSet presAssocID="{2206778D-F9FF-475D-8F02-CCC3D69B4571}" presName="parentText" presStyleLbl="node1" presStyleIdx="0" presStyleCnt="4">
        <dgm:presLayoutVars>
          <dgm:chMax val="0"/>
          <dgm:bulletEnabled val="1"/>
        </dgm:presLayoutVars>
      </dgm:prSet>
      <dgm:spPr/>
    </dgm:pt>
    <dgm:pt modelId="{90CF4633-E798-49A7-918D-23D9D58D1646}" type="pres">
      <dgm:prSet presAssocID="{2206778D-F9FF-475D-8F02-CCC3D69B4571}" presName="negativeSpace" presStyleCnt="0"/>
      <dgm:spPr/>
    </dgm:pt>
    <dgm:pt modelId="{854C9C7D-B70A-485E-976A-E17EE0BDABD7}" type="pres">
      <dgm:prSet presAssocID="{2206778D-F9FF-475D-8F02-CCC3D69B4571}" presName="childText" presStyleLbl="conFgAcc1" presStyleIdx="0" presStyleCnt="4">
        <dgm:presLayoutVars>
          <dgm:bulletEnabled val="1"/>
        </dgm:presLayoutVars>
      </dgm:prSet>
      <dgm:spPr/>
    </dgm:pt>
    <dgm:pt modelId="{6BD2055D-D6DC-4A6E-A2C0-B494D67E1451}" type="pres">
      <dgm:prSet presAssocID="{E66A2DDB-8B4E-455F-8576-521C9EA1D9FD}" presName="spaceBetweenRectangles" presStyleCnt="0"/>
      <dgm:spPr/>
    </dgm:pt>
    <dgm:pt modelId="{E0F11028-EF67-442A-8152-5CD482EFFE66}" type="pres">
      <dgm:prSet presAssocID="{003C8038-F49C-4559-AC2C-1AB362B1697B}" presName="parentLin" presStyleCnt="0"/>
      <dgm:spPr/>
    </dgm:pt>
    <dgm:pt modelId="{60E041D7-C277-423C-B523-1AF541E1905E}" type="pres">
      <dgm:prSet presAssocID="{003C8038-F49C-4559-AC2C-1AB362B1697B}" presName="parentLeftMargin" presStyleLbl="node1" presStyleIdx="0" presStyleCnt="4"/>
      <dgm:spPr/>
    </dgm:pt>
    <dgm:pt modelId="{DF568230-460D-47A6-ACBB-0245B19ED277}" type="pres">
      <dgm:prSet presAssocID="{003C8038-F49C-4559-AC2C-1AB362B1697B}" presName="parentText" presStyleLbl="node1" presStyleIdx="1" presStyleCnt="4">
        <dgm:presLayoutVars>
          <dgm:chMax val="0"/>
          <dgm:bulletEnabled val="1"/>
        </dgm:presLayoutVars>
      </dgm:prSet>
      <dgm:spPr/>
    </dgm:pt>
    <dgm:pt modelId="{82D219D1-3E64-42C5-8B4D-0BEBE3CD7748}" type="pres">
      <dgm:prSet presAssocID="{003C8038-F49C-4559-AC2C-1AB362B1697B}" presName="negativeSpace" presStyleCnt="0"/>
      <dgm:spPr/>
    </dgm:pt>
    <dgm:pt modelId="{D3A18F3E-BD05-42B8-A635-5E900D5E2E70}" type="pres">
      <dgm:prSet presAssocID="{003C8038-F49C-4559-AC2C-1AB362B1697B}" presName="childText" presStyleLbl="conFgAcc1" presStyleIdx="1" presStyleCnt="4">
        <dgm:presLayoutVars>
          <dgm:bulletEnabled val="1"/>
        </dgm:presLayoutVars>
      </dgm:prSet>
      <dgm:spPr/>
    </dgm:pt>
    <dgm:pt modelId="{3D9790AC-F4B5-477F-9809-6162AB849651}" type="pres">
      <dgm:prSet presAssocID="{AFBEC53E-C47D-4DE3-BB2C-C7FE8A8D7FC7}" presName="spaceBetweenRectangles" presStyleCnt="0"/>
      <dgm:spPr/>
    </dgm:pt>
    <dgm:pt modelId="{B9F96CE2-CED5-48C5-891C-4CCBE95C70B5}" type="pres">
      <dgm:prSet presAssocID="{71A4A076-D61D-437E-BAB0-9D074C7BE77A}" presName="parentLin" presStyleCnt="0"/>
      <dgm:spPr/>
    </dgm:pt>
    <dgm:pt modelId="{6F1466ED-20BF-48AC-9A41-E767E1F46BCD}" type="pres">
      <dgm:prSet presAssocID="{71A4A076-D61D-437E-BAB0-9D074C7BE77A}" presName="parentLeftMargin" presStyleLbl="node1" presStyleIdx="1" presStyleCnt="4"/>
      <dgm:spPr/>
    </dgm:pt>
    <dgm:pt modelId="{7BC2100A-B4C9-4C36-8090-A0EEF501A550}" type="pres">
      <dgm:prSet presAssocID="{71A4A076-D61D-437E-BAB0-9D074C7BE77A}" presName="parentText" presStyleLbl="node1" presStyleIdx="2" presStyleCnt="4">
        <dgm:presLayoutVars>
          <dgm:chMax val="0"/>
          <dgm:bulletEnabled val="1"/>
        </dgm:presLayoutVars>
      </dgm:prSet>
      <dgm:spPr/>
    </dgm:pt>
    <dgm:pt modelId="{1DCA075D-4813-46C5-B51A-AEA1A798C503}" type="pres">
      <dgm:prSet presAssocID="{71A4A076-D61D-437E-BAB0-9D074C7BE77A}" presName="negativeSpace" presStyleCnt="0"/>
      <dgm:spPr/>
    </dgm:pt>
    <dgm:pt modelId="{185CFC14-B27B-40CB-B8D6-BA2BCBB82FFA}" type="pres">
      <dgm:prSet presAssocID="{71A4A076-D61D-437E-BAB0-9D074C7BE77A}" presName="childText" presStyleLbl="conFgAcc1" presStyleIdx="2" presStyleCnt="4">
        <dgm:presLayoutVars>
          <dgm:bulletEnabled val="1"/>
        </dgm:presLayoutVars>
      </dgm:prSet>
      <dgm:spPr/>
    </dgm:pt>
    <dgm:pt modelId="{47F8E91A-9D23-4CB0-BB91-098A338D78F2}" type="pres">
      <dgm:prSet presAssocID="{F857244B-156A-457F-8C1D-44914010CA97}" presName="spaceBetweenRectangles" presStyleCnt="0"/>
      <dgm:spPr/>
    </dgm:pt>
    <dgm:pt modelId="{B66C8F7F-B037-4BEF-B3AA-72FF4ACCB80A}" type="pres">
      <dgm:prSet presAssocID="{B4E32DAA-3069-4E57-81E5-5E7BCAA3BB06}" presName="parentLin" presStyleCnt="0"/>
      <dgm:spPr/>
    </dgm:pt>
    <dgm:pt modelId="{5E589B41-1EF8-4E5B-BAD1-BF962D3B03D7}" type="pres">
      <dgm:prSet presAssocID="{B4E32DAA-3069-4E57-81E5-5E7BCAA3BB06}" presName="parentLeftMargin" presStyleLbl="node1" presStyleIdx="2" presStyleCnt="4"/>
      <dgm:spPr/>
    </dgm:pt>
    <dgm:pt modelId="{99BC80BB-754D-49A6-8A84-343986551C2E}" type="pres">
      <dgm:prSet presAssocID="{B4E32DAA-3069-4E57-81E5-5E7BCAA3BB06}" presName="parentText" presStyleLbl="node1" presStyleIdx="3" presStyleCnt="4">
        <dgm:presLayoutVars>
          <dgm:chMax val="0"/>
          <dgm:bulletEnabled val="1"/>
        </dgm:presLayoutVars>
      </dgm:prSet>
      <dgm:spPr/>
    </dgm:pt>
    <dgm:pt modelId="{203F2063-76B1-44F8-8349-CC1227F3ABA4}" type="pres">
      <dgm:prSet presAssocID="{B4E32DAA-3069-4E57-81E5-5E7BCAA3BB06}" presName="negativeSpace" presStyleCnt="0"/>
      <dgm:spPr/>
    </dgm:pt>
    <dgm:pt modelId="{2AC46925-67D6-4168-A370-491A43785179}" type="pres">
      <dgm:prSet presAssocID="{B4E32DAA-3069-4E57-81E5-5E7BCAA3BB06}" presName="childText" presStyleLbl="conFgAcc1" presStyleIdx="3" presStyleCnt="4">
        <dgm:presLayoutVars>
          <dgm:bulletEnabled val="1"/>
        </dgm:presLayoutVars>
      </dgm:prSet>
      <dgm:spPr/>
    </dgm:pt>
  </dgm:ptLst>
  <dgm:cxnLst>
    <dgm:cxn modelId="{9C3D4900-9631-46F1-B046-BB98E66FD9DB}" srcId="{2206778D-F9FF-475D-8F02-CCC3D69B4571}" destId="{A7982A36-567D-437A-9CD2-0C47DBAFA666}" srcOrd="0" destOrd="0" parTransId="{E4E2A418-F8E3-4061-899E-C0E25DCFF5E2}" sibTransId="{4858CBC9-9F5D-49A9-8E42-CC9B78627088}"/>
    <dgm:cxn modelId="{4C55310E-AC9D-44BB-A5FB-143B6A80F25E}" type="presOf" srcId="{003C8038-F49C-4559-AC2C-1AB362B1697B}" destId="{60E041D7-C277-423C-B523-1AF541E1905E}" srcOrd="0" destOrd="0" presId="urn:microsoft.com/office/officeart/2005/8/layout/list1"/>
    <dgm:cxn modelId="{F8B3B325-FA46-4FBD-B7E2-02D6C656A512}" srcId="{71A4A076-D61D-437E-BAB0-9D074C7BE77A}" destId="{A925A5A6-9FD0-4E27-87D5-554482A25C98}" srcOrd="0" destOrd="0" parTransId="{E353A79D-3497-424D-A299-7E4D03F0C8E6}" sibTransId="{F78F8E19-289F-4819-BAC9-196A2826FDCF}"/>
    <dgm:cxn modelId="{6E6E3727-2F58-436C-B708-99547A4807C4}" srcId="{CCD9D863-20BC-4A8D-95DF-5CAE2AE1BC8E}" destId="{B4E32DAA-3069-4E57-81E5-5E7BCAA3BB06}" srcOrd="3" destOrd="0" parTransId="{748B526E-0A93-446D-BB00-B54E3521EB08}" sibTransId="{6727D888-33D8-4898-8146-D5F54B116E16}"/>
    <dgm:cxn modelId="{29581F28-EBC8-4DA7-A895-408A26759E08}" type="presOf" srcId="{CB2720BD-18DD-437A-B727-482149A41979}" destId="{2AC46925-67D6-4168-A370-491A43785179}" srcOrd="0" destOrd="0" presId="urn:microsoft.com/office/officeart/2005/8/layout/list1"/>
    <dgm:cxn modelId="{ED55AC32-EFC1-4AA2-A646-E61D5225CFA0}" type="presOf" srcId="{A7982A36-567D-437A-9CD2-0C47DBAFA666}" destId="{854C9C7D-B70A-485E-976A-E17EE0BDABD7}" srcOrd="0" destOrd="0" presId="urn:microsoft.com/office/officeart/2005/8/layout/list1"/>
    <dgm:cxn modelId="{8C397E3F-E898-4535-A462-DBA782BF5F48}" type="presOf" srcId="{A925A5A6-9FD0-4E27-87D5-554482A25C98}" destId="{185CFC14-B27B-40CB-B8D6-BA2BCBB82FFA}" srcOrd="0" destOrd="0" presId="urn:microsoft.com/office/officeart/2005/8/layout/list1"/>
    <dgm:cxn modelId="{A5154C61-8621-4954-A895-C25B99A03C7F}" srcId="{CCD9D863-20BC-4A8D-95DF-5CAE2AE1BC8E}" destId="{71A4A076-D61D-437E-BAB0-9D074C7BE77A}" srcOrd="2" destOrd="0" parTransId="{14BD842B-39D4-4D0B-A13C-367257091B67}" sibTransId="{F857244B-156A-457F-8C1D-44914010CA97}"/>
    <dgm:cxn modelId="{D391CA6C-D826-4B64-8D8D-122354F38E1B}" type="presOf" srcId="{C2C0F3AD-CC1A-4696-9CC2-888E8DDCAA1D}" destId="{D3A18F3E-BD05-42B8-A635-5E900D5E2E70}" srcOrd="0" destOrd="0" presId="urn:microsoft.com/office/officeart/2005/8/layout/list1"/>
    <dgm:cxn modelId="{EAD1F04D-BCD1-44B4-89EF-2D2A5D02A7A8}" srcId="{B4E32DAA-3069-4E57-81E5-5E7BCAA3BB06}" destId="{CB2720BD-18DD-437A-B727-482149A41979}" srcOrd="0" destOrd="0" parTransId="{0E9C368D-E64E-4A25-9B4C-F0954EC0ED19}" sibTransId="{64D69F1C-AABB-4C97-9CA8-6611915C159C}"/>
    <dgm:cxn modelId="{07DD267E-5781-47AE-B1AF-75F0436492D4}" type="presOf" srcId="{2206778D-F9FF-475D-8F02-CCC3D69B4571}" destId="{0ADEC9AB-9498-4891-9165-E4CCE3C2FA11}" srcOrd="0" destOrd="0" presId="urn:microsoft.com/office/officeart/2005/8/layout/list1"/>
    <dgm:cxn modelId="{097C438C-B9B9-4FC1-9C34-177739F8C57F}" srcId="{CCD9D863-20BC-4A8D-95DF-5CAE2AE1BC8E}" destId="{003C8038-F49C-4559-AC2C-1AB362B1697B}" srcOrd="1" destOrd="0" parTransId="{CDD623CF-812C-46F6-996F-A9B14EF9FFE5}" sibTransId="{AFBEC53E-C47D-4DE3-BB2C-C7FE8A8D7FC7}"/>
    <dgm:cxn modelId="{37C1B99B-D93E-4264-AE7D-2FFD2F31456C}" type="presOf" srcId="{71A4A076-D61D-437E-BAB0-9D074C7BE77A}" destId="{6F1466ED-20BF-48AC-9A41-E767E1F46BCD}" srcOrd="0" destOrd="0" presId="urn:microsoft.com/office/officeart/2005/8/layout/list1"/>
    <dgm:cxn modelId="{C311729C-9811-471A-AC23-C62EAB714C7E}" type="presOf" srcId="{B4E32DAA-3069-4E57-81E5-5E7BCAA3BB06}" destId="{99BC80BB-754D-49A6-8A84-343986551C2E}" srcOrd="1" destOrd="0" presId="urn:microsoft.com/office/officeart/2005/8/layout/list1"/>
    <dgm:cxn modelId="{B269FDA3-EABF-4906-BF9D-7B3B641531F7}" type="presOf" srcId="{71A4A076-D61D-437E-BAB0-9D074C7BE77A}" destId="{7BC2100A-B4C9-4C36-8090-A0EEF501A550}" srcOrd="1" destOrd="0" presId="urn:microsoft.com/office/officeart/2005/8/layout/list1"/>
    <dgm:cxn modelId="{73BF60AE-55C8-4A4B-8F70-E0D2B62A7BC6}" srcId="{CCD9D863-20BC-4A8D-95DF-5CAE2AE1BC8E}" destId="{2206778D-F9FF-475D-8F02-CCC3D69B4571}" srcOrd="0" destOrd="0" parTransId="{856DD17B-A11D-469B-AFA5-3C7CC243E6D1}" sibTransId="{E66A2DDB-8B4E-455F-8576-521C9EA1D9FD}"/>
    <dgm:cxn modelId="{D77874B7-D687-4928-8BA5-027D49CA4AE3}" type="presOf" srcId="{2206778D-F9FF-475D-8F02-CCC3D69B4571}" destId="{C0E0F407-6A41-42A6-8EF2-626287C236C5}" srcOrd="1" destOrd="0" presId="urn:microsoft.com/office/officeart/2005/8/layout/list1"/>
    <dgm:cxn modelId="{B0895AD9-AF91-403F-944F-61F82EBA4AD7}" type="presOf" srcId="{B4E32DAA-3069-4E57-81E5-5E7BCAA3BB06}" destId="{5E589B41-1EF8-4E5B-BAD1-BF962D3B03D7}" srcOrd="0" destOrd="0" presId="urn:microsoft.com/office/officeart/2005/8/layout/list1"/>
    <dgm:cxn modelId="{A31DF9E8-055A-404D-997E-8302A3700D01}" type="presOf" srcId="{003C8038-F49C-4559-AC2C-1AB362B1697B}" destId="{DF568230-460D-47A6-ACBB-0245B19ED277}" srcOrd="1" destOrd="0" presId="urn:microsoft.com/office/officeart/2005/8/layout/list1"/>
    <dgm:cxn modelId="{C952DAF9-0E67-4AB7-9D73-810A5EBA1FDE}" type="presOf" srcId="{CCD9D863-20BC-4A8D-95DF-5CAE2AE1BC8E}" destId="{BB015539-7859-41C0-A2DA-E0C15EFC9CD9}" srcOrd="0" destOrd="0" presId="urn:microsoft.com/office/officeart/2005/8/layout/list1"/>
    <dgm:cxn modelId="{25B866FA-9176-4085-A890-CA2621FEB237}" srcId="{003C8038-F49C-4559-AC2C-1AB362B1697B}" destId="{C2C0F3AD-CC1A-4696-9CC2-888E8DDCAA1D}" srcOrd="0" destOrd="0" parTransId="{6F2DBB91-1189-4F6B-BC3F-A5A1F3F36DFD}" sibTransId="{9492D90E-8F7A-4047-9189-BB7EF2759C92}"/>
    <dgm:cxn modelId="{6D8F0D6B-FBB4-4690-BC51-D6349410C1DD}" type="presParOf" srcId="{BB015539-7859-41C0-A2DA-E0C15EFC9CD9}" destId="{3C0A0984-325B-4E01-980C-C3455FC45D3A}" srcOrd="0" destOrd="0" presId="urn:microsoft.com/office/officeart/2005/8/layout/list1"/>
    <dgm:cxn modelId="{5421CDB4-DCF2-474B-8ABB-53ED9684AB8E}" type="presParOf" srcId="{3C0A0984-325B-4E01-980C-C3455FC45D3A}" destId="{0ADEC9AB-9498-4891-9165-E4CCE3C2FA11}" srcOrd="0" destOrd="0" presId="urn:microsoft.com/office/officeart/2005/8/layout/list1"/>
    <dgm:cxn modelId="{D5AD1835-29C2-4530-A1CE-CCC0E562221E}" type="presParOf" srcId="{3C0A0984-325B-4E01-980C-C3455FC45D3A}" destId="{C0E0F407-6A41-42A6-8EF2-626287C236C5}" srcOrd="1" destOrd="0" presId="urn:microsoft.com/office/officeart/2005/8/layout/list1"/>
    <dgm:cxn modelId="{806DC0F5-1713-4341-A2DB-15A76D7A35DF}" type="presParOf" srcId="{BB015539-7859-41C0-A2DA-E0C15EFC9CD9}" destId="{90CF4633-E798-49A7-918D-23D9D58D1646}" srcOrd="1" destOrd="0" presId="urn:microsoft.com/office/officeart/2005/8/layout/list1"/>
    <dgm:cxn modelId="{49388AAA-B702-44D3-AD4B-A6F3EE43F80A}" type="presParOf" srcId="{BB015539-7859-41C0-A2DA-E0C15EFC9CD9}" destId="{854C9C7D-B70A-485E-976A-E17EE0BDABD7}" srcOrd="2" destOrd="0" presId="urn:microsoft.com/office/officeart/2005/8/layout/list1"/>
    <dgm:cxn modelId="{05A6C5E9-951D-497B-933C-2E88C89BA756}" type="presParOf" srcId="{BB015539-7859-41C0-A2DA-E0C15EFC9CD9}" destId="{6BD2055D-D6DC-4A6E-A2C0-B494D67E1451}" srcOrd="3" destOrd="0" presId="urn:microsoft.com/office/officeart/2005/8/layout/list1"/>
    <dgm:cxn modelId="{C35EC664-8DAF-4BC8-BA7E-A06BCCFF226F}" type="presParOf" srcId="{BB015539-7859-41C0-A2DA-E0C15EFC9CD9}" destId="{E0F11028-EF67-442A-8152-5CD482EFFE66}" srcOrd="4" destOrd="0" presId="urn:microsoft.com/office/officeart/2005/8/layout/list1"/>
    <dgm:cxn modelId="{3292313C-7FBF-40C3-8C30-93AE12C99EDB}" type="presParOf" srcId="{E0F11028-EF67-442A-8152-5CD482EFFE66}" destId="{60E041D7-C277-423C-B523-1AF541E1905E}" srcOrd="0" destOrd="0" presId="urn:microsoft.com/office/officeart/2005/8/layout/list1"/>
    <dgm:cxn modelId="{7BFD0324-8CB9-4627-BB2B-40EEA901C046}" type="presParOf" srcId="{E0F11028-EF67-442A-8152-5CD482EFFE66}" destId="{DF568230-460D-47A6-ACBB-0245B19ED277}" srcOrd="1" destOrd="0" presId="urn:microsoft.com/office/officeart/2005/8/layout/list1"/>
    <dgm:cxn modelId="{5890F8C2-E09F-4644-BAAE-1693E8C45220}" type="presParOf" srcId="{BB015539-7859-41C0-A2DA-E0C15EFC9CD9}" destId="{82D219D1-3E64-42C5-8B4D-0BEBE3CD7748}" srcOrd="5" destOrd="0" presId="urn:microsoft.com/office/officeart/2005/8/layout/list1"/>
    <dgm:cxn modelId="{F1C2CB78-072A-48DA-8BCC-870F4E4A8337}" type="presParOf" srcId="{BB015539-7859-41C0-A2DA-E0C15EFC9CD9}" destId="{D3A18F3E-BD05-42B8-A635-5E900D5E2E70}" srcOrd="6" destOrd="0" presId="urn:microsoft.com/office/officeart/2005/8/layout/list1"/>
    <dgm:cxn modelId="{1D283292-2401-457A-8A46-013E46F4DE09}" type="presParOf" srcId="{BB015539-7859-41C0-A2DA-E0C15EFC9CD9}" destId="{3D9790AC-F4B5-477F-9809-6162AB849651}" srcOrd="7" destOrd="0" presId="urn:microsoft.com/office/officeart/2005/8/layout/list1"/>
    <dgm:cxn modelId="{A9FF9309-D0A3-48E1-B07B-739DB9B6D3C9}" type="presParOf" srcId="{BB015539-7859-41C0-A2DA-E0C15EFC9CD9}" destId="{B9F96CE2-CED5-48C5-891C-4CCBE95C70B5}" srcOrd="8" destOrd="0" presId="urn:microsoft.com/office/officeart/2005/8/layout/list1"/>
    <dgm:cxn modelId="{F2A64C07-C244-4AA0-ABCD-87BF383F4FC2}" type="presParOf" srcId="{B9F96CE2-CED5-48C5-891C-4CCBE95C70B5}" destId="{6F1466ED-20BF-48AC-9A41-E767E1F46BCD}" srcOrd="0" destOrd="0" presId="urn:microsoft.com/office/officeart/2005/8/layout/list1"/>
    <dgm:cxn modelId="{40D9CE14-8304-46DC-95CD-320E45775E85}" type="presParOf" srcId="{B9F96CE2-CED5-48C5-891C-4CCBE95C70B5}" destId="{7BC2100A-B4C9-4C36-8090-A0EEF501A550}" srcOrd="1" destOrd="0" presId="urn:microsoft.com/office/officeart/2005/8/layout/list1"/>
    <dgm:cxn modelId="{F841B83D-62EE-4099-9F55-11C80B568EED}" type="presParOf" srcId="{BB015539-7859-41C0-A2DA-E0C15EFC9CD9}" destId="{1DCA075D-4813-46C5-B51A-AEA1A798C503}" srcOrd="9" destOrd="0" presId="urn:microsoft.com/office/officeart/2005/8/layout/list1"/>
    <dgm:cxn modelId="{BED8230C-633A-4683-80C5-F4A8C72238DC}" type="presParOf" srcId="{BB015539-7859-41C0-A2DA-E0C15EFC9CD9}" destId="{185CFC14-B27B-40CB-B8D6-BA2BCBB82FFA}" srcOrd="10" destOrd="0" presId="urn:microsoft.com/office/officeart/2005/8/layout/list1"/>
    <dgm:cxn modelId="{D6C3782D-3479-404A-A495-545F721C2E80}" type="presParOf" srcId="{BB015539-7859-41C0-A2DA-E0C15EFC9CD9}" destId="{47F8E91A-9D23-4CB0-BB91-098A338D78F2}" srcOrd="11" destOrd="0" presId="urn:microsoft.com/office/officeart/2005/8/layout/list1"/>
    <dgm:cxn modelId="{0CA52FF0-39D2-4274-AB78-8D0FC90A470E}" type="presParOf" srcId="{BB015539-7859-41C0-A2DA-E0C15EFC9CD9}" destId="{B66C8F7F-B037-4BEF-B3AA-72FF4ACCB80A}" srcOrd="12" destOrd="0" presId="urn:microsoft.com/office/officeart/2005/8/layout/list1"/>
    <dgm:cxn modelId="{7F06BA5A-2754-47AA-AE36-6E0473202712}" type="presParOf" srcId="{B66C8F7F-B037-4BEF-B3AA-72FF4ACCB80A}" destId="{5E589B41-1EF8-4E5B-BAD1-BF962D3B03D7}" srcOrd="0" destOrd="0" presId="urn:microsoft.com/office/officeart/2005/8/layout/list1"/>
    <dgm:cxn modelId="{85616D0B-0330-4CE7-8501-F1DC4F8BC8CE}" type="presParOf" srcId="{B66C8F7F-B037-4BEF-B3AA-72FF4ACCB80A}" destId="{99BC80BB-754D-49A6-8A84-343986551C2E}" srcOrd="1" destOrd="0" presId="urn:microsoft.com/office/officeart/2005/8/layout/list1"/>
    <dgm:cxn modelId="{47ACBD3A-6019-4180-BD0A-19709C257E42}" type="presParOf" srcId="{BB015539-7859-41C0-A2DA-E0C15EFC9CD9}" destId="{203F2063-76B1-44F8-8349-CC1227F3ABA4}" srcOrd="13" destOrd="0" presId="urn:microsoft.com/office/officeart/2005/8/layout/list1"/>
    <dgm:cxn modelId="{2CB2A788-8A81-483D-B04B-9CDE2D3F345E}" type="presParOf" srcId="{BB015539-7859-41C0-A2DA-E0C15EFC9CD9}" destId="{2AC46925-67D6-4168-A370-491A43785179}" srcOrd="14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9.xml><?xml version="1.0" encoding="utf-8"?>
<dgm:dataModel xmlns:dgm="http://schemas.openxmlformats.org/drawingml/2006/diagram" xmlns:a="http://schemas.openxmlformats.org/drawingml/2006/main">
  <dgm:ptLst>
    <dgm:pt modelId="{97889F66-5956-43ED-9F3A-0E91A9209C75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82F9B726-3546-4F61-9167-C79D956BA45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</a:t>
          </a:r>
          <a:r>
            <a:rPr lang="en-US"/>
            <a:t>he equation for retargeting </a:t>
          </a:r>
        </a:p>
      </dgm:t>
    </dgm:pt>
    <dgm:pt modelId="{61D15590-B0FA-4B18-9316-DC3C26E0AC33}" type="parTrans" cxnId="{024A0B51-2E07-40A4-872B-9BF72B6A95DD}">
      <dgm:prSet/>
      <dgm:spPr/>
      <dgm:t>
        <a:bodyPr/>
        <a:lstStyle/>
        <a:p>
          <a:endParaRPr lang="en-US"/>
        </a:p>
      </dgm:t>
    </dgm:pt>
    <dgm:pt modelId="{72E4FBE8-C7F5-4ED1-983B-C9270E187DF9}" type="sibTrans" cxnId="{024A0B51-2E07-40A4-872B-9BF72B6A95DD}">
      <dgm:prSet/>
      <dgm:spPr/>
      <dgm:t>
        <a:bodyPr/>
        <a:lstStyle/>
        <a:p>
          <a:endParaRPr lang="en-US"/>
        </a:p>
      </dgm:t>
    </dgm:pt>
    <dgm:pt modelId="{FFE96215-C508-48FB-AAD1-9D15724F240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measures the time it</a:t>
          </a:r>
          <a:r>
            <a:rPr lang="tr-TR"/>
            <a:t> </a:t>
          </a:r>
          <a:r>
            <a:rPr lang="en-US"/>
            <a:t>took to find the last 2,016 blocks </a:t>
          </a:r>
        </a:p>
      </dgm:t>
    </dgm:pt>
    <dgm:pt modelId="{FBF689EB-65CE-458E-B58D-2169360FC8D4}" type="parTrans" cxnId="{25625900-8986-4E99-BEA5-C3FA238FE2C8}">
      <dgm:prSet/>
      <dgm:spPr/>
      <dgm:t>
        <a:bodyPr/>
        <a:lstStyle/>
        <a:p>
          <a:endParaRPr lang="en-US"/>
        </a:p>
      </dgm:t>
    </dgm:pt>
    <dgm:pt modelId="{A8753C30-15B1-4FFB-BBED-B65500C377DD}" type="sibTrans" cxnId="{25625900-8986-4E99-BEA5-C3FA238FE2C8}">
      <dgm:prSet/>
      <dgm:spPr/>
      <dgm:t>
        <a:bodyPr/>
        <a:lstStyle/>
        <a:p>
          <a:endParaRPr lang="en-US"/>
        </a:p>
      </dgm:t>
    </dgm:pt>
    <dgm:pt modelId="{243D250A-A119-4FD0-8A1C-626CFDA3C07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compares that to the expected time of 20,160</a:t>
          </a:r>
          <a:r>
            <a:rPr lang="tr-TR"/>
            <a:t> </a:t>
          </a:r>
          <a:r>
            <a:rPr lang="en-US"/>
            <a:t>minutes</a:t>
          </a:r>
        </a:p>
      </dgm:t>
    </dgm:pt>
    <dgm:pt modelId="{91D2BC5B-003B-4926-8995-7A210E55F177}" type="parTrans" cxnId="{0A0000F8-2FE4-4693-8085-72B9F2DAD56E}">
      <dgm:prSet/>
      <dgm:spPr/>
      <dgm:t>
        <a:bodyPr/>
        <a:lstStyle/>
        <a:p>
          <a:endParaRPr lang="en-US"/>
        </a:p>
      </dgm:t>
    </dgm:pt>
    <dgm:pt modelId="{7F5ED23B-503A-47BB-8A30-52B3BB55193D}" type="sibTrans" cxnId="{0A0000F8-2FE4-4693-8085-72B9F2DAD56E}">
      <dgm:prSet/>
      <dgm:spPr/>
      <dgm:t>
        <a:bodyPr/>
        <a:lstStyle/>
        <a:p>
          <a:endParaRPr lang="en-US"/>
        </a:p>
      </dgm:t>
    </dgm:pt>
    <dgm:pt modelId="{40DD591C-6935-486A-AEFD-3CC168BB283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increase the difficulty</a:t>
          </a:r>
          <a:endParaRPr lang="en-US"/>
        </a:p>
      </dgm:t>
    </dgm:pt>
    <dgm:pt modelId="{D014943F-F45C-42EF-8A72-7977DC6C222D}" type="parTrans" cxnId="{E4EDA144-05D0-4E27-A7A4-4B3254C52C38}">
      <dgm:prSet/>
      <dgm:spPr/>
      <dgm:t>
        <a:bodyPr/>
        <a:lstStyle/>
        <a:p>
          <a:endParaRPr lang="en-US"/>
        </a:p>
      </dgm:t>
    </dgm:pt>
    <dgm:pt modelId="{083AD99F-C2AA-4538-889A-BF56D67B6A12}" type="sibTrans" cxnId="{E4EDA144-05D0-4E27-A7A4-4B3254C52C38}">
      <dgm:prSet/>
      <dgm:spPr/>
      <dgm:t>
        <a:bodyPr/>
        <a:lstStyle/>
        <a:p>
          <a:endParaRPr lang="en-US"/>
        </a:p>
      </dgm:t>
    </dgm:pt>
    <dgm:pt modelId="{F56815DC-E732-4755-93C8-E6A3F393046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If the network is finding</a:t>
          </a:r>
          <a:r>
            <a:rPr lang="tr-TR"/>
            <a:t> </a:t>
          </a:r>
          <a:r>
            <a:rPr lang="en-US"/>
            <a:t>blocks faster than every 10 minutes, </a:t>
          </a:r>
        </a:p>
      </dgm:t>
    </dgm:pt>
    <dgm:pt modelId="{2A77645E-E7BA-46FD-A00A-AAB395D00712}" type="parTrans" cxnId="{64846AF2-3163-4A3F-BEFD-96A82A99224A}">
      <dgm:prSet/>
      <dgm:spPr/>
      <dgm:t>
        <a:bodyPr/>
        <a:lstStyle/>
        <a:p>
          <a:endParaRPr lang="en-US"/>
        </a:p>
      </dgm:t>
    </dgm:pt>
    <dgm:pt modelId="{74BB9D81-95E0-498F-8DD8-12E8D0A5A201}" type="sibTrans" cxnId="{64846AF2-3163-4A3F-BEFD-96A82A99224A}">
      <dgm:prSet/>
      <dgm:spPr/>
      <dgm:t>
        <a:bodyPr/>
        <a:lstStyle/>
        <a:p>
          <a:endParaRPr lang="en-US"/>
        </a:p>
      </dgm:t>
    </dgm:pt>
    <dgm:pt modelId="{1E0A062D-6B7C-40DE-87CC-888A6A8EF6A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difficulty increases (target decreases).</a:t>
          </a:r>
        </a:p>
      </dgm:t>
    </dgm:pt>
    <dgm:pt modelId="{9415878F-C641-428C-B24A-9F076759916C}" type="parTrans" cxnId="{1EB32D67-8DA9-43B2-8E23-027ACA8F3587}">
      <dgm:prSet/>
      <dgm:spPr/>
      <dgm:t>
        <a:bodyPr/>
        <a:lstStyle/>
        <a:p>
          <a:endParaRPr lang="en-US"/>
        </a:p>
      </dgm:t>
    </dgm:pt>
    <dgm:pt modelId="{DF98900A-1BC9-4510-BA65-E8A3B73CD3E7}" type="sibTrans" cxnId="{1EB32D67-8DA9-43B2-8E23-027ACA8F3587}">
      <dgm:prSet/>
      <dgm:spPr/>
      <dgm:t>
        <a:bodyPr/>
        <a:lstStyle/>
        <a:p>
          <a:endParaRPr lang="en-US"/>
        </a:p>
      </dgm:t>
    </dgm:pt>
    <dgm:pt modelId="{1EC77197-32E1-46CF-AEEE-C0A245C4AC6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Decrease the difficulty</a:t>
          </a:r>
          <a:endParaRPr lang="en-US"/>
        </a:p>
      </dgm:t>
    </dgm:pt>
    <dgm:pt modelId="{5B3E337D-B2BD-44A1-90F3-8B263985F6BE}" type="parTrans" cxnId="{20A955CF-54E8-4B87-874C-4DFA5B794A68}">
      <dgm:prSet/>
      <dgm:spPr/>
      <dgm:t>
        <a:bodyPr/>
        <a:lstStyle/>
        <a:p>
          <a:endParaRPr lang="en-US"/>
        </a:p>
      </dgm:t>
    </dgm:pt>
    <dgm:pt modelId="{96BDFD4E-BC8A-4A93-8323-B9781A4C1948}" type="sibTrans" cxnId="{20A955CF-54E8-4B87-874C-4DFA5B794A68}">
      <dgm:prSet/>
      <dgm:spPr/>
      <dgm:t>
        <a:bodyPr/>
        <a:lstStyle/>
        <a:p>
          <a:endParaRPr lang="en-US"/>
        </a:p>
      </dgm:t>
    </dgm:pt>
    <dgm:pt modelId="{B3DE3388-D1AE-4AEF-8459-8B685DA100E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If block</a:t>
          </a:r>
          <a:r>
            <a:rPr lang="tr-TR"/>
            <a:t> </a:t>
          </a:r>
          <a:r>
            <a:rPr lang="en-US"/>
            <a:t>discovery is slower than expected, </a:t>
          </a:r>
        </a:p>
      </dgm:t>
    </dgm:pt>
    <dgm:pt modelId="{5F8BF952-FC89-4DDD-B51C-9BB379C23E68}" type="parTrans" cxnId="{EE91C5C6-A164-4EB4-B567-7808D643004A}">
      <dgm:prSet/>
      <dgm:spPr/>
      <dgm:t>
        <a:bodyPr/>
        <a:lstStyle/>
        <a:p>
          <a:endParaRPr lang="en-US"/>
        </a:p>
      </dgm:t>
    </dgm:pt>
    <dgm:pt modelId="{E2B6EB94-6D7E-4499-AE61-9FC08383E1D9}" type="sibTrans" cxnId="{EE91C5C6-A164-4EB4-B567-7808D643004A}">
      <dgm:prSet/>
      <dgm:spPr/>
      <dgm:t>
        <a:bodyPr/>
        <a:lstStyle/>
        <a:p>
          <a:endParaRPr lang="en-US"/>
        </a:p>
      </dgm:t>
    </dgm:pt>
    <dgm:pt modelId="{3FCC0F74-41DF-44D6-B3AF-C015B43237A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difficulty decreases (target increases)</a:t>
          </a:r>
        </a:p>
      </dgm:t>
    </dgm:pt>
    <dgm:pt modelId="{9DC96665-7C6A-49EC-9648-CB6A11265A9F}" type="parTrans" cxnId="{6E241284-ABC8-4932-8A62-91DB7E41D82D}">
      <dgm:prSet/>
      <dgm:spPr/>
      <dgm:t>
        <a:bodyPr/>
        <a:lstStyle/>
        <a:p>
          <a:endParaRPr lang="en-US"/>
        </a:p>
      </dgm:t>
    </dgm:pt>
    <dgm:pt modelId="{4545573D-4B92-466F-AB7B-6CCA487237F1}" type="sibTrans" cxnId="{6E241284-ABC8-4932-8A62-91DB7E41D82D}">
      <dgm:prSet/>
      <dgm:spPr/>
      <dgm:t>
        <a:bodyPr/>
        <a:lstStyle/>
        <a:p>
          <a:endParaRPr lang="en-US"/>
        </a:p>
      </dgm:t>
    </dgm:pt>
    <dgm:pt modelId="{6D2BC358-0408-4787-8FA7-22E3D9DF241A}" type="pres">
      <dgm:prSet presAssocID="{97889F66-5956-43ED-9F3A-0E91A9209C75}" presName="root" presStyleCnt="0">
        <dgm:presLayoutVars>
          <dgm:dir/>
          <dgm:resizeHandles val="exact"/>
        </dgm:presLayoutVars>
      </dgm:prSet>
      <dgm:spPr/>
    </dgm:pt>
    <dgm:pt modelId="{3C793EEF-2460-4BB8-84C8-C3B21937EFCC}" type="pres">
      <dgm:prSet presAssocID="{82F9B726-3546-4F61-9167-C79D956BA45C}" presName="compNode" presStyleCnt="0"/>
      <dgm:spPr/>
    </dgm:pt>
    <dgm:pt modelId="{5A5C1A10-AEE7-40E9-A9E9-CDFB11B3EC10}" type="pres">
      <dgm:prSet presAssocID="{82F9B726-3546-4F61-9167-C79D956BA45C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ronometre"/>
        </a:ext>
      </dgm:extLst>
    </dgm:pt>
    <dgm:pt modelId="{5ABD5DA2-965B-4F3B-856A-60E8786F46BE}" type="pres">
      <dgm:prSet presAssocID="{82F9B726-3546-4F61-9167-C79D956BA45C}" presName="iconSpace" presStyleCnt="0"/>
      <dgm:spPr/>
    </dgm:pt>
    <dgm:pt modelId="{B082725A-46DB-4E10-89DE-A227BAE7009D}" type="pres">
      <dgm:prSet presAssocID="{82F9B726-3546-4F61-9167-C79D956BA45C}" presName="parTx" presStyleLbl="revTx" presStyleIdx="0" presStyleCnt="6">
        <dgm:presLayoutVars>
          <dgm:chMax val="0"/>
          <dgm:chPref val="0"/>
        </dgm:presLayoutVars>
      </dgm:prSet>
      <dgm:spPr/>
    </dgm:pt>
    <dgm:pt modelId="{FEFDE1CD-FB11-48D0-8EAF-345F7F6B4678}" type="pres">
      <dgm:prSet presAssocID="{82F9B726-3546-4F61-9167-C79D956BA45C}" presName="txSpace" presStyleCnt="0"/>
      <dgm:spPr/>
    </dgm:pt>
    <dgm:pt modelId="{CEC475D9-2F30-4EE6-9218-C5504A2FE8DC}" type="pres">
      <dgm:prSet presAssocID="{82F9B726-3546-4F61-9167-C79D956BA45C}" presName="desTx" presStyleLbl="revTx" presStyleIdx="1" presStyleCnt="6">
        <dgm:presLayoutVars/>
      </dgm:prSet>
      <dgm:spPr/>
    </dgm:pt>
    <dgm:pt modelId="{E0F853B5-CC29-4522-B6F4-4413DFBE6298}" type="pres">
      <dgm:prSet presAssocID="{72E4FBE8-C7F5-4ED1-983B-C9270E187DF9}" presName="sibTrans" presStyleCnt="0"/>
      <dgm:spPr/>
    </dgm:pt>
    <dgm:pt modelId="{7B16F84D-F7BC-4E3A-B510-C610926144BC}" type="pres">
      <dgm:prSet presAssocID="{40DD591C-6935-486A-AEFD-3CC168BB2833}" presName="compNode" presStyleCnt="0"/>
      <dgm:spPr/>
    </dgm:pt>
    <dgm:pt modelId="{A7EE63D2-3932-4991-B976-8F7ED35DD423}" type="pres">
      <dgm:prSet presAssocID="{40DD591C-6935-486A-AEFD-3CC168BB2833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tream"/>
        </a:ext>
      </dgm:extLst>
    </dgm:pt>
    <dgm:pt modelId="{C60E5453-064A-4B3C-841F-A63FB4272D13}" type="pres">
      <dgm:prSet presAssocID="{40DD591C-6935-486A-AEFD-3CC168BB2833}" presName="iconSpace" presStyleCnt="0"/>
      <dgm:spPr/>
    </dgm:pt>
    <dgm:pt modelId="{DBD79224-0F49-46B6-9433-DE6A8143A6B5}" type="pres">
      <dgm:prSet presAssocID="{40DD591C-6935-486A-AEFD-3CC168BB2833}" presName="parTx" presStyleLbl="revTx" presStyleIdx="2" presStyleCnt="6">
        <dgm:presLayoutVars>
          <dgm:chMax val="0"/>
          <dgm:chPref val="0"/>
        </dgm:presLayoutVars>
      </dgm:prSet>
      <dgm:spPr/>
    </dgm:pt>
    <dgm:pt modelId="{D7E15F90-ECFB-4460-A86E-B6C42DCB84B0}" type="pres">
      <dgm:prSet presAssocID="{40DD591C-6935-486A-AEFD-3CC168BB2833}" presName="txSpace" presStyleCnt="0"/>
      <dgm:spPr/>
    </dgm:pt>
    <dgm:pt modelId="{C17A6436-E61E-40AB-B299-72F5DABEEB5C}" type="pres">
      <dgm:prSet presAssocID="{40DD591C-6935-486A-AEFD-3CC168BB2833}" presName="desTx" presStyleLbl="revTx" presStyleIdx="3" presStyleCnt="6">
        <dgm:presLayoutVars/>
      </dgm:prSet>
      <dgm:spPr/>
    </dgm:pt>
    <dgm:pt modelId="{D7FF642B-21CD-4A25-820E-A875337978C1}" type="pres">
      <dgm:prSet presAssocID="{083AD99F-C2AA-4538-889A-BF56D67B6A12}" presName="sibTrans" presStyleCnt="0"/>
      <dgm:spPr/>
    </dgm:pt>
    <dgm:pt modelId="{A402F652-2177-4F60-82EB-A305C52A9A76}" type="pres">
      <dgm:prSet presAssocID="{1EC77197-32E1-46CF-AEEE-C0A245C4AC60}" presName="compNode" presStyleCnt="0"/>
      <dgm:spPr/>
    </dgm:pt>
    <dgm:pt modelId="{B48890E9-078D-460C-8EEA-D6F9A87C5BA8}" type="pres">
      <dgm:prSet presAssocID="{1EC77197-32E1-46CF-AEEE-C0A245C4AC60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peed Bump"/>
        </a:ext>
      </dgm:extLst>
    </dgm:pt>
    <dgm:pt modelId="{0D236856-6D6C-47B1-B838-131AA38D28DE}" type="pres">
      <dgm:prSet presAssocID="{1EC77197-32E1-46CF-AEEE-C0A245C4AC60}" presName="iconSpace" presStyleCnt="0"/>
      <dgm:spPr/>
    </dgm:pt>
    <dgm:pt modelId="{67EB0227-70CF-4BFE-A8BC-35776CF6118A}" type="pres">
      <dgm:prSet presAssocID="{1EC77197-32E1-46CF-AEEE-C0A245C4AC60}" presName="parTx" presStyleLbl="revTx" presStyleIdx="4" presStyleCnt="6">
        <dgm:presLayoutVars>
          <dgm:chMax val="0"/>
          <dgm:chPref val="0"/>
        </dgm:presLayoutVars>
      </dgm:prSet>
      <dgm:spPr/>
    </dgm:pt>
    <dgm:pt modelId="{FE48D68F-3062-4B56-BEAB-1DAC5A49E006}" type="pres">
      <dgm:prSet presAssocID="{1EC77197-32E1-46CF-AEEE-C0A245C4AC60}" presName="txSpace" presStyleCnt="0"/>
      <dgm:spPr/>
    </dgm:pt>
    <dgm:pt modelId="{5D5F32BC-67D6-4910-BD4E-0743992E1754}" type="pres">
      <dgm:prSet presAssocID="{1EC77197-32E1-46CF-AEEE-C0A245C4AC60}" presName="desTx" presStyleLbl="revTx" presStyleIdx="5" presStyleCnt="6">
        <dgm:presLayoutVars/>
      </dgm:prSet>
      <dgm:spPr/>
    </dgm:pt>
  </dgm:ptLst>
  <dgm:cxnLst>
    <dgm:cxn modelId="{25625900-8986-4E99-BEA5-C3FA238FE2C8}" srcId="{82F9B726-3546-4F61-9167-C79D956BA45C}" destId="{FFE96215-C508-48FB-AAD1-9D15724F240A}" srcOrd="0" destOrd="0" parTransId="{FBF689EB-65CE-458E-B58D-2169360FC8D4}" sibTransId="{A8753C30-15B1-4FFB-BBED-B65500C377DD}"/>
    <dgm:cxn modelId="{1A971B1F-8C09-4C41-9670-C44F11C7357B}" type="presOf" srcId="{3FCC0F74-41DF-44D6-B3AF-C015B43237A6}" destId="{5D5F32BC-67D6-4910-BD4E-0743992E1754}" srcOrd="0" destOrd="1" presId="urn:microsoft.com/office/officeart/2018/5/layout/CenteredIconLabelDescriptionList"/>
    <dgm:cxn modelId="{9F418B22-E3E3-410F-AD4A-8A60F8D9EF52}" type="presOf" srcId="{1E0A062D-6B7C-40DE-87CC-888A6A8EF6AF}" destId="{C17A6436-E61E-40AB-B299-72F5DABEEB5C}" srcOrd="0" destOrd="1" presId="urn:microsoft.com/office/officeart/2018/5/layout/CenteredIconLabelDescriptionList"/>
    <dgm:cxn modelId="{E4EDA144-05D0-4E27-A7A4-4B3254C52C38}" srcId="{97889F66-5956-43ED-9F3A-0E91A9209C75}" destId="{40DD591C-6935-486A-AEFD-3CC168BB2833}" srcOrd="1" destOrd="0" parTransId="{D014943F-F45C-42EF-8A72-7977DC6C222D}" sibTransId="{083AD99F-C2AA-4538-889A-BF56D67B6A12}"/>
    <dgm:cxn modelId="{1EB32D67-8DA9-43B2-8E23-027ACA8F3587}" srcId="{40DD591C-6935-486A-AEFD-3CC168BB2833}" destId="{1E0A062D-6B7C-40DE-87CC-888A6A8EF6AF}" srcOrd="1" destOrd="0" parTransId="{9415878F-C641-428C-B24A-9F076759916C}" sibTransId="{DF98900A-1BC9-4510-BA65-E8A3B73CD3E7}"/>
    <dgm:cxn modelId="{16DA9467-C248-49A4-A9E5-2BA7C4B56289}" type="presOf" srcId="{97889F66-5956-43ED-9F3A-0E91A9209C75}" destId="{6D2BC358-0408-4787-8FA7-22E3D9DF241A}" srcOrd="0" destOrd="0" presId="urn:microsoft.com/office/officeart/2018/5/layout/CenteredIconLabelDescriptionList"/>
    <dgm:cxn modelId="{024A0B51-2E07-40A4-872B-9BF72B6A95DD}" srcId="{97889F66-5956-43ED-9F3A-0E91A9209C75}" destId="{82F9B726-3546-4F61-9167-C79D956BA45C}" srcOrd="0" destOrd="0" parTransId="{61D15590-B0FA-4B18-9316-DC3C26E0AC33}" sibTransId="{72E4FBE8-C7F5-4ED1-983B-C9270E187DF9}"/>
    <dgm:cxn modelId="{5F003153-CA33-409D-AAFC-805B77D9FFA3}" type="presOf" srcId="{F56815DC-E732-4755-93C8-E6A3F393046E}" destId="{C17A6436-E61E-40AB-B299-72F5DABEEB5C}" srcOrd="0" destOrd="0" presId="urn:microsoft.com/office/officeart/2018/5/layout/CenteredIconLabelDescriptionList"/>
    <dgm:cxn modelId="{BED25C58-B22D-4E1B-BFAF-D89BB5B2FDC7}" type="presOf" srcId="{B3DE3388-D1AE-4AEF-8459-8B685DA100E7}" destId="{5D5F32BC-67D6-4910-BD4E-0743992E1754}" srcOrd="0" destOrd="0" presId="urn:microsoft.com/office/officeart/2018/5/layout/CenteredIconLabelDescriptionList"/>
    <dgm:cxn modelId="{6E241284-ABC8-4932-8A62-91DB7E41D82D}" srcId="{1EC77197-32E1-46CF-AEEE-C0A245C4AC60}" destId="{3FCC0F74-41DF-44D6-B3AF-C015B43237A6}" srcOrd="1" destOrd="0" parTransId="{9DC96665-7C6A-49EC-9648-CB6A11265A9F}" sibTransId="{4545573D-4B92-466F-AB7B-6CCA487237F1}"/>
    <dgm:cxn modelId="{C7D5B28A-7E75-4058-9498-BF9AE8A80B70}" type="presOf" srcId="{40DD591C-6935-486A-AEFD-3CC168BB2833}" destId="{DBD79224-0F49-46B6-9433-DE6A8143A6B5}" srcOrd="0" destOrd="0" presId="urn:microsoft.com/office/officeart/2018/5/layout/CenteredIconLabelDescriptionList"/>
    <dgm:cxn modelId="{01EEDA90-0152-4E59-BE15-97329FFF1150}" type="presOf" srcId="{243D250A-A119-4FD0-8A1C-626CFDA3C07E}" destId="{CEC475D9-2F30-4EE6-9218-C5504A2FE8DC}" srcOrd="0" destOrd="1" presId="urn:microsoft.com/office/officeart/2018/5/layout/CenteredIconLabelDescriptionList"/>
    <dgm:cxn modelId="{461B3E97-E0FE-43D7-B7EB-F5B2669D766D}" type="presOf" srcId="{1EC77197-32E1-46CF-AEEE-C0A245C4AC60}" destId="{67EB0227-70CF-4BFE-A8BC-35776CF6118A}" srcOrd="0" destOrd="0" presId="urn:microsoft.com/office/officeart/2018/5/layout/CenteredIconLabelDescriptionList"/>
    <dgm:cxn modelId="{4D6F3998-46B2-4C08-A7D1-E1E9B6FB1687}" type="presOf" srcId="{82F9B726-3546-4F61-9167-C79D956BA45C}" destId="{B082725A-46DB-4E10-89DE-A227BAE7009D}" srcOrd="0" destOrd="0" presId="urn:microsoft.com/office/officeart/2018/5/layout/CenteredIconLabelDescriptionList"/>
    <dgm:cxn modelId="{EE91C5C6-A164-4EB4-B567-7808D643004A}" srcId="{1EC77197-32E1-46CF-AEEE-C0A245C4AC60}" destId="{B3DE3388-D1AE-4AEF-8459-8B685DA100E7}" srcOrd="0" destOrd="0" parTransId="{5F8BF952-FC89-4DDD-B51C-9BB379C23E68}" sibTransId="{E2B6EB94-6D7E-4499-AE61-9FC08383E1D9}"/>
    <dgm:cxn modelId="{20A955CF-54E8-4B87-874C-4DFA5B794A68}" srcId="{97889F66-5956-43ED-9F3A-0E91A9209C75}" destId="{1EC77197-32E1-46CF-AEEE-C0A245C4AC60}" srcOrd="2" destOrd="0" parTransId="{5B3E337D-B2BD-44A1-90F3-8B263985F6BE}" sibTransId="{96BDFD4E-BC8A-4A93-8323-B9781A4C1948}"/>
    <dgm:cxn modelId="{209F76DD-E618-46A8-A5AE-178839EB7401}" type="presOf" srcId="{FFE96215-C508-48FB-AAD1-9D15724F240A}" destId="{CEC475D9-2F30-4EE6-9218-C5504A2FE8DC}" srcOrd="0" destOrd="0" presId="urn:microsoft.com/office/officeart/2018/5/layout/CenteredIconLabelDescriptionList"/>
    <dgm:cxn modelId="{64846AF2-3163-4A3F-BEFD-96A82A99224A}" srcId="{40DD591C-6935-486A-AEFD-3CC168BB2833}" destId="{F56815DC-E732-4755-93C8-E6A3F393046E}" srcOrd="0" destOrd="0" parTransId="{2A77645E-E7BA-46FD-A00A-AAB395D00712}" sibTransId="{74BB9D81-95E0-498F-8DD8-12E8D0A5A201}"/>
    <dgm:cxn modelId="{0A0000F8-2FE4-4693-8085-72B9F2DAD56E}" srcId="{82F9B726-3546-4F61-9167-C79D956BA45C}" destId="{243D250A-A119-4FD0-8A1C-626CFDA3C07E}" srcOrd="1" destOrd="0" parTransId="{91D2BC5B-003B-4926-8995-7A210E55F177}" sibTransId="{7F5ED23B-503A-47BB-8A30-52B3BB55193D}"/>
    <dgm:cxn modelId="{E1B45F00-6B1E-4D05-9004-18861FCA80A0}" type="presParOf" srcId="{6D2BC358-0408-4787-8FA7-22E3D9DF241A}" destId="{3C793EEF-2460-4BB8-84C8-C3B21937EFCC}" srcOrd="0" destOrd="0" presId="urn:microsoft.com/office/officeart/2018/5/layout/CenteredIconLabelDescriptionList"/>
    <dgm:cxn modelId="{F48238CE-CFA5-4A1A-AB96-A151A4A6FF71}" type="presParOf" srcId="{3C793EEF-2460-4BB8-84C8-C3B21937EFCC}" destId="{5A5C1A10-AEE7-40E9-A9E9-CDFB11B3EC10}" srcOrd="0" destOrd="0" presId="urn:microsoft.com/office/officeart/2018/5/layout/CenteredIconLabelDescriptionList"/>
    <dgm:cxn modelId="{AE99A202-85C2-4099-B035-6A055C19AFB8}" type="presParOf" srcId="{3C793EEF-2460-4BB8-84C8-C3B21937EFCC}" destId="{5ABD5DA2-965B-4F3B-856A-60E8786F46BE}" srcOrd="1" destOrd="0" presId="urn:microsoft.com/office/officeart/2018/5/layout/CenteredIconLabelDescriptionList"/>
    <dgm:cxn modelId="{0047D698-B9E4-42B0-9AE8-D875C35BD950}" type="presParOf" srcId="{3C793EEF-2460-4BB8-84C8-C3B21937EFCC}" destId="{B082725A-46DB-4E10-89DE-A227BAE7009D}" srcOrd="2" destOrd="0" presId="urn:microsoft.com/office/officeart/2018/5/layout/CenteredIconLabelDescriptionList"/>
    <dgm:cxn modelId="{EE0928E0-BE9F-43B4-834D-6FB4C32D46B8}" type="presParOf" srcId="{3C793EEF-2460-4BB8-84C8-C3B21937EFCC}" destId="{FEFDE1CD-FB11-48D0-8EAF-345F7F6B4678}" srcOrd="3" destOrd="0" presId="urn:microsoft.com/office/officeart/2018/5/layout/CenteredIconLabelDescriptionList"/>
    <dgm:cxn modelId="{9B762F56-CA80-4C0A-93F5-1FE1F22FD16E}" type="presParOf" srcId="{3C793EEF-2460-4BB8-84C8-C3B21937EFCC}" destId="{CEC475D9-2F30-4EE6-9218-C5504A2FE8DC}" srcOrd="4" destOrd="0" presId="urn:microsoft.com/office/officeart/2018/5/layout/CenteredIconLabelDescriptionList"/>
    <dgm:cxn modelId="{8BCF397B-1A6D-4C21-B6AF-71733314E3BE}" type="presParOf" srcId="{6D2BC358-0408-4787-8FA7-22E3D9DF241A}" destId="{E0F853B5-CC29-4522-B6F4-4413DFBE6298}" srcOrd="1" destOrd="0" presId="urn:microsoft.com/office/officeart/2018/5/layout/CenteredIconLabelDescriptionList"/>
    <dgm:cxn modelId="{64C88242-0862-40D2-B57F-8C9A7FE102B6}" type="presParOf" srcId="{6D2BC358-0408-4787-8FA7-22E3D9DF241A}" destId="{7B16F84D-F7BC-4E3A-B510-C610926144BC}" srcOrd="2" destOrd="0" presId="urn:microsoft.com/office/officeart/2018/5/layout/CenteredIconLabelDescriptionList"/>
    <dgm:cxn modelId="{B803E4EF-E5DD-4769-A10B-F16D6BF1A6C7}" type="presParOf" srcId="{7B16F84D-F7BC-4E3A-B510-C610926144BC}" destId="{A7EE63D2-3932-4991-B976-8F7ED35DD423}" srcOrd="0" destOrd="0" presId="urn:microsoft.com/office/officeart/2018/5/layout/CenteredIconLabelDescriptionList"/>
    <dgm:cxn modelId="{EFB57BE6-E796-4095-95E6-F8E1F34A47C8}" type="presParOf" srcId="{7B16F84D-F7BC-4E3A-B510-C610926144BC}" destId="{C60E5453-064A-4B3C-841F-A63FB4272D13}" srcOrd="1" destOrd="0" presId="urn:microsoft.com/office/officeart/2018/5/layout/CenteredIconLabelDescriptionList"/>
    <dgm:cxn modelId="{5E10D0EA-1E3B-4B44-AB32-2AD86E56F263}" type="presParOf" srcId="{7B16F84D-F7BC-4E3A-B510-C610926144BC}" destId="{DBD79224-0F49-46B6-9433-DE6A8143A6B5}" srcOrd="2" destOrd="0" presId="urn:microsoft.com/office/officeart/2018/5/layout/CenteredIconLabelDescriptionList"/>
    <dgm:cxn modelId="{C4BE88FE-A855-478F-B868-A74197583C23}" type="presParOf" srcId="{7B16F84D-F7BC-4E3A-B510-C610926144BC}" destId="{D7E15F90-ECFB-4460-A86E-B6C42DCB84B0}" srcOrd="3" destOrd="0" presId="urn:microsoft.com/office/officeart/2018/5/layout/CenteredIconLabelDescriptionList"/>
    <dgm:cxn modelId="{339C783B-9511-4C7B-A9E6-598D599C7E53}" type="presParOf" srcId="{7B16F84D-F7BC-4E3A-B510-C610926144BC}" destId="{C17A6436-E61E-40AB-B299-72F5DABEEB5C}" srcOrd="4" destOrd="0" presId="urn:microsoft.com/office/officeart/2018/5/layout/CenteredIconLabelDescriptionList"/>
    <dgm:cxn modelId="{F076AC34-CF12-4999-8FD6-E92C0C93EF46}" type="presParOf" srcId="{6D2BC358-0408-4787-8FA7-22E3D9DF241A}" destId="{D7FF642B-21CD-4A25-820E-A875337978C1}" srcOrd="3" destOrd="0" presId="urn:microsoft.com/office/officeart/2018/5/layout/CenteredIconLabelDescriptionList"/>
    <dgm:cxn modelId="{82122577-33B6-4233-8DB8-C4A791395120}" type="presParOf" srcId="{6D2BC358-0408-4787-8FA7-22E3D9DF241A}" destId="{A402F652-2177-4F60-82EB-A305C52A9A76}" srcOrd="4" destOrd="0" presId="urn:microsoft.com/office/officeart/2018/5/layout/CenteredIconLabelDescriptionList"/>
    <dgm:cxn modelId="{CBC188D3-5BA3-4A92-9975-A370A97A7337}" type="presParOf" srcId="{A402F652-2177-4F60-82EB-A305C52A9A76}" destId="{B48890E9-078D-460C-8EEA-D6F9A87C5BA8}" srcOrd="0" destOrd="0" presId="urn:microsoft.com/office/officeart/2018/5/layout/CenteredIconLabelDescriptionList"/>
    <dgm:cxn modelId="{DFEC5A92-93BD-486F-9577-A3360E501957}" type="presParOf" srcId="{A402F652-2177-4F60-82EB-A305C52A9A76}" destId="{0D236856-6D6C-47B1-B838-131AA38D28DE}" srcOrd="1" destOrd="0" presId="urn:microsoft.com/office/officeart/2018/5/layout/CenteredIconLabelDescriptionList"/>
    <dgm:cxn modelId="{9828DF24-7C38-4828-BD1C-B1E0BBA8008B}" type="presParOf" srcId="{A402F652-2177-4F60-82EB-A305C52A9A76}" destId="{67EB0227-70CF-4BFE-A8BC-35776CF6118A}" srcOrd="2" destOrd="0" presId="urn:microsoft.com/office/officeart/2018/5/layout/CenteredIconLabelDescriptionList"/>
    <dgm:cxn modelId="{55CFF38F-477F-4C33-A790-C5F9AC4AD34D}" type="presParOf" srcId="{A402F652-2177-4F60-82EB-A305C52A9A76}" destId="{FE48D68F-3062-4B56-BEAB-1DAC5A49E006}" srcOrd="3" destOrd="0" presId="urn:microsoft.com/office/officeart/2018/5/layout/CenteredIconLabelDescriptionList"/>
    <dgm:cxn modelId="{53924ABF-461F-4147-9D8B-D2F85F37A2DB}" type="presParOf" srcId="{A402F652-2177-4F60-82EB-A305C52A9A76}" destId="{5D5F32BC-67D6-4910-BD4E-0743992E175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0.xml><?xml version="1.0" encoding="utf-8"?>
<dgm:dataModel xmlns:dgm="http://schemas.openxmlformats.org/drawingml/2006/diagram" xmlns:a="http://schemas.openxmlformats.org/drawingml/2006/main">
  <dgm:ptLst>
    <dgm:pt modelId="{496E2B85-6E16-44D0-BE56-26F0F84AC48D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F19A8925-48BD-43C0-8E4C-A2748A4D2BE7}">
      <dgm:prSet/>
      <dgm:spPr/>
      <dgm:t>
        <a:bodyPr/>
        <a:lstStyle/>
        <a:p>
          <a:r>
            <a:rPr lang="tr-TR" dirty="0" err="1"/>
            <a:t>the</a:t>
          </a:r>
          <a:r>
            <a:rPr lang="tr-TR" dirty="0"/>
            <a:t> hardware </a:t>
          </a:r>
          <a:r>
            <a:rPr lang="tr-TR" dirty="0" err="1"/>
            <a:t>mining</a:t>
          </a:r>
          <a:r>
            <a:rPr lang="tr-TR" dirty="0"/>
            <a:t> </a:t>
          </a:r>
          <a:r>
            <a:rPr lang="en-US" dirty="0"/>
            <a:t>machines </a:t>
          </a:r>
        </a:p>
      </dgm:t>
    </dgm:pt>
    <dgm:pt modelId="{1F17AC09-2C74-47AD-9A58-5A5BC41288CC}" type="parTrans" cxnId="{43C7F43B-8A96-4005-A9A2-154E5FD80DB6}">
      <dgm:prSet/>
      <dgm:spPr/>
      <dgm:t>
        <a:bodyPr/>
        <a:lstStyle/>
        <a:p>
          <a:endParaRPr lang="en-US"/>
        </a:p>
      </dgm:t>
    </dgm:pt>
    <dgm:pt modelId="{08640A15-F62F-441F-BFB0-1A66A12ED116}" type="sibTrans" cxnId="{43C7F43B-8A96-4005-A9A2-154E5FD80DB6}">
      <dgm:prSet/>
      <dgm:spPr/>
      <dgm:t>
        <a:bodyPr/>
        <a:lstStyle/>
        <a:p>
          <a:endParaRPr lang="en-US"/>
        </a:p>
      </dgm:t>
    </dgm:pt>
    <dgm:pt modelId="{9F3D4B48-200F-4D73-ACF0-DE1003D6493B}">
      <dgm:prSet/>
      <dgm:spPr/>
      <dgm:t>
        <a:bodyPr/>
        <a:lstStyle/>
        <a:p>
          <a:r>
            <a:rPr lang="en-US"/>
            <a:t>run the SHA256 algorithm</a:t>
          </a:r>
          <a:r>
            <a:rPr lang="tr-TR"/>
            <a:t> </a:t>
          </a:r>
          <a:r>
            <a:rPr lang="en-US"/>
            <a:t>in parallel at incredible speeds</a:t>
          </a:r>
        </a:p>
      </dgm:t>
    </dgm:pt>
    <dgm:pt modelId="{39D79502-B179-464D-82A4-9553AB381BF0}" type="parTrans" cxnId="{87A09514-78AC-4EDD-BE99-92D29AD5BCD3}">
      <dgm:prSet/>
      <dgm:spPr/>
      <dgm:t>
        <a:bodyPr/>
        <a:lstStyle/>
        <a:p>
          <a:endParaRPr lang="en-US"/>
        </a:p>
      </dgm:t>
    </dgm:pt>
    <dgm:pt modelId="{D5B7C6A6-BF9F-4177-B940-C9454E8BC1F7}" type="sibTrans" cxnId="{87A09514-78AC-4EDD-BE99-92D29AD5BCD3}">
      <dgm:prSet/>
      <dgm:spPr/>
      <dgm:t>
        <a:bodyPr/>
        <a:lstStyle/>
        <a:p>
          <a:endParaRPr lang="en-US"/>
        </a:p>
      </dgm:t>
    </dgm:pt>
    <dgm:pt modelId="{FEC71DE5-2584-4DF5-AD61-A9C8D5C45881}">
      <dgm:prSet/>
      <dgm:spPr/>
      <dgm:t>
        <a:bodyPr/>
        <a:lstStyle/>
        <a:p>
          <a:r>
            <a:rPr lang="en-US"/>
            <a:t>find a solution and sends it back to the mining node</a:t>
          </a:r>
        </a:p>
      </dgm:t>
    </dgm:pt>
    <dgm:pt modelId="{EFB657E3-21C1-4466-89CE-3AB06240F5B7}" type="parTrans" cxnId="{3C7BF4F3-17D5-401A-A440-01CECD22FAF4}">
      <dgm:prSet/>
      <dgm:spPr/>
      <dgm:t>
        <a:bodyPr/>
        <a:lstStyle/>
        <a:p>
          <a:endParaRPr lang="en-US"/>
        </a:p>
      </dgm:t>
    </dgm:pt>
    <dgm:pt modelId="{2537FF86-E114-476C-9049-08B2136BB846}" type="sibTrans" cxnId="{3C7BF4F3-17D5-401A-A440-01CECD22FAF4}">
      <dgm:prSet/>
      <dgm:spPr/>
      <dgm:t>
        <a:bodyPr/>
        <a:lstStyle/>
        <a:p>
          <a:endParaRPr lang="en-US"/>
        </a:p>
      </dgm:t>
    </dgm:pt>
    <dgm:pt modelId="{F3E11FC3-5065-4D88-8C1A-3246765B97AE}">
      <dgm:prSet/>
      <dgm:spPr/>
      <dgm:t>
        <a:bodyPr/>
        <a:lstStyle/>
        <a:p>
          <a:r>
            <a:rPr lang="tr-TR"/>
            <a:t>When inserted into </a:t>
          </a:r>
          <a:r>
            <a:rPr lang="en-US"/>
            <a:t>the block header, </a:t>
          </a:r>
        </a:p>
      </dgm:t>
    </dgm:pt>
    <dgm:pt modelId="{BA9F4B52-FF49-40DB-8F75-A3C75F66EFC6}" type="parTrans" cxnId="{EDE1E922-8809-424C-9BE7-0F34360F45DD}">
      <dgm:prSet/>
      <dgm:spPr/>
      <dgm:t>
        <a:bodyPr/>
        <a:lstStyle/>
        <a:p>
          <a:endParaRPr lang="en-US"/>
        </a:p>
      </dgm:t>
    </dgm:pt>
    <dgm:pt modelId="{7268F8C1-C865-4E51-871E-804F9FA777A5}" type="sibTrans" cxnId="{EDE1E922-8809-424C-9BE7-0F34360F45DD}">
      <dgm:prSet/>
      <dgm:spPr/>
      <dgm:t>
        <a:bodyPr/>
        <a:lstStyle/>
        <a:p>
          <a:endParaRPr lang="en-US"/>
        </a:p>
      </dgm:t>
    </dgm:pt>
    <dgm:pt modelId="{ABC01FF8-66AA-46EC-9C1C-0FCDF6A145D8}">
      <dgm:prSet/>
      <dgm:spPr/>
      <dgm:t>
        <a:bodyPr/>
        <a:lstStyle/>
        <a:p>
          <a:r>
            <a:rPr lang="en-US"/>
            <a:t>the nonce produces a block hash</a:t>
          </a:r>
        </a:p>
      </dgm:t>
    </dgm:pt>
    <dgm:pt modelId="{CA291287-5B2A-4ED3-89F1-649263C8E2FD}" type="parTrans" cxnId="{9B4C3C00-F8D3-472B-942F-E910F74E61F9}">
      <dgm:prSet/>
      <dgm:spPr/>
      <dgm:t>
        <a:bodyPr/>
        <a:lstStyle/>
        <a:p>
          <a:endParaRPr lang="en-US"/>
        </a:p>
      </dgm:t>
    </dgm:pt>
    <dgm:pt modelId="{74103621-45AD-4607-9181-DF6A4639AD2B}" type="sibTrans" cxnId="{9B4C3C00-F8D3-472B-942F-E910F74E61F9}">
      <dgm:prSet/>
      <dgm:spPr/>
      <dgm:t>
        <a:bodyPr/>
        <a:lstStyle/>
        <a:p>
          <a:endParaRPr lang="en-US"/>
        </a:p>
      </dgm:t>
    </dgm:pt>
    <dgm:pt modelId="{42A49AF8-0FEF-4148-8846-D4E0E594E07C}">
      <dgm:prSet/>
      <dgm:spPr/>
      <dgm:t>
        <a:bodyPr/>
        <a:lstStyle/>
        <a:p>
          <a:r>
            <a:rPr lang="en-US"/>
            <a:t>which is less than the target</a:t>
          </a:r>
        </a:p>
      </dgm:t>
    </dgm:pt>
    <dgm:pt modelId="{AC88D3D9-2F45-4CF8-8401-8D8EAE1A6415}" type="parTrans" cxnId="{2AA7FB53-43B9-4818-8BFB-8160CF526F99}">
      <dgm:prSet/>
      <dgm:spPr/>
      <dgm:t>
        <a:bodyPr/>
        <a:lstStyle/>
        <a:p>
          <a:endParaRPr lang="en-US"/>
        </a:p>
      </dgm:t>
    </dgm:pt>
    <dgm:pt modelId="{77122FD9-E586-4D34-A578-952BF0D6562E}" type="sibTrans" cxnId="{2AA7FB53-43B9-4818-8BFB-8160CF526F99}">
      <dgm:prSet/>
      <dgm:spPr/>
      <dgm:t>
        <a:bodyPr/>
        <a:lstStyle/>
        <a:p>
          <a:endParaRPr lang="en-US"/>
        </a:p>
      </dgm:t>
    </dgm:pt>
    <dgm:pt modelId="{26DC1F99-577D-4DB3-B792-60852D32BF72}" type="pres">
      <dgm:prSet presAssocID="{496E2B85-6E16-44D0-BE56-26F0F84AC48D}" presName="linear" presStyleCnt="0">
        <dgm:presLayoutVars>
          <dgm:dir/>
          <dgm:animLvl val="lvl"/>
          <dgm:resizeHandles val="exact"/>
        </dgm:presLayoutVars>
      </dgm:prSet>
      <dgm:spPr/>
    </dgm:pt>
    <dgm:pt modelId="{8AD69189-C475-4C62-B6CF-42DFE0E67107}" type="pres">
      <dgm:prSet presAssocID="{F19A8925-48BD-43C0-8E4C-A2748A4D2BE7}" presName="parentLin" presStyleCnt="0"/>
      <dgm:spPr/>
    </dgm:pt>
    <dgm:pt modelId="{10295057-695E-4D66-B0F6-4847AD867BAD}" type="pres">
      <dgm:prSet presAssocID="{F19A8925-48BD-43C0-8E4C-A2748A4D2BE7}" presName="parentLeftMargin" presStyleLbl="node1" presStyleIdx="0" presStyleCnt="2"/>
      <dgm:spPr/>
    </dgm:pt>
    <dgm:pt modelId="{5747FEDB-6176-41B9-A60D-5AF51620D06F}" type="pres">
      <dgm:prSet presAssocID="{F19A8925-48BD-43C0-8E4C-A2748A4D2BE7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B2A023C2-54E4-4449-AADE-FAC9D6A701D0}" type="pres">
      <dgm:prSet presAssocID="{F19A8925-48BD-43C0-8E4C-A2748A4D2BE7}" presName="negativeSpace" presStyleCnt="0"/>
      <dgm:spPr/>
    </dgm:pt>
    <dgm:pt modelId="{C572420D-9F94-4AF1-BEE6-6BEDA4C66017}" type="pres">
      <dgm:prSet presAssocID="{F19A8925-48BD-43C0-8E4C-A2748A4D2BE7}" presName="childText" presStyleLbl="conFgAcc1" presStyleIdx="0" presStyleCnt="2">
        <dgm:presLayoutVars>
          <dgm:bulletEnabled val="1"/>
        </dgm:presLayoutVars>
      </dgm:prSet>
      <dgm:spPr/>
    </dgm:pt>
    <dgm:pt modelId="{04C5E979-E212-40FA-97F6-995FA90ABDAF}" type="pres">
      <dgm:prSet presAssocID="{08640A15-F62F-441F-BFB0-1A66A12ED116}" presName="spaceBetweenRectangles" presStyleCnt="0"/>
      <dgm:spPr/>
    </dgm:pt>
    <dgm:pt modelId="{761159B9-7710-4D9B-9C6C-1492032F3213}" type="pres">
      <dgm:prSet presAssocID="{F3E11FC3-5065-4D88-8C1A-3246765B97AE}" presName="parentLin" presStyleCnt="0"/>
      <dgm:spPr/>
    </dgm:pt>
    <dgm:pt modelId="{29568072-7D29-41F9-8AB8-BA6627EF81B2}" type="pres">
      <dgm:prSet presAssocID="{F3E11FC3-5065-4D88-8C1A-3246765B97AE}" presName="parentLeftMargin" presStyleLbl="node1" presStyleIdx="0" presStyleCnt="2"/>
      <dgm:spPr/>
    </dgm:pt>
    <dgm:pt modelId="{3740DCB6-AF23-41F6-8CE2-D966EF5183F9}" type="pres">
      <dgm:prSet presAssocID="{F3E11FC3-5065-4D88-8C1A-3246765B97AE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FEB470B8-E2EC-4A10-867E-15E38925B899}" type="pres">
      <dgm:prSet presAssocID="{F3E11FC3-5065-4D88-8C1A-3246765B97AE}" presName="negativeSpace" presStyleCnt="0"/>
      <dgm:spPr/>
    </dgm:pt>
    <dgm:pt modelId="{D8CFB5A2-F95A-4F8E-8741-D397BC9BBB36}" type="pres">
      <dgm:prSet presAssocID="{F3E11FC3-5065-4D88-8C1A-3246765B97AE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9B4C3C00-F8D3-472B-942F-E910F74E61F9}" srcId="{F3E11FC3-5065-4D88-8C1A-3246765B97AE}" destId="{ABC01FF8-66AA-46EC-9C1C-0FCDF6A145D8}" srcOrd="0" destOrd="0" parTransId="{CA291287-5B2A-4ED3-89F1-649263C8E2FD}" sibTransId="{74103621-45AD-4607-9181-DF6A4639AD2B}"/>
    <dgm:cxn modelId="{9B0A6C01-D8BC-466E-A336-6999145F1136}" type="presOf" srcId="{F19A8925-48BD-43C0-8E4C-A2748A4D2BE7}" destId="{10295057-695E-4D66-B0F6-4847AD867BAD}" srcOrd="0" destOrd="0" presId="urn:microsoft.com/office/officeart/2005/8/layout/list1"/>
    <dgm:cxn modelId="{8E95EA0B-9CD8-471F-9B34-9D84A2CA5241}" type="presOf" srcId="{F3E11FC3-5065-4D88-8C1A-3246765B97AE}" destId="{3740DCB6-AF23-41F6-8CE2-D966EF5183F9}" srcOrd="1" destOrd="0" presId="urn:microsoft.com/office/officeart/2005/8/layout/list1"/>
    <dgm:cxn modelId="{87A09514-78AC-4EDD-BE99-92D29AD5BCD3}" srcId="{F19A8925-48BD-43C0-8E4C-A2748A4D2BE7}" destId="{9F3D4B48-200F-4D73-ACF0-DE1003D6493B}" srcOrd="0" destOrd="0" parTransId="{39D79502-B179-464D-82A4-9553AB381BF0}" sibTransId="{D5B7C6A6-BF9F-4177-B940-C9454E8BC1F7}"/>
    <dgm:cxn modelId="{064BB714-B811-4854-935D-A19B8BAAB2DA}" type="presOf" srcId="{496E2B85-6E16-44D0-BE56-26F0F84AC48D}" destId="{26DC1F99-577D-4DB3-B792-60852D32BF72}" srcOrd="0" destOrd="0" presId="urn:microsoft.com/office/officeart/2005/8/layout/list1"/>
    <dgm:cxn modelId="{D99D1822-75BF-4760-A816-D0F1E6C55073}" type="presOf" srcId="{F3E11FC3-5065-4D88-8C1A-3246765B97AE}" destId="{29568072-7D29-41F9-8AB8-BA6627EF81B2}" srcOrd="0" destOrd="0" presId="urn:microsoft.com/office/officeart/2005/8/layout/list1"/>
    <dgm:cxn modelId="{EDE1E922-8809-424C-9BE7-0F34360F45DD}" srcId="{496E2B85-6E16-44D0-BE56-26F0F84AC48D}" destId="{F3E11FC3-5065-4D88-8C1A-3246765B97AE}" srcOrd="1" destOrd="0" parTransId="{BA9F4B52-FF49-40DB-8F75-A3C75F66EFC6}" sibTransId="{7268F8C1-C865-4E51-871E-804F9FA777A5}"/>
    <dgm:cxn modelId="{43C7F43B-8A96-4005-A9A2-154E5FD80DB6}" srcId="{496E2B85-6E16-44D0-BE56-26F0F84AC48D}" destId="{F19A8925-48BD-43C0-8E4C-A2748A4D2BE7}" srcOrd="0" destOrd="0" parTransId="{1F17AC09-2C74-47AD-9A58-5A5BC41288CC}" sibTransId="{08640A15-F62F-441F-BFB0-1A66A12ED116}"/>
    <dgm:cxn modelId="{2AA7FB53-43B9-4818-8BFB-8160CF526F99}" srcId="{F3E11FC3-5065-4D88-8C1A-3246765B97AE}" destId="{42A49AF8-0FEF-4148-8846-D4E0E594E07C}" srcOrd="1" destOrd="0" parTransId="{AC88D3D9-2F45-4CF8-8401-8D8EAE1A6415}" sibTransId="{77122FD9-E586-4D34-A578-952BF0D6562E}"/>
    <dgm:cxn modelId="{AD54157D-EB52-44FB-A7E5-1E07DDA45B00}" type="presOf" srcId="{9F3D4B48-200F-4D73-ACF0-DE1003D6493B}" destId="{C572420D-9F94-4AF1-BEE6-6BEDA4C66017}" srcOrd="0" destOrd="0" presId="urn:microsoft.com/office/officeart/2005/8/layout/list1"/>
    <dgm:cxn modelId="{F2CC2A86-E826-4899-B0E1-147B3230DE62}" type="presOf" srcId="{FEC71DE5-2584-4DF5-AD61-A9C8D5C45881}" destId="{C572420D-9F94-4AF1-BEE6-6BEDA4C66017}" srcOrd="0" destOrd="1" presId="urn:microsoft.com/office/officeart/2005/8/layout/list1"/>
    <dgm:cxn modelId="{26A647A5-0742-4C2E-B168-4A5E1210F037}" type="presOf" srcId="{ABC01FF8-66AA-46EC-9C1C-0FCDF6A145D8}" destId="{D8CFB5A2-F95A-4F8E-8741-D397BC9BBB36}" srcOrd="0" destOrd="0" presId="urn:microsoft.com/office/officeart/2005/8/layout/list1"/>
    <dgm:cxn modelId="{B672EDA5-8A9C-48AF-AA49-E4D156DF753D}" type="presOf" srcId="{42A49AF8-0FEF-4148-8846-D4E0E594E07C}" destId="{D8CFB5A2-F95A-4F8E-8741-D397BC9BBB36}" srcOrd="0" destOrd="1" presId="urn:microsoft.com/office/officeart/2005/8/layout/list1"/>
    <dgm:cxn modelId="{141D66A7-778B-429F-9D5A-B63806E323CB}" type="presOf" srcId="{F19A8925-48BD-43C0-8E4C-A2748A4D2BE7}" destId="{5747FEDB-6176-41B9-A60D-5AF51620D06F}" srcOrd="1" destOrd="0" presId="urn:microsoft.com/office/officeart/2005/8/layout/list1"/>
    <dgm:cxn modelId="{3C7BF4F3-17D5-401A-A440-01CECD22FAF4}" srcId="{F19A8925-48BD-43C0-8E4C-A2748A4D2BE7}" destId="{FEC71DE5-2584-4DF5-AD61-A9C8D5C45881}" srcOrd="1" destOrd="0" parTransId="{EFB657E3-21C1-4466-89CE-3AB06240F5B7}" sibTransId="{2537FF86-E114-476C-9049-08B2136BB846}"/>
    <dgm:cxn modelId="{9E5A79A2-1EB4-42B6-B267-A795D0FDE487}" type="presParOf" srcId="{26DC1F99-577D-4DB3-B792-60852D32BF72}" destId="{8AD69189-C475-4C62-B6CF-42DFE0E67107}" srcOrd="0" destOrd="0" presId="urn:microsoft.com/office/officeart/2005/8/layout/list1"/>
    <dgm:cxn modelId="{7B67FDE3-CEE0-4130-A452-D0B4216389D8}" type="presParOf" srcId="{8AD69189-C475-4C62-B6CF-42DFE0E67107}" destId="{10295057-695E-4D66-B0F6-4847AD867BAD}" srcOrd="0" destOrd="0" presId="urn:microsoft.com/office/officeart/2005/8/layout/list1"/>
    <dgm:cxn modelId="{F77AC63E-6AF4-4D27-92E4-B17E9CA1CB61}" type="presParOf" srcId="{8AD69189-C475-4C62-B6CF-42DFE0E67107}" destId="{5747FEDB-6176-41B9-A60D-5AF51620D06F}" srcOrd="1" destOrd="0" presId="urn:microsoft.com/office/officeart/2005/8/layout/list1"/>
    <dgm:cxn modelId="{3752B720-7913-46C1-9184-ACE23CC90FA9}" type="presParOf" srcId="{26DC1F99-577D-4DB3-B792-60852D32BF72}" destId="{B2A023C2-54E4-4449-AADE-FAC9D6A701D0}" srcOrd="1" destOrd="0" presId="urn:microsoft.com/office/officeart/2005/8/layout/list1"/>
    <dgm:cxn modelId="{DDBD141F-F2E7-4A14-BCAC-B20B03670A64}" type="presParOf" srcId="{26DC1F99-577D-4DB3-B792-60852D32BF72}" destId="{C572420D-9F94-4AF1-BEE6-6BEDA4C66017}" srcOrd="2" destOrd="0" presId="urn:microsoft.com/office/officeart/2005/8/layout/list1"/>
    <dgm:cxn modelId="{7D948745-E4AC-4BD3-99AB-14287FA625F1}" type="presParOf" srcId="{26DC1F99-577D-4DB3-B792-60852D32BF72}" destId="{04C5E979-E212-40FA-97F6-995FA90ABDAF}" srcOrd="3" destOrd="0" presId="urn:microsoft.com/office/officeart/2005/8/layout/list1"/>
    <dgm:cxn modelId="{5EDE98A3-3A25-40B4-A726-C06104328341}" type="presParOf" srcId="{26DC1F99-577D-4DB3-B792-60852D32BF72}" destId="{761159B9-7710-4D9B-9C6C-1492032F3213}" srcOrd="4" destOrd="0" presId="urn:microsoft.com/office/officeart/2005/8/layout/list1"/>
    <dgm:cxn modelId="{EF2956CA-E788-4387-834A-2F2F1C161B68}" type="presParOf" srcId="{761159B9-7710-4D9B-9C6C-1492032F3213}" destId="{29568072-7D29-41F9-8AB8-BA6627EF81B2}" srcOrd="0" destOrd="0" presId="urn:microsoft.com/office/officeart/2005/8/layout/list1"/>
    <dgm:cxn modelId="{ECEFC519-BB04-4F97-B366-87D5FCF3F284}" type="presParOf" srcId="{761159B9-7710-4D9B-9C6C-1492032F3213}" destId="{3740DCB6-AF23-41F6-8CE2-D966EF5183F9}" srcOrd="1" destOrd="0" presId="urn:microsoft.com/office/officeart/2005/8/layout/list1"/>
    <dgm:cxn modelId="{1E590DEE-99E3-4609-ADB1-7C8E36CBF2E1}" type="presParOf" srcId="{26DC1F99-577D-4DB3-B792-60852D32BF72}" destId="{FEB470B8-E2EC-4A10-867E-15E38925B899}" srcOrd="5" destOrd="0" presId="urn:microsoft.com/office/officeart/2005/8/layout/list1"/>
    <dgm:cxn modelId="{8C5F9D72-5D94-4AED-99DB-0DC99A13DB3B}" type="presParOf" srcId="{26DC1F99-577D-4DB3-B792-60852D32BF72}" destId="{D8CFB5A2-F95A-4F8E-8741-D397BC9BBB36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1.xml><?xml version="1.0" encoding="utf-8"?>
<dgm:dataModel xmlns:dgm="http://schemas.openxmlformats.org/drawingml/2006/diagram" xmlns:a="http://schemas.openxmlformats.org/drawingml/2006/main">
  <dgm:ptLst>
    <dgm:pt modelId="{496E2B85-6E16-44D0-BE56-26F0F84AC48D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E6E7D5C6-51B3-44CE-A8DA-A22B87C99BFD}">
      <dgm:prSet/>
      <dgm:spPr/>
      <dgm:t>
        <a:bodyPr/>
        <a:lstStyle/>
        <a:p>
          <a:r>
            <a:rPr lang="en-US"/>
            <a:t>mining node transmits the block to all its peers</a:t>
          </a:r>
        </a:p>
      </dgm:t>
    </dgm:pt>
    <dgm:pt modelId="{0B12EA52-E86C-4CBA-B5B0-216A6288237A}" type="parTrans" cxnId="{694EBA4F-45CC-4C81-BDC1-A41409D80059}">
      <dgm:prSet/>
      <dgm:spPr/>
      <dgm:t>
        <a:bodyPr/>
        <a:lstStyle/>
        <a:p>
          <a:endParaRPr lang="en-US"/>
        </a:p>
      </dgm:t>
    </dgm:pt>
    <dgm:pt modelId="{A3B4F50A-2DDC-4B90-91B0-6B40144FFC51}" type="sibTrans" cxnId="{694EBA4F-45CC-4C81-BDC1-A41409D80059}">
      <dgm:prSet/>
      <dgm:spPr/>
      <dgm:t>
        <a:bodyPr/>
        <a:lstStyle/>
        <a:p>
          <a:endParaRPr lang="en-US"/>
        </a:p>
      </dgm:t>
    </dgm:pt>
    <dgm:pt modelId="{1100D954-18EA-4849-AE18-86FF0B9FA07A}">
      <dgm:prSet/>
      <dgm:spPr/>
      <dgm:t>
        <a:bodyPr/>
        <a:lstStyle/>
        <a:p>
          <a:r>
            <a:rPr lang="en-US"/>
            <a:t>They receive, validate,</a:t>
          </a:r>
          <a:r>
            <a:rPr lang="tr-TR"/>
            <a:t> </a:t>
          </a:r>
          <a:r>
            <a:rPr lang="en-US"/>
            <a:t>and then propagate the new block. </a:t>
          </a:r>
        </a:p>
      </dgm:t>
    </dgm:pt>
    <dgm:pt modelId="{6BB8E588-A685-4ED4-BEEF-4855FE4374A1}" type="parTrans" cxnId="{E72F6CD4-C7B4-41D4-ACCC-E138E5C16237}">
      <dgm:prSet/>
      <dgm:spPr/>
      <dgm:t>
        <a:bodyPr/>
        <a:lstStyle/>
        <a:p>
          <a:endParaRPr lang="en-US"/>
        </a:p>
      </dgm:t>
    </dgm:pt>
    <dgm:pt modelId="{DF0DD84E-DEDD-4FAB-A48E-A94055278DE7}" type="sibTrans" cxnId="{E72F6CD4-C7B4-41D4-ACCC-E138E5C16237}">
      <dgm:prSet/>
      <dgm:spPr/>
      <dgm:t>
        <a:bodyPr/>
        <a:lstStyle/>
        <a:p>
          <a:endParaRPr lang="en-US"/>
        </a:p>
      </dgm:t>
    </dgm:pt>
    <dgm:pt modelId="{62F5DD84-30EC-47FC-A397-0C6CD79027F1}">
      <dgm:prSet/>
      <dgm:spPr/>
      <dgm:t>
        <a:bodyPr/>
        <a:lstStyle/>
        <a:p>
          <a:r>
            <a:rPr lang="en-US"/>
            <a:t>As the block ripples out across the network,</a:t>
          </a:r>
          <a:r>
            <a:rPr lang="tr-TR"/>
            <a:t> </a:t>
          </a:r>
          <a:endParaRPr lang="en-US"/>
        </a:p>
      </dgm:t>
    </dgm:pt>
    <dgm:pt modelId="{4255450A-0AFD-4A04-AD32-21D426842467}" type="parTrans" cxnId="{D45CA188-D602-46DE-AF9D-5B65CD5E4CEC}">
      <dgm:prSet/>
      <dgm:spPr/>
      <dgm:t>
        <a:bodyPr/>
        <a:lstStyle/>
        <a:p>
          <a:endParaRPr lang="en-US"/>
        </a:p>
      </dgm:t>
    </dgm:pt>
    <dgm:pt modelId="{B8653B52-2DA1-408E-AE43-EFE5076C5BCC}" type="sibTrans" cxnId="{D45CA188-D602-46DE-AF9D-5B65CD5E4CEC}">
      <dgm:prSet/>
      <dgm:spPr/>
      <dgm:t>
        <a:bodyPr/>
        <a:lstStyle/>
        <a:p>
          <a:endParaRPr lang="en-US"/>
        </a:p>
      </dgm:t>
    </dgm:pt>
    <dgm:pt modelId="{BA9744EA-ABB3-487E-9F7E-E6D4F4ECA6FD}">
      <dgm:prSet/>
      <dgm:spPr/>
      <dgm:t>
        <a:bodyPr/>
        <a:lstStyle/>
        <a:p>
          <a:r>
            <a:rPr lang="en-US"/>
            <a:t>each node adds it to its own copy of the blockchain, </a:t>
          </a:r>
        </a:p>
      </dgm:t>
    </dgm:pt>
    <dgm:pt modelId="{2060BB7D-8C66-4C93-A19F-CCBC30C573B8}" type="parTrans" cxnId="{7F60827C-7F3E-48BB-823B-013880B741C9}">
      <dgm:prSet/>
      <dgm:spPr/>
      <dgm:t>
        <a:bodyPr/>
        <a:lstStyle/>
        <a:p>
          <a:endParaRPr lang="en-US"/>
        </a:p>
      </dgm:t>
    </dgm:pt>
    <dgm:pt modelId="{43D10D86-B3BA-4001-B401-DD0DADC2B6F5}" type="sibTrans" cxnId="{7F60827C-7F3E-48BB-823B-013880B741C9}">
      <dgm:prSet/>
      <dgm:spPr/>
      <dgm:t>
        <a:bodyPr/>
        <a:lstStyle/>
        <a:p>
          <a:endParaRPr lang="en-US"/>
        </a:p>
      </dgm:t>
    </dgm:pt>
    <dgm:pt modelId="{98167657-50EB-4445-8E0E-FAF10EBE8B07}">
      <dgm:prSet/>
      <dgm:spPr/>
      <dgm:t>
        <a:bodyPr/>
        <a:lstStyle/>
        <a:p>
          <a:r>
            <a:rPr lang="en-US"/>
            <a:t>extending it to a new height</a:t>
          </a:r>
        </a:p>
      </dgm:t>
    </dgm:pt>
    <dgm:pt modelId="{5FDEBB13-7203-4859-9737-34613886E3E3}" type="parTrans" cxnId="{7433A213-C895-4F33-A174-30E8120E423C}">
      <dgm:prSet/>
      <dgm:spPr/>
      <dgm:t>
        <a:bodyPr/>
        <a:lstStyle/>
        <a:p>
          <a:endParaRPr lang="en-US"/>
        </a:p>
      </dgm:t>
    </dgm:pt>
    <dgm:pt modelId="{5678F58B-D2E1-4FF9-AA8F-EBD44BFFACF6}" type="sibTrans" cxnId="{7433A213-C895-4F33-A174-30E8120E423C}">
      <dgm:prSet/>
      <dgm:spPr/>
      <dgm:t>
        <a:bodyPr/>
        <a:lstStyle/>
        <a:p>
          <a:endParaRPr lang="en-US"/>
        </a:p>
      </dgm:t>
    </dgm:pt>
    <dgm:pt modelId="{C3F30462-8656-4DA8-8628-A3F778D4BA43}">
      <dgm:prSet/>
      <dgm:spPr/>
      <dgm:t>
        <a:bodyPr/>
        <a:lstStyle/>
        <a:p>
          <a:r>
            <a:rPr lang="tr-TR"/>
            <a:t>Other miners</a:t>
          </a:r>
          <a:endParaRPr lang="en-US"/>
        </a:p>
      </dgm:t>
    </dgm:pt>
    <dgm:pt modelId="{4770E4C7-0FD8-4AC2-B72C-A216DABA5E89}" type="parTrans" cxnId="{6143EB9D-36C7-44DA-ABC8-BCA3ADDD1FBC}">
      <dgm:prSet/>
      <dgm:spPr/>
      <dgm:t>
        <a:bodyPr/>
        <a:lstStyle/>
        <a:p>
          <a:endParaRPr lang="en-US"/>
        </a:p>
      </dgm:t>
    </dgm:pt>
    <dgm:pt modelId="{636C4EFB-053C-4BB5-9CA8-A998B03A4888}" type="sibTrans" cxnId="{6143EB9D-36C7-44DA-ABC8-BCA3ADDD1FBC}">
      <dgm:prSet/>
      <dgm:spPr/>
      <dgm:t>
        <a:bodyPr/>
        <a:lstStyle/>
        <a:p>
          <a:endParaRPr lang="en-US"/>
        </a:p>
      </dgm:t>
    </dgm:pt>
    <dgm:pt modelId="{F514599F-AE0C-4C3D-ACFB-C3E9C944B85A}">
      <dgm:prSet/>
      <dgm:spPr/>
      <dgm:t>
        <a:bodyPr/>
        <a:lstStyle/>
        <a:p>
          <a:r>
            <a:rPr lang="tr-TR"/>
            <a:t>Stop mining the block and start for the next block</a:t>
          </a:r>
          <a:endParaRPr lang="en-US"/>
        </a:p>
      </dgm:t>
    </dgm:pt>
    <dgm:pt modelId="{509B2426-DAC0-4E37-B0DF-313F4532ECA3}" type="parTrans" cxnId="{B367F14B-94BD-4A22-A239-7F8540ACBE6A}">
      <dgm:prSet/>
      <dgm:spPr/>
      <dgm:t>
        <a:bodyPr/>
        <a:lstStyle/>
        <a:p>
          <a:endParaRPr lang="en-US"/>
        </a:p>
      </dgm:t>
    </dgm:pt>
    <dgm:pt modelId="{A3C0C30F-C34C-42D8-9DF3-C903132D3C03}" type="sibTrans" cxnId="{B367F14B-94BD-4A22-A239-7F8540ACBE6A}">
      <dgm:prSet/>
      <dgm:spPr/>
      <dgm:t>
        <a:bodyPr/>
        <a:lstStyle/>
        <a:p>
          <a:endParaRPr lang="en-US"/>
        </a:p>
      </dgm:t>
    </dgm:pt>
    <dgm:pt modelId="{00C50763-08FE-4C67-B8A2-36F251650DF6}" type="pres">
      <dgm:prSet presAssocID="{496E2B85-6E16-44D0-BE56-26F0F84AC48D}" presName="linear" presStyleCnt="0">
        <dgm:presLayoutVars>
          <dgm:dir/>
          <dgm:animLvl val="lvl"/>
          <dgm:resizeHandles val="exact"/>
        </dgm:presLayoutVars>
      </dgm:prSet>
      <dgm:spPr/>
    </dgm:pt>
    <dgm:pt modelId="{DC5CCA5A-915D-466E-AFB6-2B249CC57CB4}" type="pres">
      <dgm:prSet presAssocID="{E6E7D5C6-51B3-44CE-A8DA-A22B87C99BFD}" presName="parentLin" presStyleCnt="0"/>
      <dgm:spPr/>
    </dgm:pt>
    <dgm:pt modelId="{0C6B2B78-98DE-40BD-97CA-78119AC24A7D}" type="pres">
      <dgm:prSet presAssocID="{E6E7D5C6-51B3-44CE-A8DA-A22B87C99BFD}" presName="parentLeftMargin" presStyleLbl="node1" presStyleIdx="0" presStyleCnt="3"/>
      <dgm:spPr/>
    </dgm:pt>
    <dgm:pt modelId="{29B6DBDF-711E-4E92-B0CC-03DE66E98578}" type="pres">
      <dgm:prSet presAssocID="{E6E7D5C6-51B3-44CE-A8DA-A22B87C99BFD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BDE01061-1CCF-484E-9F94-9F39F3A303FE}" type="pres">
      <dgm:prSet presAssocID="{E6E7D5C6-51B3-44CE-A8DA-A22B87C99BFD}" presName="negativeSpace" presStyleCnt="0"/>
      <dgm:spPr/>
    </dgm:pt>
    <dgm:pt modelId="{41501CAD-9B79-4BEA-AFEC-4919325D2401}" type="pres">
      <dgm:prSet presAssocID="{E6E7D5C6-51B3-44CE-A8DA-A22B87C99BFD}" presName="childText" presStyleLbl="conFgAcc1" presStyleIdx="0" presStyleCnt="3">
        <dgm:presLayoutVars>
          <dgm:bulletEnabled val="1"/>
        </dgm:presLayoutVars>
      </dgm:prSet>
      <dgm:spPr/>
    </dgm:pt>
    <dgm:pt modelId="{C8DFB961-AA46-40A6-82B7-A2B9CE5BFA9E}" type="pres">
      <dgm:prSet presAssocID="{A3B4F50A-2DDC-4B90-91B0-6B40144FFC51}" presName="spaceBetweenRectangles" presStyleCnt="0"/>
      <dgm:spPr/>
    </dgm:pt>
    <dgm:pt modelId="{2EF1E4AE-C61E-4947-B43C-D75ABB634EBB}" type="pres">
      <dgm:prSet presAssocID="{62F5DD84-30EC-47FC-A397-0C6CD79027F1}" presName="parentLin" presStyleCnt="0"/>
      <dgm:spPr/>
    </dgm:pt>
    <dgm:pt modelId="{BC6C2245-8E9D-44DD-A39A-88581222903E}" type="pres">
      <dgm:prSet presAssocID="{62F5DD84-30EC-47FC-A397-0C6CD79027F1}" presName="parentLeftMargin" presStyleLbl="node1" presStyleIdx="0" presStyleCnt="3"/>
      <dgm:spPr/>
    </dgm:pt>
    <dgm:pt modelId="{559040FF-FBBF-4F97-BF0E-6A7C36D48803}" type="pres">
      <dgm:prSet presAssocID="{62F5DD84-30EC-47FC-A397-0C6CD79027F1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F75FB58B-AE4C-4E0C-8E2C-7A197514FC18}" type="pres">
      <dgm:prSet presAssocID="{62F5DD84-30EC-47FC-A397-0C6CD79027F1}" presName="negativeSpace" presStyleCnt="0"/>
      <dgm:spPr/>
    </dgm:pt>
    <dgm:pt modelId="{CB347346-CF9F-4D25-8041-C2F6EC0A9F1E}" type="pres">
      <dgm:prSet presAssocID="{62F5DD84-30EC-47FC-A397-0C6CD79027F1}" presName="childText" presStyleLbl="conFgAcc1" presStyleIdx="1" presStyleCnt="3">
        <dgm:presLayoutVars>
          <dgm:bulletEnabled val="1"/>
        </dgm:presLayoutVars>
      </dgm:prSet>
      <dgm:spPr/>
    </dgm:pt>
    <dgm:pt modelId="{95253BAC-0DE3-41A0-98F6-58166D23DCFB}" type="pres">
      <dgm:prSet presAssocID="{B8653B52-2DA1-408E-AE43-EFE5076C5BCC}" presName="spaceBetweenRectangles" presStyleCnt="0"/>
      <dgm:spPr/>
    </dgm:pt>
    <dgm:pt modelId="{3D21195C-9084-4E19-9BC4-87541E96247D}" type="pres">
      <dgm:prSet presAssocID="{C3F30462-8656-4DA8-8628-A3F778D4BA43}" presName="parentLin" presStyleCnt="0"/>
      <dgm:spPr/>
    </dgm:pt>
    <dgm:pt modelId="{3F52D42A-AE7C-4E23-A87F-B74BD519B97A}" type="pres">
      <dgm:prSet presAssocID="{C3F30462-8656-4DA8-8628-A3F778D4BA43}" presName="parentLeftMargin" presStyleLbl="node1" presStyleIdx="1" presStyleCnt="3"/>
      <dgm:spPr/>
    </dgm:pt>
    <dgm:pt modelId="{8EE3B6AE-B586-490B-8908-DA800E652ECC}" type="pres">
      <dgm:prSet presAssocID="{C3F30462-8656-4DA8-8628-A3F778D4BA43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F4B110C7-3022-4F33-8C26-63615FC974B1}" type="pres">
      <dgm:prSet presAssocID="{C3F30462-8656-4DA8-8628-A3F778D4BA43}" presName="negativeSpace" presStyleCnt="0"/>
      <dgm:spPr/>
    </dgm:pt>
    <dgm:pt modelId="{3BAA9B28-0E65-424A-92D5-C29A8E210727}" type="pres">
      <dgm:prSet presAssocID="{C3F30462-8656-4DA8-8628-A3F778D4BA43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DF4F5812-E9EB-4AC1-A254-491383849798}" type="presOf" srcId="{F514599F-AE0C-4C3D-ACFB-C3E9C944B85A}" destId="{3BAA9B28-0E65-424A-92D5-C29A8E210727}" srcOrd="0" destOrd="0" presId="urn:microsoft.com/office/officeart/2005/8/layout/list1"/>
    <dgm:cxn modelId="{7433A213-C895-4F33-A174-30E8120E423C}" srcId="{62F5DD84-30EC-47FC-A397-0C6CD79027F1}" destId="{98167657-50EB-4445-8E0E-FAF10EBE8B07}" srcOrd="1" destOrd="0" parTransId="{5FDEBB13-7203-4859-9737-34613886E3E3}" sibTransId="{5678F58B-D2E1-4FF9-AA8F-EBD44BFFACF6}"/>
    <dgm:cxn modelId="{77E9D65E-D027-4821-84E7-6222AB81EB39}" type="presOf" srcId="{62F5DD84-30EC-47FC-A397-0C6CD79027F1}" destId="{BC6C2245-8E9D-44DD-A39A-88581222903E}" srcOrd="0" destOrd="0" presId="urn:microsoft.com/office/officeart/2005/8/layout/list1"/>
    <dgm:cxn modelId="{3A622446-68B2-440F-98A3-E3523ABBD7BF}" type="presOf" srcId="{C3F30462-8656-4DA8-8628-A3F778D4BA43}" destId="{3F52D42A-AE7C-4E23-A87F-B74BD519B97A}" srcOrd="0" destOrd="0" presId="urn:microsoft.com/office/officeart/2005/8/layout/list1"/>
    <dgm:cxn modelId="{EE8F744B-D96A-489C-8AB6-8360808CFC0D}" type="presOf" srcId="{E6E7D5C6-51B3-44CE-A8DA-A22B87C99BFD}" destId="{0C6B2B78-98DE-40BD-97CA-78119AC24A7D}" srcOrd="0" destOrd="0" presId="urn:microsoft.com/office/officeart/2005/8/layout/list1"/>
    <dgm:cxn modelId="{B367F14B-94BD-4A22-A239-7F8540ACBE6A}" srcId="{C3F30462-8656-4DA8-8628-A3F778D4BA43}" destId="{F514599F-AE0C-4C3D-ACFB-C3E9C944B85A}" srcOrd="0" destOrd="0" parTransId="{509B2426-DAC0-4E37-B0DF-313F4532ECA3}" sibTransId="{A3C0C30F-C34C-42D8-9DF3-C903132D3C03}"/>
    <dgm:cxn modelId="{694EBA4F-45CC-4C81-BDC1-A41409D80059}" srcId="{496E2B85-6E16-44D0-BE56-26F0F84AC48D}" destId="{E6E7D5C6-51B3-44CE-A8DA-A22B87C99BFD}" srcOrd="0" destOrd="0" parTransId="{0B12EA52-E86C-4CBA-B5B0-216A6288237A}" sibTransId="{A3B4F50A-2DDC-4B90-91B0-6B40144FFC51}"/>
    <dgm:cxn modelId="{A3DDE751-F7C9-49DC-B4FA-C7B6AD132695}" type="presOf" srcId="{BA9744EA-ABB3-487E-9F7E-E6D4F4ECA6FD}" destId="{CB347346-CF9F-4D25-8041-C2F6EC0A9F1E}" srcOrd="0" destOrd="0" presId="urn:microsoft.com/office/officeart/2005/8/layout/list1"/>
    <dgm:cxn modelId="{5363F978-4E17-48DE-A7DF-3538D09B5364}" type="presOf" srcId="{62F5DD84-30EC-47FC-A397-0C6CD79027F1}" destId="{559040FF-FBBF-4F97-BF0E-6A7C36D48803}" srcOrd="1" destOrd="0" presId="urn:microsoft.com/office/officeart/2005/8/layout/list1"/>
    <dgm:cxn modelId="{7F60827C-7F3E-48BB-823B-013880B741C9}" srcId="{62F5DD84-30EC-47FC-A397-0C6CD79027F1}" destId="{BA9744EA-ABB3-487E-9F7E-E6D4F4ECA6FD}" srcOrd="0" destOrd="0" parTransId="{2060BB7D-8C66-4C93-A19F-CCBC30C573B8}" sibTransId="{43D10D86-B3BA-4001-B401-DD0DADC2B6F5}"/>
    <dgm:cxn modelId="{D45CA188-D602-46DE-AF9D-5B65CD5E4CEC}" srcId="{496E2B85-6E16-44D0-BE56-26F0F84AC48D}" destId="{62F5DD84-30EC-47FC-A397-0C6CD79027F1}" srcOrd="1" destOrd="0" parTransId="{4255450A-0AFD-4A04-AD32-21D426842467}" sibTransId="{B8653B52-2DA1-408E-AE43-EFE5076C5BCC}"/>
    <dgm:cxn modelId="{C74BD297-EE60-42A4-A303-8ADDBFE64594}" type="presOf" srcId="{98167657-50EB-4445-8E0E-FAF10EBE8B07}" destId="{CB347346-CF9F-4D25-8041-C2F6EC0A9F1E}" srcOrd="0" destOrd="1" presId="urn:microsoft.com/office/officeart/2005/8/layout/list1"/>
    <dgm:cxn modelId="{6143EB9D-36C7-44DA-ABC8-BCA3ADDD1FBC}" srcId="{496E2B85-6E16-44D0-BE56-26F0F84AC48D}" destId="{C3F30462-8656-4DA8-8628-A3F778D4BA43}" srcOrd="2" destOrd="0" parTransId="{4770E4C7-0FD8-4AC2-B72C-A216DABA5E89}" sibTransId="{636C4EFB-053C-4BB5-9CA8-A998B03A4888}"/>
    <dgm:cxn modelId="{91C765A9-8F41-4164-A186-689B8A5C656C}" type="presOf" srcId="{496E2B85-6E16-44D0-BE56-26F0F84AC48D}" destId="{00C50763-08FE-4C67-B8A2-36F251650DF6}" srcOrd="0" destOrd="0" presId="urn:microsoft.com/office/officeart/2005/8/layout/list1"/>
    <dgm:cxn modelId="{3E6189C9-A474-4E07-AAB7-9FC608BDB5F1}" type="presOf" srcId="{1100D954-18EA-4849-AE18-86FF0B9FA07A}" destId="{41501CAD-9B79-4BEA-AFEC-4919325D2401}" srcOrd="0" destOrd="0" presId="urn:microsoft.com/office/officeart/2005/8/layout/list1"/>
    <dgm:cxn modelId="{31B23FD4-6C87-4369-9B70-A51C2FFFE7C2}" type="presOf" srcId="{C3F30462-8656-4DA8-8628-A3F778D4BA43}" destId="{8EE3B6AE-B586-490B-8908-DA800E652ECC}" srcOrd="1" destOrd="0" presId="urn:microsoft.com/office/officeart/2005/8/layout/list1"/>
    <dgm:cxn modelId="{E72F6CD4-C7B4-41D4-ACCC-E138E5C16237}" srcId="{E6E7D5C6-51B3-44CE-A8DA-A22B87C99BFD}" destId="{1100D954-18EA-4849-AE18-86FF0B9FA07A}" srcOrd="0" destOrd="0" parTransId="{6BB8E588-A685-4ED4-BEEF-4855FE4374A1}" sibTransId="{DF0DD84E-DEDD-4FAB-A48E-A94055278DE7}"/>
    <dgm:cxn modelId="{E9258BE1-A6BB-4C0C-97C5-4715F3B4EEEE}" type="presOf" srcId="{E6E7D5C6-51B3-44CE-A8DA-A22B87C99BFD}" destId="{29B6DBDF-711E-4E92-B0CC-03DE66E98578}" srcOrd="1" destOrd="0" presId="urn:microsoft.com/office/officeart/2005/8/layout/list1"/>
    <dgm:cxn modelId="{FDBC4A77-FC1A-4947-91CB-D439C570B6FF}" type="presParOf" srcId="{00C50763-08FE-4C67-B8A2-36F251650DF6}" destId="{DC5CCA5A-915D-466E-AFB6-2B249CC57CB4}" srcOrd="0" destOrd="0" presId="urn:microsoft.com/office/officeart/2005/8/layout/list1"/>
    <dgm:cxn modelId="{1F34D919-668D-4AAF-B24A-61E8E94D9DBA}" type="presParOf" srcId="{DC5CCA5A-915D-466E-AFB6-2B249CC57CB4}" destId="{0C6B2B78-98DE-40BD-97CA-78119AC24A7D}" srcOrd="0" destOrd="0" presId="urn:microsoft.com/office/officeart/2005/8/layout/list1"/>
    <dgm:cxn modelId="{1A5CAADB-5C22-45B4-A171-109D5D19EA84}" type="presParOf" srcId="{DC5CCA5A-915D-466E-AFB6-2B249CC57CB4}" destId="{29B6DBDF-711E-4E92-B0CC-03DE66E98578}" srcOrd="1" destOrd="0" presId="urn:microsoft.com/office/officeart/2005/8/layout/list1"/>
    <dgm:cxn modelId="{5C518D89-B45B-416B-A4C3-9398812A9990}" type="presParOf" srcId="{00C50763-08FE-4C67-B8A2-36F251650DF6}" destId="{BDE01061-1CCF-484E-9F94-9F39F3A303FE}" srcOrd="1" destOrd="0" presId="urn:microsoft.com/office/officeart/2005/8/layout/list1"/>
    <dgm:cxn modelId="{D02DF81A-9A57-4547-9DF9-E2CFCE6BCB49}" type="presParOf" srcId="{00C50763-08FE-4C67-B8A2-36F251650DF6}" destId="{41501CAD-9B79-4BEA-AFEC-4919325D2401}" srcOrd="2" destOrd="0" presId="urn:microsoft.com/office/officeart/2005/8/layout/list1"/>
    <dgm:cxn modelId="{DF1E8D4D-4CB2-4FE6-8BC8-1B29B4CA7448}" type="presParOf" srcId="{00C50763-08FE-4C67-B8A2-36F251650DF6}" destId="{C8DFB961-AA46-40A6-82B7-A2B9CE5BFA9E}" srcOrd="3" destOrd="0" presId="urn:microsoft.com/office/officeart/2005/8/layout/list1"/>
    <dgm:cxn modelId="{7022118B-0237-4E13-B669-BD7C249CDAD3}" type="presParOf" srcId="{00C50763-08FE-4C67-B8A2-36F251650DF6}" destId="{2EF1E4AE-C61E-4947-B43C-D75ABB634EBB}" srcOrd="4" destOrd="0" presId="urn:microsoft.com/office/officeart/2005/8/layout/list1"/>
    <dgm:cxn modelId="{7085A678-710A-469F-A217-095042AFDB2F}" type="presParOf" srcId="{2EF1E4AE-C61E-4947-B43C-D75ABB634EBB}" destId="{BC6C2245-8E9D-44DD-A39A-88581222903E}" srcOrd="0" destOrd="0" presId="urn:microsoft.com/office/officeart/2005/8/layout/list1"/>
    <dgm:cxn modelId="{DA38A021-1856-492C-9E16-5B6649FA3A2B}" type="presParOf" srcId="{2EF1E4AE-C61E-4947-B43C-D75ABB634EBB}" destId="{559040FF-FBBF-4F97-BF0E-6A7C36D48803}" srcOrd="1" destOrd="0" presId="urn:microsoft.com/office/officeart/2005/8/layout/list1"/>
    <dgm:cxn modelId="{A13DC6AD-3010-4B20-AA1D-CADDD3A4DD40}" type="presParOf" srcId="{00C50763-08FE-4C67-B8A2-36F251650DF6}" destId="{F75FB58B-AE4C-4E0C-8E2C-7A197514FC18}" srcOrd="5" destOrd="0" presId="urn:microsoft.com/office/officeart/2005/8/layout/list1"/>
    <dgm:cxn modelId="{7A085812-ABAC-4DB5-80D4-5F5FCE18E07B}" type="presParOf" srcId="{00C50763-08FE-4C67-B8A2-36F251650DF6}" destId="{CB347346-CF9F-4D25-8041-C2F6EC0A9F1E}" srcOrd="6" destOrd="0" presId="urn:microsoft.com/office/officeart/2005/8/layout/list1"/>
    <dgm:cxn modelId="{994ED464-7BF0-4E7F-BF61-9CD9597244A6}" type="presParOf" srcId="{00C50763-08FE-4C67-B8A2-36F251650DF6}" destId="{95253BAC-0DE3-41A0-98F6-58166D23DCFB}" srcOrd="7" destOrd="0" presId="urn:microsoft.com/office/officeart/2005/8/layout/list1"/>
    <dgm:cxn modelId="{B2DAE4FA-03B3-4E93-80C9-BD3B0BE00A24}" type="presParOf" srcId="{00C50763-08FE-4C67-B8A2-36F251650DF6}" destId="{3D21195C-9084-4E19-9BC4-87541E96247D}" srcOrd="8" destOrd="0" presId="urn:microsoft.com/office/officeart/2005/8/layout/list1"/>
    <dgm:cxn modelId="{37FD868F-E4B4-4A77-B08B-01E52BF1281A}" type="presParOf" srcId="{3D21195C-9084-4E19-9BC4-87541E96247D}" destId="{3F52D42A-AE7C-4E23-A87F-B74BD519B97A}" srcOrd="0" destOrd="0" presId="urn:microsoft.com/office/officeart/2005/8/layout/list1"/>
    <dgm:cxn modelId="{9A217D40-5260-41CE-9D0B-D39678BB4578}" type="presParOf" srcId="{3D21195C-9084-4E19-9BC4-87541E96247D}" destId="{8EE3B6AE-B586-490B-8908-DA800E652ECC}" srcOrd="1" destOrd="0" presId="urn:microsoft.com/office/officeart/2005/8/layout/list1"/>
    <dgm:cxn modelId="{0A5B7C7D-99D4-4EBC-8D93-081858419636}" type="presParOf" srcId="{00C50763-08FE-4C67-B8A2-36F251650DF6}" destId="{F4B110C7-3022-4F33-8C26-63615FC974B1}" srcOrd="9" destOrd="0" presId="urn:microsoft.com/office/officeart/2005/8/layout/list1"/>
    <dgm:cxn modelId="{8BC2491E-5242-44ED-83F2-77379274D0B4}" type="presParOf" srcId="{00C50763-08FE-4C67-B8A2-36F251650DF6}" destId="{3BAA9B28-0E65-424A-92D5-C29A8E210727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2.xml><?xml version="1.0" encoding="utf-8"?>
<dgm:dataModel xmlns:dgm="http://schemas.openxmlformats.org/drawingml/2006/diagram" xmlns:a="http://schemas.openxmlformats.org/drawingml/2006/main">
  <dgm:ptLst>
    <dgm:pt modelId="{F3C27128-8D57-46B2-9997-99C0B20C348C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55921918-A07F-45C4-8793-3CF13AE6593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Independent validation</a:t>
          </a:r>
          <a:endParaRPr lang="en-US"/>
        </a:p>
      </dgm:t>
    </dgm:pt>
    <dgm:pt modelId="{070C9F19-5C05-4220-BF9A-68AF88865B28}" type="parTrans" cxnId="{EDF0F24B-D386-4549-B31E-2C5720193F64}">
      <dgm:prSet/>
      <dgm:spPr/>
      <dgm:t>
        <a:bodyPr/>
        <a:lstStyle/>
        <a:p>
          <a:endParaRPr lang="en-US"/>
        </a:p>
      </dgm:t>
    </dgm:pt>
    <dgm:pt modelId="{C1CEBAED-42A2-4359-903B-803F61D61C94}" type="sibTrans" cxnId="{EDF0F24B-D386-4549-B31E-2C5720193F64}">
      <dgm:prSet/>
      <dgm:spPr/>
      <dgm:t>
        <a:bodyPr/>
        <a:lstStyle/>
        <a:p>
          <a:endParaRPr lang="en-US"/>
        </a:p>
      </dgm:t>
    </dgm:pt>
    <dgm:pt modelId="{12255E6F-C61C-4248-B241-6D2CAC26490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Validation method</a:t>
          </a:r>
          <a:endParaRPr lang="en-US"/>
        </a:p>
      </dgm:t>
    </dgm:pt>
    <dgm:pt modelId="{69E92964-28EC-4941-B3F0-D148679A1A54}" type="parTrans" cxnId="{056712B6-5EF4-4D01-AFD5-4C3004C5BD91}">
      <dgm:prSet/>
      <dgm:spPr/>
      <dgm:t>
        <a:bodyPr/>
        <a:lstStyle/>
        <a:p>
          <a:endParaRPr lang="en-US"/>
        </a:p>
      </dgm:t>
    </dgm:pt>
    <dgm:pt modelId="{4F799019-8A3F-4150-86C0-2EB57EE9C8CC}" type="sibTrans" cxnId="{056712B6-5EF4-4D01-AFD5-4C3004C5BD91}">
      <dgm:prSet/>
      <dgm:spPr/>
      <dgm:t>
        <a:bodyPr/>
        <a:lstStyle/>
        <a:p>
          <a:endParaRPr lang="en-US"/>
        </a:p>
      </dgm:t>
    </dgm:pt>
    <dgm:pt modelId="{638CCC78-B023-4E40-98E1-8FC42B1AFB5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Valid blocks propagate</a:t>
          </a:r>
          <a:endParaRPr lang="en-US"/>
        </a:p>
      </dgm:t>
    </dgm:pt>
    <dgm:pt modelId="{0C3C66E6-889A-4015-8C32-E25FD9118A65}" type="parTrans" cxnId="{0EB854BF-38CA-46D3-BB0E-B1DEF9329A7F}">
      <dgm:prSet/>
      <dgm:spPr/>
      <dgm:t>
        <a:bodyPr/>
        <a:lstStyle/>
        <a:p>
          <a:endParaRPr lang="en-US"/>
        </a:p>
      </dgm:t>
    </dgm:pt>
    <dgm:pt modelId="{A40DD88F-0C1F-4C15-83EE-6DBDBDA7B6AE}" type="sibTrans" cxnId="{0EB854BF-38CA-46D3-BB0E-B1DEF9329A7F}">
      <dgm:prSet/>
      <dgm:spPr/>
      <dgm:t>
        <a:bodyPr/>
        <a:lstStyle/>
        <a:p>
          <a:endParaRPr lang="en-US"/>
        </a:p>
      </dgm:t>
    </dgm:pt>
    <dgm:pt modelId="{83C6F843-BE31-414A-B7B9-81DDF3D93DD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New </a:t>
          </a:r>
          <a:r>
            <a:rPr lang="tr-TR" dirty="0" err="1"/>
            <a:t>block</a:t>
          </a:r>
          <a:r>
            <a:rPr lang="tr-TR" dirty="0"/>
            <a:t> </a:t>
          </a:r>
          <a:r>
            <a:rPr lang="tr-TR" dirty="0" err="1"/>
            <a:t>must</a:t>
          </a:r>
          <a:r>
            <a:rPr lang="tr-TR" dirty="0"/>
            <a:t> </a:t>
          </a:r>
          <a:r>
            <a:rPr lang="en-US" dirty="0"/>
            <a:t>independent</a:t>
          </a:r>
          <a:r>
            <a:rPr lang="tr-TR" dirty="0" err="1"/>
            <a:t>ly</a:t>
          </a:r>
          <a:r>
            <a:rPr lang="en-US" dirty="0"/>
            <a:t> </a:t>
          </a:r>
          <a:r>
            <a:rPr lang="tr-TR" dirty="0"/>
            <a:t>be </a:t>
          </a:r>
          <a:r>
            <a:rPr lang="en-US" dirty="0"/>
            <a:t>validated</a:t>
          </a:r>
        </a:p>
      </dgm:t>
    </dgm:pt>
    <dgm:pt modelId="{FC79DBCC-E166-4AC9-B1E3-90F30315687B}" type="parTrans" cxnId="{6A61EDEA-853B-4F72-8214-80AFE20D5BA3}">
      <dgm:prSet/>
      <dgm:spPr/>
    </dgm:pt>
    <dgm:pt modelId="{814E83A5-05F6-4A47-B117-CFCD3B968962}" type="sibTrans" cxnId="{6A61EDEA-853B-4F72-8214-80AFE20D5BA3}">
      <dgm:prSet/>
      <dgm:spPr/>
    </dgm:pt>
    <dgm:pt modelId="{B000AD24-D964-4745-950E-FDFFA67C232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by </a:t>
          </a:r>
          <a:r>
            <a:rPr lang="en-US" dirty="0"/>
            <a:t>every node on the network.</a:t>
          </a:r>
        </a:p>
      </dgm:t>
    </dgm:pt>
    <dgm:pt modelId="{2D77F825-B15A-4791-9CAB-FE8B60C2E743}" type="parTrans" cxnId="{E93B46FB-2E68-417C-BA24-544C2250BAE6}">
      <dgm:prSet/>
      <dgm:spPr/>
    </dgm:pt>
    <dgm:pt modelId="{4C945EC8-CAB1-4807-BEA1-CCD6FC4A8A81}" type="sibTrans" cxnId="{E93B46FB-2E68-417C-BA24-544C2250BAE6}">
      <dgm:prSet/>
      <dgm:spPr/>
    </dgm:pt>
    <dgm:pt modelId="{0013A8C5-1470-425F-8505-4C3C7DA8BDD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each node performs a series of tests</a:t>
          </a:r>
        </a:p>
      </dgm:t>
    </dgm:pt>
    <dgm:pt modelId="{328E1733-D839-4C0F-91EA-BFA12907B97B}" type="parTrans" cxnId="{19CBF905-954D-4214-A50A-6EB798A714C5}">
      <dgm:prSet/>
      <dgm:spPr/>
    </dgm:pt>
    <dgm:pt modelId="{1CDAB46B-0B6F-4235-8738-A7E12CDE67A3}" type="sibTrans" cxnId="{19CBF905-954D-4214-A50A-6EB798A714C5}">
      <dgm:prSet/>
      <dgm:spPr/>
    </dgm:pt>
    <dgm:pt modelId="{EFB88CA2-5DEF-4F03-A9BF-F34BA130154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validate it</a:t>
          </a:r>
        </a:p>
      </dgm:t>
    </dgm:pt>
    <dgm:pt modelId="{15486173-282D-415F-86BA-C627834839FA}" type="parTrans" cxnId="{E59D874B-585C-4B30-A759-164263BE5686}">
      <dgm:prSet/>
      <dgm:spPr/>
    </dgm:pt>
    <dgm:pt modelId="{EA47CBF6-D6BD-4F11-A1D6-5742E8874A3C}" type="sibTrans" cxnId="{E59D874B-585C-4B30-A759-164263BE5686}">
      <dgm:prSet/>
      <dgm:spPr/>
    </dgm:pt>
    <dgm:pt modelId="{45B09496-4D94-4653-9B7E-DF8429665F7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before </a:t>
          </a:r>
          <a:r>
            <a:rPr lang="en-US" dirty="0"/>
            <a:t>propagating it to its</a:t>
          </a:r>
          <a:r>
            <a:rPr lang="tr-TR" dirty="0"/>
            <a:t> </a:t>
          </a:r>
          <a:r>
            <a:rPr lang="en-US" dirty="0"/>
            <a:t>peers.</a:t>
          </a:r>
        </a:p>
      </dgm:t>
    </dgm:pt>
    <dgm:pt modelId="{C47A348C-11D7-4FB0-B86F-83F8752356F0}" type="parTrans" cxnId="{FB38BEA7-C385-4F0C-AAB9-58CFE4AF58BF}">
      <dgm:prSet/>
      <dgm:spPr/>
    </dgm:pt>
    <dgm:pt modelId="{CF85412D-A6E4-4AE8-9E8E-847BD80DD8EF}" type="sibTrans" cxnId="{FB38BEA7-C385-4F0C-AAB9-58CFE4AF58BF}">
      <dgm:prSet/>
      <dgm:spPr/>
    </dgm:pt>
    <dgm:pt modelId="{CFDBF91B-7DAC-4F1C-9A9E-55A29037D1F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This ensures</a:t>
          </a:r>
        </a:p>
      </dgm:t>
    </dgm:pt>
    <dgm:pt modelId="{0AD8C3E9-3088-4676-A98A-FACEEAB709D2}" type="parTrans" cxnId="{681A5C24-B944-49BA-A4EF-77343801BB54}">
      <dgm:prSet/>
      <dgm:spPr/>
    </dgm:pt>
    <dgm:pt modelId="{96D44B04-0FCC-4763-ABE9-2460E59530D1}" type="sibTrans" cxnId="{681A5C24-B944-49BA-A4EF-77343801BB54}">
      <dgm:prSet/>
      <dgm:spPr/>
    </dgm:pt>
    <dgm:pt modelId="{78070047-1F07-47A1-9311-7C877EB7F76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only valid blocks are propagated</a:t>
          </a:r>
        </a:p>
      </dgm:t>
    </dgm:pt>
    <dgm:pt modelId="{C6A52D02-1791-4A61-ACE4-09296211D85A}" type="parTrans" cxnId="{5C97A51F-9AD4-4397-85B0-F17CEB232882}">
      <dgm:prSet/>
      <dgm:spPr/>
    </dgm:pt>
    <dgm:pt modelId="{14E1BE76-078F-42D0-80FA-ADAF60F70A7E}" type="sibTrans" cxnId="{5C97A51F-9AD4-4397-85B0-F17CEB232882}">
      <dgm:prSet/>
      <dgm:spPr/>
    </dgm:pt>
    <dgm:pt modelId="{D25D5908-46A5-4D6F-818D-1BC7138B7EF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on </a:t>
          </a:r>
          <a:r>
            <a:rPr lang="en-US" dirty="0"/>
            <a:t>the network.</a:t>
          </a:r>
        </a:p>
      </dgm:t>
    </dgm:pt>
    <dgm:pt modelId="{6D459350-A35D-493C-A5B8-6D25EC5B978E}" type="parTrans" cxnId="{8A1FD0A0-67DB-4FC0-BD91-9BC84F122CBB}">
      <dgm:prSet/>
      <dgm:spPr/>
    </dgm:pt>
    <dgm:pt modelId="{F8DAA45D-4D57-4CAA-8CC6-705D0A70567C}" type="sibTrans" cxnId="{8A1FD0A0-67DB-4FC0-BD91-9BC84F122CBB}">
      <dgm:prSet/>
      <dgm:spPr/>
    </dgm:pt>
    <dgm:pt modelId="{2AEFFD39-43AE-4750-A18A-D6CD9CD11AC2}" type="pres">
      <dgm:prSet presAssocID="{F3C27128-8D57-46B2-9997-99C0B20C348C}" presName="root" presStyleCnt="0">
        <dgm:presLayoutVars>
          <dgm:dir/>
          <dgm:resizeHandles val="exact"/>
        </dgm:presLayoutVars>
      </dgm:prSet>
      <dgm:spPr/>
    </dgm:pt>
    <dgm:pt modelId="{5C5A6AFE-E09F-4920-B410-3DDD33C6BB95}" type="pres">
      <dgm:prSet presAssocID="{55921918-A07F-45C4-8793-3CF13AE6593B}" presName="compNode" presStyleCnt="0"/>
      <dgm:spPr/>
    </dgm:pt>
    <dgm:pt modelId="{B9D7A365-2E66-4AE1-AEA7-29E686B9DB8B}" type="pres">
      <dgm:prSet presAssocID="{55921918-A07F-45C4-8793-3CF13AE6593B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ğlı değil"/>
        </a:ext>
      </dgm:extLst>
    </dgm:pt>
    <dgm:pt modelId="{FD70591C-4025-410C-8182-76E74F443E9E}" type="pres">
      <dgm:prSet presAssocID="{55921918-A07F-45C4-8793-3CF13AE6593B}" presName="iconSpace" presStyleCnt="0"/>
      <dgm:spPr/>
    </dgm:pt>
    <dgm:pt modelId="{B676B210-0D5B-4636-9841-C8FEC16A2CA7}" type="pres">
      <dgm:prSet presAssocID="{55921918-A07F-45C4-8793-3CF13AE6593B}" presName="parTx" presStyleLbl="revTx" presStyleIdx="0" presStyleCnt="6">
        <dgm:presLayoutVars>
          <dgm:chMax val="0"/>
          <dgm:chPref val="0"/>
        </dgm:presLayoutVars>
      </dgm:prSet>
      <dgm:spPr/>
    </dgm:pt>
    <dgm:pt modelId="{0BBF62AA-899D-4648-B844-530ED0565891}" type="pres">
      <dgm:prSet presAssocID="{55921918-A07F-45C4-8793-3CF13AE6593B}" presName="txSpace" presStyleCnt="0"/>
      <dgm:spPr/>
    </dgm:pt>
    <dgm:pt modelId="{2015E9CE-6ECF-4BA6-B917-A2367B7D5D27}" type="pres">
      <dgm:prSet presAssocID="{55921918-A07F-45C4-8793-3CF13AE6593B}" presName="desTx" presStyleLbl="revTx" presStyleIdx="1" presStyleCnt="6">
        <dgm:presLayoutVars/>
      </dgm:prSet>
      <dgm:spPr/>
    </dgm:pt>
    <dgm:pt modelId="{E3DD7AF5-A989-4E44-8A51-B366D6DDC8BC}" type="pres">
      <dgm:prSet presAssocID="{C1CEBAED-42A2-4359-903B-803F61D61C94}" presName="sibTrans" presStyleCnt="0"/>
      <dgm:spPr/>
    </dgm:pt>
    <dgm:pt modelId="{2B7F7CB2-C4E1-441F-A7BB-2766AB0FF28F}" type="pres">
      <dgm:prSet presAssocID="{12255E6F-C61C-4248-B241-6D2CAC26490A}" presName="compNode" presStyleCnt="0"/>
      <dgm:spPr/>
    </dgm:pt>
    <dgm:pt modelId="{D433B866-8A58-4B36-B77F-081A96B18BCB}" type="pres">
      <dgm:prSet presAssocID="{12255E6F-C61C-4248-B241-6D2CAC26490A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İşlemci"/>
        </a:ext>
      </dgm:extLst>
    </dgm:pt>
    <dgm:pt modelId="{3764EC69-45E2-4E54-9662-BF87D7BC1732}" type="pres">
      <dgm:prSet presAssocID="{12255E6F-C61C-4248-B241-6D2CAC26490A}" presName="iconSpace" presStyleCnt="0"/>
      <dgm:spPr/>
    </dgm:pt>
    <dgm:pt modelId="{02DC8348-76DB-43AA-91FD-7599CFE37497}" type="pres">
      <dgm:prSet presAssocID="{12255E6F-C61C-4248-B241-6D2CAC26490A}" presName="parTx" presStyleLbl="revTx" presStyleIdx="2" presStyleCnt="6">
        <dgm:presLayoutVars>
          <dgm:chMax val="0"/>
          <dgm:chPref val="0"/>
        </dgm:presLayoutVars>
      </dgm:prSet>
      <dgm:spPr/>
    </dgm:pt>
    <dgm:pt modelId="{D6946115-C54C-430D-BE71-905C8DC1BBED}" type="pres">
      <dgm:prSet presAssocID="{12255E6F-C61C-4248-B241-6D2CAC26490A}" presName="txSpace" presStyleCnt="0"/>
      <dgm:spPr/>
    </dgm:pt>
    <dgm:pt modelId="{A462A796-9FA4-4C63-BD2C-31B392DA28F6}" type="pres">
      <dgm:prSet presAssocID="{12255E6F-C61C-4248-B241-6D2CAC26490A}" presName="desTx" presStyleLbl="revTx" presStyleIdx="3" presStyleCnt="6">
        <dgm:presLayoutVars/>
      </dgm:prSet>
      <dgm:spPr/>
    </dgm:pt>
    <dgm:pt modelId="{3CCCDA2B-84A1-4860-A4CA-27D68F9B7B81}" type="pres">
      <dgm:prSet presAssocID="{4F799019-8A3F-4150-86C0-2EB57EE9C8CC}" presName="sibTrans" presStyleCnt="0"/>
      <dgm:spPr/>
    </dgm:pt>
    <dgm:pt modelId="{58C87E64-3E23-4462-9AD6-3DB87D453562}" type="pres">
      <dgm:prSet presAssocID="{638CCC78-B023-4E40-98E1-8FC42B1AFB54}" presName="compNode" presStyleCnt="0"/>
      <dgm:spPr/>
    </dgm:pt>
    <dgm:pt modelId="{8DA3D630-863A-436B-BFDE-91E638D6D198}" type="pres">
      <dgm:prSet presAssocID="{638CCC78-B023-4E40-98E1-8FC42B1AFB54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ğlantı"/>
        </a:ext>
      </dgm:extLst>
    </dgm:pt>
    <dgm:pt modelId="{CECF6ED5-D2F2-41DC-9F24-09527726FB49}" type="pres">
      <dgm:prSet presAssocID="{638CCC78-B023-4E40-98E1-8FC42B1AFB54}" presName="iconSpace" presStyleCnt="0"/>
      <dgm:spPr/>
    </dgm:pt>
    <dgm:pt modelId="{6E46A2BE-C50B-4C5A-A86C-EA4A5AE51D50}" type="pres">
      <dgm:prSet presAssocID="{638CCC78-B023-4E40-98E1-8FC42B1AFB54}" presName="parTx" presStyleLbl="revTx" presStyleIdx="4" presStyleCnt="6">
        <dgm:presLayoutVars>
          <dgm:chMax val="0"/>
          <dgm:chPref val="0"/>
        </dgm:presLayoutVars>
      </dgm:prSet>
      <dgm:spPr/>
    </dgm:pt>
    <dgm:pt modelId="{44E2A826-F8CA-4B55-A71C-26D86DF91F32}" type="pres">
      <dgm:prSet presAssocID="{638CCC78-B023-4E40-98E1-8FC42B1AFB54}" presName="txSpace" presStyleCnt="0"/>
      <dgm:spPr/>
    </dgm:pt>
    <dgm:pt modelId="{32AF391C-B608-4274-8D0F-8F1193EB8670}" type="pres">
      <dgm:prSet presAssocID="{638CCC78-B023-4E40-98E1-8FC42B1AFB54}" presName="desTx" presStyleLbl="revTx" presStyleIdx="5" presStyleCnt="6">
        <dgm:presLayoutVars/>
      </dgm:prSet>
      <dgm:spPr/>
    </dgm:pt>
  </dgm:ptLst>
  <dgm:cxnLst>
    <dgm:cxn modelId="{19CBF905-954D-4214-A50A-6EB798A714C5}" srcId="{12255E6F-C61C-4248-B241-6D2CAC26490A}" destId="{0013A8C5-1470-425F-8505-4C3C7DA8BDD6}" srcOrd="0" destOrd="0" parTransId="{328E1733-D839-4C0F-91EA-BFA12907B97B}" sibTransId="{1CDAB46B-0B6F-4235-8738-A7E12CDE67A3}"/>
    <dgm:cxn modelId="{5867560C-2A5A-4191-832C-F7FE9A5A8580}" type="presOf" srcId="{55921918-A07F-45C4-8793-3CF13AE6593B}" destId="{B676B210-0D5B-4636-9841-C8FEC16A2CA7}" srcOrd="0" destOrd="0" presId="urn:microsoft.com/office/officeart/2018/5/layout/CenteredIconLabelDescriptionList"/>
    <dgm:cxn modelId="{B93B1D11-20DE-49CC-AAD5-315659A8B388}" type="presOf" srcId="{638CCC78-B023-4E40-98E1-8FC42B1AFB54}" destId="{6E46A2BE-C50B-4C5A-A86C-EA4A5AE51D50}" srcOrd="0" destOrd="0" presId="urn:microsoft.com/office/officeart/2018/5/layout/CenteredIconLabelDescriptionList"/>
    <dgm:cxn modelId="{32937314-1831-4E77-8964-02A4B04C3061}" type="presOf" srcId="{EFB88CA2-5DEF-4F03-A9BF-F34BA1301547}" destId="{A462A796-9FA4-4C63-BD2C-31B392DA28F6}" srcOrd="0" destOrd="1" presId="urn:microsoft.com/office/officeart/2018/5/layout/CenteredIconLabelDescriptionList"/>
    <dgm:cxn modelId="{5C97A51F-9AD4-4397-85B0-F17CEB232882}" srcId="{638CCC78-B023-4E40-98E1-8FC42B1AFB54}" destId="{78070047-1F07-47A1-9311-7C877EB7F763}" srcOrd="1" destOrd="0" parTransId="{C6A52D02-1791-4A61-ACE4-09296211D85A}" sibTransId="{14E1BE76-078F-42D0-80FA-ADAF60F70A7E}"/>
    <dgm:cxn modelId="{681A5C24-B944-49BA-A4EF-77343801BB54}" srcId="{638CCC78-B023-4E40-98E1-8FC42B1AFB54}" destId="{CFDBF91B-7DAC-4F1C-9A9E-55A29037D1FD}" srcOrd="0" destOrd="0" parTransId="{0AD8C3E9-3088-4676-A98A-FACEEAB709D2}" sibTransId="{96D44B04-0FCC-4763-ABE9-2460E59530D1}"/>
    <dgm:cxn modelId="{18441833-A1C4-4FCC-B919-0DD3A142D0FF}" type="presOf" srcId="{0013A8C5-1470-425F-8505-4C3C7DA8BDD6}" destId="{A462A796-9FA4-4C63-BD2C-31B392DA28F6}" srcOrd="0" destOrd="0" presId="urn:microsoft.com/office/officeart/2018/5/layout/CenteredIconLabelDescriptionList"/>
    <dgm:cxn modelId="{C6FB8466-629A-4B1B-A3F4-68F2F26EF8C8}" type="presOf" srcId="{B000AD24-D964-4745-950E-FDFFA67C2329}" destId="{2015E9CE-6ECF-4BA6-B917-A2367B7D5D27}" srcOrd="0" destOrd="1" presId="urn:microsoft.com/office/officeart/2018/5/layout/CenteredIconLabelDescriptionList"/>
    <dgm:cxn modelId="{E59D874B-585C-4B30-A759-164263BE5686}" srcId="{12255E6F-C61C-4248-B241-6D2CAC26490A}" destId="{EFB88CA2-5DEF-4F03-A9BF-F34BA1301547}" srcOrd="1" destOrd="0" parTransId="{15486173-282D-415F-86BA-C627834839FA}" sibTransId="{EA47CBF6-D6BD-4F11-A1D6-5742E8874A3C}"/>
    <dgm:cxn modelId="{EDF0F24B-D386-4549-B31E-2C5720193F64}" srcId="{F3C27128-8D57-46B2-9997-99C0B20C348C}" destId="{55921918-A07F-45C4-8793-3CF13AE6593B}" srcOrd="0" destOrd="0" parTransId="{070C9F19-5C05-4220-BF9A-68AF88865B28}" sibTransId="{C1CEBAED-42A2-4359-903B-803F61D61C94}"/>
    <dgm:cxn modelId="{4882AF6C-F2CF-4743-9BA2-B7EB0FAE44C9}" type="presOf" srcId="{45B09496-4D94-4653-9B7E-DF8429665F71}" destId="{A462A796-9FA4-4C63-BD2C-31B392DA28F6}" srcOrd="0" destOrd="2" presId="urn:microsoft.com/office/officeart/2018/5/layout/CenteredIconLabelDescriptionList"/>
    <dgm:cxn modelId="{2282CC50-4CC6-4E3A-AF23-88446D2D1412}" type="presOf" srcId="{D25D5908-46A5-4D6F-818D-1BC7138B7EF4}" destId="{32AF391C-B608-4274-8D0F-8F1193EB8670}" srcOrd="0" destOrd="2" presId="urn:microsoft.com/office/officeart/2018/5/layout/CenteredIconLabelDescriptionList"/>
    <dgm:cxn modelId="{86BF6556-4502-45FF-B8A4-0C289BF43AE8}" type="presOf" srcId="{78070047-1F07-47A1-9311-7C877EB7F763}" destId="{32AF391C-B608-4274-8D0F-8F1193EB8670}" srcOrd="0" destOrd="1" presId="urn:microsoft.com/office/officeart/2018/5/layout/CenteredIconLabelDescriptionList"/>
    <dgm:cxn modelId="{8A1FD0A0-67DB-4FC0-BD91-9BC84F122CBB}" srcId="{638CCC78-B023-4E40-98E1-8FC42B1AFB54}" destId="{D25D5908-46A5-4D6F-818D-1BC7138B7EF4}" srcOrd="2" destOrd="0" parTransId="{6D459350-A35D-493C-A5B8-6D25EC5B978E}" sibTransId="{F8DAA45D-4D57-4CAA-8CC6-705D0A70567C}"/>
    <dgm:cxn modelId="{375D7AA6-17FF-4153-A423-7B274C49FA7E}" type="presOf" srcId="{F3C27128-8D57-46B2-9997-99C0B20C348C}" destId="{2AEFFD39-43AE-4750-A18A-D6CD9CD11AC2}" srcOrd="0" destOrd="0" presId="urn:microsoft.com/office/officeart/2018/5/layout/CenteredIconLabelDescriptionList"/>
    <dgm:cxn modelId="{FB38BEA7-C385-4F0C-AAB9-58CFE4AF58BF}" srcId="{12255E6F-C61C-4248-B241-6D2CAC26490A}" destId="{45B09496-4D94-4653-9B7E-DF8429665F71}" srcOrd="2" destOrd="0" parTransId="{C47A348C-11D7-4FB0-B86F-83F8752356F0}" sibTransId="{CF85412D-A6E4-4AE8-9E8E-847BD80DD8EF}"/>
    <dgm:cxn modelId="{B53652AF-D42B-4AFC-ABB4-3A316EBB9F36}" type="presOf" srcId="{12255E6F-C61C-4248-B241-6D2CAC26490A}" destId="{02DC8348-76DB-43AA-91FD-7599CFE37497}" srcOrd="0" destOrd="0" presId="urn:microsoft.com/office/officeart/2018/5/layout/CenteredIconLabelDescriptionList"/>
    <dgm:cxn modelId="{056712B6-5EF4-4D01-AFD5-4C3004C5BD91}" srcId="{F3C27128-8D57-46B2-9997-99C0B20C348C}" destId="{12255E6F-C61C-4248-B241-6D2CAC26490A}" srcOrd="1" destOrd="0" parTransId="{69E92964-28EC-4941-B3F0-D148679A1A54}" sibTransId="{4F799019-8A3F-4150-86C0-2EB57EE9C8CC}"/>
    <dgm:cxn modelId="{0EB854BF-38CA-46D3-BB0E-B1DEF9329A7F}" srcId="{F3C27128-8D57-46B2-9997-99C0B20C348C}" destId="{638CCC78-B023-4E40-98E1-8FC42B1AFB54}" srcOrd="2" destOrd="0" parTransId="{0C3C66E6-889A-4015-8C32-E25FD9118A65}" sibTransId="{A40DD88F-0C1F-4C15-83EE-6DBDBDA7B6AE}"/>
    <dgm:cxn modelId="{6A61EDEA-853B-4F72-8214-80AFE20D5BA3}" srcId="{55921918-A07F-45C4-8793-3CF13AE6593B}" destId="{83C6F843-BE31-414A-B7B9-81DDF3D93DDE}" srcOrd="0" destOrd="0" parTransId="{FC79DBCC-E166-4AC9-B1E3-90F30315687B}" sibTransId="{814E83A5-05F6-4A47-B117-CFCD3B968962}"/>
    <dgm:cxn modelId="{1EF6B1F4-C3B2-41B0-950E-F5A7C3DEAF36}" type="presOf" srcId="{CFDBF91B-7DAC-4F1C-9A9E-55A29037D1FD}" destId="{32AF391C-B608-4274-8D0F-8F1193EB8670}" srcOrd="0" destOrd="0" presId="urn:microsoft.com/office/officeart/2018/5/layout/CenteredIconLabelDescriptionList"/>
    <dgm:cxn modelId="{E93B46FB-2E68-417C-BA24-544C2250BAE6}" srcId="{55921918-A07F-45C4-8793-3CF13AE6593B}" destId="{B000AD24-D964-4745-950E-FDFFA67C2329}" srcOrd="1" destOrd="0" parTransId="{2D77F825-B15A-4791-9CAB-FE8B60C2E743}" sibTransId="{4C945EC8-CAB1-4807-BEA1-CCD6FC4A8A81}"/>
    <dgm:cxn modelId="{0D79CFFC-7C6B-4284-AE31-BCA0FE49B58D}" type="presOf" srcId="{83C6F843-BE31-414A-B7B9-81DDF3D93DDE}" destId="{2015E9CE-6ECF-4BA6-B917-A2367B7D5D27}" srcOrd="0" destOrd="0" presId="urn:microsoft.com/office/officeart/2018/5/layout/CenteredIconLabelDescriptionList"/>
    <dgm:cxn modelId="{7E7A5792-C30D-4FEB-BB43-86D63539DEE3}" type="presParOf" srcId="{2AEFFD39-43AE-4750-A18A-D6CD9CD11AC2}" destId="{5C5A6AFE-E09F-4920-B410-3DDD33C6BB95}" srcOrd="0" destOrd="0" presId="urn:microsoft.com/office/officeart/2018/5/layout/CenteredIconLabelDescriptionList"/>
    <dgm:cxn modelId="{D0880888-04E2-47D0-925C-8F4CEC7C51DC}" type="presParOf" srcId="{5C5A6AFE-E09F-4920-B410-3DDD33C6BB95}" destId="{B9D7A365-2E66-4AE1-AEA7-29E686B9DB8B}" srcOrd="0" destOrd="0" presId="urn:microsoft.com/office/officeart/2018/5/layout/CenteredIconLabelDescriptionList"/>
    <dgm:cxn modelId="{DEB1B43D-BA6E-444E-8FE8-AC3C9F0FDA9F}" type="presParOf" srcId="{5C5A6AFE-E09F-4920-B410-3DDD33C6BB95}" destId="{FD70591C-4025-410C-8182-76E74F443E9E}" srcOrd="1" destOrd="0" presId="urn:microsoft.com/office/officeart/2018/5/layout/CenteredIconLabelDescriptionList"/>
    <dgm:cxn modelId="{7DFE2F03-882E-4CA3-AC72-9FEEE7BCCA65}" type="presParOf" srcId="{5C5A6AFE-E09F-4920-B410-3DDD33C6BB95}" destId="{B676B210-0D5B-4636-9841-C8FEC16A2CA7}" srcOrd="2" destOrd="0" presId="urn:microsoft.com/office/officeart/2018/5/layout/CenteredIconLabelDescriptionList"/>
    <dgm:cxn modelId="{CBAA935B-0993-45C5-BBE5-EC3A831CF5AB}" type="presParOf" srcId="{5C5A6AFE-E09F-4920-B410-3DDD33C6BB95}" destId="{0BBF62AA-899D-4648-B844-530ED0565891}" srcOrd="3" destOrd="0" presId="urn:microsoft.com/office/officeart/2018/5/layout/CenteredIconLabelDescriptionList"/>
    <dgm:cxn modelId="{666144E6-879C-4CE8-AD85-0B2B9EE018FB}" type="presParOf" srcId="{5C5A6AFE-E09F-4920-B410-3DDD33C6BB95}" destId="{2015E9CE-6ECF-4BA6-B917-A2367B7D5D27}" srcOrd="4" destOrd="0" presId="urn:microsoft.com/office/officeart/2018/5/layout/CenteredIconLabelDescriptionList"/>
    <dgm:cxn modelId="{B51EF89B-406A-43AD-86BF-AAFBE1C847BE}" type="presParOf" srcId="{2AEFFD39-43AE-4750-A18A-D6CD9CD11AC2}" destId="{E3DD7AF5-A989-4E44-8A51-B366D6DDC8BC}" srcOrd="1" destOrd="0" presId="urn:microsoft.com/office/officeart/2018/5/layout/CenteredIconLabelDescriptionList"/>
    <dgm:cxn modelId="{8D178182-6FB3-4725-BD7C-0B306973B913}" type="presParOf" srcId="{2AEFFD39-43AE-4750-A18A-D6CD9CD11AC2}" destId="{2B7F7CB2-C4E1-441F-A7BB-2766AB0FF28F}" srcOrd="2" destOrd="0" presId="urn:microsoft.com/office/officeart/2018/5/layout/CenteredIconLabelDescriptionList"/>
    <dgm:cxn modelId="{0AF3C08C-5C16-4685-A83B-6DADA7F3A351}" type="presParOf" srcId="{2B7F7CB2-C4E1-441F-A7BB-2766AB0FF28F}" destId="{D433B866-8A58-4B36-B77F-081A96B18BCB}" srcOrd="0" destOrd="0" presId="urn:microsoft.com/office/officeart/2018/5/layout/CenteredIconLabelDescriptionList"/>
    <dgm:cxn modelId="{3DDBDD46-8AEC-40B4-9D14-50A78032CC1D}" type="presParOf" srcId="{2B7F7CB2-C4E1-441F-A7BB-2766AB0FF28F}" destId="{3764EC69-45E2-4E54-9662-BF87D7BC1732}" srcOrd="1" destOrd="0" presId="urn:microsoft.com/office/officeart/2018/5/layout/CenteredIconLabelDescriptionList"/>
    <dgm:cxn modelId="{3F90246D-76E0-46F4-A4A6-1D27B2FDD111}" type="presParOf" srcId="{2B7F7CB2-C4E1-441F-A7BB-2766AB0FF28F}" destId="{02DC8348-76DB-43AA-91FD-7599CFE37497}" srcOrd="2" destOrd="0" presId="urn:microsoft.com/office/officeart/2018/5/layout/CenteredIconLabelDescriptionList"/>
    <dgm:cxn modelId="{4C3EAC16-EB58-47CB-9694-9AB71BFC22D0}" type="presParOf" srcId="{2B7F7CB2-C4E1-441F-A7BB-2766AB0FF28F}" destId="{D6946115-C54C-430D-BE71-905C8DC1BBED}" srcOrd="3" destOrd="0" presId="urn:microsoft.com/office/officeart/2018/5/layout/CenteredIconLabelDescriptionList"/>
    <dgm:cxn modelId="{D2FD713C-B4DD-418B-9C11-4E89F7722857}" type="presParOf" srcId="{2B7F7CB2-C4E1-441F-A7BB-2766AB0FF28F}" destId="{A462A796-9FA4-4C63-BD2C-31B392DA28F6}" srcOrd="4" destOrd="0" presId="urn:microsoft.com/office/officeart/2018/5/layout/CenteredIconLabelDescriptionList"/>
    <dgm:cxn modelId="{629B5A2F-8FE3-490D-90F2-755D94F22085}" type="presParOf" srcId="{2AEFFD39-43AE-4750-A18A-D6CD9CD11AC2}" destId="{3CCCDA2B-84A1-4860-A4CA-27D68F9B7B81}" srcOrd="3" destOrd="0" presId="urn:microsoft.com/office/officeart/2018/5/layout/CenteredIconLabelDescriptionList"/>
    <dgm:cxn modelId="{8997E29D-8790-47DA-AE31-FE18714107CB}" type="presParOf" srcId="{2AEFFD39-43AE-4750-A18A-D6CD9CD11AC2}" destId="{58C87E64-3E23-4462-9AD6-3DB87D453562}" srcOrd="4" destOrd="0" presId="urn:microsoft.com/office/officeart/2018/5/layout/CenteredIconLabelDescriptionList"/>
    <dgm:cxn modelId="{A88CFA20-B5A9-4602-B234-D6A91FD65A03}" type="presParOf" srcId="{58C87E64-3E23-4462-9AD6-3DB87D453562}" destId="{8DA3D630-863A-436B-BFDE-91E638D6D198}" srcOrd="0" destOrd="0" presId="urn:microsoft.com/office/officeart/2018/5/layout/CenteredIconLabelDescriptionList"/>
    <dgm:cxn modelId="{33AEF72F-214C-40E4-AB3E-471756241D53}" type="presParOf" srcId="{58C87E64-3E23-4462-9AD6-3DB87D453562}" destId="{CECF6ED5-D2F2-41DC-9F24-09527726FB49}" srcOrd="1" destOrd="0" presId="urn:microsoft.com/office/officeart/2018/5/layout/CenteredIconLabelDescriptionList"/>
    <dgm:cxn modelId="{F80AD141-22AD-4DD0-AD30-FD51299ED923}" type="presParOf" srcId="{58C87E64-3E23-4462-9AD6-3DB87D453562}" destId="{6E46A2BE-C50B-4C5A-A86C-EA4A5AE51D50}" srcOrd="2" destOrd="0" presId="urn:microsoft.com/office/officeart/2018/5/layout/CenteredIconLabelDescriptionList"/>
    <dgm:cxn modelId="{CFBCCD80-A153-4C80-97A3-15548AD903D3}" type="presParOf" srcId="{58C87E64-3E23-4462-9AD6-3DB87D453562}" destId="{44E2A826-F8CA-4B55-A71C-26D86DF91F32}" srcOrd="3" destOrd="0" presId="urn:microsoft.com/office/officeart/2018/5/layout/CenteredIconLabelDescriptionList"/>
    <dgm:cxn modelId="{149C0C1C-7A4D-44E0-BA04-9FE8292CC346}" type="presParOf" srcId="{58C87E64-3E23-4462-9AD6-3DB87D453562}" destId="{32AF391C-B608-4274-8D0F-8F1193EB8670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3.xml><?xml version="1.0" encoding="utf-8"?>
<dgm:dataModel xmlns:dgm="http://schemas.openxmlformats.org/drawingml/2006/diagram" xmlns:a="http://schemas.openxmlformats.org/drawingml/2006/main">
  <dgm:ptLst>
    <dgm:pt modelId="{F3C27128-8D57-46B2-9997-99C0B20C348C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42575766-28A8-4375-860B-2E4ABD4FB0A3}">
      <dgm:prSet/>
      <dgm:spPr/>
      <dgm:t>
        <a:bodyPr/>
        <a:lstStyle/>
        <a:p>
          <a:r>
            <a:rPr lang="tr-TR" dirty="0" err="1"/>
            <a:t>Honest</a:t>
          </a:r>
          <a:r>
            <a:rPr lang="tr-TR" dirty="0"/>
            <a:t> </a:t>
          </a:r>
          <a:r>
            <a:rPr lang="tr-TR" dirty="0" err="1"/>
            <a:t>miners</a:t>
          </a:r>
          <a:endParaRPr lang="en-US" dirty="0"/>
        </a:p>
      </dgm:t>
    </dgm:pt>
    <dgm:pt modelId="{820590E0-9F09-40FC-A668-A4A88989D3E1}" type="parTrans" cxnId="{DFA1509B-D491-49F1-8386-0E3C632A5AF8}">
      <dgm:prSet/>
      <dgm:spPr/>
      <dgm:t>
        <a:bodyPr/>
        <a:lstStyle/>
        <a:p>
          <a:endParaRPr lang="en-US"/>
        </a:p>
      </dgm:t>
    </dgm:pt>
    <dgm:pt modelId="{2B947B18-248F-4DDA-9D0D-92530F5F3A58}" type="sibTrans" cxnId="{DFA1509B-D491-49F1-8386-0E3C632A5AF8}">
      <dgm:prSet/>
      <dgm:spPr/>
      <dgm:t>
        <a:bodyPr/>
        <a:lstStyle/>
        <a:p>
          <a:endParaRPr lang="en-US"/>
        </a:p>
      </dgm:t>
    </dgm:pt>
    <dgm:pt modelId="{8DB61502-7C7B-4B30-99B1-867220FF5123}">
      <dgm:prSet/>
      <dgm:spPr/>
      <dgm:t>
        <a:bodyPr/>
        <a:lstStyle/>
        <a:p>
          <a:r>
            <a:rPr lang="tr-TR" dirty="0" err="1"/>
            <a:t>Rejection</a:t>
          </a:r>
          <a:endParaRPr lang="en-US" dirty="0"/>
        </a:p>
      </dgm:t>
    </dgm:pt>
    <dgm:pt modelId="{4943ABF3-5EAC-4CBA-8DC1-4E67141E546F}" type="parTrans" cxnId="{AFF215BD-69C0-4A78-9181-885A86378E24}">
      <dgm:prSet/>
      <dgm:spPr/>
      <dgm:t>
        <a:bodyPr/>
        <a:lstStyle/>
        <a:p>
          <a:endParaRPr lang="en-US"/>
        </a:p>
      </dgm:t>
    </dgm:pt>
    <dgm:pt modelId="{6AF225C5-6160-41B5-8058-627C7D98B05A}" type="sibTrans" cxnId="{AFF215BD-69C0-4A78-9181-885A86378E24}">
      <dgm:prSet/>
      <dgm:spPr/>
      <dgm:t>
        <a:bodyPr/>
        <a:lstStyle/>
        <a:p>
          <a:endParaRPr lang="en-US"/>
        </a:p>
      </dgm:t>
    </dgm:pt>
    <dgm:pt modelId="{DB98F643-24ED-4D75-9540-D3C706D2D854}">
      <dgm:prSet/>
      <dgm:spPr/>
      <dgm:t>
        <a:bodyPr/>
        <a:lstStyle/>
        <a:p>
          <a:r>
            <a:rPr lang="en-US" dirty="0"/>
            <a:t>The independent</a:t>
          </a:r>
          <a:r>
            <a:rPr lang="tr-TR" dirty="0"/>
            <a:t> </a:t>
          </a:r>
          <a:r>
            <a:rPr lang="en-US" dirty="0"/>
            <a:t>validation also ensures</a:t>
          </a:r>
        </a:p>
      </dgm:t>
    </dgm:pt>
    <dgm:pt modelId="{53F7FD13-0ABC-461E-9A50-374210DC27FB}" type="parTrans" cxnId="{655EC8E5-94C3-4D75-8128-5BEF38C691AC}">
      <dgm:prSet/>
      <dgm:spPr/>
      <dgm:t>
        <a:bodyPr/>
        <a:lstStyle/>
        <a:p>
          <a:endParaRPr lang="en-US"/>
        </a:p>
      </dgm:t>
    </dgm:pt>
    <dgm:pt modelId="{615B8DAD-32AA-4B28-A81E-152E82CA4F56}" type="sibTrans" cxnId="{655EC8E5-94C3-4D75-8128-5BEF38C691AC}">
      <dgm:prSet/>
      <dgm:spPr/>
      <dgm:t>
        <a:bodyPr/>
        <a:lstStyle/>
        <a:p>
          <a:endParaRPr lang="en-US"/>
        </a:p>
      </dgm:t>
    </dgm:pt>
    <dgm:pt modelId="{13AA63AA-EF2E-4BA0-9BCD-08FAA7E83077}">
      <dgm:prSet/>
      <dgm:spPr/>
      <dgm:t>
        <a:bodyPr/>
        <a:lstStyle/>
        <a:p>
          <a:r>
            <a:rPr lang="en-US" dirty="0"/>
            <a:t>miners act honestly</a:t>
          </a:r>
        </a:p>
      </dgm:t>
    </dgm:pt>
    <dgm:pt modelId="{1D236AA6-26EE-4851-BAFF-89B36ECE76B0}" type="parTrans" cxnId="{B8A36E7A-F00C-4032-860E-E6F37F138BCA}">
      <dgm:prSet/>
      <dgm:spPr/>
      <dgm:t>
        <a:bodyPr/>
        <a:lstStyle/>
        <a:p>
          <a:endParaRPr lang="en-US"/>
        </a:p>
      </dgm:t>
    </dgm:pt>
    <dgm:pt modelId="{3ABB0E47-0C17-4F87-8ED5-E037AE78E2E1}" type="sibTrans" cxnId="{B8A36E7A-F00C-4032-860E-E6F37F138BCA}">
      <dgm:prSet/>
      <dgm:spPr/>
      <dgm:t>
        <a:bodyPr/>
        <a:lstStyle/>
        <a:p>
          <a:endParaRPr lang="en-US"/>
        </a:p>
      </dgm:t>
    </dgm:pt>
    <dgm:pt modelId="{C3103029-7268-4789-9BCD-031D4426C917}">
      <dgm:prSet/>
      <dgm:spPr/>
      <dgm:t>
        <a:bodyPr/>
        <a:lstStyle/>
        <a:p>
          <a:r>
            <a:rPr lang="en-US" dirty="0"/>
            <a:t>lose the reward</a:t>
          </a:r>
        </a:p>
      </dgm:t>
    </dgm:pt>
    <dgm:pt modelId="{AB18A2B9-74B4-415D-BB2D-28ADF98FE423}" type="parTrans" cxnId="{1402B300-EB5A-4C30-B8B8-408D4AE35D79}">
      <dgm:prSet/>
      <dgm:spPr/>
      <dgm:t>
        <a:bodyPr/>
        <a:lstStyle/>
        <a:p>
          <a:endParaRPr lang="en-US"/>
        </a:p>
      </dgm:t>
    </dgm:pt>
    <dgm:pt modelId="{657FB69C-8DFF-43D4-B258-78725E041CD9}" type="sibTrans" cxnId="{1402B300-EB5A-4C30-B8B8-408D4AE35D79}">
      <dgm:prSet/>
      <dgm:spPr/>
      <dgm:t>
        <a:bodyPr/>
        <a:lstStyle/>
        <a:p>
          <a:endParaRPr lang="en-US"/>
        </a:p>
      </dgm:t>
    </dgm:pt>
    <dgm:pt modelId="{7B7ACB67-50E2-475C-BD91-28C183A4CF51}">
      <dgm:prSet/>
      <dgm:spPr/>
      <dgm:t>
        <a:bodyPr/>
        <a:lstStyle/>
        <a:p>
          <a:r>
            <a:rPr lang="tr-TR" dirty="0" err="1"/>
            <a:t>Harm</a:t>
          </a:r>
          <a:r>
            <a:rPr lang="tr-TR" dirty="0"/>
            <a:t> </a:t>
          </a:r>
          <a:r>
            <a:rPr lang="tr-TR" dirty="0" err="1"/>
            <a:t>to</a:t>
          </a:r>
          <a:r>
            <a:rPr lang="tr-TR" dirty="0"/>
            <a:t> </a:t>
          </a:r>
          <a:r>
            <a:rPr lang="tr-TR" dirty="0" err="1"/>
            <a:t>unhonest</a:t>
          </a:r>
          <a:r>
            <a:rPr lang="tr-TR" dirty="0"/>
            <a:t> </a:t>
          </a:r>
          <a:r>
            <a:rPr lang="tr-TR" dirty="0" err="1"/>
            <a:t>miners</a:t>
          </a:r>
          <a:endParaRPr lang="en-US" dirty="0"/>
        </a:p>
      </dgm:t>
    </dgm:pt>
    <dgm:pt modelId="{3D6E4970-3E94-4EE5-84DF-356C791A4CB0}" type="parTrans" cxnId="{C098735D-1C00-4AD7-B2EE-D05BC4295A3A}">
      <dgm:prSet/>
      <dgm:spPr/>
      <dgm:t>
        <a:bodyPr/>
        <a:lstStyle/>
        <a:p>
          <a:endParaRPr lang="en-US"/>
        </a:p>
      </dgm:t>
    </dgm:pt>
    <dgm:pt modelId="{4D556685-5189-4F4B-9BE1-71FBD5FC4CAB}" type="sibTrans" cxnId="{C098735D-1C00-4AD7-B2EE-D05BC4295A3A}">
      <dgm:prSet/>
      <dgm:spPr/>
      <dgm:t>
        <a:bodyPr/>
        <a:lstStyle/>
        <a:p>
          <a:endParaRPr lang="en-US"/>
        </a:p>
      </dgm:t>
    </dgm:pt>
    <dgm:pt modelId="{E80A95E4-4584-46A3-9866-A5EDFC589F35}">
      <dgm:prSet/>
      <dgm:spPr/>
      <dgm:t>
        <a:bodyPr/>
        <a:lstStyle/>
        <a:p>
          <a:r>
            <a:rPr lang="en-US" dirty="0"/>
            <a:t>waste the</a:t>
          </a:r>
          <a:r>
            <a:rPr lang="tr-TR" dirty="0"/>
            <a:t> </a:t>
          </a:r>
          <a:r>
            <a:rPr lang="en-US" dirty="0"/>
            <a:t>effort to find a Proof-of-Work solution</a:t>
          </a:r>
        </a:p>
      </dgm:t>
    </dgm:pt>
    <dgm:pt modelId="{725024EC-CFDC-46E4-AFE9-3C1F2ECD6ABE}" type="parTrans" cxnId="{334EE60C-6DF7-4E67-8919-A9C4879B4F16}">
      <dgm:prSet/>
      <dgm:spPr/>
      <dgm:t>
        <a:bodyPr/>
        <a:lstStyle/>
        <a:p>
          <a:endParaRPr lang="en-US"/>
        </a:p>
      </dgm:t>
    </dgm:pt>
    <dgm:pt modelId="{C571D1CC-8FCE-4097-9D75-173E04039BEA}" type="sibTrans" cxnId="{334EE60C-6DF7-4E67-8919-A9C4879B4F16}">
      <dgm:prSet/>
      <dgm:spPr/>
      <dgm:t>
        <a:bodyPr/>
        <a:lstStyle/>
        <a:p>
          <a:endParaRPr lang="en-US"/>
        </a:p>
      </dgm:t>
    </dgm:pt>
    <dgm:pt modelId="{B8B31D82-D722-4C12-BFA9-81560603D5CD}">
      <dgm:prSet/>
      <dgm:spPr/>
      <dgm:t>
        <a:bodyPr/>
        <a:lstStyle/>
        <a:p>
          <a:r>
            <a:rPr lang="tr-TR" dirty="0" err="1"/>
            <a:t>Unhonest</a:t>
          </a:r>
          <a:r>
            <a:rPr lang="tr-TR" dirty="0"/>
            <a:t> </a:t>
          </a:r>
          <a:r>
            <a:rPr lang="tr-TR" dirty="0" err="1"/>
            <a:t>miners</a:t>
          </a:r>
          <a:r>
            <a:rPr lang="tr-TR" dirty="0"/>
            <a:t> </a:t>
          </a:r>
          <a:r>
            <a:rPr lang="tr-TR" dirty="0" err="1"/>
            <a:t>blocks</a:t>
          </a:r>
          <a:r>
            <a:rPr lang="tr-TR" dirty="0"/>
            <a:t> </a:t>
          </a:r>
          <a:r>
            <a:rPr lang="tr-TR" dirty="0" err="1"/>
            <a:t>are</a:t>
          </a:r>
          <a:r>
            <a:rPr lang="tr-TR" dirty="0"/>
            <a:t> </a:t>
          </a:r>
          <a:r>
            <a:rPr lang="tr-TR" dirty="0" err="1"/>
            <a:t>rejected</a:t>
          </a:r>
          <a:endParaRPr lang="en-US" dirty="0"/>
        </a:p>
      </dgm:t>
    </dgm:pt>
    <dgm:pt modelId="{89D1F97F-DD9A-497A-B6D6-36EDC8C57042}" type="parTrans" cxnId="{41B069EC-95F2-428B-BDCC-398CB81DFF48}">
      <dgm:prSet/>
      <dgm:spPr/>
      <dgm:t>
        <a:bodyPr/>
        <a:lstStyle/>
        <a:p>
          <a:endParaRPr lang="en-US"/>
        </a:p>
      </dgm:t>
    </dgm:pt>
    <dgm:pt modelId="{1F25EEE4-18F7-4610-A8BB-3BEFC0C3EF80}" type="sibTrans" cxnId="{41B069EC-95F2-428B-BDCC-398CB81DFF48}">
      <dgm:prSet/>
      <dgm:spPr/>
      <dgm:t>
        <a:bodyPr/>
        <a:lstStyle/>
        <a:p>
          <a:endParaRPr lang="en-US"/>
        </a:p>
      </dgm:t>
    </dgm:pt>
    <dgm:pt modelId="{8E77052A-AF9C-4C86-B001-533D369B7E3F}" type="pres">
      <dgm:prSet presAssocID="{F3C27128-8D57-46B2-9997-99C0B20C348C}" presName="linear" presStyleCnt="0">
        <dgm:presLayoutVars>
          <dgm:dir/>
          <dgm:animLvl val="lvl"/>
          <dgm:resizeHandles val="exact"/>
        </dgm:presLayoutVars>
      </dgm:prSet>
      <dgm:spPr/>
    </dgm:pt>
    <dgm:pt modelId="{905B0B9D-6CBF-4733-9AF1-CDD019C305E6}" type="pres">
      <dgm:prSet presAssocID="{42575766-28A8-4375-860B-2E4ABD4FB0A3}" presName="parentLin" presStyleCnt="0"/>
      <dgm:spPr/>
    </dgm:pt>
    <dgm:pt modelId="{AF4E811D-DDC1-4C2E-B783-B0824E3604EA}" type="pres">
      <dgm:prSet presAssocID="{42575766-28A8-4375-860B-2E4ABD4FB0A3}" presName="parentLeftMargin" presStyleLbl="node1" presStyleIdx="0" presStyleCnt="3"/>
      <dgm:spPr/>
    </dgm:pt>
    <dgm:pt modelId="{EC801DF8-57BC-473D-9931-7B5B3558D729}" type="pres">
      <dgm:prSet presAssocID="{42575766-28A8-4375-860B-2E4ABD4FB0A3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B63121A4-6D64-4CC8-A5DE-1CBFB5C87C29}" type="pres">
      <dgm:prSet presAssocID="{42575766-28A8-4375-860B-2E4ABD4FB0A3}" presName="negativeSpace" presStyleCnt="0"/>
      <dgm:spPr/>
    </dgm:pt>
    <dgm:pt modelId="{8BD1F38C-E1BE-49CB-A374-A7BDFE723BA7}" type="pres">
      <dgm:prSet presAssocID="{42575766-28A8-4375-860B-2E4ABD4FB0A3}" presName="childText" presStyleLbl="conFgAcc1" presStyleIdx="0" presStyleCnt="3">
        <dgm:presLayoutVars>
          <dgm:bulletEnabled val="1"/>
        </dgm:presLayoutVars>
      </dgm:prSet>
      <dgm:spPr/>
    </dgm:pt>
    <dgm:pt modelId="{B48FC2D4-7BCE-440D-A6A7-67EEB8C52073}" type="pres">
      <dgm:prSet presAssocID="{2B947B18-248F-4DDA-9D0D-92530F5F3A58}" presName="spaceBetweenRectangles" presStyleCnt="0"/>
      <dgm:spPr/>
    </dgm:pt>
    <dgm:pt modelId="{BF73C481-5F9D-4BD2-93C2-07B8F8C7F84E}" type="pres">
      <dgm:prSet presAssocID="{8DB61502-7C7B-4B30-99B1-867220FF5123}" presName="parentLin" presStyleCnt="0"/>
      <dgm:spPr/>
    </dgm:pt>
    <dgm:pt modelId="{70978D58-7B00-4ECB-9D3C-2179362AC6FC}" type="pres">
      <dgm:prSet presAssocID="{8DB61502-7C7B-4B30-99B1-867220FF5123}" presName="parentLeftMargin" presStyleLbl="node1" presStyleIdx="0" presStyleCnt="3"/>
      <dgm:spPr/>
    </dgm:pt>
    <dgm:pt modelId="{BABCF713-8CF6-4F41-B1B8-81A41B065DD0}" type="pres">
      <dgm:prSet presAssocID="{8DB61502-7C7B-4B30-99B1-867220FF5123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8F888B3F-3224-4592-8B13-4170B33CA729}" type="pres">
      <dgm:prSet presAssocID="{8DB61502-7C7B-4B30-99B1-867220FF5123}" presName="negativeSpace" presStyleCnt="0"/>
      <dgm:spPr/>
    </dgm:pt>
    <dgm:pt modelId="{5F7AF051-3AF2-4B0B-AE0C-6CF63B9AC5E3}" type="pres">
      <dgm:prSet presAssocID="{8DB61502-7C7B-4B30-99B1-867220FF5123}" presName="childText" presStyleLbl="conFgAcc1" presStyleIdx="1" presStyleCnt="3">
        <dgm:presLayoutVars>
          <dgm:bulletEnabled val="1"/>
        </dgm:presLayoutVars>
      </dgm:prSet>
      <dgm:spPr/>
    </dgm:pt>
    <dgm:pt modelId="{913934F6-7228-4DF9-BF6E-7016CA5B3FE0}" type="pres">
      <dgm:prSet presAssocID="{6AF225C5-6160-41B5-8058-627C7D98B05A}" presName="spaceBetweenRectangles" presStyleCnt="0"/>
      <dgm:spPr/>
    </dgm:pt>
    <dgm:pt modelId="{C6CD3E7B-8753-4C47-AA97-4890BCE4DAE8}" type="pres">
      <dgm:prSet presAssocID="{7B7ACB67-50E2-475C-BD91-28C183A4CF51}" presName="parentLin" presStyleCnt="0"/>
      <dgm:spPr/>
    </dgm:pt>
    <dgm:pt modelId="{6588ED1E-C378-4344-B66F-05D88264A684}" type="pres">
      <dgm:prSet presAssocID="{7B7ACB67-50E2-475C-BD91-28C183A4CF51}" presName="parentLeftMargin" presStyleLbl="node1" presStyleIdx="1" presStyleCnt="3"/>
      <dgm:spPr/>
    </dgm:pt>
    <dgm:pt modelId="{551ED0E0-CC2F-4034-BF1F-AC6547757345}" type="pres">
      <dgm:prSet presAssocID="{7B7ACB67-50E2-475C-BD91-28C183A4CF51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2608FDFD-CC30-441D-A986-F18E53A8FBA6}" type="pres">
      <dgm:prSet presAssocID="{7B7ACB67-50E2-475C-BD91-28C183A4CF51}" presName="negativeSpace" presStyleCnt="0"/>
      <dgm:spPr/>
    </dgm:pt>
    <dgm:pt modelId="{53EF8261-807B-4949-8059-564A3927AE44}" type="pres">
      <dgm:prSet presAssocID="{7B7ACB67-50E2-475C-BD91-28C183A4CF51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1402B300-EB5A-4C30-B8B8-408D4AE35D79}" srcId="{7B7ACB67-50E2-475C-BD91-28C183A4CF51}" destId="{C3103029-7268-4789-9BCD-031D4426C917}" srcOrd="0" destOrd="0" parTransId="{AB18A2B9-74B4-415D-BB2D-28ADF98FE423}" sibTransId="{657FB69C-8DFF-43D4-B258-78725E041CD9}"/>
    <dgm:cxn modelId="{334EE60C-6DF7-4E67-8919-A9C4879B4F16}" srcId="{7B7ACB67-50E2-475C-BD91-28C183A4CF51}" destId="{E80A95E4-4584-46A3-9866-A5EDFC589F35}" srcOrd="1" destOrd="0" parTransId="{725024EC-CFDC-46E4-AFE9-3C1F2ECD6ABE}" sibTransId="{C571D1CC-8FCE-4097-9D75-173E04039BEA}"/>
    <dgm:cxn modelId="{3263DF18-B7DC-462C-97CD-C7F6E4100DE2}" type="presOf" srcId="{13AA63AA-EF2E-4BA0-9BCD-08FAA7E83077}" destId="{8BD1F38C-E1BE-49CB-A374-A7BDFE723BA7}" srcOrd="0" destOrd="1" presId="urn:microsoft.com/office/officeart/2005/8/layout/list1"/>
    <dgm:cxn modelId="{C098735D-1C00-4AD7-B2EE-D05BC4295A3A}" srcId="{F3C27128-8D57-46B2-9997-99C0B20C348C}" destId="{7B7ACB67-50E2-475C-BD91-28C183A4CF51}" srcOrd="2" destOrd="0" parTransId="{3D6E4970-3E94-4EE5-84DF-356C791A4CB0}" sibTransId="{4D556685-5189-4F4B-9BE1-71FBD5FC4CAB}"/>
    <dgm:cxn modelId="{5B50345E-A6B9-4FD5-9ADC-B52DF78E5633}" type="presOf" srcId="{DB98F643-24ED-4D75-9540-D3C706D2D854}" destId="{8BD1F38C-E1BE-49CB-A374-A7BDFE723BA7}" srcOrd="0" destOrd="0" presId="urn:microsoft.com/office/officeart/2005/8/layout/list1"/>
    <dgm:cxn modelId="{51F03547-7F4B-4859-BFCA-CD7C8DC15575}" type="presOf" srcId="{7B7ACB67-50E2-475C-BD91-28C183A4CF51}" destId="{551ED0E0-CC2F-4034-BF1F-AC6547757345}" srcOrd="1" destOrd="0" presId="urn:microsoft.com/office/officeart/2005/8/layout/list1"/>
    <dgm:cxn modelId="{2C989568-6D7F-4BCE-9A8A-602051FEFDCE}" type="presOf" srcId="{42575766-28A8-4375-860B-2E4ABD4FB0A3}" destId="{AF4E811D-DDC1-4C2E-B783-B0824E3604EA}" srcOrd="0" destOrd="0" presId="urn:microsoft.com/office/officeart/2005/8/layout/list1"/>
    <dgm:cxn modelId="{5CD7114A-7D7D-4272-9681-0834349AC49F}" type="presOf" srcId="{E80A95E4-4584-46A3-9866-A5EDFC589F35}" destId="{53EF8261-807B-4949-8059-564A3927AE44}" srcOrd="0" destOrd="1" presId="urn:microsoft.com/office/officeart/2005/8/layout/list1"/>
    <dgm:cxn modelId="{AC061472-A2DC-4494-BCCD-5EF1F6A947DF}" type="presOf" srcId="{42575766-28A8-4375-860B-2E4ABD4FB0A3}" destId="{EC801DF8-57BC-473D-9931-7B5B3558D729}" srcOrd="1" destOrd="0" presId="urn:microsoft.com/office/officeart/2005/8/layout/list1"/>
    <dgm:cxn modelId="{B8A36E7A-F00C-4032-860E-E6F37F138BCA}" srcId="{42575766-28A8-4375-860B-2E4ABD4FB0A3}" destId="{13AA63AA-EF2E-4BA0-9BCD-08FAA7E83077}" srcOrd="1" destOrd="0" parTransId="{1D236AA6-26EE-4851-BAFF-89B36ECE76B0}" sibTransId="{3ABB0E47-0C17-4F87-8ED5-E037AE78E2E1}"/>
    <dgm:cxn modelId="{CA247E87-B6B4-49EE-A134-A8695B7C8910}" type="presOf" srcId="{F3C27128-8D57-46B2-9997-99C0B20C348C}" destId="{8E77052A-AF9C-4C86-B001-533D369B7E3F}" srcOrd="0" destOrd="0" presId="urn:microsoft.com/office/officeart/2005/8/layout/list1"/>
    <dgm:cxn modelId="{DFA1509B-D491-49F1-8386-0E3C632A5AF8}" srcId="{F3C27128-8D57-46B2-9997-99C0B20C348C}" destId="{42575766-28A8-4375-860B-2E4ABD4FB0A3}" srcOrd="0" destOrd="0" parTransId="{820590E0-9F09-40FC-A668-A4A88989D3E1}" sibTransId="{2B947B18-248F-4DDA-9D0D-92530F5F3A58}"/>
    <dgm:cxn modelId="{0ECCCE9C-2992-4BA0-9CBF-7EAE0317D063}" type="presOf" srcId="{8DB61502-7C7B-4B30-99B1-867220FF5123}" destId="{BABCF713-8CF6-4F41-B1B8-81A41B065DD0}" srcOrd="1" destOrd="0" presId="urn:microsoft.com/office/officeart/2005/8/layout/list1"/>
    <dgm:cxn modelId="{ED3D35A2-BA7F-4CF4-AC39-4E6EEC59E3E4}" type="presOf" srcId="{C3103029-7268-4789-9BCD-031D4426C917}" destId="{53EF8261-807B-4949-8059-564A3927AE44}" srcOrd="0" destOrd="0" presId="urn:microsoft.com/office/officeart/2005/8/layout/list1"/>
    <dgm:cxn modelId="{08ED02B0-EFC9-49A5-8316-0DD837251CF6}" type="presOf" srcId="{7B7ACB67-50E2-475C-BD91-28C183A4CF51}" destId="{6588ED1E-C378-4344-B66F-05D88264A684}" srcOrd="0" destOrd="0" presId="urn:microsoft.com/office/officeart/2005/8/layout/list1"/>
    <dgm:cxn modelId="{AFF215BD-69C0-4A78-9181-885A86378E24}" srcId="{F3C27128-8D57-46B2-9997-99C0B20C348C}" destId="{8DB61502-7C7B-4B30-99B1-867220FF5123}" srcOrd="1" destOrd="0" parTransId="{4943ABF3-5EAC-4CBA-8DC1-4E67141E546F}" sibTransId="{6AF225C5-6160-41B5-8058-627C7D98B05A}"/>
    <dgm:cxn modelId="{655EC8E5-94C3-4D75-8128-5BEF38C691AC}" srcId="{42575766-28A8-4375-860B-2E4ABD4FB0A3}" destId="{DB98F643-24ED-4D75-9540-D3C706D2D854}" srcOrd="0" destOrd="0" parTransId="{53F7FD13-0ABC-461E-9A50-374210DC27FB}" sibTransId="{615B8DAD-32AA-4B28-A81E-152E82CA4F56}"/>
    <dgm:cxn modelId="{41B069EC-95F2-428B-BDCC-398CB81DFF48}" srcId="{8DB61502-7C7B-4B30-99B1-867220FF5123}" destId="{B8B31D82-D722-4C12-BFA9-81560603D5CD}" srcOrd="0" destOrd="0" parTransId="{89D1F97F-DD9A-497A-B6D6-36EDC8C57042}" sibTransId="{1F25EEE4-18F7-4610-A8BB-3BEFC0C3EF80}"/>
    <dgm:cxn modelId="{458C9CEE-B5BE-46BF-A361-E2466DC6238B}" type="presOf" srcId="{8DB61502-7C7B-4B30-99B1-867220FF5123}" destId="{70978D58-7B00-4ECB-9D3C-2179362AC6FC}" srcOrd="0" destOrd="0" presId="urn:microsoft.com/office/officeart/2005/8/layout/list1"/>
    <dgm:cxn modelId="{29CE5EF6-3C98-4F7A-95CA-0B853A339CB2}" type="presOf" srcId="{B8B31D82-D722-4C12-BFA9-81560603D5CD}" destId="{5F7AF051-3AF2-4B0B-AE0C-6CF63B9AC5E3}" srcOrd="0" destOrd="0" presId="urn:microsoft.com/office/officeart/2005/8/layout/list1"/>
    <dgm:cxn modelId="{801AEA6B-64A3-4772-9AFB-039AA437C941}" type="presParOf" srcId="{8E77052A-AF9C-4C86-B001-533D369B7E3F}" destId="{905B0B9D-6CBF-4733-9AF1-CDD019C305E6}" srcOrd="0" destOrd="0" presId="urn:microsoft.com/office/officeart/2005/8/layout/list1"/>
    <dgm:cxn modelId="{37130E39-F6F3-435E-A9FE-CD0FCC04A64E}" type="presParOf" srcId="{905B0B9D-6CBF-4733-9AF1-CDD019C305E6}" destId="{AF4E811D-DDC1-4C2E-B783-B0824E3604EA}" srcOrd="0" destOrd="0" presId="urn:microsoft.com/office/officeart/2005/8/layout/list1"/>
    <dgm:cxn modelId="{A1A6950C-51B6-42FA-8321-571E4BF6FD28}" type="presParOf" srcId="{905B0B9D-6CBF-4733-9AF1-CDD019C305E6}" destId="{EC801DF8-57BC-473D-9931-7B5B3558D729}" srcOrd="1" destOrd="0" presId="urn:microsoft.com/office/officeart/2005/8/layout/list1"/>
    <dgm:cxn modelId="{9CD34945-D3A5-42AE-A11E-E148B4D46968}" type="presParOf" srcId="{8E77052A-AF9C-4C86-B001-533D369B7E3F}" destId="{B63121A4-6D64-4CC8-A5DE-1CBFB5C87C29}" srcOrd="1" destOrd="0" presId="urn:microsoft.com/office/officeart/2005/8/layout/list1"/>
    <dgm:cxn modelId="{963774DB-7B92-4568-BAD3-51AEE189721D}" type="presParOf" srcId="{8E77052A-AF9C-4C86-B001-533D369B7E3F}" destId="{8BD1F38C-E1BE-49CB-A374-A7BDFE723BA7}" srcOrd="2" destOrd="0" presId="urn:microsoft.com/office/officeart/2005/8/layout/list1"/>
    <dgm:cxn modelId="{851D23DF-CD39-4F63-9A34-4FEA17512E9B}" type="presParOf" srcId="{8E77052A-AF9C-4C86-B001-533D369B7E3F}" destId="{B48FC2D4-7BCE-440D-A6A7-67EEB8C52073}" srcOrd="3" destOrd="0" presId="urn:microsoft.com/office/officeart/2005/8/layout/list1"/>
    <dgm:cxn modelId="{42138761-1076-488A-87A5-C5330D05904C}" type="presParOf" srcId="{8E77052A-AF9C-4C86-B001-533D369B7E3F}" destId="{BF73C481-5F9D-4BD2-93C2-07B8F8C7F84E}" srcOrd="4" destOrd="0" presId="urn:microsoft.com/office/officeart/2005/8/layout/list1"/>
    <dgm:cxn modelId="{4EA731DD-8EDC-48D9-97CD-7A2E515A7356}" type="presParOf" srcId="{BF73C481-5F9D-4BD2-93C2-07B8F8C7F84E}" destId="{70978D58-7B00-4ECB-9D3C-2179362AC6FC}" srcOrd="0" destOrd="0" presId="urn:microsoft.com/office/officeart/2005/8/layout/list1"/>
    <dgm:cxn modelId="{4B496956-4BA0-4E9B-A8C9-5024D83F7E15}" type="presParOf" srcId="{BF73C481-5F9D-4BD2-93C2-07B8F8C7F84E}" destId="{BABCF713-8CF6-4F41-B1B8-81A41B065DD0}" srcOrd="1" destOrd="0" presId="urn:microsoft.com/office/officeart/2005/8/layout/list1"/>
    <dgm:cxn modelId="{1E1A3285-B3FE-41EA-99C9-21A9D9BFF277}" type="presParOf" srcId="{8E77052A-AF9C-4C86-B001-533D369B7E3F}" destId="{8F888B3F-3224-4592-8B13-4170B33CA729}" srcOrd="5" destOrd="0" presId="urn:microsoft.com/office/officeart/2005/8/layout/list1"/>
    <dgm:cxn modelId="{A44B2A14-FA85-420C-9F59-C9BC7E324F92}" type="presParOf" srcId="{8E77052A-AF9C-4C86-B001-533D369B7E3F}" destId="{5F7AF051-3AF2-4B0B-AE0C-6CF63B9AC5E3}" srcOrd="6" destOrd="0" presId="urn:microsoft.com/office/officeart/2005/8/layout/list1"/>
    <dgm:cxn modelId="{700D05E4-06DF-4205-8EEA-3EFB3E490510}" type="presParOf" srcId="{8E77052A-AF9C-4C86-B001-533D369B7E3F}" destId="{913934F6-7228-4DF9-BF6E-7016CA5B3FE0}" srcOrd="7" destOrd="0" presId="urn:microsoft.com/office/officeart/2005/8/layout/list1"/>
    <dgm:cxn modelId="{303DEA8D-1783-4E34-B60E-8DD31E78717F}" type="presParOf" srcId="{8E77052A-AF9C-4C86-B001-533D369B7E3F}" destId="{C6CD3E7B-8753-4C47-AA97-4890BCE4DAE8}" srcOrd="8" destOrd="0" presId="urn:microsoft.com/office/officeart/2005/8/layout/list1"/>
    <dgm:cxn modelId="{611FEFAE-4F29-48AF-8011-7A0E02F70AD5}" type="presParOf" srcId="{C6CD3E7B-8753-4C47-AA97-4890BCE4DAE8}" destId="{6588ED1E-C378-4344-B66F-05D88264A684}" srcOrd="0" destOrd="0" presId="urn:microsoft.com/office/officeart/2005/8/layout/list1"/>
    <dgm:cxn modelId="{18CA6BFA-1401-44E1-9A32-049A13951B52}" type="presParOf" srcId="{C6CD3E7B-8753-4C47-AA97-4890BCE4DAE8}" destId="{551ED0E0-CC2F-4034-BF1F-AC6547757345}" srcOrd="1" destOrd="0" presId="urn:microsoft.com/office/officeart/2005/8/layout/list1"/>
    <dgm:cxn modelId="{4B9C17A3-B044-4013-8603-67AF5BE2C1B9}" type="presParOf" srcId="{8E77052A-AF9C-4C86-B001-533D369B7E3F}" destId="{2608FDFD-CC30-441D-A986-F18E53A8FBA6}" srcOrd="9" destOrd="0" presId="urn:microsoft.com/office/officeart/2005/8/layout/list1"/>
    <dgm:cxn modelId="{71B512F5-84E9-49A8-8583-1431A336D4FB}" type="presParOf" srcId="{8E77052A-AF9C-4C86-B001-533D369B7E3F}" destId="{53EF8261-807B-4949-8059-564A3927AE44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4.xml><?xml version="1.0" encoding="utf-8"?>
<dgm:dataModel xmlns:dgm="http://schemas.openxmlformats.org/drawingml/2006/diagram" xmlns:a="http://schemas.openxmlformats.org/drawingml/2006/main">
  <dgm:ptLst>
    <dgm:pt modelId="{F3C27128-8D57-46B2-9997-99C0B20C348C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AFE5F255-7AF0-45F9-A9D3-7EEF984FF1BC}">
      <dgm:prSet/>
      <dgm:spPr/>
      <dgm:t>
        <a:bodyPr/>
        <a:lstStyle/>
        <a:p>
          <a:r>
            <a:rPr lang="tr-TR" dirty="0"/>
            <a:t>Perfect </a:t>
          </a:r>
          <a:r>
            <a:rPr lang="tr-TR" dirty="0" err="1"/>
            <a:t>block</a:t>
          </a:r>
          <a:endParaRPr lang="en-US" dirty="0"/>
        </a:p>
      </dgm:t>
    </dgm:pt>
    <dgm:pt modelId="{3A3CA8BB-47D8-469A-A957-8DB01C989DE2}" type="parTrans" cxnId="{53FA2731-770D-4F74-A9BB-CA916B4702AB}">
      <dgm:prSet/>
      <dgm:spPr/>
      <dgm:t>
        <a:bodyPr/>
        <a:lstStyle/>
        <a:p>
          <a:endParaRPr lang="en-US"/>
        </a:p>
      </dgm:t>
    </dgm:pt>
    <dgm:pt modelId="{A13F15EB-13B6-4456-B20B-BA0A7DA24ADC}" type="sibTrans" cxnId="{53FA2731-770D-4F74-A9BB-CA916B4702AB}">
      <dgm:prSet/>
      <dgm:spPr/>
      <dgm:t>
        <a:bodyPr/>
        <a:lstStyle/>
        <a:p>
          <a:endParaRPr lang="en-US"/>
        </a:p>
      </dgm:t>
    </dgm:pt>
    <dgm:pt modelId="{7C307354-EB3F-469F-B93B-00840A3BE549}">
      <dgm:prSet/>
      <dgm:spPr/>
      <dgm:t>
        <a:bodyPr/>
        <a:lstStyle/>
        <a:p>
          <a:r>
            <a:rPr lang="en-US" dirty="0"/>
            <a:t>based</a:t>
          </a:r>
          <a:r>
            <a:rPr lang="tr-TR" dirty="0"/>
            <a:t> </a:t>
          </a:r>
          <a:r>
            <a:rPr lang="en-US" dirty="0"/>
            <a:t>on the shared rules</a:t>
          </a:r>
        </a:p>
      </dgm:t>
    </dgm:pt>
    <dgm:pt modelId="{9E61DB69-993A-4BAD-8880-8CDA73E7A5D3}" type="parTrans" cxnId="{584E4DD7-7461-424E-81B2-A2481C6E7EF1}">
      <dgm:prSet/>
      <dgm:spPr/>
      <dgm:t>
        <a:bodyPr/>
        <a:lstStyle/>
        <a:p>
          <a:endParaRPr lang="en-US"/>
        </a:p>
      </dgm:t>
    </dgm:pt>
    <dgm:pt modelId="{4D03AA61-D995-462E-AB61-1D8B60C4DCEF}" type="sibTrans" cxnId="{584E4DD7-7461-424E-81B2-A2481C6E7EF1}">
      <dgm:prSet/>
      <dgm:spPr/>
      <dgm:t>
        <a:bodyPr/>
        <a:lstStyle/>
        <a:p>
          <a:endParaRPr lang="en-US"/>
        </a:p>
      </dgm:t>
    </dgm:pt>
    <dgm:pt modelId="{603A3C51-96A8-46F2-99DB-D7B57C4A537F}">
      <dgm:prSet/>
      <dgm:spPr/>
      <dgm:t>
        <a:bodyPr/>
        <a:lstStyle/>
        <a:p>
          <a:r>
            <a:rPr lang="en-US" dirty="0"/>
            <a:t>all nodes follow</a:t>
          </a:r>
        </a:p>
      </dgm:t>
    </dgm:pt>
    <dgm:pt modelId="{B7BF7DF9-44BA-477A-B6C2-E71B6C6788AA}" type="parTrans" cxnId="{CB34E42D-8662-4962-84BA-8F08B25DD5C3}">
      <dgm:prSet/>
      <dgm:spPr/>
      <dgm:t>
        <a:bodyPr/>
        <a:lstStyle/>
        <a:p>
          <a:endParaRPr lang="en-US"/>
        </a:p>
      </dgm:t>
    </dgm:pt>
    <dgm:pt modelId="{F8B44A67-3654-4102-A468-C8F49451808F}" type="sibTrans" cxnId="{CB34E42D-8662-4962-84BA-8F08B25DD5C3}">
      <dgm:prSet/>
      <dgm:spPr/>
      <dgm:t>
        <a:bodyPr/>
        <a:lstStyle/>
        <a:p>
          <a:endParaRPr lang="en-US"/>
        </a:p>
      </dgm:t>
    </dgm:pt>
    <dgm:pt modelId="{E5047B3A-40FF-47E4-B32F-37A5C4778536}">
      <dgm:prSet/>
      <dgm:spPr/>
      <dgm:t>
        <a:bodyPr/>
        <a:lstStyle/>
        <a:p>
          <a:r>
            <a:rPr lang="en-US" dirty="0"/>
            <a:t>The miners have to construct</a:t>
          </a:r>
        </a:p>
      </dgm:t>
    </dgm:pt>
    <dgm:pt modelId="{8464C2DF-AE21-4242-9F74-3E29132017F3}" type="parTrans" cxnId="{E485EB96-EF29-4D13-8A01-DCC5A49F3DB9}">
      <dgm:prSet/>
      <dgm:spPr/>
      <dgm:t>
        <a:bodyPr/>
        <a:lstStyle/>
        <a:p>
          <a:endParaRPr lang="en-US"/>
        </a:p>
      </dgm:t>
    </dgm:pt>
    <dgm:pt modelId="{AE3482C8-A2AA-469C-9944-1EBF0D2AC58F}" type="sibTrans" cxnId="{E485EB96-EF29-4D13-8A01-DCC5A49F3DB9}">
      <dgm:prSet/>
      <dgm:spPr/>
      <dgm:t>
        <a:bodyPr/>
        <a:lstStyle/>
        <a:p>
          <a:endParaRPr lang="en-US"/>
        </a:p>
      </dgm:t>
    </dgm:pt>
    <dgm:pt modelId="{94F50FDD-06C2-432D-896C-27523DBEB71B}">
      <dgm:prSet/>
      <dgm:spPr/>
      <dgm:t>
        <a:bodyPr/>
        <a:lstStyle/>
        <a:p>
          <a:r>
            <a:rPr lang="en-US" dirty="0"/>
            <a:t>a perfect block</a:t>
          </a:r>
        </a:p>
      </dgm:t>
    </dgm:pt>
    <dgm:pt modelId="{211554EF-7351-42CD-B8D1-8E1FB8E3EDF9}" type="parTrans" cxnId="{7A5E08E2-2F7B-4DDA-9EEE-0E6494CAB0A8}">
      <dgm:prSet/>
      <dgm:spPr/>
      <dgm:t>
        <a:bodyPr/>
        <a:lstStyle/>
        <a:p>
          <a:endParaRPr lang="en-US"/>
        </a:p>
      </dgm:t>
    </dgm:pt>
    <dgm:pt modelId="{A40D5F3D-90B5-41FD-9F4B-10FD8D241C7B}" type="sibTrans" cxnId="{7A5E08E2-2F7B-4DDA-9EEE-0E6494CAB0A8}">
      <dgm:prSet/>
      <dgm:spPr/>
      <dgm:t>
        <a:bodyPr/>
        <a:lstStyle/>
        <a:p>
          <a:endParaRPr lang="en-US"/>
        </a:p>
      </dgm:t>
    </dgm:pt>
    <dgm:pt modelId="{720D3849-A685-437B-B96F-182C536EDCD9}">
      <dgm:prSet/>
      <dgm:spPr/>
      <dgm:t>
        <a:bodyPr/>
        <a:lstStyle/>
        <a:p>
          <a:r>
            <a:rPr lang="tr-TR" dirty="0"/>
            <a:t>Base</a:t>
          </a:r>
          <a:endParaRPr lang="en-US" dirty="0"/>
        </a:p>
      </dgm:t>
    </dgm:pt>
    <dgm:pt modelId="{A391789E-CC20-41E3-8DAF-E82EAB28E7FB}" type="parTrans" cxnId="{5E66C763-863E-4477-AFDB-30363989BA50}">
      <dgm:prSet/>
      <dgm:spPr/>
      <dgm:t>
        <a:bodyPr/>
        <a:lstStyle/>
        <a:p>
          <a:endParaRPr lang="en-US"/>
        </a:p>
      </dgm:t>
    </dgm:pt>
    <dgm:pt modelId="{8DD32EB9-429B-4CA3-88EA-FB09BD81C4B2}" type="sibTrans" cxnId="{5E66C763-863E-4477-AFDB-30363989BA50}">
      <dgm:prSet/>
      <dgm:spPr/>
      <dgm:t>
        <a:bodyPr/>
        <a:lstStyle/>
        <a:p>
          <a:endParaRPr lang="en-US"/>
        </a:p>
      </dgm:t>
    </dgm:pt>
    <dgm:pt modelId="{9587F09B-C19E-4909-BCF6-ED84D18C3D73}">
      <dgm:prSet/>
      <dgm:spPr/>
      <dgm:t>
        <a:bodyPr/>
        <a:lstStyle/>
        <a:p>
          <a:r>
            <a:rPr lang="tr-TR" dirty="0" err="1"/>
            <a:t>Common</a:t>
          </a:r>
          <a:r>
            <a:rPr lang="tr-TR" dirty="0"/>
            <a:t> </a:t>
          </a:r>
          <a:r>
            <a:rPr lang="tr-TR" dirty="0" err="1"/>
            <a:t>practice</a:t>
          </a:r>
          <a:endParaRPr lang="en-US" dirty="0"/>
        </a:p>
      </dgm:t>
    </dgm:pt>
    <dgm:pt modelId="{4ED1F1DB-C6FD-45F4-8D3F-523EAA84724C}" type="parTrans" cxnId="{642E8EB4-6C23-44FD-B23D-4729A9535AE6}">
      <dgm:prSet/>
      <dgm:spPr/>
      <dgm:t>
        <a:bodyPr/>
        <a:lstStyle/>
        <a:p>
          <a:endParaRPr lang="en-US"/>
        </a:p>
      </dgm:t>
    </dgm:pt>
    <dgm:pt modelId="{E2CB1057-5943-488F-A8D6-AA87C9C2C2FC}" type="sibTrans" cxnId="{642E8EB4-6C23-44FD-B23D-4729A9535AE6}">
      <dgm:prSet/>
      <dgm:spPr/>
      <dgm:t>
        <a:bodyPr/>
        <a:lstStyle/>
        <a:p>
          <a:endParaRPr lang="en-US"/>
        </a:p>
      </dgm:t>
    </dgm:pt>
    <dgm:pt modelId="{9D5C254A-85DF-4871-A9B9-07A555AD71F2}">
      <dgm:prSet/>
      <dgm:spPr/>
      <dgm:t>
        <a:bodyPr/>
        <a:lstStyle/>
        <a:p>
          <a:r>
            <a:rPr lang="tr-TR" dirty="0" err="1"/>
            <a:t>mined</a:t>
          </a:r>
          <a:r>
            <a:rPr lang="tr-TR" dirty="0"/>
            <a:t> </a:t>
          </a:r>
          <a:r>
            <a:rPr lang="tr-TR" dirty="0" err="1"/>
            <a:t>with</a:t>
          </a:r>
          <a:r>
            <a:rPr lang="tr-TR" dirty="0"/>
            <a:t> </a:t>
          </a:r>
          <a:r>
            <a:rPr lang="tr-TR" dirty="0" err="1"/>
            <a:t>correct</a:t>
          </a:r>
          <a:r>
            <a:rPr lang="tr-TR" dirty="0"/>
            <a:t> </a:t>
          </a:r>
          <a:r>
            <a:rPr lang="tr-TR" dirty="0" err="1"/>
            <a:t>Proof</a:t>
          </a:r>
          <a:r>
            <a:rPr lang="tr-TR" dirty="0"/>
            <a:t>-of-</a:t>
          </a:r>
          <a:r>
            <a:rPr lang="tr-TR" dirty="0" err="1"/>
            <a:t>Work</a:t>
          </a:r>
          <a:r>
            <a:rPr lang="tr-TR" dirty="0"/>
            <a:t> </a:t>
          </a:r>
          <a:r>
            <a:rPr lang="tr-TR" dirty="0" err="1"/>
            <a:t>algorithm</a:t>
          </a:r>
          <a:endParaRPr lang="en-US" dirty="0"/>
        </a:p>
      </dgm:t>
    </dgm:pt>
    <dgm:pt modelId="{BA2D2516-19B8-4DBE-BCF8-B2B9725D66F2}" type="parTrans" cxnId="{C1E998F9-CA0D-4D32-A343-9C0BD9DB8721}">
      <dgm:prSet/>
      <dgm:spPr/>
      <dgm:t>
        <a:bodyPr/>
        <a:lstStyle/>
        <a:p>
          <a:endParaRPr lang="en-US"/>
        </a:p>
      </dgm:t>
    </dgm:pt>
    <dgm:pt modelId="{D0501170-822D-4975-9A34-EB431BD7C457}" type="sibTrans" cxnId="{C1E998F9-CA0D-4D32-A343-9C0BD9DB8721}">
      <dgm:prSet/>
      <dgm:spPr/>
      <dgm:t>
        <a:bodyPr/>
        <a:lstStyle/>
        <a:p>
          <a:endParaRPr lang="en-US"/>
        </a:p>
      </dgm:t>
    </dgm:pt>
    <dgm:pt modelId="{FE113EA4-1473-469C-8E49-2EDBBE10086E}" type="pres">
      <dgm:prSet presAssocID="{F3C27128-8D57-46B2-9997-99C0B20C348C}" presName="linear" presStyleCnt="0">
        <dgm:presLayoutVars>
          <dgm:dir/>
          <dgm:animLvl val="lvl"/>
          <dgm:resizeHandles val="exact"/>
        </dgm:presLayoutVars>
      </dgm:prSet>
      <dgm:spPr/>
    </dgm:pt>
    <dgm:pt modelId="{84D470BE-82EE-40BF-9F6A-D5D4F38CBE1B}" type="pres">
      <dgm:prSet presAssocID="{AFE5F255-7AF0-45F9-A9D3-7EEF984FF1BC}" presName="parentLin" presStyleCnt="0"/>
      <dgm:spPr/>
    </dgm:pt>
    <dgm:pt modelId="{E7E0FB7F-F9E9-45E1-B637-B7F370C4147B}" type="pres">
      <dgm:prSet presAssocID="{AFE5F255-7AF0-45F9-A9D3-7EEF984FF1BC}" presName="parentLeftMargin" presStyleLbl="node1" presStyleIdx="0" presStyleCnt="3"/>
      <dgm:spPr/>
    </dgm:pt>
    <dgm:pt modelId="{3B412572-5D24-498C-987C-B11EFCE2BCA0}" type="pres">
      <dgm:prSet presAssocID="{AFE5F255-7AF0-45F9-A9D3-7EEF984FF1BC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EE00DBCA-89B0-419C-B951-22C1FF160514}" type="pres">
      <dgm:prSet presAssocID="{AFE5F255-7AF0-45F9-A9D3-7EEF984FF1BC}" presName="negativeSpace" presStyleCnt="0"/>
      <dgm:spPr/>
    </dgm:pt>
    <dgm:pt modelId="{3B9FBCFE-DB2B-487A-B99B-3A35E16FFCAD}" type="pres">
      <dgm:prSet presAssocID="{AFE5F255-7AF0-45F9-A9D3-7EEF984FF1BC}" presName="childText" presStyleLbl="conFgAcc1" presStyleIdx="0" presStyleCnt="3">
        <dgm:presLayoutVars>
          <dgm:bulletEnabled val="1"/>
        </dgm:presLayoutVars>
      </dgm:prSet>
      <dgm:spPr/>
    </dgm:pt>
    <dgm:pt modelId="{0A1EA07D-219D-4719-8328-7C5D298EC803}" type="pres">
      <dgm:prSet presAssocID="{A13F15EB-13B6-4456-B20B-BA0A7DA24ADC}" presName="spaceBetweenRectangles" presStyleCnt="0"/>
      <dgm:spPr/>
    </dgm:pt>
    <dgm:pt modelId="{2AEEC91F-9216-40EE-9E7B-FA02FD78A67C}" type="pres">
      <dgm:prSet presAssocID="{720D3849-A685-437B-B96F-182C536EDCD9}" presName="parentLin" presStyleCnt="0"/>
      <dgm:spPr/>
    </dgm:pt>
    <dgm:pt modelId="{08841C06-FD34-44DD-8561-7A9C5287D1EC}" type="pres">
      <dgm:prSet presAssocID="{720D3849-A685-437B-B96F-182C536EDCD9}" presName="parentLeftMargin" presStyleLbl="node1" presStyleIdx="0" presStyleCnt="3"/>
      <dgm:spPr/>
    </dgm:pt>
    <dgm:pt modelId="{653D2681-2CEE-4874-AC07-EFE690AF0EEB}" type="pres">
      <dgm:prSet presAssocID="{720D3849-A685-437B-B96F-182C536EDCD9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4474D050-4AE1-41E6-9CC1-AB0760C724C6}" type="pres">
      <dgm:prSet presAssocID="{720D3849-A685-437B-B96F-182C536EDCD9}" presName="negativeSpace" presStyleCnt="0"/>
      <dgm:spPr/>
    </dgm:pt>
    <dgm:pt modelId="{346320D5-CE03-4F2F-B352-0DAFFD64A7FC}" type="pres">
      <dgm:prSet presAssocID="{720D3849-A685-437B-B96F-182C536EDCD9}" presName="childText" presStyleLbl="conFgAcc1" presStyleIdx="1" presStyleCnt="3">
        <dgm:presLayoutVars>
          <dgm:bulletEnabled val="1"/>
        </dgm:presLayoutVars>
      </dgm:prSet>
      <dgm:spPr/>
    </dgm:pt>
    <dgm:pt modelId="{87EA638D-A847-4246-B71A-DA754459A343}" type="pres">
      <dgm:prSet presAssocID="{8DD32EB9-429B-4CA3-88EA-FB09BD81C4B2}" presName="spaceBetweenRectangles" presStyleCnt="0"/>
      <dgm:spPr/>
    </dgm:pt>
    <dgm:pt modelId="{CB0733FC-FF36-413A-8815-82DB7BCBDAAF}" type="pres">
      <dgm:prSet presAssocID="{9587F09B-C19E-4909-BCF6-ED84D18C3D73}" presName="parentLin" presStyleCnt="0"/>
      <dgm:spPr/>
    </dgm:pt>
    <dgm:pt modelId="{0182B883-59DE-49F4-9F3C-2F0D7EB13731}" type="pres">
      <dgm:prSet presAssocID="{9587F09B-C19E-4909-BCF6-ED84D18C3D73}" presName="parentLeftMargin" presStyleLbl="node1" presStyleIdx="1" presStyleCnt="3"/>
      <dgm:spPr/>
    </dgm:pt>
    <dgm:pt modelId="{51B0BF9C-13A4-411D-9A83-71B22C41D5F5}" type="pres">
      <dgm:prSet presAssocID="{9587F09B-C19E-4909-BCF6-ED84D18C3D73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F9E69E8C-B06D-4A41-AEEF-43BC0C44CB1C}" type="pres">
      <dgm:prSet presAssocID="{9587F09B-C19E-4909-BCF6-ED84D18C3D73}" presName="negativeSpace" presStyleCnt="0"/>
      <dgm:spPr/>
    </dgm:pt>
    <dgm:pt modelId="{C06CD2BE-9EDD-4009-A24D-1BA1904EBFA6}" type="pres">
      <dgm:prSet presAssocID="{9587F09B-C19E-4909-BCF6-ED84D18C3D73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0FB70E0C-D664-4F6A-90EC-32E427C8C1D8}" type="presOf" srcId="{9587F09B-C19E-4909-BCF6-ED84D18C3D73}" destId="{51B0BF9C-13A4-411D-9A83-71B22C41D5F5}" srcOrd="1" destOrd="0" presId="urn:microsoft.com/office/officeart/2005/8/layout/list1"/>
    <dgm:cxn modelId="{8C9DE522-85CA-4BB5-BD08-E59B31A5EDF4}" type="presOf" srcId="{720D3849-A685-437B-B96F-182C536EDCD9}" destId="{08841C06-FD34-44DD-8561-7A9C5287D1EC}" srcOrd="0" destOrd="0" presId="urn:microsoft.com/office/officeart/2005/8/layout/list1"/>
    <dgm:cxn modelId="{BFA9D02A-89CA-4708-8CC9-C1941C188A8C}" type="presOf" srcId="{9587F09B-C19E-4909-BCF6-ED84D18C3D73}" destId="{0182B883-59DE-49F4-9F3C-2F0D7EB13731}" srcOrd="0" destOrd="0" presId="urn:microsoft.com/office/officeart/2005/8/layout/list1"/>
    <dgm:cxn modelId="{CB34E42D-8662-4962-84BA-8F08B25DD5C3}" srcId="{9587F09B-C19E-4909-BCF6-ED84D18C3D73}" destId="{603A3C51-96A8-46F2-99DB-D7B57C4A537F}" srcOrd="0" destOrd="0" parTransId="{B7BF7DF9-44BA-477A-B6C2-E71B6C6788AA}" sibTransId="{F8B44A67-3654-4102-A468-C8F49451808F}"/>
    <dgm:cxn modelId="{53FA2731-770D-4F74-A9BB-CA916B4702AB}" srcId="{F3C27128-8D57-46B2-9997-99C0B20C348C}" destId="{AFE5F255-7AF0-45F9-A9D3-7EEF984FF1BC}" srcOrd="0" destOrd="0" parTransId="{3A3CA8BB-47D8-469A-A957-8DB01C989DE2}" sibTransId="{A13F15EB-13B6-4456-B20B-BA0A7DA24ADC}"/>
    <dgm:cxn modelId="{509B3731-8C5D-4A7A-A7A6-5719D2DCEEDC}" type="presOf" srcId="{94F50FDD-06C2-432D-896C-27523DBEB71B}" destId="{3B9FBCFE-DB2B-487A-B99B-3A35E16FFCAD}" srcOrd="0" destOrd="1" presId="urn:microsoft.com/office/officeart/2005/8/layout/list1"/>
    <dgm:cxn modelId="{DACBFB36-C11F-437E-ABA6-F4A6580936FB}" type="presOf" srcId="{603A3C51-96A8-46F2-99DB-D7B57C4A537F}" destId="{C06CD2BE-9EDD-4009-A24D-1BA1904EBFA6}" srcOrd="0" destOrd="0" presId="urn:microsoft.com/office/officeart/2005/8/layout/list1"/>
    <dgm:cxn modelId="{5E66C763-863E-4477-AFDB-30363989BA50}" srcId="{F3C27128-8D57-46B2-9997-99C0B20C348C}" destId="{720D3849-A685-437B-B96F-182C536EDCD9}" srcOrd="1" destOrd="0" parTransId="{A391789E-CC20-41E3-8DAF-E82EAB28E7FB}" sibTransId="{8DD32EB9-429B-4CA3-88EA-FB09BD81C4B2}"/>
    <dgm:cxn modelId="{761BC34A-AB40-469C-A2D6-7115CE6E1066}" type="presOf" srcId="{E5047B3A-40FF-47E4-B32F-37A5C4778536}" destId="{3B9FBCFE-DB2B-487A-B99B-3A35E16FFCAD}" srcOrd="0" destOrd="0" presId="urn:microsoft.com/office/officeart/2005/8/layout/list1"/>
    <dgm:cxn modelId="{AA3DED6C-698F-4009-BFCD-E3700A8A32BD}" type="presOf" srcId="{720D3849-A685-437B-B96F-182C536EDCD9}" destId="{653D2681-2CEE-4874-AC07-EFE690AF0EEB}" srcOrd="1" destOrd="0" presId="urn:microsoft.com/office/officeart/2005/8/layout/list1"/>
    <dgm:cxn modelId="{CA4BDE8A-6357-4EA9-91E3-B26BEC34B005}" type="presOf" srcId="{AFE5F255-7AF0-45F9-A9D3-7EEF984FF1BC}" destId="{E7E0FB7F-F9E9-45E1-B637-B7F370C4147B}" srcOrd="0" destOrd="0" presId="urn:microsoft.com/office/officeart/2005/8/layout/list1"/>
    <dgm:cxn modelId="{E485EB96-EF29-4D13-8A01-DCC5A49F3DB9}" srcId="{AFE5F255-7AF0-45F9-A9D3-7EEF984FF1BC}" destId="{E5047B3A-40FF-47E4-B32F-37A5C4778536}" srcOrd="0" destOrd="0" parTransId="{8464C2DF-AE21-4242-9F74-3E29132017F3}" sibTransId="{AE3482C8-A2AA-469C-9944-1EBF0D2AC58F}"/>
    <dgm:cxn modelId="{C6A04F9E-5028-4E38-B7C7-1A3351F94F95}" type="presOf" srcId="{AFE5F255-7AF0-45F9-A9D3-7EEF984FF1BC}" destId="{3B412572-5D24-498C-987C-B11EFCE2BCA0}" srcOrd="1" destOrd="0" presId="urn:microsoft.com/office/officeart/2005/8/layout/list1"/>
    <dgm:cxn modelId="{A1D298A1-8836-44CF-BBCC-573D6B64C60F}" type="presOf" srcId="{F3C27128-8D57-46B2-9997-99C0B20C348C}" destId="{FE113EA4-1473-469C-8E49-2EDBBE10086E}" srcOrd="0" destOrd="0" presId="urn:microsoft.com/office/officeart/2005/8/layout/list1"/>
    <dgm:cxn modelId="{642E8EB4-6C23-44FD-B23D-4729A9535AE6}" srcId="{F3C27128-8D57-46B2-9997-99C0B20C348C}" destId="{9587F09B-C19E-4909-BCF6-ED84D18C3D73}" srcOrd="2" destOrd="0" parTransId="{4ED1F1DB-C6FD-45F4-8D3F-523EAA84724C}" sibTransId="{E2CB1057-5943-488F-A8D6-AA87C9C2C2FC}"/>
    <dgm:cxn modelId="{36600ACD-FEE8-4119-8A77-7A3B72B17FC8}" type="presOf" srcId="{7C307354-EB3F-469F-B93B-00840A3BE549}" destId="{346320D5-CE03-4F2F-B352-0DAFFD64A7FC}" srcOrd="0" destOrd="0" presId="urn:microsoft.com/office/officeart/2005/8/layout/list1"/>
    <dgm:cxn modelId="{584E4DD7-7461-424E-81B2-A2481C6E7EF1}" srcId="{720D3849-A685-437B-B96F-182C536EDCD9}" destId="{7C307354-EB3F-469F-B93B-00840A3BE549}" srcOrd="0" destOrd="0" parTransId="{9E61DB69-993A-4BAD-8880-8CDA73E7A5D3}" sibTransId="{4D03AA61-D995-462E-AB61-1D8B60C4DCEF}"/>
    <dgm:cxn modelId="{7A5E08E2-2F7B-4DDA-9EEE-0E6494CAB0A8}" srcId="{AFE5F255-7AF0-45F9-A9D3-7EEF984FF1BC}" destId="{94F50FDD-06C2-432D-896C-27523DBEB71B}" srcOrd="1" destOrd="0" parTransId="{211554EF-7351-42CD-B8D1-8E1FB8E3EDF9}" sibTransId="{A40D5F3D-90B5-41FD-9F4B-10FD8D241C7B}"/>
    <dgm:cxn modelId="{A80427F4-8C0E-4B50-AFD9-E58908A23E70}" type="presOf" srcId="{9D5C254A-85DF-4871-A9B9-07A555AD71F2}" destId="{3B9FBCFE-DB2B-487A-B99B-3A35E16FFCAD}" srcOrd="0" destOrd="2" presId="urn:microsoft.com/office/officeart/2005/8/layout/list1"/>
    <dgm:cxn modelId="{C1E998F9-CA0D-4D32-A343-9C0BD9DB8721}" srcId="{AFE5F255-7AF0-45F9-A9D3-7EEF984FF1BC}" destId="{9D5C254A-85DF-4871-A9B9-07A555AD71F2}" srcOrd="2" destOrd="0" parTransId="{BA2D2516-19B8-4DBE-BCF8-B2B9725D66F2}" sibTransId="{D0501170-822D-4975-9A34-EB431BD7C457}"/>
    <dgm:cxn modelId="{6E0E4BAD-E525-410E-973A-C0B6048139FD}" type="presParOf" srcId="{FE113EA4-1473-469C-8E49-2EDBBE10086E}" destId="{84D470BE-82EE-40BF-9F6A-D5D4F38CBE1B}" srcOrd="0" destOrd="0" presId="urn:microsoft.com/office/officeart/2005/8/layout/list1"/>
    <dgm:cxn modelId="{60AF89F1-2A5B-4D35-9E16-130745B77DE1}" type="presParOf" srcId="{84D470BE-82EE-40BF-9F6A-D5D4F38CBE1B}" destId="{E7E0FB7F-F9E9-45E1-B637-B7F370C4147B}" srcOrd="0" destOrd="0" presId="urn:microsoft.com/office/officeart/2005/8/layout/list1"/>
    <dgm:cxn modelId="{27B69997-085B-4A66-B7DA-E7BEE8E8D6AC}" type="presParOf" srcId="{84D470BE-82EE-40BF-9F6A-D5D4F38CBE1B}" destId="{3B412572-5D24-498C-987C-B11EFCE2BCA0}" srcOrd="1" destOrd="0" presId="urn:microsoft.com/office/officeart/2005/8/layout/list1"/>
    <dgm:cxn modelId="{34D93B76-F1EA-48FE-B4DE-D2A8E27594C3}" type="presParOf" srcId="{FE113EA4-1473-469C-8E49-2EDBBE10086E}" destId="{EE00DBCA-89B0-419C-B951-22C1FF160514}" srcOrd="1" destOrd="0" presId="urn:microsoft.com/office/officeart/2005/8/layout/list1"/>
    <dgm:cxn modelId="{A8007E5A-7A48-43A2-AEAF-092E2F737AF1}" type="presParOf" srcId="{FE113EA4-1473-469C-8E49-2EDBBE10086E}" destId="{3B9FBCFE-DB2B-487A-B99B-3A35E16FFCAD}" srcOrd="2" destOrd="0" presId="urn:microsoft.com/office/officeart/2005/8/layout/list1"/>
    <dgm:cxn modelId="{A85895CF-580E-4E2F-8652-B9E22BB23252}" type="presParOf" srcId="{FE113EA4-1473-469C-8E49-2EDBBE10086E}" destId="{0A1EA07D-219D-4719-8328-7C5D298EC803}" srcOrd="3" destOrd="0" presId="urn:microsoft.com/office/officeart/2005/8/layout/list1"/>
    <dgm:cxn modelId="{440F2D48-B21C-4578-86D2-00B951EB9223}" type="presParOf" srcId="{FE113EA4-1473-469C-8E49-2EDBBE10086E}" destId="{2AEEC91F-9216-40EE-9E7B-FA02FD78A67C}" srcOrd="4" destOrd="0" presId="urn:microsoft.com/office/officeart/2005/8/layout/list1"/>
    <dgm:cxn modelId="{214FEEAF-8507-4556-9F3E-A83E57DCB363}" type="presParOf" srcId="{2AEEC91F-9216-40EE-9E7B-FA02FD78A67C}" destId="{08841C06-FD34-44DD-8561-7A9C5287D1EC}" srcOrd="0" destOrd="0" presId="urn:microsoft.com/office/officeart/2005/8/layout/list1"/>
    <dgm:cxn modelId="{6DAFA1FC-DB7B-4DF4-B04B-4A15C78D0164}" type="presParOf" srcId="{2AEEC91F-9216-40EE-9E7B-FA02FD78A67C}" destId="{653D2681-2CEE-4874-AC07-EFE690AF0EEB}" srcOrd="1" destOrd="0" presId="urn:microsoft.com/office/officeart/2005/8/layout/list1"/>
    <dgm:cxn modelId="{4246B0DF-56B9-4D67-9193-140816F7B53A}" type="presParOf" srcId="{FE113EA4-1473-469C-8E49-2EDBBE10086E}" destId="{4474D050-4AE1-41E6-9CC1-AB0760C724C6}" srcOrd="5" destOrd="0" presId="urn:microsoft.com/office/officeart/2005/8/layout/list1"/>
    <dgm:cxn modelId="{67569ABE-2849-4F0F-8AAD-224E0B9B6DA3}" type="presParOf" srcId="{FE113EA4-1473-469C-8E49-2EDBBE10086E}" destId="{346320D5-CE03-4F2F-B352-0DAFFD64A7FC}" srcOrd="6" destOrd="0" presId="urn:microsoft.com/office/officeart/2005/8/layout/list1"/>
    <dgm:cxn modelId="{F2F43E1F-4CFB-47F2-9F65-B845597E6795}" type="presParOf" srcId="{FE113EA4-1473-469C-8E49-2EDBBE10086E}" destId="{87EA638D-A847-4246-B71A-DA754459A343}" srcOrd="7" destOrd="0" presId="urn:microsoft.com/office/officeart/2005/8/layout/list1"/>
    <dgm:cxn modelId="{BACCE77C-ABCD-4C9A-AEA5-01800CE74445}" type="presParOf" srcId="{FE113EA4-1473-469C-8E49-2EDBBE10086E}" destId="{CB0733FC-FF36-413A-8815-82DB7BCBDAAF}" srcOrd="8" destOrd="0" presId="urn:microsoft.com/office/officeart/2005/8/layout/list1"/>
    <dgm:cxn modelId="{5D95BB26-510A-4A4D-A3F6-2E6A1FF5C937}" type="presParOf" srcId="{CB0733FC-FF36-413A-8815-82DB7BCBDAAF}" destId="{0182B883-59DE-49F4-9F3C-2F0D7EB13731}" srcOrd="0" destOrd="0" presId="urn:microsoft.com/office/officeart/2005/8/layout/list1"/>
    <dgm:cxn modelId="{8C227597-DB26-40D0-BEF7-0F8FE3B2D4AD}" type="presParOf" srcId="{CB0733FC-FF36-413A-8815-82DB7BCBDAAF}" destId="{51B0BF9C-13A4-411D-9A83-71B22C41D5F5}" srcOrd="1" destOrd="0" presId="urn:microsoft.com/office/officeart/2005/8/layout/list1"/>
    <dgm:cxn modelId="{C3629052-79A5-421B-98E5-2BF3025B1EF8}" type="presParOf" srcId="{FE113EA4-1473-469C-8E49-2EDBBE10086E}" destId="{F9E69E8C-B06D-4A41-AEEF-43BC0C44CB1C}" srcOrd="9" destOrd="0" presId="urn:microsoft.com/office/officeart/2005/8/layout/list1"/>
    <dgm:cxn modelId="{4C55C995-5E99-4D13-AD62-23040507C264}" type="presParOf" srcId="{FE113EA4-1473-469C-8E49-2EDBBE10086E}" destId="{C06CD2BE-9EDD-4009-A24D-1BA1904EBFA6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5.xml><?xml version="1.0" encoding="utf-8"?>
<dgm:dataModel xmlns:dgm="http://schemas.openxmlformats.org/drawingml/2006/diagram" xmlns:a="http://schemas.openxmlformats.org/drawingml/2006/main">
  <dgm:ptLst>
    <dgm:pt modelId="{AA927DF7-6C9D-419D-B30E-C85F5E100525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F01ED3F8-8315-44AD-9AD7-30F280DC0C67}">
      <dgm:prSet/>
      <dgm:spPr/>
      <dgm:t>
        <a:bodyPr/>
        <a:lstStyle/>
        <a:p>
          <a:r>
            <a:rPr lang="tr-TR" dirty="0" err="1"/>
            <a:t>Sytactic</a:t>
          </a:r>
          <a:r>
            <a:rPr lang="tr-TR" dirty="0"/>
            <a:t> </a:t>
          </a:r>
          <a:r>
            <a:rPr lang="tr-TR" dirty="0" err="1"/>
            <a:t>validation</a:t>
          </a:r>
          <a:endParaRPr lang="en-US" dirty="0"/>
        </a:p>
      </dgm:t>
    </dgm:pt>
    <dgm:pt modelId="{729B5EFD-F8C1-4BE4-B52F-5FB0683DCB50}" type="parTrans" cxnId="{2B730537-1A12-49ED-8A3A-67F43CDA3023}">
      <dgm:prSet/>
      <dgm:spPr/>
      <dgm:t>
        <a:bodyPr/>
        <a:lstStyle/>
        <a:p>
          <a:endParaRPr lang="en-US"/>
        </a:p>
      </dgm:t>
    </dgm:pt>
    <dgm:pt modelId="{3E72B993-E35C-48D0-90E0-15880C0ADE0A}" type="sibTrans" cxnId="{2B730537-1A12-49ED-8A3A-67F43CDA3023}">
      <dgm:prSet/>
      <dgm:spPr/>
      <dgm:t>
        <a:bodyPr/>
        <a:lstStyle/>
        <a:p>
          <a:endParaRPr lang="en-US"/>
        </a:p>
      </dgm:t>
    </dgm:pt>
    <dgm:pt modelId="{C61A5ADF-8821-4D91-A3AA-E175EC34293D}">
      <dgm:prSet/>
      <dgm:spPr/>
      <dgm:t>
        <a:bodyPr/>
        <a:lstStyle/>
        <a:p>
          <a:r>
            <a:rPr lang="tr-TR" dirty="0" err="1"/>
            <a:t>Valid</a:t>
          </a:r>
          <a:r>
            <a:rPr lang="tr-TR" dirty="0"/>
            <a:t> </a:t>
          </a:r>
          <a:r>
            <a:rPr lang="tr-TR" dirty="0" err="1"/>
            <a:t>hashing</a:t>
          </a:r>
          <a:endParaRPr lang="en-US" dirty="0"/>
        </a:p>
      </dgm:t>
    </dgm:pt>
    <dgm:pt modelId="{5D00F18D-E40E-4500-8870-67EF150C901B}" type="parTrans" cxnId="{31FCBDB1-3AC3-400B-9657-D129A998267F}">
      <dgm:prSet/>
      <dgm:spPr/>
      <dgm:t>
        <a:bodyPr/>
        <a:lstStyle/>
        <a:p>
          <a:endParaRPr lang="en-US"/>
        </a:p>
      </dgm:t>
    </dgm:pt>
    <dgm:pt modelId="{B5576A69-49B5-40F5-A723-C58D16451A31}" type="sibTrans" cxnId="{31FCBDB1-3AC3-400B-9657-D129A998267F}">
      <dgm:prSet/>
      <dgm:spPr/>
      <dgm:t>
        <a:bodyPr/>
        <a:lstStyle/>
        <a:p>
          <a:endParaRPr lang="en-US"/>
        </a:p>
      </dgm:t>
    </dgm:pt>
    <dgm:pt modelId="{78EE85A8-270E-41AF-87C6-8B70F2F3BDE8}">
      <dgm:prSet/>
      <dgm:spPr/>
      <dgm:t>
        <a:bodyPr/>
        <a:lstStyle/>
        <a:p>
          <a:r>
            <a:rPr lang="tr-TR" dirty="0" err="1"/>
            <a:t>Two</a:t>
          </a:r>
          <a:r>
            <a:rPr lang="tr-TR" dirty="0"/>
            <a:t> </a:t>
          </a:r>
          <a:r>
            <a:rPr lang="tr-TR" dirty="0" err="1"/>
            <a:t>hourse</a:t>
          </a:r>
          <a:r>
            <a:rPr lang="tr-TR" dirty="0"/>
            <a:t> </a:t>
          </a:r>
          <a:r>
            <a:rPr lang="tr-TR" dirty="0" err="1"/>
            <a:t>rule</a:t>
          </a:r>
          <a:endParaRPr lang="en-US" dirty="0"/>
        </a:p>
      </dgm:t>
    </dgm:pt>
    <dgm:pt modelId="{B865AD9F-FC42-4D21-A93C-4A9EE353F644}" type="parTrans" cxnId="{1A38727B-9D7B-47A5-8DBA-0BBC5E77CD9D}">
      <dgm:prSet/>
      <dgm:spPr/>
      <dgm:t>
        <a:bodyPr/>
        <a:lstStyle/>
        <a:p>
          <a:endParaRPr lang="en-US"/>
        </a:p>
      </dgm:t>
    </dgm:pt>
    <dgm:pt modelId="{6486A585-1118-410E-8007-8B05FF493E4B}" type="sibTrans" cxnId="{1A38727B-9D7B-47A5-8DBA-0BBC5E77CD9D}">
      <dgm:prSet/>
      <dgm:spPr/>
      <dgm:t>
        <a:bodyPr/>
        <a:lstStyle/>
        <a:p>
          <a:endParaRPr lang="en-US"/>
        </a:p>
      </dgm:t>
    </dgm:pt>
    <dgm:pt modelId="{07A7CC5E-9956-4DCA-BB15-667202BAB44C}">
      <dgm:prSet/>
      <dgm:spPr/>
      <dgm:t>
        <a:bodyPr/>
        <a:lstStyle/>
        <a:p>
          <a:r>
            <a:rPr lang="en-US" dirty="0"/>
            <a:t>The block data structure</a:t>
          </a:r>
        </a:p>
      </dgm:t>
    </dgm:pt>
    <dgm:pt modelId="{7F1E7428-035E-402E-9F4B-ADF74CB79B82}" type="parTrans" cxnId="{9CF51098-7A0F-4CC6-8F69-E381FB1F2733}">
      <dgm:prSet/>
      <dgm:spPr/>
    </dgm:pt>
    <dgm:pt modelId="{2EA0DC7D-D042-4420-BF27-F0759EF2A3C9}" type="sibTrans" cxnId="{9CF51098-7A0F-4CC6-8F69-E381FB1F2733}">
      <dgm:prSet/>
      <dgm:spPr/>
      <dgm:t>
        <a:bodyPr/>
        <a:lstStyle/>
        <a:p>
          <a:endParaRPr lang="en-US"/>
        </a:p>
      </dgm:t>
    </dgm:pt>
    <dgm:pt modelId="{446E8066-A61C-4A21-8407-60991C35495E}">
      <dgm:prSet/>
      <dgm:spPr/>
      <dgm:t>
        <a:bodyPr/>
        <a:lstStyle/>
        <a:p>
          <a:r>
            <a:rPr lang="en-US"/>
            <a:t>is syntactically valid</a:t>
          </a:r>
        </a:p>
      </dgm:t>
    </dgm:pt>
    <dgm:pt modelId="{33EE6272-18B5-4A94-B0CB-7021434BAC4D}" type="parTrans" cxnId="{71D765A2-92AE-40A0-88C8-D9CFE8E0704D}">
      <dgm:prSet/>
      <dgm:spPr/>
    </dgm:pt>
    <dgm:pt modelId="{32725BEA-7109-46F8-BD65-F561850712C1}" type="sibTrans" cxnId="{71D765A2-92AE-40A0-88C8-D9CFE8E0704D}">
      <dgm:prSet/>
      <dgm:spPr/>
      <dgm:t>
        <a:bodyPr/>
        <a:lstStyle/>
        <a:p>
          <a:endParaRPr lang="en-US"/>
        </a:p>
      </dgm:t>
    </dgm:pt>
    <dgm:pt modelId="{AD38D7C6-7A2B-4F9C-BEB3-6A91CF7083B5}">
      <dgm:prSet/>
      <dgm:spPr/>
      <dgm:t>
        <a:bodyPr/>
        <a:lstStyle/>
        <a:p>
          <a:r>
            <a:rPr lang="en-US" dirty="0"/>
            <a:t>The block header hash</a:t>
          </a:r>
        </a:p>
      </dgm:t>
    </dgm:pt>
    <dgm:pt modelId="{94E32D93-9F45-46B4-8E55-61D49463C661}" type="parTrans" cxnId="{5837EEF2-EC36-4BA6-A96D-76C45D01D49E}">
      <dgm:prSet/>
      <dgm:spPr/>
    </dgm:pt>
    <dgm:pt modelId="{A8CC1C22-661F-47EF-9C23-16262E3EE95C}" type="sibTrans" cxnId="{5837EEF2-EC36-4BA6-A96D-76C45D01D49E}">
      <dgm:prSet/>
      <dgm:spPr/>
      <dgm:t>
        <a:bodyPr/>
        <a:lstStyle/>
        <a:p>
          <a:endParaRPr lang="en-US"/>
        </a:p>
      </dgm:t>
    </dgm:pt>
    <dgm:pt modelId="{A9CD62EC-7A78-4A73-88B2-CB65D2B2CAE2}">
      <dgm:prSet/>
      <dgm:spPr/>
      <dgm:t>
        <a:bodyPr/>
        <a:lstStyle/>
        <a:p>
          <a:r>
            <a:rPr lang="en-US" dirty="0"/>
            <a:t>is less than the target</a:t>
          </a:r>
        </a:p>
      </dgm:t>
    </dgm:pt>
    <dgm:pt modelId="{15049945-DEC3-4294-9F85-2EE179351DB1}" type="parTrans" cxnId="{6DF9F468-B171-482E-ACA6-3EF89C1B7F46}">
      <dgm:prSet/>
      <dgm:spPr/>
    </dgm:pt>
    <dgm:pt modelId="{8EDB7645-2206-4440-AE27-4A8ECA4E9821}" type="sibTrans" cxnId="{6DF9F468-B171-482E-ACA6-3EF89C1B7F46}">
      <dgm:prSet/>
      <dgm:spPr/>
      <dgm:t>
        <a:bodyPr/>
        <a:lstStyle/>
        <a:p>
          <a:endParaRPr lang="en-US"/>
        </a:p>
      </dgm:t>
    </dgm:pt>
    <dgm:pt modelId="{7511E305-49B9-403C-A6E8-897A52CD66B1}">
      <dgm:prSet/>
      <dgm:spPr/>
      <dgm:t>
        <a:bodyPr/>
        <a:lstStyle/>
        <a:p>
          <a:r>
            <a:rPr lang="en-US" dirty="0"/>
            <a:t>enforces the Proof-of-Work</a:t>
          </a:r>
        </a:p>
      </dgm:t>
    </dgm:pt>
    <dgm:pt modelId="{1E5E60E8-54B6-4230-BC4D-6DE20B06742C}" type="parTrans" cxnId="{10CE675C-FD89-4FC7-8C1C-0F0293AAF346}">
      <dgm:prSet/>
      <dgm:spPr/>
    </dgm:pt>
    <dgm:pt modelId="{9B225F0C-7349-44A2-A371-21B33D51E4F1}" type="sibTrans" cxnId="{10CE675C-FD89-4FC7-8C1C-0F0293AAF346}">
      <dgm:prSet/>
      <dgm:spPr/>
      <dgm:t>
        <a:bodyPr/>
        <a:lstStyle/>
        <a:p>
          <a:endParaRPr lang="en-US"/>
        </a:p>
      </dgm:t>
    </dgm:pt>
    <dgm:pt modelId="{077B91CB-BD5B-4466-B115-9E5D6214F3E0}">
      <dgm:prSet/>
      <dgm:spPr/>
      <dgm:t>
        <a:bodyPr/>
        <a:lstStyle/>
        <a:p>
          <a:r>
            <a:rPr lang="en-US" dirty="0"/>
            <a:t>allowing for time</a:t>
          </a:r>
          <a:r>
            <a:rPr lang="tr-TR" dirty="0"/>
            <a:t> </a:t>
          </a:r>
          <a:r>
            <a:rPr lang="en-US" dirty="0"/>
            <a:t>errors</a:t>
          </a:r>
        </a:p>
      </dgm:t>
    </dgm:pt>
    <dgm:pt modelId="{A935BD4F-4F7B-4955-A10E-108CBFDA3E69}" type="parTrans" cxnId="{6835F059-1191-4AB9-8B97-297DBDEE7DB3}">
      <dgm:prSet/>
      <dgm:spPr/>
    </dgm:pt>
    <dgm:pt modelId="{C59B7757-7665-4FE6-824F-C623AF03EEA8}" type="sibTrans" cxnId="{6835F059-1191-4AB9-8B97-297DBDEE7DB3}">
      <dgm:prSet/>
      <dgm:spPr/>
      <dgm:t>
        <a:bodyPr/>
        <a:lstStyle/>
        <a:p>
          <a:endParaRPr lang="en-US"/>
        </a:p>
      </dgm:t>
    </dgm:pt>
    <dgm:pt modelId="{7B26C0CB-4C0C-4533-B399-9862E74ABFCA}">
      <dgm:prSet/>
      <dgm:spPr/>
      <dgm:t>
        <a:bodyPr/>
        <a:lstStyle/>
        <a:p>
          <a:r>
            <a:rPr lang="en-US" dirty="0"/>
            <a:t>The block timestamp</a:t>
          </a:r>
          <a:r>
            <a:rPr lang="tr-TR" dirty="0"/>
            <a:t> </a:t>
          </a:r>
          <a:r>
            <a:rPr lang="en-US" dirty="0"/>
            <a:t>is less than</a:t>
          </a:r>
        </a:p>
      </dgm:t>
    </dgm:pt>
    <dgm:pt modelId="{8AF32BDF-5FC8-4D8A-B7A1-84D696CE497F}" type="parTrans" cxnId="{5EA58B4A-5AF2-4B34-8D8D-7FBD0CF4AC8D}">
      <dgm:prSet/>
      <dgm:spPr/>
    </dgm:pt>
    <dgm:pt modelId="{A3635553-F76D-42C3-98D6-A34D4FA34691}" type="sibTrans" cxnId="{5EA58B4A-5AF2-4B34-8D8D-7FBD0CF4AC8D}">
      <dgm:prSet/>
      <dgm:spPr/>
      <dgm:t>
        <a:bodyPr/>
        <a:lstStyle/>
        <a:p>
          <a:endParaRPr lang="en-US"/>
        </a:p>
      </dgm:t>
    </dgm:pt>
    <dgm:pt modelId="{41389B2D-6728-4AF3-B1D3-ED4BAF2D3E4A}">
      <dgm:prSet/>
      <dgm:spPr/>
      <dgm:t>
        <a:bodyPr/>
        <a:lstStyle/>
        <a:p>
          <a:r>
            <a:rPr lang="en-US" dirty="0"/>
            <a:t>two hours</a:t>
          </a:r>
          <a:r>
            <a:rPr lang="tr-TR" dirty="0"/>
            <a:t> </a:t>
          </a:r>
          <a:r>
            <a:rPr lang="en-US" dirty="0"/>
            <a:t>in the future</a:t>
          </a:r>
        </a:p>
      </dgm:t>
    </dgm:pt>
    <dgm:pt modelId="{34874B93-2CE2-444C-B3D4-BB87734DD29D}" type="parTrans" cxnId="{D20ED418-9233-4965-973C-68B86BE14265}">
      <dgm:prSet/>
      <dgm:spPr/>
    </dgm:pt>
    <dgm:pt modelId="{AFCBEA6E-0229-4D52-851B-5939D331BE3B}" type="sibTrans" cxnId="{D20ED418-9233-4965-973C-68B86BE14265}">
      <dgm:prSet/>
      <dgm:spPr/>
      <dgm:t>
        <a:bodyPr/>
        <a:lstStyle/>
        <a:p>
          <a:endParaRPr lang="en-US"/>
        </a:p>
      </dgm:t>
    </dgm:pt>
    <dgm:pt modelId="{B4DACF77-B963-4BEB-AAC9-A46D9B7FB26C}" type="pres">
      <dgm:prSet presAssocID="{AA927DF7-6C9D-419D-B30E-C85F5E100525}" presName="linear" presStyleCnt="0">
        <dgm:presLayoutVars>
          <dgm:dir/>
          <dgm:animLvl val="lvl"/>
          <dgm:resizeHandles val="exact"/>
        </dgm:presLayoutVars>
      </dgm:prSet>
      <dgm:spPr/>
    </dgm:pt>
    <dgm:pt modelId="{6DCB185C-7010-4BB1-B7B8-B9C52D61C351}" type="pres">
      <dgm:prSet presAssocID="{F01ED3F8-8315-44AD-9AD7-30F280DC0C67}" presName="parentLin" presStyleCnt="0"/>
      <dgm:spPr/>
    </dgm:pt>
    <dgm:pt modelId="{E8BCB476-33FF-4E8C-A665-178396D62ED0}" type="pres">
      <dgm:prSet presAssocID="{F01ED3F8-8315-44AD-9AD7-30F280DC0C67}" presName="parentLeftMargin" presStyleLbl="node1" presStyleIdx="0" presStyleCnt="3"/>
      <dgm:spPr/>
    </dgm:pt>
    <dgm:pt modelId="{E64DD0E7-57FD-400E-B71B-FC55597EED6F}" type="pres">
      <dgm:prSet presAssocID="{F01ED3F8-8315-44AD-9AD7-30F280DC0C67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DFB7B051-0178-4DF8-875B-992719EC779B}" type="pres">
      <dgm:prSet presAssocID="{F01ED3F8-8315-44AD-9AD7-30F280DC0C67}" presName="negativeSpace" presStyleCnt="0"/>
      <dgm:spPr/>
    </dgm:pt>
    <dgm:pt modelId="{879DA067-7E8A-4BCC-9068-322137EEBFFC}" type="pres">
      <dgm:prSet presAssocID="{F01ED3F8-8315-44AD-9AD7-30F280DC0C67}" presName="childText" presStyleLbl="conFgAcc1" presStyleIdx="0" presStyleCnt="3">
        <dgm:presLayoutVars>
          <dgm:bulletEnabled val="1"/>
        </dgm:presLayoutVars>
      </dgm:prSet>
      <dgm:spPr/>
    </dgm:pt>
    <dgm:pt modelId="{6C65FCBA-C8C7-47A8-9C87-1A9F330CA914}" type="pres">
      <dgm:prSet presAssocID="{3E72B993-E35C-48D0-90E0-15880C0ADE0A}" presName="spaceBetweenRectangles" presStyleCnt="0"/>
      <dgm:spPr/>
    </dgm:pt>
    <dgm:pt modelId="{EB69ED6B-E47B-4B13-ABB6-E86615FD540D}" type="pres">
      <dgm:prSet presAssocID="{C61A5ADF-8821-4D91-A3AA-E175EC34293D}" presName="parentLin" presStyleCnt="0"/>
      <dgm:spPr/>
    </dgm:pt>
    <dgm:pt modelId="{0C1AD5E6-89BC-41C2-9435-6BF535F2DEE9}" type="pres">
      <dgm:prSet presAssocID="{C61A5ADF-8821-4D91-A3AA-E175EC34293D}" presName="parentLeftMargin" presStyleLbl="node1" presStyleIdx="0" presStyleCnt="3"/>
      <dgm:spPr/>
    </dgm:pt>
    <dgm:pt modelId="{662233CF-7730-41B2-AA65-17210FCBE809}" type="pres">
      <dgm:prSet presAssocID="{C61A5ADF-8821-4D91-A3AA-E175EC34293D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FD1B5807-4A42-43CF-8D3D-C463776BFACA}" type="pres">
      <dgm:prSet presAssocID="{C61A5ADF-8821-4D91-A3AA-E175EC34293D}" presName="negativeSpace" presStyleCnt="0"/>
      <dgm:spPr/>
    </dgm:pt>
    <dgm:pt modelId="{E9EBDC4F-9606-49D0-92F8-2595BFEF0230}" type="pres">
      <dgm:prSet presAssocID="{C61A5ADF-8821-4D91-A3AA-E175EC34293D}" presName="childText" presStyleLbl="conFgAcc1" presStyleIdx="1" presStyleCnt="3">
        <dgm:presLayoutVars>
          <dgm:bulletEnabled val="1"/>
        </dgm:presLayoutVars>
      </dgm:prSet>
      <dgm:spPr/>
    </dgm:pt>
    <dgm:pt modelId="{302FF90E-A446-4C70-850E-AEF83239966F}" type="pres">
      <dgm:prSet presAssocID="{B5576A69-49B5-40F5-A723-C58D16451A31}" presName="spaceBetweenRectangles" presStyleCnt="0"/>
      <dgm:spPr/>
    </dgm:pt>
    <dgm:pt modelId="{DF6046A1-EBB3-4B68-A7C1-CB4C16514C84}" type="pres">
      <dgm:prSet presAssocID="{78EE85A8-270E-41AF-87C6-8B70F2F3BDE8}" presName="parentLin" presStyleCnt="0"/>
      <dgm:spPr/>
    </dgm:pt>
    <dgm:pt modelId="{106522F5-DF92-47E4-917D-08BA18FF0C27}" type="pres">
      <dgm:prSet presAssocID="{78EE85A8-270E-41AF-87C6-8B70F2F3BDE8}" presName="parentLeftMargin" presStyleLbl="node1" presStyleIdx="1" presStyleCnt="3"/>
      <dgm:spPr/>
    </dgm:pt>
    <dgm:pt modelId="{D8C8F160-4B42-46BD-A5BF-AAE3874872E2}" type="pres">
      <dgm:prSet presAssocID="{78EE85A8-270E-41AF-87C6-8B70F2F3BDE8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DA323BCC-871B-41B6-8EA5-0193AB6C1BDF}" type="pres">
      <dgm:prSet presAssocID="{78EE85A8-270E-41AF-87C6-8B70F2F3BDE8}" presName="negativeSpace" presStyleCnt="0"/>
      <dgm:spPr/>
    </dgm:pt>
    <dgm:pt modelId="{D1E3271C-6D01-47AE-A86C-5D412C21064C}" type="pres">
      <dgm:prSet presAssocID="{78EE85A8-270E-41AF-87C6-8B70F2F3BDE8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D20ED418-9233-4965-973C-68B86BE14265}" srcId="{78EE85A8-270E-41AF-87C6-8B70F2F3BDE8}" destId="{41389B2D-6728-4AF3-B1D3-ED4BAF2D3E4A}" srcOrd="1" destOrd="0" parTransId="{34874B93-2CE2-444C-B3D4-BB87734DD29D}" sibTransId="{AFCBEA6E-0229-4D52-851B-5939D331BE3B}"/>
    <dgm:cxn modelId="{40B3B01B-14EC-4D7C-B0DC-18F2BFE7CEC0}" type="presOf" srcId="{F01ED3F8-8315-44AD-9AD7-30F280DC0C67}" destId="{E8BCB476-33FF-4E8C-A665-178396D62ED0}" srcOrd="0" destOrd="0" presId="urn:microsoft.com/office/officeart/2005/8/layout/list1"/>
    <dgm:cxn modelId="{4FF1431E-14C9-4D0A-9963-DC0FF0E94E54}" type="presOf" srcId="{AA927DF7-6C9D-419D-B30E-C85F5E100525}" destId="{B4DACF77-B963-4BEB-AAC9-A46D9B7FB26C}" srcOrd="0" destOrd="0" presId="urn:microsoft.com/office/officeart/2005/8/layout/list1"/>
    <dgm:cxn modelId="{23512B2C-45C7-4180-8BA3-F50BF14744B4}" type="presOf" srcId="{A9CD62EC-7A78-4A73-88B2-CB65D2B2CAE2}" destId="{E9EBDC4F-9606-49D0-92F8-2595BFEF0230}" srcOrd="0" destOrd="1" presId="urn:microsoft.com/office/officeart/2005/8/layout/list1"/>
    <dgm:cxn modelId="{DBA8AB36-118B-44D3-9AF4-4F3CD5612B2A}" type="presOf" srcId="{41389B2D-6728-4AF3-B1D3-ED4BAF2D3E4A}" destId="{D1E3271C-6D01-47AE-A86C-5D412C21064C}" srcOrd="0" destOrd="1" presId="urn:microsoft.com/office/officeart/2005/8/layout/list1"/>
    <dgm:cxn modelId="{2B730537-1A12-49ED-8A3A-67F43CDA3023}" srcId="{AA927DF7-6C9D-419D-B30E-C85F5E100525}" destId="{F01ED3F8-8315-44AD-9AD7-30F280DC0C67}" srcOrd="0" destOrd="0" parTransId="{729B5EFD-F8C1-4BE4-B52F-5FB0683DCB50}" sibTransId="{3E72B993-E35C-48D0-90E0-15880C0ADE0A}"/>
    <dgm:cxn modelId="{10CE675C-FD89-4FC7-8C1C-0F0293AAF346}" srcId="{C61A5ADF-8821-4D91-A3AA-E175EC34293D}" destId="{7511E305-49B9-403C-A6E8-897A52CD66B1}" srcOrd="2" destOrd="0" parTransId="{1E5E60E8-54B6-4230-BC4D-6DE20B06742C}" sibTransId="{9B225F0C-7349-44A2-A371-21B33D51E4F1}"/>
    <dgm:cxn modelId="{6DF9F468-B171-482E-ACA6-3EF89C1B7F46}" srcId="{C61A5ADF-8821-4D91-A3AA-E175EC34293D}" destId="{A9CD62EC-7A78-4A73-88B2-CB65D2B2CAE2}" srcOrd="1" destOrd="0" parTransId="{15049945-DEC3-4294-9F85-2EE179351DB1}" sibTransId="{8EDB7645-2206-4440-AE27-4A8ECA4E9821}"/>
    <dgm:cxn modelId="{5EA58B4A-5AF2-4B34-8D8D-7FBD0CF4AC8D}" srcId="{78EE85A8-270E-41AF-87C6-8B70F2F3BDE8}" destId="{7B26C0CB-4C0C-4533-B399-9862E74ABFCA}" srcOrd="0" destOrd="0" parTransId="{8AF32BDF-5FC8-4D8A-B7A1-84D696CE497F}" sibTransId="{A3635553-F76D-42C3-98D6-A34D4FA34691}"/>
    <dgm:cxn modelId="{B638E358-1718-4EC2-A326-C2156B28BEF1}" type="presOf" srcId="{077B91CB-BD5B-4466-B115-9E5D6214F3E0}" destId="{D1E3271C-6D01-47AE-A86C-5D412C21064C}" srcOrd="0" destOrd="2" presId="urn:microsoft.com/office/officeart/2005/8/layout/list1"/>
    <dgm:cxn modelId="{6835F059-1191-4AB9-8B97-297DBDEE7DB3}" srcId="{78EE85A8-270E-41AF-87C6-8B70F2F3BDE8}" destId="{077B91CB-BD5B-4466-B115-9E5D6214F3E0}" srcOrd="2" destOrd="0" parTransId="{A935BD4F-4F7B-4955-A10E-108CBFDA3E69}" sibTransId="{C59B7757-7665-4FE6-824F-C623AF03EEA8}"/>
    <dgm:cxn modelId="{1A38727B-9D7B-47A5-8DBA-0BBC5E77CD9D}" srcId="{AA927DF7-6C9D-419D-B30E-C85F5E100525}" destId="{78EE85A8-270E-41AF-87C6-8B70F2F3BDE8}" srcOrd="2" destOrd="0" parTransId="{B865AD9F-FC42-4D21-A93C-4A9EE353F644}" sibTransId="{6486A585-1118-410E-8007-8B05FF493E4B}"/>
    <dgm:cxn modelId="{9C47F67F-A7FF-4269-A7A4-9DFA6DD9F49B}" type="presOf" srcId="{07A7CC5E-9956-4DCA-BB15-667202BAB44C}" destId="{879DA067-7E8A-4BCC-9068-322137EEBFFC}" srcOrd="0" destOrd="0" presId="urn:microsoft.com/office/officeart/2005/8/layout/list1"/>
    <dgm:cxn modelId="{FE813280-FA84-4D1A-956B-DA84AADDB476}" type="presOf" srcId="{446E8066-A61C-4A21-8407-60991C35495E}" destId="{879DA067-7E8A-4BCC-9068-322137EEBFFC}" srcOrd="0" destOrd="1" presId="urn:microsoft.com/office/officeart/2005/8/layout/list1"/>
    <dgm:cxn modelId="{873DD086-A53E-4933-8D14-A6BABDC887D6}" type="presOf" srcId="{7511E305-49B9-403C-A6E8-897A52CD66B1}" destId="{E9EBDC4F-9606-49D0-92F8-2595BFEF0230}" srcOrd="0" destOrd="2" presId="urn:microsoft.com/office/officeart/2005/8/layout/list1"/>
    <dgm:cxn modelId="{55FD3596-AAAB-4BE2-92BF-AF4CB0FFE87D}" type="presOf" srcId="{F01ED3F8-8315-44AD-9AD7-30F280DC0C67}" destId="{E64DD0E7-57FD-400E-B71B-FC55597EED6F}" srcOrd="1" destOrd="0" presId="urn:microsoft.com/office/officeart/2005/8/layout/list1"/>
    <dgm:cxn modelId="{9CF51098-7A0F-4CC6-8F69-E381FB1F2733}" srcId="{F01ED3F8-8315-44AD-9AD7-30F280DC0C67}" destId="{07A7CC5E-9956-4DCA-BB15-667202BAB44C}" srcOrd="0" destOrd="0" parTransId="{7F1E7428-035E-402E-9F4B-ADF74CB79B82}" sibTransId="{2EA0DC7D-D042-4420-BF27-F0759EF2A3C9}"/>
    <dgm:cxn modelId="{71D765A2-92AE-40A0-88C8-D9CFE8E0704D}" srcId="{F01ED3F8-8315-44AD-9AD7-30F280DC0C67}" destId="{446E8066-A61C-4A21-8407-60991C35495E}" srcOrd="1" destOrd="0" parTransId="{33EE6272-18B5-4A94-B0CB-7021434BAC4D}" sibTransId="{32725BEA-7109-46F8-BD65-F561850712C1}"/>
    <dgm:cxn modelId="{B27BE5A5-01EB-4D2C-B3C4-60F6BBCD9E42}" type="presOf" srcId="{78EE85A8-270E-41AF-87C6-8B70F2F3BDE8}" destId="{D8C8F160-4B42-46BD-A5BF-AAE3874872E2}" srcOrd="1" destOrd="0" presId="urn:microsoft.com/office/officeart/2005/8/layout/list1"/>
    <dgm:cxn modelId="{54DC50A7-4B8F-4AE5-9BA7-043C9CD2FA71}" type="presOf" srcId="{C61A5ADF-8821-4D91-A3AA-E175EC34293D}" destId="{662233CF-7730-41B2-AA65-17210FCBE809}" srcOrd="1" destOrd="0" presId="urn:microsoft.com/office/officeart/2005/8/layout/list1"/>
    <dgm:cxn modelId="{4D704FB0-193D-4BFF-A3DA-5F68AD00CF41}" type="presOf" srcId="{78EE85A8-270E-41AF-87C6-8B70F2F3BDE8}" destId="{106522F5-DF92-47E4-917D-08BA18FF0C27}" srcOrd="0" destOrd="0" presId="urn:microsoft.com/office/officeart/2005/8/layout/list1"/>
    <dgm:cxn modelId="{31FCBDB1-3AC3-400B-9657-D129A998267F}" srcId="{AA927DF7-6C9D-419D-B30E-C85F5E100525}" destId="{C61A5ADF-8821-4D91-A3AA-E175EC34293D}" srcOrd="1" destOrd="0" parTransId="{5D00F18D-E40E-4500-8870-67EF150C901B}" sibTransId="{B5576A69-49B5-40F5-A723-C58D16451A31}"/>
    <dgm:cxn modelId="{7DAE59BC-8EDB-41F4-9038-48E423D2FFF0}" type="presOf" srcId="{AD38D7C6-7A2B-4F9C-BEB3-6A91CF7083B5}" destId="{E9EBDC4F-9606-49D0-92F8-2595BFEF0230}" srcOrd="0" destOrd="0" presId="urn:microsoft.com/office/officeart/2005/8/layout/list1"/>
    <dgm:cxn modelId="{D8D74EE7-04B0-4708-91AF-F3EE2021BD54}" type="presOf" srcId="{7B26C0CB-4C0C-4533-B399-9862E74ABFCA}" destId="{D1E3271C-6D01-47AE-A86C-5D412C21064C}" srcOrd="0" destOrd="0" presId="urn:microsoft.com/office/officeart/2005/8/layout/list1"/>
    <dgm:cxn modelId="{5837EEF2-EC36-4BA6-A96D-76C45D01D49E}" srcId="{C61A5ADF-8821-4D91-A3AA-E175EC34293D}" destId="{AD38D7C6-7A2B-4F9C-BEB3-6A91CF7083B5}" srcOrd="0" destOrd="0" parTransId="{94E32D93-9F45-46B4-8E55-61D49463C661}" sibTransId="{A8CC1C22-661F-47EF-9C23-16262E3EE95C}"/>
    <dgm:cxn modelId="{41627BFE-8A44-4FA8-B797-901B7F79338C}" type="presOf" srcId="{C61A5ADF-8821-4D91-A3AA-E175EC34293D}" destId="{0C1AD5E6-89BC-41C2-9435-6BF535F2DEE9}" srcOrd="0" destOrd="0" presId="urn:microsoft.com/office/officeart/2005/8/layout/list1"/>
    <dgm:cxn modelId="{446A6081-3F51-4369-BEC0-02407C271A0B}" type="presParOf" srcId="{B4DACF77-B963-4BEB-AAC9-A46D9B7FB26C}" destId="{6DCB185C-7010-4BB1-B7B8-B9C52D61C351}" srcOrd="0" destOrd="0" presId="urn:microsoft.com/office/officeart/2005/8/layout/list1"/>
    <dgm:cxn modelId="{3B5B4D97-3B4C-40A1-A8DA-703C0AB93C00}" type="presParOf" srcId="{6DCB185C-7010-4BB1-B7B8-B9C52D61C351}" destId="{E8BCB476-33FF-4E8C-A665-178396D62ED0}" srcOrd="0" destOrd="0" presId="urn:microsoft.com/office/officeart/2005/8/layout/list1"/>
    <dgm:cxn modelId="{75DF519D-0D02-478E-A695-3C2E882CD049}" type="presParOf" srcId="{6DCB185C-7010-4BB1-B7B8-B9C52D61C351}" destId="{E64DD0E7-57FD-400E-B71B-FC55597EED6F}" srcOrd="1" destOrd="0" presId="urn:microsoft.com/office/officeart/2005/8/layout/list1"/>
    <dgm:cxn modelId="{8EAF4754-9E9C-4ABA-B561-E6354D12A092}" type="presParOf" srcId="{B4DACF77-B963-4BEB-AAC9-A46D9B7FB26C}" destId="{DFB7B051-0178-4DF8-875B-992719EC779B}" srcOrd="1" destOrd="0" presId="urn:microsoft.com/office/officeart/2005/8/layout/list1"/>
    <dgm:cxn modelId="{9478A4F8-0F61-44EA-8829-7A347DA68393}" type="presParOf" srcId="{B4DACF77-B963-4BEB-AAC9-A46D9B7FB26C}" destId="{879DA067-7E8A-4BCC-9068-322137EEBFFC}" srcOrd="2" destOrd="0" presId="urn:microsoft.com/office/officeart/2005/8/layout/list1"/>
    <dgm:cxn modelId="{2B316BF6-EA83-4B1B-9B54-895AC705613A}" type="presParOf" srcId="{B4DACF77-B963-4BEB-AAC9-A46D9B7FB26C}" destId="{6C65FCBA-C8C7-47A8-9C87-1A9F330CA914}" srcOrd="3" destOrd="0" presId="urn:microsoft.com/office/officeart/2005/8/layout/list1"/>
    <dgm:cxn modelId="{D5B24158-EFCC-432C-B05B-FF7F74D7F642}" type="presParOf" srcId="{B4DACF77-B963-4BEB-AAC9-A46D9B7FB26C}" destId="{EB69ED6B-E47B-4B13-ABB6-E86615FD540D}" srcOrd="4" destOrd="0" presId="urn:microsoft.com/office/officeart/2005/8/layout/list1"/>
    <dgm:cxn modelId="{D1D40E71-3133-4C03-97B3-3320080CCBC2}" type="presParOf" srcId="{EB69ED6B-E47B-4B13-ABB6-E86615FD540D}" destId="{0C1AD5E6-89BC-41C2-9435-6BF535F2DEE9}" srcOrd="0" destOrd="0" presId="urn:microsoft.com/office/officeart/2005/8/layout/list1"/>
    <dgm:cxn modelId="{A903759A-1A28-47A5-A01A-71BFB4ED2314}" type="presParOf" srcId="{EB69ED6B-E47B-4B13-ABB6-E86615FD540D}" destId="{662233CF-7730-41B2-AA65-17210FCBE809}" srcOrd="1" destOrd="0" presId="urn:microsoft.com/office/officeart/2005/8/layout/list1"/>
    <dgm:cxn modelId="{DDAD7003-EC23-4A6B-9C24-3408E9BA5A6D}" type="presParOf" srcId="{B4DACF77-B963-4BEB-AAC9-A46D9B7FB26C}" destId="{FD1B5807-4A42-43CF-8D3D-C463776BFACA}" srcOrd="5" destOrd="0" presId="urn:microsoft.com/office/officeart/2005/8/layout/list1"/>
    <dgm:cxn modelId="{1AD96409-FA9F-4738-9A57-3EBE1EFB4EB9}" type="presParOf" srcId="{B4DACF77-B963-4BEB-AAC9-A46D9B7FB26C}" destId="{E9EBDC4F-9606-49D0-92F8-2595BFEF0230}" srcOrd="6" destOrd="0" presId="urn:microsoft.com/office/officeart/2005/8/layout/list1"/>
    <dgm:cxn modelId="{438FF0F8-55EA-4957-94EC-913588F6BF57}" type="presParOf" srcId="{B4DACF77-B963-4BEB-AAC9-A46D9B7FB26C}" destId="{302FF90E-A446-4C70-850E-AEF83239966F}" srcOrd="7" destOrd="0" presId="urn:microsoft.com/office/officeart/2005/8/layout/list1"/>
    <dgm:cxn modelId="{9EEEDC2D-8BD9-45F8-94B5-3F1A3D0C9068}" type="presParOf" srcId="{B4DACF77-B963-4BEB-AAC9-A46D9B7FB26C}" destId="{DF6046A1-EBB3-4B68-A7C1-CB4C16514C84}" srcOrd="8" destOrd="0" presId="urn:microsoft.com/office/officeart/2005/8/layout/list1"/>
    <dgm:cxn modelId="{205102F7-27BF-4454-AAB1-CDBEF0133FC8}" type="presParOf" srcId="{DF6046A1-EBB3-4B68-A7C1-CB4C16514C84}" destId="{106522F5-DF92-47E4-917D-08BA18FF0C27}" srcOrd="0" destOrd="0" presId="urn:microsoft.com/office/officeart/2005/8/layout/list1"/>
    <dgm:cxn modelId="{D48BE717-7956-49D2-9927-1DC581A8F01B}" type="presParOf" srcId="{DF6046A1-EBB3-4B68-A7C1-CB4C16514C84}" destId="{D8C8F160-4B42-46BD-A5BF-AAE3874872E2}" srcOrd="1" destOrd="0" presId="urn:microsoft.com/office/officeart/2005/8/layout/list1"/>
    <dgm:cxn modelId="{3DA6ACE0-A270-432D-A0A6-E1288ED5EB9C}" type="presParOf" srcId="{B4DACF77-B963-4BEB-AAC9-A46D9B7FB26C}" destId="{DA323BCC-871B-41B6-8EA5-0193AB6C1BDF}" srcOrd="9" destOrd="0" presId="urn:microsoft.com/office/officeart/2005/8/layout/list1"/>
    <dgm:cxn modelId="{614D243E-FDD6-4091-ABB4-B3A59747E35D}" type="presParOf" srcId="{B4DACF77-B963-4BEB-AAC9-A46D9B7FB26C}" destId="{D1E3271C-6D01-47AE-A86C-5D412C21064C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6.xml><?xml version="1.0" encoding="utf-8"?>
<dgm:dataModel xmlns:dgm="http://schemas.openxmlformats.org/drawingml/2006/diagram" xmlns:a="http://schemas.openxmlformats.org/drawingml/2006/main">
  <dgm:ptLst>
    <dgm:pt modelId="{AA927DF7-6C9D-419D-B30E-C85F5E100525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6376470A-9752-4EAC-A8D4-B894A6AD5A46}">
      <dgm:prSet/>
      <dgm:spPr/>
      <dgm:t>
        <a:bodyPr/>
        <a:lstStyle/>
        <a:p>
          <a:r>
            <a:rPr lang="tr-TR" dirty="0" err="1"/>
            <a:t>Block</a:t>
          </a:r>
          <a:r>
            <a:rPr lang="tr-TR" dirty="0"/>
            <a:t> size</a:t>
          </a:r>
          <a:endParaRPr lang="en-US" dirty="0"/>
        </a:p>
      </dgm:t>
    </dgm:pt>
    <dgm:pt modelId="{6497EA65-53AF-4806-8206-C670B68E42DE}" type="parTrans" cxnId="{38F6E061-9640-431A-9494-64C46864295C}">
      <dgm:prSet/>
      <dgm:spPr/>
      <dgm:t>
        <a:bodyPr/>
        <a:lstStyle/>
        <a:p>
          <a:endParaRPr lang="en-US"/>
        </a:p>
      </dgm:t>
    </dgm:pt>
    <dgm:pt modelId="{837E773B-0EE5-4301-A0CE-746B29B0DD2C}" type="sibTrans" cxnId="{38F6E061-9640-431A-9494-64C46864295C}">
      <dgm:prSet/>
      <dgm:spPr/>
      <dgm:t>
        <a:bodyPr/>
        <a:lstStyle/>
        <a:p>
          <a:endParaRPr lang="en-US"/>
        </a:p>
      </dgm:t>
    </dgm:pt>
    <dgm:pt modelId="{9F22E34D-4FB7-4EB5-802F-CD64CA728A51}">
      <dgm:prSet/>
      <dgm:spPr/>
      <dgm:t>
        <a:bodyPr/>
        <a:lstStyle/>
        <a:p>
          <a:r>
            <a:rPr lang="tr-TR" dirty="0" err="1"/>
            <a:t>Coinbase</a:t>
          </a:r>
          <a:r>
            <a:rPr lang="tr-TR" dirty="0"/>
            <a:t> </a:t>
          </a:r>
          <a:r>
            <a:rPr lang="tr-TR" dirty="0" err="1"/>
            <a:t>transaction</a:t>
          </a:r>
          <a:endParaRPr lang="en-US" dirty="0"/>
        </a:p>
      </dgm:t>
    </dgm:pt>
    <dgm:pt modelId="{A13A03A5-87B3-4A8B-9001-C9701D8A6693}" type="parTrans" cxnId="{F4987B80-B681-46BC-BACF-C8833A4931A4}">
      <dgm:prSet/>
      <dgm:spPr/>
      <dgm:t>
        <a:bodyPr/>
        <a:lstStyle/>
        <a:p>
          <a:endParaRPr lang="en-US"/>
        </a:p>
      </dgm:t>
    </dgm:pt>
    <dgm:pt modelId="{19A56801-FA98-46B5-8E63-7ABDF3055DEF}" type="sibTrans" cxnId="{F4987B80-B681-46BC-BACF-C8833A4931A4}">
      <dgm:prSet/>
      <dgm:spPr/>
      <dgm:t>
        <a:bodyPr/>
        <a:lstStyle/>
        <a:p>
          <a:endParaRPr lang="en-US"/>
        </a:p>
      </dgm:t>
    </dgm:pt>
    <dgm:pt modelId="{01EAE323-22A2-445D-A124-B6E4AE6F1F2A}">
      <dgm:prSet/>
      <dgm:spPr/>
      <dgm:t>
        <a:bodyPr/>
        <a:lstStyle/>
        <a:p>
          <a:r>
            <a:rPr lang="tr-TR" dirty="0" err="1"/>
            <a:t>Transactions</a:t>
          </a:r>
          <a:r>
            <a:rPr lang="tr-TR" dirty="0"/>
            <a:t> </a:t>
          </a:r>
          <a:r>
            <a:rPr lang="tr-TR" dirty="0" err="1"/>
            <a:t>are</a:t>
          </a:r>
          <a:r>
            <a:rPr lang="tr-TR" dirty="0"/>
            <a:t> </a:t>
          </a:r>
          <a:r>
            <a:rPr lang="tr-TR" dirty="0" err="1"/>
            <a:t>valid</a:t>
          </a:r>
          <a:endParaRPr lang="en-US" dirty="0"/>
        </a:p>
      </dgm:t>
    </dgm:pt>
    <dgm:pt modelId="{B570624B-04AC-49B0-9475-4913A4FC1B5C}" type="parTrans" cxnId="{6373A0E0-7A5F-4465-B2FC-361E9F6EB3D7}">
      <dgm:prSet/>
      <dgm:spPr/>
      <dgm:t>
        <a:bodyPr/>
        <a:lstStyle/>
        <a:p>
          <a:endParaRPr lang="en-US"/>
        </a:p>
      </dgm:t>
    </dgm:pt>
    <dgm:pt modelId="{BB6C5B53-CA6F-48A7-8F5D-FD1ED507FF6C}" type="sibTrans" cxnId="{6373A0E0-7A5F-4465-B2FC-361E9F6EB3D7}">
      <dgm:prSet/>
      <dgm:spPr/>
      <dgm:t>
        <a:bodyPr/>
        <a:lstStyle/>
        <a:p>
          <a:endParaRPr lang="en-US"/>
        </a:p>
      </dgm:t>
    </dgm:pt>
    <dgm:pt modelId="{7E36DC16-D17B-4CBF-9650-A1A6CF0DB946}">
      <dgm:prSet/>
      <dgm:spPr/>
      <dgm:t>
        <a:bodyPr/>
        <a:lstStyle/>
        <a:p>
          <a:r>
            <a:rPr lang="en-US" dirty="0"/>
            <a:t>The block size is</a:t>
          </a:r>
        </a:p>
      </dgm:t>
    </dgm:pt>
    <dgm:pt modelId="{57C26B6C-631A-4204-BCAE-703ED9D46ED3}" type="parTrans" cxnId="{75A61985-27F5-4AD2-9C4E-7AA8879219B4}">
      <dgm:prSet/>
      <dgm:spPr/>
      <dgm:t>
        <a:bodyPr/>
        <a:lstStyle/>
        <a:p>
          <a:endParaRPr lang="en-US"/>
        </a:p>
      </dgm:t>
    </dgm:pt>
    <dgm:pt modelId="{10D1C174-3710-4241-BA74-08EE37825A08}" type="sibTrans" cxnId="{75A61985-27F5-4AD2-9C4E-7AA8879219B4}">
      <dgm:prSet/>
      <dgm:spPr/>
    </dgm:pt>
    <dgm:pt modelId="{A00F03F9-5115-4AFA-9B84-88DFFEEF3A50}">
      <dgm:prSet/>
      <dgm:spPr/>
      <dgm:t>
        <a:bodyPr/>
        <a:lstStyle/>
        <a:p>
          <a:r>
            <a:rPr lang="en-US"/>
            <a:t>within acceptable limits</a:t>
          </a:r>
        </a:p>
      </dgm:t>
    </dgm:pt>
    <dgm:pt modelId="{BF00CC1A-5C69-4A64-9385-3F1F023E04E7}" type="parTrans" cxnId="{1548D3F1-0F5F-481D-A76E-6A6CF494BC61}">
      <dgm:prSet/>
      <dgm:spPr/>
      <dgm:t>
        <a:bodyPr/>
        <a:lstStyle/>
        <a:p>
          <a:endParaRPr lang="en-US"/>
        </a:p>
      </dgm:t>
    </dgm:pt>
    <dgm:pt modelId="{1EFE206C-6C59-485E-ADEB-55B8942A8355}" type="sibTrans" cxnId="{1548D3F1-0F5F-481D-A76E-6A6CF494BC61}">
      <dgm:prSet/>
      <dgm:spPr/>
    </dgm:pt>
    <dgm:pt modelId="{2ED2672D-A27F-4A9A-854E-0C502DF0D52D}">
      <dgm:prSet/>
      <dgm:spPr/>
      <dgm:t>
        <a:bodyPr/>
        <a:lstStyle/>
        <a:p>
          <a:r>
            <a:rPr lang="en-US" dirty="0"/>
            <a:t>The first transaction</a:t>
          </a:r>
        </a:p>
      </dgm:t>
    </dgm:pt>
    <dgm:pt modelId="{4F4DBC3F-DAE4-4BCE-BF49-891D8619C8B2}" type="parTrans" cxnId="{6625A0C6-798C-42E5-9CC0-BEA886D446A6}">
      <dgm:prSet/>
      <dgm:spPr/>
      <dgm:t>
        <a:bodyPr/>
        <a:lstStyle/>
        <a:p>
          <a:endParaRPr lang="en-US"/>
        </a:p>
      </dgm:t>
    </dgm:pt>
    <dgm:pt modelId="{280E30AA-12EC-4099-A7D1-680E1FF6E6DD}" type="sibTrans" cxnId="{6625A0C6-798C-42E5-9CC0-BEA886D446A6}">
      <dgm:prSet/>
      <dgm:spPr/>
    </dgm:pt>
    <dgm:pt modelId="{CE45D2C8-F30A-4988-9651-559B25CB606D}">
      <dgm:prSet/>
      <dgm:spPr/>
      <dgm:t>
        <a:bodyPr/>
        <a:lstStyle/>
        <a:p>
          <a:r>
            <a:rPr lang="en-US" dirty="0"/>
            <a:t>and only the first</a:t>
          </a:r>
        </a:p>
      </dgm:t>
    </dgm:pt>
    <dgm:pt modelId="{75C760A6-5C78-4BB9-8671-39708AE7ECB3}" type="parTrans" cxnId="{D6AFC6B4-7487-4AEB-8A40-51344AF1BB0B}">
      <dgm:prSet/>
      <dgm:spPr/>
      <dgm:t>
        <a:bodyPr/>
        <a:lstStyle/>
        <a:p>
          <a:endParaRPr lang="en-US"/>
        </a:p>
      </dgm:t>
    </dgm:pt>
    <dgm:pt modelId="{5AE3D4F2-D013-4F6B-AC82-AE39E39807DE}" type="sibTrans" cxnId="{D6AFC6B4-7487-4AEB-8A40-51344AF1BB0B}">
      <dgm:prSet/>
      <dgm:spPr/>
    </dgm:pt>
    <dgm:pt modelId="{E0E24FFD-52DD-43DD-AFF5-7BDFEAD8CA9A}">
      <dgm:prSet/>
      <dgm:spPr/>
      <dgm:t>
        <a:bodyPr/>
        <a:lstStyle/>
        <a:p>
          <a:r>
            <a:rPr lang="en-US"/>
            <a:t>is </a:t>
          </a:r>
          <a:r>
            <a:rPr lang="en-US" dirty="0"/>
            <a:t>a </a:t>
          </a:r>
          <a:r>
            <a:rPr lang="en-US" dirty="0" err="1"/>
            <a:t>coinbase</a:t>
          </a:r>
          <a:r>
            <a:rPr lang="en-US" dirty="0"/>
            <a:t> transaction</a:t>
          </a:r>
        </a:p>
      </dgm:t>
    </dgm:pt>
    <dgm:pt modelId="{4701CB34-032D-4902-9228-0A4B76CF6D6E}" type="parTrans" cxnId="{03CE04CF-77E7-402D-B0B4-C607C236DBE3}">
      <dgm:prSet/>
      <dgm:spPr/>
      <dgm:t>
        <a:bodyPr/>
        <a:lstStyle/>
        <a:p>
          <a:endParaRPr lang="en-US"/>
        </a:p>
      </dgm:t>
    </dgm:pt>
    <dgm:pt modelId="{44C4880C-28D6-4682-94B4-3622E7A87130}" type="sibTrans" cxnId="{03CE04CF-77E7-402D-B0B4-C607C236DBE3}">
      <dgm:prSet/>
      <dgm:spPr/>
    </dgm:pt>
    <dgm:pt modelId="{DB645E2F-26CC-4DC1-A522-8B00BE10DE5F}">
      <dgm:prSet/>
      <dgm:spPr/>
      <dgm:t>
        <a:bodyPr/>
        <a:lstStyle/>
        <a:p>
          <a:r>
            <a:rPr lang="en-US" dirty="0"/>
            <a:t>All transactions within the block are valid</a:t>
          </a:r>
        </a:p>
      </dgm:t>
    </dgm:pt>
    <dgm:pt modelId="{0FA1596F-196F-4828-89A2-DAB39CC7BF82}" type="parTrans" cxnId="{323EA10D-B50D-46FA-8B42-EFA84DD951F6}">
      <dgm:prSet/>
      <dgm:spPr/>
      <dgm:t>
        <a:bodyPr/>
        <a:lstStyle/>
        <a:p>
          <a:endParaRPr lang="en-US"/>
        </a:p>
      </dgm:t>
    </dgm:pt>
    <dgm:pt modelId="{50D2CECC-6484-4C68-87D9-271ACAEA5E79}" type="sibTrans" cxnId="{323EA10D-B50D-46FA-8B42-EFA84DD951F6}">
      <dgm:prSet/>
      <dgm:spPr/>
    </dgm:pt>
    <dgm:pt modelId="{147B99DA-451D-458E-9174-8C399347D156}">
      <dgm:prSet/>
      <dgm:spPr/>
      <dgm:t>
        <a:bodyPr/>
        <a:lstStyle/>
        <a:p>
          <a:r>
            <a:rPr lang="en-US"/>
            <a:t>using </a:t>
          </a:r>
          <a:r>
            <a:rPr lang="en-US" dirty="0"/>
            <a:t>the transaction checklist</a:t>
          </a:r>
        </a:p>
      </dgm:t>
    </dgm:pt>
    <dgm:pt modelId="{B2DE4E89-6312-4D7D-B703-59093A1DEB51}" type="parTrans" cxnId="{1F0A24DF-5438-4BC5-87E6-AE0F739BA852}">
      <dgm:prSet/>
      <dgm:spPr/>
      <dgm:t>
        <a:bodyPr/>
        <a:lstStyle/>
        <a:p>
          <a:endParaRPr lang="en-US"/>
        </a:p>
      </dgm:t>
    </dgm:pt>
    <dgm:pt modelId="{DD4CE132-5292-4558-9E1D-EEEEB5AC5AE4}" type="sibTrans" cxnId="{1F0A24DF-5438-4BC5-87E6-AE0F739BA852}">
      <dgm:prSet/>
      <dgm:spPr/>
    </dgm:pt>
    <dgm:pt modelId="{2F340ACC-A011-4A8B-83D7-42C003BC11A5}" type="pres">
      <dgm:prSet presAssocID="{AA927DF7-6C9D-419D-B30E-C85F5E100525}" presName="linear" presStyleCnt="0">
        <dgm:presLayoutVars>
          <dgm:dir/>
          <dgm:animLvl val="lvl"/>
          <dgm:resizeHandles val="exact"/>
        </dgm:presLayoutVars>
      </dgm:prSet>
      <dgm:spPr/>
    </dgm:pt>
    <dgm:pt modelId="{3ECF8A66-A686-4A2B-BD62-73E3D74E7939}" type="pres">
      <dgm:prSet presAssocID="{6376470A-9752-4EAC-A8D4-B894A6AD5A46}" presName="parentLin" presStyleCnt="0"/>
      <dgm:spPr/>
    </dgm:pt>
    <dgm:pt modelId="{83B7F12F-0EBB-4F22-856A-1700B306A7F3}" type="pres">
      <dgm:prSet presAssocID="{6376470A-9752-4EAC-A8D4-B894A6AD5A46}" presName="parentLeftMargin" presStyleLbl="node1" presStyleIdx="0" presStyleCnt="3"/>
      <dgm:spPr/>
    </dgm:pt>
    <dgm:pt modelId="{01CEFA08-2812-4F52-9DA6-081BA17C57C5}" type="pres">
      <dgm:prSet presAssocID="{6376470A-9752-4EAC-A8D4-B894A6AD5A46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C45EBE97-911C-4E97-AF43-3D9A1DA50C21}" type="pres">
      <dgm:prSet presAssocID="{6376470A-9752-4EAC-A8D4-B894A6AD5A46}" presName="negativeSpace" presStyleCnt="0"/>
      <dgm:spPr/>
    </dgm:pt>
    <dgm:pt modelId="{F41965FF-1B4A-4D2F-8DBC-1EC8455B0D29}" type="pres">
      <dgm:prSet presAssocID="{6376470A-9752-4EAC-A8D4-B894A6AD5A46}" presName="childText" presStyleLbl="conFgAcc1" presStyleIdx="0" presStyleCnt="3">
        <dgm:presLayoutVars>
          <dgm:bulletEnabled val="1"/>
        </dgm:presLayoutVars>
      </dgm:prSet>
      <dgm:spPr/>
    </dgm:pt>
    <dgm:pt modelId="{D1384DAA-3CF8-40D6-BA1D-FC12D67AB418}" type="pres">
      <dgm:prSet presAssocID="{837E773B-0EE5-4301-A0CE-746B29B0DD2C}" presName="spaceBetweenRectangles" presStyleCnt="0"/>
      <dgm:spPr/>
    </dgm:pt>
    <dgm:pt modelId="{ADE02102-7D55-4C0F-8088-AB517F422821}" type="pres">
      <dgm:prSet presAssocID="{9F22E34D-4FB7-4EB5-802F-CD64CA728A51}" presName="parentLin" presStyleCnt="0"/>
      <dgm:spPr/>
    </dgm:pt>
    <dgm:pt modelId="{32C6D4D9-D4F0-4B3D-905E-48B799D99AAE}" type="pres">
      <dgm:prSet presAssocID="{9F22E34D-4FB7-4EB5-802F-CD64CA728A51}" presName="parentLeftMargin" presStyleLbl="node1" presStyleIdx="0" presStyleCnt="3"/>
      <dgm:spPr/>
    </dgm:pt>
    <dgm:pt modelId="{4F0DE946-5F4A-4D7F-96E0-8702B56146BE}" type="pres">
      <dgm:prSet presAssocID="{9F22E34D-4FB7-4EB5-802F-CD64CA728A51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56DAB65B-B124-4CED-9DFF-DFB73F623576}" type="pres">
      <dgm:prSet presAssocID="{9F22E34D-4FB7-4EB5-802F-CD64CA728A51}" presName="negativeSpace" presStyleCnt="0"/>
      <dgm:spPr/>
    </dgm:pt>
    <dgm:pt modelId="{AC2E31C8-193D-4A32-9966-7B074F34C40B}" type="pres">
      <dgm:prSet presAssocID="{9F22E34D-4FB7-4EB5-802F-CD64CA728A51}" presName="childText" presStyleLbl="conFgAcc1" presStyleIdx="1" presStyleCnt="3">
        <dgm:presLayoutVars>
          <dgm:bulletEnabled val="1"/>
        </dgm:presLayoutVars>
      </dgm:prSet>
      <dgm:spPr/>
    </dgm:pt>
    <dgm:pt modelId="{D1E44002-1718-46E1-8068-4F278BA9790E}" type="pres">
      <dgm:prSet presAssocID="{19A56801-FA98-46B5-8E63-7ABDF3055DEF}" presName="spaceBetweenRectangles" presStyleCnt="0"/>
      <dgm:spPr/>
    </dgm:pt>
    <dgm:pt modelId="{C795985A-1A54-4187-8BE6-65D7B31EBDFB}" type="pres">
      <dgm:prSet presAssocID="{01EAE323-22A2-445D-A124-B6E4AE6F1F2A}" presName="parentLin" presStyleCnt="0"/>
      <dgm:spPr/>
    </dgm:pt>
    <dgm:pt modelId="{B9CF3301-8BCD-46C4-8D03-B3B26A053E58}" type="pres">
      <dgm:prSet presAssocID="{01EAE323-22A2-445D-A124-B6E4AE6F1F2A}" presName="parentLeftMargin" presStyleLbl="node1" presStyleIdx="1" presStyleCnt="3"/>
      <dgm:spPr/>
    </dgm:pt>
    <dgm:pt modelId="{25488EF8-3667-49A7-8B21-D5D4F1984082}" type="pres">
      <dgm:prSet presAssocID="{01EAE323-22A2-445D-A124-B6E4AE6F1F2A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47C3CE49-2E52-452C-927D-A0A915B5CC95}" type="pres">
      <dgm:prSet presAssocID="{01EAE323-22A2-445D-A124-B6E4AE6F1F2A}" presName="negativeSpace" presStyleCnt="0"/>
      <dgm:spPr/>
    </dgm:pt>
    <dgm:pt modelId="{F992D2D2-E69F-4E2A-B18E-68F5E7AB3846}" type="pres">
      <dgm:prSet presAssocID="{01EAE323-22A2-445D-A124-B6E4AE6F1F2A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323EA10D-B50D-46FA-8B42-EFA84DD951F6}" srcId="{01EAE323-22A2-445D-A124-B6E4AE6F1F2A}" destId="{DB645E2F-26CC-4DC1-A522-8B00BE10DE5F}" srcOrd="0" destOrd="0" parTransId="{0FA1596F-196F-4828-89A2-DAB39CC7BF82}" sibTransId="{50D2CECC-6484-4C68-87D9-271ACAEA5E79}"/>
    <dgm:cxn modelId="{78FF6415-4DF6-44B6-B1E4-9C04271FAEE6}" type="presOf" srcId="{DB645E2F-26CC-4DC1-A522-8B00BE10DE5F}" destId="{F992D2D2-E69F-4E2A-B18E-68F5E7AB3846}" srcOrd="0" destOrd="0" presId="urn:microsoft.com/office/officeart/2005/8/layout/list1"/>
    <dgm:cxn modelId="{99DD891C-9C0A-4E40-A42F-9992322512E0}" type="presOf" srcId="{6376470A-9752-4EAC-A8D4-B894A6AD5A46}" destId="{01CEFA08-2812-4F52-9DA6-081BA17C57C5}" srcOrd="1" destOrd="0" presId="urn:microsoft.com/office/officeart/2005/8/layout/list1"/>
    <dgm:cxn modelId="{A2FFA225-FFAE-4B7D-B8DB-2F23458340D2}" type="presOf" srcId="{2ED2672D-A27F-4A9A-854E-0C502DF0D52D}" destId="{AC2E31C8-193D-4A32-9966-7B074F34C40B}" srcOrd="0" destOrd="0" presId="urn:microsoft.com/office/officeart/2005/8/layout/list1"/>
    <dgm:cxn modelId="{4974B738-B37E-49CC-8DCE-05339CB3F57C}" type="presOf" srcId="{9F22E34D-4FB7-4EB5-802F-CD64CA728A51}" destId="{4F0DE946-5F4A-4D7F-96E0-8702B56146BE}" srcOrd="1" destOrd="0" presId="urn:microsoft.com/office/officeart/2005/8/layout/list1"/>
    <dgm:cxn modelId="{F03C403F-6638-4669-93E0-12B9D606A65D}" type="presOf" srcId="{01EAE323-22A2-445D-A124-B6E4AE6F1F2A}" destId="{B9CF3301-8BCD-46C4-8D03-B3B26A053E58}" srcOrd="0" destOrd="0" presId="urn:microsoft.com/office/officeart/2005/8/layout/list1"/>
    <dgm:cxn modelId="{38F6E061-9640-431A-9494-64C46864295C}" srcId="{AA927DF7-6C9D-419D-B30E-C85F5E100525}" destId="{6376470A-9752-4EAC-A8D4-B894A6AD5A46}" srcOrd="0" destOrd="0" parTransId="{6497EA65-53AF-4806-8206-C670B68E42DE}" sibTransId="{837E773B-0EE5-4301-A0CE-746B29B0DD2C}"/>
    <dgm:cxn modelId="{4A2DF841-4797-42EF-8851-827998019881}" type="presOf" srcId="{E0E24FFD-52DD-43DD-AFF5-7BDFEAD8CA9A}" destId="{AC2E31C8-193D-4A32-9966-7B074F34C40B}" srcOrd="0" destOrd="2" presId="urn:microsoft.com/office/officeart/2005/8/layout/list1"/>
    <dgm:cxn modelId="{9BD7DD43-8D28-420C-8567-12431951454C}" type="presOf" srcId="{6376470A-9752-4EAC-A8D4-B894A6AD5A46}" destId="{83B7F12F-0EBB-4F22-856A-1700B306A7F3}" srcOrd="0" destOrd="0" presId="urn:microsoft.com/office/officeart/2005/8/layout/list1"/>
    <dgm:cxn modelId="{DE69B552-6B16-441E-BC24-BBAF51FE3C2A}" type="presOf" srcId="{147B99DA-451D-458E-9174-8C399347D156}" destId="{F992D2D2-E69F-4E2A-B18E-68F5E7AB3846}" srcOrd="0" destOrd="1" presId="urn:microsoft.com/office/officeart/2005/8/layout/list1"/>
    <dgm:cxn modelId="{F4987B80-B681-46BC-BACF-C8833A4931A4}" srcId="{AA927DF7-6C9D-419D-B30E-C85F5E100525}" destId="{9F22E34D-4FB7-4EB5-802F-CD64CA728A51}" srcOrd="1" destOrd="0" parTransId="{A13A03A5-87B3-4A8B-9001-C9701D8A6693}" sibTransId="{19A56801-FA98-46B5-8E63-7ABDF3055DEF}"/>
    <dgm:cxn modelId="{75A61985-27F5-4AD2-9C4E-7AA8879219B4}" srcId="{6376470A-9752-4EAC-A8D4-B894A6AD5A46}" destId="{7E36DC16-D17B-4CBF-9650-A1A6CF0DB946}" srcOrd="0" destOrd="0" parTransId="{57C26B6C-631A-4204-BCAE-703ED9D46ED3}" sibTransId="{10D1C174-3710-4241-BA74-08EE37825A08}"/>
    <dgm:cxn modelId="{FCC59B96-CEEC-4568-9043-B0C7C4EA269F}" type="presOf" srcId="{9F22E34D-4FB7-4EB5-802F-CD64CA728A51}" destId="{32C6D4D9-D4F0-4B3D-905E-48B799D99AAE}" srcOrd="0" destOrd="0" presId="urn:microsoft.com/office/officeart/2005/8/layout/list1"/>
    <dgm:cxn modelId="{FE0891AC-294D-45F1-B9BF-BA516AF9A427}" type="presOf" srcId="{01EAE323-22A2-445D-A124-B6E4AE6F1F2A}" destId="{25488EF8-3667-49A7-8B21-D5D4F1984082}" srcOrd="1" destOrd="0" presId="urn:microsoft.com/office/officeart/2005/8/layout/list1"/>
    <dgm:cxn modelId="{D6AFC6B4-7487-4AEB-8A40-51344AF1BB0B}" srcId="{9F22E34D-4FB7-4EB5-802F-CD64CA728A51}" destId="{CE45D2C8-F30A-4988-9651-559B25CB606D}" srcOrd="1" destOrd="0" parTransId="{75C760A6-5C78-4BB9-8671-39708AE7ECB3}" sibTransId="{5AE3D4F2-D013-4F6B-AC82-AE39E39807DE}"/>
    <dgm:cxn modelId="{B9AB21B5-E8C7-49B2-A01F-18B9058966FC}" type="presOf" srcId="{7E36DC16-D17B-4CBF-9650-A1A6CF0DB946}" destId="{F41965FF-1B4A-4D2F-8DBC-1EC8455B0D29}" srcOrd="0" destOrd="0" presId="urn:microsoft.com/office/officeart/2005/8/layout/list1"/>
    <dgm:cxn modelId="{CB27D5B6-EB26-4B59-BF11-201FD452B8CA}" type="presOf" srcId="{A00F03F9-5115-4AFA-9B84-88DFFEEF3A50}" destId="{F41965FF-1B4A-4D2F-8DBC-1EC8455B0D29}" srcOrd="0" destOrd="1" presId="urn:microsoft.com/office/officeart/2005/8/layout/list1"/>
    <dgm:cxn modelId="{6625A0C6-798C-42E5-9CC0-BEA886D446A6}" srcId="{9F22E34D-4FB7-4EB5-802F-CD64CA728A51}" destId="{2ED2672D-A27F-4A9A-854E-0C502DF0D52D}" srcOrd="0" destOrd="0" parTransId="{4F4DBC3F-DAE4-4BCE-BF49-891D8619C8B2}" sibTransId="{280E30AA-12EC-4099-A7D1-680E1FF6E6DD}"/>
    <dgm:cxn modelId="{03CE04CF-77E7-402D-B0B4-C607C236DBE3}" srcId="{9F22E34D-4FB7-4EB5-802F-CD64CA728A51}" destId="{E0E24FFD-52DD-43DD-AFF5-7BDFEAD8CA9A}" srcOrd="2" destOrd="0" parTransId="{4701CB34-032D-4902-9228-0A4B76CF6D6E}" sibTransId="{44C4880C-28D6-4682-94B4-3622E7A87130}"/>
    <dgm:cxn modelId="{1F0A24DF-5438-4BC5-87E6-AE0F739BA852}" srcId="{01EAE323-22A2-445D-A124-B6E4AE6F1F2A}" destId="{147B99DA-451D-458E-9174-8C399347D156}" srcOrd="1" destOrd="0" parTransId="{B2DE4E89-6312-4D7D-B703-59093A1DEB51}" sibTransId="{DD4CE132-5292-4558-9E1D-EEEEB5AC5AE4}"/>
    <dgm:cxn modelId="{6373A0E0-7A5F-4465-B2FC-361E9F6EB3D7}" srcId="{AA927DF7-6C9D-419D-B30E-C85F5E100525}" destId="{01EAE323-22A2-445D-A124-B6E4AE6F1F2A}" srcOrd="2" destOrd="0" parTransId="{B570624B-04AC-49B0-9475-4913A4FC1B5C}" sibTransId="{BB6C5B53-CA6F-48A7-8F5D-FD1ED507FF6C}"/>
    <dgm:cxn modelId="{0DC637E2-DBC6-432B-B131-B15DAD8398BC}" type="presOf" srcId="{CE45D2C8-F30A-4988-9651-559B25CB606D}" destId="{AC2E31C8-193D-4A32-9966-7B074F34C40B}" srcOrd="0" destOrd="1" presId="urn:microsoft.com/office/officeart/2005/8/layout/list1"/>
    <dgm:cxn modelId="{1548D3F1-0F5F-481D-A76E-6A6CF494BC61}" srcId="{6376470A-9752-4EAC-A8D4-B894A6AD5A46}" destId="{A00F03F9-5115-4AFA-9B84-88DFFEEF3A50}" srcOrd="1" destOrd="0" parTransId="{BF00CC1A-5C69-4A64-9385-3F1F023E04E7}" sibTransId="{1EFE206C-6C59-485E-ADEB-55B8942A8355}"/>
    <dgm:cxn modelId="{838E85FD-898B-49DE-8392-CF8363CF8E97}" type="presOf" srcId="{AA927DF7-6C9D-419D-B30E-C85F5E100525}" destId="{2F340ACC-A011-4A8B-83D7-42C003BC11A5}" srcOrd="0" destOrd="0" presId="urn:microsoft.com/office/officeart/2005/8/layout/list1"/>
    <dgm:cxn modelId="{B207D4F7-FF74-4187-BBAF-0688F5A0F632}" type="presParOf" srcId="{2F340ACC-A011-4A8B-83D7-42C003BC11A5}" destId="{3ECF8A66-A686-4A2B-BD62-73E3D74E7939}" srcOrd="0" destOrd="0" presId="urn:microsoft.com/office/officeart/2005/8/layout/list1"/>
    <dgm:cxn modelId="{C160AC37-8CBB-4533-9686-E3F3BB8D4D24}" type="presParOf" srcId="{3ECF8A66-A686-4A2B-BD62-73E3D74E7939}" destId="{83B7F12F-0EBB-4F22-856A-1700B306A7F3}" srcOrd="0" destOrd="0" presId="urn:microsoft.com/office/officeart/2005/8/layout/list1"/>
    <dgm:cxn modelId="{9D9D8C57-2850-485C-BE4D-1FBB8B0EAF7A}" type="presParOf" srcId="{3ECF8A66-A686-4A2B-BD62-73E3D74E7939}" destId="{01CEFA08-2812-4F52-9DA6-081BA17C57C5}" srcOrd="1" destOrd="0" presId="urn:microsoft.com/office/officeart/2005/8/layout/list1"/>
    <dgm:cxn modelId="{AF8D7F86-D92D-49E4-89F6-0868FF06B934}" type="presParOf" srcId="{2F340ACC-A011-4A8B-83D7-42C003BC11A5}" destId="{C45EBE97-911C-4E97-AF43-3D9A1DA50C21}" srcOrd="1" destOrd="0" presId="urn:microsoft.com/office/officeart/2005/8/layout/list1"/>
    <dgm:cxn modelId="{DC60625F-BB3C-4CC1-BB84-44EDD425144D}" type="presParOf" srcId="{2F340ACC-A011-4A8B-83D7-42C003BC11A5}" destId="{F41965FF-1B4A-4D2F-8DBC-1EC8455B0D29}" srcOrd="2" destOrd="0" presId="urn:microsoft.com/office/officeart/2005/8/layout/list1"/>
    <dgm:cxn modelId="{638857C1-F86B-4342-9D80-492F0E8E4DA1}" type="presParOf" srcId="{2F340ACC-A011-4A8B-83D7-42C003BC11A5}" destId="{D1384DAA-3CF8-40D6-BA1D-FC12D67AB418}" srcOrd="3" destOrd="0" presId="urn:microsoft.com/office/officeart/2005/8/layout/list1"/>
    <dgm:cxn modelId="{B77B530F-B184-41A1-8F30-6D96359EF229}" type="presParOf" srcId="{2F340ACC-A011-4A8B-83D7-42C003BC11A5}" destId="{ADE02102-7D55-4C0F-8088-AB517F422821}" srcOrd="4" destOrd="0" presId="urn:microsoft.com/office/officeart/2005/8/layout/list1"/>
    <dgm:cxn modelId="{84F423EB-8D70-43FA-B4BC-F1A4560CBC4B}" type="presParOf" srcId="{ADE02102-7D55-4C0F-8088-AB517F422821}" destId="{32C6D4D9-D4F0-4B3D-905E-48B799D99AAE}" srcOrd="0" destOrd="0" presId="urn:microsoft.com/office/officeart/2005/8/layout/list1"/>
    <dgm:cxn modelId="{2EC418B1-49E1-4853-8720-37007FE684B5}" type="presParOf" srcId="{ADE02102-7D55-4C0F-8088-AB517F422821}" destId="{4F0DE946-5F4A-4D7F-96E0-8702B56146BE}" srcOrd="1" destOrd="0" presId="urn:microsoft.com/office/officeart/2005/8/layout/list1"/>
    <dgm:cxn modelId="{90C2EA94-B083-408A-B7D2-5BF5A82DA057}" type="presParOf" srcId="{2F340ACC-A011-4A8B-83D7-42C003BC11A5}" destId="{56DAB65B-B124-4CED-9DFF-DFB73F623576}" srcOrd="5" destOrd="0" presId="urn:microsoft.com/office/officeart/2005/8/layout/list1"/>
    <dgm:cxn modelId="{E60A2872-C35E-4A2E-962D-FE11E1BFC857}" type="presParOf" srcId="{2F340ACC-A011-4A8B-83D7-42C003BC11A5}" destId="{AC2E31C8-193D-4A32-9966-7B074F34C40B}" srcOrd="6" destOrd="0" presId="urn:microsoft.com/office/officeart/2005/8/layout/list1"/>
    <dgm:cxn modelId="{AA02B153-6EEE-4B79-98F1-821D1D3DF18A}" type="presParOf" srcId="{2F340ACC-A011-4A8B-83D7-42C003BC11A5}" destId="{D1E44002-1718-46E1-8068-4F278BA9790E}" srcOrd="7" destOrd="0" presId="urn:microsoft.com/office/officeart/2005/8/layout/list1"/>
    <dgm:cxn modelId="{630A49C2-24D1-4CDC-9222-0D17970FCF79}" type="presParOf" srcId="{2F340ACC-A011-4A8B-83D7-42C003BC11A5}" destId="{C795985A-1A54-4187-8BE6-65D7B31EBDFB}" srcOrd="8" destOrd="0" presId="urn:microsoft.com/office/officeart/2005/8/layout/list1"/>
    <dgm:cxn modelId="{57286234-ADE3-4A9A-925A-5E4F4BDDE822}" type="presParOf" srcId="{C795985A-1A54-4187-8BE6-65D7B31EBDFB}" destId="{B9CF3301-8BCD-46C4-8D03-B3B26A053E58}" srcOrd="0" destOrd="0" presId="urn:microsoft.com/office/officeart/2005/8/layout/list1"/>
    <dgm:cxn modelId="{B1E63A8B-B35B-47AD-8FC8-F4ED161EC532}" type="presParOf" srcId="{C795985A-1A54-4187-8BE6-65D7B31EBDFB}" destId="{25488EF8-3667-49A7-8B21-D5D4F1984082}" srcOrd="1" destOrd="0" presId="urn:microsoft.com/office/officeart/2005/8/layout/list1"/>
    <dgm:cxn modelId="{C854C7FE-508D-4462-931A-68E345FF10ED}" type="presParOf" srcId="{2F340ACC-A011-4A8B-83D7-42C003BC11A5}" destId="{47C3CE49-2E52-452C-927D-A0A915B5CC95}" srcOrd="9" destOrd="0" presId="urn:microsoft.com/office/officeart/2005/8/layout/list1"/>
    <dgm:cxn modelId="{5A876370-8489-4B00-A761-4063982C22C5}" type="presParOf" srcId="{2F340ACC-A011-4A8B-83D7-42C003BC11A5}" destId="{F992D2D2-E69F-4E2A-B18E-68F5E7AB3846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7.xml><?xml version="1.0" encoding="utf-8"?>
<dgm:dataModel xmlns:dgm="http://schemas.openxmlformats.org/drawingml/2006/diagram" xmlns:a="http://schemas.openxmlformats.org/drawingml/2006/main">
  <dgm:ptLst>
    <dgm:pt modelId="{0261D1E5-41DD-4247-9949-2A5C4292203A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AE3A5050-3D0F-4FF6-81FC-C404CBEA5E5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final step in decentralized consensus</a:t>
          </a:r>
        </a:p>
      </dgm:t>
    </dgm:pt>
    <dgm:pt modelId="{D0BF04D9-1C75-44FA-8A73-739FC11664EA}" type="parTrans" cxnId="{742917F1-F033-4DCE-BE0C-9F6B5242B268}">
      <dgm:prSet/>
      <dgm:spPr/>
      <dgm:t>
        <a:bodyPr/>
        <a:lstStyle/>
        <a:p>
          <a:endParaRPr lang="en-US"/>
        </a:p>
      </dgm:t>
    </dgm:pt>
    <dgm:pt modelId="{3DFEB217-9468-4445-8F76-7C77D953DE4A}" type="sibTrans" cxnId="{742917F1-F033-4DCE-BE0C-9F6B5242B268}">
      <dgm:prSet/>
      <dgm:spPr/>
      <dgm:t>
        <a:bodyPr/>
        <a:lstStyle/>
        <a:p>
          <a:endParaRPr lang="en-US"/>
        </a:p>
      </dgm:t>
    </dgm:pt>
    <dgm:pt modelId="{DAB63D6E-6D6A-4350-B20D-9BF28E19740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assembly of</a:t>
          </a:r>
          <a:r>
            <a:rPr lang="tr-TR"/>
            <a:t> </a:t>
          </a:r>
          <a:r>
            <a:rPr lang="en-US"/>
            <a:t>blocks into chains</a:t>
          </a:r>
        </a:p>
      </dgm:t>
    </dgm:pt>
    <dgm:pt modelId="{B298BD91-DDEB-4229-973C-D967B423C4A2}" type="parTrans" cxnId="{C69473DB-39B1-465D-A053-C41CAC6A5A74}">
      <dgm:prSet/>
      <dgm:spPr/>
      <dgm:t>
        <a:bodyPr/>
        <a:lstStyle/>
        <a:p>
          <a:endParaRPr lang="en-US"/>
        </a:p>
      </dgm:t>
    </dgm:pt>
    <dgm:pt modelId="{ADA4EFE5-665D-4FE8-9478-7272065DA784}" type="sibTrans" cxnId="{C69473DB-39B1-465D-A053-C41CAC6A5A74}">
      <dgm:prSet/>
      <dgm:spPr/>
      <dgm:t>
        <a:bodyPr/>
        <a:lstStyle/>
        <a:p>
          <a:endParaRPr lang="en-US"/>
        </a:p>
      </dgm:t>
    </dgm:pt>
    <dgm:pt modelId="{3A9BFCF6-A5DB-4474-88B4-C069D790265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selection of the chain with the most Proof-of-Work</a:t>
          </a:r>
        </a:p>
      </dgm:t>
    </dgm:pt>
    <dgm:pt modelId="{6625B27D-055C-4376-A2DD-BEAD94124620}" type="parTrans" cxnId="{A6254690-E673-4A0A-B152-D7E0878FF0FA}">
      <dgm:prSet/>
      <dgm:spPr/>
      <dgm:t>
        <a:bodyPr/>
        <a:lstStyle/>
        <a:p>
          <a:endParaRPr lang="en-US"/>
        </a:p>
      </dgm:t>
    </dgm:pt>
    <dgm:pt modelId="{BC43E251-C80B-4BD0-BEB7-90EAE84B9811}" type="sibTrans" cxnId="{A6254690-E673-4A0A-B152-D7E0878FF0FA}">
      <dgm:prSet/>
      <dgm:spPr/>
      <dgm:t>
        <a:bodyPr/>
        <a:lstStyle/>
        <a:p>
          <a:endParaRPr lang="en-US"/>
        </a:p>
      </dgm:t>
    </dgm:pt>
    <dgm:pt modelId="{A1DC1EDB-A596-4309-A75B-477FDD39D4F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Block sets</a:t>
          </a:r>
          <a:endParaRPr lang="en-US"/>
        </a:p>
      </dgm:t>
    </dgm:pt>
    <dgm:pt modelId="{0BFAC6CF-B8C2-42CC-A369-DD1FE09DC349}" type="parTrans" cxnId="{CCCC1B68-4299-4699-B930-50A04352BC64}">
      <dgm:prSet/>
      <dgm:spPr/>
      <dgm:t>
        <a:bodyPr/>
        <a:lstStyle/>
        <a:p>
          <a:endParaRPr lang="en-US"/>
        </a:p>
      </dgm:t>
    </dgm:pt>
    <dgm:pt modelId="{C16293EF-E8C2-4C86-8CEF-C95D29E4DE57}" type="sibTrans" cxnId="{CCCC1B68-4299-4699-B930-50A04352BC64}">
      <dgm:prSet/>
      <dgm:spPr/>
      <dgm:t>
        <a:bodyPr/>
        <a:lstStyle/>
        <a:p>
          <a:endParaRPr lang="en-US"/>
        </a:p>
      </dgm:t>
    </dgm:pt>
    <dgm:pt modelId="{3643CEFD-95F9-455B-AF7D-59C16EFC50C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Nodes maintain three sets of blocks: </a:t>
          </a:r>
        </a:p>
      </dgm:t>
    </dgm:pt>
    <dgm:pt modelId="{8A353736-6EB9-4C9D-9006-5D0789EBBE6D}" type="parTrans" cxnId="{2AB64F8A-B02F-4023-9A0B-EE61CE042CD8}">
      <dgm:prSet/>
      <dgm:spPr/>
      <dgm:t>
        <a:bodyPr/>
        <a:lstStyle/>
        <a:p>
          <a:endParaRPr lang="en-US"/>
        </a:p>
      </dgm:t>
    </dgm:pt>
    <dgm:pt modelId="{CFBB0F7C-89CB-4D90-940D-C3B8B26364F5}" type="sibTrans" cxnId="{2AB64F8A-B02F-4023-9A0B-EE61CE042CD8}">
      <dgm:prSet/>
      <dgm:spPr/>
      <dgm:t>
        <a:bodyPr/>
        <a:lstStyle/>
        <a:p>
          <a:endParaRPr lang="en-US"/>
        </a:p>
      </dgm:t>
    </dgm:pt>
    <dgm:pt modelId="{87D0CF3C-A69B-49EA-BE18-BB71B37F7793}" type="pres">
      <dgm:prSet presAssocID="{0261D1E5-41DD-4247-9949-2A5C4292203A}" presName="root" presStyleCnt="0">
        <dgm:presLayoutVars>
          <dgm:dir/>
          <dgm:resizeHandles val="exact"/>
        </dgm:presLayoutVars>
      </dgm:prSet>
      <dgm:spPr/>
    </dgm:pt>
    <dgm:pt modelId="{6917B599-A99B-46EB-A164-C9420ADAC0FE}" type="pres">
      <dgm:prSet presAssocID="{AE3A5050-3D0F-4FF6-81FC-C404CBEA5E50}" presName="compNode" presStyleCnt="0"/>
      <dgm:spPr/>
    </dgm:pt>
    <dgm:pt modelId="{BA8C3752-76A8-4D4B-8A39-7B0373878AF3}" type="pres">
      <dgm:prSet presAssocID="{AE3A5050-3D0F-4FF6-81FC-C404CBEA5E50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ranching Diagram"/>
        </a:ext>
      </dgm:extLst>
    </dgm:pt>
    <dgm:pt modelId="{E073A1D4-8223-4E39-9036-E81F87C23EB6}" type="pres">
      <dgm:prSet presAssocID="{AE3A5050-3D0F-4FF6-81FC-C404CBEA5E50}" presName="iconSpace" presStyleCnt="0"/>
      <dgm:spPr/>
    </dgm:pt>
    <dgm:pt modelId="{77235302-5FD1-4016-80DE-1E1A0A545384}" type="pres">
      <dgm:prSet presAssocID="{AE3A5050-3D0F-4FF6-81FC-C404CBEA5E50}" presName="parTx" presStyleLbl="revTx" presStyleIdx="0" presStyleCnt="4">
        <dgm:presLayoutVars>
          <dgm:chMax val="0"/>
          <dgm:chPref val="0"/>
        </dgm:presLayoutVars>
      </dgm:prSet>
      <dgm:spPr/>
    </dgm:pt>
    <dgm:pt modelId="{EBD11490-8F4E-4399-B295-564D71FBCADB}" type="pres">
      <dgm:prSet presAssocID="{AE3A5050-3D0F-4FF6-81FC-C404CBEA5E50}" presName="txSpace" presStyleCnt="0"/>
      <dgm:spPr/>
    </dgm:pt>
    <dgm:pt modelId="{30B78663-2F7F-4851-8BD7-DFE4A7331F9E}" type="pres">
      <dgm:prSet presAssocID="{AE3A5050-3D0F-4FF6-81FC-C404CBEA5E50}" presName="desTx" presStyleLbl="revTx" presStyleIdx="1" presStyleCnt="4">
        <dgm:presLayoutVars/>
      </dgm:prSet>
      <dgm:spPr/>
    </dgm:pt>
    <dgm:pt modelId="{1F537F41-151B-4744-98E1-C65E8BCAE336}" type="pres">
      <dgm:prSet presAssocID="{3DFEB217-9468-4445-8F76-7C77D953DE4A}" presName="sibTrans" presStyleCnt="0"/>
      <dgm:spPr/>
    </dgm:pt>
    <dgm:pt modelId="{35DEB4AA-F57F-4634-976D-761E1FB95158}" type="pres">
      <dgm:prSet presAssocID="{A1DC1EDB-A596-4309-A75B-477FDD39D4F0}" presName="compNode" presStyleCnt="0"/>
      <dgm:spPr/>
    </dgm:pt>
    <dgm:pt modelId="{F9E878D8-B624-4477-96FB-40B4D162A545}" type="pres">
      <dgm:prSet presAssocID="{A1DC1EDB-A596-4309-A75B-477FDD39D4F0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Ağ"/>
        </a:ext>
      </dgm:extLst>
    </dgm:pt>
    <dgm:pt modelId="{B0EF53DF-86BE-46F8-89A7-75D5FE22C7D0}" type="pres">
      <dgm:prSet presAssocID="{A1DC1EDB-A596-4309-A75B-477FDD39D4F0}" presName="iconSpace" presStyleCnt="0"/>
      <dgm:spPr/>
    </dgm:pt>
    <dgm:pt modelId="{A918EB31-9F48-4098-9535-C04EDC14190A}" type="pres">
      <dgm:prSet presAssocID="{A1DC1EDB-A596-4309-A75B-477FDD39D4F0}" presName="parTx" presStyleLbl="revTx" presStyleIdx="2" presStyleCnt="4">
        <dgm:presLayoutVars>
          <dgm:chMax val="0"/>
          <dgm:chPref val="0"/>
        </dgm:presLayoutVars>
      </dgm:prSet>
      <dgm:spPr/>
    </dgm:pt>
    <dgm:pt modelId="{9A7CAF84-E395-4769-BF53-1B64F9DD9BD9}" type="pres">
      <dgm:prSet presAssocID="{A1DC1EDB-A596-4309-A75B-477FDD39D4F0}" presName="txSpace" presStyleCnt="0"/>
      <dgm:spPr/>
    </dgm:pt>
    <dgm:pt modelId="{7E139EEC-85F9-4960-8B38-3362AD8A1298}" type="pres">
      <dgm:prSet presAssocID="{A1DC1EDB-A596-4309-A75B-477FDD39D4F0}" presName="desTx" presStyleLbl="revTx" presStyleIdx="3" presStyleCnt="4">
        <dgm:presLayoutVars/>
      </dgm:prSet>
      <dgm:spPr/>
    </dgm:pt>
  </dgm:ptLst>
  <dgm:cxnLst>
    <dgm:cxn modelId="{D6B0E763-E556-4946-AE50-BF3F818043E2}" type="presOf" srcId="{DAB63D6E-6D6A-4350-B20D-9BF28E197406}" destId="{30B78663-2F7F-4851-8BD7-DFE4A7331F9E}" srcOrd="0" destOrd="0" presId="urn:microsoft.com/office/officeart/2018/5/layout/CenteredIconLabelDescriptionList"/>
    <dgm:cxn modelId="{CCCC1B68-4299-4699-B930-50A04352BC64}" srcId="{0261D1E5-41DD-4247-9949-2A5C4292203A}" destId="{A1DC1EDB-A596-4309-A75B-477FDD39D4F0}" srcOrd="1" destOrd="0" parTransId="{0BFAC6CF-B8C2-42CC-A369-DD1FE09DC349}" sibTransId="{C16293EF-E8C2-4C86-8CEF-C95D29E4DE57}"/>
    <dgm:cxn modelId="{EA9FC149-568C-413E-8145-1821A445DCE3}" type="presOf" srcId="{3643CEFD-95F9-455B-AF7D-59C16EFC50CE}" destId="{7E139EEC-85F9-4960-8B38-3362AD8A1298}" srcOrd="0" destOrd="0" presId="urn:microsoft.com/office/officeart/2018/5/layout/CenteredIconLabelDescriptionList"/>
    <dgm:cxn modelId="{5E0DCF70-18E8-4731-B32F-24D021CC6F8A}" type="presOf" srcId="{0261D1E5-41DD-4247-9949-2A5C4292203A}" destId="{87D0CF3C-A69B-49EA-BE18-BB71B37F7793}" srcOrd="0" destOrd="0" presId="urn:microsoft.com/office/officeart/2018/5/layout/CenteredIconLabelDescriptionList"/>
    <dgm:cxn modelId="{D90BE857-2B2C-486D-B194-1C7E0B9F0867}" type="presOf" srcId="{A1DC1EDB-A596-4309-A75B-477FDD39D4F0}" destId="{A918EB31-9F48-4098-9535-C04EDC14190A}" srcOrd="0" destOrd="0" presId="urn:microsoft.com/office/officeart/2018/5/layout/CenteredIconLabelDescriptionList"/>
    <dgm:cxn modelId="{2AB64F8A-B02F-4023-9A0B-EE61CE042CD8}" srcId="{A1DC1EDB-A596-4309-A75B-477FDD39D4F0}" destId="{3643CEFD-95F9-455B-AF7D-59C16EFC50CE}" srcOrd="0" destOrd="0" parTransId="{8A353736-6EB9-4C9D-9006-5D0789EBBE6D}" sibTransId="{CFBB0F7C-89CB-4D90-940D-C3B8B26364F5}"/>
    <dgm:cxn modelId="{A6254690-E673-4A0A-B152-D7E0878FF0FA}" srcId="{AE3A5050-3D0F-4FF6-81FC-C404CBEA5E50}" destId="{3A9BFCF6-A5DB-4474-88B4-C069D7902651}" srcOrd="1" destOrd="0" parTransId="{6625B27D-055C-4376-A2DD-BEAD94124620}" sibTransId="{BC43E251-C80B-4BD0-BEB7-90EAE84B9811}"/>
    <dgm:cxn modelId="{C69473DB-39B1-465D-A053-C41CAC6A5A74}" srcId="{AE3A5050-3D0F-4FF6-81FC-C404CBEA5E50}" destId="{DAB63D6E-6D6A-4350-B20D-9BF28E197406}" srcOrd="0" destOrd="0" parTransId="{B298BD91-DDEB-4229-973C-D967B423C4A2}" sibTransId="{ADA4EFE5-665D-4FE8-9478-7272065DA784}"/>
    <dgm:cxn modelId="{B93B24DE-BB40-4056-A648-198434752B5A}" type="presOf" srcId="{3A9BFCF6-A5DB-4474-88B4-C069D7902651}" destId="{30B78663-2F7F-4851-8BD7-DFE4A7331F9E}" srcOrd="0" destOrd="1" presId="urn:microsoft.com/office/officeart/2018/5/layout/CenteredIconLabelDescriptionList"/>
    <dgm:cxn modelId="{E2A096E3-A132-40AA-8E70-4465818C5C31}" type="presOf" srcId="{AE3A5050-3D0F-4FF6-81FC-C404CBEA5E50}" destId="{77235302-5FD1-4016-80DE-1E1A0A545384}" srcOrd="0" destOrd="0" presId="urn:microsoft.com/office/officeart/2018/5/layout/CenteredIconLabelDescriptionList"/>
    <dgm:cxn modelId="{742917F1-F033-4DCE-BE0C-9F6B5242B268}" srcId="{0261D1E5-41DD-4247-9949-2A5C4292203A}" destId="{AE3A5050-3D0F-4FF6-81FC-C404CBEA5E50}" srcOrd="0" destOrd="0" parTransId="{D0BF04D9-1C75-44FA-8A73-739FC11664EA}" sibTransId="{3DFEB217-9468-4445-8F76-7C77D953DE4A}"/>
    <dgm:cxn modelId="{1B79EE7D-6650-4D53-A432-6E01B9276B11}" type="presParOf" srcId="{87D0CF3C-A69B-49EA-BE18-BB71B37F7793}" destId="{6917B599-A99B-46EB-A164-C9420ADAC0FE}" srcOrd="0" destOrd="0" presId="urn:microsoft.com/office/officeart/2018/5/layout/CenteredIconLabelDescriptionList"/>
    <dgm:cxn modelId="{797991B0-8583-420E-8CB6-984F0B18D5DF}" type="presParOf" srcId="{6917B599-A99B-46EB-A164-C9420ADAC0FE}" destId="{BA8C3752-76A8-4D4B-8A39-7B0373878AF3}" srcOrd="0" destOrd="0" presId="urn:microsoft.com/office/officeart/2018/5/layout/CenteredIconLabelDescriptionList"/>
    <dgm:cxn modelId="{30B85F9A-57D7-4B93-A5C5-C3B8DB0CB913}" type="presParOf" srcId="{6917B599-A99B-46EB-A164-C9420ADAC0FE}" destId="{E073A1D4-8223-4E39-9036-E81F87C23EB6}" srcOrd="1" destOrd="0" presId="urn:microsoft.com/office/officeart/2018/5/layout/CenteredIconLabelDescriptionList"/>
    <dgm:cxn modelId="{C20242AC-CFE9-4E6E-983F-A15D34B78D7F}" type="presParOf" srcId="{6917B599-A99B-46EB-A164-C9420ADAC0FE}" destId="{77235302-5FD1-4016-80DE-1E1A0A545384}" srcOrd="2" destOrd="0" presId="urn:microsoft.com/office/officeart/2018/5/layout/CenteredIconLabelDescriptionList"/>
    <dgm:cxn modelId="{478A6C90-4EE4-426D-8BFD-98823884DE2E}" type="presParOf" srcId="{6917B599-A99B-46EB-A164-C9420ADAC0FE}" destId="{EBD11490-8F4E-4399-B295-564D71FBCADB}" srcOrd="3" destOrd="0" presId="urn:microsoft.com/office/officeart/2018/5/layout/CenteredIconLabelDescriptionList"/>
    <dgm:cxn modelId="{DA361E4E-DA33-40BE-8AEB-321648942AA2}" type="presParOf" srcId="{6917B599-A99B-46EB-A164-C9420ADAC0FE}" destId="{30B78663-2F7F-4851-8BD7-DFE4A7331F9E}" srcOrd="4" destOrd="0" presId="urn:microsoft.com/office/officeart/2018/5/layout/CenteredIconLabelDescriptionList"/>
    <dgm:cxn modelId="{17102F1C-CAF7-41E3-A521-682AB64BE5D1}" type="presParOf" srcId="{87D0CF3C-A69B-49EA-BE18-BB71B37F7793}" destId="{1F537F41-151B-4744-98E1-C65E8BCAE336}" srcOrd="1" destOrd="0" presId="urn:microsoft.com/office/officeart/2018/5/layout/CenteredIconLabelDescriptionList"/>
    <dgm:cxn modelId="{020E3041-3813-4A9F-BAA9-2DE67CC8EFAF}" type="presParOf" srcId="{87D0CF3C-A69B-49EA-BE18-BB71B37F7793}" destId="{35DEB4AA-F57F-4634-976D-761E1FB95158}" srcOrd="2" destOrd="0" presId="urn:microsoft.com/office/officeart/2018/5/layout/CenteredIconLabelDescriptionList"/>
    <dgm:cxn modelId="{CCE34F58-7545-4882-9E45-23AD2B7858AD}" type="presParOf" srcId="{35DEB4AA-F57F-4634-976D-761E1FB95158}" destId="{F9E878D8-B624-4477-96FB-40B4D162A545}" srcOrd="0" destOrd="0" presId="urn:microsoft.com/office/officeart/2018/5/layout/CenteredIconLabelDescriptionList"/>
    <dgm:cxn modelId="{33DAF195-657E-44A4-B6C9-C0A154F8DD82}" type="presParOf" srcId="{35DEB4AA-F57F-4634-976D-761E1FB95158}" destId="{B0EF53DF-86BE-46F8-89A7-75D5FE22C7D0}" srcOrd="1" destOrd="0" presId="urn:microsoft.com/office/officeart/2018/5/layout/CenteredIconLabelDescriptionList"/>
    <dgm:cxn modelId="{1622917D-F0E1-4172-A3F8-134F38354383}" type="presParOf" srcId="{35DEB4AA-F57F-4634-976D-761E1FB95158}" destId="{A918EB31-9F48-4098-9535-C04EDC14190A}" srcOrd="2" destOrd="0" presId="urn:microsoft.com/office/officeart/2018/5/layout/CenteredIconLabelDescriptionList"/>
    <dgm:cxn modelId="{351A7C2F-E856-46A3-8C6B-08557A4EA14D}" type="presParOf" srcId="{35DEB4AA-F57F-4634-976D-761E1FB95158}" destId="{9A7CAF84-E395-4769-BF53-1B64F9DD9BD9}" srcOrd="3" destOrd="0" presId="urn:microsoft.com/office/officeart/2018/5/layout/CenteredIconLabelDescriptionList"/>
    <dgm:cxn modelId="{905011BA-F606-4F71-8343-98818161AAF9}" type="presParOf" srcId="{35DEB4AA-F57F-4634-976D-761E1FB95158}" destId="{7E139EEC-85F9-4960-8B38-3362AD8A129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8.xml><?xml version="1.0" encoding="utf-8"?>
<dgm:dataModel xmlns:dgm="http://schemas.openxmlformats.org/drawingml/2006/diagram" xmlns:a="http://schemas.openxmlformats.org/drawingml/2006/main">
  <dgm:ptLst>
    <dgm:pt modelId="{0261D1E5-41DD-4247-9949-2A5C4292203A}" type="doc">
      <dgm:prSet loTypeId="urn:microsoft.com/office/officeart/2005/8/layout/list1" loCatId="list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29D9052B-22C6-4DD2-98EB-A6439900C895}">
      <dgm:prSet/>
      <dgm:spPr/>
      <dgm:t>
        <a:bodyPr/>
        <a:lstStyle/>
        <a:p>
          <a:r>
            <a:rPr lang="tr-TR"/>
            <a:t>Primary chains</a:t>
          </a:r>
          <a:endParaRPr lang="en-US"/>
        </a:p>
      </dgm:t>
    </dgm:pt>
    <dgm:pt modelId="{03CC23FF-C3DD-4D7F-9489-205E68C70CC2}" type="parTrans" cxnId="{DBE009B3-BEBB-4412-AD59-409281D94EB5}">
      <dgm:prSet/>
      <dgm:spPr/>
      <dgm:t>
        <a:bodyPr/>
        <a:lstStyle/>
        <a:p>
          <a:endParaRPr lang="en-US"/>
        </a:p>
      </dgm:t>
    </dgm:pt>
    <dgm:pt modelId="{21B715BE-44BC-4B2B-96DF-22F7664AE073}" type="sibTrans" cxnId="{DBE009B3-BEBB-4412-AD59-409281D94EB5}">
      <dgm:prSet/>
      <dgm:spPr/>
      <dgm:t>
        <a:bodyPr/>
        <a:lstStyle/>
        <a:p>
          <a:endParaRPr lang="en-US"/>
        </a:p>
      </dgm:t>
    </dgm:pt>
    <dgm:pt modelId="{7139B5EF-14F2-44C9-99B0-1227C5164662}">
      <dgm:prSet/>
      <dgm:spPr/>
      <dgm:t>
        <a:bodyPr/>
        <a:lstStyle/>
        <a:p>
          <a:r>
            <a:rPr lang="en-US"/>
            <a:t>those connected to the main blockchain </a:t>
          </a:r>
        </a:p>
      </dgm:t>
    </dgm:pt>
    <dgm:pt modelId="{418B381F-BBC0-4E72-8F76-3E94FFD378D3}" type="parTrans" cxnId="{57CD1528-DA40-46E1-AA4D-C9E5772A3F22}">
      <dgm:prSet/>
      <dgm:spPr/>
      <dgm:t>
        <a:bodyPr/>
        <a:lstStyle/>
        <a:p>
          <a:endParaRPr lang="en-US"/>
        </a:p>
      </dgm:t>
    </dgm:pt>
    <dgm:pt modelId="{0CC67A98-936E-4791-BEF2-3043DE441B22}" type="sibTrans" cxnId="{57CD1528-DA40-46E1-AA4D-C9E5772A3F22}">
      <dgm:prSet/>
      <dgm:spPr/>
      <dgm:t>
        <a:bodyPr/>
        <a:lstStyle/>
        <a:p>
          <a:endParaRPr lang="en-US"/>
        </a:p>
      </dgm:t>
    </dgm:pt>
    <dgm:pt modelId="{0280C0A3-44EA-4249-BB10-40DC85437D82}">
      <dgm:prSet/>
      <dgm:spPr/>
      <dgm:t>
        <a:bodyPr/>
        <a:lstStyle/>
        <a:p>
          <a:r>
            <a:rPr lang="tr-TR"/>
            <a:t>Secondary chains</a:t>
          </a:r>
          <a:endParaRPr lang="en-US"/>
        </a:p>
      </dgm:t>
    </dgm:pt>
    <dgm:pt modelId="{EC10D452-1244-4F42-AE8D-ABBEA8363311}" type="parTrans" cxnId="{AA22D327-8DCB-4FEC-9640-9B6D90B081D3}">
      <dgm:prSet/>
      <dgm:spPr/>
      <dgm:t>
        <a:bodyPr/>
        <a:lstStyle/>
        <a:p>
          <a:endParaRPr lang="en-US"/>
        </a:p>
      </dgm:t>
    </dgm:pt>
    <dgm:pt modelId="{F30A8736-D78E-4F95-8666-98958949D2ED}" type="sibTrans" cxnId="{AA22D327-8DCB-4FEC-9640-9B6D90B081D3}">
      <dgm:prSet/>
      <dgm:spPr/>
      <dgm:t>
        <a:bodyPr/>
        <a:lstStyle/>
        <a:p>
          <a:endParaRPr lang="en-US"/>
        </a:p>
      </dgm:t>
    </dgm:pt>
    <dgm:pt modelId="{3174D05C-9430-4EC2-A1D9-5B6F858603F3}">
      <dgm:prSet/>
      <dgm:spPr/>
      <dgm:t>
        <a:bodyPr/>
        <a:lstStyle/>
        <a:p>
          <a:r>
            <a:rPr lang="en-US"/>
            <a:t>those</a:t>
          </a:r>
          <a:r>
            <a:rPr lang="tr-TR"/>
            <a:t> </a:t>
          </a:r>
          <a:r>
            <a:rPr lang="en-US"/>
            <a:t>that form branches off the main blockchain</a:t>
          </a:r>
        </a:p>
      </dgm:t>
    </dgm:pt>
    <dgm:pt modelId="{B94C6FBF-56AB-485E-87DE-66FC4BFEF97A}" type="parTrans" cxnId="{A88C0227-D09B-4F93-9FC4-EBB34ABC305D}">
      <dgm:prSet/>
      <dgm:spPr/>
      <dgm:t>
        <a:bodyPr/>
        <a:lstStyle/>
        <a:p>
          <a:endParaRPr lang="en-US"/>
        </a:p>
      </dgm:t>
    </dgm:pt>
    <dgm:pt modelId="{E85BB0AC-EAA6-48D6-9353-1EB899FE897C}" type="sibTrans" cxnId="{A88C0227-D09B-4F93-9FC4-EBB34ABC305D}">
      <dgm:prSet/>
      <dgm:spPr/>
      <dgm:t>
        <a:bodyPr/>
        <a:lstStyle/>
        <a:p>
          <a:endParaRPr lang="en-US"/>
        </a:p>
      </dgm:t>
    </dgm:pt>
    <dgm:pt modelId="{6D7D6AED-63F7-4369-B892-590796F88E6B}">
      <dgm:prSet/>
      <dgm:spPr/>
      <dgm:t>
        <a:bodyPr/>
        <a:lstStyle/>
        <a:p>
          <a:r>
            <a:rPr lang="en-US"/>
            <a:t>orphans</a:t>
          </a:r>
        </a:p>
      </dgm:t>
    </dgm:pt>
    <dgm:pt modelId="{216E81DE-B979-40B8-8095-E338619C1027}" type="parTrans" cxnId="{45A0AE91-E765-4273-B34A-9BD6959CF83C}">
      <dgm:prSet/>
      <dgm:spPr/>
      <dgm:t>
        <a:bodyPr/>
        <a:lstStyle/>
        <a:p>
          <a:endParaRPr lang="en-US"/>
        </a:p>
      </dgm:t>
    </dgm:pt>
    <dgm:pt modelId="{85EB9AAD-09FE-4195-AC11-D992797BB02F}" type="sibTrans" cxnId="{45A0AE91-E765-4273-B34A-9BD6959CF83C}">
      <dgm:prSet/>
      <dgm:spPr/>
      <dgm:t>
        <a:bodyPr/>
        <a:lstStyle/>
        <a:p>
          <a:endParaRPr lang="en-US"/>
        </a:p>
      </dgm:t>
    </dgm:pt>
    <dgm:pt modelId="{8DE815DF-14C7-4C65-A9FC-2B63D07B4E07}">
      <dgm:prSet/>
      <dgm:spPr/>
      <dgm:t>
        <a:bodyPr/>
        <a:lstStyle/>
        <a:p>
          <a:r>
            <a:rPr lang="en-US"/>
            <a:t>blocks</a:t>
          </a:r>
          <a:r>
            <a:rPr lang="tr-TR"/>
            <a:t> </a:t>
          </a:r>
          <a:r>
            <a:rPr lang="en-US"/>
            <a:t>that do not have a known parent in the known chains</a:t>
          </a:r>
        </a:p>
      </dgm:t>
    </dgm:pt>
    <dgm:pt modelId="{0F4D6C1C-7F0F-4DB3-A664-600C867AC82E}" type="parTrans" cxnId="{389187B2-C135-4A41-B6BE-F3DFE2801989}">
      <dgm:prSet/>
      <dgm:spPr/>
      <dgm:t>
        <a:bodyPr/>
        <a:lstStyle/>
        <a:p>
          <a:endParaRPr lang="en-US"/>
        </a:p>
      </dgm:t>
    </dgm:pt>
    <dgm:pt modelId="{221365B3-9F31-42C4-A73E-184CB5FF31C7}" type="sibTrans" cxnId="{389187B2-C135-4A41-B6BE-F3DFE2801989}">
      <dgm:prSet/>
      <dgm:spPr/>
      <dgm:t>
        <a:bodyPr/>
        <a:lstStyle/>
        <a:p>
          <a:endParaRPr lang="en-US"/>
        </a:p>
      </dgm:t>
    </dgm:pt>
    <dgm:pt modelId="{B0C4D8E6-33C3-4CC6-A65D-EB61C72A74BE}" type="pres">
      <dgm:prSet presAssocID="{0261D1E5-41DD-4247-9949-2A5C4292203A}" presName="linear" presStyleCnt="0">
        <dgm:presLayoutVars>
          <dgm:dir/>
          <dgm:animLvl val="lvl"/>
          <dgm:resizeHandles val="exact"/>
        </dgm:presLayoutVars>
      </dgm:prSet>
      <dgm:spPr/>
    </dgm:pt>
    <dgm:pt modelId="{833224C1-8053-4D1C-B5BB-114F46F34ACF}" type="pres">
      <dgm:prSet presAssocID="{29D9052B-22C6-4DD2-98EB-A6439900C895}" presName="parentLin" presStyleCnt="0"/>
      <dgm:spPr/>
    </dgm:pt>
    <dgm:pt modelId="{7364B251-07CC-4262-BD07-165E35F444BB}" type="pres">
      <dgm:prSet presAssocID="{29D9052B-22C6-4DD2-98EB-A6439900C895}" presName="parentLeftMargin" presStyleLbl="node1" presStyleIdx="0" presStyleCnt="3"/>
      <dgm:spPr/>
    </dgm:pt>
    <dgm:pt modelId="{33BAA1E0-4D04-408C-ACBA-D2B10075E9AD}" type="pres">
      <dgm:prSet presAssocID="{29D9052B-22C6-4DD2-98EB-A6439900C895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8D9BE574-D817-416C-A7B2-EF509CDA3671}" type="pres">
      <dgm:prSet presAssocID="{29D9052B-22C6-4DD2-98EB-A6439900C895}" presName="negativeSpace" presStyleCnt="0"/>
      <dgm:spPr/>
    </dgm:pt>
    <dgm:pt modelId="{AF872425-05A5-4EBE-9FE8-62126CFA818C}" type="pres">
      <dgm:prSet presAssocID="{29D9052B-22C6-4DD2-98EB-A6439900C895}" presName="childText" presStyleLbl="conFgAcc1" presStyleIdx="0" presStyleCnt="3">
        <dgm:presLayoutVars>
          <dgm:bulletEnabled val="1"/>
        </dgm:presLayoutVars>
      </dgm:prSet>
      <dgm:spPr/>
    </dgm:pt>
    <dgm:pt modelId="{E1C8C64A-C368-4EA5-B2BC-E12CA095750D}" type="pres">
      <dgm:prSet presAssocID="{21B715BE-44BC-4B2B-96DF-22F7664AE073}" presName="spaceBetweenRectangles" presStyleCnt="0"/>
      <dgm:spPr/>
    </dgm:pt>
    <dgm:pt modelId="{0BA7940F-7EE4-4183-A904-D7368C02E4AC}" type="pres">
      <dgm:prSet presAssocID="{0280C0A3-44EA-4249-BB10-40DC85437D82}" presName="parentLin" presStyleCnt="0"/>
      <dgm:spPr/>
    </dgm:pt>
    <dgm:pt modelId="{0A4CFA70-E531-46F4-8B55-F98949D417E9}" type="pres">
      <dgm:prSet presAssocID="{0280C0A3-44EA-4249-BB10-40DC85437D82}" presName="parentLeftMargin" presStyleLbl="node1" presStyleIdx="0" presStyleCnt="3"/>
      <dgm:spPr/>
    </dgm:pt>
    <dgm:pt modelId="{148FF7B5-3BFA-4889-9969-35C634E90593}" type="pres">
      <dgm:prSet presAssocID="{0280C0A3-44EA-4249-BB10-40DC85437D82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B9300E8B-1D87-4A4F-998D-02D20BFAD5F9}" type="pres">
      <dgm:prSet presAssocID="{0280C0A3-44EA-4249-BB10-40DC85437D82}" presName="negativeSpace" presStyleCnt="0"/>
      <dgm:spPr/>
    </dgm:pt>
    <dgm:pt modelId="{6A6CFBE5-50E8-470F-914F-C44966E20AF2}" type="pres">
      <dgm:prSet presAssocID="{0280C0A3-44EA-4249-BB10-40DC85437D82}" presName="childText" presStyleLbl="conFgAcc1" presStyleIdx="1" presStyleCnt="3">
        <dgm:presLayoutVars>
          <dgm:bulletEnabled val="1"/>
        </dgm:presLayoutVars>
      </dgm:prSet>
      <dgm:spPr/>
    </dgm:pt>
    <dgm:pt modelId="{6A2C59C4-6B66-4DA0-9B1A-A21C4FC6F4F4}" type="pres">
      <dgm:prSet presAssocID="{F30A8736-D78E-4F95-8666-98958949D2ED}" presName="spaceBetweenRectangles" presStyleCnt="0"/>
      <dgm:spPr/>
    </dgm:pt>
    <dgm:pt modelId="{10165CF7-55D7-4A2E-B394-73F192C59351}" type="pres">
      <dgm:prSet presAssocID="{6D7D6AED-63F7-4369-B892-590796F88E6B}" presName="parentLin" presStyleCnt="0"/>
      <dgm:spPr/>
    </dgm:pt>
    <dgm:pt modelId="{F8C96FB7-9A13-49F9-95D6-D592A27CDBDF}" type="pres">
      <dgm:prSet presAssocID="{6D7D6AED-63F7-4369-B892-590796F88E6B}" presName="parentLeftMargin" presStyleLbl="node1" presStyleIdx="1" presStyleCnt="3"/>
      <dgm:spPr/>
    </dgm:pt>
    <dgm:pt modelId="{0CCCDF6D-1EA5-4D40-B360-94DD544B8C92}" type="pres">
      <dgm:prSet presAssocID="{6D7D6AED-63F7-4369-B892-590796F88E6B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79213017-9A1A-4A68-A91C-2C8FFE63B415}" type="pres">
      <dgm:prSet presAssocID="{6D7D6AED-63F7-4369-B892-590796F88E6B}" presName="negativeSpace" presStyleCnt="0"/>
      <dgm:spPr/>
    </dgm:pt>
    <dgm:pt modelId="{DB99E77B-BE93-44BC-BC49-EB77058179F8}" type="pres">
      <dgm:prSet presAssocID="{6D7D6AED-63F7-4369-B892-590796F88E6B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CEAC6011-8091-4767-A511-BCA21126CF14}" type="presOf" srcId="{0261D1E5-41DD-4247-9949-2A5C4292203A}" destId="{B0C4D8E6-33C3-4CC6-A65D-EB61C72A74BE}" srcOrd="0" destOrd="0" presId="urn:microsoft.com/office/officeart/2005/8/layout/list1"/>
    <dgm:cxn modelId="{1338051B-0023-4D36-8C31-AE726BD646AF}" type="presOf" srcId="{29D9052B-22C6-4DD2-98EB-A6439900C895}" destId="{33BAA1E0-4D04-408C-ACBA-D2B10075E9AD}" srcOrd="1" destOrd="0" presId="urn:microsoft.com/office/officeart/2005/8/layout/list1"/>
    <dgm:cxn modelId="{A88C0227-D09B-4F93-9FC4-EBB34ABC305D}" srcId="{0280C0A3-44EA-4249-BB10-40DC85437D82}" destId="{3174D05C-9430-4EC2-A1D9-5B6F858603F3}" srcOrd="0" destOrd="0" parTransId="{B94C6FBF-56AB-485E-87DE-66FC4BFEF97A}" sibTransId="{E85BB0AC-EAA6-48D6-9353-1EB899FE897C}"/>
    <dgm:cxn modelId="{AA22D327-8DCB-4FEC-9640-9B6D90B081D3}" srcId="{0261D1E5-41DD-4247-9949-2A5C4292203A}" destId="{0280C0A3-44EA-4249-BB10-40DC85437D82}" srcOrd="1" destOrd="0" parTransId="{EC10D452-1244-4F42-AE8D-ABBEA8363311}" sibTransId="{F30A8736-D78E-4F95-8666-98958949D2ED}"/>
    <dgm:cxn modelId="{57CD1528-DA40-46E1-AA4D-C9E5772A3F22}" srcId="{29D9052B-22C6-4DD2-98EB-A6439900C895}" destId="{7139B5EF-14F2-44C9-99B0-1227C5164662}" srcOrd="0" destOrd="0" parTransId="{418B381F-BBC0-4E72-8F76-3E94FFD378D3}" sibTransId="{0CC67A98-936E-4791-BEF2-3043DE441B22}"/>
    <dgm:cxn modelId="{70E43630-B24A-41BB-B69F-A3BA03C661A8}" type="presOf" srcId="{3174D05C-9430-4EC2-A1D9-5B6F858603F3}" destId="{6A6CFBE5-50E8-470F-914F-C44966E20AF2}" srcOrd="0" destOrd="0" presId="urn:microsoft.com/office/officeart/2005/8/layout/list1"/>
    <dgm:cxn modelId="{18D17732-2A46-452B-B4E2-FD8BB3D74AAB}" type="presOf" srcId="{6D7D6AED-63F7-4369-B892-590796F88E6B}" destId="{F8C96FB7-9A13-49F9-95D6-D592A27CDBDF}" srcOrd="0" destOrd="0" presId="urn:microsoft.com/office/officeart/2005/8/layout/list1"/>
    <dgm:cxn modelId="{33A98D72-7C1A-45BC-9A0C-C58F166977DD}" type="presOf" srcId="{0280C0A3-44EA-4249-BB10-40DC85437D82}" destId="{148FF7B5-3BFA-4889-9969-35C634E90593}" srcOrd="1" destOrd="0" presId="urn:microsoft.com/office/officeart/2005/8/layout/list1"/>
    <dgm:cxn modelId="{19134B57-902E-4977-A24A-42B952FD4545}" type="presOf" srcId="{29D9052B-22C6-4DD2-98EB-A6439900C895}" destId="{7364B251-07CC-4262-BD07-165E35F444BB}" srcOrd="0" destOrd="0" presId="urn:microsoft.com/office/officeart/2005/8/layout/list1"/>
    <dgm:cxn modelId="{45A0AE91-E765-4273-B34A-9BD6959CF83C}" srcId="{0261D1E5-41DD-4247-9949-2A5C4292203A}" destId="{6D7D6AED-63F7-4369-B892-590796F88E6B}" srcOrd="2" destOrd="0" parTransId="{216E81DE-B979-40B8-8095-E338619C1027}" sibTransId="{85EB9AAD-09FE-4195-AC11-D992797BB02F}"/>
    <dgm:cxn modelId="{389187B2-C135-4A41-B6BE-F3DFE2801989}" srcId="{6D7D6AED-63F7-4369-B892-590796F88E6B}" destId="{8DE815DF-14C7-4C65-A9FC-2B63D07B4E07}" srcOrd="0" destOrd="0" parTransId="{0F4D6C1C-7F0F-4DB3-A664-600C867AC82E}" sibTransId="{221365B3-9F31-42C4-A73E-184CB5FF31C7}"/>
    <dgm:cxn modelId="{DBE009B3-BEBB-4412-AD59-409281D94EB5}" srcId="{0261D1E5-41DD-4247-9949-2A5C4292203A}" destId="{29D9052B-22C6-4DD2-98EB-A6439900C895}" srcOrd="0" destOrd="0" parTransId="{03CC23FF-C3DD-4D7F-9489-205E68C70CC2}" sibTransId="{21B715BE-44BC-4B2B-96DF-22F7664AE073}"/>
    <dgm:cxn modelId="{B85FDEB6-D330-4F7D-97A2-6C286449B268}" type="presOf" srcId="{6D7D6AED-63F7-4369-B892-590796F88E6B}" destId="{0CCCDF6D-1EA5-4D40-B360-94DD544B8C92}" srcOrd="1" destOrd="0" presId="urn:microsoft.com/office/officeart/2005/8/layout/list1"/>
    <dgm:cxn modelId="{D19238DD-8D60-41B1-8473-B3067380D82B}" type="presOf" srcId="{8DE815DF-14C7-4C65-A9FC-2B63D07B4E07}" destId="{DB99E77B-BE93-44BC-BC49-EB77058179F8}" srcOrd="0" destOrd="0" presId="urn:microsoft.com/office/officeart/2005/8/layout/list1"/>
    <dgm:cxn modelId="{C27E0BE6-0C12-42C8-8681-B4A42B386F92}" type="presOf" srcId="{7139B5EF-14F2-44C9-99B0-1227C5164662}" destId="{AF872425-05A5-4EBE-9FE8-62126CFA818C}" srcOrd="0" destOrd="0" presId="urn:microsoft.com/office/officeart/2005/8/layout/list1"/>
    <dgm:cxn modelId="{A39256FB-CA8C-4D2C-8539-573AA419EAD6}" type="presOf" srcId="{0280C0A3-44EA-4249-BB10-40DC85437D82}" destId="{0A4CFA70-E531-46F4-8B55-F98949D417E9}" srcOrd="0" destOrd="0" presId="urn:microsoft.com/office/officeart/2005/8/layout/list1"/>
    <dgm:cxn modelId="{AAED43F1-CE9C-44A3-8A0A-0C0DBBD8E11E}" type="presParOf" srcId="{B0C4D8E6-33C3-4CC6-A65D-EB61C72A74BE}" destId="{833224C1-8053-4D1C-B5BB-114F46F34ACF}" srcOrd="0" destOrd="0" presId="urn:microsoft.com/office/officeart/2005/8/layout/list1"/>
    <dgm:cxn modelId="{9A3590FD-4EE2-485B-A25E-8A66E1B27D30}" type="presParOf" srcId="{833224C1-8053-4D1C-B5BB-114F46F34ACF}" destId="{7364B251-07CC-4262-BD07-165E35F444BB}" srcOrd="0" destOrd="0" presId="urn:microsoft.com/office/officeart/2005/8/layout/list1"/>
    <dgm:cxn modelId="{ACDE956F-EC1D-408A-AAEF-7F9C696A67A6}" type="presParOf" srcId="{833224C1-8053-4D1C-B5BB-114F46F34ACF}" destId="{33BAA1E0-4D04-408C-ACBA-D2B10075E9AD}" srcOrd="1" destOrd="0" presId="urn:microsoft.com/office/officeart/2005/8/layout/list1"/>
    <dgm:cxn modelId="{9DD937D1-D3B1-4C07-9439-6B376AA15EC7}" type="presParOf" srcId="{B0C4D8E6-33C3-4CC6-A65D-EB61C72A74BE}" destId="{8D9BE574-D817-416C-A7B2-EF509CDA3671}" srcOrd="1" destOrd="0" presId="urn:microsoft.com/office/officeart/2005/8/layout/list1"/>
    <dgm:cxn modelId="{F08FB975-A244-4863-BF51-43A06DFA9A98}" type="presParOf" srcId="{B0C4D8E6-33C3-4CC6-A65D-EB61C72A74BE}" destId="{AF872425-05A5-4EBE-9FE8-62126CFA818C}" srcOrd="2" destOrd="0" presId="urn:microsoft.com/office/officeart/2005/8/layout/list1"/>
    <dgm:cxn modelId="{1AA696F9-9DA8-4635-A47B-466CB0F8C882}" type="presParOf" srcId="{B0C4D8E6-33C3-4CC6-A65D-EB61C72A74BE}" destId="{E1C8C64A-C368-4EA5-B2BC-E12CA095750D}" srcOrd="3" destOrd="0" presId="urn:microsoft.com/office/officeart/2005/8/layout/list1"/>
    <dgm:cxn modelId="{B863D33D-B006-449F-951C-065FC162BE1F}" type="presParOf" srcId="{B0C4D8E6-33C3-4CC6-A65D-EB61C72A74BE}" destId="{0BA7940F-7EE4-4183-A904-D7368C02E4AC}" srcOrd="4" destOrd="0" presId="urn:microsoft.com/office/officeart/2005/8/layout/list1"/>
    <dgm:cxn modelId="{B41E9CD2-EBB2-49F3-99AD-320299888900}" type="presParOf" srcId="{0BA7940F-7EE4-4183-A904-D7368C02E4AC}" destId="{0A4CFA70-E531-46F4-8B55-F98949D417E9}" srcOrd="0" destOrd="0" presId="urn:microsoft.com/office/officeart/2005/8/layout/list1"/>
    <dgm:cxn modelId="{54E909B1-2397-4B05-AB03-B43D740C4632}" type="presParOf" srcId="{0BA7940F-7EE4-4183-A904-D7368C02E4AC}" destId="{148FF7B5-3BFA-4889-9969-35C634E90593}" srcOrd="1" destOrd="0" presId="urn:microsoft.com/office/officeart/2005/8/layout/list1"/>
    <dgm:cxn modelId="{CAAA90F2-95CF-4115-AB14-7ABE99D2D7CE}" type="presParOf" srcId="{B0C4D8E6-33C3-4CC6-A65D-EB61C72A74BE}" destId="{B9300E8B-1D87-4A4F-998D-02D20BFAD5F9}" srcOrd="5" destOrd="0" presId="urn:microsoft.com/office/officeart/2005/8/layout/list1"/>
    <dgm:cxn modelId="{FF11B43A-6DE5-45EB-998B-1EE50EBDE0BE}" type="presParOf" srcId="{B0C4D8E6-33C3-4CC6-A65D-EB61C72A74BE}" destId="{6A6CFBE5-50E8-470F-914F-C44966E20AF2}" srcOrd="6" destOrd="0" presId="urn:microsoft.com/office/officeart/2005/8/layout/list1"/>
    <dgm:cxn modelId="{8FDF8D14-93BC-42F9-BAFC-2C853DCF3506}" type="presParOf" srcId="{B0C4D8E6-33C3-4CC6-A65D-EB61C72A74BE}" destId="{6A2C59C4-6B66-4DA0-9B1A-A21C4FC6F4F4}" srcOrd="7" destOrd="0" presId="urn:microsoft.com/office/officeart/2005/8/layout/list1"/>
    <dgm:cxn modelId="{711AB0B4-DD28-446D-A42E-421241204A37}" type="presParOf" srcId="{B0C4D8E6-33C3-4CC6-A65D-EB61C72A74BE}" destId="{10165CF7-55D7-4A2E-B394-73F192C59351}" srcOrd="8" destOrd="0" presId="urn:microsoft.com/office/officeart/2005/8/layout/list1"/>
    <dgm:cxn modelId="{1E26E8A9-AB95-45FD-A57E-082C55485417}" type="presParOf" srcId="{10165CF7-55D7-4A2E-B394-73F192C59351}" destId="{F8C96FB7-9A13-49F9-95D6-D592A27CDBDF}" srcOrd="0" destOrd="0" presId="urn:microsoft.com/office/officeart/2005/8/layout/list1"/>
    <dgm:cxn modelId="{9D68BF73-B36D-4EDF-95AC-FE9FDFDB1416}" type="presParOf" srcId="{10165CF7-55D7-4A2E-B394-73F192C59351}" destId="{0CCCDF6D-1EA5-4D40-B360-94DD544B8C92}" srcOrd="1" destOrd="0" presId="urn:microsoft.com/office/officeart/2005/8/layout/list1"/>
    <dgm:cxn modelId="{E4F7A7D6-25DC-410A-8653-7931E19B7773}" type="presParOf" srcId="{B0C4D8E6-33C3-4CC6-A65D-EB61C72A74BE}" destId="{79213017-9A1A-4A68-A91C-2C8FFE63B415}" srcOrd="9" destOrd="0" presId="urn:microsoft.com/office/officeart/2005/8/layout/list1"/>
    <dgm:cxn modelId="{9541A2F7-61B5-4620-8BB5-0AC71A419902}" type="presParOf" srcId="{B0C4D8E6-33C3-4CC6-A65D-EB61C72A74BE}" destId="{DB99E77B-BE93-44BC-BC49-EB77058179F8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9.xml><?xml version="1.0" encoding="utf-8"?>
<dgm:dataModel xmlns:dgm="http://schemas.openxmlformats.org/drawingml/2006/diagram" xmlns:a="http://schemas.openxmlformats.org/drawingml/2006/main">
  <dgm:ptLst>
    <dgm:pt modelId="{E1FA0B6A-9856-4662-A7F1-72B0B399516E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2BFFF348-4807-4F2B-A2E6-26E1A18275B1}">
      <dgm:prSet/>
      <dgm:spPr/>
      <dgm:t>
        <a:bodyPr/>
        <a:lstStyle/>
        <a:p>
          <a:r>
            <a:rPr lang="en-US" i="1" dirty="0"/>
            <a:t>valid </a:t>
          </a:r>
          <a:r>
            <a:rPr lang="en-US" dirty="0"/>
            <a:t>chain of blocks</a:t>
          </a:r>
        </a:p>
      </dgm:t>
    </dgm:pt>
    <dgm:pt modelId="{BF10D772-8A49-4DA1-A7EB-4D4675DF10D6}" type="parTrans" cxnId="{4B3EF7D9-228D-429F-934F-9B99162FB180}">
      <dgm:prSet/>
      <dgm:spPr/>
      <dgm:t>
        <a:bodyPr/>
        <a:lstStyle/>
        <a:p>
          <a:endParaRPr lang="en-US"/>
        </a:p>
      </dgm:t>
    </dgm:pt>
    <dgm:pt modelId="{7270A217-8225-4006-B37C-739901318F14}" type="sibTrans" cxnId="{4B3EF7D9-228D-429F-934F-9B99162FB180}">
      <dgm:prSet/>
      <dgm:spPr/>
      <dgm:t>
        <a:bodyPr/>
        <a:lstStyle/>
        <a:p>
          <a:endParaRPr lang="en-US"/>
        </a:p>
      </dgm:t>
    </dgm:pt>
    <dgm:pt modelId="{FFD4BCF7-AA88-4FC6-A9DD-1026BED13E63}">
      <dgm:prSet/>
      <dgm:spPr/>
      <dgm:t>
        <a:bodyPr/>
        <a:lstStyle/>
        <a:p>
          <a:r>
            <a:rPr lang="en-US" dirty="0"/>
            <a:t>The main chain</a:t>
          </a:r>
        </a:p>
      </dgm:t>
    </dgm:pt>
    <dgm:pt modelId="{B7ACD5F4-4B91-4C73-B277-814B7E247410}" type="parTrans" cxnId="{9335E276-B358-4AEE-AD8F-FED88E473363}">
      <dgm:prSet/>
      <dgm:spPr/>
      <dgm:t>
        <a:bodyPr/>
        <a:lstStyle/>
        <a:p>
          <a:endParaRPr lang="en-US"/>
        </a:p>
      </dgm:t>
    </dgm:pt>
    <dgm:pt modelId="{286D034C-2538-4AE1-92F1-E4312E5F26F9}" type="sibTrans" cxnId="{9335E276-B358-4AEE-AD8F-FED88E473363}">
      <dgm:prSet/>
      <dgm:spPr/>
      <dgm:t>
        <a:bodyPr/>
        <a:lstStyle/>
        <a:p>
          <a:endParaRPr lang="en-US"/>
        </a:p>
      </dgm:t>
    </dgm:pt>
    <dgm:pt modelId="{F3356E40-A866-4336-965F-BED824F17AE9}">
      <dgm:prSet/>
      <dgm:spPr/>
      <dgm:t>
        <a:bodyPr/>
        <a:lstStyle/>
        <a:p>
          <a:r>
            <a:rPr lang="en-US" dirty="0"/>
            <a:t>They are kept</a:t>
          </a:r>
        </a:p>
      </dgm:t>
    </dgm:pt>
    <dgm:pt modelId="{642DF8A2-AC18-46A9-952F-8AFBEDEFF65A}" type="parTrans" cxnId="{48674FF4-35F2-4C5D-98BC-E720A54E4861}">
      <dgm:prSet/>
      <dgm:spPr/>
      <dgm:t>
        <a:bodyPr/>
        <a:lstStyle/>
        <a:p>
          <a:endParaRPr lang="en-US"/>
        </a:p>
      </dgm:t>
    </dgm:pt>
    <dgm:pt modelId="{36F6B8C8-F702-4891-932B-B483683E1872}" type="sibTrans" cxnId="{48674FF4-35F2-4C5D-98BC-E720A54E4861}">
      <dgm:prSet/>
      <dgm:spPr/>
      <dgm:t>
        <a:bodyPr/>
        <a:lstStyle/>
        <a:p>
          <a:endParaRPr lang="en-US"/>
        </a:p>
      </dgm:t>
    </dgm:pt>
    <dgm:pt modelId="{EC900B34-B2E2-4837-A708-718096B1DF22}">
      <dgm:prSet/>
      <dgm:spPr/>
      <dgm:t>
        <a:bodyPr/>
        <a:lstStyle/>
        <a:p>
          <a:r>
            <a:rPr lang="en-US" dirty="0"/>
            <a:t>has the most cumulative</a:t>
          </a:r>
          <a:r>
            <a:rPr lang="tr-TR" dirty="0"/>
            <a:t> </a:t>
          </a:r>
          <a:r>
            <a:rPr lang="tr-TR" dirty="0" err="1"/>
            <a:t>Proof</a:t>
          </a:r>
          <a:r>
            <a:rPr lang="tr-TR" dirty="0"/>
            <a:t>-of-</a:t>
          </a:r>
          <a:r>
            <a:rPr lang="tr-TR" dirty="0" err="1"/>
            <a:t>Work</a:t>
          </a:r>
          <a:endParaRPr lang="en-US" dirty="0"/>
        </a:p>
      </dgm:t>
    </dgm:pt>
    <dgm:pt modelId="{E7140202-182B-4356-8EC5-DD00FC928700}" type="parTrans" cxnId="{A6C978DE-89A2-43F6-85D5-2E91E3484D7B}">
      <dgm:prSet/>
      <dgm:spPr/>
      <dgm:t>
        <a:bodyPr/>
        <a:lstStyle/>
        <a:p>
          <a:endParaRPr lang="tr-TR"/>
        </a:p>
      </dgm:t>
    </dgm:pt>
    <dgm:pt modelId="{3C18D433-3AD4-44A0-B0A8-6919830B8C5E}" type="sibTrans" cxnId="{A6C978DE-89A2-43F6-85D5-2E91E3484D7B}">
      <dgm:prSet/>
      <dgm:spPr/>
      <dgm:t>
        <a:bodyPr/>
        <a:lstStyle/>
        <a:p>
          <a:endParaRPr lang="tr-TR"/>
        </a:p>
      </dgm:t>
    </dgm:pt>
    <dgm:pt modelId="{97110879-78C3-4A63-A31F-FAFED8A8FD78}">
      <dgm:prSet/>
      <dgm:spPr/>
      <dgm:t>
        <a:bodyPr/>
        <a:lstStyle/>
        <a:p>
          <a:r>
            <a:rPr lang="tr-TR"/>
            <a:t>associated </a:t>
          </a:r>
          <a:r>
            <a:rPr lang="tr-TR" dirty="0" err="1"/>
            <a:t>with</a:t>
          </a:r>
          <a:r>
            <a:rPr lang="tr-TR" dirty="0"/>
            <a:t> it.</a:t>
          </a:r>
          <a:endParaRPr lang="en-US" dirty="0"/>
        </a:p>
      </dgm:t>
    </dgm:pt>
    <dgm:pt modelId="{BBD6E951-CA81-410F-AAC3-BFE1491E7013}" type="parTrans" cxnId="{8FE30D55-F78F-4E10-A65D-9C2B1E5EBB5C}">
      <dgm:prSet/>
      <dgm:spPr/>
      <dgm:t>
        <a:bodyPr/>
        <a:lstStyle/>
        <a:p>
          <a:endParaRPr lang="tr-TR"/>
        </a:p>
      </dgm:t>
    </dgm:pt>
    <dgm:pt modelId="{BDEF3F48-8AA0-4EDD-A5CA-39185038EA23}" type="sibTrans" cxnId="{8FE30D55-F78F-4E10-A65D-9C2B1E5EBB5C}">
      <dgm:prSet/>
      <dgm:spPr/>
      <dgm:t>
        <a:bodyPr/>
        <a:lstStyle/>
        <a:p>
          <a:endParaRPr lang="tr-TR"/>
        </a:p>
      </dgm:t>
    </dgm:pt>
    <dgm:pt modelId="{7576A88D-4B8E-4E3E-A5E1-B21AB8916F11}">
      <dgm:prSet/>
      <dgm:spPr/>
      <dgm:t>
        <a:bodyPr/>
        <a:lstStyle/>
        <a:p>
          <a:r>
            <a:rPr lang="en-US" dirty="0"/>
            <a:t>will also have branches</a:t>
          </a:r>
        </a:p>
      </dgm:t>
    </dgm:pt>
    <dgm:pt modelId="{AB891BB4-D74A-48D1-B403-266642FA3515}" type="parTrans" cxnId="{23956706-17E8-40F1-B0FC-38F451614C34}">
      <dgm:prSet/>
      <dgm:spPr/>
      <dgm:t>
        <a:bodyPr/>
        <a:lstStyle/>
        <a:p>
          <a:endParaRPr lang="tr-TR"/>
        </a:p>
      </dgm:t>
    </dgm:pt>
    <dgm:pt modelId="{EDD1CF34-9DD5-4854-A899-89F913B93946}" type="sibTrans" cxnId="{23956706-17E8-40F1-B0FC-38F451614C34}">
      <dgm:prSet/>
      <dgm:spPr/>
      <dgm:t>
        <a:bodyPr/>
        <a:lstStyle/>
        <a:p>
          <a:endParaRPr lang="tr-TR"/>
        </a:p>
      </dgm:t>
    </dgm:pt>
    <dgm:pt modelId="{441C7BE2-62F6-4839-A831-CF4A0C5B56F4}">
      <dgm:prSet/>
      <dgm:spPr/>
      <dgm:t>
        <a:bodyPr/>
        <a:lstStyle/>
        <a:p>
          <a:r>
            <a:rPr lang="en-US" dirty="0"/>
            <a:t>with blocks</a:t>
          </a:r>
        </a:p>
      </dgm:t>
    </dgm:pt>
    <dgm:pt modelId="{CD93CB88-02F1-4372-A86C-7D81D5D1ADC8}" type="parTrans" cxnId="{7D8E7311-B48B-4112-97EA-2A637D32C09A}">
      <dgm:prSet/>
      <dgm:spPr/>
      <dgm:t>
        <a:bodyPr/>
        <a:lstStyle/>
        <a:p>
          <a:endParaRPr lang="tr-TR"/>
        </a:p>
      </dgm:t>
    </dgm:pt>
    <dgm:pt modelId="{2A9C6255-95F0-4C41-8DB4-9332749E9359}" type="sibTrans" cxnId="{7D8E7311-B48B-4112-97EA-2A637D32C09A}">
      <dgm:prSet/>
      <dgm:spPr/>
      <dgm:t>
        <a:bodyPr/>
        <a:lstStyle/>
        <a:p>
          <a:endParaRPr lang="tr-TR"/>
        </a:p>
      </dgm:t>
    </dgm:pt>
    <dgm:pt modelId="{8D5560E0-56E9-4051-96A6-432D2A4F9055}">
      <dgm:prSet/>
      <dgm:spPr/>
      <dgm:t>
        <a:bodyPr/>
        <a:lstStyle/>
        <a:p>
          <a:r>
            <a:rPr lang="en-US"/>
            <a:t>that </a:t>
          </a:r>
          <a:r>
            <a:rPr lang="en-US" dirty="0"/>
            <a:t>are “siblings”</a:t>
          </a:r>
          <a:r>
            <a:rPr lang="tr-TR" dirty="0"/>
            <a:t> </a:t>
          </a:r>
          <a:r>
            <a:rPr lang="en-US" dirty="0"/>
            <a:t>to the blocks on the main chain</a:t>
          </a:r>
        </a:p>
      </dgm:t>
    </dgm:pt>
    <dgm:pt modelId="{1A0D42EF-B1CE-4F92-9536-A4200BA3CBCF}" type="parTrans" cxnId="{1A055BCE-9D06-4376-BF82-68C257EBD12B}">
      <dgm:prSet/>
      <dgm:spPr/>
      <dgm:t>
        <a:bodyPr/>
        <a:lstStyle/>
        <a:p>
          <a:endParaRPr lang="tr-TR"/>
        </a:p>
      </dgm:t>
    </dgm:pt>
    <dgm:pt modelId="{18B0715D-A9A3-41E7-8697-C5DECAE86FDF}" type="sibTrans" cxnId="{1A055BCE-9D06-4376-BF82-68C257EBD12B}">
      <dgm:prSet/>
      <dgm:spPr/>
      <dgm:t>
        <a:bodyPr/>
        <a:lstStyle/>
        <a:p>
          <a:endParaRPr lang="tr-TR"/>
        </a:p>
      </dgm:t>
    </dgm:pt>
    <dgm:pt modelId="{31317A11-041B-4E67-BB6F-F4CEF8EE196A}">
      <dgm:prSet/>
      <dgm:spPr/>
      <dgm:t>
        <a:bodyPr/>
        <a:lstStyle/>
        <a:p>
          <a:r>
            <a:rPr lang="en-US" dirty="0"/>
            <a:t>for future reference</a:t>
          </a:r>
        </a:p>
      </dgm:t>
    </dgm:pt>
    <dgm:pt modelId="{66CE7D4E-DB37-44E4-A364-963530A7F177}" type="parTrans" cxnId="{B8AEFCAB-A607-4D68-AE0F-03F1906B536C}">
      <dgm:prSet/>
      <dgm:spPr/>
      <dgm:t>
        <a:bodyPr/>
        <a:lstStyle/>
        <a:p>
          <a:endParaRPr lang="tr-TR"/>
        </a:p>
      </dgm:t>
    </dgm:pt>
    <dgm:pt modelId="{9DBAB1B7-CCE2-4D21-8125-01618E59D776}" type="sibTrans" cxnId="{B8AEFCAB-A607-4D68-AE0F-03F1906B536C}">
      <dgm:prSet/>
      <dgm:spPr/>
      <dgm:t>
        <a:bodyPr/>
        <a:lstStyle/>
        <a:p>
          <a:endParaRPr lang="tr-TR"/>
        </a:p>
      </dgm:t>
    </dgm:pt>
    <dgm:pt modelId="{970CE52D-5A3B-4449-AFE5-8DBF5F221660}">
      <dgm:prSet/>
      <dgm:spPr/>
      <dgm:t>
        <a:bodyPr/>
        <a:lstStyle/>
        <a:p>
          <a:r>
            <a:rPr lang="en-US" dirty="0"/>
            <a:t>in case one of those chains</a:t>
          </a:r>
        </a:p>
      </dgm:t>
    </dgm:pt>
    <dgm:pt modelId="{B89515EB-9FDD-4C85-8E84-29F87B50C854}" type="parTrans" cxnId="{0485D453-130D-41D6-9BB9-53B548926A84}">
      <dgm:prSet/>
      <dgm:spPr/>
      <dgm:t>
        <a:bodyPr/>
        <a:lstStyle/>
        <a:p>
          <a:endParaRPr lang="tr-TR"/>
        </a:p>
      </dgm:t>
    </dgm:pt>
    <dgm:pt modelId="{BD48E600-5EE5-4BFD-A756-599FF72314E2}" type="sibTrans" cxnId="{0485D453-130D-41D6-9BB9-53B548926A84}">
      <dgm:prSet/>
      <dgm:spPr/>
      <dgm:t>
        <a:bodyPr/>
        <a:lstStyle/>
        <a:p>
          <a:endParaRPr lang="tr-TR"/>
        </a:p>
      </dgm:t>
    </dgm:pt>
    <dgm:pt modelId="{63FA1A0F-FF48-4434-BDC2-D642DE532F6D}">
      <dgm:prSet/>
      <dgm:spPr/>
      <dgm:t>
        <a:bodyPr/>
        <a:lstStyle/>
        <a:p>
          <a:r>
            <a:rPr lang="en-US"/>
            <a:t>is </a:t>
          </a:r>
          <a:r>
            <a:rPr lang="en-US" dirty="0"/>
            <a:t>extended to</a:t>
          </a:r>
          <a:r>
            <a:rPr lang="tr-TR" dirty="0"/>
            <a:t> </a:t>
          </a:r>
          <a:r>
            <a:rPr lang="en-US" dirty="0"/>
            <a:t>exceed the main chain in work</a:t>
          </a:r>
        </a:p>
      </dgm:t>
    </dgm:pt>
    <dgm:pt modelId="{9A0365F2-D762-4796-8DA5-247391B8A75D}" type="parTrans" cxnId="{68E37484-E19D-4172-8CFD-8F160E36D1DC}">
      <dgm:prSet/>
      <dgm:spPr/>
      <dgm:t>
        <a:bodyPr/>
        <a:lstStyle/>
        <a:p>
          <a:endParaRPr lang="tr-TR"/>
        </a:p>
      </dgm:t>
    </dgm:pt>
    <dgm:pt modelId="{549680D3-8DAA-455D-997F-E2737EA1D626}" type="sibTrans" cxnId="{68E37484-E19D-4172-8CFD-8F160E36D1DC}">
      <dgm:prSet/>
      <dgm:spPr/>
      <dgm:t>
        <a:bodyPr/>
        <a:lstStyle/>
        <a:p>
          <a:endParaRPr lang="tr-TR"/>
        </a:p>
      </dgm:t>
    </dgm:pt>
    <dgm:pt modelId="{0116FB2F-AF55-4A4F-B689-8799B596216D}" type="pres">
      <dgm:prSet presAssocID="{E1FA0B6A-9856-4662-A7F1-72B0B399516E}" presName="linear" presStyleCnt="0">
        <dgm:presLayoutVars>
          <dgm:dir/>
          <dgm:animLvl val="lvl"/>
          <dgm:resizeHandles val="exact"/>
        </dgm:presLayoutVars>
      </dgm:prSet>
      <dgm:spPr/>
    </dgm:pt>
    <dgm:pt modelId="{96D3B7B5-E5E3-414D-AB16-59DE214BD60C}" type="pres">
      <dgm:prSet presAssocID="{2BFFF348-4807-4F2B-A2E6-26E1A18275B1}" presName="parentLin" presStyleCnt="0"/>
      <dgm:spPr/>
    </dgm:pt>
    <dgm:pt modelId="{465D84F4-A154-45E1-98FD-15EF97F4A8B3}" type="pres">
      <dgm:prSet presAssocID="{2BFFF348-4807-4F2B-A2E6-26E1A18275B1}" presName="parentLeftMargin" presStyleLbl="node1" presStyleIdx="0" presStyleCnt="3"/>
      <dgm:spPr/>
    </dgm:pt>
    <dgm:pt modelId="{42609481-8ABB-485D-882D-5E77CF4214C9}" type="pres">
      <dgm:prSet presAssocID="{2BFFF348-4807-4F2B-A2E6-26E1A18275B1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2F353AD4-CDBC-4368-93BC-A1FA588E82AB}" type="pres">
      <dgm:prSet presAssocID="{2BFFF348-4807-4F2B-A2E6-26E1A18275B1}" presName="negativeSpace" presStyleCnt="0"/>
      <dgm:spPr/>
    </dgm:pt>
    <dgm:pt modelId="{7893AF80-F58C-4A18-B750-F34317A9C64F}" type="pres">
      <dgm:prSet presAssocID="{2BFFF348-4807-4F2B-A2E6-26E1A18275B1}" presName="childText" presStyleLbl="conFgAcc1" presStyleIdx="0" presStyleCnt="3">
        <dgm:presLayoutVars>
          <dgm:bulletEnabled val="1"/>
        </dgm:presLayoutVars>
      </dgm:prSet>
      <dgm:spPr/>
    </dgm:pt>
    <dgm:pt modelId="{A7ECABBD-D83E-439C-BE5B-9397D28310D1}" type="pres">
      <dgm:prSet presAssocID="{7270A217-8225-4006-B37C-739901318F14}" presName="spaceBetweenRectangles" presStyleCnt="0"/>
      <dgm:spPr/>
    </dgm:pt>
    <dgm:pt modelId="{1D774FD5-B9D0-446A-850F-7FAC7529DD57}" type="pres">
      <dgm:prSet presAssocID="{FFD4BCF7-AA88-4FC6-A9DD-1026BED13E63}" presName="parentLin" presStyleCnt="0"/>
      <dgm:spPr/>
    </dgm:pt>
    <dgm:pt modelId="{8C0B6B8C-6317-49C6-9B1A-2B070934B069}" type="pres">
      <dgm:prSet presAssocID="{FFD4BCF7-AA88-4FC6-A9DD-1026BED13E63}" presName="parentLeftMargin" presStyleLbl="node1" presStyleIdx="0" presStyleCnt="3"/>
      <dgm:spPr/>
    </dgm:pt>
    <dgm:pt modelId="{CCED1600-00A3-4C72-A92B-1932B6A3E107}" type="pres">
      <dgm:prSet presAssocID="{FFD4BCF7-AA88-4FC6-A9DD-1026BED13E63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7C27BCF7-A2C9-4A1C-9A57-75D6B215D3FF}" type="pres">
      <dgm:prSet presAssocID="{FFD4BCF7-AA88-4FC6-A9DD-1026BED13E63}" presName="negativeSpace" presStyleCnt="0"/>
      <dgm:spPr/>
    </dgm:pt>
    <dgm:pt modelId="{8E284700-9986-4759-AD2C-B8AE97C26815}" type="pres">
      <dgm:prSet presAssocID="{FFD4BCF7-AA88-4FC6-A9DD-1026BED13E63}" presName="childText" presStyleLbl="conFgAcc1" presStyleIdx="1" presStyleCnt="3">
        <dgm:presLayoutVars>
          <dgm:bulletEnabled val="1"/>
        </dgm:presLayoutVars>
      </dgm:prSet>
      <dgm:spPr/>
    </dgm:pt>
    <dgm:pt modelId="{2D3AE8FA-67AC-425E-A1C2-25F3280BE9B7}" type="pres">
      <dgm:prSet presAssocID="{286D034C-2538-4AE1-92F1-E4312E5F26F9}" presName="spaceBetweenRectangles" presStyleCnt="0"/>
      <dgm:spPr/>
    </dgm:pt>
    <dgm:pt modelId="{AE4FAB56-ABAD-4373-BE36-A36B956DC71C}" type="pres">
      <dgm:prSet presAssocID="{F3356E40-A866-4336-965F-BED824F17AE9}" presName="parentLin" presStyleCnt="0"/>
      <dgm:spPr/>
    </dgm:pt>
    <dgm:pt modelId="{DB8BD66C-8D0B-475A-B669-35A3FA59AF91}" type="pres">
      <dgm:prSet presAssocID="{F3356E40-A866-4336-965F-BED824F17AE9}" presName="parentLeftMargin" presStyleLbl="node1" presStyleIdx="1" presStyleCnt="3"/>
      <dgm:spPr/>
    </dgm:pt>
    <dgm:pt modelId="{83F39091-57C4-42F9-A7DA-13C51A0782BA}" type="pres">
      <dgm:prSet presAssocID="{F3356E40-A866-4336-965F-BED824F17AE9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935D066B-BF7E-4A45-B3BF-AEDF33C8C823}" type="pres">
      <dgm:prSet presAssocID="{F3356E40-A866-4336-965F-BED824F17AE9}" presName="negativeSpace" presStyleCnt="0"/>
      <dgm:spPr/>
    </dgm:pt>
    <dgm:pt modelId="{BC36BD5F-3181-456C-B42D-3E2E244C3E0C}" type="pres">
      <dgm:prSet presAssocID="{F3356E40-A866-4336-965F-BED824F17AE9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23956706-17E8-40F1-B0FC-38F451614C34}" srcId="{FFD4BCF7-AA88-4FC6-A9DD-1026BED13E63}" destId="{7576A88D-4B8E-4E3E-A5E1-B21AB8916F11}" srcOrd="0" destOrd="0" parTransId="{AB891BB4-D74A-48D1-B403-266642FA3515}" sibTransId="{EDD1CF34-9DD5-4854-A899-89F913B93946}"/>
    <dgm:cxn modelId="{7D8E7311-B48B-4112-97EA-2A637D32C09A}" srcId="{FFD4BCF7-AA88-4FC6-A9DD-1026BED13E63}" destId="{441C7BE2-62F6-4839-A831-CF4A0C5B56F4}" srcOrd="1" destOrd="0" parTransId="{CD93CB88-02F1-4372-A86C-7D81D5D1ADC8}" sibTransId="{2A9C6255-95F0-4C41-8DB4-9332749E9359}"/>
    <dgm:cxn modelId="{62F4CC23-89D6-4BE1-A0F1-D5746E1039B3}" type="presOf" srcId="{97110879-78C3-4A63-A31F-FAFED8A8FD78}" destId="{7893AF80-F58C-4A18-B750-F34317A9C64F}" srcOrd="0" destOrd="1" presId="urn:microsoft.com/office/officeart/2005/8/layout/list1"/>
    <dgm:cxn modelId="{50E42136-E885-411C-8FEB-0EEF7741C44D}" type="presOf" srcId="{FFD4BCF7-AA88-4FC6-A9DD-1026BED13E63}" destId="{CCED1600-00A3-4C72-A92B-1932B6A3E107}" srcOrd="1" destOrd="0" presId="urn:microsoft.com/office/officeart/2005/8/layout/list1"/>
    <dgm:cxn modelId="{23D50164-0463-47F1-BE56-84341F60D0C4}" type="presOf" srcId="{63FA1A0F-FF48-4434-BDC2-D642DE532F6D}" destId="{BC36BD5F-3181-456C-B42D-3E2E244C3E0C}" srcOrd="0" destOrd="2" presId="urn:microsoft.com/office/officeart/2005/8/layout/list1"/>
    <dgm:cxn modelId="{D9992C44-5BD7-4D76-9422-B0DDA6B8281E}" type="presOf" srcId="{970CE52D-5A3B-4449-AFE5-8DBF5F221660}" destId="{BC36BD5F-3181-456C-B42D-3E2E244C3E0C}" srcOrd="0" destOrd="1" presId="urn:microsoft.com/office/officeart/2005/8/layout/list1"/>
    <dgm:cxn modelId="{E80F8645-3F9B-49C0-B823-97EB8920BE76}" type="presOf" srcId="{7576A88D-4B8E-4E3E-A5E1-B21AB8916F11}" destId="{8E284700-9986-4759-AD2C-B8AE97C26815}" srcOrd="0" destOrd="0" presId="urn:microsoft.com/office/officeart/2005/8/layout/list1"/>
    <dgm:cxn modelId="{A49C366B-9181-4B42-994F-A878F41D9F0A}" type="presOf" srcId="{31317A11-041B-4E67-BB6F-F4CEF8EE196A}" destId="{BC36BD5F-3181-456C-B42D-3E2E244C3E0C}" srcOrd="0" destOrd="0" presId="urn:microsoft.com/office/officeart/2005/8/layout/list1"/>
    <dgm:cxn modelId="{0485D453-130D-41D6-9BB9-53B548926A84}" srcId="{F3356E40-A866-4336-965F-BED824F17AE9}" destId="{970CE52D-5A3B-4449-AFE5-8DBF5F221660}" srcOrd="1" destOrd="0" parTransId="{B89515EB-9FDD-4C85-8E84-29F87B50C854}" sibTransId="{BD48E600-5EE5-4BFD-A756-599FF72314E2}"/>
    <dgm:cxn modelId="{8FE30D55-F78F-4E10-A65D-9C2B1E5EBB5C}" srcId="{2BFFF348-4807-4F2B-A2E6-26E1A18275B1}" destId="{97110879-78C3-4A63-A31F-FAFED8A8FD78}" srcOrd="1" destOrd="0" parTransId="{BBD6E951-CA81-410F-AAC3-BFE1491E7013}" sibTransId="{BDEF3F48-8AA0-4EDD-A5CA-39185038EA23}"/>
    <dgm:cxn modelId="{22773856-4D3D-47FC-B5B7-1DDED6F3DB96}" type="presOf" srcId="{FFD4BCF7-AA88-4FC6-A9DD-1026BED13E63}" destId="{8C0B6B8C-6317-49C6-9B1A-2B070934B069}" srcOrd="0" destOrd="0" presId="urn:microsoft.com/office/officeart/2005/8/layout/list1"/>
    <dgm:cxn modelId="{9335E276-B358-4AEE-AD8F-FED88E473363}" srcId="{E1FA0B6A-9856-4662-A7F1-72B0B399516E}" destId="{FFD4BCF7-AA88-4FC6-A9DD-1026BED13E63}" srcOrd="1" destOrd="0" parTransId="{B7ACD5F4-4B91-4C73-B277-814B7E247410}" sibTransId="{286D034C-2538-4AE1-92F1-E4312E5F26F9}"/>
    <dgm:cxn modelId="{CFDC6A78-AAD9-444E-BFC5-B3BFFFB50706}" type="presOf" srcId="{2BFFF348-4807-4F2B-A2E6-26E1A18275B1}" destId="{465D84F4-A154-45E1-98FD-15EF97F4A8B3}" srcOrd="0" destOrd="0" presId="urn:microsoft.com/office/officeart/2005/8/layout/list1"/>
    <dgm:cxn modelId="{F235857C-6B49-4B7E-8EA5-8B6DD60A6B2C}" type="presOf" srcId="{441C7BE2-62F6-4839-A831-CF4A0C5B56F4}" destId="{8E284700-9986-4759-AD2C-B8AE97C26815}" srcOrd="0" destOrd="1" presId="urn:microsoft.com/office/officeart/2005/8/layout/list1"/>
    <dgm:cxn modelId="{AA396983-0E29-4401-8C5F-1E81F99409E1}" type="presOf" srcId="{2BFFF348-4807-4F2B-A2E6-26E1A18275B1}" destId="{42609481-8ABB-485D-882D-5E77CF4214C9}" srcOrd="1" destOrd="0" presId="urn:microsoft.com/office/officeart/2005/8/layout/list1"/>
    <dgm:cxn modelId="{68E37484-E19D-4172-8CFD-8F160E36D1DC}" srcId="{F3356E40-A866-4336-965F-BED824F17AE9}" destId="{63FA1A0F-FF48-4434-BDC2-D642DE532F6D}" srcOrd="2" destOrd="0" parTransId="{9A0365F2-D762-4796-8DA5-247391B8A75D}" sibTransId="{549680D3-8DAA-455D-997F-E2737EA1D626}"/>
    <dgm:cxn modelId="{FF19B98E-A305-4656-8116-E85B957FC3CC}" type="presOf" srcId="{EC900B34-B2E2-4837-A708-718096B1DF22}" destId="{7893AF80-F58C-4A18-B750-F34317A9C64F}" srcOrd="0" destOrd="0" presId="urn:microsoft.com/office/officeart/2005/8/layout/list1"/>
    <dgm:cxn modelId="{08FC7F95-4F80-4E90-9344-7560702A7AE0}" type="presOf" srcId="{F3356E40-A866-4336-965F-BED824F17AE9}" destId="{83F39091-57C4-42F9-A7DA-13C51A0782BA}" srcOrd="1" destOrd="0" presId="urn:microsoft.com/office/officeart/2005/8/layout/list1"/>
    <dgm:cxn modelId="{B8AEFCAB-A607-4D68-AE0F-03F1906B536C}" srcId="{F3356E40-A866-4336-965F-BED824F17AE9}" destId="{31317A11-041B-4E67-BB6F-F4CEF8EE196A}" srcOrd="0" destOrd="0" parTransId="{66CE7D4E-DB37-44E4-A364-963530A7F177}" sibTransId="{9DBAB1B7-CCE2-4D21-8125-01618E59D776}"/>
    <dgm:cxn modelId="{2FF65AB4-D976-41BD-8ABD-67E8A2773062}" type="presOf" srcId="{E1FA0B6A-9856-4662-A7F1-72B0B399516E}" destId="{0116FB2F-AF55-4A4F-B689-8799B596216D}" srcOrd="0" destOrd="0" presId="urn:microsoft.com/office/officeart/2005/8/layout/list1"/>
    <dgm:cxn modelId="{523F18B5-D402-4F7E-A5AD-0137508E0792}" type="presOf" srcId="{8D5560E0-56E9-4051-96A6-432D2A4F9055}" destId="{8E284700-9986-4759-AD2C-B8AE97C26815}" srcOrd="0" destOrd="2" presId="urn:microsoft.com/office/officeart/2005/8/layout/list1"/>
    <dgm:cxn modelId="{B2D5FFC9-170F-4CCF-A49B-B61C758A2325}" type="presOf" srcId="{F3356E40-A866-4336-965F-BED824F17AE9}" destId="{DB8BD66C-8D0B-475A-B669-35A3FA59AF91}" srcOrd="0" destOrd="0" presId="urn:microsoft.com/office/officeart/2005/8/layout/list1"/>
    <dgm:cxn modelId="{1A055BCE-9D06-4376-BF82-68C257EBD12B}" srcId="{FFD4BCF7-AA88-4FC6-A9DD-1026BED13E63}" destId="{8D5560E0-56E9-4051-96A6-432D2A4F9055}" srcOrd="2" destOrd="0" parTransId="{1A0D42EF-B1CE-4F92-9536-A4200BA3CBCF}" sibTransId="{18B0715D-A9A3-41E7-8697-C5DECAE86FDF}"/>
    <dgm:cxn modelId="{4B3EF7D9-228D-429F-934F-9B99162FB180}" srcId="{E1FA0B6A-9856-4662-A7F1-72B0B399516E}" destId="{2BFFF348-4807-4F2B-A2E6-26E1A18275B1}" srcOrd="0" destOrd="0" parTransId="{BF10D772-8A49-4DA1-A7EB-4D4675DF10D6}" sibTransId="{7270A217-8225-4006-B37C-739901318F14}"/>
    <dgm:cxn modelId="{A6C978DE-89A2-43F6-85D5-2E91E3484D7B}" srcId="{2BFFF348-4807-4F2B-A2E6-26E1A18275B1}" destId="{EC900B34-B2E2-4837-A708-718096B1DF22}" srcOrd="0" destOrd="0" parTransId="{E7140202-182B-4356-8EC5-DD00FC928700}" sibTransId="{3C18D433-3AD4-44A0-B0A8-6919830B8C5E}"/>
    <dgm:cxn modelId="{48674FF4-35F2-4C5D-98BC-E720A54E4861}" srcId="{E1FA0B6A-9856-4662-A7F1-72B0B399516E}" destId="{F3356E40-A866-4336-965F-BED824F17AE9}" srcOrd="2" destOrd="0" parTransId="{642DF8A2-AC18-46A9-952F-8AFBEDEFF65A}" sibTransId="{36F6B8C8-F702-4891-932B-B483683E1872}"/>
    <dgm:cxn modelId="{8A2ED2FE-8EBF-4B2F-831C-0BFD0F8272D7}" type="presParOf" srcId="{0116FB2F-AF55-4A4F-B689-8799B596216D}" destId="{96D3B7B5-E5E3-414D-AB16-59DE214BD60C}" srcOrd="0" destOrd="0" presId="urn:microsoft.com/office/officeart/2005/8/layout/list1"/>
    <dgm:cxn modelId="{011006F6-5C7D-4A9F-A7E0-0C0A66EB7F10}" type="presParOf" srcId="{96D3B7B5-E5E3-414D-AB16-59DE214BD60C}" destId="{465D84F4-A154-45E1-98FD-15EF97F4A8B3}" srcOrd="0" destOrd="0" presId="urn:microsoft.com/office/officeart/2005/8/layout/list1"/>
    <dgm:cxn modelId="{ADB4D1E3-85E0-40F5-8C0B-CDDA8866BBD0}" type="presParOf" srcId="{96D3B7B5-E5E3-414D-AB16-59DE214BD60C}" destId="{42609481-8ABB-485D-882D-5E77CF4214C9}" srcOrd="1" destOrd="0" presId="urn:microsoft.com/office/officeart/2005/8/layout/list1"/>
    <dgm:cxn modelId="{D44AC603-933C-4423-8CBD-A9F9A92375ED}" type="presParOf" srcId="{0116FB2F-AF55-4A4F-B689-8799B596216D}" destId="{2F353AD4-CDBC-4368-93BC-A1FA588E82AB}" srcOrd="1" destOrd="0" presId="urn:microsoft.com/office/officeart/2005/8/layout/list1"/>
    <dgm:cxn modelId="{9BB06630-DBA5-491F-B551-55D4B67ABE79}" type="presParOf" srcId="{0116FB2F-AF55-4A4F-B689-8799B596216D}" destId="{7893AF80-F58C-4A18-B750-F34317A9C64F}" srcOrd="2" destOrd="0" presId="urn:microsoft.com/office/officeart/2005/8/layout/list1"/>
    <dgm:cxn modelId="{ED9270A9-7626-433A-90FA-5C9EEA207FAC}" type="presParOf" srcId="{0116FB2F-AF55-4A4F-B689-8799B596216D}" destId="{A7ECABBD-D83E-439C-BE5B-9397D28310D1}" srcOrd="3" destOrd="0" presId="urn:microsoft.com/office/officeart/2005/8/layout/list1"/>
    <dgm:cxn modelId="{6D3BBD68-1B1C-4BEB-BE31-A5ABC8667F2A}" type="presParOf" srcId="{0116FB2F-AF55-4A4F-B689-8799B596216D}" destId="{1D774FD5-B9D0-446A-850F-7FAC7529DD57}" srcOrd="4" destOrd="0" presId="urn:microsoft.com/office/officeart/2005/8/layout/list1"/>
    <dgm:cxn modelId="{870AB305-82E5-448E-8C94-853D4265E609}" type="presParOf" srcId="{1D774FD5-B9D0-446A-850F-7FAC7529DD57}" destId="{8C0B6B8C-6317-49C6-9B1A-2B070934B069}" srcOrd="0" destOrd="0" presId="urn:microsoft.com/office/officeart/2005/8/layout/list1"/>
    <dgm:cxn modelId="{904EB666-5172-41BB-B707-E3D562F417F8}" type="presParOf" srcId="{1D774FD5-B9D0-446A-850F-7FAC7529DD57}" destId="{CCED1600-00A3-4C72-A92B-1932B6A3E107}" srcOrd="1" destOrd="0" presId="urn:microsoft.com/office/officeart/2005/8/layout/list1"/>
    <dgm:cxn modelId="{A4BBFD4B-CBA0-45DA-BD47-19513041400D}" type="presParOf" srcId="{0116FB2F-AF55-4A4F-B689-8799B596216D}" destId="{7C27BCF7-A2C9-4A1C-9A57-75D6B215D3FF}" srcOrd="5" destOrd="0" presId="urn:microsoft.com/office/officeart/2005/8/layout/list1"/>
    <dgm:cxn modelId="{E1B48592-48E3-42AF-94AE-C0E9802EA5A9}" type="presParOf" srcId="{0116FB2F-AF55-4A4F-B689-8799B596216D}" destId="{8E284700-9986-4759-AD2C-B8AE97C26815}" srcOrd="6" destOrd="0" presId="urn:microsoft.com/office/officeart/2005/8/layout/list1"/>
    <dgm:cxn modelId="{3B5D055F-5F62-430B-B543-5D8277F924A8}" type="presParOf" srcId="{0116FB2F-AF55-4A4F-B689-8799B596216D}" destId="{2D3AE8FA-67AC-425E-A1C2-25F3280BE9B7}" srcOrd="7" destOrd="0" presId="urn:microsoft.com/office/officeart/2005/8/layout/list1"/>
    <dgm:cxn modelId="{D48766DC-6EC6-4771-8829-BC39AC8A6E2F}" type="presParOf" srcId="{0116FB2F-AF55-4A4F-B689-8799B596216D}" destId="{AE4FAB56-ABAD-4373-BE36-A36B956DC71C}" srcOrd="8" destOrd="0" presId="urn:microsoft.com/office/officeart/2005/8/layout/list1"/>
    <dgm:cxn modelId="{AF37FFDB-CE70-47DC-8881-EEF71796BEB5}" type="presParOf" srcId="{AE4FAB56-ABAD-4373-BE36-A36B956DC71C}" destId="{DB8BD66C-8D0B-475A-B669-35A3FA59AF91}" srcOrd="0" destOrd="0" presId="urn:microsoft.com/office/officeart/2005/8/layout/list1"/>
    <dgm:cxn modelId="{12AAC353-F534-4807-B35A-8D821A5672E1}" type="presParOf" srcId="{AE4FAB56-ABAD-4373-BE36-A36B956DC71C}" destId="{83F39091-57C4-42F9-A7DA-13C51A0782BA}" srcOrd="1" destOrd="0" presId="urn:microsoft.com/office/officeart/2005/8/layout/list1"/>
    <dgm:cxn modelId="{BF531275-7848-48E1-9FB3-9F19A2538CC1}" type="presParOf" srcId="{0116FB2F-AF55-4A4F-B689-8799B596216D}" destId="{935D066B-BF7E-4A45-B3BF-AEDF33C8C823}" srcOrd="9" destOrd="0" presId="urn:microsoft.com/office/officeart/2005/8/layout/list1"/>
    <dgm:cxn modelId="{0362FFB4-A310-4A7C-BB50-59A4510FB5ED}" type="presParOf" srcId="{0116FB2F-AF55-4A4F-B689-8799B596216D}" destId="{BC36BD5F-3181-456C-B42D-3E2E244C3E0C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0.xml><?xml version="1.0" encoding="utf-8"?>
<dgm:dataModel xmlns:dgm="http://schemas.openxmlformats.org/drawingml/2006/diagram" xmlns:a="http://schemas.openxmlformats.org/drawingml/2006/main">
  <dgm:ptLst>
    <dgm:pt modelId="{E1FA0B6A-9856-4662-A7F1-72B0B399516E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ABA8BECD-6392-4005-930A-C49372829588}">
      <dgm:prSet/>
      <dgm:spPr/>
      <dgm:t>
        <a:bodyPr/>
        <a:lstStyle/>
        <a:p>
          <a:r>
            <a:rPr lang="tr-TR" dirty="0" err="1"/>
            <a:t>Slot</a:t>
          </a:r>
          <a:r>
            <a:rPr lang="tr-TR" dirty="0"/>
            <a:t> </a:t>
          </a:r>
          <a:r>
            <a:rPr lang="tr-TR" dirty="0" err="1"/>
            <a:t>new</a:t>
          </a:r>
          <a:r>
            <a:rPr lang="tr-TR" dirty="0"/>
            <a:t> </a:t>
          </a:r>
          <a:r>
            <a:rPr lang="tr-TR" dirty="0" err="1"/>
            <a:t>block</a:t>
          </a:r>
          <a:endParaRPr lang="en-US" dirty="0"/>
        </a:p>
      </dgm:t>
    </dgm:pt>
    <dgm:pt modelId="{64C2CBBF-4D85-4EC3-9D60-E5333D0E62D0}" type="parTrans" cxnId="{4EBB6951-E8C4-4C4B-B35E-86254C4C5E6F}">
      <dgm:prSet/>
      <dgm:spPr/>
      <dgm:t>
        <a:bodyPr/>
        <a:lstStyle/>
        <a:p>
          <a:endParaRPr lang="en-US"/>
        </a:p>
      </dgm:t>
    </dgm:pt>
    <dgm:pt modelId="{A03C4AFD-427F-4C2A-B62F-0C4200D57F9F}" type="sibTrans" cxnId="{4EBB6951-E8C4-4C4B-B35E-86254C4C5E6F}">
      <dgm:prSet/>
      <dgm:spPr/>
      <dgm:t>
        <a:bodyPr/>
        <a:lstStyle/>
        <a:p>
          <a:endParaRPr lang="en-US"/>
        </a:p>
      </dgm:t>
    </dgm:pt>
    <dgm:pt modelId="{8E875609-F2D3-4949-8748-3AC57395FB92}">
      <dgm:prSet/>
      <dgm:spPr/>
      <dgm:t>
        <a:bodyPr/>
        <a:lstStyle/>
        <a:p>
          <a:r>
            <a:rPr lang="tr-TR" dirty="0" err="1"/>
            <a:t>Look</a:t>
          </a:r>
          <a:r>
            <a:rPr lang="tr-TR" dirty="0"/>
            <a:t> </a:t>
          </a:r>
          <a:r>
            <a:rPr lang="tr-TR" dirty="0" err="1"/>
            <a:t>for</a:t>
          </a:r>
          <a:r>
            <a:rPr lang="tr-TR" dirty="0"/>
            <a:t> </a:t>
          </a:r>
          <a:r>
            <a:rPr lang="tr-TR" dirty="0" err="1"/>
            <a:t>previous</a:t>
          </a:r>
          <a:r>
            <a:rPr lang="tr-TR" dirty="0"/>
            <a:t> </a:t>
          </a:r>
          <a:r>
            <a:rPr lang="tr-TR" dirty="0" err="1"/>
            <a:t>block</a:t>
          </a:r>
          <a:r>
            <a:rPr lang="tr-TR" dirty="0"/>
            <a:t> </a:t>
          </a:r>
          <a:r>
            <a:rPr lang="tr-TR" dirty="0" err="1"/>
            <a:t>hash</a:t>
          </a:r>
          <a:endParaRPr lang="en-US" dirty="0"/>
        </a:p>
      </dgm:t>
    </dgm:pt>
    <dgm:pt modelId="{D0620C7C-E29E-4492-A8C1-F386DB1EE650}" type="parTrans" cxnId="{845DCBC2-CC92-4BA3-9ABE-648E76FD817E}">
      <dgm:prSet/>
      <dgm:spPr/>
      <dgm:t>
        <a:bodyPr/>
        <a:lstStyle/>
        <a:p>
          <a:endParaRPr lang="en-US"/>
        </a:p>
      </dgm:t>
    </dgm:pt>
    <dgm:pt modelId="{3172D47C-470E-4D3D-A7C7-4AA5016A24CD}" type="sibTrans" cxnId="{845DCBC2-CC92-4BA3-9ABE-648E76FD817E}">
      <dgm:prSet/>
      <dgm:spPr/>
      <dgm:t>
        <a:bodyPr/>
        <a:lstStyle/>
        <a:p>
          <a:endParaRPr lang="en-US"/>
        </a:p>
      </dgm:t>
    </dgm:pt>
    <dgm:pt modelId="{F29D7ACF-B2BE-47F9-AB16-A9527E3272A5}">
      <dgm:prSet/>
      <dgm:spPr/>
      <dgm:t>
        <a:bodyPr/>
        <a:lstStyle/>
        <a:p>
          <a:r>
            <a:rPr lang="en-US" dirty="0"/>
            <a:t>When a new block is received, </a:t>
          </a:r>
        </a:p>
      </dgm:t>
    </dgm:pt>
    <dgm:pt modelId="{D72C5A8A-23B3-4060-927F-66EA6DF39BB8}" type="parTrans" cxnId="{86EB00BC-0FBC-4420-803C-D581B3BE27AD}">
      <dgm:prSet/>
      <dgm:spPr/>
    </dgm:pt>
    <dgm:pt modelId="{593F631F-1038-4093-AACD-98731C615AD3}" type="sibTrans" cxnId="{86EB00BC-0FBC-4420-803C-D581B3BE27AD}">
      <dgm:prSet/>
      <dgm:spPr/>
    </dgm:pt>
    <dgm:pt modelId="{73FF78B1-5A41-4A1E-B3D6-161C877002C2}">
      <dgm:prSet/>
      <dgm:spPr/>
      <dgm:t>
        <a:bodyPr/>
        <a:lstStyle/>
        <a:p>
          <a:r>
            <a:rPr lang="en-US" dirty="0"/>
            <a:t>a node will try</a:t>
          </a:r>
        </a:p>
      </dgm:t>
    </dgm:pt>
    <dgm:pt modelId="{A4E30BDB-9036-458F-AA6A-D08377771F01}" type="parTrans" cxnId="{3F913AE8-0669-4127-BEA3-A520A14B3713}">
      <dgm:prSet/>
      <dgm:spPr/>
    </dgm:pt>
    <dgm:pt modelId="{FEC678B0-419E-41F8-A05D-E60EF1DEB4B0}" type="sibTrans" cxnId="{3F913AE8-0669-4127-BEA3-A520A14B3713}">
      <dgm:prSet/>
      <dgm:spPr/>
    </dgm:pt>
    <dgm:pt modelId="{AA5157DA-4293-4A2F-B146-181617FF14ED}">
      <dgm:prSet/>
      <dgm:spPr/>
      <dgm:t>
        <a:bodyPr/>
        <a:lstStyle/>
        <a:p>
          <a:r>
            <a:rPr lang="en-US" dirty="0"/>
            <a:t>to slot it into the existing blockchain</a:t>
          </a:r>
        </a:p>
      </dgm:t>
    </dgm:pt>
    <dgm:pt modelId="{305A9088-B453-4024-AF8F-01E37C70C000}" type="parTrans" cxnId="{6161370C-E8D5-47DD-A271-215D6C70CA7D}">
      <dgm:prSet/>
      <dgm:spPr/>
    </dgm:pt>
    <dgm:pt modelId="{18951F2C-2A8B-4427-8ECC-399083302C69}" type="sibTrans" cxnId="{6161370C-E8D5-47DD-A271-215D6C70CA7D}">
      <dgm:prSet/>
      <dgm:spPr/>
    </dgm:pt>
    <dgm:pt modelId="{BA9BCB38-CB26-4E7D-B683-6B28168CE4B7}">
      <dgm:prSet/>
      <dgm:spPr/>
      <dgm:t>
        <a:bodyPr/>
        <a:lstStyle/>
        <a:p>
          <a:r>
            <a:rPr lang="en-US" dirty="0"/>
            <a:t>The node will</a:t>
          </a:r>
          <a:r>
            <a:rPr lang="tr-TR" dirty="0"/>
            <a:t> </a:t>
          </a:r>
          <a:r>
            <a:rPr lang="en-US" dirty="0"/>
            <a:t>look at the</a:t>
          </a:r>
        </a:p>
      </dgm:t>
    </dgm:pt>
    <dgm:pt modelId="{57C4F919-5EE9-4D18-9F39-6C07BD4AE57E}" type="parTrans" cxnId="{469F4E3C-1C81-4754-BFA8-614BAD58C649}">
      <dgm:prSet/>
      <dgm:spPr/>
    </dgm:pt>
    <dgm:pt modelId="{87392236-AAFB-46CD-96EE-D35DBFB95FAD}" type="sibTrans" cxnId="{469F4E3C-1C81-4754-BFA8-614BAD58C649}">
      <dgm:prSet/>
      <dgm:spPr/>
    </dgm:pt>
    <dgm:pt modelId="{1CF874E5-6456-4B8E-898A-2E6CEA2B319F}">
      <dgm:prSet/>
      <dgm:spPr/>
      <dgm:t>
        <a:bodyPr/>
        <a:lstStyle/>
        <a:p>
          <a:r>
            <a:rPr lang="en-US"/>
            <a:t>block’s </a:t>
          </a:r>
          <a:r>
            <a:rPr lang="en-US" dirty="0"/>
            <a:t>“previous block hash” field</a:t>
          </a:r>
        </a:p>
      </dgm:t>
    </dgm:pt>
    <dgm:pt modelId="{47485F51-E506-4DCC-B00A-3A2F222331DC}" type="parTrans" cxnId="{61709209-02C0-4330-8950-C302CAEE1753}">
      <dgm:prSet/>
      <dgm:spPr/>
    </dgm:pt>
    <dgm:pt modelId="{24173B6D-1C48-4AB7-ACC5-A64F94584842}" type="sibTrans" cxnId="{61709209-02C0-4330-8950-C302CAEE1753}">
      <dgm:prSet/>
      <dgm:spPr/>
    </dgm:pt>
    <dgm:pt modelId="{39157615-39A1-4491-A74F-DCFFECD07636}" type="pres">
      <dgm:prSet presAssocID="{E1FA0B6A-9856-4662-A7F1-72B0B399516E}" presName="linear" presStyleCnt="0">
        <dgm:presLayoutVars>
          <dgm:dir/>
          <dgm:animLvl val="lvl"/>
          <dgm:resizeHandles val="exact"/>
        </dgm:presLayoutVars>
      </dgm:prSet>
      <dgm:spPr/>
    </dgm:pt>
    <dgm:pt modelId="{3A87EEC9-177A-407C-B504-794BEC0C97AC}" type="pres">
      <dgm:prSet presAssocID="{ABA8BECD-6392-4005-930A-C49372829588}" presName="parentLin" presStyleCnt="0"/>
      <dgm:spPr/>
    </dgm:pt>
    <dgm:pt modelId="{5009CEB2-7987-405B-9175-E63649999479}" type="pres">
      <dgm:prSet presAssocID="{ABA8BECD-6392-4005-930A-C49372829588}" presName="parentLeftMargin" presStyleLbl="node1" presStyleIdx="0" presStyleCnt="2"/>
      <dgm:spPr/>
    </dgm:pt>
    <dgm:pt modelId="{502AFB23-0215-4124-827D-C2E2EB00C228}" type="pres">
      <dgm:prSet presAssocID="{ABA8BECD-6392-4005-930A-C49372829588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427CB4E1-6726-435F-B318-C6B3520D7999}" type="pres">
      <dgm:prSet presAssocID="{ABA8BECD-6392-4005-930A-C49372829588}" presName="negativeSpace" presStyleCnt="0"/>
      <dgm:spPr/>
    </dgm:pt>
    <dgm:pt modelId="{5B691364-5E22-41A6-B3B8-1728DC319C74}" type="pres">
      <dgm:prSet presAssocID="{ABA8BECD-6392-4005-930A-C49372829588}" presName="childText" presStyleLbl="conFgAcc1" presStyleIdx="0" presStyleCnt="2">
        <dgm:presLayoutVars>
          <dgm:bulletEnabled val="1"/>
        </dgm:presLayoutVars>
      </dgm:prSet>
      <dgm:spPr/>
    </dgm:pt>
    <dgm:pt modelId="{1CDE7E50-BBA8-4E18-9BD1-7C9E409E5997}" type="pres">
      <dgm:prSet presAssocID="{A03C4AFD-427F-4C2A-B62F-0C4200D57F9F}" presName="spaceBetweenRectangles" presStyleCnt="0"/>
      <dgm:spPr/>
    </dgm:pt>
    <dgm:pt modelId="{463425CC-97DE-4F83-BE64-4650F7386D58}" type="pres">
      <dgm:prSet presAssocID="{8E875609-F2D3-4949-8748-3AC57395FB92}" presName="parentLin" presStyleCnt="0"/>
      <dgm:spPr/>
    </dgm:pt>
    <dgm:pt modelId="{ADD324C4-170E-4DEC-89A4-7D6132B93436}" type="pres">
      <dgm:prSet presAssocID="{8E875609-F2D3-4949-8748-3AC57395FB92}" presName="parentLeftMargin" presStyleLbl="node1" presStyleIdx="0" presStyleCnt="2"/>
      <dgm:spPr/>
    </dgm:pt>
    <dgm:pt modelId="{1325DA77-DFB1-4685-B749-0C9CF623F761}" type="pres">
      <dgm:prSet presAssocID="{8E875609-F2D3-4949-8748-3AC57395FB92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07E1B15E-1924-4DBD-A12C-E20D50EE998E}" type="pres">
      <dgm:prSet presAssocID="{8E875609-F2D3-4949-8748-3AC57395FB92}" presName="negativeSpace" presStyleCnt="0"/>
      <dgm:spPr/>
    </dgm:pt>
    <dgm:pt modelId="{6828A49A-0A40-43D3-BE4E-6109DBE3CC62}" type="pres">
      <dgm:prSet presAssocID="{8E875609-F2D3-4949-8748-3AC57395FB92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61709209-02C0-4330-8950-C302CAEE1753}" srcId="{8E875609-F2D3-4949-8748-3AC57395FB92}" destId="{1CF874E5-6456-4B8E-898A-2E6CEA2B319F}" srcOrd="1" destOrd="0" parTransId="{47485F51-E506-4DCC-B00A-3A2F222331DC}" sibTransId="{24173B6D-1C48-4AB7-ACC5-A64F94584842}"/>
    <dgm:cxn modelId="{6161370C-E8D5-47DD-A271-215D6C70CA7D}" srcId="{ABA8BECD-6392-4005-930A-C49372829588}" destId="{AA5157DA-4293-4A2F-B146-181617FF14ED}" srcOrd="2" destOrd="0" parTransId="{305A9088-B453-4024-AF8F-01E37C70C000}" sibTransId="{18951F2C-2A8B-4427-8ECC-399083302C69}"/>
    <dgm:cxn modelId="{8A787317-B20B-43FC-8C39-2402834BF1BD}" type="presOf" srcId="{ABA8BECD-6392-4005-930A-C49372829588}" destId="{5009CEB2-7987-405B-9175-E63649999479}" srcOrd="0" destOrd="0" presId="urn:microsoft.com/office/officeart/2005/8/layout/list1"/>
    <dgm:cxn modelId="{321BB42F-DC65-4EC2-9DCF-570EF7F1D79A}" type="presOf" srcId="{73FF78B1-5A41-4A1E-B3D6-161C877002C2}" destId="{5B691364-5E22-41A6-B3B8-1728DC319C74}" srcOrd="0" destOrd="1" presId="urn:microsoft.com/office/officeart/2005/8/layout/list1"/>
    <dgm:cxn modelId="{469F4E3C-1C81-4754-BFA8-614BAD58C649}" srcId="{8E875609-F2D3-4949-8748-3AC57395FB92}" destId="{BA9BCB38-CB26-4E7D-B683-6B28168CE4B7}" srcOrd="0" destOrd="0" parTransId="{57C4F919-5EE9-4D18-9F39-6C07BD4AE57E}" sibTransId="{87392236-AAFB-46CD-96EE-D35DBFB95FAD}"/>
    <dgm:cxn modelId="{BF2DD23C-8E4C-4DB7-BDC7-6B60D13F0859}" type="presOf" srcId="{8E875609-F2D3-4949-8748-3AC57395FB92}" destId="{1325DA77-DFB1-4685-B749-0C9CF623F761}" srcOrd="1" destOrd="0" presId="urn:microsoft.com/office/officeart/2005/8/layout/list1"/>
    <dgm:cxn modelId="{4EBB6951-E8C4-4C4B-B35E-86254C4C5E6F}" srcId="{E1FA0B6A-9856-4662-A7F1-72B0B399516E}" destId="{ABA8BECD-6392-4005-930A-C49372829588}" srcOrd="0" destOrd="0" parTransId="{64C2CBBF-4D85-4EC3-9D60-E5333D0E62D0}" sibTransId="{A03C4AFD-427F-4C2A-B62F-0C4200D57F9F}"/>
    <dgm:cxn modelId="{BD270358-8FFD-4BC4-9361-3159073C7C42}" type="presOf" srcId="{AA5157DA-4293-4A2F-B146-181617FF14ED}" destId="{5B691364-5E22-41A6-B3B8-1728DC319C74}" srcOrd="0" destOrd="2" presId="urn:microsoft.com/office/officeart/2005/8/layout/list1"/>
    <dgm:cxn modelId="{D1A6538B-327F-48E6-8617-FE0F994B9C73}" type="presOf" srcId="{8E875609-F2D3-4949-8748-3AC57395FB92}" destId="{ADD324C4-170E-4DEC-89A4-7D6132B93436}" srcOrd="0" destOrd="0" presId="urn:microsoft.com/office/officeart/2005/8/layout/list1"/>
    <dgm:cxn modelId="{F946558E-E156-4B6B-A4E5-98E96D1B0CBE}" type="presOf" srcId="{E1FA0B6A-9856-4662-A7F1-72B0B399516E}" destId="{39157615-39A1-4491-A74F-DCFFECD07636}" srcOrd="0" destOrd="0" presId="urn:microsoft.com/office/officeart/2005/8/layout/list1"/>
    <dgm:cxn modelId="{86EB00BC-0FBC-4420-803C-D581B3BE27AD}" srcId="{ABA8BECD-6392-4005-930A-C49372829588}" destId="{F29D7ACF-B2BE-47F9-AB16-A9527E3272A5}" srcOrd="0" destOrd="0" parTransId="{D72C5A8A-23B3-4060-927F-66EA6DF39BB8}" sibTransId="{593F631F-1038-4093-AACD-98731C615AD3}"/>
    <dgm:cxn modelId="{845DCBC2-CC92-4BA3-9ABE-648E76FD817E}" srcId="{E1FA0B6A-9856-4662-A7F1-72B0B399516E}" destId="{8E875609-F2D3-4949-8748-3AC57395FB92}" srcOrd="1" destOrd="0" parTransId="{D0620C7C-E29E-4492-A8C1-F386DB1EE650}" sibTransId="{3172D47C-470E-4D3D-A7C7-4AA5016A24CD}"/>
    <dgm:cxn modelId="{CCED8DD8-4A04-482B-81E0-998C5D42FE65}" type="presOf" srcId="{1CF874E5-6456-4B8E-898A-2E6CEA2B319F}" destId="{6828A49A-0A40-43D3-BE4E-6109DBE3CC62}" srcOrd="0" destOrd="1" presId="urn:microsoft.com/office/officeart/2005/8/layout/list1"/>
    <dgm:cxn modelId="{3F913AE8-0669-4127-BEA3-A520A14B3713}" srcId="{ABA8BECD-6392-4005-930A-C49372829588}" destId="{73FF78B1-5A41-4A1E-B3D6-161C877002C2}" srcOrd="1" destOrd="0" parTransId="{A4E30BDB-9036-458F-AA6A-D08377771F01}" sibTransId="{FEC678B0-419E-41F8-A05D-E60EF1DEB4B0}"/>
    <dgm:cxn modelId="{ED58EFE9-5E95-4570-A7D6-E58B6930C63E}" type="presOf" srcId="{ABA8BECD-6392-4005-930A-C49372829588}" destId="{502AFB23-0215-4124-827D-C2E2EB00C228}" srcOrd="1" destOrd="0" presId="urn:microsoft.com/office/officeart/2005/8/layout/list1"/>
    <dgm:cxn modelId="{C4E772F4-3EC0-482D-8321-4B61ABB2DD8C}" type="presOf" srcId="{BA9BCB38-CB26-4E7D-B683-6B28168CE4B7}" destId="{6828A49A-0A40-43D3-BE4E-6109DBE3CC62}" srcOrd="0" destOrd="0" presId="urn:microsoft.com/office/officeart/2005/8/layout/list1"/>
    <dgm:cxn modelId="{1E6231F5-CAC6-494F-B0E8-8FD388C8AE35}" type="presOf" srcId="{F29D7ACF-B2BE-47F9-AB16-A9527E3272A5}" destId="{5B691364-5E22-41A6-B3B8-1728DC319C74}" srcOrd="0" destOrd="0" presId="urn:microsoft.com/office/officeart/2005/8/layout/list1"/>
    <dgm:cxn modelId="{71C5C9C5-B437-48AA-AE86-FFAB67924306}" type="presParOf" srcId="{39157615-39A1-4491-A74F-DCFFECD07636}" destId="{3A87EEC9-177A-407C-B504-794BEC0C97AC}" srcOrd="0" destOrd="0" presId="urn:microsoft.com/office/officeart/2005/8/layout/list1"/>
    <dgm:cxn modelId="{0C131824-8CD3-4AAE-8ECC-40FEDD820C48}" type="presParOf" srcId="{3A87EEC9-177A-407C-B504-794BEC0C97AC}" destId="{5009CEB2-7987-405B-9175-E63649999479}" srcOrd="0" destOrd="0" presId="urn:microsoft.com/office/officeart/2005/8/layout/list1"/>
    <dgm:cxn modelId="{E3BF8884-14EF-4871-A428-D0F9ED6F06F1}" type="presParOf" srcId="{3A87EEC9-177A-407C-B504-794BEC0C97AC}" destId="{502AFB23-0215-4124-827D-C2E2EB00C228}" srcOrd="1" destOrd="0" presId="urn:microsoft.com/office/officeart/2005/8/layout/list1"/>
    <dgm:cxn modelId="{1079BC1B-7136-4475-AC17-42F9F1FAD385}" type="presParOf" srcId="{39157615-39A1-4491-A74F-DCFFECD07636}" destId="{427CB4E1-6726-435F-B318-C6B3520D7999}" srcOrd="1" destOrd="0" presId="urn:microsoft.com/office/officeart/2005/8/layout/list1"/>
    <dgm:cxn modelId="{F84094AB-9893-447F-9134-559C89548C1A}" type="presParOf" srcId="{39157615-39A1-4491-A74F-DCFFECD07636}" destId="{5B691364-5E22-41A6-B3B8-1728DC319C74}" srcOrd="2" destOrd="0" presId="urn:microsoft.com/office/officeart/2005/8/layout/list1"/>
    <dgm:cxn modelId="{3FB40923-EF73-49DB-9ECD-791412F25AB7}" type="presParOf" srcId="{39157615-39A1-4491-A74F-DCFFECD07636}" destId="{1CDE7E50-BBA8-4E18-9BD1-7C9E409E5997}" srcOrd="3" destOrd="0" presId="urn:microsoft.com/office/officeart/2005/8/layout/list1"/>
    <dgm:cxn modelId="{04B9A297-2790-43D8-8106-A60D773E6B03}" type="presParOf" srcId="{39157615-39A1-4491-A74F-DCFFECD07636}" destId="{463425CC-97DE-4F83-BE64-4650F7386D58}" srcOrd="4" destOrd="0" presId="urn:microsoft.com/office/officeart/2005/8/layout/list1"/>
    <dgm:cxn modelId="{6F9CB6DB-FA97-471E-9376-4DD53E9A828B}" type="presParOf" srcId="{463425CC-97DE-4F83-BE64-4650F7386D58}" destId="{ADD324C4-170E-4DEC-89A4-7D6132B93436}" srcOrd="0" destOrd="0" presId="urn:microsoft.com/office/officeart/2005/8/layout/list1"/>
    <dgm:cxn modelId="{323A5410-7097-49E8-BD80-9520B08FF98A}" type="presParOf" srcId="{463425CC-97DE-4F83-BE64-4650F7386D58}" destId="{1325DA77-DFB1-4685-B749-0C9CF623F761}" srcOrd="1" destOrd="0" presId="urn:microsoft.com/office/officeart/2005/8/layout/list1"/>
    <dgm:cxn modelId="{E6E47F99-7B5A-4FA9-B815-A0323769F745}" type="presParOf" srcId="{39157615-39A1-4491-A74F-DCFFECD07636}" destId="{07E1B15E-1924-4DBD-A12C-E20D50EE998E}" srcOrd="5" destOrd="0" presId="urn:microsoft.com/office/officeart/2005/8/layout/list1"/>
    <dgm:cxn modelId="{09971A12-0C74-4DFF-B04D-86A2D0032138}" type="presParOf" srcId="{39157615-39A1-4491-A74F-DCFFECD07636}" destId="{6828A49A-0A40-43D3-BE4E-6109DBE3CC62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1.xml><?xml version="1.0" encoding="utf-8"?>
<dgm:dataModel xmlns:dgm="http://schemas.openxmlformats.org/drawingml/2006/diagram" xmlns:a="http://schemas.openxmlformats.org/drawingml/2006/main">
  <dgm:ptLst>
    <dgm:pt modelId="{E1FA0B6A-9856-4662-A7F1-72B0B399516E}" type="doc">
      <dgm:prSet loTypeId="urn:microsoft.com/office/officeart/2005/8/layout/list1" loCatId="list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2FC3F18B-6142-4AC0-ABD4-552C7A7B2F28}">
      <dgm:prSet/>
      <dgm:spPr/>
      <dgm:t>
        <a:bodyPr/>
        <a:lstStyle/>
        <a:p>
          <a:r>
            <a:rPr lang="tr-TR" dirty="0" err="1"/>
            <a:t>Find</a:t>
          </a:r>
          <a:r>
            <a:rPr lang="tr-TR" dirty="0"/>
            <a:t> </a:t>
          </a:r>
          <a:r>
            <a:rPr lang="tr-TR" dirty="0" err="1"/>
            <a:t>parent</a:t>
          </a:r>
          <a:endParaRPr lang="en-US" dirty="0"/>
        </a:p>
      </dgm:t>
    </dgm:pt>
    <dgm:pt modelId="{5BD7DE15-A07B-40D2-A50E-C3A33898C49C}" type="parTrans" cxnId="{A4A9C249-596B-41A5-A486-1E168672A800}">
      <dgm:prSet/>
      <dgm:spPr/>
      <dgm:t>
        <a:bodyPr/>
        <a:lstStyle/>
        <a:p>
          <a:endParaRPr lang="en-US"/>
        </a:p>
      </dgm:t>
    </dgm:pt>
    <dgm:pt modelId="{2924BC98-E6EE-4A8D-BF80-F0B7BB52B4C8}" type="sibTrans" cxnId="{A4A9C249-596B-41A5-A486-1E168672A800}">
      <dgm:prSet/>
      <dgm:spPr/>
      <dgm:t>
        <a:bodyPr/>
        <a:lstStyle/>
        <a:p>
          <a:endParaRPr lang="en-US"/>
        </a:p>
      </dgm:t>
    </dgm:pt>
    <dgm:pt modelId="{77DC61D0-EB26-4182-BFEE-90386E056ECD}">
      <dgm:prSet/>
      <dgm:spPr/>
      <dgm:t>
        <a:bodyPr/>
        <a:lstStyle/>
        <a:p>
          <a:r>
            <a:rPr lang="tr-TR" dirty="0" err="1"/>
            <a:t>Extension</a:t>
          </a:r>
          <a:endParaRPr lang="en-US" dirty="0"/>
        </a:p>
      </dgm:t>
    </dgm:pt>
    <dgm:pt modelId="{3A231F71-F741-4021-B77C-64B539DDCF0F}" type="parTrans" cxnId="{262FA73C-8433-463D-9928-436FCB4F10A0}">
      <dgm:prSet/>
      <dgm:spPr/>
      <dgm:t>
        <a:bodyPr/>
        <a:lstStyle/>
        <a:p>
          <a:endParaRPr lang="en-US"/>
        </a:p>
      </dgm:t>
    </dgm:pt>
    <dgm:pt modelId="{17C878F0-127E-4B5C-A92E-05D9B8B946E4}" type="sibTrans" cxnId="{262FA73C-8433-463D-9928-436FCB4F10A0}">
      <dgm:prSet/>
      <dgm:spPr/>
      <dgm:t>
        <a:bodyPr/>
        <a:lstStyle/>
        <a:p>
          <a:endParaRPr lang="en-US"/>
        </a:p>
      </dgm:t>
    </dgm:pt>
    <dgm:pt modelId="{DFA6263E-2976-42B8-9D04-B7C99DB84693}">
      <dgm:prSet/>
      <dgm:spPr/>
      <dgm:t>
        <a:bodyPr/>
        <a:lstStyle/>
        <a:p>
          <a:r>
            <a:rPr lang="en-US" dirty="0"/>
            <a:t>the node will attempt</a:t>
          </a:r>
        </a:p>
      </dgm:t>
    </dgm:pt>
    <dgm:pt modelId="{BA158483-F06B-48C5-A1CB-664A96BE02FF}" type="parTrans" cxnId="{9D7951AB-88A5-4035-BA87-B93A07F2F518}">
      <dgm:prSet/>
      <dgm:spPr/>
    </dgm:pt>
    <dgm:pt modelId="{729F1CEB-4B4E-4A69-90A2-128DA3873219}" type="sibTrans" cxnId="{9D7951AB-88A5-4035-BA87-B93A07F2F518}">
      <dgm:prSet/>
      <dgm:spPr/>
    </dgm:pt>
    <dgm:pt modelId="{8AC1DB3B-4EB8-4460-A236-0A7720EB632A}">
      <dgm:prSet/>
      <dgm:spPr/>
      <dgm:t>
        <a:bodyPr/>
        <a:lstStyle/>
        <a:p>
          <a:r>
            <a:rPr lang="en-US"/>
            <a:t>to </a:t>
          </a:r>
          <a:r>
            <a:rPr lang="en-US" dirty="0"/>
            <a:t>find that parent in the existing</a:t>
          </a:r>
          <a:r>
            <a:rPr lang="tr-TR" dirty="0"/>
            <a:t> </a:t>
          </a:r>
          <a:r>
            <a:rPr lang="tr-TR" dirty="0" err="1"/>
            <a:t>blockchain</a:t>
          </a:r>
          <a:endParaRPr lang="en-US" dirty="0"/>
        </a:p>
      </dgm:t>
    </dgm:pt>
    <dgm:pt modelId="{8958F291-1E58-448B-9A74-8F6D64569F72}" type="parTrans" cxnId="{8C2A3543-8E98-4DF9-8CF4-08626AC03F11}">
      <dgm:prSet/>
      <dgm:spPr/>
    </dgm:pt>
    <dgm:pt modelId="{6E962D60-EA94-4C52-8CAE-83539C9C83FD}" type="sibTrans" cxnId="{8C2A3543-8E98-4DF9-8CF4-08626AC03F11}">
      <dgm:prSet/>
      <dgm:spPr/>
    </dgm:pt>
    <dgm:pt modelId="{F976707E-6597-40F1-A2B9-E9BC8D8122D7}">
      <dgm:prSet/>
      <dgm:spPr/>
      <dgm:t>
        <a:bodyPr/>
        <a:lstStyle/>
        <a:p>
          <a:r>
            <a:rPr lang="en-US" dirty="0"/>
            <a:t>Most of the time, the parent will be the “tip” of the main chain,</a:t>
          </a:r>
        </a:p>
      </dgm:t>
    </dgm:pt>
    <dgm:pt modelId="{5B3B71CE-C3B5-44C3-8AAB-C0EE1C946F90}" type="parTrans" cxnId="{E2E0BE7D-F7C1-47CC-9F6E-218A0C4D5519}">
      <dgm:prSet/>
      <dgm:spPr/>
    </dgm:pt>
    <dgm:pt modelId="{FD62D5C8-4A93-4B47-B1C6-FDBD6B1787D6}" type="sibTrans" cxnId="{E2E0BE7D-F7C1-47CC-9F6E-218A0C4D5519}">
      <dgm:prSet/>
      <dgm:spPr/>
    </dgm:pt>
    <dgm:pt modelId="{313C4F37-E679-4110-8375-30B9CFB11EBE}">
      <dgm:prSet/>
      <dgm:spPr/>
      <dgm:t>
        <a:bodyPr/>
        <a:lstStyle/>
        <a:p>
          <a:r>
            <a:rPr lang="en-US"/>
            <a:t> </a:t>
          </a:r>
          <a:r>
            <a:rPr lang="en-US" dirty="0"/>
            <a:t>meaning</a:t>
          </a:r>
          <a:r>
            <a:rPr lang="tr-TR" dirty="0"/>
            <a:t> </a:t>
          </a:r>
          <a:r>
            <a:rPr lang="en-US" dirty="0"/>
            <a:t>this new block extends the main chain</a:t>
          </a:r>
        </a:p>
      </dgm:t>
    </dgm:pt>
    <dgm:pt modelId="{DFB46E27-E781-406E-A354-0C7EF5097C7E}" type="parTrans" cxnId="{AE526EC1-15E2-4CBB-B37F-151E35A93379}">
      <dgm:prSet/>
      <dgm:spPr/>
    </dgm:pt>
    <dgm:pt modelId="{70E68A66-9AF7-4591-A787-F209E73EB80C}" type="sibTrans" cxnId="{AE526EC1-15E2-4CBB-B37F-151E35A93379}">
      <dgm:prSet/>
      <dgm:spPr/>
    </dgm:pt>
    <dgm:pt modelId="{83C12219-B448-4123-984B-6C23E03CF100}" type="pres">
      <dgm:prSet presAssocID="{E1FA0B6A-9856-4662-A7F1-72B0B399516E}" presName="linear" presStyleCnt="0">
        <dgm:presLayoutVars>
          <dgm:dir/>
          <dgm:animLvl val="lvl"/>
          <dgm:resizeHandles val="exact"/>
        </dgm:presLayoutVars>
      </dgm:prSet>
      <dgm:spPr/>
    </dgm:pt>
    <dgm:pt modelId="{9CF7E878-F2E3-48C3-95E6-3F0AFFBEC0E9}" type="pres">
      <dgm:prSet presAssocID="{2FC3F18B-6142-4AC0-ABD4-552C7A7B2F28}" presName="parentLin" presStyleCnt="0"/>
      <dgm:spPr/>
    </dgm:pt>
    <dgm:pt modelId="{F42F4AE3-69B4-423B-8784-BEB1FCEEA9AA}" type="pres">
      <dgm:prSet presAssocID="{2FC3F18B-6142-4AC0-ABD4-552C7A7B2F28}" presName="parentLeftMargin" presStyleLbl="node1" presStyleIdx="0" presStyleCnt="2"/>
      <dgm:spPr/>
    </dgm:pt>
    <dgm:pt modelId="{06711C05-A49B-41FB-B9A6-296E3BC87CA7}" type="pres">
      <dgm:prSet presAssocID="{2FC3F18B-6142-4AC0-ABD4-552C7A7B2F28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CDE2F987-9119-451F-9E3A-BA2ADD540115}" type="pres">
      <dgm:prSet presAssocID="{2FC3F18B-6142-4AC0-ABD4-552C7A7B2F28}" presName="negativeSpace" presStyleCnt="0"/>
      <dgm:spPr/>
    </dgm:pt>
    <dgm:pt modelId="{F5B9657A-A935-47F4-B894-B2A856DDB715}" type="pres">
      <dgm:prSet presAssocID="{2FC3F18B-6142-4AC0-ABD4-552C7A7B2F28}" presName="childText" presStyleLbl="conFgAcc1" presStyleIdx="0" presStyleCnt="2">
        <dgm:presLayoutVars>
          <dgm:bulletEnabled val="1"/>
        </dgm:presLayoutVars>
      </dgm:prSet>
      <dgm:spPr/>
    </dgm:pt>
    <dgm:pt modelId="{2642FEE8-687D-4C74-BF86-F24F94CF5203}" type="pres">
      <dgm:prSet presAssocID="{2924BC98-E6EE-4A8D-BF80-F0B7BB52B4C8}" presName="spaceBetweenRectangles" presStyleCnt="0"/>
      <dgm:spPr/>
    </dgm:pt>
    <dgm:pt modelId="{A4FC1304-018E-4B5A-BFE1-0A6E14E2742B}" type="pres">
      <dgm:prSet presAssocID="{77DC61D0-EB26-4182-BFEE-90386E056ECD}" presName="parentLin" presStyleCnt="0"/>
      <dgm:spPr/>
    </dgm:pt>
    <dgm:pt modelId="{5AA60BA9-5945-4A5F-9EB6-3356F27D1839}" type="pres">
      <dgm:prSet presAssocID="{77DC61D0-EB26-4182-BFEE-90386E056ECD}" presName="parentLeftMargin" presStyleLbl="node1" presStyleIdx="0" presStyleCnt="2"/>
      <dgm:spPr/>
    </dgm:pt>
    <dgm:pt modelId="{BE6E148D-4F63-4A8E-9CD6-6276B28A7A8D}" type="pres">
      <dgm:prSet presAssocID="{77DC61D0-EB26-4182-BFEE-90386E056ECD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DD0914DE-E363-4732-9C60-2CA00ED40405}" type="pres">
      <dgm:prSet presAssocID="{77DC61D0-EB26-4182-BFEE-90386E056ECD}" presName="negativeSpace" presStyleCnt="0"/>
      <dgm:spPr/>
    </dgm:pt>
    <dgm:pt modelId="{211FB6A6-6C10-40E8-B6D1-4F9D2FDACEAE}" type="pres">
      <dgm:prSet presAssocID="{77DC61D0-EB26-4182-BFEE-90386E056ECD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28AE862D-8936-4FC4-A397-82E33C87E433}" type="presOf" srcId="{2FC3F18B-6142-4AC0-ABD4-552C7A7B2F28}" destId="{06711C05-A49B-41FB-B9A6-296E3BC87CA7}" srcOrd="1" destOrd="0" presId="urn:microsoft.com/office/officeart/2005/8/layout/list1"/>
    <dgm:cxn modelId="{7A636E38-A212-4AB2-B43F-0B4A1AEE0AE9}" type="presOf" srcId="{77DC61D0-EB26-4182-BFEE-90386E056ECD}" destId="{BE6E148D-4F63-4A8E-9CD6-6276B28A7A8D}" srcOrd="1" destOrd="0" presId="urn:microsoft.com/office/officeart/2005/8/layout/list1"/>
    <dgm:cxn modelId="{262FA73C-8433-463D-9928-436FCB4F10A0}" srcId="{E1FA0B6A-9856-4662-A7F1-72B0B399516E}" destId="{77DC61D0-EB26-4182-BFEE-90386E056ECD}" srcOrd="1" destOrd="0" parTransId="{3A231F71-F741-4021-B77C-64B539DDCF0F}" sibTransId="{17C878F0-127E-4B5C-A92E-05D9B8B946E4}"/>
    <dgm:cxn modelId="{8C2A3543-8E98-4DF9-8CF4-08626AC03F11}" srcId="{2FC3F18B-6142-4AC0-ABD4-552C7A7B2F28}" destId="{8AC1DB3B-4EB8-4460-A236-0A7720EB632A}" srcOrd="1" destOrd="0" parTransId="{8958F291-1E58-448B-9A74-8F6D64569F72}" sibTransId="{6E962D60-EA94-4C52-8CAE-83539C9C83FD}"/>
    <dgm:cxn modelId="{A4A9C249-596B-41A5-A486-1E168672A800}" srcId="{E1FA0B6A-9856-4662-A7F1-72B0B399516E}" destId="{2FC3F18B-6142-4AC0-ABD4-552C7A7B2F28}" srcOrd="0" destOrd="0" parTransId="{5BD7DE15-A07B-40D2-A50E-C3A33898C49C}" sibTransId="{2924BC98-E6EE-4A8D-BF80-F0B7BB52B4C8}"/>
    <dgm:cxn modelId="{E2E0BE7D-F7C1-47CC-9F6E-218A0C4D5519}" srcId="{77DC61D0-EB26-4182-BFEE-90386E056ECD}" destId="{F976707E-6597-40F1-A2B9-E9BC8D8122D7}" srcOrd="0" destOrd="0" parTransId="{5B3B71CE-C3B5-44C3-8AAB-C0EE1C946F90}" sibTransId="{FD62D5C8-4A93-4B47-B1C6-FDBD6B1787D6}"/>
    <dgm:cxn modelId="{B7CC838A-A3CB-4904-9F1A-C9E8631582DE}" type="presOf" srcId="{2FC3F18B-6142-4AC0-ABD4-552C7A7B2F28}" destId="{F42F4AE3-69B4-423B-8784-BEB1FCEEA9AA}" srcOrd="0" destOrd="0" presId="urn:microsoft.com/office/officeart/2005/8/layout/list1"/>
    <dgm:cxn modelId="{6A802290-4409-41AB-A625-22C83ED44727}" type="presOf" srcId="{E1FA0B6A-9856-4662-A7F1-72B0B399516E}" destId="{83C12219-B448-4123-984B-6C23E03CF100}" srcOrd="0" destOrd="0" presId="urn:microsoft.com/office/officeart/2005/8/layout/list1"/>
    <dgm:cxn modelId="{C4155A93-5A57-4B8F-ADAD-B036C09ACF35}" type="presOf" srcId="{DFA6263E-2976-42B8-9D04-B7C99DB84693}" destId="{F5B9657A-A935-47F4-B894-B2A856DDB715}" srcOrd="0" destOrd="0" presId="urn:microsoft.com/office/officeart/2005/8/layout/list1"/>
    <dgm:cxn modelId="{9D7951AB-88A5-4035-BA87-B93A07F2F518}" srcId="{2FC3F18B-6142-4AC0-ABD4-552C7A7B2F28}" destId="{DFA6263E-2976-42B8-9D04-B7C99DB84693}" srcOrd="0" destOrd="0" parTransId="{BA158483-F06B-48C5-A1CB-664A96BE02FF}" sibTransId="{729F1CEB-4B4E-4A69-90A2-128DA3873219}"/>
    <dgm:cxn modelId="{318FF5AF-8C1A-4C46-84A2-062E705B82ED}" type="presOf" srcId="{77DC61D0-EB26-4182-BFEE-90386E056ECD}" destId="{5AA60BA9-5945-4A5F-9EB6-3356F27D1839}" srcOrd="0" destOrd="0" presId="urn:microsoft.com/office/officeart/2005/8/layout/list1"/>
    <dgm:cxn modelId="{AE526EC1-15E2-4CBB-B37F-151E35A93379}" srcId="{77DC61D0-EB26-4182-BFEE-90386E056ECD}" destId="{313C4F37-E679-4110-8375-30B9CFB11EBE}" srcOrd="1" destOrd="0" parTransId="{DFB46E27-E781-406E-A354-0C7EF5097C7E}" sibTransId="{70E68A66-9AF7-4591-A787-F209E73EB80C}"/>
    <dgm:cxn modelId="{AB668FDE-254B-41CD-800F-6575FB7C6FE9}" type="presOf" srcId="{F976707E-6597-40F1-A2B9-E9BC8D8122D7}" destId="{211FB6A6-6C10-40E8-B6D1-4F9D2FDACEAE}" srcOrd="0" destOrd="0" presId="urn:microsoft.com/office/officeart/2005/8/layout/list1"/>
    <dgm:cxn modelId="{6B440BDF-02B9-4BD6-A56B-2ECCF305D396}" type="presOf" srcId="{8AC1DB3B-4EB8-4460-A236-0A7720EB632A}" destId="{F5B9657A-A935-47F4-B894-B2A856DDB715}" srcOrd="0" destOrd="1" presId="urn:microsoft.com/office/officeart/2005/8/layout/list1"/>
    <dgm:cxn modelId="{DE2661E0-62BE-4263-8467-C93D5E59FC14}" type="presOf" srcId="{313C4F37-E679-4110-8375-30B9CFB11EBE}" destId="{211FB6A6-6C10-40E8-B6D1-4F9D2FDACEAE}" srcOrd="0" destOrd="1" presId="urn:microsoft.com/office/officeart/2005/8/layout/list1"/>
    <dgm:cxn modelId="{3E47B7E8-C259-4B3A-9BF8-6BC0D88E6F81}" type="presParOf" srcId="{83C12219-B448-4123-984B-6C23E03CF100}" destId="{9CF7E878-F2E3-48C3-95E6-3F0AFFBEC0E9}" srcOrd="0" destOrd="0" presId="urn:microsoft.com/office/officeart/2005/8/layout/list1"/>
    <dgm:cxn modelId="{F1F79664-CE9B-408B-A39A-79A282BE8810}" type="presParOf" srcId="{9CF7E878-F2E3-48C3-95E6-3F0AFFBEC0E9}" destId="{F42F4AE3-69B4-423B-8784-BEB1FCEEA9AA}" srcOrd="0" destOrd="0" presId="urn:microsoft.com/office/officeart/2005/8/layout/list1"/>
    <dgm:cxn modelId="{B08C6307-0007-4A84-B237-F0B7C56FB087}" type="presParOf" srcId="{9CF7E878-F2E3-48C3-95E6-3F0AFFBEC0E9}" destId="{06711C05-A49B-41FB-B9A6-296E3BC87CA7}" srcOrd="1" destOrd="0" presId="urn:microsoft.com/office/officeart/2005/8/layout/list1"/>
    <dgm:cxn modelId="{B9549A76-58C3-432D-8B6A-0B6012CF0B2A}" type="presParOf" srcId="{83C12219-B448-4123-984B-6C23E03CF100}" destId="{CDE2F987-9119-451F-9E3A-BA2ADD540115}" srcOrd="1" destOrd="0" presId="urn:microsoft.com/office/officeart/2005/8/layout/list1"/>
    <dgm:cxn modelId="{42F9A03D-C58B-4767-A7B5-A7D3386C2404}" type="presParOf" srcId="{83C12219-B448-4123-984B-6C23E03CF100}" destId="{F5B9657A-A935-47F4-B894-B2A856DDB715}" srcOrd="2" destOrd="0" presId="urn:microsoft.com/office/officeart/2005/8/layout/list1"/>
    <dgm:cxn modelId="{94F78B34-8F9B-4C52-90A9-92D25A148756}" type="presParOf" srcId="{83C12219-B448-4123-984B-6C23E03CF100}" destId="{2642FEE8-687D-4C74-BF86-F24F94CF5203}" srcOrd="3" destOrd="0" presId="urn:microsoft.com/office/officeart/2005/8/layout/list1"/>
    <dgm:cxn modelId="{67F6FF03-4A0B-413D-9E29-2209E59D6F9A}" type="presParOf" srcId="{83C12219-B448-4123-984B-6C23E03CF100}" destId="{A4FC1304-018E-4B5A-BFE1-0A6E14E2742B}" srcOrd="4" destOrd="0" presId="urn:microsoft.com/office/officeart/2005/8/layout/list1"/>
    <dgm:cxn modelId="{374D4926-DFA9-491E-B661-602B10E7B2C8}" type="presParOf" srcId="{A4FC1304-018E-4B5A-BFE1-0A6E14E2742B}" destId="{5AA60BA9-5945-4A5F-9EB6-3356F27D1839}" srcOrd="0" destOrd="0" presId="urn:microsoft.com/office/officeart/2005/8/layout/list1"/>
    <dgm:cxn modelId="{ABEBC372-EE75-4261-8704-3AE1A34B749E}" type="presParOf" srcId="{A4FC1304-018E-4B5A-BFE1-0A6E14E2742B}" destId="{BE6E148D-4F63-4A8E-9CD6-6276B28A7A8D}" srcOrd="1" destOrd="0" presId="urn:microsoft.com/office/officeart/2005/8/layout/list1"/>
    <dgm:cxn modelId="{D923CA37-A127-437B-B064-348CC496D489}" type="presParOf" srcId="{83C12219-B448-4123-984B-6C23E03CF100}" destId="{DD0914DE-E363-4732-9C60-2CA00ED40405}" srcOrd="5" destOrd="0" presId="urn:microsoft.com/office/officeart/2005/8/layout/list1"/>
    <dgm:cxn modelId="{4CD9AEB7-1A39-45F9-BA06-1031FED4D4B8}" type="presParOf" srcId="{83C12219-B448-4123-984B-6C23E03CF100}" destId="{211FB6A6-6C10-40E8-B6D1-4F9D2FDACEAE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2.xml><?xml version="1.0" encoding="utf-8"?>
<dgm:dataModel xmlns:dgm="http://schemas.openxmlformats.org/drawingml/2006/diagram" xmlns:a="http://schemas.openxmlformats.org/drawingml/2006/main">
  <dgm:ptLst>
    <dgm:pt modelId="{15C485FD-C851-433A-80FB-383FE57412D5}" type="doc">
      <dgm:prSet loTypeId="urn:microsoft.com/office/officeart/2005/8/layout/list1" loCatId="list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81B6DD65-0D48-42F3-998E-5CBF0B642234}">
      <dgm:prSet/>
      <dgm:spPr/>
      <dgm:t>
        <a:bodyPr/>
        <a:lstStyle/>
        <a:p>
          <a:r>
            <a:rPr lang="tr-TR" dirty="0" err="1"/>
            <a:t>Orphan</a:t>
          </a:r>
          <a:r>
            <a:rPr lang="tr-TR" dirty="0"/>
            <a:t> </a:t>
          </a:r>
          <a:r>
            <a:rPr lang="tr-TR" dirty="0" err="1"/>
            <a:t>block</a:t>
          </a:r>
          <a:endParaRPr lang="en-US" dirty="0"/>
        </a:p>
      </dgm:t>
    </dgm:pt>
    <dgm:pt modelId="{57499772-B057-4926-8B47-043F19B5542A}" type="parTrans" cxnId="{1734315B-10DC-4A46-9144-4C475EB0819F}">
      <dgm:prSet/>
      <dgm:spPr/>
      <dgm:t>
        <a:bodyPr/>
        <a:lstStyle/>
        <a:p>
          <a:endParaRPr lang="en-US"/>
        </a:p>
      </dgm:t>
    </dgm:pt>
    <dgm:pt modelId="{59938EFA-A5BB-436B-B8DD-0C28CD5C4DF9}" type="sibTrans" cxnId="{1734315B-10DC-4A46-9144-4C475EB0819F}">
      <dgm:prSet/>
      <dgm:spPr/>
      <dgm:t>
        <a:bodyPr/>
        <a:lstStyle/>
        <a:p>
          <a:endParaRPr lang="en-US"/>
        </a:p>
      </dgm:t>
    </dgm:pt>
    <dgm:pt modelId="{8D3BC8EE-A5D3-466F-ACFD-3D5D7D3D3681}">
      <dgm:prSet/>
      <dgm:spPr/>
      <dgm:t>
        <a:bodyPr/>
        <a:lstStyle/>
        <a:p>
          <a:r>
            <a:rPr lang="tr-TR"/>
            <a:t>A block with no parent</a:t>
          </a:r>
          <a:endParaRPr lang="en-US"/>
        </a:p>
      </dgm:t>
    </dgm:pt>
    <dgm:pt modelId="{81B8A5CF-29B6-4D8D-8EFC-F9FBFDAFC72C}" type="parTrans" cxnId="{60094E7C-1522-430F-8D7E-DA557ED0502E}">
      <dgm:prSet/>
      <dgm:spPr/>
      <dgm:t>
        <a:bodyPr/>
        <a:lstStyle/>
        <a:p>
          <a:endParaRPr lang="en-US"/>
        </a:p>
      </dgm:t>
    </dgm:pt>
    <dgm:pt modelId="{B71BBA22-380C-4BDA-A92B-C692774DA834}" type="sibTrans" cxnId="{60094E7C-1522-430F-8D7E-DA557ED0502E}">
      <dgm:prSet/>
      <dgm:spPr/>
      <dgm:t>
        <a:bodyPr/>
        <a:lstStyle/>
        <a:p>
          <a:endParaRPr lang="en-US"/>
        </a:p>
      </dgm:t>
    </dgm:pt>
    <dgm:pt modelId="{301B1B13-76AA-4A31-A2FE-C9AA6A3F6FE8}">
      <dgm:prSet/>
      <dgm:spPr/>
      <dgm:t>
        <a:bodyPr/>
        <a:lstStyle/>
        <a:p>
          <a:r>
            <a:rPr lang="tr-TR"/>
            <a:t>How to happen?</a:t>
          </a:r>
          <a:endParaRPr lang="en-US"/>
        </a:p>
      </dgm:t>
    </dgm:pt>
    <dgm:pt modelId="{B962C4C5-0AF4-4633-A5B5-746CA0562594}" type="parTrans" cxnId="{E7FEF38B-8D90-4A4C-B96E-EC86CD187080}">
      <dgm:prSet/>
      <dgm:spPr/>
      <dgm:t>
        <a:bodyPr/>
        <a:lstStyle/>
        <a:p>
          <a:endParaRPr lang="en-US"/>
        </a:p>
      </dgm:t>
    </dgm:pt>
    <dgm:pt modelId="{069F66A7-76C7-4E8B-B7A7-7070E47F30FC}" type="sibTrans" cxnId="{E7FEF38B-8D90-4A4C-B96E-EC86CD187080}">
      <dgm:prSet/>
      <dgm:spPr/>
      <dgm:t>
        <a:bodyPr/>
        <a:lstStyle/>
        <a:p>
          <a:endParaRPr lang="en-US"/>
        </a:p>
      </dgm:t>
    </dgm:pt>
    <dgm:pt modelId="{0DDDD14B-ED17-4AEE-AA4B-5D1E816AF396}">
      <dgm:prSet/>
      <dgm:spPr/>
      <dgm:t>
        <a:bodyPr/>
        <a:lstStyle/>
        <a:p>
          <a:r>
            <a:rPr lang="tr-TR"/>
            <a:t>Occurs when two blocks were mined within short of time</a:t>
          </a:r>
          <a:endParaRPr lang="en-US"/>
        </a:p>
      </dgm:t>
    </dgm:pt>
    <dgm:pt modelId="{6794C228-765E-4A0D-AC9E-9B63CC3842C9}" type="parTrans" cxnId="{96C06855-25A7-4570-AD26-B86C58BA1ABA}">
      <dgm:prSet/>
      <dgm:spPr/>
      <dgm:t>
        <a:bodyPr/>
        <a:lstStyle/>
        <a:p>
          <a:endParaRPr lang="en-US"/>
        </a:p>
      </dgm:t>
    </dgm:pt>
    <dgm:pt modelId="{FA8645E9-4105-4D27-BF0E-A58C56BCD78B}" type="sibTrans" cxnId="{96C06855-25A7-4570-AD26-B86C58BA1ABA}">
      <dgm:prSet/>
      <dgm:spPr/>
      <dgm:t>
        <a:bodyPr/>
        <a:lstStyle/>
        <a:p>
          <a:endParaRPr lang="en-US"/>
        </a:p>
      </dgm:t>
    </dgm:pt>
    <dgm:pt modelId="{F15BC59D-224D-4060-80B6-E6B9DE83735F}">
      <dgm:prSet/>
      <dgm:spPr/>
      <dgm:t>
        <a:bodyPr/>
        <a:lstStyle/>
        <a:p>
          <a:r>
            <a:rPr lang="tr-TR"/>
            <a:t>Arrived in reverse order that is child before parent</a:t>
          </a:r>
          <a:endParaRPr lang="en-US"/>
        </a:p>
      </dgm:t>
    </dgm:pt>
    <dgm:pt modelId="{9B88AB3F-E812-409A-AB89-CD9D6D4CCABE}" type="parTrans" cxnId="{8B04B013-4EE0-4D1B-919E-34C6069329E3}">
      <dgm:prSet/>
      <dgm:spPr/>
      <dgm:t>
        <a:bodyPr/>
        <a:lstStyle/>
        <a:p>
          <a:endParaRPr lang="en-US"/>
        </a:p>
      </dgm:t>
    </dgm:pt>
    <dgm:pt modelId="{30E6B18F-01A2-4F58-A49C-13D863D08E7E}" type="sibTrans" cxnId="{8B04B013-4EE0-4D1B-919E-34C6069329E3}">
      <dgm:prSet/>
      <dgm:spPr/>
      <dgm:t>
        <a:bodyPr/>
        <a:lstStyle/>
        <a:p>
          <a:endParaRPr lang="en-US"/>
        </a:p>
      </dgm:t>
    </dgm:pt>
    <dgm:pt modelId="{899D3780-4DA4-464B-B21F-DB7ADAF7EA78}" type="pres">
      <dgm:prSet presAssocID="{15C485FD-C851-433A-80FB-383FE57412D5}" presName="linear" presStyleCnt="0">
        <dgm:presLayoutVars>
          <dgm:dir/>
          <dgm:animLvl val="lvl"/>
          <dgm:resizeHandles val="exact"/>
        </dgm:presLayoutVars>
      </dgm:prSet>
      <dgm:spPr/>
    </dgm:pt>
    <dgm:pt modelId="{6CCEF9E3-25B3-44F8-A8E2-3BCC8889BDEF}" type="pres">
      <dgm:prSet presAssocID="{81B6DD65-0D48-42F3-998E-5CBF0B642234}" presName="parentLin" presStyleCnt="0"/>
      <dgm:spPr/>
    </dgm:pt>
    <dgm:pt modelId="{1DBFEB76-7218-410A-9B26-B9A8D85A85CF}" type="pres">
      <dgm:prSet presAssocID="{81B6DD65-0D48-42F3-998E-5CBF0B642234}" presName="parentLeftMargin" presStyleLbl="node1" presStyleIdx="0" presStyleCnt="2"/>
      <dgm:spPr/>
    </dgm:pt>
    <dgm:pt modelId="{40AD400C-08FB-4DB3-A698-7E851CAE707D}" type="pres">
      <dgm:prSet presAssocID="{81B6DD65-0D48-42F3-998E-5CBF0B642234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BDEF6734-CC08-40F8-BF36-1AB266700DDA}" type="pres">
      <dgm:prSet presAssocID="{81B6DD65-0D48-42F3-998E-5CBF0B642234}" presName="negativeSpace" presStyleCnt="0"/>
      <dgm:spPr/>
    </dgm:pt>
    <dgm:pt modelId="{CAAFEC7F-6677-473A-91F5-E4FBAAD62947}" type="pres">
      <dgm:prSet presAssocID="{81B6DD65-0D48-42F3-998E-5CBF0B642234}" presName="childText" presStyleLbl="conFgAcc1" presStyleIdx="0" presStyleCnt="2">
        <dgm:presLayoutVars>
          <dgm:bulletEnabled val="1"/>
        </dgm:presLayoutVars>
      </dgm:prSet>
      <dgm:spPr/>
    </dgm:pt>
    <dgm:pt modelId="{776D26E9-B965-4E17-ADB1-B38A08EB3CB4}" type="pres">
      <dgm:prSet presAssocID="{59938EFA-A5BB-436B-B8DD-0C28CD5C4DF9}" presName="spaceBetweenRectangles" presStyleCnt="0"/>
      <dgm:spPr/>
    </dgm:pt>
    <dgm:pt modelId="{05CEAB22-AF2A-41DE-8AAA-9D0C4C54925B}" type="pres">
      <dgm:prSet presAssocID="{301B1B13-76AA-4A31-A2FE-C9AA6A3F6FE8}" presName="parentLin" presStyleCnt="0"/>
      <dgm:spPr/>
    </dgm:pt>
    <dgm:pt modelId="{014E1071-32DB-4457-A9FA-4A5D641693F0}" type="pres">
      <dgm:prSet presAssocID="{301B1B13-76AA-4A31-A2FE-C9AA6A3F6FE8}" presName="parentLeftMargin" presStyleLbl="node1" presStyleIdx="0" presStyleCnt="2"/>
      <dgm:spPr/>
    </dgm:pt>
    <dgm:pt modelId="{2B95FF9C-0719-4C09-B357-CB34569BF3A5}" type="pres">
      <dgm:prSet presAssocID="{301B1B13-76AA-4A31-A2FE-C9AA6A3F6FE8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D05B3A10-CF5D-46AA-A943-FAACB4B6DECA}" type="pres">
      <dgm:prSet presAssocID="{301B1B13-76AA-4A31-A2FE-C9AA6A3F6FE8}" presName="negativeSpace" presStyleCnt="0"/>
      <dgm:spPr/>
    </dgm:pt>
    <dgm:pt modelId="{C8917021-7CA0-4A22-B1E7-5B5BEEA39C95}" type="pres">
      <dgm:prSet presAssocID="{301B1B13-76AA-4A31-A2FE-C9AA6A3F6FE8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7408C400-F2F7-4902-803F-7153E853C23C}" type="presOf" srcId="{301B1B13-76AA-4A31-A2FE-C9AA6A3F6FE8}" destId="{2B95FF9C-0719-4C09-B357-CB34569BF3A5}" srcOrd="1" destOrd="0" presId="urn:microsoft.com/office/officeart/2005/8/layout/list1"/>
    <dgm:cxn modelId="{8B04B013-4EE0-4D1B-919E-34C6069329E3}" srcId="{301B1B13-76AA-4A31-A2FE-C9AA6A3F6FE8}" destId="{F15BC59D-224D-4060-80B6-E6B9DE83735F}" srcOrd="1" destOrd="0" parTransId="{9B88AB3F-E812-409A-AB89-CD9D6D4CCABE}" sibTransId="{30E6B18F-01A2-4F58-A49C-13D863D08E7E}"/>
    <dgm:cxn modelId="{53211B22-11E0-4192-BE8D-4516186297A7}" type="presOf" srcId="{0DDDD14B-ED17-4AEE-AA4B-5D1E816AF396}" destId="{C8917021-7CA0-4A22-B1E7-5B5BEEA39C95}" srcOrd="0" destOrd="0" presId="urn:microsoft.com/office/officeart/2005/8/layout/list1"/>
    <dgm:cxn modelId="{1734315B-10DC-4A46-9144-4C475EB0819F}" srcId="{15C485FD-C851-433A-80FB-383FE57412D5}" destId="{81B6DD65-0D48-42F3-998E-5CBF0B642234}" srcOrd="0" destOrd="0" parTransId="{57499772-B057-4926-8B47-043F19B5542A}" sibTransId="{59938EFA-A5BB-436B-B8DD-0C28CD5C4DF9}"/>
    <dgm:cxn modelId="{BADD284C-93BB-480F-868A-8E1A59176576}" type="presOf" srcId="{F15BC59D-224D-4060-80B6-E6B9DE83735F}" destId="{C8917021-7CA0-4A22-B1E7-5B5BEEA39C95}" srcOrd="0" destOrd="1" presId="urn:microsoft.com/office/officeart/2005/8/layout/list1"/>
    <dgm:cxn modelId="{0DE2814D-3B60-425F-9772-EB2DBDE63464}" type="presOf" srcId="{8D3BC8EE-A5D3-466F-ACFD-3D5D7D3D3681}" destId="{CAAFEC7F-6677-473A-91F5-E4FBAAD62947}" srcOrd="0" destOrd="0" presId="urn:microsoft.com/office/officeart/2005/8/layout/list1"/>
    <dgm:cxn modelId="{96C06855-25A7-4570-AD26-B86C58BA1ABA}" srcId="{301B1B13-76AA-4A31-A2FE-C9AA6A3F6FE8}" destId="{0DDDD14B-ED17-4AEE-AA4B-5D1E816AF396}" srcOrd="0" destOrd="0" parTransId="{6794C228-765E-4A0D-AC9E-9B63CC3842C9}" sibTransId="{FA8645E9-4105-4D27-BF0E-A58C56BCD78B}"/>
    <dgm:cxn modelId="{3A779279-5B75-4BB9-AFE6-0EF91867720C}" type="presOf" srcId="{15C485FD-C851-433A-80FB-383FE57412D5}" destId="{899D3780-4DA4-464B-B21F-DB7ADAF7EA78}" srcOrd="0" destOrd="0" presId="urn:microsoft.com/office/officeart/2005/8/layout/list1"/>
    <dgm:cxn modelId="{60094E7C-1522-430F-8D7E-DA557ED0502E}" srcId="{81B6DD65-0D48-42F3-998E-5CBF0B642234}" destId="{8D3BC8EE-A5D3-466F-ACFD-3D5D7D3D3681}" srcOrd="0" destOrd="0" parTransId="{81B8A5CF-29B6-4D8D-8EFC-F9FBFDAFC72C}" sibTransId="{B71BBA22-380C-4BDA-A92B-C692774DA834}"/>
    <dgm:cxn modelId="{E860517E-5731-45DB-9BF3-A325795DA869}" type="presOf" srcId="{301B1B13-76AA-4A31-A2FE-C9AA6A3F6FE8}" destId="{014E1071-32DB-4457-A9FA-4A5D641693F0}" srcOrd="0" destOrd="0" presId="urn:microsoft.com/office/officeart/2005/8/layout/list1"/>
    <dgm:cxn modelId="{E7FEF38B-8D90-4A4C-B96E-EC86CD187080}" srcId="{15C485FD-C851-433A-80FB-383FE57412D5}" destId="{301B1B13-76AA-4A31-A2FE-C9AA6A3F6FE8}" srcOrd="1" destOrd="0" parTransId="{B962C4C5-0AF4-4633-A5B5-746CA0562594}" sibTransId="{069F66A7-76C7-4E8B-B7A7-7070E47F30FC}"/>
    <dgm:cxn modelId="{CF842194-FAE1-469B-9CB3-1390484DC326}" type="presOf" srcId="{81B6DD65-0D48-42F3-998E-5CBF0B642234}" destId="{1DBFEB76-7218-410A-9B26-B9A8D85A85CF}" srcOrd="0" destOrd="0" presId="urn:microsoft.com/office/officeart/2005/8/layout/list1"/>
    <dgm:cxn modelId="{E2DD48D4-88FF-4F8F-958B-75A62F98E671}" type="presOf" srcId="{81B6DD65-0D48-42F3-998E-5CBF0B642234}" destId="{40AD400C-08FB-4DB3-A698-7E851CAE707D}" srcOrd="1" destOrd="0" presId="urn:microsoft.com/office/officeart/2005/8/layout/list1"/>
    <dgm:cxn modelId="{EBEB3A41-4CEB-4ACC-8D33-5354191491F9}" type="presParOf" srcId="{899D3780-4DA4-464B-B21F-DB7ADAF7EA78}" destId="{6CCEF9E3-25B3-44F8-A8E2-3BCC8889BDEF}" srcOrd="0" destOrd="0" presId="urn:microsoft.com/office/officeart/2005/8/layout/list1"/>
    <dgm:cxn modelId="{E28D4186-507C-4788-803D-72FBE4566260}" type="presParOf" srcId="{6CCEF9E3-25B3-44F8-A8E2-3BCC8889BDEF}" destId="{1DBFEB76-7218-410A-9B26-B9A8D85A85CF}" srcOrd="0" destOrd="0" presId="urn:microsoft.com/office/officeart/2005/8/layout/list1"/>
    <dgm:cxn modelId="{470882A2-C6E6-4E5D-96BC-A49B126CBE3E}" type="presParOf" srcId="{6CCEF9E3-25B3-44F8-A8E2-3BCC8889BDEF}" destId="{40AD400C-08FB-4DB3-A698-7E851CAE707D}" srcOrd="1" destOrd="0" presId="urn:microsoft.com/office/officeart/2005/8/layout/list1"/>
    <dgm:cxn modelId="{725BF93A-08CF-4401-8943-78C60F47C1FD}" type="presParOf" srcId="{899D3780-4DA4-464B-B21F-DB7ADAF7EA78}" destId="{BDEF6734-CC08-40F8-BF36-1AB266700DDA}" srcOrd="1" destOrd="0" presId="urn:microsoft.com/office/officeart/2005/8/layout/list1"/>
    <dgm:cxn modelId="{995CE4B1-ADE6-4926-BAC2-5527D36E7DFD}" type="presParOf" srcId="{899D3780-4DA4-464B-B21F-DB7ADAF7EA78}" destId="{CAAFEC7F-6677-473A-91F5-E4FBAAD62947}" srcOrd="2" destOrd="0" presId="urn:microsoft.com/office/officeart/2005/8/layout/list1"/>
    <dgm:cxn modelId="{FF0BB228-A23F-40F5-82FF-BC2C7EBA6E56}" type="presParOf" srcId="{899D3780-4DA4-464B-B21F-DB7ADAF7EA78}" destId="{776D26E9-B965-4E17-ADB1-B38A08EB3CB4}" srcOrd="3" destOrd="0" presId="urn:microsoft.com/office/officeart/2005/8/layout/list1"/>
    <dgm:cxn modelId="{CECF7622-7F0D-4183-AC74-DFF3B3C8BCAF}" type="presParOf" srcId="{899D3780-4DA4-464B-B21F-DB7ADAF7EA78}" destId="{05CEAB22-AF2A-41DE-8AAA-9D0C4C54925B}" srcOrd="4" destOrd="0" presId="urn:microsoft.com/office/officeart/2005/8/layout/list1"/>
    <dgm:cxn modelId="{03A32EC6-7BD0-4052-901A-FEE0F1361766}" type="presParOf" srcId="{05CEAB22-AF2A-41DE-8AAA-9D0C4C54925B}" destId="{014E1071-32DB-4457-A9FA-4A5D641693F0}" srcOrd="0" destOrd="0" presId="urn:microsoft.com/office/officeart/2005/8/layout/list1"/>
    <dgm:cxn modelId="{5752E577-8976-49E3-9AB3-486FFA54DB4B}" type="presParOf" srcId="{05CEAB22-AF2A-41DE-8AAA-9D0C4C54925B}" destId="{2B95FF9C-0719-4C09-B357-CB34569BF3A5}" srcOrd="1" destOrd="0" presId="urn:microsoft.com/office/officeart/2005/8/layout/list1"/>
    <dgm:cxn modelId="{E1F86911-ED10-4E21-B011-B577D4899AC3}" type="presParOf" srcId="{899D3780-4DA4-464B-B21F-DB7ADAF7EA78}" destId="{D05B3A10-CF5D-46AA-A943-FAACB4B6DECA}" srcOrd="5" destOrd="0" presId="urn:microsoft.com/office/officeart/2005/8/layout/list1"/>
    <dgm:cxn modelId="{A1D13473-27BD-4FD5-9DD7-D104737BA458}" type="presParOf" srcId="{899D3780-4DA4-464B-B21F-DB7ADAF7EA78}" destId="{C8917021-7CA0-4A22-B1E7-5B5BEEA39C95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3.xml><?xml version="1.0" encoding="utf-8"?>
<dgm:dataModel xmlns:dgm="http://schemas.openxmlformats.org/drawingml/2006/diagram" xmlns:a="http://schemas.openxmlformats.org/drawingml/2006/main">
  <dgm:ptLst>
    <dgm:pt modelId="{15C485FD-C851-433A-80FB-383FE57412D5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0A7F1E23-ECD4-4C22-BE70-D4D0018CB704}">
      <dgm:prSet/>
      <dgm:spPr/>
      <dgm:t>
        <a:bodyPr/>
        <a:lstStyle/>
        <a:p>
          <a:r>
            <a:rPr lang="tr-TR"/>
            <a:t>orphan block pool</a:t>
          </a:r>
          <a:endParaRPr lang="en-US"/>
        </a:p>
      </dgm:t>
    </dgm:pt>
    <dgm:pt modelId="{0AA7A621-0108-4449-8C99-E61B84BA67A9}" type="parTrans" cxnId="{CCB27412-0D37-4AFA-902A-FF95B670A11E}">
      <dgm:prSet/>
      <dgm:spPr/>
      <dgm:t>
        <a:bodyPr/>
        <a:lstStyle/>
        <a:p>
          <a:endParaRPr lang="en-US"/>
        </a:p>
      </dgm:t>
    </dgm:pt>
    <dgm:pt modelId="{905CFDB7-0673-47FA-8DBD-400858825EDC}" type="sibTrans" cxnId="{CCB27412-0D37-4AFA-902A-FF95B670A11E}">
      <dgm:prSet/>
      <dgm:spPr/>
      <dgm:t>
        <a:bodyPr/>
        <a:lstStyle/>
        <a:p>
          <a:endParaRPr lang="en-US"/>
        </a:p>
      </dgm:t>
    </dgm:pt>
    <dgm:pt modelId="{FA5A1973-5DD9-4003-A788-D8ACEF91EAC0}">
      <dgm:prSet/>
      <dgm:spPr/>
      <dgm:t>
        <a:bodyPr/>
        <a:lstStyle/>
        <a:p>
          <a:r>
            <a:rPr lang="tr-TR"/>
            <a:t>Saved until the parent is received</a:t>
          </a:r>
          <a:endParaRPr lang="en-US"/>
        </a:p>
      </dgm:t>
    </dgm:pt>
    <dgm:pt modelId="{DFDA9F36-710F-4887-91B5-E9984933ADDB}" type="parTrans" cxnId="{B5ED5DBF-DCB1-439E-ADB0-7B3D4A164244}">
      <dgm:prSet/>
      <dgm:spPr/>
      <dgm:t>
        <a:bodyPr/>
        <a:lstStyle/>
        <a:p>
          <a:endParaRPr lang="en-US"/>
        </a:p>
      </dgm:t>
    </dgm:pt>
    <dgm:pt modelId="{23BD273C-2284-4E2F-9A63-33F60D5F1785}" type="sibTrans" cxnId="{B5ED5DBF-DCB1-439E-ADB0-7B3D4A164244}">
      <dgm:prSet/>
      <dgm:spPr/>
      <dgm:t>
        <a:bodyPr/>
        <a:lstStyle/>
        <a:p>
          <a:endParaRPr lang="en-US"/>
        </a:p>
      </dgm:t>
    </dgm:pt>
    <dgm:pt modelId="{69C0C641-62D8-4CC4-BFD8-82AB05A2BF21}">
      <dgm:prSet/>
      <dgm:spPr/>
      <dgm:t>
        <a:bodyPr/>
        <a:lstStyle/>
        <a:p>
          <a:r>
            <a:rPr lang="tr-TR" dirty="0" err="1"/>
            <a:t>When</a:t>
          </a:r>
          <a:r>
            <a:rPr lang="tr-TR" dirty="0"/>
            <a:t> </a:t>
          </a:r>
          <a:r>
            <a:rPr lang="tr-TR" dirty="0" err="1"/>
            <a:t>parent</a:t>
          </a:r>
          <a:r>
            <a:rPr lang="tr-TR" dirty="0"/>
            <a:t> is </a:t>
          </a:r>
          <a:r>
            <a:rPr lang="tr-TR" dirty="0" err="1"/>
            <a:t>received</a:t>
          </a:r>
          <a:endParaRPr lang="en-US" dirty="0"/>
        </a:p>
      </dgm:t>
    </dgm:pt>
    <dgm:pt modelId="{4DBBAEAE-5AC6-4AB9-8F1D-F17614A9E1BD}" type="parTrans" cxnId="{A7F9C14E-98B6-482D-A620-15CA00BAC69A}">
      <dgm:prSet/>
      <dgm:spPr/>
      <dgm:t>
        <a:bodyPr/>
        <a:lstStyle/>
        <a:p>
          <a:endParaRPr lang="en-US"/>
        </a:p>
      </dgm:t>
    </dgm:pt>
    <dgm:pt modelId="{C208321C-69D4-48ED-BF74-1A853F914978}" type="sibTrans" cxnId="{A7F9C14E-98B6-482D-A620-15CA00BAC69A}">
      <dgm:prSet/>
      <dgm:spPr/>
      <dgm:t>
        <a:bodyPr/>
        <a:lstStyle/>
        <a:p>
          <a:endParaRPr lang="en-US"/>
        </a:p>
      </dgm:t>
    </dgm:pt>
    <dgm:pt modelId="{39087B19-DBEF-46A0-8B81-E7E2C6CF53AD}">
      <dgm:prSet/>
      <dgm:spPr/>
      <dgm:t>
        <a:bodyPr/>
        <a:lstStyle/>
        <a:p>
          <a:r>
            <a:rPr lang="en-US"/>
            <a:t>the orphan can be pulled out of the orphan pool </a:t>
          </a:r>
        </a:p>
      </dgm:t>
    </dgm:pt>
    <dgm:pt modelId="{E5BDFF73-9EB3-45E3-9806-39F81F32CBB6}" type="parTrans" cxnId="{4F6CAF3B-59D4-4DAF-9031-A3A115BAFF5D}">
      <dgm:prSet/>
      <dgm:spPr/>
      <dgm:t>
        <a:bodyPr/>
        <a:lstStyle/>
        <a:p>
          <a:endParaRPr lang="en-US"/>
        </a:p>
      </dgm:t>
    </dgm:pt>
    <dgm:pt modelId="{78CDD6A4-5547-4136-A65B-95CA06089C97}" type="sibTrans" cxnId="{4F6CAF3B-59D4-4DAF-9031-A3A115BAFF5D}">
      <dgm:prSet/>
      <dgm:spPr/>
      <dgm:t>
        <a:bodyPr/>
        <a:lstStyle/>
        <a:p>
          <a:endParaRPr lang="en-US"/>
        </a:p>
      </dgm:t>
    </dgm:pt>
    <dgm:pt modelId="{5A8166A6-D5F2-42FF-8418-7B46D696D2C3}">
      <dgm:prSet/>
      <dgm:spPr/>
      <dgm:t>
        <a:bodyPr/>
        <a:lstStyle/>
        <a:p>
          <a:r>
            <a:rPr lang="en-US"/>
            <a:t>and linked</a:t>
          </a:r>
          <a:r>
            <a:rPr lang="tr-TR"/>
            <a:t> </a:t>
          </a:r>
          <a:r>
            <a:rPr lang="en-US"/>
            <a:t>to the parent</a:t>
          </a:r>
        </a:p>
      </dgm:t>
    </dgm:pt>
    <dgm:pt modelId="{4BFCEEA9-53DA-4039-90B2-C6A28E29D983}" type="parTrans" cxnId="{1F0E262A-4BBD-46C6-9BE1-5A3B730F8F7F}">
      <dgm:prSet/>
      <dgm:spPr/>
      <dgm:t>
        <a:bodyPr/>
        <a:lstStyle/>
        <a:p>
          <a:endParaRPr lang="en-US"/>
        </a:p>
      </dgm:t>
    </dgm:pt>
    <dgm:pt modelId="{C49B0B1D-72E7-4DB9-B010-7060ABAF9A09}" type="sibTrans" cxnId="{1F0E262A-4BBD-46C6-9BE1-5A3B730F8F7F}">
      <dgm:prSet/>
      <dgm:spPr/>
      <dgm:t>
        <a:bodyPr/>
        <a:lstStyle/>
        <a:p>
          <a:endParaRPr lang="en-US"/>
        </a:p>
      </dgm:t>
    </dgm:pt>
    <dgm:pt modelId="{F89E013E-3EEA-4CA4-BBB3-019FA64408E0}" type="pres">
      <dgm:prSet presAssocID="{15C485FD-C851-433A-80FB-383FE57412D5}" presName="linear" presStyleCnt="0">
        <dgm:presLayoutVars>
          <dgm:dir/>
          <dgm:animLvl val="lvl"/>
          <dgm:resizeHandles val="exact"/>
        </dgm:presLayoutVars>
      </dgm:prSet>
      <dgm:spPr/>
    </dgm:pt>
    <dgm:pt modelId="{65659F59-3097-4D78-9CD7-53FB84F424D6}" type="pres">
      <dgm:prSet presAssocID="{0A7F1E23-ECD4-4C22-BE70-D4D0018CB704}" presName="parentLin" presStyleCnt="0"/>
      <dgm:spPr/>
    </dgm:pt>
    <dgm:pt modelId="{253C8EA8-132A-4D06-A67E-A7853066DFB7}" type="pres">
      <dgm:prSet presAssocID="{0A7F1E23-ECD4-4C22-BE70-D4D0018CB704}" presName="parentLeftMargin" presStyleLbl="node1" presStyleIdx="0" presStyleCnt="2"/>
      <dgm:spPr/>
    </dgm:pt>
    <dgm:pt modelId="{233AF77C-40E4-4C7A-A32E-61732C149B48}" type="pres">
      <dgm:prSet presAssocID="{0A7F1E23-ECD4-4C22-BE70-D4D0018CB704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1DD1CD9E-CD75-41C4-92FB-465D41C471BB}" type="pres">
      <dgm:prSet presAssocID="{0A7F1E23-ECD4-4C22-BE70-D4D0018CB704}" presName="negativeSpace" presStyleCnt="0"/>
      <dgm:spPr/>
    </dgm:pt>
    <dgm:pt modelId="{DB08E828-A11E-4012-BC0A-0BF7AE8E154E}" type="pres">
      <dgm:prSet presAssocID="{0A7F1E23-ECD4-4C22-BE70-D4D0018CB704}" presName="childText" presStyleLbl="conFgAcc1" presStyleIdx="0" presStyleCnt="2">
        <dgm:presLayoutVars>
          <dgm:bulletEnabled val="1"/>
        </dgm:presLayoutVars>
      </dgm:prSet>
      <dgm:spPr/>
    </dgm:pt>
    <dgm:pt modelId="{E6F61F2A-3C21-4FCD-8BB4-60C20E975D92}" type="pres">
      <dgm:prSet presAssocID="{905CFDB7-0673-47FA-8DBD-400858825EDC}" presName="spaceBetweenRectangles" presStyleCnt="0"/>
      <dgm:spPr/>
    </dgm:pt>
    <dgm:pt modelId="{1A4EC0EF-A230-4B98-BDDC-906BD3C8BC9E}" type="pres">
      <dgm:prSet presAssocID="{69C0C641-62D8-4CC4-BFD8-82AB05A2BF21}" presName="parentLin" presStyleCnt="0"/>
      <dgm:spPr/>
    </dgm:pt>
    <dgm:pt modelId="{25A8140F-EE07-4449-894F-28D9C0808EE1}" type="pres">
      <dgm:prSet presAssocID="{69C0C641-62D8-4CC4-BFD8-82AB05A2BF21}" presName="parentLeftMargin" presStyleLbl="node1" presStyleIdx="0" presStyleCnt="2"/>
      <dgm:spPr/>
    </dgm:pt>
    <dgm:pt modelId="{440739ED-D967-4CFE-AE59-8E914A58AC77}" type="pres">
      <dgm:prSet presAssocID="{69C0C641-62D8-4CC4-BFD8-82AB05A2BF21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4371A3D7-22B0-4097-B919-7308ADE7C8E1}" type="pres">
      <dgm:prSet presAssocID="{69C0C641-62D8-4CC4-BFD8-82AB05A2BF21}" presName="negativeSpace" presStyleCnt="0"/>
      <dgm:spPr/>
    </dgm:pt>
    <dgm:pt modelId="{EDC461A9-9B6E-4605-BC31-EB9FEC638095}" type="pres">
      <dgm:prSet presAssocID="{69C0C641-62D8-4CC4-BFD8-82AB05A2BF21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A66F4100-53B9-403C-B9E6-A41409BDA52C}" type="presOf" srcId="{FA5A1973-5DD9-4003-A788-D8ACEF91EAC0}" destId="{DB08E828-A11E-4012-BC0A-0BF7AE8E154E}" srcOrd="0" destOrd="0" presId="urn:microsoft.com/office/officeart/2005/8/layout/list1"/>
    <dgm:cxn modelId="{9F3C7B03-D8DD-4774-8C9E-4E222FF334EB}" type="presOf" srcId="{0A7F1E23-ECD4-4C22-BE70-D4D0018CB704}" destId="{233AF77C-40E4-4C7A-A32E-61732C149B48}" srcOrd="1" destOrd="0" presId="urn:microsoft.com/office/officeart/2005/8/layout/list1"/>
    <dgm:cxn modelId="{548B2D10-15E6-4976-8884-2AA612FA0C19}" type="presOf" srcId="{69C0C641-62D8-4CC4-BFD8-82AB05A2BF21}" destId="{440739ED-D967-4CFE-AE59-8E914A58AC77}" srcOrd="1" destOrd="0" presId="urn:microsoft.com/office/officeart/2005/8/layout/list1"/>
    <dgm:cxn modelId="{CCB27412-0D37-4AFA-902A-FF95B670A11E}" srcId="{15C485FD-C851-433A-80FB-383FE57412D5}" destId="{0A7F1E23-ECD4-4C22-BE70-D4D0018CB704}" srcOrd="0" destOrd="0" parTransId="{0AA7A621-0108-4449-8C99-E61B84BA67A9}" sibTransId="{905CFDB7-0673-47FA-8DBD-400858825EDC}"/>
    <dgm:cxn modelId="{1F0E262A-4BBD-46C6-9BE1-5A3B730F8F7F}" srcId="{69C0C641-62D8-4CC4-BFD8-82AB05A2BF21}" destId="{5A8166A6-D5F2-42FF-8418-7B46D696D2C3}" srcOrd="1" destOrd="0" parTransId="{4BFCEEA9-53DA-4039-90B2-C6A28E29D983}" sibTransId="{C49B0B1D-72E7-4DB9-B010-7060ABAF9A09}"/>
    <dgm:cxn modelId="{ECC3BB3A-F00A-4512-B99C-5C303F0CD881}" type="presOf" srcId="{0A7F1E23-ECD4-4C22-BE70-D4D0018CB704}" destId="{253C8EA8-132A-4D06-A67E-A7853066DFB7}" srcOrd="0" destOrd="0" presId="urn:microsoft.com/office/officeart/2005/8/layout/list1"/>
    <dgm:cxn modelId="{4F6CAF3B-59D4-4DAF-9031-A3A115BAFF5D}" srcId="{69C0C641-62D8-4CC4-BFD8-82AB05A2BF21}" destId="{39087B19-DBEF-46A0-8B81-E7E2C6CF53AD}" srcOrd="0" destOrd="0" parTransId="{E5BDFF73-9EB3-45E3-9806-39F81F32CBB6}" sibTransId="{78CDD6A4-5547-4136-A65B-95CA06089C97}"/>
    <dgm:cxn modelId="{199B4B47-EADD-4332-AF5B-9D62172ED1F7}" type="presOf" srcId="{5A8166A6-D5F2-42FF-8418-7B46D696D2C3}" destId="{EDC461A9-9B6E-4605-BC31-EB9FEC638095}" srcOrd="0" destOrd="1" presId="urn:microsoft.com/office/officeart/2005/8/layout/list1"/>
    <dgm:cxn modelId="{302C676E-3AEE-41A2-A07E-573E27EB7E63}" type="presOf" srcId="{39087B19-DBEF-46A0-8B81-E7E2C6CF53AD}" destId="{EDC461A9-9B6E-4605-BC31-EB9FEC638095}" srcOrd="0" destOrd="0" presId="urn:microsoft.com/office/officeart/2005/8/layout/list1"/>
    <dgm:cxn modelId="{A7F9C14E-98B6-482D-A620-15CA00BAC69A}" srcId="{15C485FD-C851-433A-80FB-383FE57412D5}" destId="{69C0C641-62D8-4CC4-BFD8-82AB05A2BF21}" srcOrd="1" destOrd="0" parTransId="{4DBBAEAE-5AC6-4AB9-8F1D-F17614A9E1BD}" sibTransId="{C208321C-69D4-48ED-BF74-1A853F914978}"/>
    <dgm:cxn modelId="{4CB0B38D-DA91-4362-8C42-12C3B8DA5DCB}" type="presOf" srcId="{69C0C641-62D8-4CC4-BFD8-82AB05A2BF21}" destId="{25A8140F-EE07-4449-894F-28D9C0808EE1}" srcOrd="0" destOrd="0" presId="urn:microsoft.com/office/officeart/2005/8/layout/list1"/>
    <dgm:cxn modelId="{B5ED5DBF-DCB1-439E-ADB0-7B3D4A164244}" srcId="{0A7F1E23-ECD4-4C22-BE70-D4D0018CB704}" destId="{FA5A1973-5DD9-4003-A788-D8ACEF91EAC0}" srcOrd="0" destOrd="0" parTransId="{DFDA9F36-710F-4887-91B5-E9984933ADDB}" sibTransId="{23BD273C-2284-4E2F-9A63-33F60D5F1785}"/>
    <dgm:cxn modelId="{55D815F1-E029-43BD-9CDD-C86A965AC611}" type="presOf" srcId="{15C485FD-C851-433A-80FB-383FE57412D5}" destId="{F89E013E-3EEA-4CA4-BBB3-019FA64408E0}" srcOrd="0" destOrd="0" presId="urn:microsoft.com/office/officeart/2005/8/layout/list1"/>
    <dgm:cxn modelId="{368EA00B-625D-40AB-B6DE-332BDD169B6F}" type="presParOf" srcId="{F89E013E-3EEA-4CA4-BBB3-019FA64408E0}" destId="{65659F59-3097-4D78-9CD7-53FB84F424D6}" srcOrd="0" destOrd="0" presId="urn:microsoft.com/office/officeart/2005/8/layout/list1"/>
    <dgm:cxn modelId="{55C3791F-522E-45AA-9263-AED6D7D7F239}" type="presParOf" srcId="{65659F59-3097-4D78-9CD7-53FB84F424D6}" destId="{253C8EA8-132A-4D06-A67E-A7853066DFB7}" srcOrd="0" destOrd="0" presId="urn:microsoft.com/office/officeart/2005/8/layout/list1"/>
    <dgm:cxn modelId="{5F1AFFA0-2A91-4A0A-A662-BB86FBAE3C00}" type="presParOf" srcId="{65659F59-3097-4D78-9CD7-53FB84F424D6}" destId="{233AF77C-40E4-4C7A-A32E-61732C149B48}" srcOrd="1" destOrd="0" presId="urn:microsoft.com/office/officeart/2005/8/layout/list1"/>
    <dgm:cxn modelId="{82C26E74-54DA-4D1B-9C08-7FFC2B70F63E}" type="presParOf" srcId="{F89E013E-3EEA-4CA4-BBB3-019FA64408E0}" destId="{1DD1CD9E-CD75-41C4-92FB-465D41C471BB}" srcOrd="1" destOrd="0" presId="urn:microsoft.com/office/officeart/2005/8/layout/list1"/>
    <dgm:cxn modelId="{ADA33CBC-10E5-4E4D-A7F7-0F0470061598}" type="presParOf" srcId="{F89E013E-3EEA-4CA4-BBB3-019FA64408E0}" destId="{DB08E828-A11E-4012-BC0A-0BF7AE8E154E}" srcOrd="2" destOrd="0" presId="urn:microsoft.com/office/officeart/2005/8/layout/list1"/>
    <dgm:cxn modelId="{5446621B-CD75-458E-9837-10EA953EE799}" type="presParOf" srcId="{F89E013E-3EEA-4CA4-BBB3-019FA64408E0}" destId="{E6F61F2A-3C21-4FCD-8BB4-60C20E975D92}" srcOrd="3" destOrd="0" presId="urn:microsoft.com/office/officeart/2005/8/layout/list1"/>
    <dgm:cxn modelId="{08FB02BF-89DA-4475-8C39-F20FDD4340C2}" type="presParOf" srcId="{F89E013E-3EEA-4CA4-BBB3-019FA64408E0}" destId="{1A4EC0EF-A230-4B98-BDDC-906BD3C8BC9E}" srcOrd="4" destOrd="0" presId="urn:microsoft.com/office/officeart/2005/8/layout/list1"/>
    <dgm:cxn modelId="{8842A5BB-6233-4A11-BB15-493FAB137417}" type="presParOf" srcId="{1A4EC0EF-A230-4B98-BDDC-906BD3C8BC9E}" destId="{25A8140F-EE07-4449-894F-28D9C0808EE1}" srcOrd="0" destOrd="0" presId="urn:microsoft.com/office/officeart/2005/8/layout/list1"/>
    <dgm:cxn modelId="{194F9268-9635-409C-870F-8E3369E67A20}" type="presParOf" srcId="{1A4EC0EF-A230-4B98-BDDC-906BD3C8BC9E}" destId="{440739ED-D967-4CFE-AE59-8E914A58AC77}" srcOrd="1" destOrd="0" presId="urn:microsoft.com/office/officeart/2005/8/layout/list1"/>
    <dgm:cxn modelId="{9014ADA3-F058-4A42-8D05-ECBEC94E53DD}" type="presParOf" srcId="{F89E013E-3EEA-4CA4-BBB3-019FA64408E0}" destId="{4371A3D7-22B0-4097-B919-7308ADE7C8E1}" srcOrd="5" destOrd="0" presId="urn:microsoft.com/office/officeart/2005/8/layout/list1"/>
    <dgm:cxn modelId="{CA9CD163-26DC-42ED-8762-CE10DAD13E65}" type="presParOf" srcId="{F89E013E-3EEA-4CA4-BBB3-019FA64408E0}" destId="{EDC461A9-9B6E-4605-BC31-EB9FEC638095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4.xml><?xml version="1.0" encoding="utf-8"?>
<dgm:dataModel xmlns:dgm="http://schemas.openxmlformats.org/drawingml/2006/diagram" xmlns:a="http://schemas.openxmlformats.org/drawingml/2006/main">
  <dgm:ptLst>
    <dgm:pt modelId="{9C83430F-B895-4815-A573-E038B0DAF120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9D4463DF-54EC-4185-9516-70801D08064A}">
      <dgm:prSet/>
      <dgm:spPr/>
      <dgm:t>
        <a:bodyPr/>
        <a:lstStyle/>
        <a:p>
          <a:r>
            <a:rPr lang="tr-TR" dirty="0" err="1"/>
            <a:t>Inconsistency</a:t>
          </a:r>
          <a:endParaRPr lang="en-US" dirty="0"/>
        </a:p>
      </dgm:t>
    </dgm:pt>
    <dgm:pt modelId="{3E6CD1CA-0703-4AC7-9132-CDFA3FB5E25E}" type="parTrans" cxnId="{B58A104C-D82F-4612-AB47-BB69CE0116AE}">
      <dgm:prSet/>
      <dgm:spPr/>
      <dgm:t>
        <a:bodyPr/>
        <a:lstStyle/>
        <a:p>
          <a:endParaRPr lang="en-US"/>
        </a:p>
      </dgm:t>
    </dgm:pt>
    <dgm:pt modelId="{54092D31-0AFF-4381-A82F-13EA73497002}" type="sibTrans" cxnId="{B58A104C-D82F-4612-AB47-BB69CE0116AE}">
      <dgm:prSet/>
      <dgm:spPr/>
      <dgm:t>
        <a:bodyPr/>
        <a:lstStyle/>
        <a:p>
          <a:endParaRPr lang="en-US"/>
        </a:p>
      </dgm:t>
    </dgm:pt>
    <dgm:pt modelId="{E083077E-C27D-4CD9-8E58-F3CD2FC33632}">
      <dgm:prSet/>
      <dgm:spPr/>
      <dgm:t>
        <a:bodyPr/>
        <a:lstStyle/>
        <a:p>
          <a:r>
            <a:rPr lang="en-US" dirty="0"/>
            <a:t>the blockchain is a decentralized data structure</a:t>
          </a:r>
        </a:p>
      </dgm:t>
    </dgm:pt>
    <dgm:pt modelId="{7009971E-0DEF-4BB8-BD3C-C8281E65B3D5}" type="parTrans" cxnId="{4D9CA627-E12F-42A3-8799-5E3BA8154D73}">
      <dgm:prSet/>
      <dgm:spPr/>
      <dgm:t>
        <a:bodyPr/>
        <a:lstStyle/>
        <a:p>
          <a:endParaRPr lang="en-US"/>
        </a:p>
      </dgm:t>
    </dgm:pt>
    <dgm:pt modelId="{51B55A73-5579-4754-B53C-17719E8668B9}" type="sibTrans" cxnId="{4D9CA627-E12F-42A3-8799-5E3BA8154D73}">
      <dgm:prSet/>
      <dgm:spPr/>
      <dgm:t>
        <a:bodyPr/>
        <a:lstStyle/>
        <a:p>
          <a:endParaRPr lang="en-US"/>
        </a:p>
      </dgm:t>
    </dgm:pt>
    <dgm:pt modelId="{B7AA7FEC-8222-46C1-9FCA-436EA5F12D01}">
      <dgm:prSet/>
      <dgm:spPr/>
      <dgm:t>
        <a:bodyPr/>
        <a:lstStyle/>
        <a:p>
          <a:r>
            <a:rPr lang="en-US" dirty="0"/>
            <a:t>different copies of it are not</a:t>
          </a:r>
          <a:r>
            <a:rPr lang="tr-TR" dirty="0"/>
            <a:t> </a:t>
          </a:r>
          <a:r>
            <a:rPr lang="tr-TR" dirty="0" err="1"/>
            <a:t>always</a:t>
          </a:r>
          <a:r>
            <a:rPr lang="tr-TR" dirty="0"/>
            <a:t> </a:t>
          </a:r>
          <a:r>
            <a:rPr lang="tr-TR" dirty="0" err="1"/>
            <a:t>consistent</a:t>
          </a:r>
          <a:endParaRPr lang="en-US" dirty="0"/>
        </a:p>
      </dgm:t>
    </dgm:pt>
    <dgm:pt modelId="{17ADEAAF-65F6-4377-B671-76EAA68E0674}" type="parTrans" cxnId="{49B8B684-092A-4982-A908-E861D6E17211}">
      <dgm:prSet/>
      <dgm:spPr/>
      <dgm:t>
        <a:bodyPr/>
        <a:lstStyle/>
        <a:p>
          <a:endParaRPr lang="en-US"/>
        </a:p>
      </dgm:t>
    </dgm:pt>
    <dgm:pt modelId="{BAB47C14-23AA-4399-823F-21EDB13C9DE5}" type="sibTrans" cxnId="{49B8B684-092A-4982-A908-E861D6E17211}">
      <dgm:prSet/>
      <dgm:spPr/>
      <dgm:t>
        <a:bodyPr/>
        <a:lstStyle/>
        <a:p>
          <a:endParaRPr lang="en-US"/>
        </a:p>
      </dgm:t>
    </dgm:pt>
    <dgm:pt modelId="{E6B8F226-9CDF-425E-8978-25E1EF1ACE61}">
      <dgm:prSet/>
      <dgm:spPr/>
      <dgm:t>
        <a:bodyPr/>
        <a:lstStyle/>
        <a:p>
          <a:r>
            <a:rPr lang="en-US" dirty="0"/>
            <a:t>Different</a:t>
          </a:r>
          <a:r>
            <a:rPr lang="tr-TR" dirty="0"/>
            <a:t> </a:t>
          </a:r>
          <a:r>
            <a:rPr lang="en-US" dirty="0"/>
            <a:t>perspectives of the blockchain </a:t>
          </a:r>
        </a:p>
      </dgm:t>
    </dgm:pt>
    <dgm:pt modelId="{1C0C772A-A696-4574-B9E1-8CB83AB2901C}" type="parTrans" cxnId="{33A6AACE-24DE-4E2B-9987-BDFD4C1BD171}">
      <dgm:prSet/>
      <dgm:spPr/>
      <dgm:t>
        <a:bodyPr/>
        <a:lstStyle/>
        <a:p>
          <a:endParaRPr lang="en-US"/>
        </a:p>
      </dgm:t>
    </dgm:pt>
    <dgm:pt modelId="{E4352CDE-BC9C-47E1-AB7D-EE95A57F7911}" type="sibTrans" cxnId="{33A6AACE-24DE-4E2B-9987-BDFD4C1BD171}">
      <dgm:prSet/>
      <dgm:spPr/>
      <dgm:t>
        <a:bodyPr/>
        <a:lstStyle/>
        <a:p>
          <a:endParaRPr lang="en-US"/>
        </a:p>
      </dgm:t>
    </dgm:pt>
    <dgm:pt modelId="{BEAFBD00-7EED-41A1-BEEC-56CE25CAEECF}">
      <dgm:prSet/>
      <dgm:spPr/>
      <dgm:t>
        <a:bodyPr/>
        <a:lstStyle/>
        <a:p>
          <a:r>
            <a:rPr lang="tr-TR" dirty="0" err="1"/>
            <a:t>Blocks</a:t>
          </a:r>
          <a:r>
            <a:rPr lang="tr-TR" dirty="0"/>
            <a:t> </a:t>
          </a:r>
          <a:r>
            <a:rPr lang="tr-TR" dirty="0" err="1"/>
            <a:t>arrive</a:t>
          </a:r>
          <a:r>
            <a:rPr lang="tr-TR" dirty="0"/>
            <a:t> at </a:t>
          </a:r>
          <a:r>
            <a:rPr lang="tr-TR" dirty="0" err="1"/>
            <a:t>different</a:t>
          </a:r>
          <a:r>
            <a:rPr lang="tr-TR" dirty="0"/>
            <a:t> </a:t>
          </a:r>
          <a:r>
            <a:rPr lang="tr-TR" dirty="0" err="1"/>
            <a:t>nodes</a:t>
          </a:r>
          <a:r>
            <a:rPr lang="tr-TR" dirty="0"/>
            <a:t> </a:t>
          </a:r>
          <a:r>
            <a:rPr lang="tr-TR" dirty="0" err="1"/>
            <a:t>and</a:t>
          </a:r>
          <a:r>
            <a:rPr lang="tr-TR" dirty="0"/>
            <a:t> </a:t>
          </a:r>
          <a:r>
            <a:rPr lang="tr-TR" dirty="0" err="1"/>
            <a:t>times</a:t>
          </a:r>
          <a:endParaRPr lang="en-US" dirty="0"/>
        </a:p>
      </dgm:t>
    </dgm:pt>
    <dgm:pt modelId="{A2DECFA8-3111-4D93-8378-383A8A378910}" type="parTrans" cxnId="{946AE88D-F57C-40C5-8967-D7742AAF259E}">
      <dgm:prSet/>
      <dgm:spPr/>
      <dgm:t>
        <a:bodyPr/>
        <a:lstStyle/>
        <a:p>
          <a:endParaRPr lang="en-US"/>
        </a:p>
      </dgm:t>
    </dgm:pt>
    <dgm:pt modelId="{E44E3524-707B-40EA-8BC7-E699E2871ECB}" type="sibTrans" cxnId="{946AE88D-F57C-40C5-8967-D7742AAF259E}">
      <dgm:prSet/>
      <dgm:spPr/>
      <dgm:t>
        <a:bodyPr/>
        <a:lstStyle/>
        <a:p>
          <a:endParaRPr lang="en-US"/>
        </a:p>
      </dgm:t>
    </dgm:pt>
    <dgm:pt modelId="{3F81617E-B9E9-49D8-B1ED-818161A3B5A2}" type="pres">
      <dgm:prSet presAssocID="{9C83430F-B895-4815-A573-E038B0DAF120}" presName="linear" presStyleCnt="0">
        <dgm:presLayoutVars>
          <dgm:dir/>
          <dgm:animLvl val="lvl"/>
          <dgm:resizeHandles val="exact"/>
        </dgm:presLayoutVars>
      </dgm:prSet>
      <dgm:spPr/>
    </dgm:pt>
    <dgm:pt modelId="{E97C81C7-C398-42CA-B289-6250D3E1D8F2}" type="pres">
      <dgm:prSet presAssocID="{9D4463DF-54EC-4185-9516-70801D08064A}" presName="parentLin" presStyleCnt="0"/>
      <dgm:spPr/>
    </dgm:pt>
    <dgm:pt modelId="{C3519B9F-E9F7-4E30-B8F1-00DABD3B9ABD}" type="pres">
      <dgm:prSet presAssocID="{9D4463DF-54EC-4185-9516-70801D08064A}" presName="parentLeftMargin" presStyleLbl="node1" presStyleIdx="0" presStyleCnt="2"/>
      <dgm:spPr/>
    </dgm:pt>
    <dgm:pt modelId="{AE4C72E6-E452-4EAF-AE73-3608AEA9FC0E}" type="pres">
      <dgm:prSet presAssocID="{9D4463DF-54EC-4185-9516-70801D08064A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EA09DE16-2EA0-4C34-8FC2-72AA26037A2A}" type="pres">
      <dgm:prSet presAssocID="{9D4463DF-54EC-4185-9516-70801D08064A}" presName="negativeSpace" presStyleCnt="0"/>
      <dgm:spPr/>
    </dgm:pt>
    <dgm:pt modelId="{21F9A40E-210F-4AC3-ABC4-87CAC347B1F6}" type="pres">
      <dgm:prSet presAssocID="{9D4463DF-54EC-4185-9516-70801D08064A}" presName="childText" presStyleLbl="conFgAcc1" presStyleIdx="0" presStyleCnt="2">
        <dgm:presLayoutVars>
          <dgm:bulletEnabled val="1"/>
        </dgm:presLayoutVars>
      </dgm:prSet>
      <dgm:spPr/>
    </dgm:pt>
    <dgm:pt modelId="{E0582439-6B74-4A4F-A7A9-ED36F3A99B75}" type="pres">
      <dgm:prSet presAssocID="{54092D31-0AFF-4381-A82F-13EA73497002}" presName="spaceBetweenRectangles" presStyleCnt="0"/>
      <dgm:spPr/>
    </dgm:pt>
    <dgm:pt modelId="{DD8188AA-166A-4B3D-8EF2-D192060C8D4A}" type="pres">
      <dgm:prSet presAssocID="{E6B8F226-9CDF-425E-8978-25E1EF1ACE61}" presName="parentLin" presStyleCnt="0"/>
      <dgm:spPr/>
    </dgm:pt>
    <dgm:pt modelId="{15B3935B-3C7D-4CC2-BA49-FCA387AA573D}" type="pres">
      <dgm:prSet presAssocID="{E6B8F226-9CDF-425E-8978-25E1EF1ACE61}" presName="parentLeftMargin" presStyleLbl="node1" presStyleIdx="0" presStyleCnt="2"/>
      <dgm:spPr/>
    </dgm:pt>
    <dgm:pt modelId="{AC10CFC0-AEAC-412B-BA19-1C4113AC2164}" type="pres">
      <dgm:prSet presAssocID="{E6B8F226-9CDF-425E-8978-25E1EF1ACE61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2B3366AF-207D-42F6-8765-D5DA518E0CCF}" type="pres">
      <dgm:prSet presAssocID="{E6B8F226-9CDF-425E-8978-25E1EF1ACE61}" presName="negativeSpace" presStyleCnt="0"/>
      <dgm:spPr/>
    </dgm:pt>
    <dgm:pt modelId="{0B2B66B8-DAB8-48E9-8B52-DD8C2FA10D55}" type="pres">
      <dgm:prSet presAssocID="{E6B8F226-9CDF-425E-8978-25E1EF1ACE61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FF834109-6AA1-4FC1-868D-13E99EBCAEE3}" type="presOf" srcId="{B7AA7FEC-8222-46C1-9FCA-436EA5F12D01}" destId="{21F9A40E-210F-4AC3-ABC4-87CAC347B1F6}" srcOrd="0" destOrd="1" presId="urn:microsoft.com/office/officeart/2005/8/layout/list1"/>
    <dgm:cxn modelId="{4D9CA627-E12F-42A3-8799-5E3BA8154D73}" srcId="{9D4463DF-54EC-4185-9516-70801D08064A}" destId="{E083077E-C27D-4CD9-8E58-F3CD2FC33632}" srcOrd="0" destOrd="0" parTransId="{7009971E-0DEF-4BB8-BD3C-C8281E65B3D5}" sibTransId="{51B55A73-5579-4754-B53C-17719E8668B9}"/>
    <dgm:cxn modelId="{646A7B5C-B0C1-4905-8285-442D0E241E24}" type="presOf" srcId="{E6B8F226-9CDF-425E-8978-25E1EF1ACE61}" destId="{15B3935B-3C7D-4CC2-BA49-FCA387AA573D}" srcOrd="0" destOrd="0" presId="urn:microsoft.com/office/officeart/2005/8/layout/list1"/>
    <dgm:cxn modelId="{B58A104C-D82F-4612-AB47-BB69CE0116AE}" srcId="{9C83430F-B895-4815-A573-E038B0DAF120}" destId="{9D4463DF-54EC-4185-9516-70801D08064A}" srcOrd="0" destOrd="0" parTransId="{3E6CD1CA-0703-4AC7-9132-CDFA3FB5E25E}" sibTransId="{54092D31-0AFF-4381-A82F-13EA73497002}"/>
    <dgm:cxn modelId="{C8B0CE6F-20D5-470B-8495-BAAD687874EB}" type="presOf" srcId="{BEAFBD00-7EED-41A1-BEEC-56CE25CAEECF}" destId="{0B2B66B8-DAB8-48E9-8B52-DD8C2FA10D55}" srcOrd="0" destOrd="0" presId="urn:microsoft.com/office/officeart/2005/8/layout/list1"/>
    <dgm:cxn modelId="{0FA50976-17DA-48F8-8CF1-AD7B4B889231}" type="presOf" srcId="{9D4463DF-54EC-4185-9516-70801D08064A}" destId="{C3519B9F-E9F7-4E30-B8F1-00DABD3B9ABD}" srcOrd="0" destOrd="0" presId="urn:microsoft.com/office/officeart/2005/8/layout/list1"/>
    <dgm:cxn modelId="{49B8B684-092A-4982-A908-E861D6E17211}" srcId="{9D4463DF-54EC-4185-9516-70801D08064A}" destId="{B7AA7FEC-8222-46C1-9FCA-436EA5F12D01}" srcOrd="1" destOrd="0" parTransId="{17ADEAAF-65F6-4377-B671-76EAA68E0674}" sibTransId="{BAB47C14-23AA-4399-823F-21EDB13C9DE5}"/>
    <dgm:cxn modelId="{DBB0398A-E75E-4FD2-959F-9C62782D2515}" type="presOf" srcId="{9D4463DF-54EC-4185-9516-70801D08064A}" destId="{AE4C72E6-E452-4EAF-AE73-3608AEA9FC0E}" srcOrd="1" destOrd="0" presId="urn:microsoft.com/office/officeart/2005/8/layout/list1"/>
    <dgm:cxn modelId="{946AE88D-F57C-40C5-8967-D7742AAF259E}" srcId="{E6B8F226-9CDF-425E-8978-25E1EF1ACE61}" destId="{BEAFBD00-7EED-41A1-BEEC-56CE25CAEECF}" srcOrd="0" destOrd="0" parTransId="{A2DECFA8-3111-4D93-8378-383A8A378910}" sibTransId="{E44E3524-707B-40EA-8BC7-E699E2871ECB}"/>
    <dgm:cxn modelId="{A3E3C3A0-9F83-43C4-BA63-CA99D55B5E7E}" type="presOf" srcId="{E6B8F226-9CDF-425E-8978-25E1EF1ACE61}" destId="{AC10CFC0-AEAC-412B-BA19-1C4113AC2164}" srcOrd="1" destOrd="0" presId="urn:microsoft.com/office/officeart/2005/8/layout/list1"/>
    <dgm:cxn modelId="{3E64B4B6-8F48-40D6-AAD7-788374199670}" type="presOf" srcId="{9C83430F-B895-4815-A573-E038B0DAF120}" destId="{3F81617E-B9E9-49D8-B1ED-818161A3B5A2}" srcOrd="0" destOrd="0" presId="urn:microsoft.com/office/officeart/2005/8/layout/list1"/>
    <dgm:cxn modelId="{33A6AACE-24DE-4E2B-9987-BDFD4C1BD171}" srcId="{9C83430F-B895-4815-A573-E038B0DAF120}" destId="{E6B8F226-9CDF-425E-8978-25E1EF1ACE61}" srcOrd="1" destOrd="0" parTransId="{1C0C772A-A696-4574-B9E1-8CB83AB2901C}" sibTransId="{E4352CDE-BC9C-47E1-AB7D-EE95A57F7911}"/>
    <dgm:cxn modelId="{CBB6B7E9-7020-4BC9-A8F5-7AD0B6F85381}" type="presOf" srcId="{E083077E-C27D-4CD9-8E58-F3CD2FC33632}" destId="{21F9A40E-210F-4AC3-ABC4-87CAC347B1F6}" srcOrd="0" destOrd="0" presId="urn:microsoft.com/office/officeart/2005/8/layout/list1"/>
    <dgm:cxn modelId="{55DCB42F-1A7C-4922-942F-2D34285F8075}" type="presParOf" srcId="{3F81617E-B9E9-49D8-B1ED-818161A3B5A2}" destId="{E97C81C7-C398-42CA-B289-6250D3E1D8F2}" srcOrd="0" destOrd="0" presId="urn:microsoft.com/office/officeart/2005/8/layout/list1"/>
    <dgm:cxn modelId="{8A7AB2D3-A718-4021-8437-9D89866B1497}" type="presParOf" srcId="{E97C81C7-C398-42CA-B289-6250D3E1D8F2}" destId="{C3519B9F-E9F7-4E30-B8F1-00DABD3B9ABD}" srcOrd="0" destOrd="0" presId="urn:microsoft.com/office/officeart/2005/8/layout/list1"/>
    <dgm:cxn modelId="{19059E01-2D23-45F2-88DE-0C8FB2D00B44}" type="presParOf" srcId="{E97C81C7-C398-42CA-B289-6250D3E1D8F2}" destId="{AE4C72E6-E452-4EAF-AE73-3608AEA9FC0E}" srcOrd="1" destOrd="0" presId="urn:microsoft.com/office/officeart/2005/8/layout/list1"/>
    <dgm:cxn modelId="{E6C7BF40-A28B-43C8-BBA8-34431B933B3C}" type="presParOf" srcId="{3F81617E-B9E9-49D8-B1ED-818161A3B5A2}" destId="{EA09DE16-2EA0-4C34-8FC2-72AA26037A2A}" srcOrd="1" destOrd="0" presId="urn:microsoft.com/office/officeart/2005/8/layout/list1"/>
    <dgm:cxn modelId="{80181F48-38AE-4628-9C8B-905B044FC717}" type="presParOf" srcId="{3F81617E-B9E9-49D8-B1ED-818161A3B5A2}" destId="{21F9A40E-210F-4AC3-ABC4-87CAC347B1F6}" srcOrd="2" destOrd="0" presId="urn:microsoft.com/office/officeart/2005/8/layout/list1"/>
    <dgm:cxn modelId="{439D6717-D2A8-4B1F-9B16-DC5DE233884B}" type="presParOf" srcId="{3F81617E-B9E9-49D8-B1ED-818161A3B5A2}" destId="{E0582439-6B74-4A4F-A7A9-ED36F3A99B75}" srcOrd="3" destOrd="0" presId="urn:microsoft.com/office/officeart/2005/8/layout/list1"/>
    <dgm:cxn modelId="{8F051F0F-F3B7-4BA3-AD78-6F8F7A72B4E3}" type="presParOf" srcId="{3F81617E-B9E9-49D8-B1ED-818161A3B5A2}" destId="{DD8188AA-166A-4B3D-8EF2-D192060C8D4A}" srcOrd="4" destOrd="0" presId="urn:microsoft.com/office/officeart/2005/8/layout/list1"/>
    <dgm:cxn modelId="{B846F167-EC44-4664-ADC7-C5075BFF4814}" type="presParOf" srcId="{DD8188AA-166A-4B3D-8EF2-D192060C8D4A}" destId="{15B3935B-3C7D-4CC2-BA49-FCA387AA573D}" srcOrd="0" destOrd="0" presId="urn:microsoft.com/office/officeart/2005/8/layout/list1"/>
    <dgm:cxn modelId="{C8C35EEA-D120-44C8-89FF-8B792BB7B08E}" type="presParOf" srcId="{DD8188AA-166A-4B3D-8EF2-D192060C8D4A}" destId="{AC10CFC0-AEAC-412B-BA19-1C4113AC2164}" srcOrd="1" destOrd="0" presId="urn:microsoft.com/office/officeart/2005/8/layout/list1"/>
    <dgm:cxn modelId="{4321FAF2-8CB9-496A-9EB9-90F0EAC724F2}" type="presParOf" srcId="{3F81617E-B9E9-49D8-B1ED-818161A3B5A2}" destId="{2B3366AF-207D-42F6-8765-D5DA518E0CCF}" srcOrd="5" destOrd="0" presId="urn:microsoft.com/office/officeart/2005/8/layout/list1"/>
    <dgm:cxn modelId="{0732FC06-7CAE-42E1-8D31-39D35B50276A}" type="presParOf" srcId="{3F81617E-B9E9-49D8-B1ED-818161A3B5A2}" destId="{0B2B66B8-DAB8-48E9-8B52-DD8C2FA10D55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5.xml><?xml version="1.0" encoding="utf-8"?>
<dgm:dataModel xmlns:dgm="http://schemas.openxmlformats.org/drawingml/2006/diagram" xmlns:a="http://schemas.openxmlformats.org/drawingml/2006/main">
  <dgm:ptLst>
    <dgm:pt modelId="{9C83430F-B895-4815-A573-E038B0DAF120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F02F043E-E14E-4F33-B18D-AC192BF2CE85}">
      <dgm:prSet/>
      <dgm:spPr/>
      <dgm:t>
        <a:bodyPr/>
        <a:lstStyle/>
        <a:p>
          <a:r>
            <a:rPr lang="tr-TR"/>
            <a:t>Selection</a:t>
          </a:r>
          <a:endParaRPr lang="en-US"/>
        </a:p>
      </dgm:t>
    </dgm:pt>
    <dgm:pt modelId="{0FA91AE8-FFFF-4CD2-812B-C0489E0BD735}" type="parTrans" cxnId="{80D7DA23-2B3C-4F02-9DE4-167F03EF4226}">
      <dgm:prSet/>
      <dgm:spPr/>
      <dgm:t>
        <a:bodyPr/>
        <a:lstStyle/>
        <a:p>
          <a:endParaRPr lang="en-US"/>
        </a:p>
      </dgm:t>
    </dgm:pt>
    <dgm:pt modelId="{69BF98D3-7738-4B7C-B3D9-2F6021C2E8FB}" type="sibTrans" cxnId="{80D7DA23-2B3C-4F02-9DE4-167F03EF4226}">
      <dgm:prSet/>
      <dgm:spPr/>
      <dgm:t>
        <a:bodyPr/>
        <a:lstStyle/>
        <a:p>
          <a:endParaRPr lang="en-US"/>
        </a:p>
      </dgm:t>
    </dgm:pt>
    <dgm:pt modelId="{9EBA2034-050C-4944-9EFB-BC159C0A3495}">
      <dgm:prSet/>
      <dgm:spPr/>
      <dgm:t>
        <a:bodyPr/>
        <a:lstStyle/>
        <a:p>
          <a:r>
            <a:rPr lang="en-US" dirty="0"/>
            <a:t>each node</a:t>
          </a:r>
          <a:r>
            <a:rPr lang="tr-TR" dirty="0"/>
            <a:t> </a:t>
          </a:r>
          <a:r>
            <a:rPr lang="en-US" dirty="0"/>
            <a:t>always selects and attempts </a:t>
          </a:r>
        </a:p>
      </dgm:t>
    </dgm:pt>
    <dgm:pt modelId="{8D158FD5-EE7C-4D9B-9347-BBBF180D57CC}" type="parTrans" cxnId="{DB5FC7F5-9174-4C54-AC9C-91CD790BBB33}">
      <dgm:prSet/>
      <dgm:spPr/>
      <dgm:t>
        <a:bodyPr/>
        <a:lstStyle/>
        <a:p>
          <a:endParaRPr lang="en-US"/>
        </a:p>
      </dgm:t>
    </dgm:pt>
    <dgm:pt modelId="{1623325D-9FEC-4A6E-B94D-0833AA43C8E0}" type="sibTrans" cxnId="{DB5FC7F5-9174-4C54-AC9C-91CD790BBB33}">
      <dgm:prSet/>
      <dgm:spPr/>
      <dgm:t>
        <a:bodyPr/>
        <a:lstStyle/>
        <a:p>
          <a:endParaRPr lang="en-US"/>
        </a:p>
      </dgm:t>
    </dgm:pt>
    <dgm:pt modelId="{342EA382-F141-4BDD-AA16-871A843E68A9}">
      <dgm:prSet/>
      <dgm:spPr/>
      <dgm:t>
        <a:bodyPr/>
        <a:lstStyle/>
        <a:p>
          <a:r>
            <a:rPr lang="en-US" dirty="0"/>
            <a:t>to extend</a:t>
          </a:r>
          <a:r>
            <a:rPr lang="tr-TR" dirty="0"/>
            <a:t> </a:t>
          </a: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longest</a:t>
          </a:r>
          <a:r>
            <a:rPr lang="tr-TR" dirty="0"/>
            <a:t> </a:t>
          </a:r>
          <a:r>
            <a:rPr lang="tr-TR" dirty="0" err="1"/>
            <a:t>chain</a:t>
          </a:r>
          <a:endParaRPr lang="en-US" dirty="0"/>
        </a:p>
      </dgm:t>
    </dgm:pt>
    <dgm:pt modelId="{3CDF2CBE-937C-4C7E-96F5-DF2FAC897281}" type="parTrans" cxnId="{DEAD8942-67A1-43AC-856A-8D3386C9065E}">
      <dgm:prSet/>
      <dgm:spPr/>
      <dgm:t>
        <a:bodyPr/>
        <a:lstStyle/>
        <a:p>
          <a:endParaRPr lang="en-US"/>
        </a:p>
      </dgm:t>
    </dgm:pt>
    <dgm:pt modelId="{0F3F1150-48DD-4A0D-8352-D3F8122E039C}" type="sibTrans" cxnId="{DEAD8942-67A1-43AC-856A-8D3386C9065E}">
      <dgm:prSet/>
      <dgm:spPr/>
      <dgm:t>
        <a:bodyPr/>
        <a:lstStyle/>
        <a:p>
          <a:endParaRPr lang="en-US"/>
        </a:p>
      </dgm:t>
    </dgm:pt>
    <dgm:pt modelId="{7EF18904-F8B2-4930-B955-F0D6D72AD575}">
      <dgm:prSet/>
      <dgm:spPr/>
      <dgm:t>
        <a:bodyPr/>
        <a:lstStyle/>
        <a:p>
          <a:r>
            <a:rPr lang="tr-TR"/>
            <a:t>the longest chain</a:t>
          </a:r>
          <a:endParaRPr lang="en-US"/>
        </a:p>
      </dgm:t>
    </dgm:pt>
    <dgm:pt modelId="{8868F464-05AC-4F4A-A628-A094D98A0239}" type="parTrans" cxnId="{CC98F0F1-BE74-4784-9CB9-14828C60326E}">
      <dgm:prSet/>
      <dgm:spPr/>
      <dgm:t>
        <a:bodyPr/>
        <a:lstStyle/>
        <a:p>
          <a:endParaRPr lang="en-US"/>
        </a:p>
      </dgm:t>
    </dgm:pt>
    <dgm:pt modelId="{94A5CAA8-8629-46A4-A122-C7264A2A04BA}" type="sibTrans" cxnId="{CC98F0F1-BE74-4784-9CB9-14828C60326E}">
      <dgm:prSet/>
      <dgm:spPr/>
      <dgm:t>
        <a:bodyPr/>
        <a:lstStyle/>
        <a:p>
          <a:endParaRPr lang="en-US"/>
        </a:p>
      </dgm:t>
    </dgm:pt>
    <dgm:pt modelId="{6221E135-4F3B-4B3F-A735-089454FA6EC7}">
      <dgm:prSet/>
      <dgm:spPr/>
      <dgm:t>
        <a:bodyPr/>
        <a:lstStyle/>
        <a:p>
          <a:r>
            <a:rPr lang="en-US"/>
            <a:t>represents the most</a:t>
          </a:r>
          <a:r>
            <a:rPr lang="tr-TR"/>
            <a:t> </a:t>
          </a:r>
          <a:r>
            <a:rPr lang="en-US"/>
            <a:t>Proof-of-Work</a:t>
          </a:r>
        </a:p>
      </dgm:t>
    </dgm:pt>
    <dgm:pt modelId="{6CFB95BB-1B03-4B69-B5A5-7F9F7816D64A}" type="parTrans" cxnId="{0ED7AF09-A1DB-4A77-938E-4168D5207079}">
      <dgm:prSet/>
      <dgm:spPr/>
      <dgm:t>
        <a:bodyPr/>
        <a:lstStyle/>
        <a:p>
          <a:endParaRPr lang="en-US"/>
        </a:p>
      </dgm:t>
    </dgm:pt>
    <dgm:pt modelId="{91994CE5-2AED-4549-A2C1-FC88243B7E87}" type="sibTrans" cxnId="{0ED7AF09-A1DB-4A77-938E-4168D5207079}">
      <dgm:prSet/>
      <dgm:spPr/>
      <dgm:t>
        <a:bodyPr/>
        <a:lstStyle/>
        <a:p>
          <a:endParaRPr lang="en-US"/>
        </a:p>
      </dgm:t>
    </dgm:pt>
    <dgm:pt modelId="{214BD5E6-2847-484C-AC6F-7B84D177FAFB}">
      <dgm:prSet/>
      <dgm:spPr/>
      <dgm:t>
        <a:bodyPr/>
        <a:lstStyle/>
        <a:p>
          <a:r>
            <a:rPr lang="tr-TR"/>
            <a:t>Calculation</a:t>
          </a:r>
          <a:endParaRPr lang="en-US"/>
        </a:p>
      </dgm:t>
    </dgm:pt>
    <dgm:pt modelId="{E8CDE7CC-A2EC-4DF7-A585-A6408C271649}" type="parTrans" cxnId="{79E2B0E9-CC77-4962-839C-F4823DBE2906}">
      <dgm:prSet/>
      <dgm:spPr/>
      <dgm:t>
        <a:bodyPr/>
        <a:lstStyle/>
        <a:p>
          <a:endParaRPr lang="en-US"/>
        </a:p>
      </dgm:t>
    </dgm:pt>
    <dgm:pt modelId="{FDE400A5-CDCC-4210-BE4A-39AD8AFA2F0E}" type="sibTrans" cxnId="{79E2B0E9-CC77-4962-839C-F4823DBE2906}">
      <dgm:prSet/>
      <dgm:spPr/>
      <dgm:t>
        <a:bodyPr/>
        <a:lstStyle/>
        <a:p>
          <a:endParaRPr lang="en-US"/>
        </a:p>
      </dgm:t>
    </dgm:pt>
    <dgm:pt modelId="{8B23A3AB-63B2-4FFA-9282-F666A48608A3}">
      <dgm:prSet/>
      <dgm:spPr/>
      <dgm:t>
        <a:bodyPr/>
        <a:lstStyle/>
        <a:p>
          <a:r>
            <a:rPr lang="en-US"/>
            <a:t>calculate the</a:t>
          </a:r>
          <a:r>
            <a:rPr lang="tr-TR"/>
            <a:t> </a:t>
          </a:r>
          <a:r>
            <a:rPr lang="en-US"/>
            <a:t>total amount of work </a:t>
          </a:r>
        </a:p>
      </dgm:t>
    </dgm:pt>
    <dgm:pt modelId="{257FB000-0A6D-4FC3-B263-FD017BA30947}" type="parTrans" cxnId="{DBE0106F-2E97-4F92-AB9A-FCBF21404864}">
      <dgm:prSet/>
      <dgm:spPr/>
      <dgm:t>
        <a:bodyPr/>
        <a:lstStyle/>
        <a:p>
          <a:endParaRPr lang="en-US"/>
        </a:p>
      </dgm:t>
    </dgm:pt>
    <dgm:pt modelId="{3E685928-CE7D-4B85-A256-BB369230DD0F}" type="sibTrans" cxnId="{DBE0106F-2E97-4F92-AB9A-FCBF21404864}">
      <dgm:prSet/>
      <dgm:spPr/>
      <dgm:t>
        <a:bodyPr/>
        <a:lstStyle/>
        <a:p>
          <a:endParaRPr lang="en-US"/>
        </a:p>
      </dgm:t>
    </dgm:pt>
    <dgm:pt modelId="{88FA151C-6284-4CB7-9FBE-E728DC5C3698}">
      <dgm:prSet/>
      <dgm:spPr/>
      <dgm:t>
        <a:bodyPr/>
        <a:lstStyle/>
        <a:p>
          <a:r>
            <a:rPr lang="en-US"/>
            <a:t>by summing the work recorded in each block in a chain</a:t>
          </a:r>
        </a:p>
      </dgm:t>
    </dgm:pt>
    <dgm:pt modelId="{03F3AB8B-22B4-4FF3-89C2-0AC65A0B2631}" type="parTrans" cxnId="{D97AA1B9-6C56-437F-A416-1DF64821BA8F}">
      <dgm:prSet/>
      <dgm:spPr/>
      <dgm:t>
        <a:bodyPr/>
        <a:lstStyle/>
        <a:p>
          <a:endParaRPr lang="en-US"/>
        </a:p>
      </dgm:t>
    </dgm:pt>
    <dgm:pt modelId="{C98185A8-A4F6-4E0B-B821-EC5370F7D708}" type="sibTrans" cxnId="{D97AA1B9-6C56-437F-A416-1DF64821BA8F}">
      <dgm:prSet/>
      <dgm:spPr/>
      <dgm:t>
        <a:bodyPr/>
        <a:lstStyle/>
        <a:p>
          <a:endParaRPr lang="en-US"/>
        </a:p>
      </dgm:t>
    </dgm:pt>
    <dgm:pt modelId="{B5FAD9FE-5B61-46E1-922E-B13E79197AAC}" type="pres">
      <dgm:prSet presAssocID="{9C83430F-B895-4815-A573-E038B0DAF120}" presName="linear" presStyleCnt="0">
        <dgm:presLayoutVars>
          <dgm:dir/>
          <dgm:animLvl val="lvl"/>
          <dgm:resizeHandles val="exact"/>
        </dgm:presLayoutVars>
      </dgm:prSet>
      <dgm:spPr/>
    </dgm:pt>
    <dgm:pt modelId="{E3D3FB90-93ED-457C-BF64-06052DB0C583}" type="pres">
      <dgm:prSet presAssocID="{F02F043E-E14E-4F33-B18D-AC192BF2CE85}" presName="parentLin" presStyleCnt="0"/>
      <dgm:spPr/>
    </dgm:pt>
    <dgm:pt modelId="{FF8FAA04-76E4-4105-86FA-20A08EC67CDF}" type="pres">
      <dgm:prSet presAssocID="{F02F043E-E14E-4F33-B18D-AC192BF2CE85}" presName="parentLeftMargin" presStyleLbl="node1" presStyleIdx="0" presStyleCnt="3"/>
      <dgm:spPr/>
    </dgm:pt>
    <dgm:pt modelId="{B5923746-C673-459B-9C29-0A9D0033258F}" type="pres">
      <dgm:prSet presAssocID="{F02F043E-E14E-4F33-B18D-AC192BF2CE85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A14F8C85-A346-49E5-B69C-E7ADAE3CD78D}" type="pres">
      <dgm:prSet presAssocID="{F02F043E-E14E-4F33-B18D-AC192BF2CE85}" presName="negativeSpace" presStyleCnt="0"/>
      <dgm:spPr/>
    </dgm:pt>
    <dgm:pt modelId="{3166776B-5853-4C33-8F66-A57E564699A4}" type="pres">
      <dgm:prSet presAssocID="{F02F043E-E14E-4F33-B18D-AC192BF2CE85}" presName="childText" presStyleLbl="conFgAcc1" presStyleIdx="0" presStyleCnt="3">
        <dgm:presLayoutVars>
          <dgm:bulletEnabled val="1"/>
        </dgm:presLayoutVars>
      </dgm:prSet>
      <dgm:spPr/>
    </dgm:pt>
    <dgm:pt modelId="{3866C81A-0D21-4122-9F39-3CA39DA1EEA5}" type="pres">
      <dgm:prSet presAssocID="{69BF98D3-7738-4B7C-B3D9-2F6021C2E8FB}" presName="spaceBetweenRectangles" presStyleCnt="0"/>
      <dgm:spPr/>
    </dgm:pt>
    <dgm:pt modelId="{038B2C8C-375F-4AB3-A8D0-DFBDEABDA9B3}" type="pres">
      <dgm:prSet presAssocID="{7EF18904-F8B2-4930-B955-F0D6D72AD575}" presName="parentLin" presStyleCnt="0"/>
      <dgm:spPr/>
    </dgm:pt>
    <dgm:pt modelId="{C9436DC9-5A01-4EF0-AF77-E0E67994B6D9}" type="pres">
      <dgm:prSet presAssocID="{7EF18904-F8B2-4930-B955-F0D6D72AD575}" presName="parentLeftMargin" presStyleLbl="node1" presStyleIdx="0" presStyleCnt="3"/>
      <dgm:spPr/>
    </dgm:pt>
    <dgm:pt modelId="{2A9086DB-863E-4A0D-84B3-9702CC4C310A}" type="pres">
      <dgm:prSet presAssocID="{7EF18904-F8B2-4930-B955-F0D6D72AD575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53615125-42FD-401E-AA49-02FBDA647316}" type="pres">
      <dgm:prSet presAssocID="{7EF18904-F8B2-4930-B955-F0D6D72AD575}" presName="negativeSpace" presStyleCnt="0"/>
      <dgm:spPr/>
    </dgm:pt>
    <dgm:pt modelId="{8D8740EB-50B9-4A3E-A3E1-7B59661C79EF}" type="pres">
      <dgm:prSet presAssocID="{7EF18904-F8B2-4930-B955-F0D6D72AD575}" presName="childText" presStyleLbl="conFgAcc1" presStyleIdx="1" presStyleCnt="3">
        <dgm:presLayoutVars>
          <dgm:bulletEnabled val="1"/>
        </dgm:presLayoutVars>
      </dgm:prSet>
      <dgm:spPr/>
    </dgm:pt>
    <dgm:pt modelId="{3747462C-23CA-4705-AC9D-D95C53FA9293}" type="pres">
      <dgm:prSet presAssocID="{94A5CAA8-8629-46A4-A122-C7264A2A04BA}" presName="spaceBetweenRectangles" presStyleCnt="0"/>
      <dgm:spPr/>
    </dgm:pt>
    <dgm:pt modelId="{D2A8942A-1CC0-4DB3-AE10-D187E8A3269A}" type="pres">
      <dgm:prSet presAssocID="{214BD5E6-2847-484C-AC6F-7B84D177FAFB}" presName="parentLin" presStyleCnt="0"/>
      <dgm:spPr/>
    </dgm:pt>
    <dgm:pt modelId="{DAAE32FC-EFCC-4873-B815-DF7198F205A6}" type="pres">
      <dgm:prSet presAssocID="{214BD5E6-2847-484C-AC6F-7B84D177FAFB}" presName="parentLeftMargin" presStyleLbl="node1" presStyleIdx="1" presStyleCnt="3"/>
      <dgm:spPr/>
    </dgm:pt>
    <dgm:pt modelId="{51A2DF7A-C493-41CD-BA04-A62609D8D697}" type="pres">
      <dgm:prSet presAssocID="{214BD5E6-2847-484C-AC6F-7B84D177FAFB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F0CD40E3-2DB0-4B52-A6B5-D4FDB1CB98B3}" type="pres">
      <dgm:prSet presAssocID="{214BD5E6-2847-484C-AC6F-7B84D177FAFB}" presName="negativeSpace" presStyleCnt="0"/>
      <dgm:spPr/>
    </dgm:pt>
    <dgm:pt modelId="{B65261DA-880D-4B29-94C7-FB2E9B07DD4E}" type="pres">
      <dgm:prSet presAssocID="{214BD5E6-2847-484C-AC6F-7B84D177FAFB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0ED7AF09-A1DB-4A77-938E-4168D5207079}" srcId="{7EF18904-F8B2-4930-B955-F0D6D72AD575}" destId="{6221E135-4F3B-4B3F-A735-089454FA6EC7}" srcOrd="0" destOrd="0" parTransId="{6CFB95BB-1B03-4B69-B5A5-7F9F7816D64A}" sibTransId="{91994CE5-2AED-4549-A2C1-FC88243B7E87}"/>
    <dgm:cxn modelId="{979CDE0C-2C64-42EA-934A-EF996207288E}" type="presOf" srcId="{9C83430F-B895-4815-A573-E038B0DAF120}" destId="{B5FAD9FE-5B61-46E1-922E-B13E79197AAC}" srcOrd="0" destOrd="0" presId="urn:microsoft.com/office/officeart/2005/8/layout/list1"/>
    <dgm:cxn modelId="{80D7DA23-2B3C-4F02-9DE4-167F03EF4226}" srcId="{9C83430F-B895-4815-A573-E038B0DAF120}" destId="{F02F043E-E14E-4F33-B18D-AC192BF2CE85}" srcOrd="0" destOrd="0" parTransId="{0FA91AE8-FFFF-4CD2-812B-C0489E0BD735}" sibTransId="{69BF98D3-7738-4B7C-B3D9-2F6021C2E8FB}"/>
    <dgm:cxn modelId="{3F8B1033-6F65-48D9-9076-7CCD65D61467}" type="presOf" srcId="{F02F043E-E14E-4F33-B18D-AC192BF2CE85}" destId="{FF8FAA04-76E4-4105-86FA-20A08EC67CDF}" srcOrd="0" destOrd="0" presId="urn:microsoft.com/office/officeart/2005/8/layout/list1"/>
    <dgm:cxn modelId="{DEAD8942-67A1-43AC-856A-8D3386C9065E}" srcId="{F02F043E-E14E-4F33-B18D-AC192BF2CE85}" destId="{342EA382-F141-4BDD-AA16-871A843E68A9}" srcOrd="1" destOrd="0" parTransId="{3CDF2CBE-937C-4C7E-96F5-DF2FAC897281}" sibTransId="{0F3F1150-48DD-4A0D-8352-D3F8122E039C}"/>
    <dgm:cxn modelId="{DBE0106F-2E97-4F92-AB9A-FCBF21404864}" srcId="{214BD5E6-2847-484C-AC6F-7B84D177FAFB}" destId="{8B23A3AB-63B2-4FFA-9282-F666A48608A3}" srcOrd="0" destOrd="0" parTransId="{257FB000-0A6D-4FC3-B263-FD017BA30947}" sibTransId="{3E685928-CE7D-4B85-A256-BB369230DD0F}"/>
    <dgm:cxn modelId="{AAAA0D70-C6DF-4D4B-A9A1-771F0665A3E0}" type="presOf" srcId="{88FA151C-6284-4CB7-9FBE-E728DC5C3698}" destId="{B65261DA-880D-4B29-94C7-FB2E9B07DD4E}" srcOrd="0" destOrd="1" presId="urn:microsoft.com/office/officeart/2005/8/layout/list1"/>
    <dgm:cxn modelId="{7DBC6E57-8FF4-4B76-A8BF-697850F56178}" type="presOf" srcId="{6221E135-4F3B-4B3F-A735-089454FA6EC7}" destId="{8D8740EB-50B9-4A3E-A3E1-7B59661C79EF}" srcOrd="0" destOrd="0" presId="urn:microsoft.com/office/officeart/2005/8/layout/list1"/>
    <dgm:cxn modelId="{E9561682-5786-4C8D-B9DF-024089528922}" type="presOf" srcId="{8B23A3AB-63B2-4FFA-9282-F666A48608A3}" destId="{B65261DA-880D-4B29-94C7-FB2E9B07DD4E}" srcOrd="0" destOrd="0" presId="urn:microsoft.com/office/officeart/2005/8/layout/list1"/>
    <dgm:cxn modelId="{52AA5286-C33D-4AB0-BB8C-AC19B6283B5F}" type="presOf" srcId="{214BD5E6-2847-484C-AC6F-7B84D177FAFB}" destId="{DAAE32FC-EFCC-4873-B815-DF7198F205A6}" srcOrd="0" destOrd="0" presId="urn:microsoft.com/office/officeart/2005/8/layout/list1"/>
    <dgm:cxn modelId="{3C303598-95A3-4E7D-9DE9-2992D7526974}" type="presOf" srcId="{7EF18904-F8B2-4930-B955-F0D6D72AD575}" destId="{2A9086DB-863E-4A0D-84B3-9702CC4C310A}" srcOrd="1" destOrd="0" presId="urn:microsoft.com/office/officeart/2005/8/layout/list1"/>
    <dgm:cxn modelId="{E785A4A3-2B13-4D5D-8E0D-1EFECA43DADC}" type="presOf" srcId="{214BD5E6-2847-484C-AC6F-7B84D177FAFB}" destId="{51A2DF7A-C493-41CD-BA04-A62609D8D697}" srcOrd="1" destOrd="0" presId="urn:microsoft.com/office/officeart/2005/8/layout/list1"/>
    <dgm:cxn modelId="{D97AA1B9-6C56-437F-A416-1DF64821BA8F}" srcId="{214BD5E6-2847-484C-AC6F-7B84D177FAFB}" destId="{88FA151C-6284-4CB7-9FBE-E728DC5C3698}" srcOrd="1" destOrd="0" parTransId="{03F3AB8B-22B4-4FF3-89C2-0AC65A0B2631}" sibTransId="{C98185A8-A4F6-4E0B-B821-EC5370F7D708}"/>
    <dgm:cxn modelId="{5526A6BE-311B-4CC1-B28C-0458D7987F00}" type="presOf" srcId="{F02F043E-E14E-4F33-B18D-AC192BF2CE85}" destId="{B5923746-C673-459B-9C29-0A9D0033258F}" srcOrd="1" destOrd="0" presId="urn:microsoft.com/office/officeart/2005/8/layout/list1"/>
    <dgm:cxn modelId="{78132EC2-B03E-44FC-A6A1-63EEDE47790A}" type="presOf" srcId="{342EA382-F141-4BDD-AA16-871A843E68A9}" destId="{3166776B-5853-4C33-8F66-A57E564699A4}" srcOrd="0" destOrd="1" presId="urn:microsoft.com/office/officeart/2005/8/layout/list1"/>
    <dgm:cxn modelId="{7A18E2C5-7F9A-4C63-831A-814D078FDE67}" type="presOf" srcId="{9EBA2034-050C-4944-9EFB-BC159C0A3495}" destId="{3166776B-5853-4C33-8F66-A57E564699A4}" srcOrd="0" destOrd="0" presId="urn:microsoft.com/office/officeart/2005/8/layout/list1"/>
    <dgm:cxn modelId="{9EEA62C7-422B-41C0-BFE3-7CE3CDB986B7}" type="presOf" srcId="{7EF18904-F8B2-4930-B955-F0D6D72AD575}" destId="{C9436DC9-5A01-4EF0-AF77-E0E67994B6D9}" srcOrd="0" destOrd="0" presId="urn:microsoft.com/office/officeart/2005/8/layout/list1"/>
    <dgm:cxn modelId="{79E2B0E9-CC77-4962-839C-F4823DBE2906}" srcId="{9C83430F-B895-4815-A573-E038B0DAF120}" destId="{214BD5E6-2847-484C-AC6F-7B84D177FAFB}" srcOrd="2" destOrd="0" parTransId="{E8CDE7CC-A2EC-4DF7-A585-A6408C271649}" sibTransId="{FDE400A5-CDCC-4210-BE4A-39AD8AFA2F0E}"/>
    <dgm:cxn modelId="{CC98F0F1-BE74-4784-9CB9-14828C60326E}" srcId="{9C83430F-B895-4815-A573-E038B0DAF120}" destId="{7EF18904-F8B2-4930-B955-F0D6D72AD575}" srcOrd="1" destOrd="0" parTransId="{8868F464-05AC-4F4A-A628-A094D98A0239}" sibTransId="{94A5CAA8-8629-46A4-A122-C7264A2A04BA}"/>
    <dgm:cxn modelId="{DB5FC7F5-9174-4C54-AC9C-91CD790BBB33}" srcId="{F02F043E-E14E-4F33-B18D-AC192BF2CE85}" destId="{9EBA2034-050C-4944-9EFB-BC159C0A3495}" srcOrd="0" destOrd="0" parTransId="{8D158FD5-EE7C-4D9B-9347-BBBF180D57CC}" sibTransId="{1623325D-9FEC-4A6E-B94D-0833AA43C8E0}"/>
    <dgm:cxn modelId="{6BF8FD58-7AD3-4C0B-BD35-203A12C0E804}" type="presParOf" srcId="{B5FAD9FE-5B61-46E1-922E-B13E79197AAC}" destId="{E3D3FB90-93ED-457C-BF64-06052DB0C583}" srcOrd="0" destOrd="0" presId="urn:microsoft.com/office/officeart/2005/8/layout/list1"/>
    <dgm:cxn modelId="{BF96D234-B91C-4873-88B9-2965477E527E}" type="presParOf" srcId="{E3D3FB90-93ED-457C-BF64-06052DB0C583}" destId="{FF8FAA04-76E4-4105-86FA-20A08EC67CDF}" srcOrd="0" destOrd="0" presId="urn:microsoft.com/office/officeart/2005/8/layout/list1"/>
    <dgm:cxn modelId="{7665760A-2770-4AE2-98B7-793141EA165C}" type="presParOf" srcId="{E3D3FB90-93ED-457C-BF64-06052DB0C583}" destId="{B5923746-C673-459B-9C29-0A9D0033258F}" srcOrd="1" destOrd="0" presId="urn:microsoft.com/office/officeart/2005/8/layout/list1"/>
    <dgm:cxn modelId="{C0AF8A3F-2A87-4C47-873B-C452CDFB5E03}" type="presParOf" srcId="{B5FAD9FE-5B61-46E1-922E-B13E79197AAC}" destId="{A14F8C85-A346-49E5-B69C-E7ADAE3CD78D}" srcOrd="1" destOrd="0" presId="urn:microsoft.com/office/officeart/2005/8/layout/list1"/>
    <dgm:cxn modelId="{1E8B4262-994D-492E-8C51-A819DEDBE120}" type="presParOf" srcId="{B5FAD9FE-5B61-46E1-922E-B13E79197AAC}" destId="{3166776B-5853-4C33-8F66-A57E564699A4}" srcOrd="2" destOrd="0" presId="urn:microsoft.com/office/officeart/2005/8/layout/list1"/>
    <dgm:cxn modelId="{9A3B76DB-8F62-4E11-BD0B-4BA8A0094529}" type="presParOf" srcId="{B5FAD9FE-5B61-46E1-922E-B13E79197AAC}" destId="{3866C81A-0D21-4122-9F39-3CA39DA1EEA5}" srcOrd="3" destOrd="0" presId="urn:microsoft.com/office/officeart/2005/8/layout/list1"/>
    <dgm:cxn modelId="{5AADB2AC-77C9-4571-89AC-D2F40AC86553}" type="presParOf" srcId="{B5FAD9FE-5B61-46E1-922E-B13E79197AAC}" destId="{038B2C8C-375F-4AB3-A8D0-DFBDEABDA9B3}" srcOrd="4" destOrd="0" presId="urn:microsoft.com/office/officeart/2005/8/layout/list1"/>
    <dgm:cxn modelId="{1727FD97-C991-4591-92F8-050A7213AC02}" type="presParOf" srcId="{038B2C8C-375F-4AB3-A8D0-DFBDEABDA9B3}" destId="{C9436DC9-5A01-4EF0-AF77-E0E67994B6D9}" srcOrd="0" destOrd="0" presId="urn:microsoft.com/office/officeart/2005/8/layout/list1"/>
    <dgm:cxn modelId="{0804174E-6FC6-4161-8007-FE29DDA15418}" type="presParOf" srcId="{038B2C8C-375F-4AB3-A8D0-DFBDEABDA9B3}" destId="{2A9086DB-863E-4A0D-84B3-9702CC4C310A}" srcOrd="1" destOrd="0" presId="urn:microsoft.com/office/officeart/2005/8/layout/list1"/>
    <dgm:cxn modelId="{3C7476B0-D53C-4790-A277-4F4071D6EF25}" type="presParOf" srcId="{B5FAD9FE-5B61-46E1-922E-B13E79197AAC}" destId="{53615125-42FD-401E-AA49-02FBDA647316}" srcOrd="5" destOrd="0" presId="urn:microsoft.com/office/officeart/2005/8/layout/list1"/>
    <dgm:cxn modelId="{09C1DAC7-2C31-47B0-97D8-C94108269211}" type="presParOf" srcId="{B5FAD9FE-5B61-46E1-922E-B13E79197AAC}" destId="{8D8740EB-50B9-4A3E-A3E1-7B59661C79EF}" srcOrd="6" destOrd="0" presId="urn:microsoft.com/office/officeart/2005/8/layout/list1"/>
    <dgm:cxn modelId="{BCD0669B-1C6F-4591-9ECF-51422E057DD5}" type="presParOf" srcId="{B5FAD9FE-5B61-46E1-922E-B13E79197AAC}" destId="{3747462C-23CA-4705-AC9D-D95C53FA9293}" srcOrd="7" destOrd="0" presId="urn:microsoft.com/office/officeart/2005/8/layout/list1"/>
    <dgm:cxn modelId="{1508882E-814D-4B28-8FFA-F56F62F00C23}" type="presParOf" srcId="{B5FAD9FE-5B61-46E1-922E-B13E79197AAC}" destId="{D2A8942A-1CC0-4DB3-AE10-D187E8A3269A}" srcOrd="8" destOrd="0" presId="urn:microsoft.com/office/officeart/2005/8/layout/list1"/>
    <dgm:cxn modelId="{8910F683-A361-4D31-9632-C12955260541}" type="presParOf" srcId="{D2A8942A-1CC0-4DB3-AE10-D187E8A3269A}" destId="{DAAE32FC-EFCC-4873-B815-DF7198F205A6}" srcOrd="0" destOrd="0" presId="urn:microsoft.com/office/officeart/2005/8/layout/list1"/>
    <dgm:cxn modelId="{66A0F281-AA69-435D-9F03-C12FFE760D2E}" type="presParOf" srcId="{D2A8942A-1CC0-4DB3-AE10-D187E8A3269A}" destId="{51A2DF7A-C493-41CD-BA04-A62609D8D697}" srcOrd="1" destOrd="0" presId="urn:microsoft.com/office/officeart/2005/8/layout/list1"/>
    <dgm:cxn modelId="{97E460DB-7D2D-437F-9741-264FB3A20085}" type="presParOf" srcId="{B5FAD9FE-5B61-46E1-922E-B13E79197AAC}" destId="{F0CD40E3-2DB0-4B52-A6B5-D4FDB1CB98B3}" srcOrd="9" destOrd="0" presId="urn:microsoft.com/office/officeart/2005/8/layout/list1"/>
    <dgm:cxn modelId="{035C477E-1E91-4BA0-90F9-A89ACEC9E967}" type="presParOf" srcId="{B5FAD9FE-5B61-46E1-922E-B13E79197AAC}" destId="{B65261DA-880D-4B29-94C7-FB2E9B07DD4E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6.xml><?xml version="1.0" encoding="utf-8"?>
<dgm:dataModel xmlns:dgm="http://schemas.openxmlformats.org/drawingml/2006/diagram" xmlns:a="http://schemas.openxmlformats.org/drawingml/2006/main">
  <dgm:ptLst>
    <dgm:pt modelId="{110D3896-6525-4A1D-9FA2-7F443897917D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7BDCB4D0-0B55-4CAD-8D3C-C6CB536F91BC}">
      <dgm:prSet/>
      <dgm:spPr/>
      <dgm:t>
        <a:bodyPr/>
        <a:lstStyle/>
        <a:p>
          <a:r>
            <a:rPr lang="tr-TR" dirty="0" err="1"/>
            <a:t>Temporary</a:t>
          </a:r>
          <a:r>
            <a:rPr lang="tr-TR" dirty="0"/>
            <a:t> </a:t>
          </a:r>
          <a:r>
            <a:rPr lang="tr-TR" dirty="0" err="1"/>
            <a:t>inconsistency</a:t>
          </a:r>
          <a:endParaRPr lang="en-US" dirty="0"/>
        </a:p>
      </dgm:t>
    </dgm:pt>
    <dgm:pt modelId="{538C358B-EA1C-42AD-A585-44A2EF20570A}" type="parTrans" cxnId="{232DC49C-35DF-4C6F-BC54-2F404FE3374B}">
      <dgm:prSet/>
      <dgm:spPr/>
      <dgm:t>
        <a:bodyPr/>
        <a:lstStyle/>
        <a:p>
          <a:endParaRPr lang="en-US"/>
        </a:p>
      </dgm:t>
    </dgm:pt>
    <dgm:pt modelId="{C812DE69-503C-4631-8D99-CE478A447219}" type="sibTrans" cxnId="{232DC49C-35DF-4C6F-BC54-2F404FE3374B}">
      <dgm:prSet/>
      <dgm:spPr/>
      <dgm:t>
        <a:bodyPr/>
        <a:lstStyle/>
        <a:p>
          <a:endParaRPr lang="en-US"/>
        </a:p>
      </dgm:t>
    </dgm:pt>
    <dgm:pt modelId="{C9BA4063-A583-412D-818F-AA41950C5AC6}">
      <dgm:prSet/>
      <dgm:spPr/>
      <dgm:t>
        <a:bodyPr/>
        <a:lstStyle/>
        <a:p>
          <a:r>
            <a:rPr lang="tr-TR" dirty="0" err="1"/>
            <a:t>Transmission</a:t>
          </a:r>
          <a:r>
            <a:rPr lang="tr-TR" dirty="0"/>
            <a:t> </a:t>
          </a:r>
          <a:r>
            <a:rPr lang="tr-TR" dirty="0" err="1"/>
            <a:t>delays</a:t>
          </a:r>
          <a:endParaRPr lang="en-US" dirty="0"/>
        </a:p>
      </dgm:t>
    </dgm:pt>
    <dgm:pt modelId="{574AAB68-F20E-419B-AF20-B7A332BB0F82}" type="parTrans" cxnId="{A4F46BE4-78D6-4982-9177-A79D276E2739}">
      <dgm:prSet/>
      <dgm:spPr/>
      <dgm:t>
        <a:bodyPr/>
        <a:lstStyle/>
        <a:p>
          <a:endParaRPr lang="en-US"/>
        </a:p>
      </dgm:t>
    </dgm:pt>
    <dgm:pt modelId="{2BED9BE6-6D28-4334-B71A-BC80CCF3A564}" type="sibTrans" cxnId="{A4F46BE4-78D6-4982-9177-A79D276E2739}">
      <dgm:prSet/>
      <dgm:spPr/>
      <dgm:t>
        <a:bodyPr/>
        <a:lstStyle/>
        <a:p>
          <a:endParaRPr lang="en-US"/>
        </a:p>
      </dgm:t>
    </dgm:pt>
    <dgm:pt modelId="{FFACD04F-6207-4A76-A669-3782452D2ABC}">
      <dgm:prSet/>
      <dgm:spPr/>
      <dgm:t>
        <a:bodyPr/>
        <a:lstStyle/>
        <a:p>
          <a:r>
            <a:rPr lang="en-US" dirty="0"/>
            <a:t>occur as temporary inconsistencies</a:t>
          </a:r>
        </a:p>
      </dgm:t>
    </dgm:pt>
    <dgm:pt modelId="{72168A9B-65E3-446D-A092-4373845C0147}" type="parTrans" cxnId="{F6400D3A-33E7-4145-A4E2-651C3D499D1F}">
      <dgm:prSet/>
      <dgm:spPr/>
    </dgm:pt>
    <dgm:pt modelId="{E901FEDA-00D9-4C82-A16A-98EEE1EE70B2}" type="sibTrans" cxnId="{F6400D3A-33E7-4145-A4E2-651C3D499D1F}">
      <dgm:prSet/>
      <dgm:spPr/>
    </dgm:pt>
    <dgm:pt modelId="{E0FCD7C8-B9B4-468A-83B8-B134EC2A6B0B}">
      <dgm:prSet/>
      <dgm:spPr/>
      <dgm:t>
        <a:bodyPr/>
        <a:lstStyle/>
        <a:p>
          <a:r>
            <a:rPr lang="en-US"/>
            <a:t>between </a:t>
          </a:r>
          <a:r>
            <a:rPr lang="en-US" dirty="0"/>
            <a:t>versions</a:t>
          </a:r>
          <a:r>
            <a:rPr lang="tr-TR" dirty="0"/>
            <a:t> of </a:t>
          </a: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blockchain</a:t>
          </a:r>
          <a:endParaRPr lang="en-US" dirty="0"/>
        </a:p>
      </dgm:t>
    </dgm:pt>
    <dgm:pt modelId="{09B66254-91FA-4B07-A5DA-4DB1ABD9AF13}" type="parTrans" cxnId="{4DC20E30-D803-46F7-AAD2-C4394FA82920}">
      <dgm:prSet/>
      <dgm:spPr/>
    </dgm:pt>
    <dgm:pt modelId="{EE78605B-81A8-4E00-B638-AB7CEE6EE14B}" type="sibTrans" cxnId="{4DC20E30-D803-46F7-AAD2-C4394FA82920}">
      <dgm:prSet/>
      <dgm:spPr/>
    </dgm:pt>
    <dgm:pt modelId="{DD6A15C4-14F5-4F03-BC31-DA432D6B0720}">
      <dgm:prSet/>
      <dgm:spPr/>
      <dgm:t>
        <a:bodyPr/>
        <a:lstStyle/>
        <a:p>
          <a:r>
            <a:rPr lang="tr-TR" dirty="0" err="1"/>
            <a:t>occur</a:t>
          </a:r>
          <a:r>
            <a:rPr lang="tr-TR" dirty="0"/>
            <a:t> </a:t>
          </a:r>
          <a:r>
            <a:rPr lang="tr-TR" dirty="0" err="1"/>
            <a:t>naturally</a:t>
          </a:r>
          <a:r>
            <a:rPr lang="tr-TR" dirty="0"/>
            <a:t> as a </a:t>
          </a:r>
          <a:r>
            <a:rPr lang="en-US" dirty="0"/>
            <a:t>result of</a:t>
          </a:r>
        </a:p>
      </dgm:t>
    </dgm:pt>
    <dgm:pt modelId="{737B2B99-07BA-4B06-A3A9-5C6DCFA2C46B}" type="parTrans" cxnId="{D56D97D2-ABBE-4EFD-9B32-8DEF30994F25}">
      <dgm:prSet/>
      <dgm:spPr/>
    </dgm:pt>
    <dgm:pt modelId="{7A9A2F37-AE48-4790-993E-52E2BC8F9433}" type="sibTrans" cxnId="{D56D97D2-ABBE-4EFD-9B32-8DEF30994F25}">
      <dgm:prSet/>
      <dgm:spPr/>
    </dgm:pt>
    <dgm:pt modelId="{BA4C2A7B-3CEA-4348-80A8-5C134A8E0707}">
      <dgm:prSet/>
      <dgm:spPr/>
      <dgm:t>
        <a:bodyPr/>
        <a:lstStyle/>
        <a:p>
          <a:r>
            <a:rPr lang="en-US" dirty="0"/>
            <a:t>transmission delays in the global network</a:t>
          </a:r>
        </a:p>
      </dgm:t>
    </dgm:pt>
    <dgm:pt modelId="{79F16C34-25C4-4664-B19E-87A525E4EA78}" type="parTrans" cxnId="{41B1A8F0-E579-412C-8587-0BF7CD7F2CD9}">
      <dgm:prSet/>
      <dgm:spPr/>
    </dgm:pt>
    <dgm:pt modelId="{A18CC510-50D9-4267-AB42-CA8C2EB8B244}" type="sibTrans" cxnId="{41B1A8F0-E579-412C-8587-0BF7CD7F2CD9}">
      <dgm:prSet/>
      <dgm:spPr/>
    </dgm:pt>
    <dgm:pt modelId="{497AE6F7-1EB9-4295-8035-5F56C375D701}" type="pres">
      <dgm:prSet presAssocID="{110D3896-6525-4A1D-9FA2-7F443897917D}" presName="linear" presStyleCnt="0">
        <dgm:presLayoutVars>
          <dgm:dir/>
          <dgm:animLvl val="lvl"/>
          <dgm:resizeHandles val="exact"/>
        </dgm:presLayoutVars>
      </dgm:prSet>
      <dgm:spPr/>
    </dgm:pt>
    <dgm:pt modelId="{2C939DDB-3D00-4968-909E-79F6F90B7A4B}" type="pres">
      <dgm:prSet presAssocID="{7BDCB4D0-0B55-4CAD-8D3C-C6CB536F91BC}" presName="parentLin" presStyleCnt="0"/>
      <dgm:spPr/>
    </dgm:pt>
    <dgm:pt modelId="{64477CF5-F9D2-43C4-AA6C-428A8C358BC0}" type="pres">
      <dgm:prSet presAssocID="{7BDCB4D0-0B55-4CAD-8D3C-C6CB536F91BC}" presName="parentLeftMargin" presStyleLbl="node1" presStyleIdx="0" presStyleCnt="2"/>
      <dgm:spPr/>
    </dgm:pt>
    <dgm:pt modelId="{5161656C-C2A5-4F5F-BA4E-63C12CF223EA}" type="pres">
      <dgm:prSet presAssocID="{7BDCB4D0-0B55-4CAD-8D3C-C6CB536F91BC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7FBB1F11-DA88-45A4-81BC-DCB34FFCB83D}" type="pres">
      <dgm:prSet presAssocID="{7BDCB4D0-0B55-4CAD-8D3C-C6CB536F91BC}" presName="negativeSpace" presStyleCnt="0"/>
      <dgm:spPr/>
    </dgm:pt>
    <dgm:pt modelId="{EC6DFEC8-8B7C-4A93-B196-939BDE82A55D}" type="pres">
      <dgm:prSet presAssocID="{7BDCB4D0-0B55-4CAD-8D3C-C6CB536F91BC}" presName="childText" presStyleLbl="conFgAcc1" presStyleIdx="0" presStyleCnt="2">
        <dgm:presLayoutVars>
          <dgm:bulletEnabled val="1"/>
        </dgm:presLayoutVars>
      </dgm:prSet>
      <dgm:spPr/>
    </dgm:pt>
    <dgm:pt modelId="{A7670367-B926-4DC4-99C1-D89BC06A73D6}" type="pres">
      <dgm:prSet presAssocID="{C812DE69-503C-4631-8D99-CE478A447219}" presName="spaceBetweenRectangles" presStyleCnt="0"/>
      <dgm:spPr/>
    </dgm:pt>
    <dgm:pt modelId="{54854895-38F2-4F29-8B6E-9B96EE4741C5}" type="pres">
      <dgm:prSet presAssocID="{C9BA4063-A583-412D-818F-AA41950C5AC6}" presName="parentLin" presStyleCnt="0"/>
      <dgm:spPr/>
    </dgm:pt>
    <dgm:pt modelId="{B5423572-FE1E-4E17-AB50-37120B235C2F}" type="pres">
      <dgm:prSet presAssocID="{C9BA4063-A583-412D-818F-AA41950C5AC6}" presName="parentLeftMargin" presStyleLbl="node1" presStyleIdx="0" presStyleCnt="2"/>
      <dgm:spPr/>
    </dgm:pt>
    <dgm:pt modelId="{85631E92-4290-4456-BD1F-4B642092CC5B}" type="pres">
      <dgm:prSet presAssocID="{C9BA4063-A583-412D-818F-AA41950C5AC6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F7015930-E28A-4400-9B18-B5A043FA4B8F}" type="pres">
      <dgm:prSet presAssocID="{C9BA4063-A583-412D-818F-AA41950C5AC6}" presName="negativeSpace" presStyleCnt="0"/>
      <dgm:spPr/>
    </dgm:pt>
    <dgm:pt modelId="{96D17DB9-AA99-4338-A86C-FFD93C4AAA80}" type="pres">
      <dgm:prSet presAssocID="{C9BA4063-A583-412D-818F-AA41950C5AC6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D1207E1C-8516-43B7-99A6-3DB60FB441A1}" type="presOf" srcId="{7BDCB4D0-0B55-4CAD-8D3C-C6CB536F91BC}" destId="{5161656C-C2A5-4F5F-BA4E-63C12CF223EA}" srcOrd="1" destOrd="0" presId="urn:microsoft.com/office/officeart/2005/8/layout/list1"/>
    <dgm:cxn modelId="{4DC20E30-D803-46F7-AAD2-C4394FA82920}" srcId="{7BDCB4D0-0B55-4CAD-8D3C-C6CB536F91BC}" destId="{E0FCD7C8-B9B4-468A-83B8-B134EC2A6B0B}" srcOrd="1" destOrd="0" parTransId="{09B66254-91FA-4B07-A5DA-4DB1ABD9AF13}" sibTransId="{EE78605B-81A8-4E00-B638-AB7CEE6EE14B}"/>
    <dgm:cxn modelId="{F6400D3A-33E7-4145-A4E2-651C3D499D1F}" srcId="{7BDCB4D0-0B55-4CAD-8D3C-C6CB536F91BC}" destId="{FFACD04F-6207-4A76-A669-3782452D2ABC}" srcOrd="0" destOrd="0" parTransId="{72168A9B-65E3-446D-A092-4373845C0147}" sibTransId="{E901FEDA-00D9-4C82-A16A-98EEE1EE70B2}"/>
    <dgm:cxn modelId="{08E3405C-CA2B-4882-88FF-CAA0C2E9EDB1}" type="presOf" srcId="{C9BA4063-A583-412D-818F-AA41950C5AC6}" destId="{B5423572-FE1E-4E17-AB50-37120B235C2F}" srcOrd="0" destOrd="0" presId="urn:microsoft.com/office/officeart/2005/8/layout/list1"/>
    <dgm:cxn modelId="{21F14F46-FD3A-4BB2-AFE7-6C5DB039B0CC}" type="presOf" srcId="{DD6A15C4-14F5-4F03-BC31-DA432D6B0720}" destId="{96D17DB9-AA99-4338-A86C-FFD93C4AAA80}" srcOrd="0" destOrd="0" presId="urn:microsoft.com/office/officeart/2005/8/layout/list1"/>
    <dgm:cxn modelId="{8DAC8047-A959-4564-AF9A-A217C978903F}" type="presOf" srcId="{BA4C2A7B-3CEA-4348-80A8-5C134A8E0707}" destId="{96D17DB9-AA99-4338-A86C-FFD93C4AAA80}" srcOrd="0" destOrd="1" presId="urn:microsoft.com/office/officeart/2005/8/layout/list1"/>
    <dgm:cxn modelId="{26D8C182-FC38-4F2F-93D4-94731A83723D}" type="presOf" srcId="{7BDCB4D0-0B55-4CAD-8D3C-C6CB536F91BC}" destId="{64477CF5-F9D2-43C4-AA6C-428A8C358BC0}" srcOrd="0" destOrd="0" presId="urn:microsoft.com/office/officeart/2005/8/layout/list1"/>
    <dgm:cxn modelId="{232DC49C-35DF-4C6F-BC54-2F404FE3374B}" srcId="{110D3896-6525-4A1D-9FA2-7F443897917D}" destId="{7BDCB4D0-0B55-4CAD-8D3C-C6CB536F91BC}" srcOrd="0" destOrd="0" parTransId="{538C358B-EA1C-42AD-A585-44A2EF20570A}" sibTransId="{C812DE69-503C-4631-8D99-CE478A447219}"/>
    <dgm:cxn modelId="{CEECB3BA-2BA0-4248-8C7E-19DEE7B291BC}" type="presOf" srcId="{FFACD04F-6207-4A76-A669-3782452D2ABC}" destId="{EC6DFEC8-8B7C-4A93-B196-939BDE82A55D}" srcOrd="0" destOrd="0" presId="urn:microsoft.com/office/officeart/2005/8/layout/list1"/>
    <dgm:cxn modelId="{D56D97D2-ABBE-4EFD-9B32-8DEF30994F25}" srcId="{C9BA4063-A583-412D-818F-AA41950C5AC6}" destId="{DD6A15C4-14F5-4F03-BC31-DA432D6B0720}" srcOrd="0" destOrd="0" parTransId="{737B2B99-07BA-4B06-A3A9-5C6DCFA2C46B}" sibTransId="{7A9A2F37-AE48-4790-993E-52E2BC8F9433}"/>
    <dgm:cxn modelId="{77AEFBDF-D72D-448F-A97E-E38F70C8562C}" type="presOf" srcId="{110D3896-6525-4A1D-9FA2-7F443897917D}" destId="{497AE6F7-1EB9-4295-8035-5F56C375D701}" srcOrd="0" destOrd="0" presId="urn:microsoft.com/office/officeart/2005/8/layout/list1"/>
    <dgm:cxn modelId="{B392E5E1-07F3-46CE-AF2E-2CEA72946E0E}" type="presOf" srcId="{E0FCD7C8-B9B4-468A-83B8-B134EC2A6B0B}" destId="{EC6DFEC8-8B7C-4A93-B196-939BDE82A55D}" srcOrd="0" destOrd="1" presId="urn:microsoft.com/office/officeart/2005/8/layout/list1"/>
    <dgm:cxn modelId="{A4F46BE4-78D6-4982-9177-A79D276E2739}" srcId="{110D3896-6525-4A1D-9FA2-7F443897917D}" destId="{C9BA4063-A583-412D-818F-AA41950C5AC6}" srcOrd="1" destOrd="0" parTransId="{574AAB68-F20E-419B-AF20-B7A332BB0F82}" sibTransId="{2BED9BE6-6D28-4334-B71A-BC80CCF3A564}"/>
    <dgm:cxn modelId="{41B1A8F0-E579-412C-8587-0BF7CD7F2CD9}" srcId="{C9BA4063-A583-412D-818F-AA41950C5AC6}" destId="{BA4C2A7B-3CEA-4348-80A8-5C134A8E0707}" srcOrd="1" destOrd="0" parTransId="{79F16C34-25C4-4664-B19E-87A525E4EA78}" sibTransId="{A18CC510-50D9-4267-AB42-CA8C2EB8B244}"/>
    <dgm:cxn modelId="{74BBF9F0-9116-4D53-BD9E-F71B1E467EA4}" type="presOf" srcId="{C9BA4063-A583-412D-818F-AA41950C5AC6}" destId="{85631E92-4290-4456-BD1F-4B642092CC5B}" srcOrd="1" destOrd="0" presId="urn:microsoft.com/office/officeart/2005/8/layout/list1"/>
    <dgm:cxn modelId="{E3683C9B-A1F4-43C8-AFFC-5BDCFA75780A}" type="presParOf" srcId="{497AE6F7-1EB9-4295-8035-5F56C375D701}" destId="{2C939DDB-3D00-4968-909E-79F6F90B7A4B}" srcOrd="0" destOrd="0" presId="urn:microsoft.com/office/officeart/2005/8/layout/list1"/>
    <dgm:cxn modelId="{48367397-B5CF-46B2-A080-32A2B58D00A6}" type="presParOf" srcId="{2C939DDB-3D00-4968-909E-79F6F90B7A4B}" destId="{64477CF5-F9D2-43C4-AA6C-428A8C358BC0}" srcOrd="0" destOrd="0" presId="urn:microsoft.com/office/officeart/2005/8/layout/list1"/>
    <dgm:cxn modelId="{04E488F3-1106-4F1F-91E1-8A21228A5313}" type="presParOf" srcId="{2C939DDB-3D00-4968-909E-79F6F90B7A4B}" destId="{5161656C-C2A5-4F5F-BA4E-63C12CF223EA}" srcOrd="1" destOrd="0" presId="urn:microsoft.com/office/officeart/2005/8/layout/list1"/>
    <dgm:cxn modelId="{3E579854-51D3-44A6-97FC-2963C2D227FB}" type="presParOf" srcId="{497AE6F7-1EB9-4295-8035-5F56C375D701}" destId="{7FBB1F11-DA88-45A4-81BC-DCB34FFCB83D}" srcOrd="1" destOrd="0" presId="urn:microsoft.com/office/officeart/2005/8/layout/list1"/>
    <dgm:cxn modelId="{93B456AF-D2DB-446C-BC9E-1393CD5F358A}" type="presParOf" srcId="{497AE6F7-1EB9-4295-8035-5F56C375D701}" destId="{EC6DFEC8-8B7C-4A93-B196-939BDE82A55D}" srcOrd="2" destOrd="0" presId="urn:microsoft.com/office/officeart/2005/8/layout/list1"/>
    <dgm:cxn modelId="{A7F7A03D-01B3-4A82-83DD-94B1FAC4EC21}" type="presParOf" srcId="{497AE6F7-1EB9-4295-8035-5F56C375D701}" destId="{A7670367-B926-4DC4-99C1-D89BC06A73D6}" srcOrd="3" destOrd="0" presId="urn:microsoft.com/office/officeart/2005/8/layout/list1"/>
    <dgm:cxn modelId="{815608FF-2910-4FD5-9FD1-B04DD919A350}" type="presParOf" srcId="{497AE6F7-1EB9-4295-8035-5F56C375D701}" destId="{54854895-38F2-4F29-8B6E-9B96EE4741C5}" srcOrd="4" destOrd="0" presId="urn:microsoft.com/office/officeart/2005/8/layout/list1"/>
    <dgm:cxn modelId="{9F9A759C-EBBD-4AFA-84AF-D23C1FB6B833}" type="presParOf" srcId="{54854895-38F2-4F29-8B6E-9B96EE4741C5}" destId="{B5423572-FE1E-4E17-AB50-37120B235C2F}" srcOrd="0" destOrd="0" presId="urn:microsoft.com/office/officeart/2005/8/layout/list1"/>
    <dgm:cxn modelId="{00E8C0F0-68E2-49F4-A1F2-AB3FB3D6D9F3}" type="presParOf" srcId="{54854895-38F2-4F29-8B6E-9B96EE4741C5}" destId="{85631E92-4290-4456-BD1F-4B642092CC5B}" srcOrd="1" destOrd="0" presId="urn:microsoft.com/office/officeart/2005/8/layout/list1"/>
    <dgm:cxn modelId="{9A5EF3A6-AC80-4F5D-84C1-E842D5C74D65}" type="presParOf" srcId="{497AE6F7-1EB9-4295-8035-5F56C375D701}" destId="{F7015930-E28A-4400-9B18-B5A043FA4B8F}" srcOrd="5" destOrd="0" presId="urn:microsoft.com/office/officeart/2005/8/layout/list1"/>
    <dgm:cxn modelId="{635A31C4-4F27-4D66-8F7B-1C5B207AA295}" type="presParOf" srcId="{497AE6F7-1EB9-4295-8035-5F56C375D701}" destId="{96D17DB9-AA99-4338-A86C-FFD93C4AAA80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77.xml><?xml version="1.0" encoding="utf-8"?>
<dgm:dataModel xmlns:dgm="http://schemas.openxmlformats.org/drawingml/2006/diagram" xmlns:a="http://schemas.openxmlformats.org/drawingml/2006/main">
  <dgm:ptLst>
    <dgm:pt modelId="{110D3896-6525-4A1D-9FA2-7F443897917D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66A1DF36-6A0F-4A20-868F-446B466DD1AC}">
      <dgm:prSet/>
      <dgm:spPr/>
      <dgm:t>
        <a:bodyPr/>
        <a:lstStyle/>
        <a:p>
          <a:r>
            <a:rPr lang="tr-TR" dirty="0" err="1"/>
            <a:t>Simultaneous</a:t>
          </a:r>
          <a:r>
            <a:rPr lang="tr-TR" dirty="0"/>
            <a:t> </a:t>
          </a:r>
          <a:r>
            <a:rPr lang="tr-TR" dirty="0" err="1"/>
            <a:t>solutions</a:t>
          </a:r>
          <a:endParaRPr lang="en-US" dirty="0"/>
        </a:p>
      </dgm:t>
    </dgm:pt>
    <dgm:pt modelId="{CFCECC75-EB19-4782-91FC-90598649BF19}" type="parTrans" cxnId="{78C4C00B-2D81-40CB-945D-778FED65C369}">
      <dgm:prSet/>
      <dgm:spPr/>
      <dgm:t>
        <a:bodyPr/>
        <a:lstStyle/>
        <a:p>
          <a:endParaRPr lang="en-US"/>
        </a:p>
      </dgm:t>
    </dgm:pt>
    <dgm:pt modelId="{638F61D9-F1A7-4DD2-86CE-B7E90C9529F1}" type="sibTrans" cxnId="{78C4C00B-2D81-40CB-945D-778FED65C369}">
      <dgm:prSet/>
      <dgm:spPr/>
      <dgm:t>
        <a:bodyPr/>
        <a:lstStyle/>
        <a:p>
          <a:endParaRPr lang="en-US"/>
        </a:p>
      </dgm:t>
    </dgm:pt>
    <dgm:pt modelId="{C2E8F91A-57F5-4249-A237-A6874D90C589}">
      <dgm:prSet/>
      <dgm:spPr/>
      <dgm:t>
        <a:bodyPr/>
        <a:lstStyle/>
        <a:p>
          <a:r>
            <a:rPr lang="tr-TR" dirty="0" err="1"/>
            <a:t>Multiple</a:t>
          </a:r>
          <a:r>
            <a:rPr lang="tr-TR" dirty="0"/>
            <a:t> </a:t>
          </a:r>
          <a:r>
            <a:rPr lang="tr-TR" dirty="0" err="1"/>
            <a:t>chains</a:t>
          </a:r>
          <a:endParaRPr lang="en-US" dirty="0"/>
        </a:p>
      </dgm:t>
    </dgm:pt>
    <dgm:pt modelId="{BD92FB79-722C-4923-A7F7-F87D39F4DB91}" type="parTrans" cxnId="{4F4C8023-FB4E-4DE8-A9B4-589481AE474F}">
      <dgm:prSet/>
      <dgm:spPr/>
      <dgm:t>
        <a:bodyPr/>
        <a:lstStyle/>
        <a:p>
          <a:endParaRPr lang="en-US"/>
        </a:p>
      </dgm:t>
    </dgm:pt>
    <dgm:pt modelId="{96846EA4-9401-4ADF-B2E6-9E7FE3FA92BF}" type="sibTrans" cxnId="{4F4C8023-FB4E-4DE8-A9B4-589481AE474F}">
      <dgm:prSet/>
      <dgm:spPr/>
      <dgm:t>
        <a:bodyPr/>
        <a:lstStyle/>
        <a:p>
          <a:endParaRPr lang="en-US"/>
        </a:p>
      </dgm:t>
    </dgm:pt>
    <dgm:pt modelId="{4C9C0D3B-70F1-413B-B893-18D8142DD016}">
      <dgm:prSet/>
      <dgm:spPr/>
      <dgm:t>
        <a:bodyPr/>
        <a:lstStyle/>
        <a:p>
          <a:r>
            <a:rPr lang="tr-TR"/>
            <a:t>They are connected to secondary chain</a:t>
          </a:r>
          <a:endParaRPr lang="en-US"/>
        </a:p>
      </dgm:t>
    </dgm:pt>
    <dgm:pt modelId="{7727D995-1A75-48B6-BEB7-CBCA27726C24}" type="parTrans" cxnId="{92C966DC-467A-4B79-87B6-8945BB7D5AB9}">
      <dgm:prSet/>
      <dgm:spPr/>
      <dgm:t>
        <a:bodyPr/>
        <a:lstStyle/>
        <a:p>
          <a:endParaRPr lang="en-US"/>
        </a:p>
      </dgm:t>
    </dgm:pt>
    <dgm:pt modelId="{2E94DB84-8817-49FF-8958-0E6B07E56AF5}" type="sibTrans" cxnId="{92C966DC-467A-4B79-87B6-8945BB7D5AB9}">
      <dgm:prSet/>
      <dgm:spPr/>
      <dgm:t>
        <a:bodyPr/>
        <a:lstStyle/>
        <a:p>
          <a:endParaRPr lang="en-US"/>
        </a:p>
      </dgm:t>
    </dgm:pt>
    <dgm:pt modelId="{59E24D80-AC5E-4B87-8188-5A3393823955}">
      <dgm:prSet/>
      <dgm:spPr/>
      <dgm:t>
        <a:bodyPr/>
        <a:lstStyle/>
        <a:p>
          <a:r>
            <a:rPr lang="tr-TR" dirty="0" err="1"/>
            <a:t>Happens</a:t>
          </a:r>
          <a:r>
            <a:rPr lang="tr-TR" dirty="0"/>
            <a:t> </a:t>
          </a:r>
          <a:r>
            <a:rPr lang="tr-TR" dirty="0" err="1"/>
            <a:t>when</a:t>
          </a:r>
          <a:r>
            <a:rPr lang="tr-TR" dirty="0"/>
            <a:t> </a:t>
          </a:r>
          <a:r>
            <a:rPr lang="tr-TR" dirty="0" err="1"/>
            <a:t>two</a:t>
          </a:r>
          <a:r>
            <a:rPr lang="tr-TR" dirty="0"/>
            <a:t> </a:t>
          </a:r>
          <a:r>
            <a:rPr lang="tr-TR" dirty="0" err="1"/>
            <a:t>distant</a:t>
          </a:r>
          <a:r>
            <a:rPr lang="tr-TR" dirty="0"/>
            <a:t> </a:t>
          </a:r>
          <a:r>
            <a:rPr lang="tr-TR" dirty="0" err="1"/>
            <a:t>miners</a:t>
          </a:r>
          <a:endParaRPr lang="en-US" dirty="0"/>
        </a:p>
      </dgm:t>
    </dgm:pt>
    <dgm:pt modelId="{8FC8C93A-36A6-4B4C-96A1-D0EDBA2128DA}" type="parTrans" cxnId="{8914FED4-3E4F-443D-B29A-85734D1EB430}">
      <dgm:prSet/>
      <dgm:spPr/>
    </dgm:pt>
    <dgm:pt modelId="{A9E0500D-CA46-4C85-A2D4-D65F5ACAAB6D}" type="sibTrans" cxnId="{8914FED4-3E4F-443D-B29A-85734D1EB430}">
      <dgm:prSet/>
      <dgm:spPr/>
    </dgm:pt>
    <dgm:pt modelId="{8867430F-64A1-4C0B-8CE3-518F6F841293}">
      <dgm:prSet/>
      <dgm:spPr/>
      <dgm:t>
        <a:bodyPr/>
        <a:lstStyle/>
        <a:p>
          <a:r>
            <a:rPr lang="tr-TR" dirty="0" err="1"/>
            <a:t>simultaneously</a:t>
          </a:r>
          <a:r>
            <a:rPr lang="tr-TR" dirty="0"/>
            <a:t> </a:t>
          </a:r>
          <a:r>
            <a:rPr lang="tr-TR" dirty="0" err="1"/>
            <a:t>solve</a:t>
          </a:r>
          <a:r>
            <a:rPr lang="tr-TR" dirty="0"/>
            <a:t> </a:t>
          </a:r>
          <a:r>
            <a:rPr lang="tr-TR" dirty="0" err="1"/>
            <a:t>different</a:t>
          </a:r>
          <a:r>
            <a:rPr lang="tr-TR" dirty="0"/>
            <a:t> </a:t>
          </a:r>
          <a:r>
            <a:rPr lang="tr-TR" dirty="0" err="1"/>
            <a:t>candidate</a:t>
          </a:r>
          <a:r>
            <a:rPr lang="tr-TR" dirty="0"/>
            <a:t> </a:t>
          </a:r>
          <a:r>
            <a:rPr lang="tr-TR" dirty="0" err="1"/>
            <a:t>blocks</a:t>
          </a:r>
          <a:endParaRPr lang="en-US" dirty="0"/>
        </a:p>
      </dgm:t>
    </dgm:pt>
    <dgm:pt modelId="{91A52E03-D7DF-44FE-8B1F-807850AB3094}" type="parTrans" cxnId="{57CB1478-CEE0-4F55-8C05-C252950D05F3}">
      <dgm:prSet/>
      <dgm:spPr/>
    </dgm:pt>
    <dgm:pt modelId="{65C1FDA4-14B3-415D-9311-1F2CFD99D171}" type="sibTrans" cxnId="{57CB1478-CEE0-4F55-8C05-C252950D05F3}">
      <dgm:prSet/>
      <dgm:spPr/>
    </dgm:pt>
    <dgm:pt modelId="{F765B18B-7000-426B-B1C0-34BA5FEBD8AA}">
      <dgm:prSet/>
      <dgm:spPr/>
      <dgm:t>
        <a:bodyPr/>
        <a:lstStyle/>
        <a:p>
          <a:r>
            <a:rPr lang="tr-TR"/>
            <a:t>If </a:t>
          </a:r>
          <a:r>
            <a:rPr lang="tr-TR" dirty="0" err="1"/>
            <a:t>arriving</a:t>
          </a:r>
          <a:r>
            <a:rPr lang="tr-TR" dirty="0"/>
            <a:t> </a:t>
          </a:r>
          <a:r>
            <a:rPr lang="tr-TR" dirty="0" err="1"/>
            <a:t>block’s</a:t>
          </a:r>
          <a:r>
            <a:rPr lang="tr-TR" dirty="0"/>
            <a:t> </a:t>
          </a:r>
          <a:r>
            <a:rPr lang="tr-TR" dirty="0" err="1"/>
            <a:t>parent</a:t>
          </a:r>
          <a:r>
            <a:rPr lang="tr-TR" dirty="0"/>
            <a:t> has </a:t>
          </a:r>
          <a:r>
            <a:rPr lang="tr-TR" dirty="0" err="1"/>
            <a:t>another</a:t>
          </a:r>
          <a:r>
            <a:rPr lang="tr-TR" dirty="0"/>
            <a:t> </a:t>
          </a:r>
          <a:r>
            <a:rPr lang="tr-TR" dirty="0" err="1"/>
            <a:t>child</a:t>
          </a:r>
          <a:endParaRPr lang="en-US" dirty="0"/>
        </a:p>
      </dgm:t>
    </dgm:pt>
    <dgm:pt modelId="{8EFCABA8-0630-4675-BA53-FA0B35E11DE3}" type="parTrans" cxnId="{A7A80852-638C-4F89-9016-15E0F1D0DD89}">
      <dgm:prSet/>
      <dgm:spPr/>
    </dgm:pt>
    <dgm:pt modelId="{A2025C77-090F-4ABA-B70F-4A9FC680C222}" type="sibTrans" cxnId="{A7A80852-638C-4F89-9016-15E0F1D0DD89}">
      <dgm:prSet/>
      <dgm:spPr/>
    </dgm:pt>
    <dgm:pt modelId="{73F27B85-C87F-4D62-B811-1F039E6B0030}" type="pres">
      <dgm:prSet presAssocID="{110D3896-6525-4A1D-9FA2-7F443897917D}" presName="linear" presStyleCnt="0">
        <dgm:presLayoutVars>
          <dgm:dir/>
          <dgm:animLvl val="lvl"/>
          <dgm:resizeHandles val="exact"/>
        </dgm:presLayoutVars>
      </dgm:prSet>
      <dgm:spPr/>
    </dgm:pt>
    <dgm:pt modelId="{064F5D68-270A-4280-9B93-9458DACC6BF8}" type="pres">
      <dgm:prSet presAssocID="{66A1DF36-6A0F-4A20-868F-446B466DD1AC}" presName="parentLin" presStyleCnt="0"/>
      <dgm:spPr/>
    </dgm:pt>
    <dgm:pt modelId="{0C3EA05F-BF27-49F1-933F-B3A5017C0741}" type="pres">
      <dgm:prSet presAssocID="{66A1DF36-6A0F-4A20-868F-446B466DD1AC}" presName="parentLeftMargin" presStyleLbl="node1" presStyleIdx="0" presStyleCnt="2"/>
      <dgm:spPr/>
    </dgm:pt>
    <dgm:pt modelId="{7B2E012E-E029-4A87-94D8-BDA6DE695A58}" type="pres">
      <dgm:prSet presAssocID="{66A1DF36-6A0F-4A20-868F-446B466DD1AC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BA0653EB-C6BA-460F-94DB-ACA2AE9E3B2F}" type="pres">
      <dgm:prSet presAssocID="{66A1DF36-6A0F-4A20-868F-446B466DD1AC}" presName="negativeSpace" presStyleCnt="0"/>
      <dgm:spPr/>
    </dgm:pt>
    <dgm:pt modelId="{558ACABD-E604-43A9-8A6B-6BC4F5813A37}" type="pres">
      <dgm:prSet presAssocID="{66A1DF36-6A0F-4A20-868F-446B466DD1AC}" presName="childText" presStyleLbl="conFgAcc1" presStyleIdx="0" presStyleCnt="2">
        <dgm:presLayoutVars>
          <dgm:bulletEnabled val="1"/>
        </dgm:presLayoutVars>
      </dgm:prSet>
      <dgm:spPr/>
    </dgm:pt>
    <dgm:pt modelId="{8D7DF3E7-1E70-4906-BB41-A43565DE4247}" type="pres">
      <dgm:prSet presAssocID="{638F61D9-F1A7-4DD2-86CE-B7E90C9529F1}" presName="spaceBetweenRectangles" presStyleCnt="0"/>
      <dgm:spPr/>
    </dgm:pt>
    <dgm:pt modelId="{0B9BECAA-ACDE-44BF-92D3-C3BACABE4A2C}" type="pres">
      <dgm:prSet presAssocID="{C2E8F91A-57F5-4249-A237-A6874D90C589}" presName="parentLin" presStyleCnt="0"/>
      <dgm:spPr/>
    </dgm:pt>
    <dgm:pt modelId="{14282241-37B9-4E54-955A-71F89FBADAD0}" type="pres">
      <dgm:prSet presAssocID="{C2E8F91A-57F5-4249-A237-A6874D90C589}" presName="parentLeftMargin" presStyleLbl="node1" presStyleIdx="0" presStyleCnt="2"/>
      <dgm:spPr/>
    </dgm:pt>
    <dgm:pt modelId="{29D1149E-05BB-4854-AD7A-8EDA397B3FDA}" type="pres">
      <dgm:prSet presAssocID="{C2E8F91A-57F5-4249-A237-A6874D90C589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40E7D034-BF3F-4F5C-B8F9-D65CB76B8E98}" type="pres">
      <dgm:prSet presAssocID="{C2E8F91A-57F5-4249-A237-A6874D90C589}" presName="negativeSpace" presStyleCnt="0"/>
      <dgm:spPr/>
    </dgm:pt>
    <dgm:pt modelId="{466A5383-D687-4E1B-9E30-A892AC21530D}" type="pres">
      <dgm:prSet presAssocID="{C2E8F91A-57F5-4249-A237-A6874D90C589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78C4C00B-2D81-40CB-945D-778FED65C369}" srcId="{110D3896-6525-4A1D-9FA2-7F443897917D}" destId="{66A1DF36-6A0F-4A20-868F-446B466DD1AC}" srcOrd="0" destOrd="0" parTransId="{CFCECC75-EB19-4782-91FC-90598649BF19}" sibTransId="{638F61D9-F1A7-4DD2-86CE-B7E90C9529F1}"/>
    <dgm:cxn modelId="{BD01480D-FD6D-4E2B-93B8-7112F046EB47}" type="presOf" srcId="{C2E8F91A-57F5-4249-A237-A6874D90C589}" destId="{29D1149E-05BB-4854-AD7A-8EDA397B3FDA}" srcOrd="1" destOrd="0" presId="urn:microsoft.com/office/officeart/2005/8/layout/list1"/>
    <dgm:cxn modelId="{4F4C8023-FB4E-4DE8-A9B4-589481AE474F}" srcId="{110D3896-6525-4A1D-9FA2-7F443897917D}" destId="{C2E8F91A-57F5-4249-A237-A6874D90C589}" srcOrd="1" destOrd="0" parTransId="{BD92FB79-722C-4923-A7F7-F87D39F4DB91}" sibTransId="{96846EA4-9401-4ADF-B2E6-9E7FE3FA92BF}"/>
    <dgm:cxn modelId="{C259782A-7BF2-4F3E-B7A1-75E19A5E2422}" type="presOf" srcId="{8867430F-64A1-4C0B-8CE3-518F6F841293}" destId="{558ACABD-E604-43A9-8A6B-6BC4F5813A37}" srcOrd="0" destOrd="1" presId="urn:microsoft.com/office/officeart/2005/8/layout/list1"/>
    <dgm:cxn modelId="{CCCA5549-ACE1-4038-BEA0-7ECFC4347860}" type="presOf" srcId="{F765B18B-7000-426B-B1C0-34BA5FEBD8AA}" destId="{466A5383-D687-4E1B-9E30-A892AC21530D}" srcOrd="0" destOrd="0" presId="urn:microsoft.com/office/officeart/2005/8/layout/list1"/>
    <dgm:cxn modelId="{6E4D9B6D-82F5-44F7-B722-871ED6D1AA84}" type="presOf" srcId="{66A1DF36-6A0F-4A20-868F-446B466DD1AC}" destId="{7B2E012E-E029-4A87-94D8-BDA6DE695A58}" srcOrd="1" destOrd="0" presId="urn:microsoft.com/office/officeart/2005/8/layout/list1"/>
    <dgm:cxn modelId="{A7A80852-638C-4F89-9016-15E0F1D0DD89}" srcId="{C2E8F91A-57F5-4249-A237-A6874D90C589}" destId="{F765B18B-7000-426B-B1C0-34BA5FEBD8AA}" srcOrd="0" destOrd="0" parTransId="{8EFCABA8-0630-4675-BA53-FA0B35E11DE3}" sibTransId="{A2025C77-090F-4ABA-B70F-4A9FC680C222}"/>
    <dgm:cxn modelId="{57CB1478-CEE0-4F55-8C05-C252950D05F3}" srcId="{66A1DF36-6A0F-4A20-868F-446B466DD1AC}" destId="{8867430F-64A1-4C0B-8CE3-518F6F841293}" srcOrd="1" destOrd="0" parTransId="{91A52E03-D7DF-44FE-8B1F-807850AB3094}" sibTransId="{65C1FDA4-14B3-415D-9311-1F2CFD99D171}"/>
    <dgm:cxn modelId="{18F8067E-C05C-47C0-9D15-B53C3B15F781}" type="presOf" srcId="{C2E8F91A-57F5-4249-A237-A6874D90C589}" destId="{14282241-37B9-4E54-955A-71F89FBADAD0}" srcOrd="0" destOrd="0" presId="urn:microsoft.com/office/officeart/2005/8/layout/list1"/>
    <dgm:cxn modelId="{228E9688-6130-416D-9AFA-E725989F7666}" type="presOf" srcId="{110D3896-6525-4A1D-9FA2-7F443897917D}" destId="{73F27B85-C87F-4D62-B811-1F039E6B0030}" srcOrd="0" destOrd="0" presId="urn:microsoft.com/office/officeart/2005/8/layout/list1"/>
    <dgm:cxn modelId="{EA3F8397-FAE1-4C4F-A322-66CC13BE9A87}" type="presOf" srcId="{66A1DF36-6A0F-4A20-868F-446B466DD1AC}" destId="{0C3EA05F-BF27-49F1-933F-B3A5017C0741}" srcOrd="0" destOrd="0" presId="urn:microsoft.com/office/officeart/2005/8/layout/list1"/>
    <dgm:cxn modelId="{8914FED4-3E4F-443D-B29A-85734D1EB430}" srcId="{66A1DF36-6A0F-4A20-868F-446B466DD1AC}" destId="{59E24D80-AC5E-4B87-8188-5A3393823955}" srcOrd="0" destOrd="0" parTransId="{8FC8C93A-36A6-4B4C-96A1-D0EDBA2128DA}" sibTransId="{A9E0500D-CA46-4C85-A2D4-D65F5ACAAB6D}"/>
    <dgm:cxn modelId="{92C966DC-467A-4B79-87B6-8945BB7D5AB9}" srcId="{C2E8F91A-57F5-4249-A237-A6874D90C589}" destId="{4C9C0D3B-70F1-413B-B893-18D8142DD016}" srcOrd="1" destOrd="0" parTransId="{7727D995-1A75-48B6-BEB7-CBCA27726C24}" sibTransId="{2E94DB84-8817-49FF-8958-0E6B07E56AF5}"/>
    <dgm:cxn modelId="{DB1C6DEF-147C-4E07-BADD-BA07E2656F48}" type="presOf" srcId="{59E24D80-AC5E-4B87-8188-5A3393823955}" destId="{558ACABD-E604-43A9-8A6B-6BC4F5813A37}" srcOrd="0" destOrd="0" presId="urn:microsoft.com/office/officeart/2005/8/layout/list1"/>
    <dgm:cxn modelId="{571DC9FF-410D-4362-84DE-0822022D46D6}" type="presOf" srcId="{4C9C0D3B-70F1-413B-B893-18D8142DD016}" destId="{466A5383-D687-4E1B-9E30-A892AC21530D}" srcOrd="0" destOrd="1" presId="urn:microsoft.com/office/officeart/2005/8/layout/list1"/>
    <dgm:cxn modelId="{5070E63D-6746-46A6-883E-A6D151707527}" type="presParOf" srcId="{73F27B85-C87F-4D62-B811-1F039E6B0030}" destId="{064F5D68-270A-4280-9B93-9458DACC6BF8}" srcOrd="0" destOrd="0" presId="urn:microsoft.com/office/officeart/2005/8/layout/list1"/>
    <dgm:cxn modelId="{77B8716B-878C-40C2-B206-A1BB2BB34F47}" type="presParOf" srcId="{064F5D68-270A-4280-9B93-9458DACC6BF8}" destId="{0C3EA05F-BF27-49F1-933F-B3A5017C0741}" srcOrd="0" destOrd="0" presId="urn:microsoft.com/office/officeart/2005/8/layout/list1"/>
    <dgm:cxn modelId="{DF51F62E-31AF-4F90-BCBD-E0B8298DA8E9}" type="presParOf" srcId="{064F5D68-270A-4280-9B93-9458DACC6BF8}" destId="{7B2E012E-E029-4A87-94D8-BDA6DE695A58}" srcOrd="1" destOrd="0" presId="urn:microsoft.com/office/officeart/2005/8/layout/list1"/>
    <dgm:cxn modelId="{7F50D793-18B2-404C-AAB1-C95304FFDCF0}" type="presParOf" srcId="{73F27B85-C87F-4D62-B811-1F039E6B0030}" destId="{BA0653EB-C6BA-460F-94DB-ACA2AE9E3B2F}" srcOrd="1" destOrd="0" presId="urn:microsoft.com/office/officeart/2005/8/layout/list1"/>
    <dgm:cxn modelId="{A79363C0-27A3-40DC-B23F-9DD4F0DA9410}" type="presParOf" srcId="{73F27B85-C87F-4D62-B811-1F039E6B0030}" destId="{558ACABD-E604-43A9-8A6B-6BC4F5813A37}" srcOrd="2" destOrd="0" presId="urn:microsoft.com/office/officeart/2005/8/layout/list1"/>
    <dgm:cxn modelId="{291C4586-19F0-45B3-8E7A-B88874484D9B}" type="presParOf" srcId="{73F27B85-C87F-4D62-B811-1F039E6B0030}" destId="{8D7DF3E7-1E70-4906-BB41-A43565DE4247}" srcOrd="3" destOrd="0" presId="urn:microsoft.com/office/officeart/2005/8/layout/list1"/>
    <dgm:cxn modelId="{C59C0BEA-D294-4035-B167-37FB1A2EC9A3}" type="presParOf" srcId="{73F27B85-C87F-4D62-B811-1F039E6B0030}" destId="{0B9BECAA-ACDE-44BF-92D3-C3BACABE4A2C}" srcOrd="4" destOrd="0" presId="urn:microsoft.com/office/officeart/2005/8/layout/list1"/>
    <dgm:cxn modelId="{DD381F9D-FCCC-4B61-B9E7-FA076E13BBF5}" type="presParOf" srcId="{0B9BECAA-ACDE-44BF-92D3-C3BACABE4A2C}" destId="{14282241-37B9-4E54-955A-71F89FBADAD0}" srcOrd="0" destOrd="0" presId="urn:microsoft.com/office/officeart/2005/8/layout/list1"/>
    <dgm:cxn modelId="{0FBB71AD-2EE2-4169-9AAB-CAA1657D60FE}" type="presParOf" srcId="{0B9BECAA-ACDE-44BF-92D3-C3BACABE4A2C}" destId="{29D1149E-05BB-4854-AD7A-8EDA397B3FDA}" srcOrd="1" destOrd="0" presId="urn:microsoft.com/office/officeart/2005/8/layout/list1"/>
    <dgm:cxn modelId="{CD22CE7B-A29A-48E9-8993-6F1E5E668F7B}" type="presParOf" srcId="{73F27B85-C87F-4D62-B811-1F039E6B0030}" destId="{40E7D034-BF3F-4F5C-B8F9-D65CB76B8E98}" srcOrd="5" destOrd="0" presId="urn:microsoft.com/office/officeart/2005/8/layout/list1"/>
    <dgm:cxn modelId="{35787485-5DD5-4886-85D9-33BE4D59E767}" type="presParOf" srcId="{73F27B85-C87F-4D62-B811-1F039E6B0030}" destId="{466A5383-D687-4E1B-9E30-A892AC21530D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78.xml><?xml version="1.0" encoding="utf-8"?>
<dgm:dataModel xmlns:dgm="http://schemas.openxmlformats.org/drawingml/2006/diagram" xmlns:a="http://schemas.openxmlformats.org/drawingml/2006/main">
  <dgm:ptLst>
    <dgm:pt modelId="{A0F9E33C-8214-4B6E-99DA-5591B5A0596E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52F948B8-3FE6-4177-82D6-A01032620BEC}">
      <dgm:prSet/>
      <dgm:spPr/>
      <dgm:t>
        <a:bodyPr/>
        <a:lstStyle/>
        <a:p>
          <a:r>
            <a:rPr lang="tr-TR"/>
            <a:t>Two simultanous blocks</a:t>
          </a:r>
          <a:endParaRPr lang="en-US"/>
        </a:p>
      </dgm:t>
    </dgm:pt>
    <dgm:pt modelId="{1DFFABC6-A804-4B84-AE69-E58EC6EF73C6}" type="parTrans" cxnId="{E25C949C-DAEB-4058-A77A-252B1A3EDEC0}">
      <dgm:prSet/>
      <dgm:spPr/>
      <dgm:t>
        <a:bodyPr/>
        <a:lstStyle/>
        <a:p>
          <a:endParaRPr lang="en-US"/>
        </a:p>
      </dgm:t>
    </dgm:pt>
    <dgm:pt modelId="{AC91C619-7CCF-480A-97FB-27ED15DD96B9}" type="sibTrans" cxnId="{E25C949C-DAEB-4058-A77A-252B1A3EDEC0}">
      <dgm:prSet/>
      <dgm:spPr/>
      <dgm:t>
        <a:bodyPr/>
        <a:lstStyle/>
        <a:p>
          <a:endParaRPr lang="en-US"/>
        </a:p>
      </dgm:t>
    </dgm:pt>
    <dgm:pt modelId="{7927D95C-5CFF-40F8-981E-5044CC9B7BC5}">
      <dgm:prSet/>
      <dgm:spPr/>
      <dgm:t>
        <a:bodyPr/>
        <a:lstStyle/>
        <a:p>
          <a:r>
            <a:rPr lang="tr-TR"/>
            <a:t>Two nodes mine two blocks simultanously</a:t>
          </a:r>
          <a:endParaRPr lang="en-US"/>
        </a:p>
      </dgm:t>
    </dgm:pt>
    <dgm:pt modelId="{DF92210C-B975-405C-8A0E-E3830ED547D4}" type="parTrans" cxnId="{EAC96F1E-6952-4996-86E8-DDEAE1EBE1A3}">
      <dgm:prSet/>
      <dgm:spPr/>
      <dgm:t>
        <a:bodyPr/>
        <a:lstStyle/>
        <a:p>
          <a:endParaRPr lang="en-US"/>
        </a:p>
      </dgm:t>
    </dgm:pt>
    <dgm:pt modelId="{4C938AD3-9DE6-4342-902B-F3593557558B}" type="sibTrans" cxnId="{EAC96F1E-6952-4996-86E8-DDEAE1EBE1A3}">
      <dgm:prSet/>
      <dgm:spPr/>
      <dgm:t>
        <a:bodyPr/>
        <a:lstStyle/>
        <a:p>
          <a:endParaRPr lang="en-US"/>
        </a:p>
      </dgm:t>
    </dgm:pt>
    <dgm:pt modelId="{6483FEBE-2EF6-4B37-8165-1C92246E393B}">
      <dgm:prSet/>
      <dgm:spPr/>
      <dgm:t>
        <a:bodyPr/>
        <a:lstStyle/>
        <a:p>
          <a:r>
            <a:rPr lang="tr-TR"/>
            <a:t>Two possible blocks are propagated</a:t>
          </a:r>
          <a:endParaRPr lang="en-US"/>
        </a:p>
      </dgm:t>
    </dgm:pt>
    <dgm:pt modelId="{D5807414-5D44-449E-AE9F-1A1A5FAE7BEF}" type="parTrans" cxnId="{8B77C8A5-93FA-4E75-854C-C23BCF360B23}">
      <dgm:prSet/>
      <dgm:spPr/>
      <dgm:t>
        <a:bodyPr/>
        <a:lstStyle/>
        <a:p>
          <a:endParaRPr lang="en-US"/>
        </a:p>
      </dgm:t>
    </dgm:pt>
    <dgm:pt modelId="{1844EC4F-CBC1-4275-8535-5E89313C5A5B}" type="sibTrans" cxnId="{8B77C8A5-93FA-4E75-854C-C23BCF360B23}">
      <dgm:prSet/>
      <dgm:spPr/>
      <dgm:t>
        <a:bodyPr/>
        <a:lstStyle/>
        <a:p>
          <a:endParaRPr lang="en-US"/>
        </a:p>
      </dgm:t>
    </dgm:pt>
    <dgm:pt modelId="{25599E2C-C689-4847-BE5A-A14C0F0F487F}">
      <dgm:prSet/>
      <dgm:spPr/>
      <dgm:t>
        <a:bodyPr/>
        <a:lstStyle/>
        <a:p>
          <a:r>
            <a:rPr lang="tr-TR"/>
            <a:t>Two Perspectives</a:t>
          </a:r>
          <a:endParaRPr lang="en-US"/>
        </a:p>
      </dgm:t>
    </dgm:pt>
    <dgm:pt modelId="{5129C444-17AD-4B6A-8501-08ADE252CFB5}" type="parTrans" cxnId="{D2E66942-63CE-4130-AA07-256DFCD17BF2}">
      <dgm:prSet/>
      <dgm:spPr/>
      <dgm:t>
        <a:bodyPr/>
        <a:lstStyle/>
        <a:p>
          <a:endParaRPr lang="en-US"/>
        </a:p>
      </dgm:t>
    </dgm:pt>
    <dgm:pt modelId="{842478FB-6724-436F-933A-B84F33E8941A}" type="sibTrans" cxnId="{D2E66942-63CE-4130-AA07-256DFCD17BF2}">
      <dgm:prSet/>
      <dgm:spPr/>
      <dgm:t>
        <a:bodyPr/>
        <a:lstStyle/>
        <a:p>
          <a:endParaRPr lang="en-US"/>
        </a:p>
      </dgm:t>
    </dgm:pt>
    <dgm:pt modelId="{B7247065-C214-4A18-933C-FF0758B887B3}">
      <dgm:prSet/>
      <dgm:spPr/>
      <dgm:t>
        <a:bodyPr/>
        <a:lstStyle/>
        <a:p>
          <a:r>
            <a:rPr lang="tr-TR"/>
            <a:t>Some part of network is unaware of the other block</a:t>
          </a:r>
          <a:endParaRPr lang="en-US"/>
        </a:p>
      </dgm:t>
    </dgm:pt>
    <dgm:pt modelId="{77B14337-FFC6-4D78-AE64-B72F73AF721E}" type="parTrans" cxnId="{DB80D57C-F39E-48DA-A739-FBDDDEFD7067}">
      <dgm:prSet/>
      <dgm:spPr/>
      <dgm:t>
        <a:bodyPr/>
        <a:lstStyle/>
        <a:p>
          <a:endParaRPr lang="en-US"/>
        </a:p>
      </dgm:t>
    </dgm:pt>
    <dgm:pt modelId="{8D02D6C5-6BB2-4B5A-8174-EE949F0FFE98}" type="sibTrans" cxnId="{DB80D57C-F39E-48DA-A739-FBDDDEFD7067}">
      <dgm:prSet/>
      <dgm:spPr/>
      <dgm:t>
        <a:bodyPr/>
        <a:lstStyle/>
        <a:p>
          <a:endParaRPr lang="en-US"/>
        </a:p>
      </dgm:t>
    </dgm:pt>
    <dgm:pt modelId="{C232CB15-05BF-4F94-A7D7-0C01310D33EF}" type="pres">
      <dgm:prSet presAssocID="{A0F9E33C-8214-4B6E-99DA-5591B5A0596E}" presName="linear" presStyleCnt="0">
        <dgm:presLayoutVars>
          <dgm:dir/>
          <dgm:animLvl val="lvl"/>
          <dgm:resizeHandles val="exact"/>
        </dgm:presLayoutVars>
      </dgm:prSet>
      <dgm:spPr/>
    </dgm:pt>
    <dgm:pt modelId="{E8D2498C-76D5-48DE-96DD-70B7C01FDC57}" type="pres">
      <dgm:prSet presAssocID="{52F948B8-3FE6-4177-82D6-A01032620BEC}" presName="parentLin" presStyleCnt="0"/>
      <dgm:spPr/>
    </dgm:pt>
    <dgm:pt modelId="{C4E2E259-FDA0-4D0E-A946-C6A55018915D}" type="pres">
      <dgm:prSet presAssocID="{52F948B8-3FE6-4177-82D6-A01032620BEC}" presName="parentLeftMargin" presStyleLbl="node1" presStyleIdx="0" presStyleCnt="2"/>
      <dgm:spPr/>
    </dgm:pt>
    <dgm:pt modelId="{4156D559-C3B8-4952-8DF9-495EEEC518C1}" type="pres">
      <dgm:prSet presAssocID="{52F948B8-3FE6-4177-82D6-A01032620BEC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9BE15FF3-4C13-49D5-9CC3-FA5FEFDFFD0B}" type="pres">
      <dgm:prSet presAssocID="{52F948B8-3FE6-4177-82D6-A01032620BEC}" presName="negativeSpace" presStyleCnt="0"/>
      <dgm:spPr/>
    </dgm:pt>
    <dgm:pt modelId="{39A59144-D1F1-4517-AD39-CFCD371D890F}" type="pres">
      <dgm:prSet presAssocID="{52F948B8-3FE6-4177-82D6-A01032620BEC}" presName="childText" presStyleLbl="conFgAcc1" presStyleIdx="0" presStyleCnt="2">
        <dgm:presLayoutVars>
          <dgm:bulletEnabled val="1"/>
        </dgm:presLayoutVars>
      </dgm:prSet>
      <dgm:spPr/>
    </dgm:pt>
    <dgm:pt modelId="{ECF1C13E-9ACA-4B94-A453-B377AC1ACC55}" type="pres">
      <dgm:prSet presAssocID="{AC91C619-7CCF-480A-97FB-27ED15DD96B9}" presName="spaceBetweenRectangles" presStyleCnt="0"/>
      <dgm:spPr/>
    </dgm:pt>
    <dgm:pt modelId="{5BC1A452-B9A4-4760-90FA-0F3F8196246F}" type="pres">
      <dgm:prSet presAssocID="{25599E2C-C689-4847-BE5A-A14C0F0F487F}" presName="parentLin" presStyleCnt="0"/>
      <dgm:spPr/>
    </dgm:pt>
    <dgm:pt modelId="{6C76A73F-4D1D-4E67-9BDF-BDD084E5DE83}" type="pres">
      <dgm:prSet presAssocID="{25599E2C-C689-4847-BE5A-A14C0F0F487F}" presName="parentLeftMargin" presStyleLbl="node1" presStyleIdx="0" presStyleCnt="2"/>
      <dgm:spPr/>
    </dgm:pt>
    <dgm:pt modelId="{F31751F3-300D-40CA-8DD6-7B9320BD1A40}" type="pres">
      <dgm:prSet presAssocID="{25599E2C-C689-4847-BE5A-A14C0F0F487F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F0141B44-5D92-4D7D-8F72-0A7E18B24E79}" type="pres">
      <dgm:prSet presAssocID="{25599E2C-C689-4847-BE5A-A14C0F0F487F}" presName="negativeSpace" presStyleCnt="0"/>
      <dgm:spPr/>
    </dgm:pt>
    <dgm:pt modelId="{CFE6D60F-3FA8-41E6-AD30-0C9EDF01054C}" type="pres">
      <dgm:prSet presAssocID="{25599E2C-C689-4847-BE5A-A14C0F0F487F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7C6EC914-C8DF-4CF7-93B7-863908932AD5}" type="presOf" srcId="{7927D95C-5CFF-40F8-981E-5044CC9B7BC5}" destId="{39A59144-D1F1-4517-AD39-CFCD371D890F}" srcOrd="0" destOrd="0" presId="urn:microsoft.com/office/officeart/2005/8/layout/list1"/>
    <dgm:cxn modelId="{320D9F1A-336F-4E1F-91A0-3925152D9248}" type="presOf" srcId="{25599E2C-C689-4847-BE5A-A14C0F0F487F}" destId="{6C76A73F-4D1D-4E67-9BDF-BDD084E5DE83}" srcOrd="0" destOrd="0" presId="urn:microsoft.com/office/officeart/2005/8/layout/list1"/>
    <dgm:cxn modelId="{EAC96F1E-6952-4996-86E8-DDEAE1EBE1A3}" srcId="{52F948B8-3FE6-4177-82D6-A01032620BEC}" destId="{7927D95C-5CFF-40F8-981E-5044CC9B7BC5}" srcOrd="0" destOrd="0" parTransId="{DF92210C-B975-405C-8A0E-E3830ED547D4}" sibTransId="{4C938AD3-9DE6-4342-902B-F3593557558B}"/>
    <dgm:cxn modelId="{D7C04B2A-56DC-4B1B-BEA0-A26E1B6C1EE2}" type="presOf" srcId="{52F948B8-3FE6-4177-82D6-A01032620BEC}" destId="{C4E2E259-FDA0-4D0E-A946-C6A55018915D}" srcOrd="0" destOrd="0" presId="urn:microsoft.com/office/officeart/2005/8/layout/list1"/>
    <dgm:cxn modelId="{D2E66942-63CE-4130-AA07-256DFCD17BF2}" srcId="{A0F9E33C-8214-4B6E-99DA-5591B5A0596E}" destId="{25599E2C-C689-4847-BE5A-A14C0F0F487F}" srcOrd="1" destOrd="0" parTransId="{5129C444-17AD-4B6A-8501-08ADE252CFB5}" sibTransId="{842478FB-6724-436F-933A-B84F33E8941A}"/>
    <dgm:cxn modelId="{DB80D57C-F39E-48DA-A739-FBDDDEFD7067}" srcId="{25599E2C-C689-4847-BE5A-A14C0F0F487F}" destId="{B7247065-C214-4A18-933C-FF0758B887B3}" srcOrd="0" destOrd="0" parTransId="{77B14337-FFC6-4D78-AE64-B72F73AF721E}" sibTransId="{8D02D6C5-6BB2-4B5A-8174-EE949F0FFE98}"/>
    <dgm:cxn modelId="{E25C949C-DAEB-4058-A77A-252B1A3EDEC0}" srcId="{A0F9E33C-8214-4B6E-99DA-5591B5A0596E}" destId="{52F948B8-3FE6-4177-82D6-A01032620BEC}" srcOrd="0" destOrd="0" parTransId="{1DFFABC6-A804-4B84-AE69-E58EC6EF73C6}" sibTransId="{AC91C619-7CCF-480A-97FB-27ED15DD96B9}"/>
    <dgm:cxn modelId="{8B77C8A5-93FA-4E75-854C-C23BCF360B23}" srcId="{52F948B8-3FE6-4177-82D6-A01032620BEC}" destId="{6483FEBE-2EF6-4B37-8165-1C92246E393B}" srcOrd="1" destOrd="0" parTransId="{D5807414-5D44-449E-AE9F-1A1A5FAE7BEF}" sibTransId="{1844EC4F-CBC1-4275-8535-5E89313C5A5B}"/>
    <dgm:cxn modelId="{FF57C5CE-3A31-4B6A-BAE0-19996E3A481D}" type="presOf" srcId="{B7247065-C214-4A18-933C-FF0758B887B3}" destId="{CFE6D60F-3FA8-41E6-AD30-0C9EDF01054C}" srcOrd="0" destOrd="0" presId="urn:microsoft.com/office/officeart/2005/8/layout/list1"/>
    <dgm:cxn modelId="{CF37F3DD-55A7-4B74-8AF5-54BAB7778378}" type="presOf" srcId="{6483FEBE-2EF6-4B37-8165-1C92246E393B}" destId="{39A59144-D1F1-4517-AD39-CFCD371D890F}" srcOrd="0" destOrd="1" presId="urn:microsoft.com/office/officeart/2005/8/layout/list1"/>
    <dgm:cxn modelId="{D5C67EDE-61BF-453B-88BA-9BA4C37C81AC}" type="presOf" srcId="{52F948B8-3FE6-4177-82D6-A01032620BEC}" destId="{4156D559-C3B8-4952-8DF9-495EEEC518C1}" srcOrd="1" destOrd="0" presId="urn:microsoft.com/office/officeart/2005/8/layout/list1"/>
    <dgm:cxn modelId="{0B7F40F2-1BEA-4C5C-BA1F-2CD0528B08E4}" type="presOf" srcId="{A0F9E33C-8214-4B6E-99DA-5591B5A0596E}" destId="{C232CB15-05BF-4F94-A7D7-0C01310D33EF}" srcOrd="0" destOrd="0" presId="urn:microsoft.com/office/officeart/2005/8/layout/list1"/>
    <dgm:cxn modelId="{3836EBF2-12B6-4423-AABE-F3AA37C4AA59}" type="presOf" srcId="{25599E2C-C689-4847-BE5A-A14C0F0F487F}" destId="{F31751F3-300D-40CA-8DD6-7B9320BD1A40}" srcOrd="1" destOrd="0" presId="urn:microsoft.com/office/officeart/2005/8/layout/list1"/>
    <dgm:cxn modelId="{81D9038D-3AE5-4F3E-B46D-65FDD799207F}" type="presParOf" srcId="{C232CB15-05BF-4F94-A7D7-0C01310D33EF}" destId="{E8D2498C-76D5-48DE-96DD-70B7C01FDC57}" srcOrd="0" destOrd="0" presId="urn:microsoft.com/office/officeart/2005/8/layout/list1"/>
    <dgm:cxn modelId="{54A73FA8-C38B-4658-8F9A-186B655E3E83}" type="presParOf" srcId="{E8D2498C-76D5-48DE-96DD-70B7C01FDC57}" destId="{C4E2E259-FDA0-4D0E-A946-C6A55018915D}" srcOrd="0" destOrd="0" presId="urn:microsoft.com/office/officeart/2005/8/layout/list1"/>
    <dgm:cxn modelId="{ADD54C27-A69D-4924-BE4C-69C95592544C}" type="presParOf" srcId="{E8D2498C-76D5-48DE-96DD-70B7C01FDC57}" destId="{4156D559-C3B8-4952-8DF9-495EEEC518C1}" srcOrd="1" destOrd="0" presId="urn:microsoft.com/office/officeart/2005/8/layout/list1"/>
    <dgm:cxn modelId="{397A1BD4-8D88-4977-B799-1C51A0DE34F2}" type="presParOf" srcId="{C232CB15-05BF-4F94-A7D7-0C01310D33EF}" destId="{9BE15FF3-4C13-49D5-9CC3-FA5FEFDFFD0B}" srcOrd="1" destOrd="0" presId="urn:microsoft.com/office/officeart/2005/8/layout/list1"/>
    <dgm:cxn modelId="{EF80D4AE-403C-4C01-80DE-82B9223CEA2D}" type="presParOf" srcId="{C232CB15-05BF-4F94-A7D7-0C01310D33EF}" destId="{39A59144-D1F1-4517-AD39-CFCD371D890F}" srcOrd="2" destOrd="0" presId="urn:microsoft.com/office/officeart/2005/8/layout/list1"/>
    <dgm:cxn modelId="{88E7EF3F-FDD1-4ED7-8E2F-D849FD8ADF82}" type="presParOf" srcId="{C232CB15-05BF-4F94-A7D7-0C01310D33EF}" destId="{ECF1C13E-9ACA-4B94-A453-B377AC1ACC55}" srcOrd="3" destOrd="0" presId="urn:microsoft.com/office/officeart/2005/8/layout/list1"/>
    <dgm:cxn modelId="{FB290857-C899-4A94-9BF9-95F4DA1DB4E1}" type="presParOf" srcId="{C232CB15-05BF-4F94-A7D7-0C01310D33EF}" destId="{5BC1A452-B9A4-4760-90FA-0F3F8196246F}" srcOrd="4" destOrd="0" presId="urn:microsoft.com/office/officeart/2005/8/layout/list1"/>
    <dgm:cxn modelId="{D0CF3EFB-92C0-48D1-A48F-09BE36868A52}" type="presParOf" srcId="{5BC1A452-B9A4-4760-90FA-0F3F8196246F}" destId="{6C76A73F-4D1D-4E67-9BDF-BDD084E5DE83}" srcOrd="0" destOrd="0" presId="urn:microsoft.com/office/officeart/2005/8/layout/list1"/>
    <dgm:cxn modelId="{986418E2-A23F-45E5-AEF8-995751C54202}" type="presParOf" srcId="{5BC1A452-B9A4-4760-90FA-0F3F8196246F}" destId="{F31751F3-300D-40CA-8DD6-7B9320BD1A40}" srcOrd="1" destOrd="0" presId="urn:microsoft.com/office/officeart/2005/8/layout/list1"/>
    <dgm:cxn modelId="{49809419-F66A-4668-A16C-2F17CA10DA93}" type="presParOf" srcId="{C232CB15-05BF-4F94-A7D7-0C01310D33EF}" destId="{F0141B44-5D92-4D7D-8F72-0A7E18B24E79}" srcOrd="5" destOrd="0" presId="urn:microsoft.com/office/officeart/2005/8/layout/list1"/>
    <dgm:cxn modelId="{7707B561-2EDA-41F2-AEDE-E47D01C9200F}" type="presParOf" srcId="{C232CB15-05BF-4F94-A7D7-0C01310D33EF}" destId="{CFE6D60F-3FA8-41E6-AD30-0C9EDF01054C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79.xml><?xml version="1.0" encoding="utf-8"?>
<dgm:dataModel xmlns:dgm="http://schemas.openxmlformats.org/drawingml/2006/diagram" xmlns:a="http://schemas.openxmlformats.org/drawingml/2006/main">
  <dgm:ptLst>
    <dgm:pt modelId="{FAA2B59F-9499-4C3C-8415-50385214F658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66FCE263-6BE6-43DA-AB26-FCDEEFB83C6B}">
      <dgm:prSet/>
      <dgm:spPr/>
      <dgm:t>
        <a:bodyPr/>
        <a:lstStyle/>
        <a:p>
          <a:r>
            <a:rPr lang="tr-TR"/>
            <a:t>Losing chain</a:t>
          </a:r>
          <a:endParaRPr lang="en-US"/>
        </a:p>
      </dgm:t>
    </dgm:pt>
    <dgm:pt modelId="{126898D2-E7D3-4BB3-B5CB-37619C954A63}" type="parTrans" cxnId="{8E4F7A7C-ECF9-4749-8C04-86F531F58817}">
      <dgm:prSet/>
      <dgm:spPr/>
      <dgm:t>
        <a:bodyPr/>
        <a:lstStyle/>
        <a:p>
          <a:endParaRPr lang="en-US"/>
        </a:p>
      </dgm:t>
    </dgm:pt>
    <dgm:pt modelId="{A2E9885D-058F-4717-9CA7-E2FB3F26BF0E}" type="sibTrans" cxnId="{8E4F7A7C-ECF9-4749-8C04-86F531F58817}">
      <dgm:prSet/>
      <dgm:spPr/>
      <dgm:t>
        <a:bodyPr/>
        <a:lstStyle/>
        <a:p>
          <a:endParaRPr lang="en-US"/>
        </a:p>
      </dgm:t>
    </dgm:pt>
    <dgm:pt modelId="{FDD8588D-3B01-4EC3-AE6E-0637BFBB82DF}">
      <dgm:prSet/>
      <dgm:spPr/>
      <dgm:t>
        <a:bodyPr/>
        <a:lstStyle/>
        <a:p>
          <a:r>
            <a:rPr lang="tr-TR"/>
            <a:t>Blocks later arrived are linked to secondary chain</a:t>
          </a:r>
          <a:endParaRPr lang="en-US"/>
        </a:p>
      </dgm:t>
    </dgm:pt>
    <dgm:pt modelId="{7F8CF328-93B8-42C2-8D5F-FC3D4625B0D0}" type="parTrans" cxnId="{EE7042EE-B341-4E22-BC73-64F661BFB8D9}">
      <dgm:prSet/>
      <dgm:spPr/>
      <dgm:t>
        <a:bodyPr/>
        <a:lstStyle/>
        <a:p>
          <a:endParaRPr lang="en-US"/>
        </a:p>
      </dgm:t>
    </dgm:pt>
    <dgm:pt modelId="{28A06DE4-CAD6-41B3-A3B4-1D04F85BB25B}" type="sibTrans" cxnId="{EE7042EE-B341-4E22-BC73-64F661BFB8D9}">
      <dgm:prSet/>
      <dgm:spPr/>
      <dgm:t>
        <a:bodyPr/>
        <a:lstStyle/>
        <a:p>
          <a:endParaRPr lang="en-US"/>
        </a:p>
      </dgm:t>
    </dgm:pt>
    <dgm:pt modelId="{78327248-C23A-41CB-B681-C47CF227092A}">
      <dgm:prSet/>
      <dgm:spPr/>
      <dgm:t>
        <a:bodyPr/>
        <a:lstStyle/>
        <a:p>
          <a:r>
            <a:rPr lang="tr-TR"/>
            <a:t>Two correct chains</a:t>
          </a:r>
          <a:endParaRPr lang="en-US"/>
        </a:p>
      </dgm:t>
    </dgm:pt>
    <dgm:pt modelId="{7F1FAD43-BBA9-4FD3-AAF9-ADB765432A87}" type="parTrans" cxnId="{200D4BE5-9579-4317-8BA0-619F64F5033F}">
      <dgm:prSet/>
      <dgm:spPr/>
      <dgm:t>
        <a:bodyPr/>
        <a:lstStyle/>
        <a:p>
          <a:endParaRPr lang="en-US"/>
        </a:p>
      </dgm:t>
    </dgm:pt>
    <dgm:pt modelId="{E745D837-4735-40F5-A508-C7F38D845996}" type="sibTrans" cxnId="{200D4BE5-9579-4317-8BA0-619F64F5033F}">
      <dgm:prSet/>
      <dgm:spPr/>
      <dgm:t>
        <a:bodyPr/>
        <a:lstStyle/>
        <a:p>
          <a:endParaRPr lang="en-US"/>
        </a:p>
      </dgm:t>
    </dgm:pt>
    <dgm:pt modelId="{835A94B4-DC5E-46A8-902A-95251F7EA46C}">
      <dgm:prSet/>
      <dgm:spPr/>
      <dgm:t>
        <a:bodyPr/>
        <a:lstStyle/>
        <a:p>
          <a:r>
            <a:rPr lang="tr-TR"/>
            <a:t>Neither is correct nor incorrect</a:t>
          </a:r>
          <a:endParaRPr lang="en-US"/>
        </a:p>
      </dgm:t>
    </dgm:pt>
    <dgm:pt modelId="{BD8A1074-D163-43DC-BC9E-E4A96FEDA6D3}" type="parTrans" cxnId="{39C3373F-A0C2-4C74-B9C8-FAAC17213F7F}">
      <dgm:prSet/>
      <dgm:spPr/>
      <dgm:t>
        <a:bodyPr/>
        <a:lstStyle/>
        <a:p>
          <a:endParaRPr lang="en-US"/>
        </a:p>
      </dgm:t>
    </dgm:pt>
    <dgm:pt modelId="{88543AD9-F6E2-4497-A53A-8A36D34274FD}" type="sibTrans" cxnId="{39C3373F-A0C2-4C74-B9C8-FAAC17213F7F}">
      <dgm:prSet/>
      <dgm:spPr/>
      <dgm:t>
        <a:bodyPr/>
        <a:lstStyle/>
        <a:p>
          <a:endParaRPr lang="en-US"/>
        </a:p>
      </dgm:t>
    </dgm:pt>
    <dgm:pt modelId="{FEF47AB2-9668-4CC4-9B60-D59B6AC7E6F6}">
      <dgm:prSet/>
      <dgm:spPr/>
      <dgm:t>
        <a:bodyPr/>
        <a:lstStyle/>
        <a:p>
          <a:r>
            <a:rPr lang="tr-TR"/>
            <a:t>Win of losing chain</a:t>
          </a:r>
          <a:endParaRPr lang="en-US"/>
        </a:p>
      </dgm:t>
    </dgm:pt>
    <dgm:pt modelId="{2E5108D5-F4F2-4774-ADE3-06389597A508}" type="parTrans" cxnId="{82EC9929-AC6A-463D-ACE7-CEC77B58E9B9}">
      <dgm:prSet/>
      <dgm:spPr/>
      <dgm:t>
        <a:bodyPr/>
        <a:lstStyle/>
        <a:p>
          <a:endParaRPr lang="en-US"/>
        </a:p>
      </dgm:t>
    </dgm:pt>
    <dgm:pt modelId="{4E1816CA-AD0C-4CCD-9BF2-24881D5C9B07}" type="sibTrans" cxnId="{82EC9929-AC6A-463D-ACE7-CEC77B58E9B9}">
      <dgm:prSet/>
      <dgm:spPr/>
      <dgm:t>
        <a:bodyPr/>
        <a:lstStyle/>
        <a:p>
          <a:endParaRPr lang="en-US"/>
        </a:p>
      </dgm:t>
    </dgm:pt>
    <dgm:pt modelId="{2032AFFE-3CF2-4745-B205-DCCFFC238E50}">
      <dgm:prSet/>
      <dgm:spPr/>
      <dgm:t>
        <a:bodyPr/>
        <a:lstStyle/>
        <a:p>
          <a:r>
            <a:rPr lang="tr-TR"/>
            <a:t>One of the miners will find a solution to next block</a:t>
          </a:r>
          <a:endParaRPr lang="en-US"/>
        </a:p>
      </dgm:t>
    </dgm:pt>
    <dgm:pt modelId="{FCD8FC6D-3661-4511-BCCA-EC5D9BB8417F}" type="parTrans" cxnId="{9BF24BE1-4989-4940-BF0F-2082D17CE838}">
      <dgm:prSet/>
      <dgm:spPr/>
      <dgm:t>
        <a:bodyPr/>
        <a:lstStyle/>
        <a:p>
          <a:endParaRPr lang="en-US"/>
        </a:p>
      </dgm:t>
    </dgm:pt>
    <dgm:pt modelId="{69D857A9-E6BA-4A6E-8639-781AA07BE8DA}" type="sibTrans" cxnId="{9BF24BE1-4989-4940-BF0F-2082D17CE838}">
      <dgm:prSet/>
      <dgm:spPr/>
      <dgm:t>
        <a:bodyPr/>
        <a:lstStyle/>
        <a:p>
          <a:endParaRPr lang="en-US"/>
        </a:p>
      </dgm:t>
    </dgm:pt>
    <dgm:pt modelId="{A1272C64-8D60-4524-9995-C31FEA34B00C}">
      <dgm:prSet/>
      <dgm:spPr/>
      <dgm:t>
        <a:bodyPr/>
        <a:lstStyle/>
        <a:p>
          <a:r>
            <a:rPr lang="tr-TR"/>
            <a:t>The first chain finding next block wins</a:t>
          </a:r>
          <a:endParaRPr lang="en-US"/>
        </a:p>
      </dgm:t>
    </dgm:pt>
    <dgm:pt modelId="{CC460164-2C17-43C8-8CD2-E3C25E6B2740}" type="parTrans" cxnId="{6F6835DD-7DD3-4016-BC44-23F3995E894F}">
      <dgm:prSet/>
      <dgm:spPr/>
      <dgm:t>
        <a:bodyPr/>
        <a:lstStyle/>
        <a:p>
          <a:endParaRPr lang="en-US"/>
        </a:p>
      </dgm:t>
    </dgm:pt>
    <dgm:pt modelId="{6953A7DD-0114-4533-ABEF-D0B42C76C776}" type="sibTrans" cxnId="{6F6835DD-7DD3-4016-BC44-23F3995E894F}">
      <dgm:prSet/>
      <dgm:spPr/>
      <dgm:t>
        <a:bodyPr/>
        <a:lstStyle/>
        <a:p>
          <a:endParaRPr lang="en-US"/>
        </a:p>
      </dgm:t>
    </dgm:pt>
    <dgm:pt modelId="{4F2029D6-981A-40AE-A5E6-BFA2DF830CF4}" type="pres">
      <dgm:prSet presAssocID="{FAA2B59F-9499-4C3C-8415-50385214F658}" presName="linear" presStyleCnt="0">
        <dgm:presLayoutVars>
          <dgm:dir/>
          <dgm:animLvl val="lvl"/>
          <dgm:resizeHandles val="exact"/>
        </dgm:presLayoutVars>
      </dgm:prSet>
      <dgm:spPr/>
    </dgm:pt>
    <dgm:pt modelId="{E9293DE0-7ACA-4374-AD9A-0CAB564EC1BF}" type="pres">
      <dgm:prSet presAssocID="{66FCE263-6BE6-43DA-AB26-FCDEEFB83C6B}" presName="parentLin" presStyleCnt="0"/>
      <dgm:spPr/>
    </dgm:pt>
    <dgm:pt modelId="{9B4D1067-049F-4497-98A4-948921B59276}" type="pres">
      <dgm:prSet presAssocID="{66FCE263-6BE6-43DA-AB26-FCDEEFB83C6B}" presName="parentLeftMargin" presStyleLbl="node1" presStyleIdx="0" presStyleCnt="3"/>
      <dgm:spPr/>
    </dgm:pt>
    <dgm:pt modelId="{7659F648-A158-4A85-B97D-D331E7E88E8A}" type="pres">
      <dgm:prSet presAssocID="{66FCE263-6BE6-43DA-AB26-FCDEEFB83C6B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96176431-E4E6-4D98-AD6D-B9FE9AD0E397}" type="pres">
      <dgm:prSet presAssocID="{66FCE263-6BE6-43DA-AB26-FCDEEFB83C6B}" presName="negativeSpace" presStyleCnt="0"/>
      <dgm:spPr/>
    </dgm:pt>
    <dgm:pt modelId="{E798C0B7-84AC-4A92-B905-BDE87D521201}" type="pres">
      <dgm:prSet presAssocID="{66FCE263-6BE6-43DA-AB26-FCDEEFB83C6B}" presName="childText" presStyleLbl="conFgAcc1" presStyleIdx="0" presStyleCnt="3">
        <dgm:presLayoutVars>
          <dgm:bulletEnabled val="1"/>
        </dgm:presLayoutVars>
      </dgm:prSet>
      <dgm:spPr/>
    </dgm:pt>
    <dgm:pt modelId="{EF06BEF0-67C0-4F11-9879-5379306AD467}" type="pres">
      <dgm:prSet presAssocID="{A2E9885D-058F-4717-9CA7-E2FB3F26BF0E}" presName="spaceBetweenRectangles" presStyleCnt="0"/>
      <dgm:spPr/>
    </dgm:pt>
    <dgm:pt modelId="{DC6C0C1B-853F-4A08-A434-C2E5BDDFDBBE}" type="pres">
      <dgm:prSet presAssocID="{78327248-C23A-41CB-B681-C47CF227092A}" presName="parentLin" presStyleCnt="0"/>
      <dgm:spPr/>
    </dgm:pt>
    <dgm:pt modelId="{2A8D35EB-4C22-46D6-802D-BAF18589E8DD}" type="pres">
      <dgm:prSet presAssocID="{78327248-C23A-41CB-B681-C47CF227092A}" presName="parentLeftMargin" presStyleLbl="node1" presStyleIdx="0" presStyleCnt="3"/>
      <dgm:spPr/>
    </dgm:pt>
    <dgm:pt modelId="{1076E1B2-10C9-4E95-AA67-DA8D4079F9DF}" type="pres">
      <dgm:prSet presAssocID="{78327248-C23A-41CB-B681-C47CF227092A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C74CCD4C-872D-4E41-B82B-D9BE32C1BEC5}" type="pres">
      <dgm:prSet presAssocID="{78327248-C23A-41CB-B681-C47CF227092A}" presName="negativeSpace" presStyleCnt="0"/>
      <dgm:spPr/>
    </dgm:pt>
    <dgm:pt modelId="{99A3597B-A104-492B-9827-127342CE2A7F}" type="pres">
      <dgm:prSet presAssocID="{78327248-C23A-41CB-B681-C47CF227092A}" presName="childText" presStyleLbl="conFgAcc1" presStyleIdx="1" presStyleCnt="3">
        <dgm:presLayoutVars>
          <dgm:bulletEnabled val="1"/>
        </dgm:presLayoutVars>
      </dgm:prSet>
      <dgm:spPr/>
    </dgm:pt>
    <dgm:pt modelId="{FCF151CF-0A62-4068-80DC-CD87EE42E967}" type="pres">
      <dgm:prSet presAssocID="{E745D837-4735-40F5-A508-C7F38D845996}" presName="spaceBetweenRectangles" presStyleCnt="0"/>
      <dgm:spPr/>
    </dgm:pt>
    <dgm:pt modelId="{87ED25DB-411E-44FE-A3DF-929FA9A96A47}" type="pres">
      <dgm:prSet presAssocID="{FEF47AB2-9668-4CC4-9B60-D59B6AC7E6F6}" presName="parentLin" presStyleCnt="0"/>
      <dgm:spPr/>
    </dgm:pt>
    <dgm:pt modelId="{0527C9CC-47DE-4202-B9B5-CBA4B9436129}" type="pres">
      <dgm:prSet presAssocID="{FEF47AB2-9668-4CC4-9B60-D59B6AC7E6F6}" presName="parentLeftMargin" presStyleLbl="node1" presStyleIdx="1" presStyleCnt="3"/>
      <dgm:spPr/>
    </dgm:pt>
    <dgm:pt modelId="{3D13794B-8179-44B3-8855-89FBF8770CDD}" type="pres">
      <dgm:prSet presAssocID="{FEF47AB2-9668-4CC4-9B60-D59B6AC7E6F6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FC8F0A30-5FC2-43D2-9736-FCDF46553684}" type="pres">
      <dgm:prSet presAssocID="{FEF47AB2-9668-4CC4-9B60-D59B6AC7E6F6}" presName="negativeSpace" presStyleCnt="0"/>
      <dgm:spPr/>
    </dgm:pt>
    <dgm:pt modelId="{D8D1B9EF-EBC3-4AAA-B852-E2AC1EE5E0BA}" type="pres">
      <dgm:prSet presAssocID="{FEF47AB2-9668-4CC4-9B60-D59B6AC7E6F6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11246605-49F5-40E4-90FA-00FC586E819C}" type="presOf" srcId="{FEF47AB2-9668-4CC4-9B60-D59B6AC7E6F6}" destId="{3D13794B-8179-44B3-8855-89FBF8770CDD}" srcOrd="1" destOrd="0" presId="urn:microsoft.com/office/officeart/2005/8/layout/list1"/>
    <dgm:cxn modelId="{A6BB201B-F497-40E5-A485-5B0931CCD5C9}" type="presOf" srcId="{78327248-C23A-41CB-B681-C47CF227092A}" destId="{2A8D35EB-4C22-46D6-802D-BAF18589E8DD}" srcOrd="0" destOrd="0" presId="urn:microsoft.com/office/officeart/2005/8/layout/list1"/>
    <dgm:cxn modelId="{01568F25-84AB-487F-A260-A7BC0F9F5855}" type="presOf" srcId="{A1272C64-8D60-4524-9995-C31FEA34B00C}" destId="{D8D1B9EF-EBC3-4AAA-B852-E2AC1EE5E0BA}" srcOrd="0" destOrd="1" presId="urn:microsoft.com/office/officeart/2005/8/layout/list1"/>
    <dgm:cxn modelId="{82EC9929-AC6A-463D-ACE7-CEC77B58E9B9}" srcId="{FAA2B59F-9499-4C3C-8415-50385214F658}" destId="{FEF47AB2-9668-4CC4-9B60-D59B6AC7E6F6}" srcOrd="2" destOrd="0" parTransId="{2E5108D5-F4F2-4774-ADE3-06389597A508}" sibTransId="{4E1816CA-AD0C-4CCD-9BF2-24881D5C9B07}"/>
    <dgm:cxn modelId="{31CD353D-42E6-4E01-B34B-E1080C176CDB}" type="presOf" srcId="{FEF47AB2-9668-4CC4-9B60-D59B6AC7E6F6}" destId="{0527C9CC-47DE-4202-B9B5-CBA4B9436129}" srcOrd="0" destOrd="0" presId="urn:microsoft.com/office/officeart/2005/8/layout/list1"/>
    <dgm:cxn modelId="{39C3373F-A0C2-4C74-B9C8-FAAC17213F7F}" srcId="{78327248-C23A-41CB-B681-C47CF227092A}" destId="{835A94B4-DC5E-46A8-902A-95251F7EA46C}" srcOrd="0" destOrd="0" parTransId="{BD8A1074-D163-43DC-BC9E-E4A96FEDA6D3}" sibTransId="{88543AD9-F6E2-4497-A53A-8A36D34274FD}"/>
    <dgm:cxn modelId="{CD2A973F-05B8-433B-8BF5-5D5A7B4FB1D5}" type="presOf" srcId="{66FCE263-6BE6-43DA-AB26-FCDEEFB83C6B}" destId="{7659F648-A158-4A85-B97D-D331E7E88E8A}" srcOrd="1" destOrd="0" presId="urn:microsoft.com/office/officeart/2005/8/layout/list1"/>
    <dgm:cxn modelId="{BA8AF951-639B-437B-9CEC-3EEF4789EF32}" type="presOf" srcId="{FAA2B59F-9499-4C3C-8415-50385214F658}" destId="{4F2029D6-981A-40AE-A5E6-BFA2DF830CF4}" srcOrd="0" destOrd="0" presId="urn:microsoft.com/office/officeart/2005/8/layout/list1"/>
    <dgm:cxn modelId="{7DFBE179-3A47-4C29-94F6-879FC2A4DA10}" type="presOf" srcId="{2032AFFE-3CF2-4745-B205-DCCFFC238E50}" destId="{D8D1B9EF-EBC3-4AAA-B852-E2AC1EE5E0BA}" srcOrd="0" destOrd="0" presId="urn:microsoft.com/office/officeart/2005/8/layout/list1"/>
    <dgm:cxn modelId="{8E4F7A7C-ECF9-4749-8C04-86F531F58817}" srcId="{FAA2B59F-9499-4C3C-8415-50385214F658}" destId="{66FCE263-6BE6-43DA-AB26-FCDEEFB83C6B}" srcOrd="0" destOrd="0" parTransId="{126898D2-E7D3-4BB3-B5CB-37619C954A63}" sibTransId="{A2E9885D-058F-4717-9CA7-E2FB3F26BF0E}"/>
    <dgm:cxn modelId="{43722DA4-D2AB-48DD-9FE6-E9D62F1DA111}" type="presOf" srcId="{FDD8588D-3B01-4EC3-AE6E-0637BFBB82DF}" destId="{E798C0B7-84AC-4A92-B905-BDE87D521201}" srcOrd="0" destOrd="0" presId="urn:microsoft.com/office/officeart/2005/8/layout/list1"/>
    <dgm:cxn modelId="{7B09C4C1-E5CA-476F-9956-F2E561920A03}" type="presOf" srcId="{78327248-C23A-41CB-B681-C47CF227092A}" destId="{1076E1B2-10C9-4E95-AA67-DA8D4079F9DF}" srcOrd="1" destOrd="0" presId="urn:microsoft.com/office/officeart/2005/8/layout/list1"/>
    <dgm:cxn modelId="{9A26D7C2-DC99-4547-857F-53DB6361AE99}" type="presOf" srcId="{835A94B4-DC5E-46A8-902A-95251F7EA46C}" destId="{99A3597B-A104-492B-9827-127342CE2A7F}" srcOrd="0" destOrd="0" presId="urn:microsoft.com/office/officeart/2005/8/layout/list1"/>
    <dgm:cxn modelId="{6F6835DD-7DD3-4016-BC44-23F3995E894F}" srcId="{FEF47AB2-9668-4CC4-9B60-D59B6AC7E6F6}" destId="{A1272C64-8D60-4524-9995-C31FEA34B00C}" srcOrd="1" destOrd="0" parTransId="{CC460164-2C17-43C8-8CD2-E3C25E6B2740}" sibTransId="{6953A7DD-0114-4533-ABEF-D0B42C76C776}"/>
    <dgm:cxn modelId="{9BF24BE1-4989-4940-BF0F-2082D17CE838}" srcId="{FEF47AB2-9668-4CC4-9B60-D59B6AC7E6F6}" destId="{2032AFFE-3CF2-4745-B205-DCCFFC238E50}" srcOrd="0" destOrd="0" parTransId="{FCD8FC6D-3661-4511-BCCA-EC5D9BB8417F}" sibTransId="{69D857A9-E6BA-4A6E-8639-781AA07BE8DA}"/>
    <dgm:cxn modelId="{200D4BE5-9579-4317-8BA0-619F64F5033F}" srcId="{FAA2B59F-9499-4C3C-8415-50385214F658}" destId="{78327248-C23A-41CB-B681-C47CF227092A}" srcOrd="1" destOrd="0" parTransId="{7F1FAD43-BBA9-4FD3-AAF9-ADB765432A87}" sibTransId="{E745D837-4735-40F5-A508-C7F38D845996}"/>
    <dgm:cxn modelId="{EE7042EE-B341-4E22-BC73-64F661BFB8D9}" srcId="{66FCE263-6BE6-43DA-AB26-FCDEEFB83C6B}" destId="{FDD8588D-3B01-4EC3-AE6E-0637BFBB82DF}" srcOrd="0" destOrd="0" parTransId="{7F8CF328-93B8-42C2-8D5F-FC3D4625B0D0}" sibTransId="{28A06DE4-CAD6-41B3-A3B4-1D04F85BB25B}"/>
    <dgm:cxn modelId="{37B8F8EE-1A1E-408B-926F-02BF3DF13DDB}" type="presOf" srcId="{66FCE263-6BE6-43DA-AB26-FCDEEFB83C6B}" destId="{9B4D1067-049F-4497-98A4-948921B59276}" srcOrd="0" destOrd="0" presId="urn:microsoft.com/office/officeart/2005/8/layout/list1"/>
    <dgm:cxn modelId="{99203A64-ADF7-4655-92ED-1070E7FD8454}" type="presParOf" srcId="{4F2029D6-981A-40AE-A5E6-BFA2DF830CF4}" destId="{E9293DE0-7ACA-4374-AD9A-0CAB564EC1BF}" srcOrd="0" destOrd="0" presId="urn:microsoft.com/office/officeart/2005/8/layout/list1"/>
    <dgm:cxn modelId="{A0FC2C88-E0C2-4CAF-9EB9-4689DD3FE55D}" type="presParOf" srcId="{E9293DE0-7ACA-4374-AD9A-0CAB564EC1BF}" destId="{9B4D1067-049F-4497-98A4-948921B59276}" srcOrd="0" destOrd="0" presId="urn:microsoft.com/office/officeart/2005/8/layout/list1"/>
    <dgm:cxn modelId="{FA56F3E7-2B1B-4FD5-AF1D-E1197CACAB6F}" type="presParOf" srcId="{E9293DE0-7ACA-4374-AD9A-0CAB564EC1BF}" destId="{7659F648-A158-4A85-B97D-D331E7E88E8A}" srcOrd="1" destOrd="0" presId="urn:microsoft.com/office/officeart/2005/8/layout/list1"/>
    <dgm:cxn modelId="{675E8D1C-4D99-44D7-97B3-E525103CE40A}" type="presParOf" srcId="{4F2029D6-981A-40AE-A5E6-BFA2DF830CF4}" destId="{96176431-E4E6-4D98-AD6D-B9FE9AD0E397}" srcOrd="1" destOrd="0" presId="urn:microsoft.com/office/officeart/2005/8/layout/list1"/>
    <dgm:cxn modelId="{C72D9E78-DF0F-4464-9F8A-C19D82B93479}" type="presParOf" srcId="{4F2029D6-981A-40AE-A5E6-BFA2DF830CF4}" destId="{E798C0B7-84AC-4A92-B905-BDE87D521201}" srcOrd="2" destOrd="0" presId="urn:microsoft.com/office/officeart/2005/8/layout/list1"/>
    <dgm:cxn modelId="{FDF242CD-8E67-45FE-90C8-F6ECACEDDA67}" type="presParOf" srcId="{4F2029D6-981A-40AE-A5E6-BFA2DF830CF4}" destId="{EF06BEF0-67C0-4F11-9879-5379306AD467}" srcOrd="3" destOrd="0" presId="urn:microsoft.com/office/officeart/2005/8/layout/list1"/>
    <dgm:cxn modelId="{5FAA25EE-94B9-45A1-BB21-7772BED6A1C6}" type="presParOf" srcId="{4F2029D6-981A-40AE-A5E6-BFA2DF830CF4}" destId="{DC6C0C1B-853F-4A08-A434-C2E5BDDFDBBE}" srcOrd="4" destOrd="0" presId="urn:microsoft.com/office/officeart/2005/8/layout/list1"/>
    <dgm:cxn modelId="{AF4C1955-1A71-443E-9EC2-2FEBA167AB48}" type="presParOf" srcId="{DC6C0C1B-853F-4A08-A434-C2E5BDDFDBBE}" destId="{2A8D35EB-4C22-46D6-802D-BAF18589E8DD}" srcOrd="0" destOrd="0" presId="urn:microsoft.com/office/officeart/2005/8/layout/list1"/>
    <dgm:cxn modelId="{A793F317-E6BC-4E6E-93A3-731413F79195}" type="presParOf" srcId="{DC6C0C1B-853F-4A08-A434-C2E5BDDFDBBE}" destId="{1076E1B2-10C9-4E95-AA67-DA8D4079F9DF}" srcOrd="1" destOrd="0" presId="urn:microsoft.com/office/officeart/2005/8/layout/list1"/>
    <dgm:cxn modelId="{DA291F54-4BBF-4DD5-8000-91F2E16126BC}" type="presParOf" srcId="{4F2029D6-981A-40AE-A5E6-BFA2DF830CF4}" destId="{C74CCD4C-872D-4E41-B82B-D9BE32C1BEC5}" srcOrd="5" destOrd="0" presId="urn:microsoft.com/office/officeart/2005/8/layout/list1"/>
    <dgm:cxn modelId="{B885BE73-475D-4798-B433-FDC43746750E}" type="presParOf" srcId="{4F2029D6-981A-40AE-A5E6-BFA2DF830CF4}" destId="{99A3597B-A104-492B-9827-127342CE2A7F}" srcOrd="6" destOrd="0" presId="urn:microsoft.com/office/officeart/2005/8/layout/list1"/>
    <dgm:cxn modelId="{FF07064D-05FE-435E-8031-5C7727EAC67C}" type="presParOf" srcId="{4F2029D6-981A-40AE-A5E6-BFA2DF830CF4}" destId="{FCF151CF-0A62-4068-80DC-CD87EE42E967}" srcOrd="7" destOrd="0" presId="urn:microsoft.com/office/officeart/2005/8/layout/list1"/>
    <dgm:cxn modelId="{D45CEBAD-7F87-440E-9E55-52D8094E20B9}" type="presParOf" srcId="{4F2029D6-981A-40AE-A5E6-BFA2DF830CF4}" destId="{87ED25DB-411E-44FE-A3DF-929FA9A96A47}" srcOrd="8" destOrd="0" presId="urn:microsoft.com/office/officeart/2005/8/layout/list1"/>
    <dgm:cxn modelId="{D813A0C3-2B26-4626-B5D6-BDDA5782F045}" type="presParOf" srcId="{87ED25DB-411E-44FE-A3DF-929FA9A96A47}" destId="{0527C9CC-47DE-4202-B9B5-CBA4B9436129}" srcOrd="0" destOrd="0" presId="urn:microsoft.com/office/officeart/2005/8/layout/list1"/>
    <dgm:cxn modelId="{4C75BDEA-149D-444F-AE93-7CE882D44CEE}" type="presParOf" srcId="{87ED25DB-411E-44FE-A3DF-929FA9A96A47}" destId="{3D13794B-8179-44B3-8855-89FBF8770CDD}" srcOrd="1" destOrd="0" presId="urn:microsoft.com/office/officeart/2005/8/layout/list1"/>
    <dgm:cxn modelId="{7C530463-1BB4-4202-8E7B-934EBB1980D8}" type="presParOf" srcId="{4F2029D6-981A-40AE-A5E6-BFA2DF830CF4}" destId="{FC8F0A30-5FC2-43D2-9736-FCDF46553684}" srcOrd="9" destOrd="0" presId="urn:microsoft.com/office/officeart/2005/8/layout/list1"/>
    <dgm:cxn modelId="{5B10C2C0-7316-44F9-88F0-041FE1C12FFC}" type="presParOf" srcId="{4F2029D6-981A-40AE-A5E6-BFA2DF830CF4}" destId="{D8D1B9EF-EBC3-4AAA-B852-E2AC1EE5E0BA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80.xml><?xml version="1.0" encoding="utf-8"?>
<dgm:dataModel xmlns:dgm="http://schemas.openxmlformats.org/drawingml/2006/diagram" xmlns:a="http://schemas.openxmlformats.org/drawingml/2006/main">
  <dgm:ptLst>
    <dgm:pt modelId="{D0A7B7E8-87AC-44B8-A33A-824851F471F6}" type="doc">
      <dgm:prSet loTypeId="urn:microsoft.com/office/officeart/2005/8/layout/lProcess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02759339-AFBD-4127-A7DE-B0FD2C594FF7}">
      <dgm:prSet/>
      <dgm:spPr/>
      <dgm:t>
        <a:bodyPr/>
        <a:lstStyle/>
        <a:p>
          <a:r>
            <a:rPr lang="en-US"/>
            <a:t>total hashing power of the bitcoin network</a:t>
          </a:r>
        </a:p>
      </dgm:t>
    </dgm:pt>
    <dgm:pt modelId="{054FD73D-8244-4AAD-8F8F-CA4037CD7578}" type="parTrans" cxnId="{6374159B-72A3-4172-B873-73B0CB504ED4}">
      <dgm:prSet/>
      <dgm:spPr/>
      <dgm:t>
        <a:bodyPr/>
        <a:lstStyle/>
        <a:p>
          <a:endParaRPr lang="en-US"/>
        </a:p>
      </dgm:t>
    </dgm:pt>
    <dgm:pt modelId="{B5C4D3B9-8EF1-41F1-A583-91E3EF0E5A8F}" type="sibTrans" cxnId="{6374159B-72A3-4172-B873-73B0CB504ED4}">
      <dgm:prSet/>
      <dgm:spPr/>
      <dgm:t>
        <a:bodyPr/>
        <a:lstStyle/>
        <a:p>
          <a:endParaRPr lang="en-US"/>
        </a:p>
      </dgm:t>
    </dgm:pt>
    <dgm:pt modelId="{141BC2B7-A3BF-43E8-9BC7-13DA29EAEAC4}">
      <dgm:prSet/>
      <dgm:spPr/>
      <dgm:t>
        <a:bodyPr/>
        <a:lstStyle/>
        <a:p>
          <a:r>
            <a:rPr lang="en-US"/>
            <a:t>2009</a:t>
          </a:r>
          <a:r>
            <a:rPr lang="tr-TR"/>
            <a:t>: </a:t>
          </a:r>
          <a:r>
            <a:rPr lang="en-US"/>
            <a:t>0.5 MH/sec–8 MH/sec (16× growth)</a:t>
          </a:r>
        </a:p>
      </dgm:t>
    </dgm:pt>
    <dgm:pt modelId="{FE74123F-38C9-48CD-B911-B17234617868}" type="parTrans" cxnId="{F98AA331-B56B-49C6-8DCF-63C6E8D8FB23}">
      <dgm:prSet/>
      <dgm:spPr/>
      <dgm:t>
        <a:bodyPr/>
        <a:lstStyle/>
        <a:p>
          <a:endParaRPr lang="en-US"/>
        </a:p>
      </dgm:t>
    </dgm:pt>
    <dgm:pt modelId="{FDD56089-D5DD-4E9C-B375-1996EEB86E96}" type="sibTrans" cxnId="{F98AA331-B56B-49C6-8DCF-63C6E8D8FB23}">
      <dgm:prSet/>
      <dgm:spPr/>
      <dgm:t>
        <a:bodyPr/>
        <a:lstStyle/>
        <a:p>
          <a:endParaRPr lang="en-US"/>
        </a:p>
      </dgm:t>
    </dgm:pt>
    <dgm:pt modelId="{CB935DCA-6144-4CFE-B739-E7F34B37D1DC}">
      <dgm:prSet/>
      <dgm:spPr/>
      <dgm:t>
        <a:bodyPr/>
        <a:lstStyle/>
        <a:p>
          <a:r>
            <a:rPr lang="en-US"/>
            <a:t>2010</a:t>
          </a:r>
          <a:r>
            <a:rPr lang="tr-TR"/>
            <a:t>: </a:t>
          </a:r>
          <a:r>
            <a:rPr lang="en-US"/>
            <a:t>8 MH/sec–116 GH/sec (14,500× growth)</a:t>
          </a:r>
        </a:p>
      </dgm:t>
    </dgm:pt>
    <dgm:pt modelId="{1188F224-271A-40D9-9055-A82442546592}" type="parTrans" cxnId="{EDC6BF1F-824D-4CE6-9684-547547662879}">
      <dgm:prSet/>
      <dgm:spPr/>
      <dgm:t>
        <a:bodyPr/>
        <a:lstStyle/>
        <a:p>
          <a:endParaRPr lang="en-US"/>
        </a:p>
      </dgm:t>
    </dgm:pt>
    <dgm:pt modelId="{CC829C66-2138-4913-865D-1309456B2D5D}" type="sibTrans" cxnId="{EDC6BF1F-824D-4CE6-9684-547547662879}">
      <dgm:prSet/>
      <dgm:spPr/>
      <dgm:t>
        <a:bodyPr/>
        <a:lstStyle/>
        <a:p>
          <a:endParaRPr lang="en-US"/>
        </a:p>
      </dgm:t>
    </dgm:pt>
    <dgm:pt modelId="{7CD9D8AE-D41D-4815-A0A8-4C195B58CC9B}">
      <dgm:prSet/>
      <dgm:spPr/>
      <dgm:t>
        <a:bodyPr/>
        <a:lstStyle/>
        <a:p>
          <a:r>
            <a:rPr lang="en-US"/>
            <a:t>2011</a:t>
          </a:r>
          <a:r>
            <a:rPr lang="tr-TR"/>
            <a:t>: </a:t>
          </a:r>
          <a:r>
            <a:rPr lang="en-US"/>
            <a:t>16 GH/sec–9 TH/sec (562× growth)</a:t>
          </a:r>
        </a:p>
      </dgm:t>
    </dgm:pt>
    <dgm:pt modelId="{FF6D88BE-E234-4B9F-9511-2A0D6C9EFA1E}" type="parTrans" cxnId="{A8F05FAF-8B09-429A-AF32-4FC04FA6CB79}">
      <dgm:prSet/>
      <dgm:spPr/>
      <dgm:t>
        <a:bodyPr/>
        <a:lstStyle/>
        <a:p>
          <a:endParaRPr lang="en-US"/>
        </a:p>
      </dgm:t>
    </dgm:pt>
    <dgm:pt modelId="{065E092D-0B7D-4E7E-8DC7-99440D506504}" type="sibTrans" cxnId="{A8F05FAF-8B09-429A-AF32-4FC04FA6CB79}">
      <dgm:prSet/>
      <dgm:spPr/>
      <dgm:t>
        <a:bodyPr/>
        <a:lstStyle/>
        <a:p>
          <a:endParaRPr lang="en-US"/>
        </a:p>
      </dgm:t>
    </dgm:pt>
    <dgm:pt modelId="{90404F8A-F151-4FF4-BB98-A3707D9DBF16}">
      <dgm:prSet/>
      <dgm:spPr/>
      <dgm:t>
        <a:bodyPr/>
        <a:lstStyle/>
        <a:p>
          <a:r>
            <a:rPr lang="en-US"/>
            <a:t>2012</a:t>
          </a:r>
          <a:r>
            <a:rPr lang="tr-TR"/>
            <a:t>: </a:t>
          </a:r>
          <a:r>
            <a:rPr lang="en-US"/>
            <a:t>9 TH/sec–23 TH/sec (2.5× growth)</a:t>
          </a:r>
        </a:p>
      </dgm:t>
    </dgm:pt>
    <dgm:pt modelId="{AAC3A230-DE5F-41D5-AE13-4A01EE6DF370}" type="parTrans" cxnId="{4A00E047-6C4E-4BB7-B3B6-BFCCC2A51D32}">
      <dgm:prSet/>
      <dgm:spPr/>
      <dgm:t>
        <a:bodyPr/>
        <a:lstStyle/>
        <a:p>
          <a:endParaRPr lang="en-US"/>
        </a:p>
      </dgm:t>
    </dgm:pt>
    <dgm:pt modelId="{344D900F-357F-43E3-9407-A83DA7B54572}" type="sibTrans" cxnId="{4A00E047-6C4E-4BB7-B3B6-BFCCC2A51D32}">
      <dgm:prSet/>
      <dgm:spPr/>
      <dgm:t>
        <a:bodyPr/>
        <a:lstStyle/>
        <a:p>
          <a:endParaRPr lang="en-US"/>
        </a:p>
      </dgm:t>
    </dgm:pt>
    <dgm:pt modelId="{201FA195-B25E-450C-B449-F0C43C0C5E10}">
      <dgm:prSet/>
      <dgm:spPr/>
      <dgm:t>
        <a:bodyPr/>
        <a:lstStyle/>
        <a:p>
          <a:r>
            <a:rPr lang="en-US"/>
            <a:t>2013</a:t>
          </a:r>
          <a:r>
            <a:rPr lang="tr-TR"/>
            <a:t>: </a:t>
          </a:r>
          <a:r>
            <a:rPr lang="en-US"/>
            <a:t>23 TH/sec–10 PH/sec (450× growth)</a:t>
          </a:r>
        </a:p>
      </dgm:t>
    </dgm:pt>
    <dgm:pt modelId="{2EBB1612-22A3-45F0-BC7E-EF606E20846A}" type="parTrans" cxnId="{FFDF3073-B3A2-4970-A138-491D7F84E957}">
      <dgm:prSet/>
      <dgm:spPr/>
      <dgm:t>
        <a:bodyPr/>
        <a:lstStyle/>
        <a:p>
          <a:endParaRPr lang="en-US"/>
        </a:p>
      </dgm:t>
    </dgm:pt>
    <dgm:pt modelId="{42EB3E59-7C14-4E82-B30A-3FC26A4ADDE3}" type="sibTrans" cxnId="{FFDF3073-B3A2-4970-A138-491D7F84E957}">
      <dgm:prSet/>
      <dgm:spPr/>
      <dgm:t>
        <a:bodyPr/>
        <a:lstStyle/>
        <a:p>
          <a:endParaRPr lang="en-US"/>
        </a:p>
      </dgm:t>
    </dgm:pt>
    <dgm:pt modelId="{FECB92DC-99E5-4E6A-8382-9236C58FE1E8}">
      <dgm:prSet/>
      <dgm:spPr/>
      <dgm:t>
        <a:bodyPr/>
        <a:lstStyle/>
        <a:p>
          <a:r>
            <a:rPr lang="en-US"/>
            <a:t>2014</a:t>
          </a:r>
          <a:r>
            <a:rPr lang="tr-TR"/>
            <a:t>: </a:t>
          </a:r>
          <a:r>
            <a:rPr lang="en-US"/>
            <a:t>10 PH/sec–300 PH/sec (3000× growth)</a:t>
          </a:r>
        </a:p>
      </dgm:t>
    </dgm:pt>
    <dgm:pt modelId="{AC1CD573-0B92-4A8D-AB3B-6F2AA5C0D298}" type="parTrans" cxnId="{9DDD8063-71B1-4D85-B869-8E1B9AD50569}">
      <dgm:prSet/>
      <dgm:spPr/>
      <dgm:t>
        <a:bodyPr/>
        <a:lstStyle/>
        <a:p>
          <a:endParaRPr lang="en-US"/>
        </a:p>
      </dgm:t>
    </dgm:pt>
    <dgm:pt modelId="{1458C7C5-D1FE-4F4F-81E1-4C12E263F6D4}" type="sibTrans" cxnId="{9DDD8063-71B1-4D85-B869-8E1B9AD50569}">
      <dgm:prSet/>
      <dgm:spPr/>
      <dgm:t>
        <a:bodyPr/>
        <a:lstStyle/>
        <a:p>
          <a:endParaRPr lang="en-US"/>
        </a:p>
      </dgm:t>
    </dgm:pt>
    <dgm:pt modelId="{C5C78034-FF26-4317-959B-00BE04412FC4}">
      <dgm:prSet/>
      <dgm:spPr/>
      <dgm:t>
        <a:bodyPr/>
        <a:lstStyle/>
        <a:p>
          <a:r>
            <a:rPr lang="en-US"/>
            <a:t>2015</a:t>
          </a:r>
          <a:r>
            <a:rPr lang="tr-TR"/>
            <a:t>: </a:t>
          </a:r>
          <a:r>
            <a:rPr lang="en-US"/>
            <a:t>300 PH/sec-800 PH/sec (266× growth)</a:t>
          </a:r>
        </a:p>
      </dgm:t>
    </dgm:pt>
    <dgm:pt modelId="{B714C80F-7C26-4BEB-BCEB-B55EB20310F0}" type="parTrans" cxnId="{86797942-812F-450D-9258-831D089A1B02}">
      <dgm:prSet/>
      <dgm:spPr/>
      <dgm:t>
        <a:bodyPr/>
        <a:lstStyle/>
        <a:p>
          <a:endParaRPr lang="en-US"/>
        </a:p>
      </dgm:t>
    </dgm:pt>
    <dgm:pt modelId="{ED1E21D2-A6C0-4E19-BF5D-6813A3832403}" type="sibTrans" cxnId="{86797942-812F-450D-9258-831D089A1B02}">
      <dgm:prSet/>
      <dgm:spPr/>
      <dgm:t>
        <a:bodyPr/>
        <a:lstStyle/>
        <a:p>
          <a:endParaRPr lang="en-US"/>
        </a:p>
      </dgm:t>
    </dgm:pt>
    <dgm:pt modelId="{BC060959-330F-480F-9335-613C6B4C70F0}">
      <dgm:prSet/>
      <dgm:spPr/>
      <dgm:t>
        <a:bodyPr/>
        <a:lstStyle/>
        <a:p>
          <a:r>
            <a:rPr lang="en-US"/>
            <a:t>2016</a:t>
          </a:r>
          <a:r>
            <a:rPr lang="tr-TR"/>
            <a:t>: </a:t>
          </a:r>
          <a:r>
            <a:rPr lang="en-US"/>
            <a:t>800 PH/sec-2.5 EH/sec (312× growth)</a:t>
          </a:r>
        </a:p>
      </dgm:t>
    </dgm:pt>
    <dgm:pt modelId="{DA78B174-4577-48FE-A72D-1A3D14525A09}" type="parTrans" cxnId="{C7BF69C9-26C5-4231-BE0D-D15E75B0D65F}">
      <dgm:prSet/>
      <dgm:spPr/>
      <dgm:t>
        <a:bodyPr/>
        <a:lstStyle/>
        <a:p>
          <a:endParaRPr lang="en-US"/>
        </a:p>
      </dgm:t>
    </dgm:pt>
    <dgm:pt modelId="{BFBA0858-7108-4166-9548-6DFC704EAC87}" type="sibTrans" cxnId="{C7BF69C9-26C5-4231-BE0D-D15E75B0D65F}">
      <dgm:prSet/>
      <dgm:spPr/>
      <dgm:t>
        <a:bodyPr/>
        <a:lstStyle/>
        <a:p>
          <a:endParaRPr lang="en-US"/>
        </a:p>
      </dgm:t>
    </dgm:pt>
    <dgm:pt modelId="{54F881D8-175D-48F9-A195-C8C8FAC43A6D}">
      <dgm:prSet/>
      <dgm:spPr/>
      <dgm:t>
        <a:bodyPr/>
        <a:lstStyle/>
        <a:p>
          <a:r>
            <a:rPr lang="tr-TR"/>
            <a:t>2017: </a:t>
          </a:r>
          <a:r>
            <a:rPr lang="en-US"/>
            <a:t>2.5 EH/sec </a:t>
          </a:r>
          <a:r>
            <a:rPr lang="tr-TR"/>
            <a:t>- 15 EH/Sec (6x growth)</a:t>
          </a:r>
          <a:endParaRPr lang="en-US"/>
        </a:p>
      </dgm:t>
    </dgm:pt>
    <dgm:pt modelId="{9BAB291E-3C7D-4E14-8A8A-EE13ED92970F}" type="parTrans" cxnId="{DA4F664B-186A-431F-96DD-1B94B6BB8F25}">
      <dgm:prSet/>
      <dgm:spPr/>
      <dgm:t>
        <a:bodyPr/>
        <a:lstStyle/>
        <a:p>
          <a:endParaRPr lang="en-US"/>
        </a:p>
      </dgm:t>
    </dgm:pt>
    <dgm:pt modelId="{F844E4EE-B41F-450B-A367-19E77AFFB521}" type="sibTrans" cxnId="{DA4F664B-186A-431F-96DD-1B94B6BB8F25}">
      <dgm:prSet/>
      <dgm:spPr/>
      <dgm:t>
        <a:bodyPr/>
        <a:lstStyle/>
        <a:p>
          <a:endParaRPr lang="en-US"/>
        </a:p>
      </dgm:t>
    </dgm:pt>
    <dgm:pt modelId="{C968A563-DE14-4C64-915F-4D8DECEA7DAF}">
      <dgm:prSet/>
      <dgm:spPr/>
      <dgm:t>
        <a:bodyPr/>
        <a:lstStyle/>
        <a:p>
          <a:r>
            <a:rPr lang="tr-TR"/>
            <a:t>23.04.2018: 15 EH/Sec - 29 EH/sec (0.9x growth)</a:t>
          </a:r>
          <a:endParaRPr lang="en-US"/>
        </a:p>
      </dgm:t>
    </dgm:pt>
    <dgm:pt modelId="{E7E4A19D-705D-45B5-AF0E-08849679A423}" type="parTrans" cxnId="{F978CF50-E066-4373-B6DA-0DFA1B3007CB}">
      <dgm:prSet/>
      <dgm:spPr/>
      <dgm:t>
        <a:bodyPr/>
        <a:lstStyle/>
        <a:p>
          <a:endParaRPr lang="en-US"/>
        </a:p>
      </dgm:t>
    </dgm:pt>
    <dgm:pt modelId="{EA2A92BE-0A4C-4DEE-82C5-3920C3141DE0}" type="sibTrans" cxnId="{F978CF50-E066-4373-B6DA-0DFA1B3007CB}">
      <dgm:prSet/>
      <dgm:spPr/>
      <dgm:t>
        <a:bodyPr/>
        <a:lstStyle/>
        <a:p>
          <a:endParaRPr lang="en-US"/>
        </a:p>
      </dgm:t>
    </dgm:pt>
    <dgm:pt modelId="{9B1A2420-35BD-4E58-BC5E-7CDD8F7FB2DC}" type="pres">
      <dgm:prSet presAssocID="{D0A7B7E8-87AC-44B8-A33A-824851F471F6}" presName="theList" presStyleCnt="0">
        <dgm:presLayoutVars>
          <dgm:dir/>
          <dgm:animLvl val="lvl"/>
          <dgm:resizeHandles val="exact"/>
        </dgm:presLayoutVars>
      </dgm:prSet>
      <dgm:spPr/>
    </dgm:pt>
    <dgm:pt modelId="{0E8F655F-762E-4163-8D54-F121FD8C5BFF}" type="pres">
      <dgm:prSet presAssocID="{02759339-AFBD-4127-A7DE-B0FD2C594FF7}" presName="compNode" presStyleCnt="0"/>
      <dgm:spPr/>
    </dgm:pt>
    <dgm:pt modelId="{62F9BCAB-C18D-44F4-80CA-35841C10B55E}" type="pres">
      <dgm:prSet presAssocID="{02759339-AFBD-4127-A7DE-B0FD2C594FF7}" presName="aNode" presStyleLbl="bgShp" presStyleIdx="0" presStyleCnt="1"/>
      <dgm:spPr/>
    </dgm:pt>
    <dgm:pt modelId="{21A5781D-1DA7-42D6-A223-03F24A260561}" type="pres">
      <dgm:prSet presAssocID="{02759339-AFBD-4127-A7DE-B0FD2C594FF7}" presName="textNode" presStyleLbl="bgShp" presStyleIdx="0" presStyleCnt="1"/>
      <dgm:spPr/>
    </dgm:pt>
    <dgm:pt modelId="{9926DBFC-EF8E-4DCF-9B0B-09A15578FEB7}" type="pres">
      <dgm:prSet presAssocID="{02759339-AFBD-4127-A7DE-B0FD2C594FF7}" presName="compChildNode" presStyleCnt="0"/>
      <dgm:spPr/>
    </dgm:pt>
    <dgm:pt modelId="{C837F4BB-7079-493E-8728-46A634DB3021}" type="pres">
      <dgm:prSet presAssocID="{02759339-AFBD-4127-A7DE-B0FD2C594FF7}" presName="theInnerList" presStyleCnt="0"/>
      <dgm:spPr/>
    </dgm:pt>
    <dgm:pt modelId="{462A0C50-21C8-4D91-82C3-44CEC37853E3}" type="pres">
      <dgm:prSet presAssocID="{141BC2B7-A3BF-43E8-9BC7-13DA29EAEAC4}" presName="childNode" presStyleLbl="node1" presStyleIdx="0" presStyleCnt="10">
        <dgm:presLayoutVars>
          <dgm:bulletEnabled val="1"/>
        </dgm:presLayoutVars>
      </dgm:prSet>
      <dgm:spPr/>
    </dgm:pt>
    <dgm:pt modelId="{D617390A-BCEE-4BF5-8C54-6C0CF09CCBC4}" type="pres">
      <dgm:prSet presAssocID="{141BC2B7-A3BF-43E8-9BC7-13DA29EAEAC4}" presName="aSpace2" presStyleCnt="0"/>
      <dgm:spPr/>
    </dgm:pt>
    <dgm:pt modelId="{D6AA5A83-CC57-474A-9E3E-BF0DE64E4ECF}" type="pres">
      <dgm:prSet presAssocID="{CB935DCA-6144-4CFE-B739-E7F34B37D1DC}" presName="childNode" presStyleLbl="node1" presStyleIdx="1" presStyleCnt="10">
        <dgm:presLayoutVars>
          <dgm:bulletEnabled val="1"/>
        </dgm:presLayoutVars>
      </dgm:prSet>
      <dgm:spPr/>
    </dgm:pt>
    <dgm:pt modelId="{26680F1D-06FF-4096-943C-0E7FDDD1CF52}" type="pres">
      <dgm:prSet presAssocID="{CB935DCA-6144-4CFE-B739-E7F34B37D1DC}" presName="aSpace2" presStyleCnt="0"/>
      <dgm:spPr/>
    </dgm:pt>
    <dgm:pt modelId="{B557DEC8-FA2D-46AB-ACE5-2A5CDB483217}" type="pres">
      <dgm:prSet presAssocID="{7CD9D8AE-D41D-4815-A0A8-4C195B58CC9B}" presName="childNode" presStyleLbl="node1" presStyleIdx="2" presStyleCnt="10">
        <dgm:presLayoutVars>
          <dgm:bulletEnabled val="1"/>
        </dgm:presLayoutVars>
      </dgm:prSet>
      <dgm:spPr/>
    </dgm:pt>
    <dgm:pt modelId="{2C9AF54E-3CC4-4CF4-98D7-18F5EE867331}" type="pres">
      <dgm:prSet presAssocID="{7CD9D8AE-D41D-4815-A0A8-4C195B58CC9B}" presName="aSpace2" presStyleCnt="0"/>
      <dgm:spPr/>
    </dgm:pt>
    <dgm:pt modelId="{CD3214FA-B6DB-403B-9BEB-EAA525AC032E}" type="pres">
      <dgm:prSet presAssocID="{90404F8A-F151-4FF4-BB98-A3707D9DBF16}" presName="childNode" presStyleLbl="node1" presStyleIdx="3" presStyleCnt="10">
        <dgm:presLayoutVars>
          <dgm:bulletEnabled val="1"/>
        </dgm:presLayoutVars>
      </dgm:prSet>
      <dgm:spPr/>
    </dgm:pt>
    <dgm:pt modelId="{0AA68CA3-C757-48B8-8231-95385F155E23}" type="pres">
      <dgm:prSet presAssocID="{90404F8A-F151-4FF4-BB98-A3707D9DBF16}" presName="aSpace2" presStyleCnt="0"/>
      <dgm:spPr/>
    </dgm:pt>
    <dgm:pt modelId="{B0458F23-5417-4933-87F2-7037BB2D3330}" type="pres">
      <dgm:prSet presAssocID="{201FA195-B25E-450C-B449-F0C43C0C5E10}" presName="childNode" presStyleLbl="node1" presStyleIdx="4" presStyleCnt="10">
        <dgm:presLayoutVars>
          <dgm:bulletEnabled val="1"/>
        </dgm:presLayoutVars>
      </dgm:prSet>
      <dgm:spPr/>
    </dgm:pt>
    <dgm:pt modelId="{B13EF4EA-8047-43C5-9537-FA868AAF1240}" type="pres">
      <dgm:prSet presAssocID="{201FA195-B25E-450C-B449-F0C43C0C5E10}" presName="aSpace2" presStyleCnt="0"/>
      <dgm:spPr/>
    </dgm:pt>
    <dgm:pt modelId="{EA8E7746-5F86-4A39-9955-532126E79B52}" type="pres">
      <dgm:prSet presAssocID="{FECB92DC-99E5-4E6A-8382-9236C58FE1E8}" presName="childNode" presStyleLbl="node1" presStyleIdx="5" presStyleCnt="10">
        <dgm:presLayoutVars>
          <dgm:bulletEnabled val="1"/>
        </dgm:presLayoutVars>
      </dgm:prSet>
      <dgm:spPr/>
    </dgm:pt>
    <dgm:pt modelId="{822FCB07-B1CD-4ADA-9C74-A98538E1F9FE}" type="pres">
      <dgm:prSet presAssocID="{FECB92DC-99E5-4E6A-8382-9236C58FE1E8}" presName="aSpace2" presStyleCnt="0"/>
      <dgm:spPr/>
    </dgm:pt>
    <dgm:pt modelId="{9B51E731-C99E-4E14-B1F7-92D6A870DF9A}" type="pres">
      <dgm:prSet presAssocID="{C5C78034-FF26-4317-959B-00BE04412FC4}" presName="childNode" presStyleLbl="node1" presStyleIdx="6" presStyleCnt="10">
        <dgm:presLayoutVars>
          <dgm:bulletEnabled val="1"/>
        </dgm:presLayoutVars>
      </dgm:prSet>
      <dgm:spPr/>
    </dgm:pt>
    <dgm:pt modelId="{4A83EB4B-B6D2-4295-B95C-84E276EAD1E2}" type="pres">
      <dgm:prSet presAssocID="{C5C78034-FF26-4317-959B-00BE04412FC4}" presName="aSpace2" presStyleCnt="0"/>
      <dgm:spPr/>
    </dgm:pt>
    <dgm:pt modelId="{645DA0A7-C32F-4B25-B597-93AF6B76DDB9}" type="pres">
      <dgm:prSet presAssocID="{BC060959-330F-480F-9335-613C6B4C70F0}" presName="childNode" presStyleLbl="node1" presStyleIdx="7" presStyleCnt="10">
        <dgm:presLayoutVars>
          <dgm:bulletEnabled val="1"/>
        </dgm:presLayoutVars>
      </dgm:prSet>
      <dgm:spPr/>
    </dgm:pt>
    <dgm:pt modelId="{C9588CC4-B835-4E9A-B31A-4CD42BB34159}" type="pres">
      <dgm:prSet presAssocID="{BC060959-330F-480F-9335-613C6B4C70F0}" presName="aSpace2" presStyleCnt="0"/>
      <dgm:spPr/>
    </dgm:pt>
    <dgm:pt modelId="{72DA1D15-4BB2-42E1-898F-68D6908F4057}" type="pres">
      <dgm:prSet presAssocID="{54F881D8-175D-48F9-A195-C8C8FAC43A6D}" presName="childNode" presStyleLbl="node1" presStyleIdx="8" presStyleCnt="10">
        <dgm:presLayoutVars>
          <dgm:bulletEnabled val="1"/>
        </dgm:presLayoutVars>
      </dgm:prSet>
      <dgm:spPr/>
    </dgm:pt>
    <dgm:pt modelId="{28ECD14E-6112-4A4A-AF61-851E8C8C4462}" type="pres">
      <dgm:prSet presAssocID="{54F881D8-175D-48F9-A195-C8C8FAC43A6D}" presName="aSpace2" presStyleCnt="0"/>
      <dgm:spPr/>
    </dgm:pt>
    <dgm:pt modelId="{52CEE41B-101C-4019-99E1-BFF26C3EC36F}" type="pres">
      <dgm:prSet presAssocID="{C968A563-DE14-4C64-915F-4D8DECEA7DAF}" presName="childNode" presStyleLbl="node1" presStyleIdx="9" presStyleCnt="10">
        <dgm:presLayoutVars>
          <dgm:bulletEnabled val="1"/>
        </dgm:presLayoutVars>
      </dgm:prSet>
      <dgm:spPr/>
    </dgm:pt>
  </dgm:ptLst>
  <dgm:cxnLst>
    <dgm:cxn modelId="{70987505-7317-4595-8A64-F250E22A95A0}" type="presOf" srcId="{141BC2B7-A3BF-43E8-9BC7-13DA29EAEAC4}" destId="{462A0C50-21C8-4D91-82C3-44CEC37853E3}" srcOrd="0" destOrd="0" presId="urn:microsoft.com/office/officeart/2005/8/layout/lProcess2"/>
    <dgm:cxn modelId="{D16FE612-23D3-4631-850F-F06B6707DEE4}" type="presOf" srcId="{C5C78034-FF26-4317-959B-00BE04412FC4}" destId="{9B51E731-C99E-4E14-B1F7-92D6A870DF9A}" srcOrd="0" destOrd="0" presId="urn:microsoft.com/office/officeart/2005/8/layout/lProcess2"/>
    <dgm:cxn modelId="{9C72CA14-48B1-4EA8-B9A4-588DBE173812}" type="presOf" srcId="{201FA195-B25E-450C-B449-F0C43C0C5E10}" destId="{B0458F23-5417-4933-87F2-7037BB2D3330}" srcOrd="0" destOrd="0" presId="urn:microsoft.com/office/officeart/2005/8/layout/lProcess2"/>
    <dgm:cxn modelId="{180AF317-3196-4364-9F12-B2F4193B8A73}" type="presOf" srcId="{FECB92DC-99E5-4E6A-8382-9236C58FE1E8}" destId="{EA8E7746-5F86-4A39-9955-532126E79B52}" srcOrd="0" destOrd="0" presId="urn:microsoft.com/office/officeart/2005/8/layout/lProcess2"/>
    <dgm:cxn modelId="{EDC6BF1F-824D-4CE6-9684-547547662879}" srcId="{02759339-AFBD-4127-A7DE-B0FD2C594FF7}" destId="{CB935DCA-6144-4CFE-B739-E7F34B37D1DC}" srcOrd="1" destOrd="0" parTransId="{1188F224-271A-40D9-9055-A82442546592}" sibTransId="{CC829C66-2138-4913-865D-1309456B2D5D}"/>
    <dgm:cxn modelId="{A0510F2D-FC52-433E-997C-85814710AC06}" type="presOf" srcId="{54F881D8-175D-48F9-A195-C8C8FAC43A6D}" destId="{72DA1D15-4BB2-42E1-898F-68D6908F4057}" srcOrd="0" destOrd="0" presId="urn:microsoft.com/office/officeart/2005/8/layout/lProcess2"/>
    <dgm:cxn modelId="{48605C2F-7F0C-42B0-990F-4F0D881CF37E}" type="presOf" srcId="{C968A563-DE14-4C64-915F-4D8DECEA7DAF}" destId="{52CEE41B-101C-4019-99E1-BFF26C3EC36F}" srcOrd="0" destOrd="0" presId="urn:microsoft.com/office/officeart/2005/8/layout/lProcess2"/>
    <dgm:cxn modelId="{F98AA331-B56B-49C6-8DCF-63C6E8D8FB23}" srcId="{02759339-AFBD-4127-A7DE-B0FD2C594FF7}" destId="{141BC2B7-A3BF-43E8-9BC7-13DA29EAEAC4}" srcOrd="0" destOrd="0" parTransId="{FE74123F-38C9-48CD-B911-B17234617868}" sibTransId="{FDD56089-D5DD-4E9C-B375-1996EEB86E96}"/>
    <dgm:cxn modelId="{DC84ED35-7C0B-44DD-A859-2B9A47D00343}" type="presOf" srcId="{02759339-AFBD-4127-A7DE-B0FD2C594FF7}" destId="{21A5781D-1DA7-42D6-A223-03F24A260561}" srcOrd="1" destOrd="0" presId="urn:microsoft.com/office/officeart/2005/8/layout/lProcess2"/>
    <dgm:cxn modelId="{8A61F538-FA86-446E-AF0C-1689204A5273}" type="presOf" srcId="{7CD9D8AE-D41D-4815-A0A8-4C195B58CC9B}" destId="{B557DEC8-FA2D-46AB-ACE5-2A5CDB483217}" srcOrd="0" destOrd="0" presId="urn:microsoft.com/office/officeart/2005/8/layout/lProcess2"/>
    <dgm:cxn modelId="{CFDAC23B-9BB5-43AE-A07B-C1337D99E5B9}" type="presOf" srcId="{D0A7B7E8-87AC-44B8-A33A-824851F471F6}" destId="{9B1A2420-35BD-4E58-BC5E-7CDD8F7FB2DC}" srcOrd="0" destOrd="0" presId="urn:microsoft.com/office/officeart/2005/8/layout/lProcess2"/>
    <dgm:cxn modelId="{86797942-812F-450D-9258-831D089A1B02}" srcId="{02759339-AFBD-4127-A7DE-B0FD2C594FF7}" destId="{C5C78034-FF26-4317-959B-00BE04412FC4}" srcOrd="6" destOrd="0" parTransId="{B714C80F-7C26-4BEB-BCEB-B55EB20310F0}" sibTransId="{ED1E21D2-A6C0-4E19-BF5D-6813A3832403}"/>
    <dgm:cxn modelId="{9DDD8063-71B1-4D85-B869-8E1B9AD50569}" srcId="{02759339-AFBD-4127-A7DE-B0FD2C594FF7}" destId="{FECB92DC-99E5-4E6A-8382-9236C58FE1E8}" srcOrd="5" destOrd="0" parTransId="{AC1CD573-0B92-4A8D-AB3B-6F2AA5C0D298}" sibTransId="{1458C7C5-D1FE-4F4F-81E1-4C12E263F6D4}"/>
    <dgm:cxn modelId="{4A00E047-6C4E-4BB7-B3B6-BFCCC2A51D32}" srcId="{02759339-AFBD-4127-A7DE-B0FD2C594FF7}" destId="{90404F8A-F151-4FF4-BB98-A3707D9DBF16}" srcOrd="3" destOrd="0" parTransId="{AAC3A230-DE5F-41D5-AE13-4A01EE6DF370}" sibTransId="{344D900F-357F-43E3-9407-A83DA7B54572}"/>
    <dgm:cxn modelId="{DA4F664B-186A-431F-96DD-1B94B6BB8F25}" srcId="{02759339-AFBD-4127-A7DE-B0FD2C594FF7}" destId="{54F881D8-175D-48F9-A195-C8C8FAC43A6D}" srcOrd="8" destOrd="0" parTransId="{9BAB291E-3C7D-4E14-8A8A-EE13ED92970F}" sibTransId="{F844E4EE-B41F-450B-A367-19E77AFFB521}"/>
    <dgm:cxn modelId="{F978CF50-E066-4373-B6DA-0DFA1B3007CB}" srcId="{02759339-AFBD-4127-A7DE-B0FD2C594FF7}" destId="{C968A563-DE14-4C64-915F-4D8DECEA7DAF}" srcOrd="9" destOrd="0" parTransId="{E7E4A19D-705D-45B5-AF0E-08849679A423}" sibTransId="{EA2A92BE-0A4C-4DEE-82C5-3920C3141DE0}"/>
    <dgm:cxn modelId="{FFDF3073-B3A2-4970-A138-491D7F84E957}" srcId="{02759339-AFBD-4127-A7DE-B0FD2C594FF7}" destId="{201FA195-B25E-450C-B449-F0C43C0C5E10}" srcOrd="4" destOrd="0" parTransId="{2EBB1612-22A3-45F0-BC7E-EF606E20846A}" sibTransId="{42EB3E59-7C14-4E82-B30A-3FC26A4ADDE3}"/>
    <dgm:cxn modelId="{6FF93882-EEAF-4136-AC58-0FFABA80B792}" type="presOf" srcId="{90404F8A-F151-4FF4-BB98-A3707D9DBF16}" destId="{CD3214FA-B6DB-403B-9BEB-EAA525AC032E}" srcOrd="0" destOrd="0" presId="urn:microsoft.com/office/officeart/2005/8/layout/lProcess2"/>
    <dgm:cxn modelId="{6374159B-72A3-4172-B873-73B0CB504ED4}" srcId="{D0A7B7E8-87AC-44B8-A33A-824851F471F6}" destId="{02759339-AFBD-4127-A7DE-B0FD2C594FF7}" srcOrd="0" destOrd="0" parTransId="{054FD73D-8244-4AAD-8F8F-CA4037CD7578}" sibTransId="{B5C4D3B9-8EF1-41F1-A583-91E3EF0E5A8F}"/>
    <dgm:cxn modelId="{CA14D69D-DF1C-422E-94E1-7DC004F97062}" type="presOf" srcId="{02759339-AFBD-4127-A7DE-B0FD2C594FF7}" destId="{62F9BCAB-C18D-44F4-80CA-35841C10B55E}" srcOrd="0" destOrd="0" presId="urn:microsoft.com/office/officeart/2005/8/layout/lProcess2"/>
    <dgm:cxn modelId="{A8F05FAF-8B09-429A-AF32-4FC04FA6CB79}" srcId="{02759339-AFBD-4127-A7DE-B0FD2C594FF7}" destId="{7CD9D8AE-D41D-4815-A0A8-4C195B58CC9B}" srcOrd="2" destOrd="0" parTransId="{FF6D88BE-E234-4B9F-9511-2A0D6C9EFA1E}" sibTransId="{065E092D-0B7D-4E7E-8DC7-99440D506504}"/>
    <dgm:cxn modelId="{C7BF69C9-26C5-4231-BE0D-D15E75B0D65F}" srcId="{02759339-AFBD-4127-A7DE-B0FD2C594FF7}" destId="{BC060959-330F-480F-9335-613C6B4C70F0}" srcOrd="7" destOrd="0" parTransId="{DA78B174-4577-48FE-A72D-1A3D14525A09}" sibTransId="{BFBA0858-7108-4166-9548-6DFC704EAC87}"/>
    <dgm:cxn modelId="{049D19E1-0FBA-4E4B-8E29-CEAF78875EDB}" type="presOf" srcId="{BC060959-330F-480F-9335-613C6B4C70F0}" destId="{645DA0A7-C32F-4B25-B597-93AF6B76DDB9}" srcOrd="0" destOrd="0" presId="urn:microsoft.com/office/officeart/2005/8/layout/lProcess2"/>
    <dgm:cxn modelId="{18361FE5-C7F9-4B59-95A3-B1094D10B3A4}" type="presOf" srcId="{CB935DCA-6144-4CFE-B739-E7F34B37D1DC}" destId="{D6AA5A83-CC57-474A-9E3E-BF0DE64E4ECF}" srcOrd="0" destOrd="0" presId="urn:microsoft.com/office/officeart/2005/8/layout/lProcess2"/>
    <dgm:cxn modelId="{3C1DB321-DA2C-4515-8093-8BE3954F667D}" type="presParOf" srcId="{9B1A2420-35BD-4E58-BC5E-7CDD8F7FB2DC}" destId="{0E8F655F-762E-4163-8D54-F121FD8C5BFF}" srcOrd="0" destOrd="0" presId="urn:microsoft.com/office/officeart/2005/8/layout/lProcess2"/>
    <dgm:cxn modelId="{B0923E80-65AC-437B-AF19-52C241D830A5}" type="presParOf" srcId="{0E8F655F-762E-4163-8D54-F121FD8C5BFF}" destId="{62F9BCAB-C18D-44F4-80CA-35841C10B55E}" srcOrd="0" destOrd="0" presId="urn:microsoft.com/office/officeart/2005/8/layout/lProcess2"/>
    <dgm:cxn modelId="{ABF95384-8DB4-4D45-AE64-127FDD8EA235}" type="presParOf" srcId="{0E8F655F-762E-4163-8D54-F121FD8C5BFF}" destId="{21A5781D-1DA7-42D6-A223-03F24A260561}" srcOrd="1" destOrd="0" presId="urn:microsoft.com/office/officeart/2005/8/layout/lProcess2"/>
    <dgm:cxn modelId="{2A513465-61C3-464E-8B39-FEBCF69FFEB6}" type="presParOf" srcId="{0E8F655F-762E-4163-8D54-F121FD8C5BFF}" destId="{9926DBFC-EF8E-4DCF-9B0B-09A15578FEB7}" srcOrd="2" destOrd="0" presId="urn:microsoft.com/office/officeart/2005/8/layout/lProcess2"/>
    <dgm:cxn modelId="{D5AA77DF-CF54-4D90-AD54-FC950FB97CE5}" type="presParOf" srcId="{9926DBFC-EF8E-4DCF-9B0B-09A15578FEB7}" destId="{C837F4BB-7079-493E-8728-46A634DB3021}" srcOrd="0" destOrd="0" presId="urn:microsoft.com/office/officeart/2005/8/layout/lProcess2"/>
    <dgm:cxn modelId="{0EFD6AB0-47FD-40B1-9445-472BFF820CA4}" type="presParOf" srcId="{C837F4BB-7079-493E-8728-46A634DB3021}" destId="{462A0C50-21C8-4D91-82C3-44CEC37853E3}" srcOrd="0" destOrd="0" presId="urn:microsoft.com/office/officeart/2005/8/layout/lProcess2"/>
    <dgm:cxn modelId="{CC356EE4-EEC3-4641-BDB7-1213A515CB74}" type="presParOf" srcId="{C837F4BB-7079-493E-8728-46A634DB3021}" destId="{D617390A-BCEE-4BF5-8C54-6C0CF09CCBC4}" srcOrd="1" destOrd="0" presId="urn:microsoft.com/office/officeart/2005/8/layout/lProcess2"/>
    <dgm:cxn modelId="{E1F70279-9E15-49E7-91CD-AAEBCF50E340}" type="presParOf" srcId="{C837F4BB-7079-493E-8728-46A634DB3021}" destId="{D6AA5A83-CC57-474A-9E3E-BF0DE64E4ECF}" srcOrd="2" destOrd="0" presId="urn:microsoft.com/office/officeart/2005/8/layout/lProcess2"/>
    <dgm:cxn modelId="{94C85461-F5E6-4D73-AC97-919ABFF45ED0}" type="presParOf" srcId="{C837F4BB-7079-493E-8728-46A634DB3021}" destId="{26680F1D-06FF-4096-943C-0E7FDDD1CF52}" srcOrd="3" destOrd="0" presId="urn:microsoft.com/office/officeart/2005/8/layout/lProcess2"/>
    <dgm:cxn modelId="{EF433F4C-DCC4-4657-8EBB-9CBEB3644F48}" type="presParOf" srcId="{C837F4BB-7079-493E-8728-46A634DB3021}" destId="{B557DEC8-FA2D-46AB-ACE5-2A5CDB483217}" srcOrd="4" destOrd="0" presId="urn:microsoft.com/office/officeart/2005/8/layout/lProcess2"/>
    <dgm:cxn modelId="{384463D0-8E2D-435D-8686-6798412E1889}" type="presParOf" srcId="{C837F4BB-7079-493E-8728-46A634DB3021}" destId="{2C9AF54E-3CC4-4CF4-98D7-18F5EE867331}" srcOrd="5" destOrd="0" presId="urn:microsoft.com/office/officeart/2005/8/layout/lProcess2"/>
    <dgm:cxn modelId="{2CB4138F-9DC6-4736-9957-AE82496629DD}" type="presParOf" srcId="{C837F4BB-7079-493E-8728-46A634DB3021}" destId="{CD3214FA-B6DB-403B-9BEB-EAA525AC032E}" srcOrd="6" destOrd="0" presId="urn:microsoft.com/office/officeart/2005/8/layout/lProcess2"/>
    <dgm:cxn modelId="{6F0634FF-0A76-4CC5-8850-575FFA4EC1CE}" type="presParOf" srcId="{C837F4BB-7079-493E-8728-46A634DB3021}" destId="{0AA68CA3-C757-48B8-8231-95385F155E23}" srcOrd="7" destOrd="0" presId="urn:microsoft.com/office/officeart/2005/8/layout/lProcess2"/>
    <dgm:cxn modelId="{15C14E7C-CC30-4C48-975F-24ED7551AE55}" type="presParOf" srcId="{C837F4BB-7079-493E-8728-46A634DB3021}" destId="{B0458F23-5417-4933-87F2-7037BB2D3330}" srcOrd="8" destOrd="0" presId="urn:microsoft.com/office/officeart/2005/8/layout/lProcess2"/>
    <dgm:cxn modelId="{4CBECE40-4A13-4E92-AF84-55026279C01C}" type="presParOf" srcId="{C837F4BB-7079-493E-8728-46A634DB3021}" destId="{B13EF4EA-8047-43C5-9537-FA868AAF1240}" srcOrd="9" destOrd="0" presId="urn:microsoft.com/office/officeart/2005/8/layout/lProcess2"/>
    <dgm:cxn modelId="{5887882D-8658-4B1F-B117-25AFF76648A5}" type="presParOf" srcId="{C837F4BB-7079-493E-8728-46A634DB3021}" destId="{EA8E7746-5F86-4A39-9955-532126E79B52}" srcOrd="10" destOrd="0" presId="urn:microsoft.com/office/officeart/2005/8/layout/lProcess2"/>
    <dgm:cxn modelId="{21E0F4A3-3CBE-4A69-A14E-5C26E585E8ED}" type="presParOf" srcId="{C837F4BB-7079-493E-8728-46A634DB3021}" destId="{822FCB07-B1CD-4ADA-9C74-A98538E1F9FE}" srcOrd="11" destOrd="0" presId="urn:microsoft.com/office/officeart/2005/8/layout/lProcess2"/>
    <dgm:cxn modelId="{F620E50D-9A93-498A-AFD9-FEC7187228EB}" type="presParOf" srcId="{C837F4BB-7079-493E-8728-46A634DB3021}" destId="{9B51E731-C99E-4E14-B1F7-92D6A870DF9A}" srcOrd="12" destOrd="0" presId="urn:microsoft.com/office/officeart/2005/8/layout/lProcess2"/>
    <dgm:cxn modelId="{497EF9FE-BA72-4D9A-87DB-0035E6EE5F65}" type="presParOf" srcId="{C837F4BB-7079-493E-8728-46A634DB3021}" destId="{4A83EB4B-B6D2-4295-B95C-84E276EAD1E2}" srcOrd="13" destOrd="0" presId="urn:microsoft.com/office/officeart/2005/8/layout/lProcess2"/>
    <dgm:cxn modelId="{389BB401-33B9-4B96-8341-4A1FF1545870}" type="presParOf" srcId="{C837F4BB-7079-493E-8728-46A634DB3021}" destId="{645DA0A7-C32F-4B25-B597-93AF6B76DDB9}" srcOrd="14" destOrd="0" presId="urn:microsoft.com/office/officeart/2005/8/layout/lProcess2"/>
    <dgm:cxn modelId="{ECD996BA-27DD-44E2-9A94-CDC952A81919}" type="presParOf" srcId="{C837F4BB-7079-493E-8728-46A634DB3021}" destId="{C9588CC4-B835-4E9A-B31A-4CD42BB34159}" srcOrd="15" destOrd="0" presId="urn:microsoft.com/office/officeart/2005/8/layout/lProcess2"/>
    <dgm:cxn modelId="{9D669D8E-2446-477F-8D41-FA6022A675C0}" type="presParOf" srcId="{C837F4BB-7079-493E-8728-46A634DB3021}" destId="{72DA1D15-4BB2-42E1-898F-68D6908F4057}" srcOrd="16" destOrd="0" presId="urn:microsoft.com/office/officeart/2005/8/layout/lProcess2"/>
    <dgm:cxn modelId="{AE31362F-B7C6-459E-9C75-BABA97DA096A}" type="presParOf" srcId="{C837F4BB-7079-493E-8728-46A634DB3021}" destId="{28ECD14E-6112-4A4A-AF61-851E8C8C4462}" srcOrd="17" destOrd="0" presId="urn:microsoft.com/office/officeart/2005/8/layout/lProcess2"/>
    <dgm:cxn modelId="{37F7EE1F-A179-4517-8C18-1395D5DE51AB}" type="presParOf" srcId="{C837F4BB-7079-493E-8728-46A634DB3021}" destId="{52CEE41B-101C-4019-99E1-BFF26C3EC36F}" srcOrd="18" destOrd="0" presId="urn:microsoft.com/office/officeart/2005/8/layout/lProcess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1.xml><?xml version="1.0" encoding="utf-8"?>
<dgm:dataModel xmlns:dgm="http://schemas.openxmlformats.org/drawingml/2006/diagram" xmlns:a="http://schemas.openxmlformats.org/drawingml/2006/main">
  <dgm:ptLst>
    <dgm:pt modelId="{B5DCE31F-CA2E-49AE-A867-5B10DF3DC169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55D29F2B-99C0-4208-AD38-444853581A28}">
      <dgm:prSet/>
      <dgm:spPr/>
      <dgm:t>
        <a:bodyPr/>
        <a:lstStyle/>
        <a:p>
          <a:r>
            <a:rPr lang="en-US" dirty="0"/>
            <a:t>As difficulty</a:t>
          </a:r>
          <a:r>
            <a:rPr lang="tr-TR" dirty="0"/>
            <a:t> </a:t>
          </a:r>
          <a:r>
            <a:rPr lang="en-US" dirty="0"/>
            <a:t>increased</a:t>
          </a:r>
        </a:p>
      </dgm:t>
    </dgm:pt>
    <dgm:pt modelId="{6997BADC-8F6F-4E69-8954-5784772518F4}" type="parTrans" cxnId="{2B119F8C-307D-4DF1-9BE5-33E94A0556A4}">
      <dgm:prSet/>
      <dgm:spPr/>
      <dgm:t>
        <a:bodyPr/>
        <a:lstStyle/>
        <a:p>
          <a:endParaRPr lang="en-US"/>
        </a:p>
      </dgm:t>
    </dgm:pt>
    <dgm:pt modelId="{A7C6EFB0-67A4-4C0D-8688-3FC39CF86833}" type="sibTrans" cxnId="{2B119F8C-307D-4DF1-9BE5-33E94A0556A4}">
      <dgm:prSet/>
      <dgm:spPr/>
      <dgm:t>
        <a:bodyPr/>
        <a:lstStyle/>
        <a:p>
          <a:endParaRPr lang="en-US"/>
        </a:p>
      </dgm:t>
    </dgm:pt>
    <dgm:pt modelId="{5488EDE4-900F-4F49-87A4-DC99653EF391}">
      <dgm:prSet/>
      <dgm:spPr/>
      <dgm:t>
        <a:bodyPr/>
        <a:lstStyle/>
        <a:p>
          <a:r>
            <a:rPr lang="tr-TR" dirty="0" err="1"/>
            <a:t>Resolution</a:t>
          </a:r>
          <a:endParaRPr lang="en-US" dirty="0"/>
        </a:p>
      </dgm:t>
    </dgm:pt>
    <dgm:pt modelId="{884E3D9D-6089-4B3B-AB59-D10CD98205C4}" type="parTrans" cxnId="{FB223CDF-6D83-481F-88E7-0E90AD587EB6}">
      <dgm:prSet/>
      <dgm:spPr/>
      <dgm:t>
        <a:bodyPr/>
        <a:lstStyle/>
        <a:p>
          <a:endParaRPr lang="en-US"/>
        </a:p>
      </dgm:t>
    </dgm:pt>
    <dgm:pt modelId="{DD86F9DA-676A-4404-B9A6-1BFA21F2328A}" type="sibTrans" cxnId="{FB223CDF-6D83-481F-88E7-0E90AD587EB6}">
      <dgm:prSet/>
      <dgm:spPr/>
      <dgm:t>
        <a:bodyPr/>
        <a:lstStyle/>
        <a:p>
          <a:endParaRPr lang="en-US"/>
        </a:p>
      </dgm:t>
    </dgm:pt>
    <dgm:pt modelId="{F91EBA3F-9BD4-4A07-8FDE-0543C87C7D69}">
      <dgm:prSet/>
      <dgm:spPr/>
      <dgm:t>
        <a:bodyPr/>
        <a:lstStyle/>
        <a:p>
          <a:r>
            <a:rPr lang="en-US" dirty="0"/>
            <a:t>miners often cycled</a:t>
          </a:r>
        </a:p>
      </dgm:t>
    </dgm:pt>
    <dgm:pt modelId="{AB0CB883-8C98-4E9D-A74E-67C10F4031FB}" type="parTrans" cxnId="{83B3D070-6420-4650-BDAC-CC08FA1CCCE9}">
      <dgm:prSet/>
      <dgm:spPr/>
    </dgm:pt>
    <dgm:pt modelId="{129ECD5D-3645-487E-B1B5-8ABFF52B75CA}" type="sibTrans" cxnId="{83B3D070-6420-4650-BDAC-CC08FA1CCCE9}">
      <dgm:prSet/>
      <dgm:spPr/>
    </dgm:pt>
    <dgm:pt modelId="{6EBBEE9A-4C03-4E32-A5B0-C02D802955DC}">
      <dgm:prSet/>
      <dgm:spPr/>
      <dgm:t>
        <a:bodyPr/>
        <a:lstStyle/>
        <a:p>
          <a:r>
            <a:rPr lang="en-US" dirty="0"/>
            <a:t>through all 4 billion values</a:t>
          </a:r>
        </a:p>
      </dgm:t>
    </dgm:pt>
    <dgm:pt modelId="{7C25DEAB-4FED-4675-AA46-EC3E70EC1325}" type="parTrans" cxnId="{B4EA2493-FEDD-4E64-A27D-640C72C3AC1B}">
      <dgm:prSet/>
      <dgm:spPr/>
    </dgm:pt>
    <dgm:pt modelId="{7632EC9C-988B-4975-9ECA-59CC5C015D49}" type="sibTrans" cxnId="{B4EA2493-FEDD-4E64-A27D-640C72C3AC1B}">
      <dgm:prSet/>
      <dgm:spPr/>
    </dgm:pt>
    <dgm:pt modelId="{FC499B31-C133-463F-8A86-ABE2700CFD6E}">
      <dgm:prSet/>
      <dgm:spPr/>
      <dgm:t>
        <a:bodyPr/>
        <a:lstStyle/>
        <a:p>
          <a:r>
            <a:rPr lang="en-US"/>
            <a:t>of </a:t>
          </a:r>
          <a:r>
            <a:rPr lang="en-US" dirty="0"/>
            <a:t>the nonce without</a:t>
          </a:r>
          <a:r>
            <a:rPr lang="tr-TR" dirty="0"/>
            <a:t> </a:t>
          </a:r>
          <a:r>
            <a:rPr lang="en-US" dirty="0"/>
            <a:t>finding a block.</a:t>
          </a:r>
        </a:p>
      </dgm:t>
    </dgm:pt>
    <dgm:pt modelId="{FE45998E-0386-4F96-ADC0-46445C2612E9}" type="parTrans" cxnId="{2C943FCB-7583-482F-9461-5AEF064687A5}">
      <dgm:prSet/>
      <dgm:spPr/>
    </dgm:pt>
    <dgm:pt modelId="{907CA05C-4D7D-42AC-9194-4E3DAAE619BD}" type="sibTrans" cxnId="{2C943FCB-7583-482F-9461-5AEF064687A5}">
      <dgm:prSet/>
      <dgm:spPr/>
    </dgm:pt>
    <dgm:pt modelId="{8F172BBA-2202-470D-A0B5-A6F649672510}">
      <dgm:prSet/>
      <dgm:spPr/>
      <dgm:t>
        <a:bodyPr/>
        <a:lstStyle/>
        <a:p>
          <a:r>
            <a:rPr lang="en-US" dirty="0"/>
            <a:t>this was easily resolved</a:t>
          </a:r>
        </a:p>
      </dgm:t>
    </dgm:pt>
    <dgm:pt modelId="{ED65141A-0190-4841-A842-0E1DB3104F64}" type="parTrans" cxnId="{F20BC715-1670-4F62-97EB-D59BF0F294F4}">
      <dgm:prSet/>
      <dgm:spPr/>
    </dgm:pt>
    <dgm:pt modelId="{9505AA86-BE49-4F4C-8F8B-7FCD83D22934}" type="sibTrans" cxnId="{F20BC715-1670-4F62-97EB-D59BF0F294F4}">
      <dgm:prSet/>
      <dgm:spPr/>
    </dgm:pt>
    <dgm:pt modelId="{AC98D58D-4B2B-481E-B88A-CC40A660400B}">
      <dgm:prSet/>
      <dgm:spPr/>
      <dgm:t>
        <a:bodyPr/>
        <a:lstStyle/>
        <a:p>
          <a:r>
            <a:rPr lang="en-US"/>
            <a:t>by </a:t>
          </a:r>
          <a:r>
            <a:rPr lang="en-US" dirty="0"/>
            <a:t>updating the block timestamp</a:t>
          </a:r>
        </a:p>
      </dgm:t>
    </dgm:pt>
    <dgm:pt modelId="{F4973A59-2835-47FD-B10D-61C7FF31B3D4}" type="parTrans" cxnId="{D75C65F6-A535-4891-B42A-47507016A663}">
      <dgm:prSet/>
      <dgm:spPr/>
    </dgm:pt>
    <dgm:pt modelId="{618E7BF2-7A3C-47D3-BBA3-78C229DD663A}" type="sibTrans" cxnId="{D75C65F6-A535-4891-B42A-47507016A663}">
      <dgm:prSet/>
      <dgm:spPr/>
    </dgm:pt>
    <dgm:pt modelId="{ED8E3180-1FEE-4703-B020-6C3ED1785CDF}" type="pres">
      <dgm:prSet presAssocID="{B5DCE31F-CA2E-49AE-A867-5B10DF3DC169}" presName="linear" presStyleCnt="0">
        <dgm:presLayoutVars>
          <dgm:dir/>
          <dgm:animLvl val="lvl"/>
          <dgm:resizeHandles val="exact"/>
        </dgm:presLayoutVars>
      </dgm:prSet>
      <dgm:spPr/>
    </dgm:pt>
    <dgm:pt modelId="{997A21CC-3647-4A22-9919-DC57054B6D33}" type="pres">
      <dgm:prSet presAssocID="{55D29F2B-99C0-4208-AD38-444853581A28}" presName="parentLin" presStyleCnt="0"/>
      <dgm:spPr/>
    </dgm:pt>
    <dgm:pt modelId="{6FBB1D0C-EA02-43AE-B253-E3BFD34808EB}" type="pres">
      <dgm:prSet presAssocID="{55D29F2B-99C0-4208-AD38-444853581A28}" presName="parentLeftMargin" presStyleLbl="node1" presStyleIdx="0" presStyleCnt="2"/>
      <dgm:spPr/>
    </dgm:pt>
    <dgm:pt modelId="{8F43027D-5924-487F-9BB0-4BA5374EE2CC}" type="pres">
      <dgm:prSet presAssocID="{55D29F2B-99C0-4208-AD38-444853581A28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0C24D24A-8668-44CE-864D-4C691D616329}" type="pres">
      <dgm:prSet presAssocID="{55D29F2B-99C0-4208-AD38-444853581A28}" presName="negativeSpace" presStyleCnt="0"/>
      <dgm:spPr/>
    </dgm:pt>
    <dgm:pt modelId="{51D3D83D-79A2-459E-9025-F2B143AC31F1}" type="pres">
      <dgm:prSet presAssocID="{55D29F2B-99C0-4208-AD38-444853581A28}" presName="childText" presStyleLbl="conFgAcc1" presStyleIdx="0" presStyleCnt="2">
        <dgm:presLayoutVars>
          <dgm:bulletEnabled val="1"/>
        </dgm:presLayoutVars>
      </dgm:prSet>
      <dgm:spPr/>
    </dgm:pt>
    <dgm:pt modelId="{6B234B46-E474-4709-84F9-0918D167B53D}" type="pres">
      <dgm:prSet presAssocID="{A7C6EFB0-67A4-4C0D-8688-3FC39CF86833}" presName="spaceBetweenRectangles" presStyleCnt="0"/>
      <dgm:spPr/>
    </dgm:pt>
    <dgm:pt modelId="{190AE8CF-4151-4BA7-9639-1E6FD810CA12}" type="pres">
      <dgm:prSet presAssocID="{5488EDE4-900F-4F49-87A4-DC99653EF391}" presName="parentLin" presStyleCnt="0"/>
      <dgm:spPr/>
    </dgm:pt>
    <dgm:pt modelId="{C5A9AC0E-E6B7-4FDB-93ED-0681C20FDBC5}" type="pres">
      <dgm:prSet presAssocID="{5488EDE4-900F-4F49-87A4-DC99653EF391}" presName="parentLeftMargin" presStyleLbl="node1" presStyleIdx="0" presStyleCnt="2"/>
      <dgm:spPr/>
    </dgm:pt>
    <dgm:pt modelId="{344998E6-469E-4E3F-B622-0FF361EB21AF}" type="pres">
      <dgm:prSet presAssocID="{5488EDE4-900F-4F49-87A4-DC99653EF391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EE139727-C9CA-4FC2-8AC3-4FAA832FC65E}" type="pres">
      <dgm:prSet presAssocID="{5488EDE4-900F-4F49-87A4-DC99653EF391}" presName="negativeSpace" presStyleCnt="0"/>
      <dgm:spPr/>
    </dgm:pt>
    <dgm:pt modelId="{A4823730-9F11-4827-9276-870B8883F6A3}" type="pres">
      <dgm:prSet presAssocID="{5488EDE4-900F-4F49-87A4-DC99653EF391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D10E620D-1514-41FD-A315-700BDD4289F6}" type="presOf" srcId="{FC499B31-C133-463F-8A86-ABE2700CFD6E}" destId="{51D3D83D-79A2-459E-9025-F2B143AC31F1}" srcOrd="0" destOrd="2" presId="urn:microsoft.com/office/officeart/2005/8/layout/list1"/>
    <dgm:cxn modelId="{F20BC715-1670-4F62-97EB-D59BF0F294F4}" srcId="{5488EDE4-900F-4F49-87A4-DC99653EF391}" destId="{8F172BBA-2202-470D-A0B5-A6F649672510}" srcOrd="0" destOrd="0" parTransId="{ED65141A-0190-4841-A842-0E1DB3104F64}" sibTransId="{9505AA86-BE49-4F4C-8F8B-7FCD83D22934}"/>
    <dgm:cxn modelId="{6DC9301C-32DD-4059-86F7-F3AB4F4620D2}" type="presOf" srcId="{5488EDE4-900F-4F49-87A4-DC99653EF391}" destId="{344998E6-469E-4E3F-B622-0FF361EB21AF}" srcOrd="1" destOrd="0" presId="urn:microsoft.com/office/officeart/2005/8/layout/list1"/>
    <dgm:cxn modelId="{F262C038-81D2-420F-8C6E-23728BE53BD0}" type="presOf" srcId="{F91EBA3F-9BD4-4A07-8FDE-0543C87C7D69}" destId="{51D3D83D-79A2-459E-9025-F2B143AC31F1}" srcOrd="0" destOrd="0" presId="urn:microsoft.com/office/officeart/2005/8/layout/list1"/>
    <dgm:cxn modelId="{83B3D070-6420-4650-BDAC-CC08FA1CCCE9}" srcId="{55D29F2B-99C0-4208-AD38-444853581A28}" destId="{F91EBA3F-9BD4-4A07-8FDE-0543C87C7D69}" srcOrd="0" destOrd="0" parTransId="{AB0CB883-8C98-4E9D-A74E-67C10F4031FB}" sibTransId="{129ECD5D-3645-487E-B1B5-8ABFF52B75CA}"/>
    <dgm:cxn modelId="{D292AB7D-865C-4EB8-9FAF-6E9A262DB575}" type="presOf" srcId="{AC98D58D-4B2B-481E-B88A-CC40A660400B}" destId="{A4823730-9F11-4827-9276-870B8883F6A3}" srcOrd="0" destOrd="1" presId="urn:microsoft.com/office/officeart/2005/8/layout/list1"/>
    <dgm:cxn modelId="{2B119F8C-307D-4DF1-9BE5-33E94A0556A4}" srcId="{B5DCE31F-CA2E-49AE-A867-5B10DF3DC169}" destId="{55D29F2B-99C0-4208-AD38-444853581A28}" srcOrd="0" destOrd="0" parTransId="{6997BADC-8F6F-4E69-8954-5784772518F4}" sibTransId="{A7C6EFB0-67A4-4C0D-8688-3FC39CF86833}"/>
    <dgm:cxn modelId="{B4EA2493-FEDD-4E64-A27D-640C72C3AC1B}" srcId="{55D29F2B-99C0-4208-AD38-444853581A28}" destId="{6EBBEE9A-4C03-4E32-A5B0-C02D802955DC}" srcOrd="1" destOrd="0" parTransId="{7C25DEAB-4FED-4675-AA46-EC3E70EC1325}" sibTransId="{7632EC9C-988B-4975-9ECA-59CC5C015D49}"/>
    <dgm:cxn modelId="{A4F461BF-A0B7-47CB-8FDE-3331EC26B609}" type="presOf" srcId="{8F172BBA-2202-470D-A0B5-A6F649672510}" destId="{A4823730-9F11-4827-9276-870B8883F6A3}" srcOrd="0" destOrd="0" presId="urn:microsoft.com/office/officeart/2005/8/layout/list1"/>
    <dgm:cxn modelId="{2C943FCB-7583-482F-9461-5AEF064687A5}" srcId="{55D29F2B-99C0-4208-AD38-444853581A28}" destId="{FC499B31-C133-463F-8A86-ABE2700CFD6E}" srcOrd="2" destOrd="0" parTransId="{FE45998E-0386-4F96-ADC0-46445C2612E9}" sibTransId="{907CA05C-4D7D-42AC-9194-4E3DAAE619BD}"/>
    <dgm:cxn modelId="{BD48FFD2-D50B-4B00-B98F-413313405100}" type="presOf" srcId="{B5DCE31F-CA2E-49AE-A867-5B10DF3DC169}" destId="{ED8E3180-1FEE-4703-B020-6C3ED1785CDF}" srcOrd="0" destOrd="0" presId="urn:microsoft.com/office/officeart/2005/8/layout/list1"/>
    <dgm:cxn modelId="{2D5301D5-C573-4A20-9D6C-6A6C56C9B7DE}" type="presOf" srcId="{55D29F2B-99C0-4208-AD38-444853581A28}" destId="{6FBB1D0C-EA02-43AE-B253-E3BFD34808EB}" srcOrd="0" destOrd="0" presId="urn:microsoft.com/office/officeart/2005/8/layout/list1"/>
    <dgm:cxn modelId="{208159DD-5F5D-492F-8A54-26FFFEE90931}" type="presOf" srcId="{5488EDE4-900F-4F49-87A4-DC99653EF391}" destId="{C5A9AC0E-E6B7-4FDB-93ED-0681C20FDBC5}" srcOrd="0" destOrd="0" presId="urn:microsoft.com/office/officeart/2005/8/layout/list1"/>
    <dgm:cxn modelId="{FB223CDF-6D83-481F-88E7-0E90AD587EB6}" srcId="{B5DCE31F-CA2E-49AE-A867-5B10DF3DC169}" destId="{5488EDE4-900F-4F49-87A4-DC99653EF391}" srcOrd="1" destOrd="0" parTransId="{884E3D9D-6089-4B3B-AB59-D10CD98205C4}" sibTransId="{DD86F9DA-676A-4404-B9A6-1BFA21F2328A}"/>
    <dgm:cxn modelId="{D6B57CF2-3C17-4CF4-A2E9-3441CE9184EB}" type="presOf" srcId="{55D29F2B-99C0-4208-AD38-444853581A28}" destId="{8F43027D-5924-487F-9BB0-4BA5374EE2CC}" srcOrd="1" destOrd="0" presId="urn:microsoft.com/office/officeart/2005/8/layout/list1"/>
    <dgm:cxn modelId="{D75C65F6-A535-4891-B42A-47507016A663}" srcId="{5488EDE4-900F-4F49-87A4-DC99653EF391}" destId="{AC98D58D-4B2B-481E-B88A-CC40A660400B}" srcOrd="1" destOrd="0" parTransId="{F4973A59-2835-47FD-B10D-61C7FF31B3D4}" sibTransId="{618E7BF2-7A3C-47D3-BBA3-78C229DD663A}"/>
    <dgm:cxn modelId="{C9A18AFA-7A76-4361-9684-6D12346EF371}" type="presOf" srcId="{6EBBEE9A-4C03-4E32-A5B0-C02D802955DC}" destId="{51D3D83D-79A2-459E-9025-F2B143AC31F1}" srcOrd="0" destOrd="1" presId="urn:microsoft.com/office/officeart/2005/8/layout/list1"/>
    <dgm:cxn modelId="{E3718AEB-C9AB-43DC-86BF-B50D8220234F}" type="presParOf" srcId="{ED8E3180-1FEE-4703-B020-6C3ED1785CDF}" destId="{997A21CC-3647-4A22-9919-DC57054B6D33}" srcOrd="0" destOrd="0" presId="urn:microsoft.com/office/officeart/2005/8/layout/list1"/>
    <dgm:cxn modelId="{FBF4A5DD-5C0C-494F-99DE-79E35B10D658}" type="presParOf" srcId="{997A21CC-3647-4A22-9919-DC57054B6D33}" destId="{6FBB1D0C-EA02-43AE-B253-E3BFD34808EB}" srcOrd="0" destOrd="0" presId="urn:microsoft.com/office/officeart/2005/8/layout/list1"/>
    <dgm:cxn modelId="{03E2BD8A-8DC1-4A88-9ADB-697D366898D6}" type="presParOf" srcId="{997A21CC-3647-4A22-9919-DC57054B6D33}" destId="{8F43027D-5924-487F-9BB0-4BA5374EE2CC}" srcOrd="1" destOrd="0" presId="urn:microsoft.com/office/officeart/2005/8/layout/list1"/>
    <dgm:cxn modelId="{65AF2E1D-DB88-4DA6-B16A-F2C3B9DB9DC3}" type="presParOf" srcId="{ED8E3180-1FEE-4703-B020-6C3ED1785CDF}" destId="{0C24D24A-8668-44CE-864D-4C691D616329}" srcOrd="1" destOrd="0" presId="urn:microsoft.com/office/officeart/2005/8/layout/list1"/>
    <dgm:cxn modelId="{5D8CCE65-1B54-4286-93E0-1E41B105B416}" type="presParOf" srcId="{ED8E3180-1FEE-4703-B020-6C3ED1785CDF}" destId="{51D3D83D-79A2-459E-9025-F2B143AC31F1}" srcOrd="2" destOrd="0" presId="urn:microsoft.com/office/officeart/2005/8/layout/list1"/>
    <dgm:cxn modelId="{B0AFB57D-8B2A-49FD-B06A-166AD25E900F}" type="presParOf" srcId="{ED8E3180-1FEE-4703-B020-6C3ED1785CDF}" destId="{6B234B46-E474-4709-84F9-0918D167B53D}" srcOrd="3" destOrd="0" presId="urn:microsoft.com/office/officeart/2005/8/layout/list1"/>
    <dgm:cxn modelId="{8488E7CF-E40D-4CC8-B90F-753A21DFD243}" type="presParOf" srcId="{ED8E3180-1FEE-4703-B020-6C3ED1785CDF}" destId="{190AE8CF-4151-4BA7-9639-1E6FD810CA12}" srcOrd="4" destOrd="0" presId="urn:microsoft.com/office/officeart/2005/8/layout/list1"/>
    <dgm:cxn modelId="{793A69C8-2B16-458E-8BA1-5D2A2B7CCFD7}" type="presParOf" srcId="{190AE8CF-4151-4BA7-9639-1E6FD810CA12}" destId="{C5A9AC0E-E6B7-4FDB-93ED-0681C20FDBC5}" srcOrd="0" destOrd="0" presId="urn:microsoft.com/office/officeart/2005/8/layout/list1"/>
    <dgm:cxn modelId="{1FD190FB-522E-4315-B8CA-84E004E538C1}" type="presParOf" srcId="{190AE8CF-4151-4BA7-9639-1E6FD810CA12}" destId="{344998E6-469E-4E3F-B622-0FF361EB21AF}" srcOrd="1" destOrd="0" presId="urn:microsoft.com/office/officeart/2005/8/layout/list1"/>
    <dgm:cxn modelId="{807D6CE1-0453-44CD-9996-53D14513E414}" type="presParOf" srcId="{ED8E3180-1FEE-4703-B020-6C3ED1785CDF}" destId="{EE139727-C9CA-4FC2-8AC3-4FAA832FC65E}" srcOrd="5" destOrd="0" presId="urn:microsoft.com/office/officeart/2005/8/layout/list1"/>
    <dgm:cxn modelId="{25F162C3-5209-4EDF-8DD4-6E76F39E7051}" type="presParOf" srcId="{ED8E3180-1FEE-4703-B020-6C3ED1785CDF}" destId="{A4823730-9F11-4827-9276-870B8883F6A3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2.xml><?xml version="1.0" encoding="utf-8"?>
<dgm:dataModel xmlns:dgm="http://schemas.openxmlformats.org/drawingml/2006/diagram" xmlns:a="http://schemas.openxmlformats.org/drawingml/2006/main">
  <dgm:ptLst>
    <dgm:pt modelId="{B5DCE31F-CA2E-49AE-A867-5B10DF3DC169}" type="doc">
      <dgm:prSet loTypeId="urn:microsoft.com/office/officeart/2005/8/layout/list1" loCatId="list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30575562-1EDC-45DC-8095-A713F2BE63F5}">
      <dgm:prSet/>
      <dgm:spPr/>
      <dgm:t>
        <a:bodyPr/>
        <a:lstStyle/>
        <a:p>
          <a:r>
            <a:rPr lang="tr-TR" dirty="0" err="1"/>
            <a:t>hardware’s</a:t>
          </a:r>
          <a:r>
            <a:rPr lang="tr-TR" dirty="0"/>
            <a:t> </a:t>
          </a:r>
          <a:r>
            <a:rPr lang="tr-TR" dirty="0" err="1"/>
            <a:t>power</a:t>
          </a:r>
          <a:endParaRPr lang="en-US" dirty="0"/>
        </a:p>
      </dgm:t>
    </dgm:pt>
    <dgm:pt modelId="{B108C39F-D60C-42AF-B4D4-87E64EFFB1D6}" type="parTrans" cxnId="{91F33E4B-E2CE-4CBD-AD50-A9559DE6146D}">
      <dgm:prSet/>
      <dgm:spPr/>
      <dgm:t>
        <a:bodyPr/>
        <a:lstStyle/>
        <a:p>
          <a:endParaRPr lang="en-US"/>
        </a:p>
      </dgm:t>
    </dgm:pt>
    <dgm:pt modelId="{2173E430-8C93-4526-BF32-3DAF9AECEDB6}" type="sibTrans" cxnId="{91F33E4B-E2CE-4CBD-AD50-A9559DE6146D}">
      <dgm:prSet/>
      <dgm:spPr/>
      <dgm:t>
        <a:bodyPr/>
        <a:lstStyle/>
        <a:p>
          <a:endParaRPr lang="en-US"/>
        </a:p>
      </dgm:t>
    </dgm:pt>
    <dgm:pt modelId="{7D10BF71-261A-44A1-86E6-82F8982DDFF9}">
      <dgm:prSet/>
      <dgm:spPr/>
      <dgm:t>
        <a:bodyPr/>
        <a:lstStyle/>
        <a:p>
          <a:r>
            <a:rPr lang="en-US" dirty="0"/>
            <a:t>Once mining hardware exceeded 4 GH</a:t>
          </a:r>
          <a:r>
            <a:rPr lang="en-US"/>
            <a:t>/sec</a:t>
          </a:r>
          <a:endParaRPr lang="en-US" dirty="0"/>
        </a:p>
      </dgm:t>
    </dgm:pt>
    <dgm:pt modelId="{5370209B-9476-4CF4-B455-B9BBCEB0396C}" type="parTrans" cxnId="{A929CE3B-D19A-4103-9847-013AE0BADEDF}">
      <dgm:prSet/>
      <dgm:spPr/>
    </dgm:pt>
    <dgm:pt modelId="{F1700100-FE78-462E-9662-FB4250D58A76}" type="sibTrans" cxnId="{A929CE3B-D19A-4103-9847-013AE0BADEDF}">
      <dgm:prSet/>
      <dgm:spPr/>
    </dgm:pt>
    <dgm:pt modelId="{6ADEABED-BDB6-4002-AC80-5BD81FE6DA58}">
      <dgm:prSet/>
      <dgm:spPr/>
      <dgm:t>
        <a:bodyPr/>
        <a:lstStyle/>
        <a:p>
          <a:r>
            <a:rPr lang="tr-TR" dirty="0"/>
            <a:t>Time-</a:t>
          </a:r>
          <a:r>
            <a:rPr lang="tr-TR" dirty="0" err="1"/>
            <a:t>stamp</a:t>
          </a:r>
          <a:r>
            <a:rPr lang="tr-TR" dirty="0"/>
            <a:t> </a:t>
          </a:r>
          <a:r>
            <a:rPr lang="tr-TR" dirty="0" err="1"/>
            <a:t>based</a:t>
          </a:r>
          <a:r>
            <a:rPr lang="tr-TR" dirty="0"/>
            <a:t> </a:t>
          </a:r>
          <a:r>
            <a:rPr lang="tr-TR" dirty="0" err="1"/>
            <a:t>approach</a:t>
          </a:r>
          <a:endParaRPr lang="en-US" dirty="0"/>
        </a:p>
      </dgm:t>
    </dgm:pt>
    <dgm:pt modelId="{EB2E6E4A-40B4-426F-9A78-4D541A059DE4}" type="parTrans" cxnId="{647E700A-4AB7-429D-A14F-8B63C828936D}">
      <dgm:prSet/>
      <dgm:spPr/>
    </dgm:pt>
    <dgm:pt modelId="{6A615EA5-D283-4CEC-978D-1B2A8AEDAB89}" type="sibTrans" cxnId="{647E700A-4AB7-429D-A14F-8B63C828936D}">
      <dgm:prSet/>
      <dgm:spPr/>
    </dgm:pt>
    <dgm:pt modelId="{0EEAE6DF-E019-43F1-AA58-963F673570F6}">
      <dgm:prSet/>
      <dgm:spPr/>
      <dgm:t>
        <a:bodyPr/>
        <a:lstStyle/>
        <a:p>
          <a:r>
            <a:rPr lang="en-US" dirty="0"/>
            <a:t>because the nonce values</a:t>
          </a:r>
        </a:p>
      </dgm:t>
    </dgm:pt>
    <dgm:pt modelId="{3F5654EC-91BB-4A57-A298-18E66FF84DD0}" type="parTrans" cxnId="{DEECE8AA-31BF-4E24-8042-4F46F49EAC3A}">
      <dgm:prSet/>
      <dgm:spPr/>
    </dgm:pt>
    <dgm:pt modelId="{6A090135-9F7C-4836-A20E-79D99AA7B1BD}" type="sibTrans" cxnId="{DEECE8AA-31BF-4E24-8042-4F46F49EAC3A}">
      <dgm:prSet/>
      <dgm:spPr/>
    </dgm:pt>
    <dgm:pt modelId="{BB385C15-F789-4D19-AA27-868B82F59B1C}">
      <dgm:prSet/>
      <dgm:spPr/>
      <dgm:t>
        <a:bodyPr/>
        <a:lstStyle/>
        <a:p>
          <a:r>
            <a:rPr lang="tr-TR" dirty="0" err="1"/>
            <a:t>Speed</a:t>
          </a:r>
          <a:r>
            <a:rPr lang="tr-TR" dirty="0"/>
            <a:t> of </a:t>
          </a:r>
          <a:r>
            <a:rPr lang="tr-TR" dirty="0" err="1"/>
            <a:t>exhausting</a:t>
          </a:r>
          <a:endParaRPr lang="en-US" dirty="0"/>
        </a:p>
      </dgm:t>
    </dgm:pt>
    <dgm:pt modelId="{87520B80-9CCF-4190-90FD-70F015EC0E76}" type="parTrans" cxnId="{8E85A961-57FA-4304-818E-5861186D06E1}">
      <dgm:prSet/>
      <dgm:spPr/>
    </dgm:pt>
    <dgm:pt modelId="{CB052AE9-139A-480A-B0EF-025C51C8DC21}" type="sibTrans" cxnId="{8E85A961-57FA-4304-818E-5861186D06E1}">
      <dgm:prSet/>
      <dgm:spPr/>
    </dgm:pt>
    <dgm:pt modelId="{F76042F5-4BC5-4526-B35F-70FB7D05C770}">
      <dgm:prSet/>
      <dgm:spPr/>
      <dgm:t>
        <a:bodyPr/>
        <a:lstStyle/>
        <a:p>
          <a:r>
            <a:rPr lang="en-US" dirty="0"/>
            <a:t>were exhausted in less than a second</a:t>
          </a:r>
        </a:p>
      </dgm:t>
    </dgm:pt>
    <dgm:pt modelId="{B650EE91-C29D-44FA-BFA7-4411D543BF1E}" type="parTrans" cxnId="{B79063F3-710C-4F3E-8A19-D27499911274}">
      <dgm:prSet/>
      <dgm:spPr/>
    </dgm:pt>
    <dgm:pt modelId="{08F5945D-096A-4C74-BDCE-283AB1533B58}" type="sibTrans" cxnId="{B79063F3-710C-4F3E-8A19-D27499911274}">
      <dgm:prSet/>
      <dgm:spPr/>
    </dgm:pt>
    <dgm:pt modelId="{A9AD8062-E84B-4678-AC92-312A52B5B2BD}">
      <dgm:prSet/>
      <dgm:spPr/>
      <dgm:t>
        <a:bodyPr/>
        <a:lstStyle/>
        <a:p>
          <a:r>
            <a:rPr lang="en-US"/>
            <a:t>became</a:t>
          </a:r>
          <a:r>
            <a:rPr lang="tr-TR"/>
            <a:t> </a:t>
          </a:r>
          <a:r>
            <a:rPr lang="en-US" dirty="0"/>
            <a:t>increasingly difficult</a:t>
          </a:r>
        </a:p>
      </dgm:t>
    </dgm:pt>
    <dgm:pt modelId="{91090CB7-DFA1-4E68-911F-B5079034EFEC}" type="parTrans" cxnId="{E4987912-E1E2-49E6-BB72-696A03BF3EE4}">
      <dgm:prSet/>
      <dgm:spPr/>
    </dgm:pt>
    <dgm:pt modelId="{392D7519-74DA-4087-B61F-5FDAB38C9E53}" type="sibTrans" cxnId="{E4987912-E1E2-49E6-BB72-696A03BF3EE4}">
      <dgm:prSet/>
      <dgm:spPr/>
    </dgm:pt>
    <dgm:pt modelId="{F0D5555C-3D5D-4B7C-BE56-7354133A59A1}" type="pres">
      <dgm:prSet presAssocID="{B5DCE31F-CA2E-49AE-A867-5B10DF3DC169}" presName="linear" presStyleCnt="0">
        <dgm:presLayoutVars>
          <dgm:dir/>
          <dgm:animLvl val="lvl"/>
          <dgm:resizeHandles val="exact"/>
        </dgm:presLayoutVars>
      </dgm:prSet>
      <dgm:spPr/>
    </dgm:pt>
    <dgm:pt modelId="{E7F5F457-2FBA-437C-9872-D7593AB7E7A4}" type="pres">
      <dgm:prSet presAssocID="{30575562-1EDC-45DC-8095-A713F2BE63F5}" presName="parentLin" presStyleCnt="0"/>
      <dgm:spPr/>
    </dgm:pt>
    <dgm:pt modelId="{93A7A8E1-F09A-4C7F-93CF-5C074DE88E5F}" type="pres">
      <dgm:prSet presAssocID="{30575562-1EDC-45DC-8095-A713F2BE63F5}" presName="parentLeftMargin" presStyleLbl="node1" presStyleIdx="0" presStyleCnt="2"/>
      <dgm:spPr/>
    </dgm:pt>
    <dgm:pt modelId="{8A014536-07ED-49AF-937D-D67239A4B4B5}" type="pres">
      <dgm:prSet presAssocID="{30575562-1EDC-45DC-8095-A713F2BE63F5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27C6C0EC-5ED3-4762-B04B-B5CC3FC3B0F1}" type="pres">
      <dgm:prSet presAssocID="{30575562-1EDC-45DC-8095-A713F2BE63F5}" presName="negativeSpace" presStyleCnt="0"/>
      <dgm:spPr/>
    </dgm:pt>
    <dgm:pt modelId="{DC6BA685-B882-4AFE-AB24-D0582F46FE54}" type="pres">
      <dgm:prSet presAssocID="{30575562-1EDC-45DC-8095-A713F2BE63F5}" presName="childText" presStyleLbl="conFgAcc1" presStyleIdx="0" presStyleCnt="2">
        <dgm:presLayoutVars>
          <dgm:bulletEnabled val="1"/>
        </dgm:presLayoutVars>
      </dgm:prSet>
      <dgm:spPr/>
    </dgm:pt>
    <dgm:pt modelId="{EA5CB578-0E16-41CB-8794-4B8E9917C8B7}" type="pres">
      <dgm:prSet presAssocID="{2173E430-8C93-4526-BF32-3DAF9AECEDB6}" presName="spaceBetweenRectangles" presStyleCnt="0"/>
      <dgm:spPr/>
    </dgm:pt>
    <dgm:pt modelId="{8537E2D3-3BD7-42EB-B812-ECA5BC87526F}" type="pres">
      <dgm:prSet presAssocID="{BB385C15-F789-4D19-AA27-868B82F59B1C}" presName="parentLin" presStyleCnt="0"/>
      <dgm:spPr/>
    </dgm:pt>
    <dgm:pt modelId="{9F081C55-C1D8-4FCE-A0D3-0CB997FA67E3}" type="pres">
      <dgm:prSet presAssocID="{BB385C15-F789-4D19-AA27-868B82F59B1C}" presName="parentLeftMargin" presStyleLbl="node1" presStyleIdx="0" presStyleCnt="2"/>
      <dgm:spPr/>
    </dgm:pt>
    <dgm:pt modelId="{4E476BA0-D422-4C23-B3FF-C9CD094F7648}" type="pres">
      <dgm:prSet presAssocID="{BB385C15-F789-4D19-AA27-868B82F59B1C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C3B9E6A5-B54E-479E-8CFC-B04B39F83BFC}" type="pres">
      <dgm:prSet presAssocID="{BB385C15-F789-4D19-AA27-868B82F59B1C}" presName="negativeSpace" presStyleCnt="0"/>
      <dgm:spPr/>
    </dgm:pt>
    <dgm:pt modelId="{64518DF4-1DE0-4FF5-98AD-A71DE4C80894}" type="pres">
      <dgm:prSet presAssocID="{BB385C15-F789-4D19-AA27-868B82F59B1C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647E700A-4AB7-429D-A14F-8B63C828936D}" srcId="{30575562-1EDC-45DC-8095-A713F2BE63F5}" destId="{6ADEABED-BDB6-4002-AC80-5BD81FE6DA58}" srcOrd="1" destOrd="0" parTransId="{EB2E6E4A-40B4-426F-9A78-4D541A059DE4}" sibTransId="{6A615EA5-D283-4CEC-978D-1B2A8AEDAB89}"/>
    <dgm:cxn modelId="{E4987912-E1E2-49E6-BB72-696A03BF3EE4}" srcId="{30575562-1EDC-45DC-8095-A713F2BE63F5}" destId="{A9AD8062-E84B-4678-AC92-312A52B5B2BD}" srcOrd="2" destOrd="0" parTransId="{91090CB7-DFA1-4E68-911F-B5079034EFEC}" sibTransId="{392D7519-74DA-4087-B61F-5FDAB38C9E53}"/>
    <dgm:cxn modelId="{8DC6F617-E7A2-4601-BE39-F0E93C5700C6}" type="presOf" srcId="{BB385C15-F789-4D19-AA27-868B82F59B1C}" destId="{9F081C55-C1D8-4FCE-A0D3-0CB997FA67E3}" srcOrd="0" destOrd="0" presId="urn:microsoft.com/office/officeart/2005/8/layout/list1"/>
    <dgm:cxn modelId="{421F8221-C599-4940-95C1-A1980EDE9C19}" type="presOf" srcId="{B5DCE31F-CA2E-49AE-A867-5B10DF3DC169}" destId="{F0D5555C-3D5D-4B7C-BE56-7354133A59A1}" srcOrd="0" destOrd="0" presId="urn:microsoft.com/office/officeart/2005/8/layout/list1"/>
    <dgm:cxn modelId="{A929CE3B-D19A-4103-9847-013AE0BADEDF}" srcId="{30575562-1EDC-45DC-8095-A713F2BE63F5}" destId="{7D10BF71-261A-44A1-86E6-82F8982DDFF9}" srcOrd="0" destOrd="0" parTransId="{5370209B-9476-4CF4-B455-B9BBCEB0396C}" sibTransId="{F1700100-FE78-462E-9662-FB4250D58A76}"/>
    <dgm:cxn modelId="{8E85A961-57FA-4304-818E-5861186D06E1}" srcId="{B5DCE31F-CA2E-49AE-A867-5B10DF3DC169}" destId="{BB385C15-F789-4D19-AA27-868B82F59B1C}" srcOrd="1" destOrd="0" parTransId="{87520B80-9CCF-4190-90FD-70F015EC0E76}" sibTransId="{CB052AE9-139A-480A-B0EF-025C51C8DC21}"/>
    <dgm:cxn modelId="{91F33E4B-E2CE-4CBD-AD50-A9559DE6146D}" srcId="{B5DCE31F-CA2E-49AE-A867-5B10DF3DC169}" destId="{30575562-1EDC-45DC-8095-A713F2BE63F5}" srcOrd="0" destOrd="0" parTransId="{B108C39F-D60C-42AF-B4D4-87E64EFFB1D6}" sibTransId="{2173E430-8C93-4526-BF32-3DAF9AECEDB6}"/>
    <dgm:cxn modelId="{B4F7724D-C8C9-4A6B-8BD3-99739202BC4F}" type="presOf" srcId="{A9AD8062-E84B-4678-AC92-312A52B5B2BD}" destId="{DC6BA685-B882-4AFE-AB24-D0582F46FE54}" srcOrd="0" destOrd="2" presId="urn:microsoft.com/office/officeart/2005/8/layout/list1"/>
    <dgm:cxn modelId="{7DD19B4D-B807-488E-B566-8F883D98EEA6}" type="presOf" srcId="{30575562-1EDC-45DC-8095-A713F2BE63F5}" destId="{8A014536-07ED-49AF-937D-D67239A4B4B5}" srcOrd="1" destOrd="0" presId="urn:microsoft.com/office/officeart/2005/8/layout/list1"/>
    <dgm:cxn modelId="{D48A2670-DAA8-424D-B92A-E6400B83632E}" type="presOf" srcId="{30575562-1EDC-45DC-8095-A713F2BE63F5}" destId="{93A7A8E1-F09A-4C7F-93CF-5C074DE88E5F}" srcOrd="0" destOrd="0" presId="urn:microsoft.com/office/officeart/2005/8/layout/list1"/>
    <dgm:cxn modelId="{39A39477-E89E-4A4E-9BD4-06A39638452E}" type="presOf" srcId="{BB385C15-F789-4D19-AA27-868B82F59B1C}" destId="{4E476BA0-D422-4C23-B3FF-C9CD094F7648}" srcOrd="1" destOrd="0" presId="urn:microsoft.com/office/officeart/2005/8/layout/list1"/>
    <dgm:cxn modelId="{51A5668D-E64C-4FF3-88E6-CE3FFA1565F7}" type="presOf" srcId="{6ADEABED-BDB6-4002-AC80-5BD81FE6DA58}" destId="{DC6BA685-B882-4AFE-AB24-D0582F46FE54}" srcOrd="0" destOrd="1" presId="urn:microsoft.com/office/officeart/2005/8/layout/list1"/>
    <dgm:cxn modelId="{337333A0-EDB4-40C1-91C6-19F531F8F8AE}" type="presOf" srcId="{7D10BF71-261A-44A1-86E6-82F8982DDFF9}" destId="{DC6BA685-B882-4AFE-AB24-D0582F46FE54}" srcOrd="0" destOrd="0" presId="urn:microsoft.com/office/officeart/2005/8/layout/list1"/>
    <dgm:cxn modelId="{DEECE8AA-31BF-4E24-8042-4F46F49EAC3A}" srcId="{BB385C15-F789-4D19-AA27-868B82F59B1C}" destId="{0EEAE6DF-E019-43F1-AA58-963F673570F6}" srcOrd="0" destOrd="0" parTransId="{3F5654EC-91BB-4A57-A298-18E66FF84DD0}" sibTransId="{6A090135-9F7C-4836-A20E-79D99AA7B1BD}"/>
    <dgm:cxn modelId="{E6597DBB-1407-4444-BE38-C00C4ED78BB9}" type="presOf" srcId="{F76042F5-4BC5-4526-B35F-70FB7D05C770}" destId="{64518DF4-1DE0-4FF5-98AD-A71DE4C80894}" srcOrd="0" destOrd="1" presId="urn:microsoft.com/office/officeart/2005/8/layout/list1"/>
    <dgm:cxn modelId="{B79063F3-710C-4F3E-8A19-D27499911274}" srcId="{BB385C15-F789-4D19-AA27-868B82F59B1C}" destId="{F76042F5-4BC5-4526-B35F-70FB7D05C770}" srcOrd="1" destOrd="0" parTransId="{B650EE91-C29D-44FA-BFA7-4411D543BF1E}" sibTransId="{08F5945D-096A-4C74-BDCE-283AB1533B58}"/>
    <dgm:cxn modelId="{253386F4-B020-4FFF-B557-FFB9356C49DA}" type="presOf" srcId="{0EEAE6DF-E019-43F1-AA58-963F673570F6}" destId="{64518DF4-1DE0-4FF5-98AD-A71DE4C80894}" srcOrd="0" destOrd="0" presId="urn:microsoft.com/office/officeart/2005/8/layout/list1"/>
    <dgm:cxn modelId="{A439A651-2939-4119-92CE-D65C58321DF6}" type="presParOf" srcId="{F0D5555C-3D5D-4B7C-BE56-7354133A59A1}" destId="{E7F5F457-2FBA-437C-9872-D7593AB7E7A4}" srcOrd="0" destOrd="0" presId="urn:microsoft.com/office/officeart/2005/8/layout/list1"/>
    <dgm:cxn modelId="{8D1521E5-461F-4570-8C71-1E5E5B652D51}" type="presParOf" srcId="{E7F5F457-2FBA-437C-9872-D7593AB7E7A4}" destId="{93A7A8E1-F09A-4C7F-93CF-5C074DE88E5F}" srcOrd="0" destOrd="0" presId="urn:microsoft.com/office/officeart/2005/8/layout/list1"/>
    <dgm:cxn modelId="{CCF9E0B5-F9E5-4A54-8C14-C4FFC33928A6}" type="presParOf" srcId="{E7F5F457-2FBA-437C-9872-D7593AB7E7A4}" destId="{8A014536-07ED-49AF-937D-D67239A4B4B5}" srcOrd="1" destOrd="0" presId="urn:microsoft.com/office/officeart/2005/8/layout/list1"/>
    <dgm:cxn modelId="{AAA29B22-E980-440C-B56C-AF0BCD87B46C}" type="presParOf" srcId="{F0D5555C-3D5D-4B7C-BE56-7354133A59A1}" destId="{27C6C0EC-5ED3-4762-B04B-B5CC3FC3B0F1}" srcOrd="1" destOrd="0" presId="urn:microsoft.com/office/officeart/2005/8/layout/list1"/>
    <dgm:cxn modelId="{D0A2C092-252B-4F7B-A48B-85EE08B51007}" type="presParOf" srcId="{F0D5555C-3D5D-4B7C-BE56-7354133A59A1}" destId="{DC6BA685-B882-4AFE-AB24-D0582F46FE54}" srcOrd="2" destOrd="0" presId="urn:microsoft.com/office/officeart/2005/8/layout/list1"/>
    <dgm:cxn modelId="{10AA0894-6E24-4786-B30E-91CA1A3EFAED}" type="presParOf" srcId="{F0D5555C-3D5D-4B7C-BE56-7354133A59A1}" destId="{EA5CB578-0E16-41CB-8794-4B8E9917C8B7}" srcOrd="3" destOrd="0" presId="urn:microsoft.com/office/officeart/2005/8/layout/list1"/>
    <dgm:cxn modelId="{C672187E-4BA3-44B6-8AF4-CA67B29DBBAF}" type="presParOf" srcId="{F0D5555C-3D5D-4B7C-BE56-7354133A59A1}" destId="{8537E2D3-3BD7-42EB-B812-ECA5BC87526F}" srcOrd="4" destOrd="0" presId="urn:microsoft.com/office/officeart/2005/8/layout/list1"/>
    <dgm:cxn modelId="{F64AFF5A-02A8-4023-AFC4-6FF73D9EF0EB}" type="presParOf" srcId="{8537E2D3-3BD7-42EB-B812-ECA5BC87526F}" destId="{9F081C55-C1D8-4FCE-A0D3-0CB997FA67E3}" srcOrd="0" destOrd="0" presId="urn:microsoft.com/office/officeart/2005/8/layout/list1"/>
    <dgm:cxn modelId="{69B65614-7350-4BDB-905A-9C6CC43A1570}" type="presParOf" srcId="{8537E2D3-3BD7-42EB-B812-ECA5BC87526F}" destId="{4E476BA0-D422-4C23-B3FF-C9CD094F7648}" srcOrd="1" destOrd="0" presId="urn:microsoft.com/office/officeart/2005/8/layout/list1"/>
    <dgm:cxn modelId="{7703F157-C325-4E34-AA77-B3CE975E8705}" type="presParOf" srcId="{F0D5555C-3D5D-4B7C-BE56-7354133A59A1}" destId="{C3B9E6A5-B54E-479E-8CFC-B04B39F83BFC}" srcOrd="5" destOrd="0" presId="urn:microsoft.com/office/officeart/2005/8/layout/list1"/>
    <dgm:cxn modelId="{DF4BFF54-95EF-4F78-A48B-C1DE1A73EEEB}" type="presParOf" srcId="{F0D5555C-3D5D-4B7C-BE56-7354133A59A1}" destId="{64518DF4-1DE0-4FF5-98AD-A71DE4C80894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3.xml><?xml version="1.0" encoding="utf-8"?>
<dgm:dataModel xmlns:dgm="http://schemas.openxmlformats.org/drawingml/2006/diagram" xmlns:a="http://schemas.openxmlformats.org/drawingml/2006/main">
  <dgm:ptLst>
    <dgm:pt modelId="{B5DCE31F-CA2E-49AE-A867-5B10DF3DC169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D6225F1C-B363-4591-9D37-36477F264C0F}">
      <dgm:prSet/>
      <dgm:spPr/>
      <dgm:t>
        <a:bodyPr/>
        <a:lstStyle/>
        <a:p>
          <a:r>
            <a:rPr lang="en-US" dirty="0"/>
            <a:t>The solution</a:t>
          </a:r>
        </a:p>
      </dgm:t>
    </dgm:pt>
    <dgm:pt modelId="{008D2155-175B-4035-8884-DEECE63C65D0}" type="parTrans" cxnId="{9E8A4C15-E2F5-45A1-B929-49AE3E2A7081}">
      <dgm:prSet/>
      <dgm:spPr/>
      <dgm:t>
        <a:bodyPr/>
        <a:lstStyle/>
        <a:p>
          <a:endParaRPr lang="en-US"/>
        </a:p>
      </dgm:t>
    </dgm:pt>
    <dgm:pt modelId="{FC6BD066-B13B-45A9-B1D4-19E60B49D38D}" type="sibTrans" cxnId="{9E8A4C15-E2F5-45A1-B929-49AE3E2A7081}">
      <dgm:prSet/>
      <dgm:spPr/>
      <dgm:t>
        <a:bodyPr/>
        <a:lstStyle/>
        <a:p>
          <a:endParaRPr lang="en-US"/>
        </a:p>
      </dgm:t>
    </dgm:pt>
    <dgm:pt modelId="{879EF3DB-BEDF-4448-BC89-561F7D2152A1}">
      <dgm:prSet/>
      <dgm:spPr/>
      <dgm:t>
        <a:bodyPr/>
        <a:lstStyle/>
        <a:p>
          <a:r>
            <a:rPr lang="en-US" dirty="0" err="1"/>
            <a:t>coinbase</a:t>
          </a:r>
          <a:r>
            <a:rPr lang="en-US" dirty="0"/>
            <a:t> script can store</a:t>
          </a:r>
        </a:p>
      </dgm:t>
    </dgm:pt>
    <dgm:pt modelId="{52F6A701-7C4E-4F17-AE31-514A7BDC2297}" type="parTrans" cxnId="{283D1096-B942-4678-9CB2-E7CAC0556B61}">
      <dgm:prSet/>
      <dgm:spPr/>
      <dgm:t>
        <a:bodyPr/>
        <a:lstStyle/>
        <a:p>
          <a:endParaRPr lang="en-US"/>
        </a:p>
      </dgm:t>
    </dgm:pt>
    <dgm:pt modelId="{33656A88-C53F-44BA-A93D-C87AFEB50571}" type="sibTrans" cxnId="{283D1096-B942-4678-9CB2-E7CAC0556B61}">
      <dgm:prSet/>
      <dgm:spPr/>
      <dgm:t>
        <a:bodyPr/>
        <a:lstStyle/>
        <a:p>
          <a:endParaRPr lang="en-US"/>
        </a:p>
      </dgm:t>
    </dgm:pt>
    <dgm:pt modelId="{83210A9D-9E0E-4527-97A4-7FA1197CD222}">
      <dgm:prSet/>
      <dgm:spPr/>
      <dgm:t>
        <a:bodyPr/>
        <a:lstStyle/>
        <a:p>
          <a:r>
            <a:rPr lang="tr-TR" dirty="0" err="1"/>
            <a:t>Extra</a:t>
          </a:r>
          <a:r>
            <a:rPr lang="tr-TR" dirty="0"/>
            <a:t> </a:t>
          </a:r>
          <a:r>
            <a:rPr lang="tr-TR" dirty="0" err="1"/>
            <a:t>nonces</a:t>
          </a:r>
          <a:endParaRPr lang="en-US" dirty="0"/>
        </a:p>
      </dgm:t>
    </dgm:pt>
    <dgm:pt modelId="{D32ECCC3-0C0F-488F-9CE1-E86ABF673D30}" type="parTrans" cxnId="{9280052A-F9C8-4233-B58B-3F602FEB2FD8}">
      <dgm:prSet/>
      <dgm:spPr/>
      <dgm:t>
        <a:bodyPr/>
        <a:lstStyle/>
        <a:p>
          <a:endParaRPr lang="en-US"/>
        </a:p>
      </dgm:t>
    </dgm:pt>
    <dgm:pt modelId="{FAE1CC27-0478-492F-B04C-F89C060956F9}" type="sibTrans" cxnId="{9280052A-F9C8-4233-B58B-3F602FEB2FD8}">
      <dgm:prSet/>
      <dgm:spPr/>
      <dgm:t>
        <a:bodyPr/>
        <a:lstStyle/>
        <a:p>
          <a:endParaRPr lang="en-US"/>
        </a:p>
      </dgm:t>
    </dgm:pt>
    <dgm:pt modelId="{451936CD-AB7D-47A3-9101-F5B08CFDC93B}">
      <dgm:prSet/>
      <dgm:spPr/>
      <dgm:t>
        <a:bodyPr/>
        <a:lstStyle/>
        <a:p>
          <a:r>
            <a:rPr lang="en-US" dirty="0"/>
            <a:t>to use the </a:t>
          </a:r>
          <a:r>
            <a:rPr lang="en-US" dirty="0" err="1"/>
            <a:t>coinbase</a:t>
          </a:r>
          <a:r>
            <a:rPr lang="en-US" dirty="0"/>
            <a:t> transaction</a:t>
          </a:r>
        </a:p>
      </dgm:t>
    </dgm:pt>
    <dgm:pt modelId="{1A8AC578-23BD-4F91-BD4F-B4A3E13DA5A2}" type="parTrans" cxnId="{F0C79AA9-6A05-4578-A7A9-5CF6BD335D7A}">
      <dgm:prSet/>
      <dgm:spPr/>
    </dgm:pt>
    <dgm:pt modelId="{699EC3CF-4B5E-4D2C-AC2A-AF0D2F64E8AE}" type="sibTrans" cxnId="{F0C79AA9-6A05-4578-A7A9-5CF6BD335D7A}">
      <dgm:prSet/>
      <dgm:spPr/>
    </dgm:pt>
    <dgm:pt modelId="{9DF01555-A407-486F-A6F4-8EC57701D5D5}">
      <dgm:prSet/>
      <dgm:spPr/>
      <dgm:t>
        <a:bodyPr/>
        <a:lstStyle/>
        <a:p>
          <a:r>
            <a:rPr lang="en-US" dirty="0"/>
            <a:t>as a source of extra</a:t>
          </a:r>
          <a:r>
            <a:rPr lang="tr-TR" dirty="0"/>
            <a:t> </a:t>
          </a:r>
          <a:r>
            <a:rPr lang="tr-TR" dirty="0" err="1"/>
            <a:t>nonce</a:t>
          </a:r>
          <a:r>
            <a:rPr lang="tr-TR" dirty="0"/>
            <a:t> </a:t>
          </a:r>
          <a:r>
            <a:rPr lang="tr-TR" dirty="0" err="1"/>
            <a:t>values</a:t>
          </a:r>
          <a:endParaRPr lang="en-US" dirty="0"/>
        </a:p>
      </dgm:t>
    </dgm:pt>
    <dgm:pt modelId="{74E22E10-D669-4560-9524-014A227054C8}" type="parTrans" cxnId="{40A42BEC-8C46-43F5-B46B-D592D39B02F5}">
      <dgm:prSet/>
      <dgm:spPr/>
    </dgm:pt>
    <dgm:pt modelId="{A6FFDD40-6D99-495C-B32A-810021A44835}" type="sibTrans" cxnId="{40A42BEC-8C46-43F5-B46B-D592D39B02F5}">
      <dgm:prSet/>
      <dgm:spPr/>
    </dgm:pt>
    <dgm:pt modelId="{4DBD275D-4720-464A-9A2E-A4116889A895}">
      <dgm:prSet/>
      <dgm:spPr/>
      <dgm:t>
        <a:bodyPr/>
        <a:lstStyle/>
        <a:p>
          <a:r>
            <a:rPr lang="tr-TR" dirty="0"/>
            <a:t>Space </a:t>
          </a:r>
          <a:r>
            <a:rPr lang="tr-TR" dirty="0" err="1"/>
            <a:t>for</a:t>
          </a:r>
          <a:r>
            <a:rPr lang="tr-TR" dirty="0"/>
            <a:t> </a:t>
          </a:r>
          <a:r>
            <a:rPr lang="tr-TR" dirty="0" err="1"/>
            <a:t>coinbase</a:t>
          </a:r>
          <a:endParaRPr lang="en-US" dirty="0"/>
        </a:p>
      </dgm:t>
    </dgm:pt>
    <dgm:pt modelId="{D46B3D1B-D0F7-4DDD-AF84-40649229F55D}" type="parTrans" cxnId="{62E61148-2BF4-4B3F-9342-C62D88C122EC}">
      <dgm:prSet/>
      <dgm:spPr/>
    </dgm:pt>
    <dgm:pt modelId="{E487E7F4-2B0F-4A78-9E27-65E17049E64A}" type="sibTrans" cxnId="{62E61148-2BF4-4B3F-9342-C62D88C122EC}">
      <dgm:prSet/>
      <dgm:spPr/>
    </dgm:pt>
    <dgm:pt modelId="{74091F82-5F44-44C1-8DF9-1FE09DFEDA99}">
      <dgm:prSet/>
      <dgm:spPr/>
      <dgm:t>
        <a:bodyPr/>
        <a:lstStyle/>
        <a:p>
          <a:r>
            <a:rPr lang="en-US"/>
            <a:t>between </a:t>
          </a:r>
          <a:r>
            <a:rPr lang="en-US" dirty="0"/>
            <a:t>2 and 100 bytes of data</a:t>
          </a:r>
        </a:p>
      </dgm:t>
    </dgm:pt>
    <dgm:pt modelId="{E51DFBCD-C10D-4C1F-8357-34FE04B0DDE8}" type="parTrans" cxnId="{8E04CD15-988D-4DE2-891C-FF5C5689FB47}">
      <dgm:prSet/>
      <dgm:spPr/>
    </dgm:pt>
    <dgm:pt modelId="{7D57A955-C1EF-4A0B-9F57-163422BDC8BA}" type="sibTrans" cxnId="{8E04CD15-988D-4DE2-891C-FF5C5689FB47}">
      <dgm:prSet/>
      <dgm:spPr/>
    </dgm:pt>
    <dgm:pt modelId="{1F2C5D03-1B8E-46BD-B67F-93CFC0D22C47}">
      <dgm:prSet/>
      <dgm:spPr/>
      <dgm:t>
        <a:bodyPr/>
        <a:lstStyle/>
        <a:p>
          <a:r>
            <a:rPr lang="tr-TR" dirty="0"/>
            <a:t>8</a:t>
          </a:r>
          <a:r>
            <a:rPr lang="en-US" dirty="0"/>
            <a:t> bytes of extra nonce</a:t>
          </a:r>
        </a:p>
      </dgm:t>
    </dgm:pt>
    <dgm:pt modelId="{6BF790FF-CC67-4CFE-BE97-4B5B91A12C7C}" type="parTrans" cxnId="{4C4D86E2-8D39-4373-82D5-E1FF9C10293F}">
      <dgm:prSet/>
      <dgm:spPr/>
    </dgm:pt>
    <dgm:pt modelId="{99AE0D07-1EA2-49E5-9AC9-9A52480C3959}" type="sibTrans" cxnId="{4C4D86E2-8D39-4373-82D5-E1FF9C10293F}">
      <dgm:prSet/>
      <dgm:spPr/>
    </dgm:pt>
    <dgm:pt modelId="{D22A3592-5599-4B0F-A13A-7FD11F19275D}">
      <dgm:prSet/>
      <dgm:spPr/>
      <dgm:t>
        <a:bodyPr/>
        <a:lstStyle/>
        <a:p>
          <a:r>
            <a:rPr lang="tr-TR"/>
            <a:t>+ </a:t>
          </a:r>
          <a:r>
            <a:rPr lang="en-US" dirty="0"/>
            <a:t>4 bytes of</a:t>
          </a:r>
          <a:r>
            <a:rPr lang="tr-TR" dirty="0"/>
            <a:t> </a:t>
          </a:r>
          <a:r>
            <a:rPr lang="en-US" dirty="0"/>
            <a:t>“standard” nonce </a:t>
          </a:r>
        </a:p>
      </dgm:t>
    </dgm:pt>
    <dgm:pt modelId="{CE009710-2A3C-4570-856A-905A1CAC69FA}" type="parTrans" cxnId="{BC852603-4832-439F-9003-D3E0A1E43DB1}">
      <dgm:prSet/>
      <dgm:spPr/>
    </dgm:pt>
    <dgm:pt modelId="{FF4292B6-A1D2-41C6-8F36-F5D03AD4857F}" type="sibTrans" cxnId="{BC852603-4832-439F-9003-D3E0A1E43DB1}">
      <dgm:prSet/>
      <dgm:spPr/>
    </dgm:pt>
    <dgm:pt modelId="{6A7218FB-B859-4976-89B1-06A527094C95}" type="pres">
      <dgm:prSet presAssocID="{B5DCE31F-CA2E-49AE-A867-5B10DF3DC169}" presName="linear" presStyleCnt="0">
        <dgm:presLayoutVars>
          <dgm:dir/>
          <dgm:animLvl val="lvl"/>
          <dgm:resizeHandles val="exact"/>
        </dgm:presLayoutVars>
      </dgm:prSet>
      <dgm:spPr/>
    </dgm:pt>
    <dgm:pt modelId="{9D4BB5B4-8CBB-4A3F-86B9-C02275CA0E26}" type="pres">
      <dgm:prSet presAssocID="{D6225F1C-B363-4591-9D37-36477F264C0F}" presName="parentLin" presStyleCnt="0"/>
      <dgm:spPr/>
    </dgm:pt>
    <dgm:pt modelId="{F585C745-A58A-469C-94B2-3516C7BA2CF3}" type="pres">
      <dgm:prSet presAssocID="{D6225F1C-B363-4591-9D37-36477F264C0F}" presName="parentLeftMargin" presStyleLbl="node1" presStyleIdx="0" presStyleCnt="3"/>
      <dgm:spPr/>
    </dgm:pt>
    <dgm:pt modelId="{DB631EFA-463F-4AE2-894B-082EF8CAF2A8}" type="pres">
      <dgm:prSet presAssocID="{D6225F1C-B363-4591-9D37-36477F264C0F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91200371-A79B-4E43-BF38-3C55BE34B7BD}" type="pres">
      <dgm:prSet presAssocID="{D6225F1C-B363-4591-9D37-36477F264C0F}" presName="negativeSpace" presStyleCnt="0"/>
      <dgm:spPr/>
    </dgm:pt>
    <dgm:pt modelId="{54D8AED1-8547-4905-BC05-38CB24ECF061}" type="pres">
      <dgm:prSet presAssocID="{D6225F1C-B363-4591-9D37-36477F264C0F}" presName="childText" presStyleLbl="conFgAcc1" presStyleIdx="0" presStyleCnt="3">
        <dgm:presLayoutVars>
          <dgm:bulletEnabled val="1"/>
        </dgm:presLayoutVars>
      </dgm:prSet>
      <dgm:spPr/>
    </dgm:pt>
    <dgm:pt modelId="{61296A01-BE6F-481E-A302-240A7AAAFC70}" type="pres">
      <dgm:prSet presAssocID="{FC6BD066-B13B-45A9-B1D4-19E60B49D38D}" presName="spaceBetweenRectangles" presStyleCnt="0"/>
      <dgm:spPr/>
    </dgm:pt>
    <dgm:pt modelId="{96B7A8D6-907B-4DD3-A672-2A6C5BE78E52}" type="pres">
      <dgm:prSet presAssocID="{4DBD275D-4720-464A-9A2E-A4116889A895}" presName="parentLin" presStyleCnt="0"/>
      <dgm:spPr/>
    </dgm:pt>
    <dgm:pt modelId="{29034EC3-77A7-4ABC-B7EB-65A087F97124}" type="pres">
      <dgm:prSet presAssocID="{4DBD275D-4720-464A-9A2E-A4116889A895}" presName="parentLeftMargin" presStyleLbl="node1" presStyleIdx="0" presStyleCnt="3"/>
      <dgm:spPr/>
    </dgm:pt>
    <dgm:pt modelId="{0C78B5D5-72AE-4329-AC6C-00C1A4958B27}" type="pres">
      <dgm:prSet presAssocID="{4DBD275D-4720-464A-9A2E-A4116889A895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44AAB664-6D0B-4967-B6DF-9E58F11579C4}" type="pres">
      <dgm:prSet presAssocID="{4DBD275D-4720-464A-9A2E-A4116889A895}" presName="negativeSpace" presStyleCnt="0"/>
      <dgm:spPr/>
    </dgm:pt>
    <dgm:pt modelId="{466E2664-830A-45C8-84FA-F10220AEE432}" type="pres">
      <dgm:prSet presAssocID="{4DBD275D-4720-464A-9A2E-A4116889A895}" presName="childText" presStyleLbl="conFgAcc1" presStyleIdx="1" presStyleCnt="3">
        <dgm:presLayoutVars>
          <dgm:bulletEnabled val="1"/>
        </dgm:presLayoutVars>
      </dgm:prSet>
      <dgm:spPr/>
    </dgm:pt>
    <dgm:pt modelId="{6AB647BC-1021-4356-B2A1-F44D2A48F9B0}" type="pres">
      <dgm:prSet presAssocID="{E487E7F4-2B0F-4A78-9E27-65E17049E64A}" presName="spaceBetweenRectangles" presStyleCnt="0"/>
      <dgm:spPr/>
    </dgm:pt>
    <dgm:pt modelId="{367E1533-5B01-4879-8797-25303F7B8CB4}" type="pres">
      <dgm:prSet presAssocID="{83210A9D-9E0E-4527-97A4-7FA1197CD222}" presName="parentLin" presStyleCnt="0"/>
      <dgm:spPr/>
    </dgm:pt>
    <dgm:pt modelId="{1AF53EC2-E9F1-4763-A2C5-C677180DB8F7}" type="pres">
      <dgm:prSet presAssocID="{83210A9D-9E0E-4527-97A4-7FA1197CD222}" presName="parentLeftMargin" presStyleLbl="node1" presStyleIdx="1" presStyleCnt="3"/>
      <dgm:spPr/>
    </dgm:pt>
    <dgm:pt modelId="{35F5A68C-BD69-4328-839C-D67987E6D179}" type="pres">
      <dgm:prSet presAssocID="{83210A9D-9E0E-4527-97A4-7FA1197CD222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5FBE27AC-165E-4222-915A-0B1AAD82E111}" type="pres">
      <dgm:prSet presAssocID="{83210A9D-9E0E-4527-97A4-7FA1197CD222}" presName="negativeSpace" presStyleCnt="0"/>
      <dgm:spPr/>
    </dgm:pt>
    <dgm:pt modelId="{18C1AD11-1744-47D4-A492-D58FEB615E4B}" type="pres">
      <dgm:prSet presAssocID="{83210A9D-9E0E-4527-97A4-7FA1197CD222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BC852603-4832-439F-9003-D3E0A1E43DB1}" srcId="{83210A9D-9E0E-4527-97A4-7FA1197CD222}" destId="{D22A3592-5599-4B0F-A13A-7FD11F19275D}" srcOrd="1" destOrd="0" parTransId="{CE009710-2A3C-4570-856A-905A1CAC69FA}" sibTransId="{FF4292B6-A1D2-41C6-8F36-F5D03AD4857F}"/>
    <dgm:cxn modelId="{9E8A4C15-E2F5-45A1-B929-49AE3E2A7081}" srcId="{B5DCE31F-CA2E-49AE-A867-5B10DF3DC169}" destId="{D6225F1C-B363-4591-9D37-36477F264C0F}" srcOrd="0" destOrd="0" parTransId="{008D2155-175B-4035-8884-DEECE63C65D0}" sibTransId="{FC6BD066-B13B-45A9-B1D4-19E60B49D38D}"/>
    <dgm:cxn modelId="{8E04CD15-988D-4DE2-891C-FF5C5689FB47}" srcId="{4DBD275D-4720-464A-9A2E-A4116889A895}" destId="{74091F82-5F44-44C1-8DF9-1FE09DFEDA99}" srcOrd="1" destOrd="0" parTransId="{E51DFBCD-C10D-4C1F-8357-34FE04B0DDE8}" sibTransId="{7D57A955-C1EF-4A0B-9F57-163422BDC8BA}"/>
    <dgm:cxn modelId="{1903F323-EDB2-4A33-A66F-99989CBE1774}" type="presOf" srcId="{D22A3592-5599-4B0F-A13A-7FD11F19275D}" destId="{18C1AD11-1744-47D4-A492-D58FEB615E4B}" srcOrd="0" destOrd="1" presId="urn:microsoft.com/office/officeart/2005/8/layout/list1"/>
    <dgm:cxn modelId="{8B192426-75B1-4E45-A808-F934D8C8C9FC}" type="presOf" srcId="{83210A9D-9E0E-4527-97A4-7FA1197CD222}" destId="{1AF53EC2-E9F1-4763-A2C5-C677180DB8F7}" srcOrd="0" destOrd="0" presId="urn:microsoft.com/office/officeart/2005/8/layout/list1"/>
    <dgm:cxn modelId="{9280052A-F9C8-4233-B58B-3F602FEB2FD8}" srcId="{B5DCE31F-CA2E-49AE-A867-5B10DF3DC169}" destId="{83210A9D-9E0E-4527-97A4-7FA1197CD222}" srcOrd="2" destOrd="0" parTransId="{D32ECCC3-0C0F-488F-9CE1-E86ABF673D30}" sibTransId="{FAE1CC27-0478-492F-B04C-F89C060956F9}"/>
    <dgm:cxn modelId="{A9941A31-3FB7-4927-ACE5-3E840C8C8AA9}" type="presOf" srcId="{83210A9D-9E0E-4527-97A4-7FA1197CD222}" destId="{35F5A68C-BD69-4328-839C-D67987E6D179}" srcOrd="1" destOrd="0" presId="urn:microsoft.com/office/officeart/2005/8/layout/list1"/>
    <dgm:cxn modelId="{62E61148-2BF4-4B3F-9342-C62D88C122EC}" srcId="{B5DCE31F-CA2E-49AE-A867-5B10DF3DC169}" destId="{4DBD275D-4720-464A-9A2E-A4116889A895}" srcOrd="1" destOrd="0" parTransId="{D46B3D1B-D0F7-4DDD-AF84-40649229F55D}" sibTransId="{E487E7F4-2B0F-4A78-9E27-65E17049E64A}"/>
    <dgm:cxn modelId="{D0B3AC55-FF6D-4B9B-B6D6-33E1201191C9}" type="presOf" srcId="{B5DCE31F-CA2E-49AE-A867-5B10DF3DC169}" destId="{6A7218FB-B859-4976-89B1-06A527094C95}" srcOrd="0" destOrd="0" presId="urn:microsoft.com/office/officeart/2005/8/layout/list1"/>
    <dgm:cxn modelId="{8C99B95A-66F7-44DB-8E66-F7CD6E82B6C3}" type="presOf" srcId="{9DF01555-A407-486F-A6F4-8EC57701D5D5}" destId="{54D8AED1-8547-4905-BC05-38CB24ECF061}" srcOrd="0" destOrd="1" presId="urn:microsoft.com/office/officeart/2005/8/layout/list1"/>
    <dgm:cxn modelId="{9F01867F-AF13-4D25-8D64-434954117D23}" type="presOf" srcId="{879EF3DB-BEDF-4448-BC89-561F7D2152A1}" destId="{466E2664-830A-45C8-84FA-F10220AEE432}" srcOrd="0" destOrd="0" presId="urn:microsoft.com/office/officeart/2005/8/layout/list1"/>
    <dgm:cxn modelId="{77344283-C766-4CAA-A124-D560207967E9}" type="presOf" srcId="{D6225F1C-B363-4591-9D37-36477F264C0F}" destId="{F585C745-A58A-469C-94B2-3516C7BA2CF3}" srcOrd="0" destOrd="0" presId="urn:microsoft.com/office/officeart/2005/8/layout/list1"/>
    <dgm:cxn modelId="{283D1096-B942-4678-9CB2-E7CAC0556B61}" srcId="{4DBD275D-4720-464A-9A2E-A4116889A895}" destId="{879EF3DB-BEDF-4448-BC89-561F7D2152A1}" srcOrd="0" destOrd="0" parTransId="{52F6A701-7C4E-4F17-AE31-514A7BDC2297}" sibTransId="{33656A88-C53F-44BA-A93D-C87AFEB50571}"/>
    <dgm:cxn modelId="{C033E798-FF06-4A33-AAB3-CA65E0285790}" type="presOf" srcId="{1F2C5D03-1B8E-46BD-B67F-93CFC0D22C47}" destId="{18C1AD11-1744-47D4-A492-D58FEB615E4B}" srcOrd="0" destOrd="0" presId="urn:microsoft.com/office/officeart/2005/8/layout/list1"/>
    <dgm:cxn modelId="{7501B39A-A5F5-45D3-82C7-90DA09BB0AE9}" type="presOf" srcId="{74091F82-5F44-44C1-8DF9-1FE09DFEDA99}" destId="{466E2664-830A-45C8-84FA-F10220AEE432}" srcOrd="0" destOrd="1" presId="urn:microsoft.com/office/officeart/2005/8/layout/list1"/>
    <dgm:cxn modelId="{F0C79AA9-6A05-4578-A7A9-5CF6BD335D7A}" srcId="{D6225F1C-B363-4591-9D37-36477F264C0F}" destId="{451936CD-AB7D-47A3-9101-F5B08CFDC93B}" srcOrd="0" destOrd="0" parTransId="{1A8AC578-23BD-4F91-BD4F-B4A3E13DA5A2}" sibTransId="{699EC3CF-4B5E-4D2C-AC2A-AF0D2F64E8AE}"/>
    <dgm:cxn modelId="{1AB499B8-D75C-40B0-881B-BC7E4DBA98D4}" type="presOf" srcId="{4DBD275D-4720-464A-9A2E-A4116889A895}" destId="{0C78B5D5-72AE-4329-AC6C-00C1A4958B27}" srcOrd="1" destOrd="0" presId="urn:microsoft.com/office/officeart/2005/8/layout/list1"/>
    <dgm:cxn modelId="{399287C2-9CC1-4FEE-8943-94B1A699E56F}" type="presOf" srcId="{451936CD-AB7D-47A3-9101-F5B08CFDC93B}" destId="{54D8AED1-8547-4905-BC05-38CB24ECF061}" srcOrd="0" destOrd="0" presId="urn:microsoft.com/office/officeart/2005/8/layout/list1"/>
    <dgm:cxn modelId="{7E9C7EC7-C558-49F1-AB27-6A16F76389D5}" type="presOf" srcId="{4DBD275D-4720-464A-9A2E-A4116889A895}" destId="{29034EC3-77A7-4ABC-B7EB-65A087F97124}" srcOrd="0" destOrd="0" presId="urn:microsoft.com/office/officeart/2005/8/layout/list1"/>
    <dgm:cxn modelId="{4C4D86E2-8D39-4373-82D5-E1FF9C10293F}" srcId="{83210A9D-9E0E-4527-97A4-7FA1197CD222}" destId="{1F2C5D03-1B8E-46BD-B67F-93CFC0D22C47}" srcOrd="0" destOrd="0" parTransId="{6BF790FF-CC67-4CFE-BE97-4B5B91A12C7C}" sibTransId="{99AE0D07-1EA2-49E5-9AC9-9A52480C3959}"/>
    <dgm:cxn modelId="{685FD5E3-C643-4B29-B8E5-D7509BD30E26}" type="presOf" srcId="{D6225F1C-B363-4591-9D37-36477F264C0F}" destId="{DB631EFA-463F-4AE2-894B-082EF8CAF2A8}" srcOrd="1" destOrd="0" presId="urn:microsoft.com/office/officeart/2005/8/layout/list1"/>
    <dgm:cxn modelId="{40A42BEC-8C46-43F5-B46B-D592D39B02F5}" srcId="{D6225F1C-B363-4591-9D37-36477F264C0F}" destId="{9DF01555-A407-486F-A6F4-8EC57701D5D5}" srcOrd="1" destOrd="0" parTransId="{74E22E10-D669-4560-9524-014A227054C8}" sibTransId="{A6FFDD40-6D99-495C-B32A-810021A44835}"/>
    <dgm:cxn modelId="{AF2590C0-92F0-4A85-A3D0-89B7063736F5}" type="presParOf" srcId="{6A7218FB-B859-4976-89B1-06A527094C95}" destId="{9D4BB5B4-8CBB-4A3F-86B9-C02275CA0E26}" srcOrd="0" destOrd="0" presId="urn:microsoft.com/office/officeart/2005/8/layout/list1"/>
    <dgm:cxn modelId="{2246FB70-B71E-4D08-ABB6-20A783A56316}" type="presParOf" srcId="{9D4BB5B4-8CBB-4A3F-86B9-C02275CA0E26}" destId="{F585C745-A58A-469C-94B2-3516C7BA2CF3}" srcOrd="0" destOrd="0" presId="urn:microsoft.com/office/officeart/2005/8/layout/list1"/>
    <dgm:cxn modelId="{2F9CD7E6-207F-4C89-82CF-BD5F49DE1A5D}" type="presParOf" srcId="{9D4BB5B4-8CBB-4A3F-86B9-C02275CA0E26}" destId="{DB631EFA-463F-4AE2-894B-082EF8CAF2A8}" srcOrd="1" destOrd="0" presId="urn:microsoft.com/office/officeart/2005/8/layout/list1"/>
    <dgm:cxn modelId="{B04E2101-3EFB-41A1-81B9-1DD34BDDE786}" type="presParOf" srcId="{6A7218FB-B859-4976-89B1-06A527094C95}" destId="{91200371-A79B-4E43-BF38-3C55BE34B7BD}" srcOrd="1" destOrd="0" presId="urn:microsoft.com/office/officeart/2005/8/layout/list1"/>
    <dgm:cxn modelId="{AB9AF272-EA82-4E68-ABE6-4708C4E70179}" type="presParOf" srcId="{6A7218FB-B859-4976-89B1-06A527094C95}" destId="{54D8AED1-8547-4905-BC05-38CB24ECF061}" srcOrd="2" destOrd="0" presId="urn:microsoft.com/office/officeart/2005/8/layout/list1"/>
    <dgm:cxn modelId="{A0B93787-5284-4874-9337-E58CFCE36C9F}" type="presParOf" srcId="{6A7218FB-B859-4976-89B1-06A527094C95}" destId="{61296A01-BE6F-481E-A302-240A7AAAFC70}" srcOrd="3" destOrd="0" presId="urn:microsoft.com/office/officeart/2005/8/layout/list1"/>
    <dgm:cxn modelId="{F0173BF6-6F33-475F-90D5-9EBD21C44690}" type="presParOf" srcId="{6A7218FB-B859-4976-89B1-06A527094C95}" destId="{96B7A8D6-907B-4DD3-A672-2A6C5BE78E52}" srcOrd="4" destOrd="0" presId="urn:microsoft.com/office/officeart/2005/8/layout/list1"/>
    <dgm:cxn modelId="{30368FC0-1863-4E6A-8900-250508FF9F78}" type="presParOf" srcId="{96B7A8D6-907B-4DD3-A672-2A6C5BE78E52}" destId="{29034EC3-77A7-4ABC-B7EB-65A087F97124}" srcOrd="0" destOrd="0" presId="urn:microsoft.com/office/officeart/2005/8/layout/list1"/>
    <dgm:cxn modelId="{4A6A76E7-0591-40F7-89FF-BA07D660679E}" type="presParOf" srcId="{96B7A8D6-907B-4DD3-A672-2A6C5BE78E52}" destId="{0C78B5D5-72AE-4329-AC6C-00C1A4958B27}" srcOrd="1" destOrd="0" presId="urn:microsoft.com/office/officeart/2005/8/layout/list1"/>
    <dgm:cxn modelId="{37612AB8-EECC-493C-9A07-6E6830A9215B}" type="presParOf" srcId="{6A7218FB-B859-4976-89B1-06A527094C95}" destId="{44AAB664-6D0B-4967-B6DF-9E58F11579C4}" srcOrd="5" destOrd="0" presId="urn:microsoft.com/office/officeart/2005/8/layout/list1"/>
    <dgm:cxn modelId="{3747479B-6494-4E91-9632-1C17BE153F72}" type="presParOf" srcId="{6A7218FB-B859-4976-89B1-06A527094C95}" destId="{466E2664-830A-45C8-84FA-F10220AEE432}" srcOrd="6" destOrd="0" presId="urn:microsoft.com/office/officeart/2005/8/layout/list1"/>
    <dgm:cxn modelId="{9701F46D-55A9-4FC8-8399-FA13010D439B}" type="presParOf" srcId="{6A7218FB-B859-4976-89B1-06A527094C95}" destId="{6AB647BC-1021-4356-B2A1-F44D2A48F9B0}" srcOrd="7" destOrd="0" presId="urn:microsoft.com/office/officeart/2005/8/layout/list1"/>
    <dgm:cxn modelId="{3B49F1C8-E19B-4B04-9609-1FBFA2847401}" type="presParOf" srcId="{6A7218FB-B859-4976-89B1-06A527094C95}" destId="{367E1533-5B01-4879-8797-25303F7B8CB4}" srcOrd="8" destOrd="0" presId="urn:microsoft.com/office/officeart/2005/8/layout/list1"/>
    <dgm:cxn modelId="{F496D7A3-0A5F-4576-8E88-3BC9BB421378}" type="presParOf" srcId="{367E1533-5B01-4879-8797-25303F7B8CB4}" destId="{1AF53EC2-E9F1-4763-A2C5-C677180DB8F7}" srcOrd="0" destOrd="0" presId="urn:microsoft.com/office/officeart/2005/8/layout/list1"/>
    <dgm:cxn modelId="{DD6D0BCD-FFEC-429B-B582-1CFD897B6CCB}" type="presParOf" srcId="{367E1533-5B01-4879-8797-25303F7B8CB4}" destId="{35F5A68C-BD69-4328-839C-D67987E6D179}" srcOrd="1" destOrd="0" presId="urn:microsoft.com/office/officeart/2005/8/layout/list1"/>
    <dgm:cxn modelId="{5128881F-C25A-4BCE-837E-65AAC1F5B17B}" type="presParOf" srcId="{6A7218FB-B859-4976-89B1-06A527094C95}" destId="{5FBE27AC-165E-4222-915A-0B1AAD82E111}" srcOrd="9" destOrd="0" presId="urn:microsoft.com/office/officeart/2005/8/layout/list1"/>
    <dgm:cxn modelId="{7F27BA11-A9BB-45D9-B901-956A5D501027}" type="presParOf" srcId="{6A7218FB-B859-4976-89B1-06A527094C95}" destId="{18C1AD11-1744-47D4-A492-D58FEB615E4B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4.xml><?xml version="1.0" encoding="utf-8"?>
<dgm:dataModel xmlns:dgm="http://schemas.openxmlformats.org/drawingml/2006/diagram" xmlns:a="http://schemas.openxmlformats.org/drawingml/2006/main">
  <dgm:ptLst>
    <dgm:pt modelId="{B5DCE31F-CA2E-49AE-A867-5B10DF3DC169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780A82BC-D7EF-409C-A16E-A3FCED1C8F24}">
      <dgm:prSet/>
      <dgm:spPr/>
      <dgm:t>
        <a:bodyPr/>
        <a:lstStyle/>
        <a:p>
          <a:r>
            <a:rPr lang="en-US"/>
            <a:t>without having to modify the timestamp.</a:t>
          </a:r>
        </a:p>
      </dgm:t>
    </dgm:pt>
    <dgm:pt modelId="{5F4D80AC-0AE2-4407-AE3B-74FFEF2A8F66}" type="parTrans" cxnId="{2A8DCE96-59BF-44F1-A6C7-0E7E083A9CF1}">
      <dgm:prSet/>
      <dgm:spPr/>
      <dgm:t>
        <a:bodyPr/>
        <a:lstStyle/>
        <a:p>
          <a:endParaRPr lang="en-US"/>
        </a:p>
      </dgm:t>
    </dgm:pt>
    <dgm:pt modelId="{C2486A8A-DE5A-44B7-A298-2D22F423003D}" type="sibTrans" cxnId="{2A8DCE96-59BF-44F1-A6C7-0E7E083A9CF1}">
      <dgm:prSet/>
      <dgm:spPr/>
      <dgm:t>
        <a:bodyPr/>
        <a:lstStyle/>
        <a:p>
          <a:endParaRPr lang="en-US"/>
        </a:p>
      </dgm:t>
    </dgm:pt>
    <dgm:pt modelId="{8CBBA604-83D3-456E-9408-3CED32D3F8F7}">
      <dgm:prSet/>
      <dgm:spPr/>
      <dgm:t>
        <a:bodyPr/>
        <a:lstStyle/>
        <a:p>
          <a:r>
            <a:rPr lang="tr-TR" dirty="0"/>
            <a:t>8 </a:t>
          </a:r>
          <a:r>
            <a:rPr lang="tr-TR" dirty="0" err="1"/>
            <a:t>extra</a:t>
          </a:r>
          <a:r>
            <a:rPr lang="tr-TR" dirty="0"/>
            <a:t> </a:t>
          </a:r>
          <a:r>
            <a:rPr lang="tr-TR" dirty="0" err="1"/>
            <a:t>bytes</a:t>
          </a:r>
          <a:endParaRPr lang="en-US" dirty="0"/>
        </a:p>
      </dgm:t>
    </dgm:pt>
    <dgm:pt modelId="{99B94B6F-0684-40A5-8EE3-1855DDCD13A4}" type="parTrans" cxnId="{2DA15ED6-6DC4-4AA2-9068-CCA975D187D8}">
      <dgm:prSet/>
      <dgm:spPr/>
    </dgm:pt>
    <dgm:pt modelId="{3CE3A112-4D10-464C-967A-75FB1449400F}" type="sibTrans" cxnId="{2DA15ED6-6DC4-4AA2-9068-CCA975D187D8}">
      <dgm:prSet/>
      <dgm:spPr/>
    </dgm:pt>
    <dgm:pt modelId="{FD5AA86A-015F-4BE3-B4E7-857B18466BDA}">
      <dgm:prSet/>
      <dgm:spPr/>
      <dgm:t>
        <a:bodyPr/>
        <a:lstStyle/>
        <a:p>
          <a:r>
            <a:rPr lang="en-US" dirty="0"/>
            <a:t>allow miners</a:t>
          </a:r>
        </a:p>
      </dgm:t>
    </dgm:pt>
    <dgm:pt modelId="{925E1077-FD7B-45EF-9495-D5FC8E2BCE64}" type="parTrans" cxnId="{E8D56E20-7531-41F3-99F8-819F217B39C9}">
      <dgm:prSet/>
      <dgm:spPr/>
    </dgm:pt>
    <dgm:pt modelId="{F73856DA-0DF6-4529-8FE5-55A76DBA767E}" type="sibTrans" cxnId="{E8D56E20-7531-41F3-99F8-819F217B39C9}">
      <dgm:prSet/>
      <dgm:spPr/>
    </dgm:pt>
    <dgm:pt modelId="{8B344866-A6AF-4D96-8FCE-1BF19577374A}">
      <dgm:prSet/>
      <dgm:spPr/>
      <dgm:t>
        <a:bodyPr/>
        <a:lstStyle/>
        <a:p>
          <a:r>
            <a:rPr lang="en-US" dirty="0"/>
            <a:t>to explore a total 2</a:t>
          </a:r>
          <a:r>
            <a:rPr lang="en-US" baseline="30000" dirty="0"/>
            <a:t>96</a:t>
          </a:r>
          <a:r>
            <a:rPr lang="tr-TR" baseline="30000" dirty="0"/>
            <a:t> </a:t>
          </a:r>
          <a:r>
            <a:rPr lang="en-US" dirty="0"/>
            <a:t>possibilities</a:t>
          </a:r>
          <a:r>
            <a:rPr lang="tr-TR" dirty="0"/>
            <a:t> </a:t>
          </a:r>
          <a:r>
            <a:rPr lang="en-US" i="1" dirty="0"/>
            <a:t>per second </a:t>
          </a:r>
          <a:endParaRPr lang="en-US" dirty="0"/>
        </a:p>
      </dgm:t>
    </dgm:pt>
    <dgm:pt modelId="{C39820D8-A199-4375-9AD4-3C11737F57E9}" type="parTrans" cxnId="{45F6A9C6-956E-4573-839E-27C41782A12D}">
      <dgm:prSet/>
      <dgm:spPr/>
    </dgm:pt>
    <dgm:pt modelId="{FF9E3F50-90E7-48C6-866A-57E838353B25}" type="sibTrans" cxnId="{45F6A9C6-956E-4573-839E-27C41782A12D}">
      <dgm:prSet/>
      <dgm:spPr/>
    </dgm:pt>
    <dgm:pt modelId="{06F90362-9D18-4C38-A442-6D8595AB4928}">
      <dgm:prSet/>
      <dgm:spPr/>
      <dgm:t>
        <a:bodyPr/>
        <a:lstStyle/>
        <a:p>
          <a:r>
            <a:rPr lang="tr-TR" dirty="0" err="1"/>
            <a:t>What</a:t>
          </a:r>
          <a:r>
            <a:rPr lang="tr-TR" dirty="0"/>
            <a:t> is </a:t>
          </a:r>
          <a:r>
            <a:rPr lang="en-US" dirty="0"/>
            <a:t>2</a:t>
          </a:r>
          <a:r>
            <a:rPr lang="en-US" baseline="30000" dirty="0"/>
            <a:t>96</a:t>
          </a:r>
          <a:r>
            <a:rPr lang="tr-TR" dirty="0"/>
            <a:t>?</a:t>
          </a:r>
          <a:endParaRPr lang="en-US" dirty="0"/>
        </a:p>
      </dgm:t>
    </dgm:pt>
    <dgm:pt modelId="{6C708585-B6EB-421C-AD08-5D6256790BE5}" type="parTrans" cxnId="{7F0AE112-6A15-4C8D-B908-5602096EA11F}">
      <dgm:prSet/>
      <dgm:spPr/>
    </dgm:pt>
    <dgm:pt modelId="{378268C0-37DA-4F8A-A199-3E5F374775DC}" type="sibTrans" cxnId="{7F0AE112-6A15-4C8D-B908-5602096EA11F}">
      <dgm:prSet/>
      <dgm:spPr/>
    </dgm:pt>
    <dgm:pt modelId="{FBCD6737-AE66-431A-8C54-E7E05F04D3E7}">
      <dgm:prSet/>
      <dgm:spPr/>
      <dgm:t>
        <a:bodyPr/>
        <a:lstStyle/>
        <a:p>
          <a:r>
            <a:rPr lang="en-US"/>
            <a:t>8 </a:t>
          </a:r>
          <a:r>
            <a:rPr lang="en-US" dirty="0"/>
            <a:t>followed by 28 zeros</a:t>
          </a:r>
        </a:p>
      </dgm:t>
    </dgm:pt>
    <dgm:pt modelId="{9E9CF317-7564-4C46-B7AE-94570BDB6303}" type="parTrans" cxnId="{9AD13D40-3C81-40E7-BD5F-1E82F8886F86}">
      <dgm:prSet/>
      <dgm:spPr/>
    </dgm:pt>
    <dgm:pt modelId="{89C56DA0-99ED-4631-B856-6D6BC3913D41}" type="sibTrans" cxnId="{9AD13D40-3C81-40E7-BD5F-1E82F8886F86}">
      <dgm:prSet/>
      <dgm:spPr/>
    </dgm:pt>
    <dgm:pt modelId="{078601B1-2216-438D-A650-307A6C65C59E}" type="pres">
      <dgm:prSet presAssocID="{B5DCE31F-CA2E-49AE-A867-5B10DF3DC169}" presName="linear" presStyleCnt="0">
        <dgm:presLayoutVars>
          <dgm:dir/>
          <dgm:animLvl val="lvl"/>
          <dgm:resizeHandles val="exact"/>
        </dgm:presLayoutVars>
      </dgm:prSet>
      <dgm:spPr/>
    </dgm:pt>
    <dgm:pt modelId="{233759F4-7654-4C49-9DFB-519DB08887E4}" type="pres">
      <dgm:prSet presAssocID="{8CBBA604-83D3-456E-9408-3CED32D3F8F7}" presName="parentLin" presStyleCnt="0"/>
      <dgm:spPr/>
    </dgm:pt>
    <dgm:pt modelId="{F617368A-18C0-4B93-A488-71A70ED507F9}" type="pres">
      <dgm:prSet presAssocID="{8CBBA604-83D3-456E-9408-3CED32D3F8F7}" presName="parentLeftMargin" presStyleLbl="node1" presStyleIdx="0" presStyleCnt="2"/>
      <dgm:spPr/>
    </dgm:pt>
    <dgm:pt modelId="{4C1356A3-B121-4A7A-80CF-320768BEA87C}" type="pres">
      <dgm:prSet presAssocID="{8CBBA604-83D3-456E-9408-3CED32D3F8F7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372EF85C-0784-4B61-9138-BAB780E865C1}" type="pres">
      <dgm:prSet presAssocID="{8CBBA604-83D3-456E-9408-3CED32D3F8F7}" presName="negativeSpace" presStyleCnt="0"/>
      <dgm:spPr/>
    </dgm:pt>
    <dgm:pt modelId="{2664F92D-81D2-48FC-99DE-1E605FA38722}" type="pres">
      <dgm:prSet presAssocID="{8CBBA604-83D3-456E-9408-3CED32D3F8F7}" presName="childText" presStyleLbl="conFgAcc1" presStyleIdx="0" presStyleCnt="2">
        <dgm:presLayoutVars>
          <dgm:bulletEnabled val="1"/>
        </dgm:presLayoutVars>
      </dgm:prSet>
      <dgm:spPr/>
    </dgm:pt>
    <dgm:pt modelId="{B90FF25B-8E65-4D6F-846A-BBCCC938B7C0}" type="pres">
      <dgm:prSet presAssocID="{3CE3A112-4D10-464C-967A-75FB1449400F}" presName="spaceBetweenRectangles" presStyleCnt="0"/>
      <dgm:spPr/>
    </dgm:pt>
    <dgm:pt modelId="{79A5A284-2D5F-4FD1-BF8E-EEE78A5755FD}" type="pres">
      <dgm:prSet presAssocID="{06F90362-9D18-4C38-A442-6D8595AB4928}" presName="parentLin" presStyleCnt="0"/>
      <dgm:spPr/>
    </dgm:pt>
    <dgm:pt modelId="{8D0DC010-90A9-4E92-B671-7E3656D179AB}" type="pres">
      <dgm:prSet presAssocID="{06F90362-9D18-4C38-A442-6D8595AB4928}" presName="parentLeftMargin" presStyleLbl="node1" presStyleIdx="0" presStyleCnt="2"/>
      <dgm:spPr/>
    </dgm:pt>
    <dgm:pt modelId="{63B36AE0-B0AE-41F1-B973-84A956B71D74}" type="pres">
      <dgm:prSet presAssocID="{06F90362-9D18-4C38-A442-6D8595AB4928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DAA73147-E838-4171-862E-D2F4222F325C}" type="pres">
      <dgm:prSet presAssocID="{06F90362-9D18-4C38-A442-6D8595AB4928}" presName="negativeSpace" presStyleCnt="0"/>
      <dgm:spPr/>
    </dgm:pt>
    <dgm:pt modelId="{DF70FA46-8A38-4516-8ED3-FDD427E07459}" type="pres">
      <dgm:prSet presAssocID="{06F90362-9D18-4C38-A442-6D8595AB4928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3E8DB112-13D8-4C98-A796-FC82DEF32BFD}" type="presOf" srcId="{B5DCE31F-CA2E-49AE-A867-5B10DF3DC169}" destId="{078601B1-2216-438D-A650-307A6C65C59E}" srcOrd="0" destOrd="0" presId="urn:microsoft.com/office/officeart/2005/8/layout/list1"/>
    <dgm:cxn modelId="{7F0AE112-6A15-4C8D-B908-5602096EA11F}" srcId="{B5DCE31F-CA2E-49AE-A867-5B10DF3DC169}" destId="{06F90362-9D18-4C38-A442-6D8595AB4928}" srcOrd="1" destOrd="0" parTransId="{6C708585-B6EB-421C-AD08-5D6256790BE5}" sibTransId="{378268C0-37DA-4F8A-A199-3E5F374775DC}"/>
    <dgm:cxn modelId="{43F3C119-44C4-436D-8FD8-936CA26C46D3}" type="presOf" srcId="{06F90362-9D18-4C38-A442-6D8595AB4928}" destId="{8D0DC010-90A9-4E92-B671-7E3656D179AB}" srcOrd="0" destOrd="0" presId="urn:microsoft.com/office/officeart/2005/8/layout/list1"/>
    <dgm:cxn modelId="{E8D56E20-7531-41F3-99F8-819F217B39C9}" srcId="{8CBBA604-83D3-456E-9408-3CED32D3F8F7}" destId="{FD5AA86A-015F-4BE3-B4E7-857B18466BDA}" srcOrd="0" destOrd="0" parTransId="{925E1077-FD7B-45EF-9495-D5FC8E2BCE64}" sibTransId="{F73856DA-0DF6-4529-8FE5-55A76DBA767E}"/>
    <dgm:cxn modelId="{9AD13D40-3C81-40E7-BD5F-1E82F8886F86}" srcId="{06F90362-9D18-4C38-A442-6D8595AB4928}" destId="{FBCD6737-AE66-431A-8C54-E7E05F04D3E7}" srcOrd="0" destOrd="0" parTransId="{9E9CF317-7564-4C46-B7AE-94570BDB6303}" sibTransId="{89C56DA0-99ED-4631-B856-6D6BC3913D41}"/>
    <dgm:cxn modelId="{6E30C253-E636-4642-B119-8CB3FD9F1480}" type="presOf" srcId="{780A82BC-D7EF-409C-A16E-A3FCED1C8F24}" destId="{DF70FA46-8A38-4516-8ED3-FDD427E07459}" srcOrd="0" destOrd="1" presId="urn:microsoft.com/office/officeart/2005/8/layout/list1"/>
    <dgm:cxn modelId="{12873D58-AFFC-48D7-8F40-1A45656F4E89}" type="presOf" srcId="{8B344866-A6AF-4D96-8FCE-1BF19577374A}" destId="{2664F92D-81D2-48FC-99DE-1E605FA38722}" srcOrd="0" destOrd="1" presId="urn:microsoft.com/office/officeart/2005/8/layout/list1"/>
    <dgm:cxn modelId="{2A8DCE96-59BF-44F1-A6C7-0E7E083A9CF1}" srcId="{06F90362-9D18-4C38-A442-6D8595AB4928}" destId="{780A82BC-D7EF-409C-A16E-A3FCED1C8F24}" srcOrd="1" destOrd="0" parTransId="{5F4D80AC-0AE2-4407-AE3B-74FFEF2A8F66}" sibTransId="{C2486A8A-DE5A-44B7-A298-2D22F423003D}"/>
    <dgm:cxn modelId="{FBDB369C-50CA-4240-85B8-C2A694E4097F}" type="presOf" srcId="{FBCD6737-AE66-431A-8C54-E7E05F04D3E7}" destId="{DF70FA46-8A38-4516-8ED3-FDD427E07459}" srcOrd="0" destOrd="0" presId="urn:microsoft.com/office/officeart/2005/8/layout/list1"/>
    <dgm:cxn modelId="{45F6A9C6-956E-4573-839E-27C41782A12D}" srcId="{8CBBA604-83D3-456E-9408-3CED32D3F8F7}" destId="{8B344866-A6AF-4D96-8FCE-1BF19577374A}" srcOrd="1" destOrd="0" parTransId="{C39820D8-A199-4375-9AD4-3C11737F57E9}" sibTransId="{FF9E3F50-90E7-48C6-866A-57E838353B25}"/>
    <dgm:cxn modelId="{2DA15ED6-6DC4-4AA2-9068-CCA975D187D8}" srcId="{B5DCE31F-CA2E-49AE-A867-5B10DF3DC169}" destId="{8CBBA604-83D3-456E-9408-3CED32D3F8F7}" srcOrd="0" destOrd="0" parTransId="{99B94B6F-0684-40A5-8EE3-1855DDCD13A4}" sibTransId="{3CE3A112-4D10-464C-967A-75FB1449400F}"/>
    <dgm:cxn modelId="{CB536AD8-7384-4AA8-9FC3-55C430A89E74}" type="presOf" srcId="{8CBBA604-83D3-456E-9408-3CED32D3F8F7}" destId="{F617368A-18C0-4B93-A488-71A70ED507F9}" srcOrd="0" destOrd="0" presId="urn:microsoft.com/office/officeart/2005/8/layout/list1"/>
    <dgm:cxn modelId="{5CF38CDD-204D-49D8-800A-DD16E7A4BCB8}" type="presOf" srcId="{06F90362-9D18-4C38-A442-6D8595AB4928}" destId="{63B36AE0-B0AE-41F1-B973-84A956B71D74}" srcOrd="1" destOrd="0" presId="urn:microsoft.com/office/officeart/2005/8/layout/list1"/>
    <dgm:cxn modelId="{B85D90DF-48F5-4B34-9FE7-431EA106BB37}" type="presOf" srcId="{FD5AA86A-015F-4BE3-B4E7-857B18466BDA}" destId="{2664F92D-81D2-48FC-99DE-1E605FA38722}" srcOrd="0" destOrd="0" presId="urn:microsoft.com/office/officeart/2005/8/layout/list1"/>
    <dgm:cxn modelId="{090726E5-072F-4DDD-BFE6-484CE11158C1}" type="presOf" srcId="{8CBBA604-83D3-456E-9408-3CED32D3F8F7}" destId="{4C1356A3-B121-4A7A-80CF-320768BEA87C}" srcOrd="1" destOrd="0" presId="urn:microsoft.com/office/officeart/2005/8/layout/list1"/>
    <dgm:cxn modelId="{EC37065A-6636-4FD0-A233-20D3A5B47E23}" type="presParOf" srcId="{078601B1-2216-438D-A650-307A6C65C59E}" destId="{233759F4-7654-4C49-9DFB-519DB08887E4}" srcOrd="0" destOrd="0" presId="urn:microsoft.com/office/officeart/2005/8/layout/list1"/>
    <dgm:cxn modelId="{BB2011F6-16DD-4CE7-B4B2-C8066F56D441}" type="presParOf" srcId="{233759F4-7654-4C49-9DFB-519DB08887E4}" destId="{F617368A-18C0-4B93-A488-71A70ED507F9}" srcOrd="0" destOrd="0" presId="urn:microsoft.com/office/officeart/2005/8/layout/list1"/>
    <dgm:cxn modelId="{050B42C2-0470-4690-BCA3-0DF2845FF605}" type="presParOf" srcId="{233759F4-7654-4C49-9DFB-519DB08887E4}" destId="{4C1356A3-B121-4A7A-80CF-320768BEA87C}" srcOrd="1" destOrd="0" presId="urn:microsoft.com/office/officeart/2005/8/layout/list1"/>
    <dgm:cxn modelId="{10177226-2FA8-4AD0-AE1C-94073B693E7F}" type="presParOf" srcId="{078601B1-2216-438D-A650-307A6C65C59E}" destId="{372EF85C-0784-4B61-9138-BAB780E865C1}" srcOrd="1" destOrd="0" presId="urn:microsoft.com/office/officeart/2005/8/layout/list1"/>
    <dgm:cxn modelId="{91F12D65-8E9F-4E81-BA06-9809C1405A8E}" type="presParOf" srcId="{078601B1-2216-438D-A650-307A6C65C59E}" destId="{2664F92D-81D2-48FC-99DE-1E605FA38722}" srcOrd="2" destOrd="0" presId="urn:microsoft.com/office/officeart/2005/8/layout/list1"/>
    <dgm:cxn modelId="{521B6651-AE82-4DA3-8A6A-39E39B08EDC5}" type="presParOf" srcId="{078601B1-2216-438D-A650-307A6C65C59E}" destId="{B90FF25B-8E65-4D6F-846A-BBCCC938B7C0}" srcOrd="3" destOrd="0" presId="urn:microsoft.com/office/officeart/2005/8/layout/list1"/>
    <dgm:cxn modelId="{34DCD632-2683-4EAA-996E-65132F4D5B73}" type="presParOf" srcId="{078601B1-2216-438D-A650-307A6C65C59E}" destId="{79A5A284-2D5F-4FD1-BF8E-EEE78A5755FD}" srcOrd="4" destOrd="0" presId="urn:microsoft.com/office/officeart/2005/8/layout/list1"/>
    <dgm:cxn modelId="{9DD63B2D-1999-4C28-971E-0944E664231B}" type="presParOf" srcId="{79A5A284-2D5F-4FD1-BF8E-EEE78A5755FD}" destId="{8D0DC010-90A9-4E92-B671-7E3656D179AB}" srcOrd="0" destOrd="0" presId="urn:microsoft.com/office/officeart/2005/8/layout/list1"/>
    <dgm:cxn modelId="{C1E4040F-B396-4439-A397-E8D35AB6F45D}" type="presParOf" srcId="{79A5A284-2D5F-4FD1-BF8E-EEE78A5755FD}" destId="{63B36AE0-B0AE-41F1-B973-84A956B71D74}" srcOrd="1" destOrd="0" presId="urn:microsoft.com/office/officeart/2005/8/layout/list1"/>
    <dgm:cxn modelId="{F760DADF-A99C-44A9-A9C1-8A3C20374F7D}" type="presParOf" srcId="{078601B1-2216-438D-A650-307A6C65C59E}" destId="{DAA73147-E838-4171-862E-D2F4222F325C}" srcOrd="5" destOrd="0" presId="urn:microsoft.com/office/officeart/2005/8/layout/list1"/>
    <dgm:cxn modelId="{8330B08D-A3A9-48B0-B2C0-7017EC169934}" type="presParOf" srcId="{078601B1-2216-438D-A650-307A6C65C59E}" destId="{DF70FA46-8A38-4516-8ED3-FDD427E07459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5.xml><?xml version="1.0" encoding="utf-8"?>
<dgm:dataModel xmlns:dgm="http://schemas.openxmlformats.org/drawingml/2006/diagram" xmlns:a="http://schemas.openxmlformats.org/drawingml/2006/main">
  <dgm:ptLst>
    <dgm:pt modelId="{6F7DC3FB-9042-4D61-8B87-B14954D026B5}" type="doc">
      <dgm:prSet loTypeId="urn:microsoft.com/office/officeart/2005/8/layout/list1" loCatId="list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679CE97E-AB5A-4798-8960-BC1BBD1476AC}">
      <dgm:prSet/>
      <dgm:spPr/>
      <dgm:t>
        <a:bodyPr/>
        <a:lstStyle/>
        <a:p>
          <a:r>
            <a:rPr lang="tr-TR" dirty="0" err="1"/>
            <a:t>Chance</a:t>
          </a:r>
          <a:r>
            <a:rPr lang="tr-TR" dirty="0"/>
            <a:t> of solo </a:t>
          </a:r>
          <a:r>
            <a:rPr lang="tr-TR" dirty="0" err="1"/>
            <a:t>miner</a:t>
          </a:r>
          <a:endParaRPr lang="en-US" dirty="0"/>
        </a:p>
      </dgm:t>
    </dgm:pt>
    <dgm:pt modelId="{B338349C-81C8-47E8-A717-DABCD535C5D1}" type="parTrans" cxnId="{7D7A7867-273D-4BCD-96E2-68B627333E15}">
      <dgm:prSet/>
      <dgm:spPr/>
      <dgm:t>
        <a:bodyPr/>
        <a:lstStyle/>
        <a:p>
          <a:endParaRPr lang="en-US"/>
        </a:p>
      </dgm:t>
    </dgm:pt>
    <dgm:pt modelId="{59C81655-7C6B-47AE-B5DA-5583A592725E}" type="sibTrans" cxnId="{7D7A7867-273D-4BCD-96E2-68B627333E15}">
      <dgm:prSet/>
      <dgm:spPr/>
      <dgm:t>
        <a:bodyPr/>
        <a:lstStyle/>
        <a:p>
          <a:endParaRPr lang="en-US"/>
        </a:p>
      </dgm:t>
    </dgm:pt>
    <dgm:pt modelId="{ED2158D1-7732-4A4B-9CA0-3C00BAF4AABB}">
      <dgm:prSet/>
      <dgm:spPr/>
      <dgm:t>
        <a:bodyPr/>
        <a:lstStyle/>
        <a:p>
          <a:r>
            <a:rPr lang="en-US" dirty="0"/>
            <a:t>Even the fastest consumer ASIC mining system</a:t>
          </a:r>
        </a:p>
      </dgm:t>
    </dgm:pt>
    <dgm:pt modelId="{E97790D0-9B9A-4F9C-BA0F-3D0DB48692BE}" type="parTrans" cxnId="{531A443A-2C07-4511-BF90-98C92BBA2634}">
      <dgm:prSet/>
      <dgm:spPr/>
      <dgm:t>
        <a:bodyPr/>
        <a:lstStyle/>
        <a:p>
          <a:endParaRPr lang="en-US"/>
        </a:p>
      </dgm:t>
    </dgm:pt>
    <dgm:pt modelId="{E2362434-91F2-4AF2-A593-EF0CF841AD2E}" type="sibTrans" cxnId="{531A443A-2C07-4511-BF90-98C92BBA2634}">
      <dgm:prSet/>
      <dgm:spPr/>
      <dgm:t>
        <a:bodyPr/>
        <a:lstStyle/>
        <a:p>
          <a:endParaRPr lang="en-US"/>
        </a:p>
      </dgm:t>
    </dgm:pt>
    <dgm:pt modelId="{38808CFB-6DD8-4A23-8095-18AA63BDCEB9}">
      <dgm:prSet/>
      <dgm:spPr/>
      <dgm:t>
        <a:bodyPr/>
        <a:lstStyle/>
        <a:p>
          <a:r>
            <a:rPr lang="en-US" dirty="0"/>
            <a:t>individual </a:t>
          </a:r>
          <a:r>
            <a:rPr lang="tr-TR" dirty="0" err="1"/>
            <a:t>or</a:t>
          </a:r>
          <a:r>
            <a:rPr lang="tr-TR" dirty="0"/>
            <a:t> solo </a:t>
          </a:r>
          <a:r>
            <a:rPr lang="en-US" dirty="0"/>
            <a:t>miners working alone</a:t>
          </a:r>
        </a:p>
      </dgm:t>
    </dgm:pt>
    <dgm:pt modelId="{BE0D9345-BA0F-4FFB-B5C8-0E57B9791784}" type="parTrans" cxnId="{DF6AE444-7B86-4814-8EDF-90C24FA9052A}">
      <dgm:prSet/>
      <dgm:spPr/>
      <dgm:t>
        <a:bodyPr/>
        <a:lstStyle/>
        <a:p>
          <a:endParaRPr lang="en-US"/>
        </a:p>
      </dgm:t>
    </dgm:pt>
    <dgm:pt modelId="{A045B502-5494-4AC3-AD63-215493EB4F1F}" type="sibTrans" cxnId="{DF6AE444-7B86-4814-8EDF-90C24FA9052A}">
      <dgm:prSet/>
      <dgm:spPr/>
    </dgm:pt>
    <dgm:pt modelId="{74914804-30FD-4F5B-80E9-BE7C22A7F9FE}">
      <dgm:prSet/>
      <dgm:spPr/>
      <dgm:t>
        <a:bodyPr/>
        <a:lstStyle/>
        <a:p>
          <a:r>
            <a:rPr lang="en-US"/>
            <a:t>don’t </a:t>
          </a:r>
          <a:r>
            <a:rPr lang="en-US" dirty="0"/>
            <a:t>stand a chance</a:t>
          </a:r>
        </a:p>
      </dgm:t>
    </dgm:pt>
    <dgm:pt modelId="{4AC2D278-343F-45F9-80BC-4FD282C89A3B}" type="parTrans" cxnId="{4789D29C-BFF1-4F0E-8182-79C94C0EC66A}">
      <dgm:prSet/>
      <dgm:spPr/>
      <dgm:t>
        <a:bodyPr/>
        <a:lstStyle/>
        <a:p>
          <a:endParaRPr lang="en-US"/>
        </a:p>
      </dgm:t>
    </dgm:pt>
    <dgm:pt modelId="{3699135D-8C32-46B8-BA90-FD4F0E50F07C}" type="sibTrans" cxnId="{4789D29C-BFF1-4F0E-8182-79C94C0EC66A}">
      <dgm:prSet/>
      <dgm:spPr/>
    </dgm:pt>
    <dgm:pt modelId="{2CD161D2-3D66-431B-8A84-11F7D9B5364B}">
      <dgm:prSet/>
      <dgm:spPr/>
      <dgm:t>
        <a:bodyPr/>
        <a:lstStyle/>
        <a:p>
          <a:r>
            <a:rPr lang="tr-TR" dirty="0" err="1"/>
            <a:t>Chance</a:t>
          </a:r>
          <a:r>
            <a:rPr lang="tr-TR" dirty="0"/>
            <a:t> </a:t>
          </a:r>
          <a:r>
            <a:rPr lang="tr-TR" dirty="0" err="1"/>
            <a:t>with</a:t>
          </a:r>
          <a:r>
            <a:rPr lang="tr-TR" dirty="0"/>
            <a:t> ASIC </a:t>
          </a:r>
          <a:r>
            <a:rPr lang="tr-TR" dirty="0" err="1"/>
            <a:t>systems</a:t>
          </a:r>
          <a:endParaRPr lang="en-US" dirty="0"/>
        </a:p>
      </dgm:t>
    </dgm:pt>
    <dgm:pt modelId="{E9F9FDA6-BABD-422D-B4D1-E611B35DE76C}" type="parTrans" cxnId="{B4F73082-AA4B-4F42-94C2-9DD0F62FD217}">
      <dgm:prSet/>
      <dgm:spPr/>
      <dgm:t>
        <a:bodyPr/>
        <a:lstStyle/>
        <a:p>
          <a:endParaRPr lang="en-US"/>
        </a:p>
      </dgm:t>
    </dgm:pt>
    <dgm:pt modelId="{E1934321-5F6A-48DB-98E8-AFF6D2537B62}" type="sibTrans" cxnId="{B4F73082-AA4B-4F42-94C2-9DD0F62FD217}">
      <dgm:prSet/>
      <dgm:spPr/>
    </dgm:pt>
    <dgm:pt modelId="{EAD5D6AE-5FEE-4B87-B737-C83E03199479}">
      <dgm:prSet/>
      <dgm:spPr/>
      <dgm:t>
        <a:bodyPr/>
        <a:lstStyle/>
        <a:p>
          <a:r>
            <a:rPr lang="en-US" dirty="0"/>
            <a:t>cannot keep up</a:t>
          </a:r>
          <a:r>
            <a:rPr lang="tr-TR" dirty="0"/>
            <a:t> </a:t>
          </a:r>
          <a:r>
            <a:rPr lang="en-US" dirty="0"/>
            <a:t>with commercial systems</a:t>
          </a:r>
        </a:p>
      </dgm:t>
    </dgm:pt>
    <dgm:pt modelId="{6BF563DA-15C1-4C91-979A-58CFA8E30F95}" type="parTrans" cxnId="{392C7036-E37F-451E-A2DD-14FD4BC6DABA}">
      <dgm:prSet/>
      <dgm:spPr/>
      <dgm:t>
        <a:bodyPr/>
        <a:lstStyle/>
        <a:p>
          <a:endParaRPr lang="en-US"/>
        </a:p>
      </dgm:t>
    </dgm:pt>
    <dgm:pt modelId="{1905EA90-AD87-437E-A1E2-021E2054FA7D}" type="sibTrans" cxnId="{392C7036-E37F-451E-A2DD-14FD4BC6DABA}">
      <dgm:prSet/>
      <dgm:spPr/>
    </dgm:pt>
    <dgm:pt modelId="{49143B94-615A-4724-9E40-A0AEED53715C}">
      <dgm:prSet/>
      <dgm:spPr/>
      <dgm:t>
        <a:bodyPr/>
        <a:lstStyle/>
        <a:p>
          <a:r>
            <a:rPr lang="en-US" dirty="0"/>
            <a:t>stack tens of thousands of these chips</a:t>
          </a:r>
        </a:p>
      </dgm:t>
    </dgm:pt>
    <dgm:pt modelId="{6D56F5FA-E27C-45BA-8EA3-70DF6224EF70}" type="parTrans" cxnId="{453FFED8-9E94-4FE6-B58D-0ADECF217331}">
      <dgm:prSet/>
      <dgm:spPr/>
      <dgm:t>
        <a:bodyPr/>
        <a:lstStyle/>
        <a:p>
          <a:endParaRPr lang="en-US"/>
        </a:p>
      </dgm:t>
    </dgm:pt>
    <dgm:pt modelId="{F431D2BE-2332-42C8-8779-BB355746AE00}" type="sibTrans" cxnId="{453FFED8-9E94-4FE6-B58D-0ADECF217331}">
      <dgm:prSet/>
      <dgm:spPr/>
    </dgm:pt>
    <dgm:pt modelId="{D9909D1B-92ED-478B-AD3B-6A9DB97A0F9C}">
      <dgm:prSet/>
      <dgm:spPr/>
      <dgm:t>
        <a:bodyPr/>
        <a:lstStyle/>
        <a:p>
          <a:r>
            <a:rPr lang="tr-TR" dirty="0" err="1"/>
            <a:t>Competition</a:t>
          </a:r>
          <a:r>
            <a:rPr lang="tr-TR" dirty="0"/>
            <a:t> </a:t>
          </a:r>
          <a:r>
            <a:rPr lang="tr-TR" dirty="0" err="1"/>
            <a:t>with</a:t>
          </a:r>
          <a:r>
            <a:rPr lang="tr-TR" dirty="0"/>
            <a:t> </a:t>
          </a:r>
          <a:r>
            <a:rPr lang="tr-TR" dirty="0" err="1"/>
            <a:t>commercials</a:t>
          </a:r>
          <a:endParaRPr lang="en-US" dirty="0"/>
        </a:p>
      </dgm:t>
    </dgm:pt>
    <dgm:pt modelId="{C5317033-8893-4DC1-8326-1E4B17965F11}" type="parTrans" cxnId="{46FB1E69-6EA9-46AA-87EE-162375B550D5}">
      <dgm:prSet/>
      <dgm:spPr/>
      <dgm:t>
        <a:bodyPr/>
        <a:lstStyle/>
        <a:p>
          <a:endParaRPr lang="en-US"/>
        </a:p>
      </dgm:t>
    </dgm:pt>
    <dgm:pt modelId="{FADBF565-B70C-421A-8034-8455F05BDB1C}" type="sibTrans" cxnId="{46FB1E69-6EA9-46AA-87EE-162375B550D5}">
      <dgm:prSet/>
      <dgm:spPr/>
    </dgm:pt>
    <dgm:pt modelId="{E7C36C3E-EA9D-4C12-806E-C240F24B78AB}">
      <dgm:prSet/>
      <dgm:spPr/>
      <dgm:t>
        <a:bodyPr/>
        <a:lstStyle/>
        <a:p>
          <a:r>
            <a:rPr lang="en-US" dirty="0"/>
            <a:t>in giant warehouses</a:t>
          </a:r>
        </a:p>
      </dgm:t>
    </dgm:pt>
    <dgm:pt modelId="{195BEB28-2B75-4056-BDB9-27E5D1F7FD3C}" type="parTrans" cxnId="{2AC367D6-5224-445E-B940-756458A64EF1}">
      <dgm:prSet/>
      <dgm:spPr/>
      <dgm:t>
        <a:bodyPr/>
        <a:lstStyle/>
        <a:p>
          <a:endParaRPr lang="en-US"/>
        </a:p>
      </dgm:t>
    </dgm:pt>
    <dgm:pt modelId="{5387C7A7-4CC2-4697-A80E-92DE3A4318C4}" type="sibTrans" cxnId="{2AC367D6-5224-445E-B940-756458A64EF1}">
      <dgm:prSet/>
      <dgm:spPr/>
    </dgm:pt>
    <dgm:pt modelId="{35A1627A-AE49-42F1-9A89-065514937DB5}">
      <dgm:prSet/>
      <dgm:spPr/>
      <dgm:t>
        <a:bodyPr/>
        <a:lstStyle/>
        <a:p>
          <a:r>
            <a:rPr lang="tr-TR" dirty="0" err="1"/>
            <a:t>near</a:t>
          </a:r>
          <a:r>
            <a:rPr lang="tr-TR" dirty="0"/>
            <a:t> </a:t>
          </a:r>
          <a:r>
            <a:rPr lang="tr-TR" dirty="0" err="1"/>
            <a:t>hydroelectric</a:t>
          </a:r>
          <a:r>
            <a:rPr lang="tr-TR" dirty="0"/>
            <a:t> </a:t>
          </a:r>
          <a:r>
            <a:rPr lang="tr-TR" dirty="0" err="1"/>
            <a:t>powerstations</a:t>
          </a:r>
          <a:r>
            <a:rPr lang="tr-TR" dirty="0"/>
            <a:t>.</a:t>
          </a:r>
          <a:endParaRPr lang="en-US" dirty="0"/>
        </a:p>
      </dgm:t>
    </dgm:pt>
    <dgm:pt modelId="{60EAE788-9582-4534-B87D-AAC72BFE3929}" type="parTrans" cxnId="{6FCB80DF-1F91-4E95-AEEE-8AE41BC6C4C3}">
      <dgm:prSet/>
      <dgm:spPr/>
      <dgm:t>
        <a:bodyPr/>
        <a:lstStyle/>
        <a:p>
          <a:endParaRPr lang="en-US"/>
        </a:p>
      </dgm:t>
    </dgm:pt>
    <dgm:pt modelId="{BC26B1C2-8121-4FAE-AD21-F9878541E36B}" type="sibTrans" cxnId="{6FCB80DF-1F91-4E95-AEEE-8AE41BC6C4C3}">
      <dgm:prSet/>
      <dgm:spPr/>
    </dgm:pt>
    <dgm:pt modelId="{D5D0D52D-9025-4DE7-A5A0-D8EBAE5050FB}" type="pres">
      <dgm:prSet presAssocID="{6F7DC3FB-9042-4D61-8B87-B14954D026B5}" presName="linear" presStyleCnt="0">
        <dgm:presLayoutVars>
          <dgm:dir/>
          <dgm:animLvl val="lvl"/>
          <dgm:resizeHandles val="exact"/>
        </dgm:presLayoutVars>
      </dgm:prSet>
      <dgm:spPr/>
    </dgm:pt>
    <dgm:pt modelId="{A601C31F-6DE3-4B56-82B1-BF1E486A9E4B}" type="pres">
      <dgm:prSet presAssocID="{679CE97E-AB5A-4798-8960-BC1BBD1476AC}" presName="parentLin" presStyleCnt="0"/>
      <dgm:spPr/>
    </dgm:pt>
    <dgm:pt modelId="{A4E670FD-62C0-4C89-A42A-E978AE4B8962}" type="pres">
      <dgm:prSet presAssocID="{679CE97E-AB5A-4798-8960-BC1BBD1476AC}" presName="parentLeftMargin" presStyleLbl="node1" presStyleIdx="0" presStyleCnt="3"/>
      <dgm:spPr/>
    </dgm:pt>
    <dgm:pt modelId="{8007E5F4-9FE5-43AB-B4C6-5C3EBDE6F160}" type="pres">
      <dgm:prSet presAssocID="{679CE97E-AB5A-4798-8960-BC1BBD1476AC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55CFA53A-1A62-434F-A8A2-2FFC809DBE13}" type="pres">
      <dgm:prSet presAssocID="{679CE97E-AB5A-4798-8960-BC1BBD1476AC}" presName="negativeSpace" presStyleCnt="0"/>
      <dgm:spPr/>
    </dgm:pt>
    <dgm:pt modelId="{9CA104E5-92FC-4586-94EC-90DE11EC1663}" type="pres">
      <dgm:prSet presAssocID="{679CE97E-AB5A-4798-8960-BC1BBD1476AC}" presName="childText" presStyleLbl="conFgAcc1" presStyleIdx="0" presStyleCnt="3">
        <dgm:presLayoutVars>
          <dgm:bulletEnabled val="1"/>
        </dgm:presLayoutVars>
      </dgm:prSet>
      <dgm:spPr/>
    </dgm:pt>
    <dgm:pt modelId="{FAB9140E-7D18-45A7-B51E-20D70D8F1D98}" type="pres">
      <dgm:prSet presAssocID="{59C81655-7C6B-47AE-B5DA-5583A592725E}" presName="spaceBetweenRectangles" presStyleCnt="0"/>
      <dgm:spPr/>
    </dgm:pt>
    <dgm:pt modelId="{50DF4203-27EC-4071-A2D5-0D7B1887E7BA}" type="pres">
      <dgm:prSet presAssocID="{2CD161D2-3D66-431B-8A84-11F7D9B5364B}" presName="parentLin" presStyleCnt="0"/>
      <dgm:spPr/>
    </dgm:pt>
    <dgm:pt modelId="{42E7E220-A100-4878-8D78-503A2C12BFE8}" type="pres">
      <dgm:prSet presAssocID="{2CD161D2-3D66-431B-8A84-11F7D9B5364B}" presName="parentLeftMargin" presStyleLbl="node1" presStyleIdx="0" presStyleCnt="3"/>
      <dgm:spPr/>
    </dgm:pt>
    <dgm:pt modelId="{053779AF-4DCC-4BFA-ADE1-2933C1D5F234}" type="pres">
      <dgm:prSet presAssocID="{2CD161D2-3D66-431B-8A84-11F7D9B5364B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28ED9DA7-4609-4A2F-B749-008750E1D36B}" type="pres">
      <dgm:prSet presAssocID="{2CD161D2-3D66-431B-8A84-11F7D9B5364B}" presName="negativeSpace" presStyleCnt="0"/>
      <dgm:spPr/>
    </dgm:pt>
    <dgm:pt modelId="{E4D0EA6C-61FA-44E1-A6BB-93AEC5A9D3C9}" type="pres">
      <dgm:prSet presAssocID="{2CD161D2-3D66-431B-8A84-11F7D9B5364B}" presName="childText" presStyleLbl="conFgAcc1" presStyleIdx="1" presStyleCnt="3">
        <dgm:presLayoutVars>
          <dgm:bulletEnabled val="1"/>
        </dgm:presLayoutVars>
      </dgm:prSet>
      <dgm:spPr/>
    </dgm:pt>
    <dgm:pt modelId="{5194BB0D-6E3F-4B47-ADA8-B651D9EE4B60}" type="pres">
      <dgm:prSet presAssocID="{E1934321-5F6A-48DB-98E8-AFF6D2537B62}" presName="spaceBetweenRectangles" presStyleCnt="0"/>
      <dgm:spPr/>
    </dgm:pt>
    <dgm:pt modelId="{07782E6A-33BC-475A-B4AD-EAA71B6C6957}" type="pres">
      <dgm:prSet presAssocID="{D9909D1B-92ED-478B-AD3B-6A9DB97A0F9C}" presName="parentLin" presStyleCnt="0"/>
      <dgm:spPr/>
    </dgm:pt>
    <dgm:pt modelId="{7C2C9D27-5F90-4226-8700-09C65B711DA5}" type="pres">
      <dgm:prSet presAssocID="{D9909D1B-92ED-478B-AD3B-6A9DB97A0F9C}" presName="parentLeftMargin" presStyleLbl="node1" presStyleIdx="1" presStyleCnt="3"/>
      <dgm:spPr/>
    </dgm:pt>
    <dgm:pt modelId="{E79DD4F8-2E22-4C83-ACB4-2B634380D7CD}" type="pres">
      <dgm:prSet presAssocID="{D9909D1B-92ED-478B-AD3B-6A9DB97A0F9C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FA7DF606-339E-4D21-A2EC-80620B21EE00}" type="pres">
      <dgm:prSet presAssocID="{D9909D1B-92ED-478B-AD3B-6A9DB97A0F9C}" presName="negativeSpace" presStyleCnt="0"/>
      <dgm:spPr/>
    </dgm:pt>
    <dgm:pt modelId="{E1D85062-C949-4B48-984D-4D575FD6DABF}" type="pres">
      <dgm:prSet presAssocID="{D9909D1B-92ED-478B-AD3B-6A9DB97A0F9C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C2854808-8DC9-4BFF-86BA-C66A87E76DAA}" type="presOf" srcId="{2CD161D2-3D66-431B-8A84-11F7D9B5364B}" destId="{42E7E220-A100-4878-8D78-503A2C12BFE8}" srcOrd="0" destOrd="0" presId="urn:microsoft.com/office/officeart/2005/8/layout/list1"/>
    <dgm:cxn modelId="{0406230E-005A-4C76-88F4-57649289D778}" type="presOf" srcId="{D9909D1B-92ED-478B-AD3B-6A9DB97A0F9C}" destId="{7C2C9D27-5F90-4226-8700-09C65B711DA5}" srcOrd="0" destOrd="0" presId="urn:microsoft.com/office/officeart/2005/8/layout/list1"/>
    <dgm:cxn modelId="{6A35A210-D918-43F1-8344-8E387D1B88FA}" type="presOf" srcId="{EAD5D6AE-5FEE-4B87-B737-C83E03199479}" destId="{E4D0EA6C-61FA-44E1-A6BB-93AEC5A9D3C9}" srcOrd="0" destOrd="1" presId="urn:microsoft.com/office/officeart/2005/8/layout/list1"/>
    <dgm:cxn modelId="{763C1224-E78E-4974-B59D-8F96594C312A}" type="presOf" srcId="{D9909D1B-92ED-478B-AD3B-6A9DB97A0F9C}" destId="{E79DD4F8-2E22-4C83-ACB4-2B634380D7CD}" srcOrd="1" destOrd="0" presId="urn:microsoft.com/office/officeart/2005/8/layout/list1"/>
    <dgm:cxn modelId="{C7F46025-0950-4178-90ED-68D5F327F21F}" type="presOf" srcId="{74914804-30FD-4F5B-80E9-BE7C22A7F9FE}" destId="{9CA104E5-92FC-4586-94EC-90DE11EC1663}" srcOrd="0" destOrd="1" presId="urn:microsoft.com/office/officeart/2005/8/layout/list1"/>
    <dgm:cxn modelId="{80AF5D35-6E36-4528-B753-B25090AE0ABE}" type="presOf" srcId="{E7C36C3E-EA9D-4C12-806E-C240F24B78AB}" destId="{E1D85062-C949-4B48-984D-4D575FD6DABF}" srcOrd="0" destOrd="1" presId="urn:microsoft.com/office/officeart/2005/8/layout/list1"/>
    <dgm:cxn modelId="{392C7036-E37F-451E-A2DD-14FD4BC6DABA}" srcId="{2CD161D2-3D66-431B-8A84-11F7D9B5364B}" destId="{EAD5D6AE-5FEE-4B87-B737-C83E03199479}" srcOrd="1" destOrd="0" parTransId="{6BF563DA-15C1-4C91-979A-58CFA8E30F95}" sibTransId="{1905EA90-AD87-437E-A1E2-021E2054FA7D}"/>
    <dgm:cxn modelId="{531A443A-2C07-4511-BF90-98C92BBA2634}" srcId="{2CD161D2-3D66-431B-8A84-11F7D9B5364B}" destId="{ED2158D1-7732-4A4B-9CA0-3C00BAF4AABB}" srcOrd="0" destOrd="0" parTransId="{E97790D0-9B9A-4F9C-BA0F-3D0DB48692BE}" sibTransId="{E2362434-91F2-4AF2-A593-EF0CF841AD2E}"/>
    <dgm:cxn modelId="{DF6AE444-7B86-4814-8EDF-90C24FA9052A}" srcId="{679CE97E-AB5A-4798-8960-BC1BBD1476AC}" destId="{38808CFB-6DD8-4A23-8095-18AA63BDCEB9}" srcOrd="0" destOrd="0" parTransId="{BE0D9345-BA0F-4FFB-B5C8-0E57B9791784}" sibTransId="{A045B502-5494-4AC3-AD63-215493EB4F1F}"/>
    <dgm:cxn modelId="{7D7A7867-273D-4BCD-96E2-68B627333E15}" srcId="{6F7DC3FB-9042-4D61-8B87-B14954D026B5}" destId="{679CE97E-AB5A-4798-8960-BC1BBD1476AC}" srcOrd="0" destOrd="0" parTransId="{B338349C-81C8-47E8-A717-DABCD535C5D1}" sibTransId="{59C81655-7C6B-47AE-B5DA-5583A592725E}"/>
    <dgm:cxn modelId="{FED6AC48-1D1A-4DF1-B047-0644361EB7D4}" type="presOf" srcId="{ED2158D1-7732-4A4B-9CA0-3C00BAF4AABB}" destId="{E4D0EA6C-61FA-44E1-A6BB-93AEC5A9D3C9}" srcOrd="0" destOrd="0" presId="urn:microsoft.com/office/officeart/2005/8/layout/list1"/>
    <dgm:cxn modelId="{46FB1E69-6EA9-46AA-87EE-162375B550D5}" srcId="{6F7DC3FB-9042-4D61-8B87-B14954D026B5}" destId="{D9909D1B-92ED-478B-AD3B-6A9DB97A0F9C}" srcOrd="2" destOrd="0" parTransId="{C5317033-8893-4DC1-8326-1E4B17965F11}" sibTransId="{FADBF565-B70C-421A-8034-8455F05BDB1C}"/>
    <dgm:cxn modelId="{E2B85950-71BD-4E0E-8052-76B8B414C606}" type="presOf" srcId="{679CE97E-AB5A-4798-8960-BC1BBD1476AC}" destId="{A4E670FD-62C0-4C89-A42A-E978AE4B8962}" srcOrd="0" destOrd="0" presId="urn:microsoft.com/office/officeart/2005/8/layout/list1"/>
    <dgm:cxn modelId="{B4F73082-AA4B-4F42-94C2-9DD0F62FD217}" srcId="{6F7DC3FB-9042-4D61-8B87-B14954D026B5}" destId="{2CD161D2-3D66-431B-8A84-11F7D9B5364B}" srcOrd="1" destOrd="0" parTransId="{E9F9FDA6-BABD-422D-B4D1-E611B35DE76C}" sibTransId="{E1934321-5F6A-48DB-98E8-AFF6D2537B62}"/>
    <dgm:cxn modelId="{64876184-E71F-413B-BDF7-199D539B63EB}" type="presOf" srcId="{6F7DC3FB-9042-4D61-8B87-B14954D026B5}" destId="{D5D0D52D-9025-4DE7-A5A0-D8EBAE5050FB}" srcOrd="0" destOrd="0" presId="urn:microsoft.com/office/officeart/2005/8/layout/list1"/>
    <dgm:cxn modelId="{C9AA658C-7144-4430-81A5-4607B5FB07B8}" type="presOf" srcId="{679CE97E-AB5A-4798-8960-BC1BBD1476AC}" destId="{8007E5F4-9FE5-43AB-B4C6-5C3EBDE6F160}" srcOrd="1" destOrd="0" presId="urn:microsoft.com/office/officeart/2005/8/layout/list1"/>
    <dgm:cxn modelId="{3EFB4D8F-6196-4E51-8280-A0E89C3ECF07}" type="presOf" srcId="{2CD161D2-3D66-431B-8A84-11F7D9B5364B}" destId="{053779AF-4DCC-4BFA-ADE1-2933C1D5F234}" srcOrd="1" destOrd="0" presId="urn:microsoft.com/office/officeart/2005/8/layout/list1"/>
    <dgm:cxn modelId="{A38E379A-B275-4B07-B5E5-95683FAAC405}" type="presOf" srcId="{35A1627A-AE49-42F1-9A89-065514937DB5}" destId="{E1D85062-C949-4B48-984D-4D575FD6DABF}" srcOrd="0" destOrd="2" presId="urn:microsoft.com/office/officeart/2005/8/layout/list1"/>
    <dgm:cxn modelId="{4789D29C-BFF1-4F0E-8182-79C94C0EC66A}" srcId="{679CE97E-AB5A-4798-8960-BC1BBD1476AC}" destId="{74914804-30FD-4F5B-80E9-BE7C22A7F9FE}" srcOrd="1" destOrd="0" parTransId="{4AC2D278-343F-45F9-80BC-4FD282C89A3B}" sibTransId="{3699135D-8C32-46B8-BA90-FD4F0E50F07C}"/>
    <dgm:cxn modelId="{4377E7C0-49B3-4365-8CDA-5A62F1E9B998}" type="presOf" srcId="{49143B94-615A-4724-9E40-A0AEED53715C}" destId="{E1D85062-C949-4B48-984D-4D575FD6DABF}" srcOrd="0" destOrd="0" presId="urn:microsoft.com/office/officeart/2005/8/layout/list1"/>
    <dgm:cxn modelId="{2AC367D6-5224-445E-B940-756458A64EF1}" srcId="{D9909D1B-92ED-478B-AD3B-6A9DB97A0F9C}" destId="{E7C36C3E-EA9D-4C12-806E-C240F24B78AB}" srcOrd="1" destOrd="0" parTransId="{195BEB28-2B75-4056-BDB9-27E5D1F7FD3C}" sibTransId="{5387C7A7-4CC2-4697-A80E-92DE3A4318C4}"/>
    <dgm:cxn modelId="{453FFED8-9E94-4FE6-B58D-0ADECF217331}" srcId="{D9909D1B-92ED-478B-AD3B-6A9DB97A0F9C}" destId="{49143B94-615A-4724-9E40-A0AEED53715C}" srcOrd="0" destOrd="0" parTransId="{6D56F5FA-E27C-45BA-8EA3-70DF6224EF70}" sibTransId="{F431D2BE-2332-42C8-8779-BB355746AE00}"/>
    <dgm:cxn modelId="{6FCB80DF-1F91-4E95-AEEE-8AE41BC6C4C3}" srcId="{D9909D1B-92ED-478B-AD3B-6A9DB97A0F9C}" destId="{35A1627A-AE49-42F1-9A89-065514937DB5}" srcOrd="2" destOrd="0" parTransId="{60EAE788-9582-4534-B87D-AAC72BFE3929}" sibTransId="{BC26B1C2-8121-4FAE-AD21-F9878541E36B}"/>
    <dgm:cxn modelId="{B83BBEE7-464E-43E5-AB09-2F3476504F82}" type="presOf" srcId="{38808CFB-6DD8-4A23-8095-18AA63BDCEB9}" destId="{9CA104E5-92FC-4586-94EC-90DE11EC1663}" srcOrd="0" destOrd="0" presId="urn:microsoft.com/office/officeart/2005/8/layout/list1"/>
    <dgm:cxn modelId="{38DD0776-4265-476A-B78C-84AEBB409DC3}" type="presParOf" srcId="{D5D0D52D-9025-4DE7-A5A0-D8EBAE5050FB}" destId="{A601C31F-6DE3-4B56-82B1-BF1E486A9E4B}" srcOrd="0" destOrd="0" presId="urn:microsoft.com/office/officeart/2005/8/layout/list1"/>
    <dgm:cxn modelId="{B373610F-BAFA-4B64-BFCC-C7967ADF4349}" type="presParOf" srcId="{A601C31F-6DE3-4B56-82B1-BF1E486A9E4B}" destId="{A4E670FD-62C0-4C89-A42A-E978AE4B8962}" srcOrd="0" destOrd="0" presId="urn:microsoft.com/office/officeart/2005/8/layout/list1"/>
    <dgm:cxn modelId="{F9F40907-407F-4B62-BF41-27C455518D36}" type="presParOf" srcId="{A601C31F-6DE3-4B56-82B1-BF1E486A9E4B}" destId="{8007E5F4-9FE5-43AB-B4C6-5C3EBDE6F160}" srcOrd="1" destOrd="0" presId="urn:microsoft.com/office/officeart/2005/8/layout/list1"/>
    <dgm:cxn modelId="{F5D46B8D-7DDE-498E-BB2E-AFE5C1606791}" type="presParOf" srcId="{D5D0D52D-9025-4DE7-A5A0-D8EBAE5050FB}" destId="{55CFA53A-1A62-434F-A8A2-2FFC809DBE13}" srcOrd="1" destOrd="0" presId="urn:microsoft.com/office/officeart/2005/8/layout/list1"/>
    <dgm:cxn modelId="{D7138A72-27C9-4697-8C6A-72F0F2F522DF}" type="presParOf" srcId="{D5D0D52D-9025-4DE7-A5A0-D8EBAE5050FB}" destId="{9CA104E5-92FC-4586-94EC-90DE11EC1663}" srcOrd="2" destOrd="0" presId="urn:microsoft.com/office/officeart/2005/8/layout/list1"/>
    <dgm:cxn modelId="{133E2D29-70AE-447C-A40E-7AE3923D65FB}" type="presParOf" srcId="{D5D0D52D-9025-4DE7-A5A0-D8EBAE5050FB}" destId="{FAB9140E-7D18-45A7-B51E-20D70D8F1D98}" srcOrd="3" destOrd="0" presId="urn:microsoft.com/office/officeart/2005/8/layout/list1"/>
    <dgm:cxn modelId="{60D79590-E502-4D30-8548-5B17D86A46A9}" type="presParOf" srcId="{D5D0D52D-9025-4DE7-A5A0-D8EBAE5050FB}" destId="{50DF4203-27EC-4071-A2D5-0D7B1887E7BA}" srcOrd="4" destOrd="0" presId="urn:microsoft.com/office/officeart/2005/8/layout/list1"/>
    <dgm:cxn modelId="{8EF83DD8-EEFB-4FDF-B9FD-A4C3528D3033}" type="presParOf" srcId="{50DF4203-27EC-4071-A2D5-0D7B1887E7BA}" destId="{42E7E220-A100-4878-8D78-503A2C12BFE8}" srcOrd="0" destOrd="0" presId="urn:microsoft.com/office/officeart/2005/8/layout/list1"/>
    <dgm:cxn modelId="{1FB4CFCA-89C6-49F3-A93F-1BA17E12FB6D}" type="presParOf" srcId="{50DF4203-27EC-4071-A2D5-0D7B1887E7BA}" destId="{053779AF-4DCC-4BFA-ADE1-2933C1D5F234}" srcOrd="1" destOrd="0" presId="urn:microsoft.com/office/officeart/2005/8/layout/list1"/>
    <dgm:cxn modelId="{5E4C82E6-2029-46B2-81FA-E94DB15BA8D1}" type="presParOf" srcId="{D5D0D52D-9025-4DE7-A5A0-D8EBAE5050FB}" destId="{28ED9DA7-4609-4A2F-B749-008750E1D36B}" srcOrd="5" destOrd="0" presId="urn:microsoft.com/office/officeart/2005/8/layout/list1"/>
    <dgm:cxn modelId="{1913E199-D695-48CB-BA77-A1B1EA8D23B0}" type="presParOf" srcId="{D5D0D52D-9025-4DE7-A5A0-D8EBAE5050FB}" destId="{E4D0EA6C-61FA-44E1-A6BB-93AEC5A9D3C9}" srcOrd="6" destOrd="0" presId="urn:microsoft.com/office/officeart/2005/8/layout/list1"/>
    <dgm:cxn modelId="{5486249C-C906-4E01-AAD0-B07C184C6126}" type="presParOf" srcId="{D5D0D52D-9025-4DE7-A5A0-D8EBAE5050FB}" destId="{5194BB0D-6E3F-4B47-ADA8-B651D9EE4B60}" srcOrd="7" destOrd="0" presId="urn:microsoft.com/office/officeart/2005/8/layout/list1"/>
    <dgm:cxn modelId="{D4A2061F-D793-4F22-82B5-072ADF754174}" type="presParOf" srcId="{D5D0D52D-9025-4DE7-A5A0-D8EBAE5050FB}" destId="{07782E6A-33BC-475A-B4AD-EAA71B6C6957}" srcOrd="8" destOrd="0" presId="urn:microsoft.com/office/officeart/2005/8/layout/list1"/>
    <dgm:cxn modelId="{D536E0A3-98A2-4C90-BADA-4C5628F04111}" type="presParOf" srcId="{07782E6A-33BC-475A-B4AD-EAA71B6C6957}" destId="{7C2C9D27-5F90-4226-8700-09C65B711DA5}" srcOrd="0" destOrd="0" presId="urn:microsoft.com/office/officeart/2005/8/layout/list1"/>
    <dgm:cxn modelId="{CD0EA7BB-8E1C-4365-9156-77793C1041A0}" type="presParOf" srcId="{07782E6A-33BC-475A-B4AD-EAA71B6C6957}" destId="{E79DD4F8-2E22-4C83-ACB4-2B634380D7CD}" srcOrd="1" destOrd="0" presId="urn:microsoft.com/office/officeart/2005/8/layout/list1"/>
    <dgm:cxn modelId="{3C9D58BB-FCBD-4824-ABD5-A9E82FBD83A0}" type="presParOf" srcId="{D5D0D52D-9025-4DE7-A5A0-D8EBAE5050FB}" destId="{FA7DF606-339E-4D21-A2EC-80620B21EE00}" srcOrd="9" destOrd="0" presId="urn:microsoft.com/office/officeart/2005/8/layout/list1"/>
    <dgm:cxn modelId="{E17C29DE-9BF9-4688-8670-6550FD75B3C8}" type="presParOf" srcId="{D5D0D52D-9025-4DE7-A5A0-D8EBAE5050FB}" destId="{E1D85062-C949-4B48-984D-4D575FD6DABF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6.xml><?xml version="1.0" encoding="utf-8"?>
<dgm:dataModel xmlns:dgm="http://schemas.openxmlformats.org/drawingml/2006/diagram" xmlns:a="http://schemas.openxmlformats.org/drawingml/2006/main">
  <dgm:ptLst>
    <dgm:pt modelId="{6F7DC3FB-9042-4D61-8B87-B14954D026B5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C0FF6356-F593-4717-A25E-912C5AA6261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Collaboration of pools</a:t>
          </a:r>
          <a:endParaRPr lang="en-US"/>
        </a:p>
      </dgm:t>
    </dgm:pt>
    <dgm:pt modelId="{DF41FC59-5D67-4FD4-8FE5-E481C068F76D}" type="parTrans" cxnId="{DE43B418-A928-4F95-8F42-07AE3118D741}">
      <dgm:prSet/>
      <dgm:spPr/>
      <dgm:t>
        <a:bodyPr/>
        <a:lstStyle/>
        <a:p>
          <a:endParaRPr lang="en-US"/>
        </a:p>
      </dgm:t>
    </dgm:pt>
    <dgm:pt modelId="{0ED13B6D-113E-4ABB-B8D8-6A5D5B9389E8}" type="sibTrans" cxnId="{DE43B418-A928-4F95-8F42-07AE3118D741}">
      <dgm:prSet/>
      <dgm:spPr/>
      <dgm:t>
        <a:bodyPr/>
        <a:lstStyle/>
        <a:p>
          <a:endParaRPr lang="en-US"/>
        </a:p>
      </dgm:t>
    </dgm:pt>
    <dgm:pt modelId="{EEEAC19C-E778-408F-B51F-29881A88293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Miners now collaborate</a:t>
          </a:r>
        </a:p>
      </dgm:t>
    </dgm:pt>
    <dgm:pt modelId="{09327C79-5A7C-4B03-BFF2-BA03B06B3334}" type="parTrans" cxnId="{3A89DAEB-9CBF-4494-BCA9-3C9CEF310B6C}">
      <dgm:prSet/>
      <dgm:spPr/>
    </dgm:pt>
    <dgm:pt modelId="{B1A0548C-B406-41CC-9CCB-51E768D117F1}" type="sibTrans" cxnId="{3A89DAEB-9CBF-4494-BCA9-3C9CEF310B6C}">
      <dgm:prSet/>
      <dgm:spPr/>
    </dgm:pt>
    <dgm:pt modelId="{E12D6BAF-6CEB-45B7-8826-EC90C7C2714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form mining</a:t>
          </a:r>
          <a:r>
            <a:rPr lang="tr-TR" dirty="0"/>
            <a:t> </a:t>
          </a:r>
          <a:r>
            <a:rPr lang="en-US" dirty="0"/>
            <a:t>pools</a:t>
          </a:r>
        </a:p>
      </dgm:t>
    </dgm:pt>
    <dgm:pt modelId="{50EF4AA2-1A1F-454D-A438-065A3612D5D0}" type="parTrans" cxnId="{6517967A-6F35-4053-AB7C-EBA5E9250DB7}">
      <dgm:prSet/>
      <dgm:spPr/>
    </dgm:pt>
    <dgm:pt modelId="{EB22CD61-F612-4BDB-8024-6F1C451A4A17}" type="sibTrans" cxnId="{6517967A-6F35-4053-AB7C-EBA5E9250DB7}">
      <dgm:prSet/>
      <dgm:spPr/>
    </dgm:pt>
    <dgm:pt modelId="{9122BBA3-AC53-4C5F-8827-06613D80648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Miners</a:t>
          </a:r>
          <a:r>
            <a:rPr lang="tr-TR" dirty="0"/>
            <a:t> </a:t>
          </a:r>
          <a:r>
            <a:rPr lang="tr-TR" dirty="0" err="1"/>
            <a:t>combine</a:t>
          </a:r>
          <a:r>
            <a:rPr lang="en-US" dirty="0"/>
            <a:t> their hashing power</a:t>
          </a:r>
        </a:p>
      </dgm:t>
    </dgm:pt>
    <dgm:pt modelId="{0F4B26A8-102B-4730-B88B-F0F3658C5A1D}" type="parTrans" cxnId="{64920BB4-CF13-4188-B7DD-7E43E2E4B21A}">
      <dgm:prSet/>
      <dgm:spPr/>
    </dgm:pt>
    <dgm:pt modelId="{B64CD945-6451-4AB3-9DEE-3322201FFC29}" type="sibTrans" cxnId="{64920BB4-CF13-4188-B7DD-7E43E2E4B21A}">
      <dgm:prSet/>
      <dgm:spPr/>
    </dgm:pt>
    <dgm:pt modelId="{7C68CAD6-F3CA-4C8D-A12F-CBD3D05B189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Unite to compete</a:t>
          </a:r>
          <a:endParaRPr lang="en-US"/>
        </a:p>
      </dgm:t>
    </dgm:pt>
    <dgm:pt modelId="{F2717938-6B80-4E55-9CEC-92600257E85E}" type="parTrans" cxnId="{2B63E979-AAF5-40E7-9329-E8A0DF2DB15B}">
      <dgm:prSet/>
      <dgm:spPr/>
    </dgm:pt>
    <dgm:pt modelId="{EE10C545-B4DE-4ABB-93B5-37DBD43BE28B}" type="sibTrans" cxnId="{2B63E979-AAF5-40E7-9329-E8A0DF2DB15B}">
      <dgm:prSet/>
      <dgm:spPr/>
    </dgm:pt>
    <dgm:pt modelId="{5B4825C9-18A4-4890-B4FD-7631E723B34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sharing the reward among thousands of participants.</a:t>
          </a:r>
        </a:p>
      </dgm:t>
    </dgm:pt>
    <dgm:pt modelId="{F03F5E6F-956D-4B7D-BC36-4DC95C110E6F}" type="parTrans" cxnId="{AF7DEEC8-18E3-4717-B010-212F415DDDFC}">
      <dgm:prSet/>
      <dgm:spPr/>
    </dgm:pt>
    <dgm:pt modelId="{7BA62422-C345-4EDC-9105-23782EE630E4}" type="sibTrans" cxnId="{AF7DEEC8-18E3-4717-B010-212F415DDDFC}">
      <dgm:prSet/>
      <dgm:spPr/>
    </dgm:pt>
    <dgm:pt modelId="{B60D2C7A-13D0-44BA-96B5-9688287C1F23}" type="pres">
      <dgm:prSet presAssocID="{6F7DC3FB-9042-4D61-8B87-B14954D026B5}" presName="root" presStyleCnt="0">
        <dgm:presLayoutVars>
          <dgm:dir/>
          <dgm:resizeHandles val="exact"/>
        </dgm:presLayoutVars>
      </dgm:prSet>
      <dgm:spPr/>
    </dgm:pt>
    <dgm:pt modelId="{E03AA681-979A-47EB-9E62-6514F4664A01}" type="pres">
      <dgm:prSet presAssocID="{C0FF6356-F593-4717-A25E-912C5AA62614}" presName="compNode" presStyleCnt="0"/>
      <dgm:spPr/>
    </dgm:pt>
    <dgm:pt modelId="{7A0F7B05-4C22-4423-A374-2F852B0EFF71}" type="pres">
      <dgm:prSet presAssocID="{C0FF6356-F593-4717-A25E-912C5AA62614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ullanıcılar"/>
        </a:ext>
      </dgm:extLst>
    </dgm:pt>
    <dgm:pt modelId="{97A7520C-2E0F-41D8-A3C4-099641084211}" type="pres">
      <dgm:prSet presAssocID="{C0FF6356-F593-4717-A25E-912C5AA62614}" presName="iconSpace" presStyleCnt="0"/>
      <dgm:spPr/>
    </dgm:pt>
    <dgm:pt modelId="{B89C13C5-348D-450E-BFBF-6E192E7E3022}" type="pres">
      <dgm:prSet presAssocID="{C0FF6356-F593-4717-A25E-912C5AA62614}" presName="parTx" presStyleLbl="revTx" presStyleIdx="0" presStyleCnt="4">
        <dgm:presLayoutVars>
          <dgm:chMax val="0"/>
          <dgm:chPref val="0"/>
        </dgm:presLayoutVars>
      </dgm:prSet>
      <dgm:spPr/>
    </dgm:pt>
    <dgm:pt modelId="{6DFD6BFB-DCA6-4EB8-8025-FC571444EE6B}" type="pres">
      <dgm:prSet presAssocID="{C0FF6356-F593-4717-A25E-912C5AA62614}" presName="txSpace" presStyleCnt="0"/>
      <dgm:spPr/>
    </dgm:pt>
    <dgm:pt modelId="{6609CDA1-15E0-4410-BE70-8CDF2E1A3EF0}" type="pres">
      <dgm:prSet presAssocID="{C0FF6356-F593-4717-A25E-912C5AA62614}" presName="desTx" presStyleLbl="revTx" presStyleIdx="1" presStyleCnt="4">
        <dgm:presLayoutVars/>
      </dgm:prSet>
      <dgm:spPr/>
    </dgm:pt>
    <dgm:pt modelId="{78E97CF7-0841-4587-A89C-95F40BB4FB6A}" type="pres">
      <dgm:prSet presAssocID="{0ED13B6D-113E-4ABB-B8D8-6A5D5B9389E8}" presName="sibTrans" presStyleCnt="0"/>
      <dgm:spPr/>
    </dgm:pt>
    <dgm:pt modelId="{34B1D14C-4B02-41BE-9776-7231333BD9DD}" type="pres">
      <dgm:prSet presAssocID="{7C68CAD6-F3CA-4C8D-A12F-CBD3D05B1897}" presName="compNode" presStyleCnt="0"/>
      <dgm:spPr/>
    </dgm:pt>
    <dgm:pt modelId="{D36D5EC4-7DE3-4839-A1EA-5473B0F4AE73}" type="pres">
      <dgm:prSet presAssocID="{7C68CAD6-F3CA-4C8D-A12F-CBD3D05B1897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roup of People"/>
        </a:ext>
      </dgm:extLst>
    </dgm:pt>
    <dgm:pt modelId="{AF0F19B2-93E7-44AF-B86E-F36C5F9FBF59}" type="pres">
      <dgm:prSet presAssocID="{7C68CAD6-F3CA-4C8D-A12F-CBD3D05B1897}" presName="iconSpace" presStyleCnt="0"/>
      <dgm:spPr/>
    </dgm:pt>
    <dgm:pt modelId="{FBC5F7B4-CCB5-44C5-8E6F-9C508EB9677E}" type="pres">
      <dgm:prSet presAssocID="{7C68CAD6-F3CA-4C8D-A12F-CBD3D05B1897}" presName="parTx" presStyleLbl="revTx" presStyleIdx="2" presStyleCnt="4">
        <dgm:presLayoutVars>
          <dgm:chMax val="0"/>
          <dgm:chPref val="0"/>
        </dgm:presLayoutVars>
      </dgm:prSet>
      <dgm:spPr/>
    </dgm:pt>
    <dgm:pt modelId="{B7E6FABF-D011-43CD-879C-F27FE525E492}" type="pres">
      <dgm:prSet presAssocID="{7C68CAD6-F3CA-4C8D-A12F-CBD3D05B1897}" presName="txSpace" presStyleCnt="0"/>
      <dgm:spPr/>
    </dgm:pt>
    <dgm:pt modelId="{2F6D8ECA-8C18-4FEC-8FD2-BA3E15176169}" type="pres">
      <dgm:prSet presAssocID="{7C68CAD6-F3CA-4C8D-A12F-CBD3D05B1897}" presName="desTx" presStyleLbl="revTx" presStyleIdx="3" presStyleCnt="4">
        <dgm:presLayoutVars/>
      </dgm:prSet>
      <dgm:spPr/>
    </dgm:pt>
  </dgm:ptLst>
  <dgm:cxnLst>
    <dgm:cxn modelId="{DE43B418-A928-4F95-8F42-07AE3118D741}" srcId="{6F7DC3FB-9042-4D61-8B87-B14954D026B5}" destId="{C0FF6356-F593-4717-A25E-912C5AA62614}" srcOrd="0" destOrd="0" parTransId="{DF41FC59-5D67-4FD4-8FE5-E481C068F76D}" sibTransId="{0ED13B6D-113E-4ABB-B8D8-6A5D5B9389E8}"/>
    <dgm:cxn modelId="{6F89F920-D223-462A-8C33-631EBCCBE675}" type="presOf" srcId="{C0FF6356-F593-4717-A25E-912C5AA62614}" destId="{B89C13C5-348D-450E-BFBF-6E192E7E3022}" srcOrd="0" destOrd="0" presId="urn:microsoft.com/office/officeart/2018/5/layout/CenteredIconLabelDescriptionList"/>
    <dgm:cxn modelId="{CE28BA4E-2080-435D-BF54-9A61E0FE54AB}" type="presOf" srcId="{5B4825C9-18A4-4890-B4FD-7631E723B349}" destId="{2F6D8ECA-8C18-4FEC-8FD2-BA3E15176169}" srcOrd="0" destOrd="1" presId="urn:microsoft.com/office/officeart/2018/5/layout/CenteredIconLabelDescriptionList"/>
    <dgm:cxn modelId="{2B63E979-AAF5-40E7-9329-E8A0DF2DB15B}" srcId="{6F7DC3FB-9042-4D61-8B87-B14954D026B5}" destId="{7C68CAD6-F3CA-4C8D-A12F-CBD3D05B1897}" srcOrd="1" destOrd="0" parTransId="{F2717938-6B80-4E55-9CEC-92600257E85E}" sibTransId="{EE10C545-B4DE-4ABB-93B5-37DBD43BE28B}"/>
    <dgm:cxn modelId="{6517967A-6F35-4053-AB7C-EBA5E9250DB7}" srcId="{C0FF6356-F593-4717-A25E-912C5AA62614}" destId="{E12D6BAF-6CEB-45B7-8826-EC90C7C27148}" srcOrd="1" destOrd="0" parTransId="{50EF4AA2-1A1F-454D-A438-065A3612D5D0}" sibTransId="{EB22CD61-F612-4BDB-8024-6F1C451A4A17}"/>
    <dgm:cxn modelId="{92DC0787-30CF-41A7-BE3E-6E4E83348147}" type="presOf" srcId="{9122BBA3-AC53-4C5F-8827-06613D806485}" destId="{2F6D8ECA-8C18-4FEC-8FD2-BA3E15176169}" srcOrd="0" destOrd="0" presId="urn:microsoft.com/office/officeart/2018/5/layout/CenteredIconLabelDescriptionList"/>
    <dgm:cxn modelId="{6195D189-2CEF-465B-BD52-CDE7D038E4E8}" type="presOf" srcId="{6F7DC3FB-9042-4D61-8B87-B14954D026B5}" destId="{B60D2C7A-13D0-44BA-96B5-9688287C1F23}" srcOrd="0" destOrd="0" presId="urn:microsoft.com/office/officeart/2018/5/layout/CenteredIconLabelDescriptionList"/>
    <dgm:cxn modelId="{476E348B-F112-4567-A926-483185EF9BD8}" type="presOf" srcId="{7C68CAD6-F3CA-4C8D-A12F-CBD3D05B1897}" destId="{FBC5F7B4-CCB5-44C5-8E6F-9C508EB9677E}" srcOrd="0" destOrd="0" presId="urn:microsoft.com/office/officeart/2018/5/layout/CenteredIconLabelDescriptionList"/>
    <dgm:cxn modelId="{64920BB4-CF13-4188-B7DD-7E43E2E4B21A}" srcId="{7C68CAD6-F3CA-4C8D-A12F-CBD3D05B1897}" destId="{9122BBA3-AC53-4C5F-8827-06613D806485}" srcOrd="0" destOrd="0" parTransId="{0F4B26A8-102B-4730-B88B-F0F3658C5A1D}" sibTransId="{B64CD945-6451-4AB3-9DEE-3322201FFC29}"/>
    <dgm:cxn modelId="{AF7DEEC8-18E3-4717-B010-212F415DDDFC}" srcId="{7C68CAD6-F3CA-4C8D-A12F-CBD3D05B1897}" destId="{5B4825C9-18A4-4890-B4FD-7631E723B349}" srcOrd="1" destOrd="0" parTransId="{F03F5E6F-956D-4B7D-BC36-4DC95C110E6F}" sibTransId="{7BA62422-C345-4EDC-9105-23782EE630E4}"/>
    <dgm:cxn modelId="{3A89DAEB-9CBF-4494-BCA9-3C9CEF310B6C}" srcId="{C0FF6356-F593-4717-A25E-912C5AA62614}" destId="{EEEAC19C-E778-408F-B51F-29881A882930}" srcOrd="0" destOrd="0" parTransId="{09327C79-5A7C-4B03-BFF2-BA03B06B3334}" sibTransId="{B1A0548C-B406-41CC-9CCB-51E768D117F1}"/>
    <dgm:cxn modelId="{B94FDFF8-1A12-4C37-9A18-9414D5392CAB}" type="presOf" srcId="{E12D6BAF-6CEB-45B7-8826-EC90C7C27148}" destId="{6609CDA1-15E0-4410-BE70-8CDF2E1A3EF0}" srcOrd="0" destOrd="1" presId="urn:microsoft.com/office/officeart/2018/5/layout/CenteredIconLabelDescriptionList"/>
    <dgm:cxn modelId="{3999E3FD-B773-4490-B5C1-CADFDA2303F1}" type="presOf" srcId="{EEEAC19C-E778-408F-B51F-29881A882930}" destId="{6609CDA1-15E0-4410-BE70-8CDF2E1A3EF0}" srcOrd="0" destOrd="0" presId="urn:microsoft.com/office/officeart/2018/5/layout/CenteredIconLabelDescriptionList"/>
    <dgm:cxn modelId="{D6C735A6-7DB2-40E8-911E-4C7A35D4E183}" type="presParOf" srcId="{B60D2C7A-13D0-44BA-96B5-9688287C1F23}" destId="{E03AA681-979A-47EB-9E62-6514F4664A01}" srcOrd="0" destOrd="0" presId="urn:microsoft.com/office/officeart/2018/5/layout/CenteredIconLabelDescriptionList"/>
    <dgm:cxn modelId="{ED8CDAD0-03F3-4FEE-A445-A7E191474640}" type="presParOf" srcId="{E03AA681-979A-47EB-9E62-6514F4664A01}" destId="{7A0F7B05-4C22-4423-A374-2F852B0EFF71}" srcOrd="0" destOrd="0" presId="urn:microsoft.com/office/officeart/2018/5/layout/CenteredIconLabelDescriptionList"/>
    <dgm:cxn modelId="{B8B3DE1F-62E4-4616-998B-C5416F20A62C}" type="presParOf" srcId="{E03AA681-979A-47EB-9E62-6514F4664A01}" destId="{97A7520C-2E0F-41D8-A3C4-099641084211}" srcOrd="1" destOrd="0" presId="urn:microsoft.com/office/officeart/2018/5/layout/CenteredIconLabelDescriptionList"/>
    <dgm:cxn modelId="{C67C2EA5-DD18-4C93-8D22-C842BBC0AAF7}" type="presParOf" srcId="{E03AA681-979A-47EB-9E62-6514F4664A01}" destId="{B89C13C5-348D-450E-BFBF-6E192E7E3022}" srcOrd="2" destOrd="0" presId="urn:microsoft.com/office/officeart/2018/5/layout/CenteredIconLabelDescriptionList"/>
    <dgm:cxn modelId="{4ECF8C31-40AC-48DA-9BA3-5184F5FC9BEC}" type="presParOf" srcId="{E03AA681-979A-47EB-9E62-6514F4664A01}" destId="{6DFD6BFB-DCA6-4EB8-8025-FC571444EE6B}" srcOrd="3" destOrd="0" presId="urn:microsoft.com/office/officeart/2018/5/layout/CenteredIconLabelDescriptionList"/>
    <dgm:cxn modelId="{0DDA1E2B-386C-4C7F-8EF1-3724B2BF2C68}" type="presParOf" srcId="{E03AA681-979A-47EB-9E62-6514F4664A01}" destId="{6609CDA1-15E0-4410-BE70-8CDF2E1A3EF0}" srcOrd="4" destOrd="0" presId="urn:microsoft.com/office/officeart/2018/5/layout/CenteredIconLabelDescriptionList"/>
    <dgm:cxn modelId="{383BDBFE-7E46-4741-AF64-4C7F3878D3DC}" type="presParOf" srcId="{B60D2C7A-13D0-44BA-96B5-9688287C1F23}" destId="{78E97CF7-0841-4587-A89C-95F40BB4FB6A}" srcOrd="1" destOrd="0" presId="urn:microsoft.com/office/officeart/2018/5/layout/CenteredIconLabelDescriptionList"/>
    <dgm:cxn modelId="{53911685-0E19-4FC6-B23E-FA1358865F0D}" type="presParOf" srcId="{B60D2C7A-13D0-44BA-96B5-9688287C1F23}" destId="{34B1D14C-4B02-41BE-9776-7231333BD9DD}" srcOrd="2" destOrd="0" presId="urn:microsoft.com/office/officeart/2018/5/layout/CenteredIconLabelDescriptionList"/>
    <dgm:cxn modelId="{A9C35153-A429-46C4-909C-F904AD41F94C}" type="presParOf" srcId="{34B1D14C-4B02-41BE-9776-7231333BD9DD}" destId="{D36D5EC4-7DE3-4839-A1EA-5473B0F4AE73}" srcOrd="0" destOrd="0" presId="urn:microsoft.com/office/officeart/2018/5/layout/CenteredIconLabelDescriptionList"/>
    <dgm:cxn modelId="{22A4E9B7-4AEB-4FC5-AA28-7C97385154DC}" type="presParOf" srcId="{34B1D14C-4B02-41BE-9776-7231333BD9DD}" destId="{AF0F19B2-93E7-44AF-B86E-F36C5F9FBF59}" srcOrd="1" destOrd="0" presId="urn:microsoft.com/office/officeart/2018/5/layout/CenteredIconLabelDescriptionList"/>
    <dgm:cxn modelId="{13952CF1-5902-4354-8DCF-E247AADC57A7}" type="presParOf" srcId="{34B1D14C-4B02-41BE-9776-7231333BD9DD}" destId="{FBC5F7B4-CCB5-44C5-8E6F-9C508EB9677E}" srcOrd="2" destOrd="0" presId="urn:microsoft.com/office/officeart/2018/5/layout/CenteredIconLabelDescriptionList"/>
    <dgm:cxn modelId="{EAA2494C-8146-4B38-B445-7A77F665428A}" type="presParOf" srcId="{34B1D14C-4B02-41BE-9776-7231333BD9DD}" destId="{B7E6FABF-D011-43CD-879C-F27FE525E492}" srcOrd="3" destOrd="0" presId="urn:microsoft.com/office/officeart/2018/5/layout/CenteredIconLabelDescriptionList"/>
    <dgm:cxn modelId="{BFB6D45B-065B-47DD-B0DF-AB2A20A1DB87}" type="presParOf" srcId="{34B1D14C-4B02-41BE-9776-7231333BD9DD}" destId="{2F6D8ECA-8C18-4FEC-8FD2-BA3E15176169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7.xml><?xml version="1.0" encoding="utf-8"?>
<dgm:dataModel xmlns:dgm="http://schemas.openxmlformats.org/drawingml/2006/diagram" xmlns:a="http://schemas.openxmlformats.org/drawingml/2006/main">
  <dgm:ptLst>
    <dgm:pt modelId="{6F7DC3FB-9042-4D61-8B87-B14954D026B5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9D834211-D96A-40DB-9736-3EC82053D26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Small share</a:t>
          </a:r>
          <a:endParaRPr lang="en-US"/>
        </a:p>
      </dgm:t>
    </dgm:pt>
    <dgm:pt modelId="{38E0E241-7C80-4D99-BE41-D4D35BB9BFA5}" type="parTrans" cxnId="{62EBC3BC-D726-4FE4-B8DE-3ACD96624962}">
      <dgm:prSet/>
      <dgm:spPr/>
      <dgm:t>
        <a:bodyPr/>
        <a:lstStyle/>
        <a:p>
          <a:endParaRPr lang="en-US"/>
        </a:p>
      </dgm:t>
    </dgm:pt>
    <dgm:pt modelId="{D394BDDF-2499-4970-9280-1642870BEFDB}" type="sibTrans" cxnId="{62EBC3BC-D726-4FE4-B8DE-3ACD96624962}">
      <dgm:prSet/>
      <dgm:spPr/>
      <dgm:t>
        <a:bodyPr/>
        <a:lstStyle/>
        <a:p>
          <a:endParaRPr lang="en-US"/>
        </a:p>
      </dgm:t>
    </dgm:pt>
    <dgm:pt modelId="{A74C8153-4CCF-44E1-AA08-F803455F8FB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miners get a smaller share</a:t>
          </a:r>
        </a:p>
      </dgm:t>
    </dgm:pt>
    <dgm:pt modelId="{856E5A82-77C6-45D8-9945-99A7CC411244}" type="parTrans" cxnId="{5E5194E6-FDD8-4208-9964-15EF2C8E0E60}">
      <dgm:prSet/>
      <dgm:spPr/>
      <dgm:t>
        <a:bodyPr/>
        <a:lstStyle/>
        <a:p>
          <a:endParaRPr lang="en-US"/>
        </a:p>
      </dgm:t>
    </dgm:pt>
    <dgm:pt modelId="{666E9836-9576-4DA8-92A2-A7A6606A2A02}" type="sibTrans" cxnId="{5E5194E6-FDD8-4208-9964-15EF2C8E0E60}">
      <dgm:prSet/>
      <dgm:spPr/>
      <dgm:t>
        <a:bodyPr/>
        <a:lstStyle/>
        <a:p>
          <a:endParaRPr lang="en-US"/>
        </a:p>
      </dgm:t>
    </dgm:pt>
    <dgm:pt modelId="{68E1E5EB-260D-4F53-9CC8-82C187F1272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get rewarded</a:t>
          </a:r>
          <a:r>
            <a:rPr lang="tr-TR" dirty="0"/>
            <a:t> in </a:t>
          </a:r>
          <a:r>
            <a:rPr lang="tr-TR" dirty="0" err="1"/>
            <a:t>shorter</a:t>
          </a:r>
          <a:r>
            <a:rPr lang="tr-TR" dirty="0"/>
            <a:t> </a:t>
          </a:r>
          <a:r>
            <a:rPr lang="tr-TR" dirty="0" err="1"/>
            <a:t>periods</a:t>
          </a:r>
          <a:r>
            <a:rPr lang="en-US" dirty="0"/>
            <a:t> </a:t>
          </a:r>
        </a:p>
      </dgm:t>
    </dgm:pt>
    <dgm:pt modelId="{C2481B80-697E-47E7-AD0C-68DF92F939DD}" type="parTrans" cxnId="{EDFEB1C5-33C5-44A2-B7FF-EEFA6D06A731}">
      <dgm:prSet/>
      <dgm:spPr/>
      <dgm:t>
        <a:bodyPr/>
        <a:lstStyle/>
        <a:p>
          <a:endParaRPr lang="en-US"/>
        </a:p>
      </dgm:t>
    </dgm:pt>
    <dgm:pt modelId="{80299248-DB58-45C1-BB5D-8FD4BFEFD46C}" type="sibTrans" cxnId="{EDFEB1C5-33C5-44A2-B7FF-EEFA6D06A731}">
      <dgm:prSet/>
      <dgm:spPr/>
      <dgm:t>
        <a:bodyPr/>
        <a:lstStyle/>
        <a:p>
          <a:endParaRPr lang="en-US"/>
        </a:p>
      </dgm:t>
    </dgm:pt>
    <dgm:pt modelId="{6C9C5FA2-566E-4402-A01C-B767CD7F7AE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reducing uncertainty</a:t>
          </a:r>
        </a:p>
      </dgm:t>
    </dgm:pt>
    <dgm:pt modelId="{ACD51EB0-A168-4273-AFAA-9C51D2D6D4A2}" type="parTrans" cxnId="{91687157-ABF1-48F0-96B7-3A791CFB35EA}">
      <dgm:prSet/>
      <dgm:spPr/>
      <dgm:t>
        <a:bodyPr/>
        <a:lstStyle/>
        <a:p>
          <a:endParaRPr lang="en-US"/>
        </a:p>
      </dgm:t>
    </dgm:pt>
    <dgm:pt modelId="{747ABEBF-1B44-41D8-8804-B3E7F898708B}" type="sibTrans" cxnId="{91687157-ABF1-48F0-96B7-3A791CFB35EA}">
      <dgm:prSet/>
      <dgm:spPr/>
      <dgm:t>
        <a:bodyPr/>
        <a:lstStyle/>
        <a:p>
          <a:endParaRPr lang="en-US"/>
        </a:p>
      </dgm:t>
    </dgm:pt>
    <dgm:pt modelId="{117719C9-A23B-4488-8BEA-58666B1125A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Reduced uncertainty</a:t>
          </a:r>
          <a:endParaRPr lang="en-US"/>
        </a:p>
      </dgm:t>
    </dgm:pt>
    <dgm:pt modelId="{3377F862-8C62-4AD4-BD9D-6EA893C335FF}" type="parTrans" cxnId="{8B6D44D5-6634-47B0-BD44-1F677A1BC0D3}">
      <dgm:prSet/>
      <dgm:spPr/>
      <dgm:t>
        <a:bodyPr/>
        <a:lstStyle/>
        <a:p>
          <a:endParaRPr lang="en-US"/>
        </a:p>
      </dgm:t>
    </dgm:pt>
    <dgm:pt modelId="{3EBE3B13-FB6B-4F71-8D12-BCCDF08C110F}" type="sibTrans" cxnId="{8B6D44D5-6634-47B0-BD44-1F677A1BC0D3}">
      <dgm:prSet/>
      <dgm:spPr/>
      <dgm:t>
        <a:bodyPr/>
        <a:lstStyle/>
        <a:p>
          <a:endParaRPr lang="en-US"/>
        </a:p>
      </dgm:t>
    </dgm:pt>
    <dgm:pt modelId="{73061C69-8C1D-4F50-8E52-44C02730DCB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of </a:t>
          </a:r>
          <a:r>
            <a:rPr lang="en-US" dirty="0"/>
            <a:t>the overall reward</a:t>
          </a:r>
        </a:p>
      </dgm:t>
    </dgm:pt>
    <dgm:pt modelId="{A7FF54A2-8C4E-4E99-9246-07C24DB113B6}" type="parTrans" cxnId="{FF545D0F-31D4-462B-BC1D-D75326D07F8E}">
      <dgm:prSet/>
      <dgm:spPr/>
      <dgm:t>
        <a:bodyPr/>
        <a:lstStyle/>
        <a:p>
          <a:endParaRPr lang="en-US"/>
        </a:p>
      </dgm:t>
    </dgm:pt>
    <dgm:pt modelId="{7A73F76F-6402-4B0C-9575-76E3A85A7747}" type="sibTrans" cxnId="{FF545D0F-31D4-462B-BC1D-D75326D07F8E}">
      <dgm:prSet/>
      <dgm:spPr/>
      <dgm:t>
        <a:bodyPr/>
        <a:lstStyle/>
        <a:p>
          <a:endParaRPr lang="en-US"/>
        </a:p>
      </dgm:t>
    </dgm:pt>
    <dgm:pt modelId="{7EE65D84-8B5B-43C0-BE6B-B24DCD19BF74}" type="pres">
      <dgm:prSet presAssocID="{6F7DC3FB-9042-4D61-8B87-B14954D026B5}" presName="root" presStyleCnt="0">
        <dgm:presLayoutVars>
          <dgm:dir/>
          <dgm:resizeHandles val="exact"/>
        </dgm:presLayoutVars>
      </dgm:prSet>
      <dgm:spPr/>
    </dgm:pt>
    <dgm:pt modelId="{865BF51F-C17C-43D1-8BF9-BBD286AD8BB9}" type="pres">
      <dgm:prSet presAssocID="{9D834211-D96A-40DB-9736-3EC82053D26C}" presName="compNode" presStyleCnt="0"/>
      <dgm:spPr/>
    </dgm:pt>
    <dgm:pt modelId="{25B5ED0E-6D96-4491-A38C-862927B6D951}" type="pres">
      <dgm:prSet presAssocID="{9D834211-D96A-40DB-9736-3EC82053D26C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r grup erkek"/>
        </a:ext>
      </dgm:extLst>
    </dgm:pt>
    <dgm:pt modelId="{E41771C1-4FB6-4B41-9270-E4394AA55488}" type="pres">
      <dgm:prSet presAssocID="{9D834211-D96A-40DB-9736-3EC82053D26C}" presName="iconSpace" presStyleCnt="0"/>
      <dgm:spPr/>
    </dgm:pt>
    <dgm:pt modelId="{A0A52AD3-B28C-4394-BAC7-B8D5EFE12EC5}" type="pres">
      <dgm:prSet presAssocID="{9D834211-D96A-40DB-9736-3EC82053D26C}" presName="parTx" presStyleLbl="revTx" presStyleIdx="0" presStyleCnt="4">
        <dgm:presLayoutVars>
          <dgm:chMax val="0"/>
          <dgm:chPref val="0"/>
        </dgm:presLayoutVars>
      </dgm:prSet>
      <dgm:spPr/>
    </dgm:pt>
    <dgm:pt modelId="{C804863E-DC59-4392-8CB5-96D1A30F7992}" type="pres">
      <dgm:prSet presAssocID="{9D834211-D96A-40DB-9736-3EC82053D26C}" presName="txSpace" presStyleCnt="0"/>
      <dgm:spPr/>
    </dgm:pt>
    <dgm:pt modelId="{9720C62F-C869-42A5-BA3A-073A1FE73585}" type="pres">
      <dgm:prSet presAssocID="{9D834211-D96A-40DB-9736-3EC82053D26C}" presName="desTx" presStyleLbl="revTx" presStyleIdx="1" presStyleCnt="4">
        <dgm:presLayoutVars/>
      </dgm:prSet>
      <dgm:spPr/>
    </dgm:pt>
    <dgm:pt modelId="{A7116168-C018-402A-83AC-B7B990F959D6}" type="pres">
      <dgm:prSet presAssocID="{D394BDDF-2499-4970-9280-1642870BEFDB}" presName="sibTrans" presStyleCnt="0"/>
      <dgm:spPr/>
    </dgm:pt>
    <dgm:pt modelId="{A944ECC9-CCE4-4E73-8F3C-38997224C322}" type="pres">
      <dgm:prSet presAssocID="{117719C9-A23B-4488-8BEA-58666B1125AC}" presName="compNode" presStyleCnt="0"/>
      <dgm:spPr/>
    </dgm:pt>
    <dgm:pt modelId="{E114485F-45A1-4860-AC0C-35D12F8595D5}" type="pres">
      <dgm:prSet presAssocID="{117719C9-A23B-4488-8BEA-58666B1125AC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ronometre"/>
        </a:ext>
      </dgm:extLst>
    </dgm:pt>
    <dgm:pt modelId="{8B43C310-DD50-4827-801D-110997B80206}" type="pres">
      <dgm:prSet presAssocID="{117719C9-A23B-4488-8BEA-58666B1125AC}" presName="iconSpace" presStyleCnt="0"/>
      <dgm:spPr/>
    </dgm:pt>
    <dgm:pt modelId="{71B8BB00-EBE0-486C-93A5-1B1763C37B49}" type="pres">
      <dgm:prSet presAssocID="{117719C9-A23B-4488-8BEA-58666B1125AC}" presName="parTx" presStyleLbl="revTx" presStyleIdx="2" presStyleCnt="4">
        <dgm:presLayoutVars>
          <dgm:chMax val="0"/>
          <dgm:chPref val="0"/>
        </dgm:presLayoutVars>
      </dgm:prSet>
      <dgm:spPr/>
    </dgm:pt>
    <dgm:pt modelId="{34F6CF27-D430-481C-91CB-C1AA6AB936B1}" type="pres">
      <dgm:prSet presAssocID="{117719C9-A23B-4488-8BEA-58666B1125AC}" presName="txSpace" presStyleCnt="0"/>
      <dgm:spPr/>
    </dgm:pt>
    <dgm:pt modelId="{C7BA26CC-9583-4F64-B493-0E6CB7CB6112}" type="pres">
      <dgm:prSet presAssocID="{117719C9-A23B-4488-8BEA-58666B1125AC}" presName="desTx" presStyleLbl="revTx" presStyleIdx="3" presStyleCnt="4">
        <dgm:presLayoutVars/>
      </dgm:prSet>
      <dgm:spPr/>
    </dgm:pt>
  </dgm:ptLst>
  <dgm:cxnLst>
    <dgm:cxn modelId="{F4BE9903-567B-432A-9921-8FC8ABBCB9A8}" type="presOf" srcId="{68E1E5EB-260D-4F53-9CC8-82C187F1272E}" destId="{C7BA26CC-9583-4F64-B493-0E6CB7CB6112}" srcOrd="0" destOrd="0" presId="urn:microsoft.com/office/officeart/2018/2/layout/IconLabelDescriptionList"/>
    <dgm:cxn modelId="{0E17B707-23F0-4D34-944E-0FE412994257}" type="presOf" srcId="{A74C8153-4CCF-44E1-AA08-F803455F8FB9}" destId="{9720C62F-C869-42A5-BA3A-073A1FE73585}" srcOrd="0" destOrd="0" presId="urn:microsoft.com/office/officeart/2018/2/layout/IconLabelDescriptionList"/>
    <dgm:cxn modelId="{FF545D0F-31D4-462B-BC1D-D75326D07F8E}" srcId="{9D834211-D96A-40DB-9736-3EC82053D26C}" destId="{73061C69-8C1D-4F50-8E52-44C02730DCB1}" srcOrd="1" destOrd="0" parTransId="{A7FF54A2-8C4E-4E99-9246-07C24DB113B6}" sibTransId="{7A73F76F-6402-4B0C-9575-76E3A85A7747}"/>
    <dgm:cxn modelId="{BD8A3031-9F26-4D18-A99C-3056FFA7976A}" type="presOf" srcId="{73061C69-8C1D-4F50-8E52-44C02730DCB1}" destId="{9720C62F-C869-42A5-BA3A-073A1FE73585}" srcOrd="0" destOrd="1" presId="urn:microsoft.com/office/officeart/2018/2/layout/IconLabelDescriptionList"/>
    <dgm:cxn modelId="{09D52B3C-ABFD-44FE-8BE4-147F292FEBF3}" type="presOf" srcId="{117719C9-A23B-4488-8BEA-58666B1125AC}" destId="{71B8BB00-EBE0-486C-93A5-1B1763C37B49}" srcOrd="0" destOrd="0" presId="urn:microsoft.com/office/officeart/2018/2/layout/IconLabelDescriptionList"/>
    <dgm:cxn modelId="{7BFB064E-9CDC-4FFC-893C-E6E4970D7D60}" type="presOf" srcId="{6F7DC3FB-9042-4D61-8B87-B14954D026B5}" destId="{7EE65D84-8B5B-43C0-BE6B-B24DCD19BF74}" srcOrd="0" destOrd="0" presId="urn:microsoft.com/office/officeart/2018/2/layout/IconLabelDescriptionList"/>
    <dgm:cxn modelId="{91687157-ABF1-48F0-96B7-3A791CFB35EA}" srcId="{117719C9-A23B-4488-8BEA-58666B1125AC}" destId="{6C9C5FA2-566E-4402-A01C-B767CD7F7AE3}" srcOrd="1" destOrd="0" parTransId="{ACD51EB0-A168-4273-AFAA-9C51D2D6D4A2}" sibTransId="{747ABEBF-1B44-41D8-8804-B3E7F898708B}"/>
    <dgm:cxn modelId="{F5575480-9B7E-45CC-B527-FFD991E67FD2}" type="presOf" srcId="{6C9C5FA2-566E-4402-A01C-B767CD7F7AE3}" destId="{C7BA26CC-9583-4F64-B493-0E6CB7CB6112}" srcOrd="0" destOrd="1" presId="urn:microsoft.com/office/officeart/2018/2/layout/IconLabelDescriptionList"/>
    <dgm:cxn modelId="{37AAB6AC-E2D1-4F2C-9B64-1DA02BA83F42}" type="presOf" srcId="{9D834211-D96A-40DB-9736-3EC82053D26C}" destId="{A0A52AD3-B28C-4394-BAC7-B8D5EFE12EC5}" srcOrd="0" destOrd="0" presId="urn:microsoft.com/office/officeart/2018/2/layout/IconLabelDescriptionList"/>
    <dgm:cxn modelId="{62EBC3BC-D726-4FE4-B8DE-3ACD96624962}" srcId="{6F7DC3FB-9042-4D61-8B87-B14954D026B5}" destId="{9D834211-D96A-40DB-9736-3EC82053D26C}" srcOrd="0" destOrd="0" parTransId="{38E0E241-7C80-4D99-BE41-D4D35BB9BFA5}" sibTransId="{D394BDDF-2499-4970-9280-1642870BEFDB}"/>
    <dgm:cxn modelId="{EDFEB1C5-33C5-44A2-B7FF-EEFA6D06A731}" srcId="{117719C9-A23B-4488-8BEA-58666B1125AC}" destId="{68E1E5EB-260D-4F53-9CC8-82C187F1272E}" srcOrd="0" destOrd="0" parTransId="{C2481B80-697E-47E7-AD0C-68DF92F939DD}" sibTransId="{80299248-DB58-45C1-BB5D-8FD4BFEFD46C}"/>
    <dgm:cxn modelId="{8B6D44D5-6634-47B0-BD44-1F677A1BC0D3}" srcId="{6F7DC3FB-9042-4D61-8B87-B14954D026B5}" destId="{117719C9-A23B-4488-8BEA-58666B1125AC}" srcOrd="1" destOrd="0" parTransId="{3377F862-8C62-4AD4-BD9D-6EA893C335FF}" sibTransId="{3EBE3B13-FB6B-4F71-8D12-BCCDF08C110F}"/>
    <dgm:cxn modelId="{5E5194E6-FDD8-4208-9964-15EF2C8E0E60}" srcId="{9D834211-D96A-40DB-9736-3EC82053D26C}" destId="{A74C8153-4CCF-44E1-AA08-F803455F8FB9}" srcOrd="0" destOrd="0" parTransId="{856E5A82-77C6-45D8-9945-99A7CC411244}" sibTransId="{666E9836-9576-4DA8-92A2-A7A6606A2A02}"/>
    <dgm:cxn modelId="{56D22CFF-3F1E-48D9-9D75-7E80ACB5C5DB}" type="presParOf" srcId="{7EE65D84-8B5B-43C0-BE6B-B24DCD19BF74}" destId="{865BF51F-C17C-43D1-8BF9-BBD286AD8BB9}" srcOrd="0" destOrd="0" presId="urn:microsoft.com/office/officeart/2018/2/layout/IconLabelDescriptionList"/>
    <dgm:cxn modelId="{CD295D7A-C58A-4AE6-810B-75D765DE5FB9}" type="presParOf" srcId="{865BF51F-C17C-43D1-8BF9-BBD286AD8BB9}" destId="{25B5ED0E-6D96-4491-A38C-862927B6D951}" srcOrd="0" destOrd="0" presId="urn:microsoft.com/office/officeart/2018/2/layout/IconLabelDescriptionList"/>
    <dgm:cxn modelId="{CD691075-B692-4E01-97B2-F24292738083}" type="presParOf" srcId="{865BF51F-C17C-43D1-8BF9-BBD286AD8BB9}" destId="{E41771C1-4FB6-4B41-9270-E4394AA55488}" srcOrd="1" destOrd="0" presId="urn:microsoft.com/office/officeart/2018/2/layout/IconLabelDescriptionList"/>
    <dgm:cxn modelId="{8286C547-6708-43C3-805B-6EF5EDA34619}" type="presParOf" srcId="{865BF51F-C17C-43D1-8BF9-BBD286AD8BB9}" destId="{A0A52AD3-B28C-4394-BAC7-B8D5EFE12EC5}" srcOrd="2" destOrd="0" presId="urn:microsoft.com/office/officeart/2018/2/layout/IconLabelDescriptionList"/>
    <dgm:cxn modelId="{361B3CCA-65CA-45A8-BCE5-C125CBB9227A}" type="presParOf" srcId="{865BF51F-C17C-43D1-8BF9-BBD286AD8BB9}" destId="{C804863E-DC59-4392-8CB5-96D1A30F7992}" srcOrd="3" destOrd="0" presId="urn:microsoft.com/office/officeart/2018/2/layout/IconLabelDescriptionList"/>
    <dgm:cxn modelId="{D2FB29EA-8EC2-4A66-ADCE-3B4334DDDDC0}" type="presParOf" srcId="{865BF51F-C17C-43D1-8BF9-BBD286AD8BB9}" destId="{9720C62F-C869-42A5-BA3A-073A1FE73585}" srcOrd="4" destOrd="0" presId="urn:microsoft.com/office/officeart/2018/2/layout/IconLabelDescriptionList"/>
    <dgm:cxn modelId="{F65BD092-9E54-46B9-9748-9D1B4BD1E97A}" type="presParOf" srcId="{7EE65D84-8B5B-43C0-BE6B-B24DCD19BF74}" destId="{A7116168-C018-402A-83AC-B7B990F959D6}" srcOrd="1" destOrd="0" presId="urn:microsoft.com/office/officeart/2018/2/layout/IconLabelDescriptionList"/>
    <dgm:cxn modelId="{32AD466B-BA66-430A-AA6F-22B1361C1571}" type="presParOf" srcId="{7EE65D84-8B5B-43C0-BE6B-B24DCD19BF74}" destId="{A944ECC9-CCE4-4E73-8F3C-38997224C322}" srcOrd="2" destOrd="0" presId="urn:microsoft.com/office/officeart/2018/2/layout/IconLabelDescriptionList"/>
    <dgm:cxn modelId="{978A0C4E-5A86-43B7-AD9B-51B59B113AFC}" type="presParOf" srcId="{A944ECC9-CCE4-4E73-8F3C-38997224C322}" destId="{E114485F-45A1-4860-AC0C-35D12F8595D5}" srcOrd="0" destOrd="0" presId="urn:microsoft.com/office/officeart/2018/2/layout/IconLabelDescriptionList"/>
    <dgm:cxn modelId="{5EB3F178-3B0D-4DB7-9870-968E753B1F09}" type="presParOf" srcId="{A944ECC9-CCE4-4E73-8F3C-38997224C322}" destId="{8B43C310-DD50-4827-801D-110997B80206}" srcOrd="1" destOrd="0" presId="urn:microsoft.com/office/officeart/2018/2/layout/IconLabelDescriptionList"/>
    <dgm:cxn modelId="{0F6387DA-4F83-46F3-BFB4-C1C68B9F54BF}" type="presParOf" srcId="{A944ECC9-CCE4-4E73-8F3C-38997224C322}" destId="{71B8BB00-EBE0-486C-93A5-1B1763C37B49}" srcOrd="2" destOrd="0" presId="urn:microsoft.com/office/officeart/2018/2/layout/IconLabelDescriptionList"/>
    <dgm:cxn modelId="{DD556C2A-3CD2-433B-A077-9B962222CDA2}" type="presParOf" srcId="{A944ECC9-CCE4-4E73-8F3C-38997224C322}" destId="{34F6CF27-D430-481C-91CB-C1AA6AB936B1}" srcOrd="3" destOrd="0" presId="urn:microsoft.com/office/officeart/2018/2/layout/IconLabelDescriptionList"/>
    <dgm:cxn modelId="{4BB81EDD-17EA-4101-BCD1-F14A43E9D531}" type="presParOf" srcId="{A944ECC9-CCE4-4E73-8F3C-38997224C322}" destId="{C7BA26CC-9583-4F64-B493-0E6CB7CB6112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8.xml><?xml version="1.0" encoding="utf-8"?>
<dgm:dataModel xmlns:dgm="http://schemas.openxmlformats.org/drawingml/2006/diagram" xmlns:a="http://schemas.openxmlformats.org/drawingml/2006/main">
  <dgm:ptLst>
    <dgm:pt modelId="{E9D63DC5-1BB2-4F9F-8039-9E990B9AB023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2DBDA8C3-1593-46CF-9DD0-50CB72AC6AE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Size of pools</a:t>
          </a:r>
          <a:endParaRPr lang="en-US"/>
        </a:p>
      </dgm:t>
    </dgm:pt>
    <dgm:pt modelId="{FD51EDB3-0DCA-448D-881A-9818A1C8EE95}" type="parTrans" cxnId="{33012760-58A8-45C6-86C0-22B00F82B22C}">
      <dgm:prSet/>
      <dgm:spPr/>
      <dgm:t>
        <a:bodyPr/>
        <a:lstStyle/>
        <a:p>
          <a:endParaRPr lang="en-US"/>
        </a:p>
      </dgm:t>
    </dgm:pt>
    <dgm:pt modelId="{9D2D4AEF-925B-46F2-A8F9-AEC7536D7C5C}" type="sibTrans" cxnId="{33012760-58A8-45C6-86C0-22B00F82B22C}">
      <dgm:prSet/>
      <dgm:spPr/>
      <dgm:t>
        <a:bodyPr/>
        <a:lstStyle/>
        <a:p>
          <a:endParaRPr lang="en-US"/>
        </a:p>
      </dgm:t>
    </dgm:pt>
    <dgm:pt modelId="{A047ADC1-B91C-4B0D-A90E-98889E3A27D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Mining pools coordinate</a:t>
          </a:r>
        </a:p>
      </dgm:t>
    </dgm:pt>
    <dgm:pt modelId="{84A24EBF-BE68-48CC-8405-76FF9EB89BE4}" type="parTrans" cxnId="{ABD613DE-B574-4391-BFAF-14D640BCE0E5}">
      <dgm:prSet/>
      <dgm:spPr/>
    </dgm:pt>
    <dgm:pt modelId="{DC5612B9-CB65-4DDE-A071-F2D533A2C837}" type="sibTrans" cxnId="{ABD613DE-B574-4391-BFAF-14D640BCE0E5}">
      <dgm:prSet/>
      <dgm:spPr/>
    </dgm:pt>
    <dgm:pt modelId="{00533DE6-F728-4EB9-9E51-0CAF1952158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Pools</a:t>
          </a:r>
          <a:r>
            <a:rPr lang="tr-TR" dirty="0"/>
            <a:t> </a:t>
          </a:r>
          <a:r>
            <a:rPr lang="tr-TR" dirty="0" err="1"/>
            <a:t>use</a:t>
          </a:r>
          <a:r>
            <a:rPr lang="en-US" dirty="0"/>
            <a:t> over specialized</a:t>
          </a:r>
        </a:p>
      </dgm:t>
    </dgm:pt>
    <dgm:pt modelId="{8D5A0FB3-0910-45BB-8998-BF6630E7AB6A}" type="parTrans" cxnId="{6C9DAB0E-3BAD-4AF4-8682-B9BE49750919}">
      <dgm:prSet/>
      <dgm:spPr/>
    </dgm:pt>
    <dgm:pt modelId="{56F57E6B-EB70-4CA4-98E0-F49F7231DDE9}" type="sibTrans" cxnId="{6C9DAB0E-3BAD-4AF4-8682-B9BE49750919}">
      <dgm:prSet/>
      <dgm:spPr/>
    </dgm:pt>
    <dgm:pt modelId="{5A3002BF-0C4B-41A5-8CA8-E232EEA9EDA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Protocols</a:t>
          </a:r>
          <a:endParaRPr lang="en-US"/>
        </a:p>
      </dgm:t>
    </dgm:pt>
    <dgm:pt modelId="{A265A5CF-4C6C-47B5-AC64-399B37937C1A}" type="parTrans" cxnId="{6A3BAABD-6594-40BE-B5C0-EE246C03F7FB}">
      <dgm:prSet/>
      <dgm:spPr/>
    </dgm:pt>
    <dgm:pt modelId="{5E497409-814A-4103-83DD-468F85EC3216}" type="sibTrans" cxnId="{6A3BAABD-6594-40BE-B5C0-EE246C03F7FB}">
      <dgm:prSet/>
      <dgm:spPr/>
    </dgm:pt>
    <dgm:pt modelId="{5AB87862-FDFF-4910-9EA2-7F0B000AE3D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pool-mining </a:t>
          </a:r>
          <a:r>
            <a:rPr lang="tr-TR" dirty="0" err="1"/>
            <a:t>protocols</a:t>
          </a:r>
          <a:r>
            <a:rPr lang="tr-TR" dirty="0"/>
            <a:t>.</a:t>
          </a:r>
          <a:endParaRPr lang="en-US" dirty="0"/>
        </a:p>
      </dgm:t>
    </dgm:pt>
    <dgm:pt modelId="{CF22A799-1C8D-48D1-831C-0FB49B1F8114}" type="parTrans" cxnId="{41963ED6-D609-45FF-9847-6E2F7CB0FB44}">
      <dgm:prSet/>
      <dgm:spPr/>
    </dgm:pt>
    <dgm:pt modelId="{32B9DF02-1948-4980-8D17-0DC34675300C}" type="sibTrans" cxnId="{41963ED6-D609-45FF-9847-6E2F7CB0FB44}">
      <dgm:prSet/>
      <dgm:spPr/>
    </dgm:pt>
    <dgm:pt modelId="{9B6F24B5-C566-4356-8312-356212BF9FC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hundreds </a:t>
          </a:r>
          <a:r>
            <a:rPr lang="en-US" dirty="0"/>
            <a:t>or thousands of miners</a:t>
          </a:r>
        </a:p>
      </dgm:t>
    </dgm:pt>
    <dgm:pt modelId="{9835CC12-887E-42D1-9BA3-67651AD298BF}" type="parTrans" cxnId="{7E177998-96A1-41E1-99A8-114353071E6E}">
      <dgm:prSet/>
      <dgm:spPr/>
    </dgm:pt>
    <dgm:pt modelId="{CA987DC1-2030-4275-B64B-E3D97FD3909C}" type="sibTrans" cxnId="{7E177998-96A1-41E1-99A8-114353071E6E}">
      <dgm:prSet/>
      <dgm:spPr/>
    </dgm:pt>
    <dgm:pt modelId="{9FB49517-9CB2-4EB4-A1D6-DED5A5A13B66}" type="pres">
      <dgm:prSet presAssocID="{E9D63DC5-1BB2-4F9F-8039-9E990B9AB023}" presName="root" presStyleCnt="0">
        <dgm:presLayoutVars>
          <dgm:dir/>
          <dgm:resizeHandles val="exact"/>
        </dgm:presLayoutVars>
      </dgm:prSet>
      <dgm:spPr/>
    </dgm:pt>
    <dgm:pt modelId="{AACBF892-8D2F-4D6B-A69A-120B4B04E406}" type="pres">
      <dgm:prSet presAssocID="{2DBDA8C3-1593-46CF-9DD0-50CB72AC6AE1}" presName="compNode" presStyleCnt="0"/>
      <dgm:spPr/>
    </dgm:pt>
    <dgm:pt modelId="{33565837-148F-47DC-8CE9-A3E78482FF54}" type="pres">
      <dgm:prSet presAssocID="{2DBDA8C3-1593-46CF-9DD0-50CB72AC6AE1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ng Tools"/>
        </a:ext>
      </dgm:extLst>
    </dgm:pt>
    <dgm:pt modelId="{8CF6E396-6294-46C8-954A-B219FDB80475}" type="pres">
      <dgm:prSet presAssocID="{2DBDA8C3-1593-46CF-9DD0-50CB72AC6AE1}" presName="iconSpace" presStyleCnt="0"/>
      <dgm:spPr/>
    </dgm:pt>
    <dgm:pt modelId="{59634C32-5836-4AFC-8E87-183C24D3209B}" type="pres">
      <dgm:prSet presAssocID="{2DBDA8C3-1593-46CF-9DD0-50CB72AC6AE1}" presName="parTx" presStyleLbl="revTx" presStyleIdx="0" presStyleCnt="4">
        <dgm:presLayoutVars>
          <dgm:chMax val="0"/>
          <dgm:chPref val="0"/>
        </dgm:presLayoutVars>
      </dgm:prSet>
      <dgm:spPr/>
    </dgm:pt>
    <dgm:pt modelId="{33848B14-E5CF-4FF0-A5B4-370E780C6AFC}" type="pres">
      <dgm:prSet presAssocID="{2DBDA8C3-1593-46CF-9DD0-50CB72AC6AE1}" presName="txSpace" presStyleCnt="0"/>
      <dgm:spPr/>
    </dgm:pt>
    <dgm:pt modelId="{675B4224-1FCF-4844-A9B6-305C4F547E9C}" type="pres">
      <dgm:prSet presAssocID="{2DBDA8C3-1593-46CF-9DD0-50CB72AC6AE1}" presName="desTx" presStyleLbl="revTx" presStyleIdx="1" presStyleCnt="4">
        <dgm:presLayoutVars/>
      </dgm:prSet>
      <dgm:spPr/>
    </dgm:pt>
    <dgm:pt modelId="{C96AC832-5CF6-4DE5-B451-D55C07F81B35}" type="pres">
      <dgm:prSet presAssocID="{9D2D4AEF-925B-46F2-A8F9-AEC7536D7C5C}" presName="sibTrans" presStyleCnt="0"/>
      <dgm:spPr/>
    </dgm:pt>
    <dgm:pt modelId="{26FCFD8F-8510-470E-A849-579B90F95C5F}" type="pres">
      <dgm:prSet presAssocID="{5A3002BF-0C4B-41A5-8CA8-E232EEA9EDAD}" presName="compNode" presStyleCnt="0"/>
      <dgm:spPr/>
    </dgm:pt>
    <dgm:pt modelId="{651B414D-CB2D-4CF9-8852-250075771949}" type="pres">
      <dgm:prSet presAssocID="{5A3002BF-0C4B-41A5-8CA8-E232EEA9EDAD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old bars"/>
        </a:ext>
      </dgm:extLst>
    </dgm:pt>
    <dgm:pt modelId="{BB6F4073-402C-46D8-88E0-4F9894A9F083}" type="pres">
      <dgm:prSet presAssocID="{5A3002BF-0C4B-41A5-8CA8-E232EEA9EDAD}" presName="iconSpace" presStyleCnt="0"/>
      <dgm:spPr/>
    </dgm:pt>
    <dgm:pt modelId="{4960B9ED-854A-431F-AD5E-5B5A1BA09143}" type="pres">
      <dgm:prSet presAssocID="{5A3002BF-0C4B-41A5-8CA8-E232EEA9EDAD}" presName="parTx" presStyleLbl="revTx" presStyleIdx="2" presStyleCnt="4">
        <dgm:presLayoutVars>
          <dgm:chMax val="0"/>
          <dgm:chPref val="0"/>
        </dgm:presLayoutVars>
      </dgm:prSet>
      <dgm:spPr/>
    </dgm:pt>
    <dgm:pt modelId="{ACCA5263-443B-4B5A-A99B-87AAA184F3F6}" type="pres">
      <dgm:prSet presAssocID="{5A3002BF-0C4B-41A5-8CA8-E232EEA9EDAD}" presName="txSpace" presStyleCnt="0"/>
      <dgm:spPr/>
    </dgm:pt>
    <dgm:pt modelId="{D9B35CD6-5558-4F02-8859-739D2A3AB7F7}" type="pres">
      <dgm:prSet presAssocID="{5A3002BF-0C4B-41A5-8CA8-E232EEA9EDAD}" presName="desTx" presStyleLbl="revTx" presStyleIdx="3" presStyleCnt="4">
        <dgm:presLayoutVars/>
      </dgm:prSet>
      <dgm:spPr/>
    </dgm:pt>
  </dgm:ptLst>
  <dgm:cxnLst>
    <dgm:cxn modelId="{3F8EDE0D-A0AA-4F5A-8D46-1162C7B798AA}" type="presOf" srcId="{A047ADC1-B91C-4B0D-A90E-98889E3A27D8}" destId="{675B4224-1FCF-4844-A9B6-305C4F547E9C}" srcOrd="0" destOrd="0" presId="urn:microsoft.com/office/officeart/2018/2/layout/IconLabelDescriptionList"/>
    <dgm:cxn modelId="{6C9DAB0E-3BAD-4AF4-8682-B9BE49750919}" srcId="{5A3002BF-0C4B-41A5-8CA8-E232EEA9EDAD}" destId="{00533DE6-F728-4EB9-9E51-0CAF19521583}" srcOrd="0" destOrd="0" parTransId="{8D5A0FB3-0910-45BB-8998-BF6630E7AB6A}" sibTransId="{56F57E6B-EB70-4CA4-98E0-F49F7231DDE9}"/>
    <dgm:cxn modelId="{DCC11932-DD5D-492A-8D82-A745F186C9D2}" type="presOf" srcId="{2DBDA8C3-1593-46CF-9DD0-50CB72AC6AE1}" destId="{59634C32-5836-4AFC-8E87-183C24D3209B}" srcOrd="0" destOrd="0" presId="urn:microsoft.com/office/officeart/2018/2/layout/IconLabelDescriptionList"/>
    <dgm:cxn modelId="{33012760-58A8-45C6-86C0-22B00F82B22C}" srcId="{E9D63DC5-1BB2-4F9F-8039-9E990B9AB023}" destId="{2DBDA8C3-1593-46CF-9DD0-50CB72AC6AE1}" srcOrd="0" destOrd="0" parTransId="{FD51EDB3-0DCA-448D-881A-9818A1C8EE95}" sibTransId="{9D2D4AEF-925B-46F2-A8F9-AEC7536D7C5C}"/>
    <dgm:cxn modelId="{4C6A6678-8EBB-4653-91FC-D1AF78EA2519}" type="presOf" srcId="{5A3002BF-0C4B-41A5-8CA8-E232EEA9EDAD}" destId="{4960B9ED-854A-431F-AD5E-5B5A1BA09143}" srcOrd="0" destOrd="0" presId="urn:microsoft.com/office/officeart/2018/2/layout/IconLabelDescriptionList"/>
    <dgm:cxn modelId="{7E177998-96A1-41E1-99A8-114353071E6E}" srcId="{2DBDA8C3-1593-46CF-9DD0-50CB72AC6AE1}" destId="{9B6F24B5-C566-4356-8312-356212BF9FC1}" srcOrd="1" destOrd="0" parTransId="{9835CC12-887E-42D1-9BA3-67651AD298BF}" sibTransId="{CA987DC1-2030-4275-B64B-E3D97FD3909C}"/>
    <dgm:cxn modelId="{3147D29D-41CF-4790-B79C-9D3DFC8EE314}" type="presOf" srcId="{9B6F24B5-C566-4356-8312-356212BF9FC1}" destId="{675B4224-1FCF-4844-A9B6-305C4F547E9C}" srcOrd="0" destOrd="1" presId="urn:microsoft.com/office/officeart/2018/2/layout/IconLabelDescriptionList"/>
    <dgm:cxn modelId="{FA6019BC-C9DD-49C7-9321-305565BDE32C}" type="presOf" srcId="{00533DE6-F728-4EB9-9E51-0CAF19521583}" destId="{D9B35CD6-5558-4F02-8859-739D2A3AB7F7}" srcOrd="0" destOrd="0" presId="urn:microsoft.com/office/officeart/2018/2/layout/IconLabelDescriptionList"/>
    <dgm:cxn modelId="{6A3BAABD-6594-40BE-B5C0-EE246C03F7FB}" srcId="{E9D63DC5-1BB2-4F9F-8039-9E990B9AB023}" destId="{5A3002BF-0C4B-41A5-8CA8-E232EEA9EDAD}" srcOrd="1" destOrd="0" parTransId="{A265A5CF-4C6C-47B5-AC64-399B37937C1A}" sibTransId="{5E497409-814A-4103-83DD-468F85EC3216}"/>
    <dgm:cxn modelId="{4E82B8C3-809D-4B56-8FF6-E5E793EAAAD1}" type="presOf" srcId="{E9D63DC5-1BB2-4F9F-8039-9E990B9AB023}" destId="{9FB49517-9CB2-4EB4-A1D6-DED5A5A13B66}" srcOrd="0" destOrd="0" presId="urn:microsoft.com/office/officeart/2018/2/layout/IconLabelDescriptionList"/>
    <dgm:cxn modelId="{41963ED6-D609-45FF-9847-6E2F7CB0FB44}" srcId="{5A3002BF-0C4B-41A5-8CA8-E232EEA9EDAD}" destId="{5AB87862-FDFF-4910-9EA2-7F0B000AE3D3}" srcOrd="1" destOrd="0" parTransId="{CF22A799-1C8D-48D1-831C-0FB49B1F8114}" sibTransId="{32B9DF02-1948-4980-8D17-0DC34675300C}"/>
    <dgm:cxn modelId="{ABD613DE-B574-4391-BFAF-14D640BCE0E5}" srcId="{2DBDA8C3-1593-46CF-9DD0-50CB72AC6AE1}" destId="{A047ADC1-B91C-4B0D-A90E-98889E3A27D8}" srcOrd="0" destOrd="0" parTransId="{84A24EBF-BE68-48CC-8405-76FF9EB89BE4}" sibTransId="{DC5612B9-CB65-4DDE-A071-F2D533A2C837}"/>
    <dgm:cxn modelId="{3D8371F2-B295-4F57-B511-418E6A22C3BE}" type="presOf" srcId="{5AB87862-FDFF-4910-9EA2-7F0B000AE3D3}" destId="{D9B35CD6-5558-4F02-8859-739D2A3AB7F7}" srcOrd="0" destOrd="1" presId="urn:microsoft.com/office/officeart/2018/2/layout/IconLabelDescriptionList"/>
    <dgm:cxn modelId="{E31807AD-0EB3-429A-968F-7CC4AC32B2EF}" type="presParOf" srcId="{9FB49517-9CB2-4EB4-A1D6-DED5A5A13B66}" destId="{AACBF892-8D2F-4D6B-A69A-120B4B04E406}" srcOrd="0" destOrd="0" presId="urn:microsoft.com/office/officeart/2018/2/layout/IconLabelDescriptionList"/>
    <dgm:cxn modelId="{8006D716-31C9-45F3-9040-3A9902BAABE9}" type="presParOf" srcId="{AACBF892-8D2F-4D6B-A69A-120B4B04E406}" destId="{33565837-148F-47DC-8CE9-A3E78482FF54}" srcOrd="0" destOrd="0" presId="urn:microsoft.com/office/officeart/2018/2/layout/IconLabelDescriptionList"/>
    <dgm:cxn modelId="{57E8E688-70B1-4094-965D-46EA0F7C609E}" type="presParOf" srcId="{AACBF892-8D2F-4D6B-A69A-120B4B04E406}" destId="{8CF6E396-6294-46C8-954A-B219FDB80475}" srcOrd="1" destOrd="0" presId="urn:microsoft.com/office/officeart/2018/2/layout/IconLabelDescriptionList"/>
    <dgm:cxn modelId="{60A38509-3969-451C-BCB1-7E9516F708CF}" type="presParOf" srcId="{AACBF892-8D2F-4D6B-A69A-120B4B04E406}" destId="{59634C32-5836-4AFC-8E87-183C24D3209B}" srcOrd="2" destOrd="0" presId="urn:microsoft.com/office/officeart/2018/2/layout/IconLabelDescriptionList"/>
    <dgm:cxn modelId="{03D53232-6EB1-44A3-A822-BF2D598B94B7}" type="presParOf" srcId="{AACBF892-8D2F-4D6B-A69A-120B4B04E406}" destId="{33848B14-E5CF-4FF0-A5B4-370E780C6AFC}" srcOrd="3" destOrd="0" presId="urn:microsoft.com/office/officeart/2018/2/layout/IconLabelDescriptionList"/>
    <dgm:cxn modelId="{2ADF52BA-0379-4630-809C-B736F6215F1F}" type="presParOf" srcId="{AACBF892-8D2F-4D6B-A69A-120B4B04E406}" destId="{675B4224-1FCF-4844-A9B6-305C4F547E9C}" srcOrd="4" destOrd="0" presId="urn:microsoft.com/office/officeart/2018/2/layout/IconLabelDescriptionList"/>
    <dgm:cxn modelId="{E85D816E-9411-4EE3-BCA4-0EDA64EC9CDB}" type="presParOf" srcId="{9FB49517-9CB2-4EB4-A1D6-DED5A5A13B66}" destId="{C96AC832-5CF6-4DE5-B451-D55C07F81B35}" srcOrd="1" destOrd="0" presId="urn:microsoft.com/office/officeart/2018/2/layout/IconLabelDescriptionList"/>
    <dgm:cxn modelId="{B7B3F53E-D0B6-4CB3-81BB-9DF7EC5927DF}" type="presParOf" srcId="{9FB49517-9CB2-4EB4-A1D6-DED5A5A13B66}" destId="{26FCFD8F-8510-470E-A849-579B90F95C5F}" srcOrd="2" destOrd="0" presId="urn:microsoft.com/office/officeart/2018/2/layout/IconLabelDescriptionList"/>
    <dgm:cxn modelId="{DB38491A-3C83-4682-A2DF-DBD284670C6F}" type="presParOf" srcId="{26FCFD8F-8510-470E-A849-579B90F95C5F}" destId="{651B414D-CB2D-4CF9-8852-250075771949}" srcOrd="0" destOrd="0" presId="urn:microsoft.com/office/officeart/2018/2/layout/IconLabelDescriptionList"/>
    <dgm:cxn modelId="{8FA6E627-A5B7-437B-983E-115C667ACF04}" type="presParOf" srcId="{26FCFD8F-8510-470E-A849-579B90F95C5F}" destId="{BB6F4073-402C-46D8-88E0-4F9894A9F083}" srcOrd="1" destOrd="0" presId="urn:microsoft.com/office/officeart/2018/2/layout/IconLabelDescriptionList"/>
    <dgm:cxn modelId="{611D11F1-6C1F-42C1-8B69-D299F1B15016}" type="presParOf" srcId="{26FCFD8F-8510-470E-A849-579B90F95C5F}" destId="{4960B9ED-854A-431F-AD5E-5B5A1BA09143}" srcOrd="2" destOrd="0" presId="urn:microsoft.com/office/officeart/2018/2/layout/IconLabelDescriptionList"/>
    <dgm:cxn modelId="{31D0C8A6-811E-446B-B560-E39B34F81564}" type="presParOf" srcId="{26FCFD8F-8510-470E-A849-579B90F95C5F}" destId="{ACCA5263-443B-4B5A-A99B-87AAA184F3F6}" srcOrd="3" destOrd="0" presId="urn:microsoft.com/office/officeart/2018/2/layout/IconLabelDescriptionList"/>
    <dgm:cxn modelId="{1C8ACFDD-E7AB-4749-B5E5-8670FECA5B5D}" type="presParOf" srcId="{26FCFD8F-8510-470E-A849-579B90F95C5F}" destId="{D9B35CD6-5558-4F02-8859-739D2A3AB7F7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9.xml><?xml version="1.0" encoding="utf-8"?>
<dgm:dataModel xmlns:dgm="http://schemas.openxmlformats.org/drawingml/2006/diagram" xmlns:a="http://schemas.openxmlformats.org/drawingml/2006/main">
  <dgm:ptLst>
    <dgm:pt modelId="{E9D63DC5-1BB2-4F9F-8039-9E990B9AB023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55C4F242-50A6-4C8A-B5D7-098673369A8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Connecting to the pool</a:t>
          </a:r>
          <a:endParaRPr lang="en-US"/>
        </a:p>
      </dgm:t>
    </dgm:pt>
    <dgm:pt modelId="{D78E752E-F323-4D5C-BE9E-B1A9ED819C86}" type="parTrans" cxnId="{C1E06F22-21D7-4FDA-B637-43F6331F35C9}">
      <dgm:prSet/>
      <dgm:spPr/>
      <dgm:t>
        <a:bodyPr/>
        <a:lstStyle/>
        <a:p>
          <a:endParaRPr lang="en-US"/>
        </a:p>
      </dgm:t>
    </dgm:pt>
    <dgm:pt modelId="{A7350E33-C341-4767-BBDF-AAB9AE6B3953}" type="sibTrans" cxnId="{C1E06F22-21D7-4FDA-B637-43F6331F35C9}">
      <dgm:prSet/>
      <dgm:spPr/>
      <dgm:t>
        <a:bodyPr/>
        <a:lstStyle/>
        <a:p>
          <a:endParaRPr lang="en-US"/>
        </a:p>
      </dgm:t>
    </dgm:pt>
    <dgm:pt modelId="{CCFFA044-637B-4AF0-890B-C9B63379C30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Continues connection</a:t>
          </a:r>
          <a:endParaRPr lang="en-US"/>
        </a:p>
      </dgm:t>
    </dgm:pt>
    <dgm:pt modelId="{E3C55342-7562-4894-A6E1-C4AD27078D1B}" type="parTrans" cxnId="{FBFE6941-C756-4BAF-A3CD-53043F6A95A5}">
      <dgm:prSet/>
      <dgm:spPr/>
      <dgm:t>
        <a:bodyPr/>
        <a:lstStyle/>
        <a:p>
          <a:endParaRPr lang="en-US"/>
        </a:p>
      </dgm:t>
    </dgm:pt>
    <dgm:pt modelId="{220AA1F5-E069-447D-90FF-3777CCDD0676}" type="sibTrans" cxnId="{FBFE6941-C756-4BAF-A3CD-53043F6A95A5}">
      <dgm:prSet/>
      <dgm:spPr/>
      <dgm:t>
        <a:bodyPr/>
        <a:lstStyle/>
        <a:p>
          <a:endParaRPr lang="en-US"/>
        </a:p>
      </dgm:t>
    </dgm:pt>
    <dgm:pt modelId="{9779BB53-BCC6-4D66-BE76-E4CFBA99753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configure their mining equipment</a:t>
          </a:r>
        </a:p>
      </dgm:t>
    </dgm:pt>
    <dgm:pt modelId="{5742FDE6-BD28-4AE5-BB30-EEFC635DEE11}" type="parTrans" cxnId="{DE70900B-DB65-4F5C-944C-57C1ACF72B35}">
      <dgm:prSet/>
      <dgm:spPr/>
    </dgm:pt>
    <dgm:pt modelId="{6A6370A0-0DD2-49CB-994B-179E3A6E194F}" type="sibTrans" cxnId="{DE70900B-DB65-4F5C-944C-57C1ACF72B35}">
      <dgm:prSet/>
      <dgm:spPr/>
    </dgm:pt>
    <dgm:pt modelId="{1D917A26-27B7-4F93-8851-107AF240F2C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</a:t>
          </a:r>
          <a:r>
            <a:rPr lang="tr-TR" dirty="0"/>
            <a:t> </a:t>
          </a:r>
          <a:r>
            <a:rPr lang="en-US" dirty="0"/>
            <a:t>connect to a pool server</a:t>
          </a:r>
        </a:p>
      </dgm:t>
    </dgm:pt>
    <dgm:pt modelId="{0ADAF0FA-93C2-4C35-A46B-5B09051D4E05}" type="parTrans" cxnId="{02743DED-609B-40FD-B09D-22FCFFE07DB5}">
      <dgm:prSet/>
      <dgm:spPr/>
    </dgm:pt>
    <dgm:pt modelId="{3E96A409-F8F3-409D-914F-40D820D9ADAE}" type="sibTrans" cxnId="{02743DED-609B-40FD-B09D-22FCFFE07DB5}">
      <dgm:prSet/>
      <dgm:spPr/>
    </dgm:pt>
    <dgm:pt modelId="{57087977-B9C9-494F-8FD5-8D2B592B07D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after creating an account with the pool.</a:t>
          </a:r>
        </a:p>
      </dgm:t>
    </dgm:pt>
    <dgm:pt modelId="{59DB6C6C-9DAB-466B-A3E7-3DE1BFB4BC28}" type="parTrans" cxnId="{12CC49A0-8E9F-4132-94C6-09B366DD394E}">
      <dgm:prSet/>
      <dgm:spPr/>
    </dgm:pt>
    <dgm:pt modelId="{7459776A-574C-4C4A-A5EA-78A0B8C9DFDE}" type="sibTrans" cxnId="{12CC49A0-8E9F-4132-94C6-09B366DD394E}">
      <dgm:prSet/>
      <dgm:spPr/>
    </dgm:pt>
    <dgm:pt modelId="{830758A5-C76E-4931-97F1-BB325E88B05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mining</a:t>
          </a:r>
          <a:r>
            <a:rPr lang="tr-TR" dirty="0"/>
            <a:t> hardware </a:t>
          </a:r>
          <a:r>
            <a:rPr lang="en-US" dirty="0"/>
            <a:t>remains connected</a:t>
          </a:r>
          <a:r>
            <a:rPr lang="tr-TR" dirty="0"/>
            <a:t> </a:t>
          </a:r>
          <a:r>
            <a:rPr lang="en-US" dirty="0"/>
            <a:t>to the pool server</a:t>
          </a:r>
        </a:p>
      </dgm:t>
    </dgm:pt>
    <dgm:pt modelId="{E4DDA386-56CE-4C28-96BE-D953536B3594}" type="parTrans" cxnId="{5D3BD5B0-072A-4E2C-88FD-6AB7134814FC}">
      <dgm:prSet/>
      <dgm:spPr/>
    </dgm:pt>
    <dgm:pt modelId="{F6D3D7F9-75C0-4EA0-B97E-9F5C408561BC}" type="sibTrans" cxnId="{5D3BD5B0-072A-4E2C-88FD-6AB7134814FC}">
      <dgm:prSet/>
      <dgm:spPr/>
    </dgm:pt>
    <dgm:pt modelId="{25D97B92-D721-4A43-86A6-27029AE3608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while mining</a:t>
          </a:r>
          <a:r>
            <a:rPr lang="tr-TR" dirty="0"/>
            <a:t> </a:t>
          </a:r>
          <a:r>
            <a:rPr lang="en-US" dirty="0"/>
            <a:t>synchronizing their efforts</a:t>
          </a:r>
        </a:p>
      </dgm:t>
    </dgm:pt>
    <dgm:pt modelId="{D18A00AB-9BF0-43B0-9532-2C5E125ABA2D}" type="parTrans" cxnId="{D26E40A2-C1FE-4DD4-9871-E08FF0ED13B8}">
      <dgm:prSet/>
      <dgm:spPr/>
    </dgm:pt>
    <dgm:pt modelId="{3B3AA83A-EA0F-475F-8534-5FB449779AB5}" type="sibTrans" cxnId="{D26E40A2-C1FE-4DD4-9871-E08FF0ED13B8}">
      <dgm:prSet/>
      <dgm:spPr/>
    </dgm:pt>
    <dgm:pt modelId="{6CC1E565-74F6-4DB2-BB7E-5C056FB0C2F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with </a:t>
          </a: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other</a:t>
          </a:r>
          <a:r>
            <a:rPr lang="tr-TR" dirty="0"/>
            <a:t> </a:t>
          </a:r>
          <a:r>
            <a:rPr lang="tr-TR" dirty="0" err="1"/>
            <a:t>miners</a:t>
          </a:r>
          <a:endParaRPr lang="en-US" dirty="0"/>
        </a:p>
      </dgm:t>
    </dgm:pt>
    <dgm:pt modelId="{D8DC4910-5AE5-4B54-9C5D-CF51AEF81BB9}" type="parTrans" cxnId="{4B482CC0-B424-4A5C-8082-1205009E3CCF}">
      <dgm:prSet/>
      <dgm:spPr/>
    </dgm:pt>
    <dgm:pt modelId="{8EE03A1D-4A0F-4F23-8BA8-5F9C2BC062E1}" type="sibTrans" cxnId="{4B482CC0-B424-4A5C-8082-1205009E3CCF}">
      <dgm:prSet/>
      <dgm:spPr/>
    </dgm:pt>
    <dgm:pt modelId="{15273B57-AB74-4B58-9757-71EC9615F93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individual miners</a:t>
          </a:r>
        </a:p>
      </dgm:t>
    </dgm:pt>
    <dgm:pt modelId="{469D1B69-C67B-4674-BEAD-877D495FC74F}" type="parTrans" cxnId="{6CFAAEF5-AA44-4D4F-A7A7-829AF0D42227}">
      <dgm:prSet/>
      <dgm:spPr/>
    </dgm:pt>
    <dgm:pt modelId="{EC16FC1E-1977-4672-BAB2-F79585224216}" type="sibTrans" cxnId="{6CFAAEF5-AA44-4D4F-A7A7-829AF0D42227}">
      <dgm:prSet/>
      <dgm:spPr/>
    </dgm:pt>
    <dgm:pt modelId="{42178F23-940A-4FB7-A66E-37660BD324FE}" type="pres">
      <dgm:prSet presAssocID="{E9D63DC5-1BB2-4F9F-8039-9E990B9AB023}" presName="root" presStyleCnt="0">
        <dgm:presLayoutVars>
          <dgm:dir/>
          <dgm:resizeHandles val="exact"/>
        </dgm:presLayoutVars>
      </dgm:prSet>
      <dgm:spPr/>
    </dgm:pt>
    <dgm:pt modelId="{1E4AF018-EF0A-43BE-852D-63342718659B}" type="pres">
      <dgm:prSet presAssocID="{55C4F242-50A6-4C8A-B5D7-098673369A88}" presName="compNode" presStyleCnt="0"/>
      <dgm:spPr/>
    </dgm:pt>
    <dgm:pt modelId="{6C7D877E-8DB1-4187-8E43-4C074C2A29D9}" type="pres">
      <dgm:prSet presAssocID="{55C4F242-50A6-4C8A-B5D7-098673369A88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ng Tools"/>
        </a:ext>
      </dgm:extLst>
    </dgm:pt>
    <dgm:pt modelId="{3684C498-55C8-4DB7-89F6-B13E3131B04C}" type="pres">
      <dgm:prSet presAssocID="{55C4F242-50A6-4C8A-B5D7-098673369A88}" presName="iconSpace" presStyleCnt="0"/>
      <dgm:spPr/>
    </dgm:pt>
    <dgm:pt modelId="{5F77E528-7CC6-4BBF-AF5B-401824119DAB}" type="pres">
      <dgm:prSet presAssocID="{55C4F242-50A6-4C8A-B5D7-098673369A88}" presName="parTx" presStyleLbl="revTx" presStyleIdx="0" presStyleCnt="4">
        <dgm:presLayoutVars>
          <dgm:chMax val="0"/>
          <dgm:chPref val="0"/>
        </dgm:presLayoutVars>
      </dgm:prSet>
      <dgm:spPr/>
    </dgm:pt>
    <dgm:pt modelId="{75271AB0-FA5D-41F9-A02C-21D7CC54D6FD}" type="pres">
      <dgm:prSet presAssocID="{55C4F242-50A6-4C8A-B5D7-098673369A88}" presName="txSpace" presStyleCnt="0"/>
      <dgm:spPr/>
    </dgm:pt>
    <dgm:pt modelId="{AB7B0502-283E-4F4A-9E14-301949E97F7E}" type="pres">
      <dgm:prSet presAssocID="{55C4F242-50A6-4C8A-B5D7-098673369A88}" presName="desTx" presStyleLbl="revTx" presStyleIdx="1" presStyleCnt="4">
        <dgm:presLayoutVars/>
      </dgm:prSet>
      <dgm:spPr/>
    </dgm:pt>
    <dgm:pt modelId="{42849E8A-A8DF-4DA7-B1AF-E0CCF65454AE}" type="pres">
      <dgm:prSet presAssocID="{A7350E33-C341-4767-BBDF-AAB9AE6B3953}" presName="sibTrans" presStyleCnt="0"/>
      <dgm:spPr/>
    </dgm:pt>
    <dgm:pt modelId="{F45403D1-48D4-4318-B403-E723C93711AC}" type="pres">
      <dgm:prSet presAssocID="{CCFFA044-637B-4AF0-890B-C9B63379C30E}" presName="compNode" presStyleCnt="0"/>
      <dgm:spPr/>
    </dgm:pt>
    <dgm:pt modelId="{EBA48BFD-EFBA-4AE9-A962-B6C23E27807E}" type="pres">
      <dgm:prSet presAssocID="{CCFFA044-637B-4AF0-890B-C9B63379C30E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ğlı değil"/>
        </a:ext>
      </dgm:extLst>
    </dgm:pt>
    <dgm:pt modelId="{740FB58D-A943-4958-BC0F-CE43E7196327}" type="pres">
      <dgm:prSet presAssocID="{CCFFA044-637B-4AF0-890B-C9B63379C30E}" presName="iconSpace" presStyleCnt="0"/>
      <dgm:spPr/>
    </dgm:pt>
    <dgm:pt modelId="{A7CF68A0-CAFF-46C9-84E2-CB7405F94A15}" type="pres">
      <dgm:prSet presAssocID="{CCFFA044-637B-4AF0-890B-C9B63379C30E}" presName="parTx" presStyleLbl="revTx" presStyleIdx="2" presStyleCnt="4">
        <dgm:presLayoutVars>
          <dgm:chMax val="0"/>
          <dgm:chPref val="0"/>
        </dgm:presLayoutVars>
      </dgm:prSet>
      <dgm:spPr/>
    </dgm:pt>
    <dgm:pt modelId="{9EF12439-8B32-47DA-AE77-F8D6AF8D6692}" type="pres">
      <dgm:prSet presAssocID="{CCFFA044-637B-4AF0-890B-C9B63379C30E}" presName="txSpace" presStyleCnt="0"/>
      <dgm:spPr/>
    </dgm:pt>
    <dgm:pt modelId="{00BFF599-F2B7-46E4-8359-A4781385952F}" type="pres">
      <dgm:prSet presAssocID="{CCFFA044-637B-4AF0-890B-C9B63379C30E}" presName="desTx" presStyleLbl="revTx" presStyleIdx="3" presStyleCnt="4">
        <dgm:presLayoutVars/>
      </dgm:prSet>
      <dgm:spPr/>
    </dgm:pt>
  </dgm:ptLst>
  <dgm:cxnLst>
    <dgm:cxn modelId="{13416109-9595-4443-B21F-0AE4246D6314}" type="presOf" srcId="{CCFFA044-637B-4AF0-890B-C9B63379C30E}" destId="{A7CF68A0-CAFF-46C9-84E2-CB7405F94A15}" srcOrd="0" destOrd="0" presId="urn:microsoft.com/office/officeart/2018/5/layout/CenteredIconLabelDescriptionList"/>
    <dgm:cxn modelId="{DE70900B-DB65-4F5C-944C-57C1ACF72B35}" srcId="{55C4F242-50A6-4C8A-B5D7-098673369A88}" destId="{9779BB53-BCC6-4D66-BE76-E4CFBA99753D}" srcOrd="1" destOrd="0" parTransId="{5742FDE6-BD28-4AE5-BB30-EEFC635DEE11}" sibTransId="{6A6370A0-0DD2-49CB-994B-179E3A6E194F}"/>
    <dgm:cxn modelId="{C1E06F22-21D7-4FDA-B637-43F6331F35C9}" srcId="{E9D63DC5-1BB2-4F9F-8039-9E990B9AB023}" destId="{55C4F242-50A6-4C8A-B5D7-098673369A88}" srcOrd="0" destOrd="0" parTransId="{D78E752E-F323-4D5C-BE9E-B1A9ED819C86}" sibTransId="{A7350E33-C341-4767-BBDF-AAB9AE6B3953}"/>
    <dgm:cxn modelId="{2209FC27-F17D-493E-A582-0FFD1BB3E3A0}" type="presOf" srcId="{55C4F242-50A6-4C8A-B5D7-098673369A88}" destId="{5F77E528-7CC6-4BBF-AF5B-401824119DAB}" srcOrd="0" destOrd="0" presId="urn:microsoft.com/office/officeart/2018/5/layout/CenteredIconLabelDescriptionList"/>
    <dgm:cxn modelId="{FBFE6941-C756-4BAF-A3CD-53043F6A95A5}" srcId="{E9D63DC5-1BB2-4F9F-8039-9E990B9AB023}" destId="{CCFFA044-637B-4AF0-890B-C9B63379C30E}" srcOrd="1" destOrd="0" parTransId="{E3C55342-7562-4894-A6E1-C4AD27078D1B}" sibTransId="{220AA1F5-E069-447D-90FF-3777CCDD0676}"/>
    <dgm:cxn modelId="{08281347-B7B5-4D0F-8D33-5FABBFC613DE}" type="presOf" srcId="{57087977-B9C9-494F-8FD5-8D2B592B07DA}" destId="{AB7B0502-283E-4F4A-9E14-301949E97F7E}" srcOrd="0" destOrd="3" presId="urn:microsoft.com/office/officeart/2018/5/layout/CenteredIconLabelDescriptionList"/>
    <dgm:cxn modelId="{7E8DDF4C-7B2C-458D-9907-6BC1838F3CC2}" type="presOf" srcId="{9779BB53-BCC6-4D66-BE76-E4CFBA99753D}" destId="{AB7B0502-283E-4F4A-9E14-301949E97F7E}" srcOrd="0" destOrd="1" presId="urn:microsoft.com/office/officeart/2018/5/layout/CenteredIconLabelDescriptionList"/>
    <dgm:cxn modelId="{AA21B26E-0CEC-4849-8395-BEA8A474C8FC}" type="presOf" srcId="{25D97B92-D721-4A43-86A6-27029AE36081}" destId="{00BFF599-F2B7-46E4-8359-A4781385952F}" srcOrd="0" destOrd="1" presId="urn:microsoft.com/office/officeart/2018/5/layout/CenteredIconLabelDescriptionList"/>
    <dgm:cxn modelId="{F9666B9F-969C-40A2-85E7-F772F1A33BE5}" type="presOf" srcId="{830758A5-C76E-4931-97F1-BB325E88B05E}" destId="{00BFF599-F2B7-46E4-8359-A4781385952F}" srcOrd="0" destOrd="0" presId="urn:microsoft.com/office/officeart/2018/5/layout/CenteredIconLabelDescriptionList"/>
    <dgm:cxn modelId="{12CC49A0-8E9F-4132-94C6-09B366DD394E}" srcId="{55C4F242-50A6-4C8A-B5D7-098673369A88}" destId="{57087977-B9C9-494F-8FD5-8D2B592B07DA}" srcOrd="3" destOrd="0" parTransId="{59DB6C6C-9DAB-466B-A3E7-3DE1BFB4BC28}" sibTransId="{7459776A-574C-4C4A-A5EA-78A0B8C9DFDE}"/>
    <dgm:cxn modelId="{D26E40A2-C1FE-4DD4-9871-E08FF0ED13B8}" srcId="{CCFFA044-637B-4AF0-890B-C9B63379C30E}" destId="{25D97B92-D721-4A43-86A6-27029AE36081}" srcOrd="1" destOrd="0" parTransId="{D18A00AB-9BF0-43B0-9532-2C5E125ABA2D}" sibTransId="{3B3AA83A-EA0F-475F-8534-5FB449779AB5}"/>
    <dgm:cxn modelId="{5D3BD5B0-072A-4E2C-88FD-6AB7134814FC}" srcId="{CCFFA044-637B-4AF0-890B-C9B63379C30E}" destId="{830758A5-C76E-4931-97F1-BB325E88B05E}" srcOrd="0" destOrd="0" parTransId="{E4DDA386-56CE-4C28-96BE-D953536B3594}" sibTransId="{F6D3D7F9-75C0-4EA0-B97E-9F5C408561BC}"/>
    <dgm:cxn modelId="{54D252BD-5E0E-438A-BE69-782B5BB19A6E}" type="presOf" srcId="{15273B57-AB74-4B58-9757-71EC9615F934}" destId="{AB7B0502-283E-4F4A-9E14-301949E97F7E}" srcOrd="0" destOrd="0" presId="urn:microsoft.com/office/officeart/2018/5/layout/CenteredIconLabelDescriptionList"/>
    <dgm:cxn modelId="{4B482CC0-B424-4A5C-8082-1205009E3CCF}" srcId="{CCFFA044-637B-4AF0-890B-C9B63379C30E}" destId="{6CC1E565-74F6-4DB2-BB7E-5C056FB0C2F4}" srcOrd="2" destOrd="0" parTransId="{D8DC4910-5AE5-4B54-9C5D-CF51AEF81BB9}" sibTransId="{8EE03A1D-4A0F-4F23-8BA8-5F9C2BC062E1}"/>
    <dgm:cxn modelId="{8B6DB2C0-1824-4BA7-A88C-666FD1893454}" type="presOf" srcId="{6CC1E565-74F6-4DB2-BB7E-5C056FB0C2F4}" destId="{00BFF599-F2B7-46E4-8359-A4781385952F}" srcOrd="0" destOrd="2" presId="urn:microsoft.com/office/officeart/2018/5/layout/CenteredIconLabelDescriptionList"/>
    <dgm:cxn modelId="{12213BC2-CD83-436A-8998-AA01B5BB3D7B}" type="presOf" srcId="{E9D63DC5-1BB2-4F9F-8039-9E990B9AB023}" destId="{42178F23-940A-4FB7-A66E-37660BD324FE}" srcOrd="0" destOrd="0" presId="urn:microsoft.com/office/officeart/2018/5/layout/CenteredIconLabelDescriptionList"/>
    <dgm:cxn modelId="{0DD2B8C3-CDB5-4D85-9D73-09FB6BD3C0B3}" type="presOf" srcId="{1D917A26-27B7-4F93-8851-107AF240F2C0}" destId="{AB7B0502-283E-4F4A-9E14-301949E97F7E}" srcOrd="0" destOrd="2" presId="urn:microsoft.com/office/officeart/2018/5/layout/CenteredIconLabelDescriptionList"/>
    <dgm:cxn modelId="{02743DED-609B-40FD-B09D-22FCFFE07DB5}" srcId="{55C4F242-50A6-4C8A-B5D7-098673369A88}" destId="{1D917A26-27B7-4F93-8851-107AF240F2C0}" srcOrd="2" destOrd="0" parTransId="{0ADAF0FA-93C2-4C35-A46B-5B09051D4E05}" sibTransId="{3E96A409-F8F3-409D-914F-40D820D9ADAE}"/>
    <dgm:cxn modelId="{6CFAAEF5-AA44-4D4F-A7A7-829AF0D42227}" srcId="{55C4F242-50A6-4C8A-B5D7-098673369A88}" destId="{15273B57-AB74-4B58-9757-71EC9615F934}" srcOrd="0" destOrd="0" parTransId="{469D1B69-C67B-4674-BEAD-877D495FC74F}" sibTransId="{EC16FC1E-1977-4672-BAB2-F79585224216}"/>
    <dgm:cxn modelId="{E8A3B312-4559-44CB-91FA-EF417E57AA58}" type="presParOf" srcId="{42178F23-940A-4FB7-A66E-37660BD324FE}" destId="{1E4AF018-EF0A-43BE-852D-63342718659B}" srcOrd="0" destOrd="0" presId="urn:microsoft.com/office/officeart/2018/5/layout/CenteredIconLabelDescriptionList"/>
    <dgm:cxn modelId="{47DC1AFB-6AC4-4C7A-B69A-50E529599CB3}" type="presParOf" srcId="{1E4AF018-EF0A-43BE-852D-63342718659B}" destId="{6C7D877E-8DB1-4187-8E43-4C074C2A29D9}" srcOrd="0" destOrd="0" presId="urn:microsoft.com/office/officeart/2018/5/layout/CenteredIconLabelDescriptionList"/>
    <dgm:cxn modelId="{82E204CC-0D59-4AC2-8DFF-29797486A85A}" type="presParOf" srcId="{1E4AF018-EF0A-43BE-852D-63342718659B}" destId="{3684C498-55C8-4DB7-89F6-B13E3131B04C}" srcOrd="1" destOrd="0" presId="urn:microsoft.com/office/officeart/2018/5/layout/CenteredIconLabelDescriptionList"/>
    <dgm:cxn modelId="{6C27EDF9-306E-4FDE-8F11-8C518C664774}" type="presParOf" srcId="{1E4AF018-EF0A-43BE-852D-63342718659B}" destId="{5F77E528-7CC6-4BBF-AF5B-401824119DAB}" srcOrd="2" destOrd="0" presId="urn:microsoft.com/office/officeart/2018/5/layout/CenteredIconLabelDescriptionList"/>
    <dgm:cxn modelId="{1449EA7A-E176-4119-AA9F-A1043767E5B8}" type="presParOf" srcId="{1E4AF018-EF0A-43BE-852D-63342718659B}" destId="{75271AB0-FA5D-41F9-A02C-21D7CC54D6FD}" srcOrd="3" destOrd="0" presId="urn:microsoft.com/office/officeart/2018/5/layout/CenteredIconLabelDescriptionList"/>
    <dgm:cxn modelId="{78D2357F-30B6-4EFA-97DE-8353975C74AD}" type="presParOf" srcId="{1E4AF018-EF0A-43BE-852D-63342718659B}" destId="{AB7B0502-283E-4F4A-9E14-301949E97F7E}" srcOrd="4" destOrd="0" presId="urn:microsoft.com/office/officeart/2018/5/layout/CenteredIconLabelDescriptionList"/>
    <dgm:cxn modelId="{D21DAEE7-A4C3-489C-ACEF-F3F10AC3CE12}" type="presParOf" srcId="{42178F23-940A-4FB7-A66E-37660BD324FE}" destId="{42849E8A-A8DF-4DA7-B1AF-E0CCF65454AE}" srcOrd="1" destOrd="0" presId="urn:microsoft.com/office/officeart/2018/5/layout/CenteredIconLabelDescriptionList"/>
    <dgm:cxn modelId="{6BD397F4-7ED8-48C4-B76A-87E3F15EA934}" type="presParOf" srcId="{42178F23-940A-4FB7-A66E-37660BD324FE}" destId="{F45403D1-48D4-4318-B403-E723C93711AC}" srcOrd="2" destOrd="0" presId="urn:microsoft.com/office/officeart/2018/5/layout/CenteredIconLabelDescriptionList"/>
    <dgm:cxn modelId="{636FD9A5-8152-41F1-83BB-9C752768C2F6}" type="presParOf" srcId="{F45403D1-48D4-4318-B403-E723C93711AC}" destId="{EBA48BFD-EFBA-4AE9-A962-B6C23E27807E}" srcOrd="0" destOrd="0" presId="urn:microsoft.com/office/officeart/2018/5/layout/CenteredIconLabelDescriptionList"/>
    <dgm:cxn modelId="{80F4BDC9-241E-4433-8D0D-7EF692868376}" type="presParOf" srcId="{F45403D1-48D4-4318-B403-E723C93711AC}" destId="{740FB58D-A943-4958-BC0F-CE43E7196327}" srcOrd="1" destOrd="0" presId="urn:microsoft.com/office/officeart/2018/5/layout/CenteredIconLabelDescriptionList"/>
    <dgm:cxn modelId="{1DB5202A-5DE3-4BF9-AC5F-69806FCF709A}" type="presParOf" srcId="{F45403D1-48D4-4318-B403-E723C93711AC}" destId="{A7CF68A0-CAFF-46C9-84E2-CB7405F94A15}" srcOrd="2" destOrd="0" presId="urn:microsoft.com/office/officeart/2018/5/layout/CenteredIconLabelDescriptionList"/>
    <dgm:cxn modelId="{9710C13B-588A-4368-85B6-7845145E116D}" type="presParOf" srcId="{F45403D1-48D4-4318-B403-E723C93711AC}" destId="{9EF12439-8B32-47DA-AE77-F8D6AF8D6692}" srcOrd="3" destOrd="0" presId="urn:microsoft.com/office/officeart/2018/5/layout/CenteredIconLabelDescriptionList"/>
    <dgm:cxn modelId="{3D47F189-A90F-449B-BC80-029DB9F17346}" type="presParOf" srcId="{F45403D1-48D4-4318-B403-E723C93711AC}" destId="{00BFF599-F2B7-46E4-8359-A4781385952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0.xml><?xml version="1.0" encoding="utf-8"?>
<dgm:dataModel xmlns:dgm="http://schemas.openxmlformats.org/drawingml/2006/diagram" xmlns:a="http://schemas.openxmlformats.org/drawingml/2006/main">
  <dgm:ptLst>
    <dgm:pt modelId="{E9D63DC5-1BB2-4F9F-8039-9E990B9AB023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49FD7F0B-8443-48A6-9DA7-A6114397C86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Sharing</a:t>
          </a:r>
          <a:endParaRPr lang="en-US"/>
        </a:p>
      </dgm:t>
    </dgm:pt>
    <dgm:pt modelId="{80258254-7920-4779-BFBA-06E285FE1B5A}" type="parTrans" cxnId="{C5A6C90F-0F04-4045-917A-9550629CDD67}">
      <dgm:prSet/>
      <dgm:spPr/>
      <dgm:t>
        <a:bodyPr/>
        <a:lstStyle/>
        <a:p>
          <a:endParaRPr lang="en-US"/>
        </a:p>
      </dgm:t>
    </dgm:pt>
    <dgm:pt modelId="{FEC46B30-7569-4666-B743-60AA800C3CCB}" type="sibTrans" cxnId="{C5A6C90F-0F04-4045-917A-9550629CDD67}">
      <dgm:prSet/>
      <dgm:spPr/>
      <dgm:t>
        <a:bodyPr/>
        <a:lstStyle/>
        <a:p>
          <a:endParaRPr lang="en-US"/>
        </a:p>
      </dgm:t>
    </dgm:pt>
    <dgm:pt modelId="{0A213BCE-F848-4ACE-9A61-FC2257C771F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Paying miners</a:t>
          </a:r>
          <a:endParaRPr lang="en-US"/>
        </a:p>
      </dgm:t>
    </dgm:pt>
    <dgm:pt modelId="{B894052C-6556-4990-9145-AACA3E74903C}" type="parTrans" cxnId="{A27C5C75-B9E9-4397-9236-14CD85D9F69F}">
      <dgm:prSet/>
      <dgm:spPr/>
      <dgm:t>
        <a:bodyPr/>
        <a:lstStyle/>
        <a:p>
          <a:endParaRPr lang="en-US"/>
        </a:p>
      </dgm:t>
    </dgm:pt>
    <dgm:pt modelId="{A463CF95-45AC-4D74-A71A-F07FCACCC819}" type="sibTrans" cxnId="{A27C5C75-B9E9-4397-9236-14CD85D9F69F}">
      <dgm:prSet/>
      <dgm:spPr/>
      <dgm:t>
        <a:bodyPr/>
        <a:lstStyle/>
        <a:p>
          <a:endParaRPr lang="en-US"/>
        </a:p>
      </dgm:t>
    </dgm:pt>
    <dgm:pt modelId="{94DED811-9E84-49C4-8740-11D8E82810A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Charge</a:t>
          </a:r>
          <a:endParaRPr lang="en-US"/>
        </a:p>
      </dgm:t>
    </dgm:pt>
    <dgm:pt modelId="{B2CFF083-EC92-4995-A53A-FFF4EF9B9384}" type="parTrans" cxnId="{3E36059A-826A-4F39-A1E5-BD228612B9FF}">
      <dgm:prSet/>
      <dgm:spPr/>
      <dgm:t>
        <a:bodyPr/>
        <a:lstStyle/>
        <a:p>
          <a:endParaRPr lang="en-US"/>
        </a:p>
      </dgm:t>
    </dgm:pt>
    <dgm:pt modelId="{E0CB6980-745C-4E13-813E-3FAEF99FF7C0}" type="sibTrans" cxnId="{3E36059A-826A-4F39-A1E5-BD228612B9FF}">
      <dgm:prSet/>
      <dgm:spPr/>
      <dgm:t>
        <a:bodyPr/>
        <a:lstStyle/>
        <a:p>
          <a:endParaRPr lang="en-US"/>
        </a:p>
      </dgm:t>
    </dgm:pt>
    <dgm:pt modelId="{26823F10-7774-488C-A59C-30B6370C0E1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reward is earned by the pool</a:t>
          </a:r>
        </a:p>
      </dgm:t>
    </dgm:pt>
    <dgm:pt modelId="{A595492F-4D3C-4C77-AEF7-578EF852B4FB}" type="parTrans" cxnId="{73CF5CC4-0891-46C7-AF55-160A2878719A}">
      <dgm:prSet/>
      <dgm:spPr/>
    </dgm:pt>
    <dgm:pt modelId="{C14A938A-4A19-4A50-8DF5-EB02310B0B83}" type="sibTrans" cxnId="{73CF5CC4-0891-46C7-AF55-160A2878719A}">
      <dgm:prSet/>
      <dgm:spPr/>
    </dgm:pt>
    <dgm:pt modelId="{5F64D7CE-CB36-4636-A201-390390FBD26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then shared with all miners</a:t>
          </a:r>
        </a:p>
      </dgm:t>
    </dgm:pt>
    <dgm:pt modelId="{4A8BD049-C79E-4DF9-B009-9DC86711DB8B}" type="parTrans" cxnId="{E9430D98-B4D7-49EF-81FD-FE76A46B133B}">
      <dgm:prSet/>
      <dgm:spPr/>
    </dgm:pt>
    <dgm:pt modelId="{E1D38235-ABDC-4242-AEF8-A45000F2A826}" type="sibTrans" cxnId="{E9430D98-B4D7-49EF-81FD-FE76A46B133B}">
      <dgm:prSet/>
      <dgm:spPr/>
    </dgm:pt>
    <dgm:pt modelId="{31FB72C1-5647-47BB-B2C8-FC993C137C6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 proportion</a:t>
          </a:r>
          <a:r>
            <a:rPr lang="tr-TR" dirty="0"/>
            <a:t> </a:t>
          </a:r>
          <a:r>
            <a:rPr lang="en-US" dirty="0"/>
            <a:t>to the number of shares</a:t>
          </a:r>
        </a:p>
      </dgm:t>
    </dgm:pt>
    <dgm:pt modelId="{F75BABC7-B289-44EB-8874-94E13781E28B}" type="parTrans" cxnId="{B4278F54-D80B-492A-B269-6DD9268AE6E2}">
      <dgm:prSet/>
      <dgm:spPr/>
    </dgm:pt>
    <dgm:pt modelId="{7618B43F-7AA1-4D21-9369-01BC01CBC543}" type="sibTrans" cxnId="{B4278F54-D80B-492A-B269-6DD9268AE6E2}">
      <dgm:prSet/>
      <dgm:spPr/>
    </dgm:pt>
    <dgm:pt modelId="{C529F0D6-FEBE-42E4-8295-7DDB2CF9A48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they </a:t>
          </a:r>
          <a:r>
            <a:rPr lang="en-US" dirty="0"/>
            <a:t>contributed to the effort.</a:t>
          </a:r>
        </a:p>
      </dgm:t>
    </dgm:pt>
    <dgm:pt modelId="{2C20D4FA-930B-480B-83A7-AB3DBA404AFD}" type="parTrans" cxnId="{D4BEA26F-8EFF-44CC-8759-AD93AD24C222}">
      <dgm:prSet/>
      <dgm:spPr/>
    </dgm:pt>
    <dgm:pt modelId="{5290C333-BA50-4378-9B03-F4D29D8AABFB}" type="sibTrans" cxnId="{D4BEA26F-8EFF-44CC-8759-AD93AD24C222}">
      <dgm:prSet/>
      <dgm:spPr/>
    </dgm:pt>
    <dgm:pt modelId="{CA5DF064-5127-421E-9D41-1FF47C5E681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the miners’ bitcoin</a:t>
          </a:r>
          <a:r>
            <a:rPr lang="tr-TR" dirty="0"/>
            <a:t> </a:t>
          </a:r>
          <a:r>
            <a:rPr lang="en-US" dirty="0"/>
            <a:t>addresses, </a:t>
          </a:r>
        </a:p>
      </dgm:t>
    </dgm:pt>
    <dgm:pt modelId="{1646713A-C6A5-41AB-816E-B8FE017E8622}" type="parTrans" cxnId="{F99B4D81-483F-4DFA-882A-D1BC3EDC7B37}">
      <dgm:prSet/>
      <dgm:spPr/>
    </dgm:pt>
    <dgm:pt modelId="{7BC14E71-27FD-4AEA-9989-E911FADC51C2}" type="sibTrans" cxnId="{F99B4D81-483F-4DFA-882A-D1BC3EDC7B37}">
      <dgm:prSet/>
      <dgm:spPr/>
    </dgm:pt>
    <dgm:pt modelId="{14B91A9B-E5BD-474F-9205-BE73394D8AE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once their share of the rewards</a:t>
          </a:r>
        </a:p>
      </dgm:t>
    </dgm:pt>
    <dgm:pt modelId="{739F136E-E42F-42E9-B67C-71385FC1FA7E}" type="parTrans" cxnId="{7CC3ACBD-79DD-404C-95FD-980E095BA560}">
      <dgm:prSet/>
      <dgm:spPr/>
    </dgm:pt>
    <dgm:pt modelId="{EF385EDB-B514-4FBC-9394-8D7769CEEDFA}" type="sibTrans" cxnId="{7CC3ACBD-79DD-404C-95FD-980E095BA560}">
      <dgm:prSet/>
      <dgm:spPr/>
    </dgm:pt>
    <dgm:pt modelId="{E0C22D61-29FA-4008-8EED-9B8CA72FBFD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has </a:t>
          </a:r>
          <a:r>
            <a:rPr lang="en-US" dirty="0"/>
            <a:t>reached a certain threshold.</a:t>
          </a:r>
        </a:p>
      </dgm:t>
    </dgm:pt>
    <dgm:pt modelId="{D3C47322-5B1F-44F0-B563-5D742E77E02D}" type="parTrans" cxnId="{CC6D9433-2E2E-48B7-B6B8-F1648F7C9F04}">
      <dgm:prSet/>
      <dgm:spPr/>
    </dgm:pt>
    <dgm:pt modelId="{25E7D365-E521-46CF-B1E3-961B410E539C}" type="sibTrans" cxnId="{CC6D9433-2E2E-48B7-B6B8-F1648F7C9F04}">
      <dgm:prSet/>
      <dgm:spPr/>
    </dgm:pt>
    <dgm:pt modelId="{D501BAE9-2FD8-4FA9-AE0E-FEE1C72D230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Typically</a:t>
          </a:r>
          <a:r>
            <a:rPr lang="tr-TR" dirty="0"/>
            <a:t>, </a:t>
          </a:r>
          <a:r>
            <a:rPr lang="en-US" dirty="0"/>
            <a:t>the pool server charges</a:t>
          </a:r>
        </a:p>
      </dgm:t>
    </dgm:pt>
    <dgm:pt modelId="{EB73810E-5BE7-4A93-8278-E2E6DBF7A1B4}" type="parTrans" cxnId="{846D7E8F-6602-43A4-B4E5-74A03AA5E606}">
      <dgm:prSet/>
      <dgm:spPr/>
    </dgm:pt>
    <dgm:pt modelId="{45F2D707-883E-4641-9450-214EEBC99790}" type="sibTrans" cxnId="{846D7E8F-6602-43A4-B4E5-74A03AA5E606}">
      <dgm:prSet/>
      <dgm:spPr/>
    </dgm:pt>
    <dgm:pt modelId="{FC7EE0B9-0AC0-416D-B19C-BB177EDA365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</a:t>
          </a:r>
          <a:r>
            <a:rPr lang="en-US" dirty="0"/>
            <a:t>percentage fee of the rewards</a:t>
          </a:r>
        </a:p>
      </dgm:t>
    </dgm:pt>
    <dgm:pt modelId="{FE4CE24D-3B66-48EC-AF01-599D57F2878F}" type="parTrans" cxnId="{8CC87B64-8DD7-4639-AF53-B1CC83E09021}">
      <dgm:prSet/>
      <dgm:spPr/>
    </dgm:pt>
    <dgm:pt modelId="{76E1E78F-54EF-4F24-B20F-7C2941D6806F}" type="sibTrans" cxnId="{8CC87B64-8DD7-4639-AF53-B1CC83E09021}">
      <dgm:prSet/>
      <dgm:spPr/>
    </dgm:pt>
    <dgm:pt modelId="{B2D8FCA5-0143-4C8B-B67E-402DDDDAA54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pool server</a:t>
          </a:r>
          <a:r>
            <a:rPr lang="tr-TR" dirty="0"/>
            <a:t> </a:t>
          </a:r>
          <a:r>
            <a:rPr lang="en-US" dirty="0"/>
            <a:t>will periodically make payments</a:t>
          </a:r>
        </a:p>
      </dgm:t>
    </dgm:pt>
    <dgm:pt modelId="{3EA61BC2-01A4-4294-B27E-B93A01C31E6E}" type="parTrans" cxnId="{A9707B17-84E8-4ED0-B279-F8919875265D}">
      <dgm:prSet/>
      <dgm:spPr/>
    </dgm:pt>
    <dgm:pt modelId="{B6887C2C-2462-4FC7-B7A5-212FE836FF46}" type="sibTrans" cxnId="{A9707B17-84E8-4ED0-B279-F8919875265D}">
      <dgm:prSet/>
      <dgm:spPr/>
    </dgm:pt>
    <dgm:pt modelId="{22363B29-C5D1-4E41-9E11-CBFA20B7D07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When </a:t>
          </a:r>
          <a:r>
            <a:rPr lang="en-US" dirty="0"/>
            <a:t>someone in the pool successfully mines a</a:t>
          </a:r>
          <a:r>
            <a:rPr lang="tr-TR" dirty="0"/>
            <a:t> </a:t>
          </a:r>
          <a:r>
            <a:rPr lang="en-US" dirty="0"/>
            <a:t>block, </a:t>
          </a:r>
        </a:p>
      </dgm:t>
    </dgm:pt>
    <dgm:pt modelId="{373C965D-159A-4754-870C-08E8057D0432}" type="parTrans" cxnId="{753EA049-5604-4D76-8CE4-6B4D79100EF5}">
      <dgm:prSet/>
      <dgm:spPr/>
    </dgm:pt>
    <dgm:pt modelId="{446C1F84-DB34-4C28-98A8-6996CF459AA8}" type="sibTrans" cxnId="{753EA049-5604-4D76-8CE4-6B4D79100EF5}">
      <dgm:prSet/>
      <dgm:spPr/>
    </dgm:pt>
    <dgm:pt modelId="{F3687D2A-5DC4-400E-983B-6F4C0F50719D}" type="pres">
      <dgm:prSet presAssocID="{E9D63DC5-1BB2-4F9F-8039-9E990B9AB023}" presName="root" presStyleCnt="0">
        <dgm:presLayoutVars>
          <dgm:dir/>
          <dgm:resizeHandles val="exact"/>
        </dgm:presLayoutVars>
      </dgm:prSet>
      <dgm:spPr/>
    </dgm:pt>
    <dgm:pt modelId="{2C97D81A-384D-4DF6-8071-D891682B2CE7}" type="pres">
      <dgm:prSet presAssocID="{49FD7F0B-8443-48A6-9DA7-A6114397C86E}" presName="compNode" presStyleCnt="0"/>
      <dgm:spPr/>
    </dgm:pt>
    <dgm:pt modelId="{A7576361-0FB5-4435-9C69-194A8546DD34}" type="pres">
      <dgm:prSet presAssocID="{49FD7F0B-8443-48A6-9DA7-A6114397C86E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ng Tools"/>
        </a:ext>
      </dgm:extLst>
    </dgm:pt>
    <dgm:pt modelId="{9C44253D-F0DB-45C4-BC7C-91E1274624CC}" type="pres">
      <dgm:prSet presAssocID="{49FD7F0B-8443-48A6-9DA7-A6114397C86E}" presName="iconSpace" presStyleCnt="0"/>
      <dgm:spPr/>
    </dgm:pt>
    <dgm:pt modelId="{66455F10-BBC7-457D-9A66-A6634EBC0B80}" type="pres">
      <dgm:prSet presAssocID="{49FD7F0B-8443-48A6-9DA7-A6114397C86E}" presName="parTx" presStyleLbl="revTx" presStyleIdx="0" presStyleCnt="6">
        <dgm:presLayoutVars>
          <dgm:chMax val="0"/>
          <dgm:chPref val="0"/>
        </dgm:presLayoutVars>
      </dgm:prSet>
      <dgm:spPr/>
    </dgm:pt>
    <dgm:pt modelId="{561640CA-C3B7-415A-9E07-5B8876683D3C}" type="pres">
      <dgm:prSet presAssocID="{49FD7F0B-8443-48A6-9DA7-A6114397C86E}" presName="txSpace" presStyleCnt="0"/>
      <dgm:spPr/>
    </dgm:pt>
    <dgm:pt modelId="{CDE40D43-093D-4B9F-A6B0-218258F66C5C}" type="pres">
      <dgm:prSet presAssocID="{49FD7F0B-8443-48A6-9DA7-A6114397C86E}" presName="desTx" presStyleLbl="revTx" presStyleIdx="1" presStyleCnt="6">
        <dgm:presLayoutVars/>
      </dgm:prSet>
      <dgm:spPr/>
    </dgm:pt>
    <dgm:pt modelId="{63FF074E-E8E4-4AD1-A173-B243D709509F}" type="pres">
      <dgm:prSet presAssocID="{FEC46B30-7569-4666-B743-60AA800C3CCB}" presName="sibTrans" presStyleCnt="0"/>
      <dgm:spPr/>
    </dgm:pt>
    <dgm:pt modelId="{257FD26C-C34B-49B1-9750-D95F1E0607A8}" type="pres">
      <dgm:prSet presAssocID="{0A213BCE-F848-4ACE-9A61-FC2257C771F8}" presName="compNode" presStyleCnt="0"/>
      <dgm:spPr/>
    </dgm:pt>
    <dgm:pt modelId="{F5D48130-3B94-46C5-B84D-8F249DBE9A2C}" type="pres">
      <dgm:prSet presAssocID="{0A213BCE-F848-4ACE-9A61-FC2257C771F8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C98E0B2D-A15B-42BF-A079-46B41A380ABF}" type="pres">
      <dgm:prSet presAssocID="{0A213BCE-F848-4ACE-9A61-FC2257C771F8}" presName="iconSpace" presStyleCnt="0"/>
      <dgm:spPr/>
    </dgm:pt>
    <dgm:pt modelId="{A16B30E1-9312-4D2A-8B7C-FE140CBFA3BD}" type="pres">
      <dgm:prSet presAssocID="{0A213BCE-F848-4ACE-9A61-FC2257C771F8}" presName="parTx" presStyleLbl="revTx" presStyleIdx="2" presStyleCnt="6">
        <dgm:presLayoutVars>
          <dgm:chMax val="0"/>
          <dgm:chPref val="0"/>
        </dgm:presLayoutVars>
      </dgm:prSet>
      <dgm:spPr/>
    </dgm:pt>
    <dgm:pt modelId="{5DB420F8-3E48-41C5-AD94-27012D8346BE}" type="pres">
      <dgm:prSet presAssocID="{0A213BCE-F848-4ACE-9A61-FC2257C771F8}" presName="txSpace" presStyleCnt="0"/>
      <dgm:spPr/>
    </dgm:pt>
    <dgm:pt modelId="{B7F17E6D-E511-48C5-A80C-396D774BBFFB}" type="pres">
      <dgm:prSet presAssocID="{0A213BCE-F848-4ACE-9A61-FC2257C771F8}" presName="desTx" presStyleLbl="revTx" presStyleIdx="3" presStyleCnt="6">
        <dgm:presLayoutVars/>
      </dgm:prSet>
      <dgm:spPr/>
    </dgm:pt>
    <dgm:pt modelId="{DEB04245-6934-4625-BE7A-EE7BB844AA01}" type="pres">
      <dgm:prSet presAssocID="{A463CF95-45AC-4D74-A71A-F07FCACCC819}" presName="sibTrans" presStyleCnt="0"/>
      <dgm:spPr/>
    </dgm:pt>
    <dgm:pt modelId="{94711D1F-5674-4C40-BBE4-2BAE1992DF5C}" type="pres">
      <dgm:prSet presAssocID="{94DED811-9E84-49C4-8740-11D8E82810AF}" presName="compNode" presStyleCnt="0"/>
      <dgm:spPr/>
    </dgm:pt>
    <dgm:pt modelId="{81343AED-363C-4499-A40E-96F4AE2CB66E}" type="pres">
      <dgm:prSet presAssocID="{94DED811-9E84-49C4-8740-11D8E82810AF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ara"/>
        </a:ext>
      </dgm:extLst>
    </dgm:pt>
    <dgm:pt modelId="{220A3D2F-F609-495A-AA8D-1F99058E4406}" type="pres">
      <dgm:prSet presAssocID="{94DED811-9E84-49C4-8740-11D8E82810AF}" presName="iconSpace" presStyleCnt="0"/>
      <dgm:spPr/>
    </dgm:pt>
    <dgm:pt modelId="{12247A76-9E55-425D-ACB5-194BB9ECE408}" type="pres">
      <dgm:prSet presAssocID="{94DED811-9E84-49C4-8740-11D8E82810AF}" presName="parTx" presStyleLbl="revTx" presStyleIdx="4" presStyleCnt="6">
        <dgm:presLayoutVars>
          <dgm:chMax val="0"/>
          <dgm:chPref val="0"/>
        </dgm:presLayoutVars>
      </dgm:prSet>
      <dgm:spPr/>
    </dgm:pt>
    <dgm:pt modelId="{FD0E16C9-C800-4AB3-84B0-EFE2EBE46269}" type="pres">
      <dgm:prSet presAssocID="{94DED811-9E84-49C4-8740-11D8E82810AF}" presName="txSpace" presStyleCnt="0"/>
      <dgm:spPr/>
    </dgm:pt>
    <dgm:pt modelId="{7A7267C1-3697-499D-A962-ABC2D0C38975}" type="pres">
      <dgm:prSet presAssocID="{94DED811-9E84-49C4-8740-11D8E82810AF}" presName="desTx" presStyleLbl="revTx" presStyleIdx="5" presStyleCnt="6">
        <dgm:presLayoutVars/>
      </dgm:prSet>
      <dgm:spPr/>
    </dgm:pt>
  </dgm:ptLst>
  <dgm:cxnLst>
    <dgm:cxn modelId="{BB3DF904-F72C-45E5-8F07-240DDE34BFE4}" type="presOf" srcId="{D501BAE9-2FD8-4FA9-AE0E-FEE1C72D2306}" destId="{7A7267C1-3697-499D-A962-ABC2D0C38975}" srcOrd="0" destOrd="0" presId="urn:microsoft.com/office/officeart/2018/5/layout/CenteredIconLabelDescriptionList"/>
    <dgm:cxn modelId="{C5A6C90F-0F04-4045-917A-9550629CDD67}" srcId="{E9D63DC5-1BB2-4F9F-8039-9E990B9AB023}" destId="{49FD7F0B-8443-48A6-9DA7-A6114397C86E}" srcOrd="0" destOrd="0" parTransId="{80258254-7920-4779-BFBA-06E285FE1B5A}" sibTransId="{FEC46B30-7569-4666-B743-60AA800C3CCB}"/>
    <dgm:cxn modelId="{12011B17-C5EE-458B-9D24-ACBB03A13631}" type="presOf" srcId="{14B91A9B-E5BD-474F-9205-BE73394D8AE2}" destId="{B7F17E6D-E511-48C5-A80C-396D774BBFFB}" srcOrd="0" destOrd="2" presId="urn:microsoft.com/office/officeart/2018/5/layout/CenteredIconLabelDescriptionList"/>
    <dgm:cxn modelId="{A9707B17-84E8-4ED0-B279-F8919875265D}" srcId="{0A213BCE-F848-4ACE-9A61-FC2257C771F8}" destId="{B2D8FCA5-0143-4C8B-B67E-402DDDDAA543}" srcOrd="0" destOrd="0" parTransId="{3EA61BC2-01A4-4294-B27E-B93A01C31E6E}" sibTransId="{B6887C2C-2462-4FC7-B7A5-212FE836FF46}"/>
    <dgm:cxn modelId="{7293F61D-D0B1-42F8-AD7E-8A845C8A1A26}" type="presOf" srcId="{22363B29-C5D1-4E41-9E11-CBFA20B7D07F}" destId="{CDE40D43-093D-4B9F-A6B0-218258F66C5C}" srcOrd="0" destOrd="0" presId="urn:microsoft.com/office/officeart/2018/5/layout/CenteredIconLabelDescriptionList"/>
    <dgm:cxn modelId="{F0B68429-1C62-4034-B8F0-D2F8E6E4F03C}" type="presOf" srcId="{E0C22D61-29FA-4008-8EED-9B8CA72FBFD2}" destId="{B7F17E6D-E511-48C5-A80C-396D774BBFFB}" srcOrd="0" destOrd="3" presId="urn:microsoft.com/office/officeart/2018/5/layout/CenteredIconLabelDescriptionList"/>
    <dgm:cxn modelId="{CC6D9433-2E2E-48B7-B6B8-F1648F7C9F04}" srcId="{0A213BCE-F848-4ACE-9A61-FC2257C771F8}" destId="{E0C22D61-29FA-4008-8EED-9B8CA72FBFD2}" srcOrd="3" destOrd="0" parTransId="{D3C47322-5B1F-44F0-B563-5D742E77E02D}" sibTransId="{25E7D365-E521-46CF-B1E3-961B410E539C}"/>
    <dgm:cxn modelId="{40F0EE3A-E760-4DF6-81B2-342BC0FB7989}" type="presOf" srcId="{B2D8FCA5-0143-4C8B-B67E-402DDDDAA543}" destId="{B7F17E6D-E511-48C5-A80C-396D774BBFFB}" srcOrd="0" destOrd="0" presId="urn:microsoft.com/office/officeart/2018/5/layout/CenteredIconLabelDescriptionList"/>
    <dgm:cxn modelId="{D44CE13E-9F25-44B0-9ED8-AF9A9B472E34}" type="presOf" srcId="{26823F10-7774-488C-A59C-30B6370C0E17}" destId="{CDE40D43-093D-4B9F-A6B0-218258F66C5C}" srcOrd="0" destOrd="1" presId="urn:microsoft.com/office/officeart/2018/5/layout/CenteredIconLabelDescriptionList"/>
    <dgm:cxn modelId="{B8134760-DD2E-4A92-A086-4010B7694B3C}" type="presOf" srcId="{C529F0D6-FEBE-42E4-8295-7DDB2CF9A483}" destId="{CDE40D43-093D-4B9F-A6B0-218258F66C5C}" srcOrd="0" destOrd="4" presId="urn:microsoft.com/office/officeart/2018/5/layout/CenteredIconLabelDescriptionList"/>
    <dgm:cxn modelId="{8CC87B64-8DD7-4639-AF53-B1CC83E09021}" srcId="{94DED811-9E84-49C4-8740-11D8E82810AF}" destId="{FC7EE0B9-0AC0-416D-B19C-BB177EDA3652}" srcOrd="1" destOrd="0" parTransId="{FE4CE24D-3B66-48EC-AF01-599D57F2878F}" sibTransId="{76E1E78F-54EF-4F24-B20F-7C2941D6806F}"/>
    <dgm:cxn modelId="{753EA049-5604-4D76-8CE4-6B4D79100EF5}" srcId="{49FD7F0B-8443-48A6-9DA7-A6114397C86E}" destId="{22363B29-C5D1-4E41-9E11-CBFA20B7D07F}" srcOrd="0" destOrd="0" parTransId="{373C965D-159A-4754-870C-08E8057D0432}" sibTransId="{446C1F84-DB34-4C28-98A8-6996CF459AA8}"/>
    <dgm:cxn modelId="{D4BEA26F-8EFF-44CC-8759-AD93AD24C222}" srcId="{49FD7F0B-8443-48A6-9DA7-A6114397C86E}" destId="{C529F0D6-FEBE-42E4-8295-7DDB2CF9A483}" srcOrd="4" destOrd="0" parTransId="{2C20D4FA-930B-480B-83A7-AB3DBA404AFD}" sibTransId="{5290C333-BA50-4378-9B03-F4D29D8AABFB}"/>
    <dgm:cxn modelId="{B4278F54-D80B-492A-B269-6DD9268AE6E2}" srcId="{49FD7F0B-8443-48A6-9DA7-A6114397C86E}" destId="{31FB72C1-5647-47BB-B2C8-FC993C137C69}" srcOrd="3" destOrd="0" parTransId="{F75BABC7-B289-44EB-8874-94E13781E28B}" sibTransId="{7618B43F-7AA1-4D21-9369-01BC01CBC543}"/>
    <dgm:cxn modelId="{D8223155-2667-43E0-9EC5-99B381549FC4}" type="presOf" srcId="{5F64D7CE-CB36-4636-A201-390390FBD264}" destId="{CDE40D43-093D-4B9F-A6B0-218258F66C5C}" srcOrd="0" destOrd="2" presId="urn:microsoft.com/office/officeart/2018/5/layout/CenteredIconLabelDescriptionList"/>
    <dgm:cxn modelId="{A27C5C75-B9E9-4397-9236-14CD85D9F69F}" srcId="{E9D63DC5-1BB2-4F9F-8039-9E990B9AB023}" destId="{0A213BCE-F848-4ACE-9A61-FC2257C771F8}" srcOrd="1" destOrd="0" parTransId="{B894052C-6556-4990-9145-AACA3E74903C}" sibTransId="{A463CF95-45AC-4D74-A71A-F07FCACCC819}"/>
    <dgm:cxn modelId="{F99B4D81-483F-4DFA-882A-D1BC3EDC7B37}" srcId="{0A213BCE-F848-4ACE-9A61-FC2257C771F8}" destId="{CA5DF064-5127-421E-9D41-1FF47C5E681C}" srcOrd="1" destOrd="0" parTransId="{1646713A-C6A5-41AB-816E-B8FE017E8622}" sibTransId="{7BC14E71-27FD-4AEA-9989-E911FADC51C2}"/>
    <dgm:cxn modelId="{846D7E8F-6602-43A4-B4E5-74A03AA5E606}" srcId="{94DED811-9E84-49C4-8740-11D8E82810AF}" destId="{D501BAE9-2FD8-4FA9-AE0E-FEE1C72D2306}" srcOrd="0" destOrd="0" parTransId="{EB73810E-5BE7-4A93-8278-E2E6DBF7A1B4}" sibTransId="{45F2D707-883E-4641-9450-214EEBC99790}"/>
    <dgm:cxn modelId="{0B23AA93-AA03-463E-ADFC-EC38A3FC2284}" type="presOf" srcId="{31FB72C1-5647-47BB-B2C8-FC993C137C69}" destId="{CDE40D43-093D-4B9F-A6B0-218258F66C5C}" srcOrd="0" destOrd="3" presId="urn:microsoft.com/office/officeart/2018/5/layout/CenteredIconLabelDescriptionList"/>
    <dgm:cxn modelId="{E9430D98-B4D7-49EF-81FD-FE76A46B133B}" srcId="{49FD7F0B-8443-48A6-9DA7-A6114397C86E}" destId="{5F64D7CE-CB36-4636-A201-390390FBD264}" srcOrd="2" destOrd="0" parTransId="{4A8BD049-C79E-4DF9-B009-9DC86711DB8B}" sibTransId="{E1D38235-ABDC-4242-AEF8-A45000F2A826}"/>
    <dgm:cxn modelId="{3E36059A-826A-4F39-A1E5-BD228612B9FF}" srcId="{E9D63DC5-1BB2-4F9F-8039-9E990B9AB023}" destId="{94DED811-9E84-49C4-8740-11D8E82810AF}" srcOrd="2" destOrd="0" parTransId="{B2CFF083-EC92-4995-A53A-FFF4EF9B9384}" sibTransId="{E0CB6980-745C-4E13-813E-3FAEF99FF7C0}"/>
    <dgm:cxn modelId="{082B15BD-E8BB-4DE9-8759-B4BB034292A0}" type="presOf" srcId="{E9D63DC5-1BB2-4F9F-8039-9E990B9AB023}" destId="{F3687D2A-5DC4-400E-983B-6F4C0F50719D}" srcOrd="0" destOrd="0" presId="urn:microsoft.com/office/officeart/2018/5/layout/CenteredIconLabelDescriptionList"/>
    <dgm:cxn modelId="{7CC3ACBD-79DD-404C-95FD-980E095BA560}" srcId="{0A213BCE-F848-4ACE-9A61-FC2257C771F8}" destId="{14B91A9B-E5BD-474F-9205-BE73394D8AE2}" srcOrd="2" destOrd="0" parTransId="{739F136E-E42F-42E9-B67C-71385FC1FA7E}" sibTransId="{EF385EDB-B514-4FBC-9394-8D7769CEEDFA}"/>
    <dgm:cxn modelId="{13E75EC2-8AD5-4954-9674-CFC1007C12F1}" type="presOf" srcId="{49FD7F0B-8443-48A6-9DA7-A6114397C86E}" destId="{66455F10-BBC7-457D-9A66-A6634EBC0B80}" srcOrd="0" destOrd="0" presId="urn:microsoft.com/office/officeart/2018/5/layout/CenteredIconLabelDescriptionList"/>
    <dgm:cxn modelId="{73CF5CC4-0891-46C7-AF55-160A2878719A}" srcId="{49FD7F0B-8443-48A6-9DA7-A6114397C86E}" destId="{26823F10-7774-488C-A59C-30B6370C0E17}" srcOrd="1" destOrd="0" parTransId="{A595492F-4D3C-4C77-AEF7-578EF852B4FB}" sibTransId="{C14A938A-4A19-4A50-8DF5-EB02310B0B83}"/>
    <dgm:cxn modelId="{BFE995D8-A346-441B-9A09-65CF0655D9A0}" type="presOf" srcId="{FC7EE0B9-0AC0-416D-B19C-BB177EDA3652}" destId="{7A7267C1-3697-499D-A962-ABC2D0C38975}" srcOrd="0" destOrd="1" presId="urn:microsoft.com/office/officeart/2018/5/layout/CenteredIconLabelDescriptionList"/>
    <dgm:cxn modelId="{9C31FADD-7184-40CA-B773-DB344BB77797}" type="presOf" srcId="{94DED811-9E84-49C4-8740-11D8E82810AF}" destId="{12247A76-9E55-425D-ACB5-194BB9ECE408}" srcOrd="0" destOrd="0" presId="urn:microsoft.com/office/officeart/2018/5/layout/CenteredIconLabelDescriptionList"/>
    <dgm:cxn modelId="{B1DC09E2-63D5-481C-90A1-0CF99D2754CD}" type="presOf" srcId="{0A213BCE-F848-4ACE-9A61-FC2257C771F8}" destId="{A16B30E1-9312-4D2A-8B7C-FE140CBFA3BD}" srcOrd="0" destOrd="0" presId="urn:microsoft.com/office/officeart/2018/5/layout/CenteredIconLabelDescriptionList"/>
    <dgm:cxn modelId="{2D2351F7-7C71-487A-9CCD-C9F3C2ECABE7}" type="presOf" srcId="{CA5DF064-5127-421E-9D41-1FF47C5E681C}" destId="{B7F17E6D-E511-48C5-A80C-396D774BBFFB}" srcOrd="0" destOrd="1" presId="urn:microsoft.com/office/officeart/2018/5/layout/CenteredIconLabelDescriptionList"/>
    <dgm:cxn modelId="{64A692D0-30FB-46B2-8A3A-8BEC962BA3A6}" type="presParOf" srcId="{F3687D2A-5DC4-400E-983B-6F4C0F50719D}" destId="{2C97D81A-384D-4DF6-8071-D891682B2CE7}" srcOrd="0" destOrd="0" presId="urn:microsoft.com/office/officeart/2018/5/layout/CenteredIconLabelDescriptionList"/>
    <dgm:cxn modelId="{B2BFB929-EF37-4DD7-9DCF-05CE2FCFF874}" type="presParOf" srcId="{2C97D81A-384D-4DF6-8071-D891682B2CE7}" destId="{A7576361-0FB5-4435-9C69-194A8546DD34}" srcOrd="0" destOrd="0" presId="urn:microsoft.com/office/officeart/2018/5/layout/CenteredIconLabelDescriptionList"/>
    <dgm:cxn modelId="{7357F6B3-6903-4255-BC67-0B17AAE354E1}" type="presParOf" srcId="{2C97D81A-384D-4DF6-8071-D891682B2CE7}" destId="{9C44253D-F0DB-45C4-BC7C-91E1274624CC}" srcOrd="1" destOrd="0" presId="urn:microsoft.com/office/officeart/2018/5/layout/CenteredIconLabelDescriptionList"/>
    <dgm:cxn modelId="{FE77E892-A562-4783-8EDF-4E38BCC80502}" type="presParOf" srcId="{2C97D81A-384D-4DF6-8071-D891682B2CE7}" destId="{66455F10-BBC7-457D-9A66-A6634EBC0B80}" srcOrd="2" destOrd="0" presId="urn:microsoft.com/office/officeart/2018/5/layout/CenteredIconLabelDescriptionList"/>
    <dgm:cxn modelId="{C787BC00-C312-41F5-BB3D-36840A35C5C5}" type="presParOf" srcId="{2C97D81A-384D-4DF6-8071-D891682B2CE7}" destId="{561640CA-C3B7-415A-9E07-5B8876683D3C}" srcOrd="3" destOrd="0" presId="urn:microsoft.com/office/officeart/2018/5/layout/CenteredIconLabelDescriptionList"/>
    <dgm:cxn modelId="{D01A3519-69C9-497F-B868-9655DED4A0D5}" type="presParOf" srcId="{2C97D81A-384D-4DF6-8071-D891682B2CE7}" destId="{CDE40D43-093D-4B9F-A6B0-218258F66C5C}" srcOrd="4" destOrd="0" presId="urn:microsoft.com/office/officeart/2018/5/layout/CenteredIconLabelDescriptionList"/>
    <dgm:cxn modelId="{3D0D2ABD-71D6-4B70-91D2-EF5E467934BE}" type="presParOf" srcId="{F3687D2A-5DC4-400E-983B-6F4C0F50719D}" destId="{63FF074E-E8E4-4AD1-A173-B243D709509F}" srcOrd="1" destOrd="0" presId="urn:microsoft.com/office/officeart/2018/5/layout/CenteredIconLabelDescriptionList"/>
    <dgm:cxn modelId="{6633BC27-F5F7-4FAF-B97B-36B6840BBB6C}" type="presParOf" srcId="{F3687D2A-5DC4-400E-983B-6F4C0F50719D}" destId="{257FD26C-C34B-49B1-9750-D95F1E0607A8}" srcOrd="2" destOrd="0" presId="urn:microsoft.com/office/officeart/2018/5/layout/CenteredIconLabelDescriptionList"/>
    <dgm:cxn modelId="{F2F4AC37-0F5D-42C2-B6C5-28CAE0D2E1BE}" type="presParOf" srcId="{257FD26C-C34B-49B1-9750-D95F1E0607A8}" destId="{F5D48130-3B94-46C5-B84D-8F249DBE9A2C}" srcOrd="0" destOrd="0" presId="urn:microsoft.com/office/officeart/2018/5/layout/CenteredIconLabelDescriptionList"/>
    <dgm:cxn modelId="{C57804CD-677A-423C-A562-3FFEB9978B7C}" type="presParOf" srcId="{257FD26C-C34B-49B1-9750-D95F1E0607A8}" destId="{C98E0B2D-A15B-42BF-A079-46B41A380ABF}" srcOrd="1" destOrd="0" presId="urn:microsoft.com/office/officeart/2018/5/layout/CenteredIconLabelDescriptionList"/>
    <dgm:cxn modelId="{42FC210A-47D9-446D-8483-9B877688658A}" type="presParOf" srcId="{257FD26C-C34B-49B1-9750-D95F1E0607A8}" destId="{A16B30E1-9312-4D2A-8B7C-FE140CBFA3BD}" srcOrd="2" destOrd="0" presId="urn:microsoft.com/office/officeart/2018/5/layout/CenteredIconLabelDescriptionList"/>
    <dgm:cxn modelId="{30848CA3-F61E-4ABC-8904-22231F7497BE}" type="presParOf" srcId="{257FD26C-C34B-49B1-9750-D95F1E0607A8}" destId="{5DB420F8-3E48-41C5-AD94-27012D8346BE}" srcOrd="3" destOrd="0" presId="urn:microsoft.com/office/officeart/2018/5/layout/CenteredIconLabelDescriptionList"/>
    <dgm:cxn modelId="{430884EA-512F-44D4-B023-38B95F20CF95}" type="presParOf" srcId="{257FD26C-C34B-49B1-9750-D95F1E0607A8}" destId="{B7F17E6D-E511-48C5-A80C-396D774BBFFB}" srcOrd="4" destOrd="0" presId="urn:microsoft.com/office/officeart/2018/5/layout/CenteredIconLabelDescriptionList"/>
    <dgm:cxn modelId="{F8F5B833-F9BC-47A7-AB2B-E7D5F88AD0A2}" type="presParOf" srcId="{F3687D2A-5DC4-400E-983B-6F4C0F50719D}" destId="{DEB04245-6934-4625-BE7A-EE7BB844AA01}" srcOrd="3" destOrd="0" presId="urn:microsoft.com/office/officeart/2018/5/layout/CenteredIconLabelDescriptionList"/>
    <dgm:cxn modelId="{71EE208E-5C0F-4EBC-BA64-C387EC95C66B}" type="presParOf" srcId="{F3687D2A-5DC4-400E-983B-6F4C0F50719D}" destId="{94711D1F-5674-4C40-BBE4-2BAE1992DF5C}" srcOrd="4" destOrd="0" presId="urn:microsoft.com/office/officeart/2018/5/layout/CenteredIconLabelDescriptionList"/>
    <dgm:cxn modelId="{80C63472-AEC2-4556-86A1-D20FE2EC6CF5}" type="presParOf" srcId="{94711D1F-5674-4C40-BBE4-2BAE1992DF5C}" destId="{81343AED-363C-4499-A40E-96F4AE2CB66E}" srcOrd="0" destOrd="0" presId="urn:microsoft.com/office/officeart/2018/5/layout/CenteredIconLabelDescriptionList"/>
    <dgm:cxn modelId="{703D0CB8-7C26-486D-97B9-25A3B38F9440}" type="presParOf" srcId="{94711D1F-5674-4C40-BBE4-2BAE1992DF5C}" destId="{220A3D2F-F609-495A-AA8D-1F99058E4406}" srcOrd="1" destOrd="0" presId="urn:microsoft.com/office/officeart/2018/5/layout/CenteredIconLabelDescriptionList"/>
    <dgm:cxn modelId="{C9BF2E03-ADEF-4509-9BB1-AD7D733585FE}" type="presParOf" srcId="{94711D1F-5674-4C40-BBE4-2BAE1992DF5C}" destId="{12247A76-9E55-425D-ACB5-194BB9ECE408}" srcOrd="2" destOrd="0" presId="urn:microsoft.com/office/officeart/2018/5/layout/CenteredIconLabelDescriptionList"/>
    <dgm:cxn modelId="{2D3EE57C-F00B-41A4-BFD9-AF286BC955B4}" type="presParOf" srcId="{94711D1F-5674-4C40-BBE4-2BAE1992DF5C}" destId="{FD0E16C9-C800-4AB3-84B0-EFE2EBE46269}" srcOrd="3" destOrd="0" presId="urn:microsoft.com/office/officeart/2018/5/layout/CenteredIconLabelDescriptionList"/>
    <dgm:cxn modelId="{AF871F35-A48E-453B-8FC7-746259871FC7}" type="presParOf" srcId="{94711D1F-5674-4C40-BBE4-2BAE1992DF5C}" destId="{7A7267C1-3697-499D-A962-ABC2D0C38975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1.xml><?xml version="1.0" encoding="utf-8"?>
<dgm:dataModel xmlns:dgm="http://schemas.openxmlformats.org/drawingml/2006/diagram" xmlns:a="http://schemas.openxmlformats.org/drawingml/2006/main">
  <dgm:ptLst>
    <dgm:pt modelId="{7D7E4161-124A-453B-BC26-924F0BB49AE6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A6CA868C-4B4B-4085-A636-8F8BC86B464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Variation in size</a:t>
          </a:r>
          <a:endParaRPr lang="en-US"/>
        </a:p>
      </dgm:t>
    </dgm:pt>
    <dgm:pt modelId="{57C0D2EF-305C-4BAA-9263-538C694FAB5C}" type="parTrans" cxnId="{3AB51938-7AE6-437A-8E26-B63B24A9D743}">
      <dgm:prSet/>
      <dgm:spPr/>
      <dgm:t>
        <a:bodyPr/>
        <a:lstStyle/>
        <a:p>
          <a:endParaRPr lang="en-US"/>
        </a:p>
      </dgm:t>
    </dgm:pt>
    <dgm:pt modelId="{9977FEC1-BD15-4C74-A1BE-4CA4325C4DF2}" type="sibTrans" cxnId="{3AB51938-7AE6-437A-8E26-B63B24A9D743}">
      <dgm:prSet/>
      <dgm:spPr/>
      <dgm:t>
        <a:bodyPr/>
        <a:lstStyle/>
        <a:p>
          <a:endParaRPr lang="en-US"/>
        </a:p>
      </dgm:t>
    </dgm:pt>
    <dgm:pt modelId="{E6066F22-FF11-4033-A7FF-806911BC3D7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Pools are open</a:t>
          </a:r>
        </a:p>
      </dgm:t>
    </dgm:pt>
    <dgm:pt modelId="{0B69C25F-804E-44FC-87FF-090323DDDCA4}" type="parTrans" cxnId="{D6161966-415B-4944-9A1A-713B381CCC67}">
      <dgm:prSet/>
      <dgm:spPr/>
      <dgm:t>
        <a:bodyPr/>
        <a:lstStyle/>
        <a:p>
          <a:endParaRPr lang="en-US"/>
        </a:p>
      </dgm:t>
    </dgm:pt>
    <dgm:pt modelId="{BF34272A-4B88-469D-8292-D7C2733B84A5}" type="sibTrans" cxnId="{D6161966-415B-4944-9A1A-713B381CCC67}">
      <dgm:prSet/>
      <dgm:spPr/>
      <dgm:t>
        <a:bodyPr/>
        <a:lstStyle/>
        <a:p>
          <a:endParaRPr lang="en-US"/>
        </a:p>
      </dgm:t>
    </dgm:pt>
    <dgm:pt modelId="{C3783B06-D1E4-4EE1-B2D0-A74ADCE899E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Variation in devices</a:t>
          </a:r>
          <a:endParaRPr lang="en-US"/>
        </a:p>
      </dgm:t>
    </dgm:pt>
    <dgm:pt modelId="{FCB3DA97-1EC4-484E-990A-0E5F2CB3EB23}" type="parTrans" cxnId="{5E5ECF1B-3F5B-46C2-B70C-3848395716F9}">
      <dgm:prSet/>
      <dgm:spPr/>
      <dgm:t>
        <a:bodyPr/>
        <a:lstStyle/>
        <a:p>
          <a:endParaRPr lang="en-US"/>
        </a:p>
      </dgm:t>
    </dgm:pt>
    <dgm:pt modelId="{FD9A5544-6DB2-444C-BDE9-4C626E4620B9}" type="sibTrans" cxnId="{5E5ECF1B-3F5B-46C2-B70C-3848395716F9}">
      <dgm:prSet/>
      <dgm:spPr/>
      <dgm:t>
        <a:bodyPr/>
        <a:lstStyle/>
        <a:p>
          <a:endParaRPr lang="en-US"/>
        </a:p>
      </dgm:t>
    </dgm:pt>
    <dgm:pt modelId="{E07D7E50-F836-40BD-8549-7BD48D315EE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have some participants</a:t>
          </a:r>
        </a:p>
      </dgm:t>
    </dgm:pt>
    <dgm:pt modelId="{5BE8C57F-1CA6-417B-94D7-FD574BCAAB46}" type="parTrans" cxnId="{232EEC0A-750D-4129-8374-DA04F8404769}">
      <dgm:prSet/>
      <dgm:spPr/>
      <dgm:t>
        <a:bodyPr/>
        <a:lstStyle/>
        <a:p>
          <a:endParaRPr lang="en-US"/>
        </a:p>
      </dgm:t>
    </dgm:pt>
    <dgm:pt modelId="{8762F7B6-273B-4B4C-AEC5-AA2E68CDD522}" type="sibTrans" cxnId="{232EEC0A-750D-4129-8374-DA04F8404769}">
      <dgm:prSet/>
      <dgm:spPr/>
      <dgm:t>
        <a:bodyPr/>
        <a:lstStyle/>
        <a:p>
          <a:endParaRPr lang="en-US"/>
        </a:p>
      </dgm:t>
    </dgm:pt>
    <dgm:pt modelId="{D303F47F-62E3-4CF2-90C2-496B374DEFA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Variation in consumption</a:t>
          </a:r>
          <a:endParaRPr lang="en-US"/>
        </a:p>
      </dgm:t>
    </dgm:pt>
    <dgm:pt modelId="{8A6B12C8-491F-4159-9EE4-784E6EF70DA6}" type="parTrans" cxnId="{096330BF-9FB8-40F9-AFDA-D42951879BF2}">
      <dgm:prSet/>
      <dgm:spPr/>
      <dgm:t>
        <a:bodyPr/>
        <a:lstStyle/>
        <a:p>
          <a:endParaRPr lang="en-US"/>
        </a:p>
      </dgm:t>
    </dgm:pt>
    <dgm:pt modelId="{91A91814-395D-427E-AFAE-F1BE966F475A}" type="sibTrans" cxnId="{096330BF-9FB8-40F9-AFDA-D42951879BF2}">
      <dgm:prSet/>
      <dgm:spPr/>
      <dgm:t>
        <a:bodyPr/>
        <a:lstStyle/>
        <a:p>
          <a:endParaRPr lang="en-US"/>
        </a:p>
      </dgm:t>
    </dgm:pt>
    <dgm:pt modelId="{AF81E255-81F8-48DB-9919-1276A916584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Some will be mining</a:t>
          </a:r>
        </a:p>
      </dgm:t>
    </dgm:pt>
    <dgm:pt modelId="{572DB97C-3EA1-4EF4-9375-0F2E1A3922B8}" type="parTrans" cxnId="{73ABD8C6-F881-4AD9-9CCA-CBD3CC256717}">
      <dgm:prSet/>
      <dgm:spPr/>
      <dgm:t>
        <a:bodyPr/>
        <a:lstStyle/>
        <a:p>
          <a:endParaRPr lang="en-US"/>
        </a:p>
      </dgm:t>
    </dgm:pt>
    <dgm:pt modelId="{D23F5734-663B-4F1A-BF68-B85A45B6083C}" type="sibTrans" cxnId="{73ABD8C6-F881-4AD9-9CCA-CBD3CC256717}">
      <dgm:prSet/>
      <dgm:spPr/>
      <dgm:t>
        <a:bodyPr/>
        <a:lstStyle/>
        <a:p>
          <a:endParaRPr lang="en-US"/>
        </a:p>
      </dgm:t>
    </dgm:pt>
    <dgm:pt modelId="{F600A8C0-53A3-4A64-BF6F-F7970DFFD19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others will be running a data center</a:t>
          </a:r>
        </a:p>
      </dgm:t>
    </dgm:pt>
    <dgm:pt modelId="{E3F3D2FA-95F4-4828-81A0-C7349020D2B4}" type="parTrans" cxnId="{FA9FAF50-846C-40D8-AC61-AB54E01788ED}">
      <dgm:prSet/>
      <dgm:spPr/>
      <dgm:t>
        <a:bodyPr/>
        <a:lstStyle/>
        <a:p>
          <a:endParaRPr lang="en-US"/>
        </a:p>
      </dgm:t>
    </dgm:pt>
    <dgm:pt modelId="{936A00E3-9408-4B25-8EE6-300C216FE1B5}" type="sibTrans" cxnId="{FA9FAF50-846C-40D8-AC61-AB54E01788ED}">
      <dgm:prSet/>
      <dgm:spPr/>
      <dgm:t>
        <a:bodyPr/>
        <a:lstStyle/>
        <a:p>
          <a:endParaRPr lang="en-US"/>
        </a:p>
      </dgm:t>
    </dgm:pt>
    <dgm:pt modelId="{C7A99447-C163-4686-A565-ACE9E51313A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any miner</a:t>
          </a:r>
        </a:p>
      </dgm:t>
    </dgm:pt>
    <dgm:pt modelId="{6430F872-C822-439B-83C8-17DAAFA2DE17}" type="parTrans" cxnId="{5611A1C7-DB6B-4DBE-80E3-4836334131DF}">
      <dgm:prSet/>
      <dgm:spPr/>
      <dgm:t>
        <a:bodyPr/>
        <a:lstStyle/>
        <a:p>
          <a:endParaRPr lang="en-US"/>
        </a:p>
      </dgm:t>
    </dgm:pt>
    <dgm:pt modelId="{66ACF5AB-6939-4639-8010-7285BC70751D}" type="sibTrans" cxnId="{5611A1C7-DB6B-4DBE-80E3-4836334131DF}">
      <dgm:prSet/>
      <dgm:spPr/>
      <dgm:t>
        <a:bodyPr/>
        <a:lstStyle/>
        <a:p>
          <a:endParaRPr lang="en-US"/>
        </a:p>
      </dgm:t>
    </dgm:pt>
    <dgm:pt modelId="{36399EE6-B19A-425F-8FD8-C8B7C07269F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big or small</a:t>
          </a:r>
        </a:p>
      </dgm:t>
    </dgm:pt>
    <dgm:pt modelId="{E8BF28CD-355B-48BB-83A3-97137FE9DEFC}" type="parTrans" cxnId="{AA7DB36D-565C-4ED2-9620-725F282B110B}">
      <dgm:prSet/>
      <dgm:spPr/>
      <dgm:t>
        <a:bodyPr/>
        <a:lstStyle/>
        <a:p>
          <a:endParaRPr lang="en-US"/>
        </a:p>
      </dgm:t>
    </dgm:pt>
    <dgm:pt modelId="{8D08BB65-12E7-4A95-8A7A-D108047B565E}" type="sibTrans" cxnId="{AA7DB36D-565C-4ED2-9620-725F282B110B}">
      <dgm:prSet/>
      <dgm:spPr/>
      <dgm:t>
        <a:bodyPr/>
        <a:lstStyle/>
        <a:p>
          <a:endParaRPr lang="en-US"/>
        </a:p>
      </dgm:t>
    </dgm:pt>
    <dgm:pt modelId="{3A80991D-12D5-47DD-AEC0-F0CA2C36FCF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professional </a:t>
          </a:r>
          <a:r>
            <a:rPr lang="en-US" dirty="0"/>
            <a:t>or amateur.</a:t>
          </a:r>
        </a:p>
      </dgm:t>
    </dgm:pt>
    <dgm:pt modelId="{1555C67F-18FE-4FFB-BB77-49DD36AED519}" type="parTrans" cxnId="{DC1163EA-D4F2-40A8-851A-A55964A3C127}">
      <dgm:prSet/>
      <dgm:spPr/>
      <dgm:t>
        <a:bodyPr/>
        <a:lstStyle/>
        <a:p>
          <a:endParaRPr lang="en-US"/>
        </a:p>
      </dgm:t>
    </dgm:pt>
    <dgm:pt modelId="{C3B74DE4-47AE-4CE1-AFE4-4DA89146E164}" type="sibTrans" cxnId="{DC1163EA-D4F2-40A8-851A-A55964A3C127}">
      <dgm:prSet/>
      <dgm:spPr/>
      <dgm:t>
        <a:bodyPr/>
        <a:lstStyle/>
        <a:p>
          <a:endParaRPr lang="en-US"/>
        </a:p>
      </dgm:t>
    </dgm:pt>
    <dgm:pt modelId="{2C62C9D1-CA07-45FD-891B-E40115D54A2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with a single small mining machine</a:t>
          </a:r>
        </a:p>
      </dgm:t>
    </dgm:pt>
    <dgm:pt modelId="{3F231A90-ADF4-4B5C-8351-05EB7D215244}" type="parTrans" cxnId="{2B814550-07FB-494B-B19D-0C12CCA6E52B}">
      <dgm:prSet/>
      <dgm:spPr/>
      <dgm:t>
        <a:bodyPr/>
        <a:lstStyle/>
        <a:p>
          <a:endParaRPr lang="en-US"/>
        </a:p>
      </dgm:t>
    </dgm:pt>
    <dgm:pt modelId="{0321C6CE-6465-4BCC-BFBD-01CC495EACC8}" type="sibTrans" cxnId="{2B814550-07FB-494B-B19D-0C12CCA6E52B}">
      <dgm:prSet/>
      <dgm:spPr/>
      <dgm:t>
        <a:bodyPr/>
        <a:lstStyle/>
        <a:p>
          <a:endParaRPr lang="en-US"/>
        </a:p>
      </dgm:t>
    </dgm:pt>
    <dgm:pt modelId="{522B13C3-804B-4EBF-8BBE-3E68C0CD49A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others with a</a:t>
          </a:r>
          <a:r>
            <a:rPr lang="tr-TR" dirty="0"/>
            <a:t> </a:t>
          </a:r>
          <a:r>
            <a:rPr lang="en-US" dirty="0"/>
            <a:t>garage full of</a:t>
          </a:r>
        </a:p>
      </dgm:t>
    </dgm:pt>
    <dgm:pt modelId="{B32F6A0D-EE02-469B-913C-54B4236D56AA}" type="parTrans" cxnId="{43B8CDF6-23DE-49A6-8D0C-4D39C6BFC19A}">
      <dgm:prSet/>
      <dgm:spPr/>
      <dgm:t>
        <a:bodyPr/>
        <a:lstStyle/>
        <a:p>
          <a:endParaRPr lang="en-US"/>
        </a:p>
      </dgm:t>
    </dgm:pt>
    <dgm:pt modelId="{B131A23A-6071-4E7D-9538-4F9770F3A88F}" type="sibTrans" cxnId="{43B8CDF6-23DE-49A6-8D0C-4D39C6BFC19A}">
      <dgm:prSet/>
      <dgm:spPr/>
      <dgm:t>
        <a:bodyPr/>
        <a:lstStyle/>
        <a:p>
          <a:endParaRPr lang="en-US"/>
        </a:p>
      </dgm:t>
    </dgm:pt>
    <dgm:pt modelId="{D83142B1-B7CB-4632-9A5E-A6CF86D94C2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high-end mining hardware</a:t>
          </a:r>
        </a:p>
      </dgm:t>
    </dgm:pt>
    <dgm:pt modelId="{AA8CE3DC-2AA2-4850-8C05-381DEB16458F}" type="parTrans" cxnId="{39D856F0-EDE4-4FCF-9919-085C5CEA3791}">
      <dgm:prSet/>
      <dgm:spPr/>
      <dgm:t>
        <a:bodyPr/>
        <a:lstStyle/>
        <a:p>
          <a:endParaRPr lang="en-US"/>
        </a:p>
      </dgm:t>
    </dgm:pt>
    <dgm:pt modelId="{2BEBC468-4767-4475-B654-72E1CC71382A}" type="sibTrans" cxnId="{39D856F0-EDE4-4FCF-9919-085C5CEA3791}">
      <dgm:prSet/>
      <dgm:spPr/>
      <dgm:t>
        <a:bodyPr/>
        <a:lstStyle/>
        <a:p>
          <a:endParaRPr lang="en-US"/>
        </a:p>
      </dgm:t>
    </dgm:pt>
    <dgm:pt modelId="{8DAFB680-5FF6-4177-99AA-A323B40FD5E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with a few tens of a</a:t>
          </a:r>
          <a:r>
            <a:rPr lang="tr-TR" dirty="0"/>
            <a:t> </a:t>
          </a:r>
          <a:r>
            <a:rPr lang="en-US" dirty="0"/>
            <a:t>kilowatt of electricity,</a:t>
          </a:r>
        </a:p>
      </dgm:t>
    </dgm:pt>
    <dgm:pt modelId="{0CD27959-2E1E-4845-857C-C7C0BDFD6F62}" type="parTrans" cxnId="{8B256084-B3B4-4D82-AD71-CC099836B723}">
      <dgm:prSet/>
      <dgm:spPr/>
      <dgm:t>
        <a:bodyPr/>
        <a:lstStyle/>
        <a:p>
          <a:endParaRPr lang="en-US"/>
        </a:p>
      </dgm:t>
    </dgm:pt>
    <dgm:pt modelId="{22795913-E810-4814-8CF4-924173814DE6}" type="sibTrans" cxnId="{8B256084-B3B4-4D82-AD71-CC099836B723}">
      <dgm:prSet/>
      <dgm:spPr/>
      <dgm:t>
        <a:bodyPr/>
        <a:lstStyle/>
        <a:p>
          <a:endParaRPr lang="en-US"/>
        </a:p>
      </dgm:t>
    </dgm:pt>
    <dgm:pt modelId="{88B120A6-8973-474C-A4A1-38E2F0FD053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consuming a megawatt of</a:t>
          </a:r>
          <a:r>
            <a:rPr lang="tr-TR" dirty="0"/>
            <a:t> </a:t>
          </a:r>
          <a:r>
            <a:rPr lang="tr-TR" dirty="0" err="1"/>
            <a:t>power</a:t>
          </a:r>
          <a:r>
            <a:rPr lang="tr-TR" dirty="0"/>
            <a:t>.</a:t>
          </a:r>
          <a:endParaRPr lang="en-US" dirty="0"/>
        </a:p>
      </dgm:t>
    </dgm:pt>
    <dgm:pt modelId="{D0ECA058-02C8-442C-A23B-1CAEFF71BECC}" type="parTrans" cxnId="{AEE66AB5-F83A-4E74-B624-E448C5B75354}">
      <dgm:prSet/>
      <dgm:spPr/>
      <dgm:t>
        <a:bodyPr/>
        <a:lstStyle/>
        <a:p>
          <a:endParaRPr lang="en-US"/>
        </a:p>
      </dgm:t>
    </dgm:pt>
    <dgm:pt modelId="{980E3F2B-8EEC-40E4-882A-663F65B278D2}" type="sibTrans" cxnId="{AEE66AB5-F83A-4E74-B624-E448C5B75354}">
      <dgm:prSet/>
      <dgm:spPr/>
      <dgm:t>
        <a:bodyPr/>
        <a:lstStyle/>
        <a:p>
          <a:endParaRPr lang="en-US"/>
        </a:p>
      </dgm:t>
    </dgm:pt>
    <dgm:pt modelId="{DBD7FB23-D6F1-4D95-952F-55B8A74E0DED}" type="pres">
      <dgm:prSet presAssocID="{7D7E4161-124A-453B-BC26-924F0BB49AE6}" presName="root" presStyleCnt="0">
        <dgm:presLayoutVars>
          <dgm:dir/>
          <dgm:resizeHandles val="exact"/>
        </dgm:presLayoutVars>
      </dgm:prSet>
      <dgm:spPr/>
    </dgm:pt>
    <dgm:pt modelId="{69470AB6-D6E9-426B-ABA7-C53386F1B0C9}" type="pres">
      <dgm:prSet presAssocID="{A6CA868C-4B4B-4085-A636-8F8BC86B464C}" presName="compNode" presStyleCnt="0"/>
      <dgm:spPr/>
    </dgm:pt>
    <dgm:pt modelId="{ED1382F2-56BC-4AA8-93F2-A0D91B9C66AF}" type="pres">
      <dgm:prSet presAssocID="{A6CA868C-4B4B-4085-A636-8F8BC86B464C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aterfall scene"/>
        </a:ext>
      </dgm:extLst>
    </dgm:pt>
    <dgm:pt modelId="{15BB691D-75DB-402B-9E25-9E871CF29007}" type="pres">
      <dgm:prSet presAssocID="{A6CA868C-4B4B-4085-A636-8F8BC86B464C}" presName="iconSpace" presStyleCnt="0"/>
      <dgm:spPr/>
    </dgm:pt>
    <dgm:pt modelId="{EB4C13CA-29A8-4CD8-966B-2EF97657069A}" type="pres">
      <dgm:prSet presAssocID="{A6CA868C-4B4B-4085-A636-8F8BC86B464C}" presName="parTx" presStyleLbl="revTx" presStyleIdx="0" presStyleCnt="6">
        <dgm:presLayoutVars>
          <dgm:chMax val="0"/>
          <dgm:chPref val="0"/>
        </dgm:presLayoutVars>
      </dgm:prSet>
      <dgm:spPr/>
    </dgm:pt>
    <dgm:pt modelId="{6EA3817D-AA4B-42DB-9569-0171C06200AE}" type="pres">
      <dgm:prSet presAssocID="{A6CA868C-4B4B-4085-A636-8F8BC86B464C}" presName="txSpace" presStyleCnt="0"/>
      <dgm:spPr/>
    </dgm:pt>
    <dgm:pt modelId="{106BDFA6-F924-41F2-AB88-436C227FFF55}" type="pres">
      <dgm:prSet presAssocID="{A6CA868C-4B4B-4085-A636-8F8BC86B464C}" presName="desTx" presStyleLbl="revTx" presStyleIdx="1" presStyleCnt="6">
        <dgm:presLayoutVars/>
      </dgm:prSet>
      <dgm:spPr/>
    </dgm:pt>
    <dgm:pt modelId="{73151DCB-B7AF-4BD2-AA41-00E8EBEEB6F4}" type="pres">
      <dgm:prSet presAssocID="{9977FEC1-BD15-4C74-A1BE-4CA4325C4DF2}" presName="sibTrans" presStyleCnt="0"/>
      <dgm:spPr/>
    </dgm:pt>
    <dgm:pt modelId="{E22854B3-5F97-48FD-A512-AFAF130BBBBB}" type="pres">
      <dgm:prSet presAssocID="{C3783B06-D1E4-4EE1-B2D0-A74ADCE899EF}" presName="compNode" presStyleCnt="0"/>
      <dgm:spPr/>
    </dgm:pt>
    <dgm:pt modelId="{5B02CF6B-9CC4-4957-B753-0D6FBA08FB51}" type="pres">
      <dgm:prSet presAssocID="{C3783B06-D1E4-4EE1-B2D0-A74ADCE899EF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ng Tools"/>
        </a:ext>
      </dgm:extLst>
    </dgm:pt>
    <dgm:pt modelId="{9F84826F-B9B1-443B-AE98-F356FC853E58}" type="pres">
      <dgm:prSet presAssocID="{C3783B06-D1E4-4EE1-B2D0-A74ADCE899EF}" presName="iconSpace" presStyleCnt="0"/>
      <dgm:spPr/>
    </dgm:pt>
    <dgm:pt modelId="{014D6409-5AA6-40BB-BBFE-C37B2B2714D5}" type="pres">
      <dgm:prSet presAssocID="{C3783B06-D1E4-4EE1-B2D0-A74ADCE899EF}" presName="parTx" presStyleLbl="revTx" presStyleIdx="2" presStyleCnt="6">
        <dgm:presLayoutVars>
          <dgm:chMax val="0"/>
          <dgm:chPref val="0"/>
        </dgm:presLayoutVars>
      </dgm:prSet>
      <dgm:spPr/>
    </dgm:pt>
    <dgm:pt modelId="{CF7514A1-DF71-42F3-9B71-0FB4514384E3}" type="pres">
      <dgm:prSet presAssocID="{C3783B06-D1E4-4EE1-B2D0-A74ADCE899EF}" presName="txSpace" presStyleCnt="0"/>
      <dgm:spPr/>
    </dgm:pt>
    <dgm:pt modelId="{3773D8F3-F090-4725-A045-E74287103AE8}" type="pres">
      <dgm:prSet presAssocID="{C3783B06-D1E4-4EE1-B2D0-A74ADCE899EF}" presName="desTx" presStyleLbl="revTx" presStyleIdx="3" presStyleCnt="6">
        <dgm:presLayoutVars/>
      </dgm:prSet>
      <dgm:spPr/>
    </dgm:pt>
    <dgm:pt modelId="{E02B0C8B-A792-4E8E-9086-8F683ED8DC08}" type="pres">
      <dgm:prSet presAssocID="{FD9A5544-6DB2-444C-BDE9-4C626E4620B9}" presName="sibTrans" presStyleCnt="0"/>
      <dgm:spPr/>
    </dgm:pt>
    <dgm:pt modelId="{79E6A177-3FCE-4B73-BDAF-FFD9F0E2CE2A}" type="pres">
      <dgm:prSet presAssocID="{D303F47F-62E3-4CF2-90C2-496B374DEFA8}" presName="compNode" presStyleCnt="0"/>
      <dgm:spPr/>
    </dgm:pt>
    <dgm:pt modelId="{E2E3AD95-0000-4353-9990-275EFF46D509}" type="pres">
      <dgm:prSet presAssocID="{D303F47F-62E3-4CF2-90C2-496B374DEFA8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İşlemci"/>
        </a:ext>
      </dgm:extLst>
    </dgm:pt>
    <dgm:pt modelId="{4C32317C-E075-4C8F-B800-6D2A438B363D}" type="pres">
      <dgm:prSet presAssocID="{D303F47F-62E3-4CF2-90C2-496B374DEFA8}" presName="iconSpace" presStyleCnt="0"/>
      <dgm:spPr/>
    </dgm:pt>
    <dgm:pt modelId="{B1147691-43CF-4708-BACA-96015E139CD6}" type="pres">
      <dgm:prSet presAssocID="{D303F47F-62E3-4CF2-90C2-496B374DEFA8}" presName="parTx" presStyleLbl="revTx" presStyleIdx="4" presStyleCnt="6">
        <dgm:presLayoutVars>
          <dgm:chMax val="0"/>
          <dgm:chPref val="0"/>
        </dgm:presLayoutVars>
      </dgm:prSet>
      <dgm:spPr/>
    </dgm:pt>
    <dgm:pt modelId="{57DF903B-A4D7-4A3C-85D0-39024E639F50}" type="pres">
      <dgm:prSet presAssocID="{D303F47F-62E3-4CF2-90C2-496B374DEFA8}" presName="txSpace" presStyleCnt="0"/>
      <dgm:spPr/>
    </dgm:pt>
    <dgm:pt modelId="{09E9F80A-9477-46EF-BF69-598B52E52E24}" type="pres">
      <dgm:prSet presAssocID="{D303F47F-62E3-4CF2-90C2-496B374DEFA8}" presName="desTx" presStyleLbl="revTx" presStyleIdx="5" presStyleCnt="6">
        <dgm:presLayoutVars/>
      </dgm:prSet>
      <dgm:spPr/>
    </dgm:pt>
  </dgm:ptLst>
  <dgm:cxnLst>
    <dgm:cxn modelId="{232EEC0A-750D-4129-8374-DA04F8404769}" srcId="{C3783B06-D1E4-4EE1-B2D0-A74ADCE899EF}" destId="{E07D7E50-F836-40BD-8549-7BD48D315EE8}" srcOrd="0" destOrd="0" parTransId="{5BE8C57F-1CA6-417B-94D7-FD574BCAAB46}" sibTransId="{8762F7B6-273B-4B4C-AEC5-AA2E68CDD522}"/>
    <dgm:cxn modelId="{6C2F4717-9827-4731-AECB-8AAC6F88E52B}" type="presOf" srcId="{C7A99447-C163-4686-A565-ACE9E51313A7}" destId="{106BDFA6-F924-41F2-AB88-436C227FFF55}" srcOrd="0" destOrd="1" presId="urn:microsoft.com/office/officeart/2018/5/layout/CenteredIconLabelDescriptionList"/>
    <dgm:cxn modelId="{5E5ECF1B-3F5B-46C2-B70C-3848395716F9}" srcId="{7D7E4161-124A-453B-BC26-924F0BB49AE6}" destId="{C3783B06-D1E4-4EE1-B2D0-A74ADCE899EF}" srcOrd="1" destOrd="0" parTransId="{FCB3DA97-1EC4-484E-990A-0E5F2CB3EB23}" sibTransId="{FD9A5544-6DB2-444C-BDE9-4C626E4620B9}"/>
    <dgm:cxn modelId="{F57CCD24-BA7D-4257-8C7C-C2725D600D15}" type="presOf" srcId="{F600A8C0-53A3-4A64-BF6F-F7970DFFD19A}" destId="{09E9F80A-9477-46EF-BF69-598B52E52E24}" srcOrd="0" destOrd="2" presId="urn:microsoft.com/office/officeart/2018/5/layout/CenteredIconLabelDescriptionList"/>
    <dgm:cxn modelId="{7A78DB29-222B-4441-AD42-39E3D66921D1}" type="presOf" srcId="{D83142B1-B7CB-4632-9A5E-A6CF86D94C23}" destId="{3773D8F3-F090-4725-A045-E74287103AE8}" srcOrd="0" destOrd="3" presId="urn:microsoft.com/office/officeart/2018/5/layout/CenteredIconLabelDescriptionList"/>
    <dgm:cxn modelId="{A6738F36-8ECA-4806-9195-52EC6F2BFAC1}" type="presOf" srcId="{36399EE6-B19A-425F-8FD8-C8B7C07269FE}" destId="{106BDFA6-F924-41F2-AB88-436C227FFF55}" srcOrd="0" destOrd="2" presId="urn:microsoft.com/office/officeart/2018/5/layout/CenteredIconLabelDescriptionList"/>
    <dgm:cxn modelId="{3AB51938-7AE6-437A-8E26-B63B24A9D743}" srcId="{7D7E4161-124A-453B-BC26-924F0BB49AE6}" destId="{A6CA868C-4B4B-4085-A636-8F8BC86B464C}" srcOrd="0" destOrd="0" parTransId="{57C0D2EF-305C-4BAA-9263-538C694FAB5C}" sibTransId="{9977FEC1-BD15-4C74-A1BE-4CA4325C4DF2}"/>
    <dgm:cxn modelId="{B8FD0866-77DF-4555-9548-379309D3C950}" type="presOf" srcId="{C3783B06-D1E4-4EE1-B2D0-A74ADCE899EF}" destId="{014D6409-5AA6-40BB-BBFE-C37B2B2714D5}" srcOrd="0" destOrd="0" presId="urn:microsoft.com/office/officeart/2018/5/layout/CenteredIconLabelDescriptionList"/>
    <dgm:cxn modelId="{D6161966-415B-4944-9A1A-713B381CCC67}" srcId="{A6CA868C-4B4B-4085-A636-8F8BC86B464C}" destId="{E6066F22-FF11-4033-A7FF-806911BC3D79}" srcOrd="0" destOrd="0" parTransId="{0B69C25F-804E-44FC-87FF-090323DDDCA4}" sibTransId="{BF34272A-4B88-469D-8292-D7C2733B84A5}"/>
    <dgm:cxn modelId="{8F723D47-D20D-484B-92C0-493DF20E8F9A}" type="presOf" srcId="{7D7E4161-124A-453B-BC26-924F0BB49AE6}" destId="{DBD7FB23-D6F1-4D95-952F-55B8A74E0DED}" srcOrd="0" destOrd="0" presId="urn:microsoft.com/office/officeart/2018/5/layout/CenteredIconLabelDescriptionList"/>
    <dgm:cxn modelId="{A206886B-EDE0-47FE-8C32-FB3716D76890}" type="presOf" srcId="{2C62C9D1-CA07-45FD-891B-E40115D54A20}" destId="{3773D8F3-F090-4725-A045-E74287103AE8}" srcOrd="0" destOrd="1" presId="urn:microsoft.com/office/officeart/2018/5/layout/CenteredIconLabelDescriptionList"/>
    <dgm:cxn modelId="{AA7DB36D-565C-4ED2-9620-725F282B110B}" srcId="{A6CA868C-4B4B-4085-A636-8F8BC86B464C}" destId="{36399EE6-B19A-425F-8FD8-C8B7C07269FE}" srcOrd="2" destOrd="0" parTransId="{E8BF28CD-355B-48BB-83A3-97137FE9DEFC}" sibTransId="{8D08BB65-12E7-4A95-8A7A-D108047B565E}"/>
    <dgm:cxn modelId="{2B814550-07FB-494B-B19D-0C12CCA6E52B}" srcId="{C3783B06-D1E4-4EE1-B2D0-A74ADCE899EF}" destId="{2C62C9D1-CA07-45FD-891B-E40115D54A20}" srcOrd="1" destOrd="0" parTransId="{3F231A90-ADF4-4B5C-8351-05EB7D215244}" sibTransId="{0321C6CE-6465-4BCC-BFBD-01CC495EACC8}"/>
    <dgm:cxn modelId="{FA9FAF50-846C-40D8-AC61-AB54E01788ED}" srcId="{D303F47F-62E3-4CF2-90C2-496B374DEFA8}" destId="{F600A8C0-53A3-4A64-BF6F-F7970DFFD19A}" srcOrd="2" destOrd="0" parTransId="{E3F3D2FA-95F4-4828-81A0-C7349020D2B4}" sibTransId="{936A00E3-9408-4B25-8EE6-300C216FE1B5}"/>
    <dgm:cxn modelId="{68847578-8E0A-4E57-859A-0712A3C2E5E1}" type="presOf" srcId="{3A80991D-12D5-47DD-AEC0-F0CA2C36FCFB}" destId="{106BDFA6-F924-41F2-AB88-436C227FFF55}" srcOrd="0" destOrd="3" presId="urn:microsoft.com/office/officeart/2018/5/layout/CenteredIconLabelDescriptionList"/>
    <dgm:cxn modelId="{8B256084-B3B4-4D82-AD71-CC099836B723}" srcId="{D303F47F-62E3-4CF2-90C2-496B374DEFA8}" destId="{8DAFB680-5FF6-4177-99AA-A323B40FD5EF}" srcOrd="1" destOrd="0" parTransId="{0CD27959-2E1E-4845-857C-C7C0BDFD6F62}" sibTransId="{22795913-E810-4814-8CF4-924173814DE6}"/>
    <dgm:cxn modelId="{2E7E6798-7AFC-4F6B-8498-7F8EA90E2AD8}" type="presOf" srcId="{E07D7E50-F836-40BD-8549-7BD48D315EE8}" destId="{3773D8F3-F090-4725-A045-E74287103AE8}" srcOrd="0" destOrd="0" presId="urn:microsoft.com/office/officeart/2018/5/layout/CenteredIconLabelDescriptionList"/>
    <dgm:cxn modelId="{8FA2C0A2-0A07-47D1-9928-CA27184C6A73}" type="presOf" srcId="{88B120A6-8973-474C-A4A1-38E2F0FD0533}" destId="{09E9F80A-9477-46EF-BF69-598B52E52E24}" srcOrd="0" destOrd="3" presId="urn:microsoft.com/office/officeart/2018/5/layout/CenteredIconLabelDescriptionList"/>
    <dgm:cxn modelId="{B0625DAC-4E18-4AD7-A162-DC282CD3365E}" type="presOf" srcId="{8DAFB680-5FF6-4177-99AA-A323B40FD5EF}" destId="{09E9F80A-9477-46EF-BF69-598B52E52E24}" srcOrd="0" destOrd="1" presId="urn:microsoft.com/office/officeart/2018/5/layout/CenteredIconLabelDescriptionList"/>
    <dgm:cxn modelId="{AEE66AB5-F83A-4E74-B624-E448C5B75354}" srcId="{D303F47F-62E3-4CF2-90C2-496B374DEFA8}" destId="{88B120A6-8973-474C-A4A1-38E2F0FD0533}" srcOrd="3" destOrd="0" parTransId="{D0ECA058-02C8-442C-A23B-1CAEFF71BECC}" sibTransId="{980E3F2B-8EEC-40E4-882A-663F65B278D2}"/>
    <dgm:cxn modelId="{096330BF-9FB8-40F9-AFDA-D42951879BF2}" srcId="{7D7E4161-124A-453B-BC26-924F0BB49AE6}" destId="{D303F47F-62E3-4CF2-90C2-496B374DEFA8}" srcOrd="2" destOrd="0" parTransId="{8A6B12C8-491F-4159-9EE4-784E6EF70DA6}" sibTransId="{91A91814-395D-427E-AFAE-F1BE966F475A}"/>
    <dgm:cxn modelId="{73ABD8C6-F881-4AD9-9CCA-CBD3CC256717}" srcId="{D303F47F-62E3-4CF2-90C2-496B374DEFA8}" destId="{AF81E255-81F8-48DB-9919-1276A916584A}" srcOrd="0" destOrd="0" parTransId="{572DB97C-3EA1-4EF4-9375-0F2E1A3922B8}" sibTransId="{D23F5734-663B-4F1A-BF68-B85A45B6083C}"/>
    <dgm:cxn modelId="{5611A1C7-DB6B-4DBE-80E3-4836334131DF}" srcId="{A6CA868C-4B4B-4085-A636-8F8BC86B464C}" destId="{C7A99447-C163-4686-A565-ACE9E51313A7}" srcOrd="1" destOrd="0" parTransId="{6430F872-C822-439B-83C8-17DAAFA2DE17}" sibTransId="{66ACF5AB-6939-4639-8010-7285BC70751D}"/>
    <dgm:cxn modelId="{07859FCE-3047-4FC2-9A4C-648E359BA47A}" type="presOf" srcId="{E6066F22-FF11-4033-A7FF-806911BC3D79}" destId="{106BDFA6-F924-41F2-AB88-436C227FFF55}" srcOrd="0" destOrd="0" presId="urn:microsoft.com/office/officeart/2018/5/layout/CenteredIconLabelDescriptionList"/>
    <dgm:cxn modelId="{849416D5-611A-401F-87AA-A3EE5A998F17}" type="presOf" srcId="{D303F47F-62E3-4CF2-90C2-496B374DEFA8}" destId="{B1147691-43CF-4708-BACA-96015E139CD6}" srcOrd="0" destOrd="0" presId="urn:microsoft.com/office/officeart/2018/5/layout/CenteredIconLabelDescriptionList"/>
    <dgm:cxn modelId="{DC1163EA-D4F2-40A8-851A-A55964A3C127}" srcId="{A6CA868C-4B4B-4085-A636-8F8BC86B464C}" destId="{3A80991D-12D5-47DD-AEC0-F0CA2C36FCFB}" srcOrd="3" destOrd="0" parTransId="{1555C67F-18FE-4FFB-BB77-49DD36AED519}" sibTransId="{C3B74DE4-47AE-4CE1-AFE4-4DA89146E164}"/>
    <dgm:cxn modelId="{39D856F0-EDE4-4FCF-9919-085C5CEA3791}" srcId="{C3783B06-D1E4-4EE1-B2D0-A74ADCE899EF}" destId="{D83142B1-B7CB-4632-9A5E-A6CF86D94C23}" srcOrd="3" destOrd="0" parTransId="{AA8CE3DC-2AA2-4850-8C05-381DEB16458F}" sibTransId="{2BEBC468-4767-4475-B654-72E1CC71382A}"/>
    <dgm:cxn modelId="{A2F253F3-7C30-46A8-B5DA-12FA777D878D}" type="presOf" srcId="{A6CA868C-4B4B-4085-A636-8F8BC86B464C}" destId="{EB4C13CA-29A8-4CD8-966B-2EF97657069A}" srcOrd="0" destOrd="0" presId="urn:microsoft.com/office/officeart/2018/5/layout/CenteredIconLabelDescriptionList"/>
    <dgm:cxn modelId="{BB8148F6-86C0-47B0-82E5-08620EFC038B}" type="presOf" srcId="{AF81E255-81F8-48DB-9919-1276A916584A}" destId="{09E9F80A-9477-46EF-BF69-598B52E52E24}" srcOrd="0" destOrd="0" presId="urn:microsoft.com/office/officeart/2018/5/layout/CenteredIconLabelDescriptionList"/>
    <dgm:cxn modelId="{601769F6-CB80-48F1-AD64-C9C17DC24818}" type="presOf" srcId="{522B13C3-804B-4EBF-8BBE-3E68C0CD49AD}" destId="{3773D8F3-F090-4725-A045-E74287103AE8}" srcOrd="0" destOrd="2" presId="urn:microsoft.com/office/officeart/2018/5/layout/CenteredIconLabelDescriptionList"/>
    <dgm:cxn modelId="{43B8CDF6-23DE-49A6-8D0C-4D39C6BFC19A}" srcId="{C3783B06-D1E4-4EE1-B2D0-A74ADCE899EF}" destId="{522B13C3-804B-4EBF-8BBE-3E68C0CD49AD}" srcOrd="2" destOrd="0" parTransId="{B32F6A0D-EE02-469B-913C-54B4236D56AA}" sibTransId="{B131A23A-6071-4E7D-9538-4F9770F3A88F}"/>
    <dgm:cxn modelId="{AB789C1F-A06B-42AC-A0F9-72E4331F8D07}" type="presParOf" srcId="{DBD7FB23-D6F1-4D95-952F-55B8A74E0DED}" destId="{69470AB6-D6E9-426B-ABA7-C53386F1B0C9}" srcOrd="0" destOrd="0" presId="urn:microsoft.com/office/officeart/2018/5/layout/CenteredIconLabelDescriptionList"/>
    <dgm:cxn modelId="{CA0340B2-92BE-4740-9447-C3B1E89655F6}" type="presParOf" srcId="{69470AB6-D6E9-426B-ABA7-C53386F1B0C9}" destId="{ED1382F2-56BC-4AA8-93F2-A0D91B9C66AF}" srcOrd="0" destOrd="0" presId="urn:microsoft.com/office/officeart/2018/5/layout/CenteredIconLabelDescriptionList"/>
    <dgm:cxn modelId="{2B6E0F4E-8DDC-4381-963E-A5EAB9919756}" type="presParOf" srcId="{69470AB6-D6E9-426B-ABA7-C53386F1B0C9}" destId="{15BB691D-75DB-402B-9E25-9E871CF29007}" srcOrd="1" destOrd="0" presId="urn:microsoft.com/office/officeart/2018/5/layout/CenteredIconLabelDescriptionList"/>
    <dgm:cxn modelId="{14A27E3F-3997-4CF4-9A28-B19A29607BA3}" type="presParOf" srcId="{69470AB6-D6E9-426B-ABA7-C53386F1B0C9}" destId="{EB4C13CA-29A8-4CD8-966B-2EF97657069A}" srcOrd="2" destOrd="0" presId="urn:microsoft.com/office/officeart/2018/5/layout/CenteredIconLabelDescriptionList"/>
    <dgm:cxn modelId="{4854CB08-46FF-4AE3-87CE-D6FCE9082517}" type="presParOf" srcId="{69470AB6-D6E9-426B-ABA7-C53386F1B0C9}" destId="{6EA3817D-AA4B-42DB-9569-0171C06200AE}" srcOrd="3" destOrd="0" presId="urn:microsoft.com/office/officeart/2018/5/layout/CenteredIconLabelDescriptionList"/>
    <dgm:cxn modelId="{7782FA92-0200-4293-A242-D0DDA17F3ACD}" type="presParOf" srcId="{69470AB6-D6E9-426B-ABA7-C53386F1B0C9}" destId="{106BDFA6-F924-41F2-AB88-436C227FFF55}" srcOrd="4" destOrd="0" presId="urn:microsoft.com/office/officeart/2018/5/layout/CenteredIconLabelDescriptionList"/>
    <dgm:cxn modelId="{9FB1710A-6498-4117-A8F9-B3FCA0924D32}" type="presParOf" srcId="{DBD7FB23-D6F1-4D95-952F-55B8A74E0DED}" destId="{73151DCB-B7AF-4BD2-AA41-00E8EBEEB6F4}" srcOrd="1" destOrd="0" presId="urn:microsoft.com/office/officeart/2018/5/layout/CenteredIconLabelDescriptionList"/>
    <dgm:cxn modelId="{6D555810-348B-4ECD-A9F1-60515D5160AB}" type="presParOf" srcId="{DBD7FB23-D6F1-4D95-952F-55B8A74E0DED}" destId="{E22854B3-5F97-48FD-A512-AFAF130BBBBB}" srcOrd="2" destOrd="0" presId="urn:microsoft.com/office/officeart/2018/5/layout/CenteredIconLabelDescriptionList"/>
    <dgm:cxn modelId="{853BE318-2D52-41A4-9C60-4D29641BF848}" type="presParOf" srcId="{E22854B3-5F97-48FD-A512-AFAF130BBBBB}" destId="{5B02CF6B-9CC4-4957-B753-0D6FBA08FB51}" srcOrd="0" destOrd="0" presId="urn:microsoft.com/office/officeart/2018/5/layout/CenteredIconLabelDescriptionList"/>
    <dgm:cxn modelId="{530A2861-A855-4F13-AAAB-0ABEC877B8A7}" type="presParOf" srcId="{E22854B3-5F97-48FD-A512-AFAF130BBBBB}" destId="{9F84826F-B9B1-443B-AE98-F356FC853E58}" srcOrd="1" destOrd="0" presId="urn:microsoft.com/office/officeart/2018/5/layout/CenteredIconLabelDescriptionList"/>
    <dgm:cxn modelId="{74989554-5217-4A44-97A4-FCEB657CD6BF}" type="presParOf" srcId="{E22854B3-5F97-48FD-A512-AFAF130BBBBB}" destId="{014D6409-5AA6-40BB-BBFE-C37B2B2714D5}" srcOrd="2" destOrd="0" presId="urn:microsoft.com/office/officeart/2018/5/layout/CenteredIconLabelDescriptionList"/>
    <dgm:cxn modelId="{2209A252-3BF7-4DFB-B9A1-9C5AB3C9B20F}" type="presParOf" srcId="{E22854B3-5F97-48FD-A512-AFAF130BBBBB}" destId="{CF7514A1-DF71-42F3-9B71-0FB4514384E3}" srcOrd="3" destOrd="0" presId="urn:microsoft.com/office/officeart/2018/5/layout/CenteredIconLabelDescriptionList"/>
    <dgm:cxn modelId="{8F433001-890E-4E0C-952A-B43FCCF90D27}" type="presParOf" srcId="{E22854B3-5F97-48FD-A512-AFAF130BBBBB}" destId="{3773D8F3-F090-4725-A045-E74287103AE8}" srcOrd="4" destOrd="0" presId="urn:microsoft.com/office/officeart/2018/5/layout/CenteredIconLabelDescriptionList"/>
    <dgm:cxn modelId="{FF243275-A4FA-4FB1-945D-7A15F1640BFF}" type="presParOf" srcId="{DBD7FB23-D6F1-4D95-952F-55B8A74E0DED}" destId="{E02B0C8B-A792-4E8E-9086-8F683ED8DC08}" srcOrd="3" destOrd="0" presId="urn:microsoft.com/office/officeart/2018/5/layout/CenteredIconLabelDescriptionList"/>
    <dgm:cxn modelId="{3E2857CC-F9A9-4F36-90C7-954DF3DD5379}" type="presParOf" srcId="{DBD7FB23-D6F1-4D95-952F-55B8A74E0DED}" destId="{79E6A177-3FCE-4B73-BDAF-FFD9F0E2CE2A}" srcOrd="4" destOrd="0" presId="urn:microsoft.com/office/officeart/2018/5/layout/CenteredIconLabelDescriptionList"/>
    <dgm:cxn modelId="{7B83882F-D53C-4FD4-9413-D7388F8A2972}" type="presParOf" srcId="{79E6A177-3FCE-4B73-BDAF-FFD9F0E2CE2A}" destId="{E2E3AD95-0000-4353-9990-275EFF46D509}" srcOrd="0" destOrd="0" presId="urn:microsoft.com/office/officeart/2018/5/layout/CenteredIconLabelDescriptionList"/>
    <dgm:cxn modelId="{EDEC8CAF-53BC-49E2-A55D-EDDC303BABE1}" type="presParOf" srcId="{79E6A177-3FCE-4B73-BDAF-FFD9F0E2CE2A}" destId="{4C32317C-E075-4C8F-B800-6D2A438B363D}" srcOrd="1" destOrd="0" presId="urn:microsoft.com/office/officeart/2018/5/layout/CenteredIconLabelDescriptionList"/>
    <dgm:cxn modelId="{133EFF5F-73A3-47E0-83AE-980165A74DF5}" type="presParOf" srcId="{79E6A177-3FCE-4B73-BDAF-FFD9F0E2CE2A}" destId="{B1147691-43CF-4708-BACA-96015E139CD6}" srcOrd="2" destOrd="0" presId="urn:microsoft.com/office/officeart/2018/5/layout/CenteredIconLabelDescriptionList"/>
    <dgm:cxn modelId="{7CD3E2D9-7F09-4516-8AEC-5F721C4FFCDA}" type="presParOf" srcId="{79E6A177-3FCE-4B73-BDAF-FFD9F0E2CE2A}" destId="{57DF903B-A4D7-4A3C-85D0-39024E639F50}" srcOrd="3" destOrd="0" presId="urn:microsoft.com/office/officeart/2018/5/layout/CenteredIconLabelDescriptionList"/>
    <dgm:cxn modelId="{34092DD1-0925-43C4-B22E-F62751F83F4A}" type="presParOf" srcId="{79E6A177-3FCE-4B73-BDAF-FFD9F0E2CE2A}" destId="{09E9F80A-9477-46EF-BF69-598B52E52E2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2.xml><?xml version="1.0" encoding="utf-8"?>
<dgm:dataModel xmlns:dgm="http://schemas.openxmlformats.org/drawingml/2006/diagram" xmlns:a="http://schemas.openxmlformats.org/drawingml/2006/main">
  <dgm:ptLst>
    <dgm:pt modelId="{7B0D1208-D090-4B75-9264-4A53E4271632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718AF471-CD62-4744-935E-7A33DC8266B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Fairly distribution of the rewards</a:t>
          </a:r>
          <a:endParaRPr lang="en-US"/>
        </a:p>
      </dgm:t>
    </dgm:pt>
    <dgm:pt modelId="{50065D68-136C-4E88-BC7C-144D5AF74350}" type="parTrans" cxnId="{DCE8F1DC-A03A-44E8-A571-A9ACF09EA50E}">
      <dgm:prSet/>
      <dgm:spPr/>
      <dgm:t>
        <a:bodyPr/>
        <a:lstStyle/>
        <a:p>
          <a:endParaRPr lang="en-US"/>
        </a:p>
      </dgm:t>
    </dgm:pt>
    <dgm:pt modelId="{1988BC76-59E2-44CD-A77B-19688F52DCD9}" type="sibTrans" cxnId="{DCE8F1DC-A03A-44E8-A571-A9ACF09EA50E}">
      <dgm:prSet/>
      <dgm:spPr/>
      <dgm:t>
        <a:bodyPr/>
        <a:lstStyle/>
        <a:p>
          <a:endParaRPr lang="en-US"/>
        </a:p>
      </dgm:t>
    </dgm:pt>
    <dgm:pt modelId="{81D3B684-3794-4F21-91F5-9FC0EED631C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use bitcoin’s</a:t>
          </a:r>
          <a:r>
            <a:rPr lang="tr-TR"/>
            <a:t> </a:t>
          </a:r>
          <a:r>
            <a:rPr lang="en-US"/>
            <a:t>Proof-of-Work algorithm </a:t>
          </a:r>
        </a:p>
      </dgm:t>
    </dgm:pt>
    <dgm:pt modelId="{97BB525F-6645-455E-9E8D-B7B156CDA275}" type="parTrans" cxnId="{AF870122-F1D7-4B0A-A672-A1136219F6F9}">
      <dgm:prSet/>
      <dgm:spPr/>
      <dgm:t>
        <a:bodyPr/>
        <a:lstStyle/>
        <a:p>
          <a:endParaRPr lang="en-US"/>
        </a:p>
      </dgm:t>
    </dgm:pt>
    <dgm:pt modelId="{8268D974-ACCE-478E-99B1-9524E3689B81}" type="sibTrans" cxnId="{AF870122-F1D7-4B0A-A672-A1136219F6F9}">
      <dgm:prSet/>
      <dgm:spPr/>
      <dgm:t>
        <a:bodyPr/>
        <a:lstStyle/>
        <a:p>
          <a:endParaRPr lang="en-US"/>
        </a:p>
      </dgm:t>
    </dgm:pt>
    <dgm:pt modelId="{97947A12-20B5-4F91-B6FD-F48A490742B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measure each pool miner’s contribution, </a:t>
          </a:r>
        </a:p>
      </dgm:t>
    </dgm:pt>
    <dgm:pt modelId="{0E1103A1-2C6E-4F51-8871-1FC14F9F4772}" type="parTrans" cxnId="{EB414947-CB23-4B20-9E1C-A7004F87EB22}">
      <dgm:prSet/>
      <dgm:spPr/>
      <dgm:t>
        <a:bodyPr/>
        <a:lstStyle/>
        <a:p>
          <a:endParaRPr lang="en-US"/>
        </a:p>
      </dgm:t>
    </dgm:pt>
    <dgm:pt modelId="{8D6051FF-1822-4758-92E3-43E0E5212678}" type="sibTrans" cxnId="{EB414947-CB23-4B20-9E1C-A7004F87EB22}">
      <dgm:prSet/>
      <dgm:spPr/>
      <dgm:t>
        <a:bodyPr/>
        <a:lstStyle/>
        <a:p>
          <a:endParaRPr lang="en-US"/>
        </a:p>
      </dgm:t>
    </dgm:pt>
    <dgm:pt modelId="{A14A84F8-A77D-4267-A913-41C82B85836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set at</a:t>
          </a:r>
          <a:r>
            <a:rPr lang="tr-TR"/>
            <a:t> </a:t>
          </a:r>
          <a:r>
            <a:rPr lang="en-US"/>
            <a:t>a lower difficulty </a:t>
          </a:r>
        </a:p>
      </dgm:t>
    </dgm:pt>
    <dgm:pt modelId="{EEE23AEE-2029-4BC2-89A1-5B50CA03F3F8}" type="parTrans" cxnId="{BF0A5730-EE29-4185-8F9B-F03F0B484300}">
      <dgm:prSet/>
      <dgm:spPr/>
      <dgm:t>
        <a:bodyPr/>
        <a:lstStyle/>
        <a:p>
          <a:endParaRPr lang="en-US"/>
        </a:p>
      </dgm:t>
    </dgm:pt>
    <dgm:pt modelId="{25EF1979-A87D-4D01-BAFE-C61129A57476}" type="sibTrans" cxnId="{BF0A5730-EE29-4185-8F9B-F03F0B484300}">
      <dgm:prSet/>
      <dgm:spPr/>
      <dgm:t>
        <a:bodyPr/>
        <a:lstStyle/>
        <a:p>
          <a:endParaRPr lang="en-US"/>
        </a:p>
      </dgm:t>
    </dgm:pt>
    <dgm:pt modelId="{82AECC4B-9543-46B5-9942-A8097B8393C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so that even the smallest pool miners win a share frequently enough</a:t>
          </a:r>
        </a:p>
      </dgm:t>
    </dgm:pt>
    <dgm:pt modelId="{594BF81F-C7CB-49E6-A64C-B853A28D1457}" type="parTrans" cxnId="{0D63A319-6C87-4647-8291-39388DBC6C1A}">
      <dgm:prSet/>
      <dgm:spPr/>
      <dgm:t>
        <a:bodyPr/>
        <a:lstStyle/>
        <a:p>
          <a:endParaRPr lang="en-US"/>
        </a:p>
      </dgm:t>
    </dgm:pt>
    <dgm:pt modelId="{7BFF5D04-9176-45D1-85F8-2F4EFCE1DC3B}" type="sibTrans" cxnId="{0D63A319-6C87-4647-8291-39388DBC6C1A}">
      <dgm:prSet/>
      <dgm:spPr/>
      <dgm:t>
        <a:bodyPr/>
        <a:lstStyle/>
        <a:p>
          <a:endParaRPr lang="en-US"/>
        </a:p>
      </dgm:t>
    </dgm:pt>
    <dgm:pt modelId="{6F23546D-90F3-4C04-877C-4159600A373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make it worthwhile to contribute to the pool</a:t>
          </a:r>
        </a:p>
      </dgm:t>
    </dgm:pt>
    <dgm:pt modelId="{9C5187FD-C184-4A76-8C05-B93D4C07D574}" type="parTrans" cxnId="{21C70915-D3FE-4994-8A8A-165B27248DEB}">
      <dgm:prSet/>
      <dgm:spPr/>
      <dgm:t>
        <a:bodyPr/>
        <a:lstStyle/>
        <a:p>
          <a:endParaRPr lang="en-US"/>
        </a:p>
      </dgm:t>
    </dgm:pt>
    <dgm:pt modelId="{36283B4C-1F26-45AE-852B-2D1D3B201F5F}" type="sibTrans" cxnId="{21C70915-D3FE-4994-8A8A-165B27248DEB}">
      <dgm:prSet/>
      <dgm:spPr/>
      <dgm:t>
        <a:bodyPr/>
        <a:lstStyle/>
        <a:p>
          <a:endParaRPr lang="en-US"/>
        </a:p>
      </dgm:t>
    </dgm:pt>
    <dgm:pt modelId="{38843716-360B-4CE4-BB10-839018F8B4DD}" type="pres">
      <dgm:prSet presAssocID="{7B0D1208-D090-4B75-9264-4A53E4271632}" presName="root" presStyleCnt="0">
        <dgm:presLayoutVars>
          <dgm:dir/>
          <dgm:resizeHandles val="exact"/>
        </dgm:presLayoutVars>
      </dgm:prSet>
      <dgm:spPr/>
    </dgm:pt>
    <dgm:pt modelId="{2AA34813-0757-4CF0-9B3C-9B0BA88912CA}" type="pres">
      <dgm:prSet presAssocID="{718AF471-CD62-4744-935E-7A33DC8266B6}" presName="compNode" presStyleCnt="0"/>
      <dgm:spPr/>
    </dgm:pt>
    <dgm:pt modelId="{DBAD29B8-7011-4737-8757-06AAC02C457B}" type="pres">
      <dgm:prSet presAssocID="{718AF471-CD62-4744-935E-7A33DC8266B6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BFF1A17A-5631-455A-BE48-296DD66C48D1}" type="pres">
      <dgm:prSet presAssocID="{718AF471-CD62-4744-935E-7A33DC8266B6}" presName="iconSpace" presStyleCnt="0"/>
      <dgm:spPr/>
    </dgm:pt>
    <dgm:pt modelId="{3985E180-5D36-4A56-804E-CDD19945942A}" type="pres">
      <dgm:prSet presAssocID="{718AF471-CD62-4744-935E-7A33DC8266B6}" presName="parTx" presStyleLbl="revTx" presStyleIdx="0" presStyleCnt="4">
        <dgm:presLayoutVars>
          <dgm:chMax val="0"/>
          <dgm:chPref val="0"/>
        </dgm:presLayoutVars>
      </dgm:prSet>
      <dgm:spPr/>
    </dgm:pt>
    <dgm:pt modelId="{AAB5DADC-959C-4044-8256-64DD18F453D5}" type="pres">
      <dgm:prSet presAssocID="{718AF471-CD62-4744-935E-7A33DC8266B6}" presName="txSpace" presStyleCnt="0"/>
      <dgm:spPr/>
    </dgm:pt>
    <dgm:pt modelId="{4F213C87-2F28-47A3-8374-7DDFF7229415}" type="pres">
      <dgm:prSet presAssocID="{718AF471-CD62-4744-935E-7A33DC8266B6}" presName="desTx" presStyleLbl="revTx" presStyleIdx="1" presStyleCnt="4">
        <dgm:presLayoutVars/>
      </dgm:prSet>
      <dgm:spPr/>
    </dgm:pt>
    <dgm:pt modelId="{45FB7985-6BD9-40F0-B638-37E5E4A732FC}" type="pres">
      <dgm:prSet presAssocID="{1988BC76-59E2-44CD-A77B-19688F52DCD9}" presName="sibTrans" presStyleCnt="0"/>
      <dgm:spPr/>
    </dgm:pt>
    <dgm:pt modelId="{0D15E851-5394-4664-ACC6-FD13F61A34B5}" type="pres">
      <dgm:prSet presAssocID="{A14A84F8-A77D-4267-A913-41C82B858361}" presName="compNode" presStyleCnt="0"/>
      <dgm:spPr/>
    </dgm:pt>
    <dgm:pt modelId="{46903F0C-DE1E-456B-B716-A4AF07B444AF}" type="pres">
      <dgm:prSet presAssocID="{A14A84F8-A77D-4267-A913-41C82B858361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ar"/>
        </a:ext>
      </dgm:extLst>
    </dgm:pt>
    <dgm:pt modelId="{0A1BE8E3-A177-4538-A417-50277C84794F}" type="pres">
      <dgm:prSet presAssocID="{A14A84F8-A77D-4267-A913-41C82B858361}" presName="iconSpace" presStyleCnt="0"/>
      <dgm:spPr/>
    </dgm:pt>
    <dgm:pt modelId="{793BBF0A-8A46-4275-87FC-047075B5D9B8}" type="pres">
      <dgm:prSet presAssocID="{A14A84F8-A77D-4267-A913-41C82B858361}" presName="parTx" presStyleLbl="revTx" presStyleIdx="2" presStyleCnt="4">
        <dgm:presLayoutVars>
          <dgm:chMax val="0"/>
          <dgm:chPref val="0"/>
        </dgm:presLayoutVars>
      </dgm:prSet>
      <dgm:spPr/>
    </dgm:pt>
    <dgm:pt modelId="{EDCC137F-356F-4C4A-B5BA-75D650A4CA06}" type="pres">
      <dgm:prSet presAssocID="{A14A84F8-A77D-4267-A913-41C82B858361}" presName="txSpace" presStyleCnt="0"/>
      <dgm:spPr/>
    </dgm:pt>
    <dgm:pt modelId="{C775C4CF-927C-40DF-9448-7E4B69F03B6E}" type="pres">
      <dgm:prSet presAssocID="{A14A84F8-A77D-4267-A913-41C82B858361}" presName="desTx" presStyleLbl="revTx" presStyleIdx="3" presStyleCnt="4">
        <dgm:presLayoutVars/>
      </dgm:prSet>
      <dgm:spPr/>
    </dgm:pt>
  </dgm:ptLst>
  <dgm:cxnLst>
    <dgm:cxn modelId="{6A619514-4E20-405A-8040-4BF5DE42F496}" type="presOf" srcId="{6F23546D-90F3-4C04-877C-4159600A3734}" destId="{C775C4CF-927C-40DF-9448-7E4B69F03B6E}" srcOrd="0" destOrd="1" presId="urn:microsoft.com/office/officeart/2018/5/layout/CenteredIconLabelDescriptionList"/>
    <dgm:cxn modelId="{21C70915-D3FE-4994-8A8A-165B27248DEB}" srcId="{A14A84F8-A77D-4267-A913-41C82B858361}" destId="{6F23546D-90F3-4C04-877C-4159600A3734}" srcOrd="1" destOrd="0" parTransId="{9C5187FD-C184-4A76-8C05-B93D4C07D574}" sibTransId="{36283B4C-1F26-45AE-852B-2D1D3B201F5F}"/>
    <dgm:cxn modelId="{0D63A319-6C87-4647-8291-39388DBC6C1A}" srcId="{A14A84F8-A77D-4267-A913-41C82B858361}" destId="{82AECC4B-9543-46B5-9942-A8097B8393C7}" srcOrd="0" destOrd="0" parTransId="{594BF81F-C7CB-49E6-A64C-B853A28D1457}" sibTransId="{7BFF5D04-9176-45D1-85F8-2F4EFCE1DC3B}"/>
    <dgm:cxn modelId="{AF870122-F1D7-4B0A-A672-A1136219F6F9}" srcId="{718AF471-CD62-4744-935E-7A33DC8266B6}" destId="{81D3B684-3794-4F21-91F5-9FC0EED631CE}" srcOrd="0" destOrd="0" parTransId="{97BB525F-6645-455E-9E8D-B7B156CDA275}" sibTransId="{8268D974-ACCE-478E-99B1-9524E3689B81}"/>
    <dgm:cxn modelId="{BF0A5730-EE29-4185-8F9B-F03F0B484300}" srcId="{7B0D1208-D090-4B75-9264-4A53E4271632}" destId="{A14A84F8-A77D-4267-A913-41C82B858361}" srcOrd="1" destOrd="0" parTransId="{EEE23AEE-2029-4BC2-89A1-5B50CA03F3F8}" sibTransId="{25EF1979-A87D-4D01-BAFE-C61129A57476}"/>
    <dgm:cxn modelId="{EB414947-CB23-4B20-9E1C-A7004F87EB22}" srcId="{718AF471-CD62-4744-935E-7A33DC8266B6}" destId="{97947A12-20B5-4F91-B6FD-F48A490742BD}" srcOrd="1" destOrd="0" parTransId="{0E1103A1-2C6E-4F51-8871-1FC14F9F4772}" sibTransId="{8D6051FF-1822-4758-92E3-43E0E5212678}"/>
    <dgm:cxn modelId="{6E78744A-B6AC-4641-A70B-6D761F8387B7}" type="presOf" srcId="{97947A12-20B5-4F91-B6FD-F48A490742BD}" destId="{4F213C87-2F28-47A3-8374-7DDFF7229415}" srcOrd="0" destOrd="1" presId="urn:microsoft.com/office/officeart/2018/5/layout/CenteredIconLabelDescriptionList"/>
    <dgm:cxn modelId="{CA80ED52-B42A-468A-B503-0BC4E117571D}" type="presOf" srcId="{82AECC4B-9543-46B5-9942-A8097B8393C7}" destId="{C775C4CF-927C-40DF-9448-7E4B69F03B6E}" srcOrd="0" destOrd="0" presId="urn:microsoft.com/office/officeart/2018/5/layout/CenteredIconLabelDescriptionList"/>
    <dgm:cxn modelId="{CBB6C073-2F14-4041-B064-DC4873E05D24}" type="presOf" srcId="{A14A84F8-A77D-4267-A913-41C82B858361}" destId="{793BBF0A-8A46-4275-87FC-047075B5D9B8}" srcOrd="0" destOrd="0" presId="urn:microsoft.com/office/officeart/2018/5/layout/CenteredIconLabelDescriptionList"/>
    <dgm:cxn modelId="{81439F54-5127-41FA-9AE9-6B766D897E95}" type="presOf" srcId="{718AF471-CD62-4744-935E-7A33DC8266B6}" destId="{3985E180-5D36-4A56-804E-CDD19945942A}" srcOrd="0" destOrd="0" presId="urn:microsoft.com/office/officeart/2018/5/layout/CenteredIconLabelDescriptionList"/>
    <dgm:cxn modelId="{F4DD39AE-77C7-45CA-B584-2BD6468B5D25}" type="presOf" srcId="{7B0D1208-D090-4B75-9264-4A53E4271632}" destId="{38843716-360B-4CE4-BB10-839018F8B4DD}" srcOrd="0" destOrd="0" presId="urn:microsoft.com/office/officeart/2018/5/layout/CenteredIconLabelDescriptionList"/>
    <dgm:cxn modelId="{DCE8F1DC-A03A-44E8-A571-A9ACF09EA50E}" srcId="{7B0D1208-D090-4B75-9264-4A53E4271632}" destId="{718AF471-CD62-4744-935E-7A33DC8266B6}" srcOrd="0" destOrd="0" parTransId="{50065D68-136C-4E88-BC7C-144D5AF74350}" sibTransId="{1988BC76-59E2-44CD-A77B-19688F52DCD9}"/>
    <dgm:cxn modelId="{6E8BCFF7-BB33-4426-BE56-10DD5F4EBCB4}" type="presOf" srcId="{81D3B684-3794-4F21-91F5-9FC0EED631CE}" destId="{4F213C87-2F28-47A3-8374-7DDFF7229415}" srcOrd="0" destOrd="0" presId="urn:microsoft.com/office/officeart/2018/5/layout/CenteredIconLabelDescriptionList"/>
    <dgm:cxn modelId="{87BE80D3-A3CD-4CBA-B917-A988CA0E3AFD}" type="presParOf" srcId="{38843716-360B-4CE4-BB10-839018F8B4DD}" destId="{2AA34813-0757-4CF0-9B3C-9B0BA88912CA}" srcOrd="0" destOrd="0" presId="urn:microsoft.com/office/officeart/2018/5/layout/CenteredIconLabelDescriptionList"/>
    <dgm:cxn modelId="{6ED48E94-23CA-4F1E-9CFA-FDD70C5BFD6A}" type="presParOf" srcId="{2AA34813-0757-4CF0-9B3C-9B0BA88912CA}" destId="{DBAD29B8-7011-4737-8757-06AAC02C457B}" srcOrd="0" destOrd="0" presId="urn:microsoft.com/office/officeart/2018/5/layout/CenteredIconLabelDescriptionList"/>
    <dgm:cxn modelId="{1FA6B79D-C858-430E-9B86-9F02975BA889}" type="presParOf" srcId="{2AA34813-0757-4CF0-9B3C-9B0BA88912CA}" destId="{BFF1A17A-5631-455A-BE48-296DD66C48D1}" srcOrd="1" destOrd="0" presId="urn:microsoft.com/office/officeart/2018/5/layout/CenteredIconLabelDescriptionList"/>
    <dgm:cxn modelId="{96226DCA-EF00-4AF8-B238-67E4D1C5175D}" type="presParOf" srcId="{2AA34813-0757-4CF0-9B3C-9B0BA88912CA}" destId="{3985E180-5D36-4A56-804E-CDD19945942A}" srcOrd="2" destOrd="0" presId="urn:microsoft.com/office/officeart/2018/5/layout/CenteredIconLabelDescriptionList"/>
    <dgm:cxn modelId="{2D7438EF-72AB-4CBA-9CD3-7F5DE00CFBD0}" type="presParOf" srcId="{2AA34813-0757-4CF0-9B3C-9B0BA88912CA}" destId="{AAB5DADC-959C-4044-8256-64DD18F453D5}" srcOrd="3" destOrd="0" presId="urn:microsoft.com/office/officeart/2018/5/layout/CenteredIconLabelDescriptionList"/>
    <dgm:cxn modelId="{9822F9DE-FA77-47B1-A634-BFECD1C9723F}" type="presParOf" srcId="{2AA34813-0757-4CF0-9B3C-9B0BA88912CA}" destId="{4F213C87-2F28-47A3-8374-7DDFF7229415}" srcOrd="4" destOrd="0" presId="urn:microsoft.com/office/officeart/2018/5/layout/CenteredIconLabelDescriptionList"/>
    <dgm:cxn modelId="{FEA668EE-2B19-4356-84DB-A9AFEAD7D547}" type="presParOf" srcId="{38843716-360B-4CE4-BB10-839018F8B4DD}" destId="{45FB7985-6BD9-40F0-B638-37E5E4A732FC}" srcOrd="1" destOrd="0" presId="urn:microsoft.com/office/officeart/2018/5/layout/CenteredIconLabelDescriptionList"/>
    <dgm:cxn modelId="{DCAA9CAD-EE75-4795-8E29-61F0A771C9AB}" type="presParOf" srcId="{38843716-360B-4CE4-BB10-839018F8B4DD}" destId="{0D15E851-5394-4664-ACC6-FD13F61A34B5}" srcOrd="2" destOrd="0" presId="urn:microsoft.com/office/officeart/2018/5/layout/CenteredIconLabelDescriptionList"/>
    <dgm:cxn modelId="{078F2792-1D18-4442-9A1D-EB3E6C395E8E}" type="presParOf" srcId="{0D15E851-5394-4664-ACC6-FD13F61A34B5}" destId="{46903F0C-DE1E-456B-B716-A4AF07B444AF}" srcOrd="0" destOrd="0" presId="urn:microsoft.com/office/officeart/2018/5/layout/CenteredIconLabelDescriptionList"/>
    <dgm:cxn modelId="{B8C53622-EAB3-4495-B381-DFADF6BC00E1}" type="presParOf" srcId="{0D15E851-5394-4664-ACC6-FD13F61A34B5}" destId="{0A1BE8E3-A177-4538-A417-50277C84794F}" srcOrd="1" destOrd="0" presId="urn:microsoft.com/office/officeart/2018/5/layout/CenteredIconLabelDescriptionList"/>
    <dgm:cxn modelId="{983A7CE3-63BD-4825-B96E-E267EF638236}" type="presParOf" srcId="{0D15E851-5394-4664-ACC6-FD13F61A34B5}" destId="{793BBF0A-8A46-4275-87FC-047075B5D9B8}" srcOrd="2" destOrd="0" presId="urn:microsoft.com/office/officeart/2018/5/layout/CenteredIconLabelDescriptionList"/>
    <dgm:cxn modelId="{D459D880-0C22-4B95-ABA5-3A4D02FFF783}" type="presParOf" srcId="{0D15E851-5394-4664-ACC6-FD13F61A34B5}" destId="{EDCC137F-356F-4C4A-B5BA-75D650A4CA06}" srcOrd="3" destOrd="0" presId="urn:microsoft.com/office/officeart/2018/5/layout/CenteredIconLabelDescriptionList"/>
    <dgm:cxn modelId="{85014156-8C48-4E4A-A26D-BA0A47A4E7E7}" type="presParOf" srcId="{0D15E851-5394-4664-ACC6-FD13F61A34B5}" destId="{C775C4CF-927C-40DF-9448-7E4B69F03B6E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3.xml><?xml version="1.0" encoding="utf-8"?>
<dgm:dataModel xmlns:dgm="http://schemas.openxmlformats.org/drawingml/2006/diagram" xmlns:a="http://schemas.openxmlformats.org/drawingml/2006/main">
  <dgm:ptLst>
    <dgm:pt modelId="{7B0D1208-D090-4B75-9264-4A53E4271632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718AF471-CD62-4744-935E-7A33DC8266B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Fairly distribution of the rewards</a:t>
          </a:r>
          <a:endParaRPr lang="en-US"/>
        </a:p>
      </dgm:t>
    </dgm:pt>
    <dgm:pt modelId="{50065D68-136C-4E88-BC7C-144D5AF74350}" type="parTrans" cxnId="{DCE8F1DC-A03A-44E8-A571-A9ACF09EA50E}">
      <dgm:prSet/>
      <dgm:spPr/>
      <dgm:t>
        <a:bodyPr/>
        <a:lstStyle/>
        <a:p>
          <a:endParaRPr lang="en-US"/>
        </a:p>
      </dgm:t>
    </dgm:pt>
    <dgm:pt modelId="{1988BC76-59E2-44CD-A77B-19688F52DCD9}" type="sibTrans" cxnId="{DCE8F1DC-A03A-44E8-A571-A9ACF09EA50E}">
      <dgm:prSet/>
      <dgm:spPr/>
      <dgm:t>
        <a:bodyPr/>
        <a:lstStyle/>
        <a:p>
          <a:endParaRPr lang="en-US"/>
        </a:p>
      </dgm:t>
    </dgm:pt>
    <dgm:pt modelId="{81D3B684-3794-4F21-91F5-9FC0EED631C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use bitcoin’s</a:t>
          </a:r>
          <a:r>
            <a:rPr lang="tr-TR"/>
            <a:t> </a:t>
          </a:r>
          <a:r>
            <a:rPr lang="en-US"/>
            <a:t>Proof-of-Work algorithm </a:t>
          </a:r>
        </a:p>
      </dgm:t>
    </dgm:pt>
    <dgm:pt modelId="{97BB525F-6645-455E-9E8D-B7B156CDA275}" type="parTrans" cxnId="{AF870122-F1D7-4B0A-A672-A1136219F6F9}">
      <dgm:prSet/>
      <dgm:spPr/>
      <dgm:t>
        <a:bodyPr/>
        <a:lstStyle/>
        <a:p>
          <a:endParaRPr lang="en-US"/>
        </a:p>
      </dgm:t>
    </dgm:pt>
    <dgm:pt modelId="{8268D974-ACCE-478E-99B1-9524E3689B81}" type="sibTrans" cxnId="{AF870122-F1D7-4B0A-A672-A1136219F6F9}">
      <dgm:prSet/>
      <dgm:spPr/>
      <dgm:t>
        <a:bodyPr/>
        <a:lstStyle/>
        <a:p>
          <a:endParaRPr lang="en-US"/>
        </a:p>
      </dgm:t>
    </dgm:pt>
    <dgm:pt modelId="{97947A12-20B5-4F91-B6FD-F48A490742B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measure each pool miner’s contribution, </a:t>
          </a:r>
        </a:p>
      </dgm:t>
    </dgm:pt>
    <dgm:pt modelId="{0E1103A1-2C6E-4F51-8871-1FC14F9F4772}" type="parTrans" cxnId="{EB414947-CB23-4B20-9E1C-A7004F87EB22}">
      <dgm:prSet/>
      <dgm:spPr/>
      <dgm:t>
        <a:bodyPr/>
        <a:lstStyle/>
        <a:p>
          <a:endParaRPr lang="en-US"/>
        </a:p>
      </dgm:t>
    </dgm:pt>
    <dgm:pt modelId="{8D6051FF-1822-4758-92E3-43E0E5212678}" type="sibTrans" cxnId="{EB414947-CB23-4B20-9E1C-A7004F87EB22}">
      <dgm:prSet/>
      <dgm:spPr/>
      <dgm:t>
        <a:bodyPr/>
        <a:lstStyle/>
        <a:p>
          <a:endParaRPr lang="en-US"/>
        </a:p>
      </dgm:t>
    </dgm:pt>
    <dgm:pt modelId="{A14A84F8-A77D-4267-A913-41C82B85836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set at</a:t>
          </a:r>
          <a:r>
            <a:rPr lang="tr-TR"/>
            <a:t> </a:t>
          </a:r>
          <a:r>
            <a:rPr lang="en-US"/>
            <a:t>a lower difficulty </a:t>
          </a:r>
        </a:p>
      </dgm:t>
    </dgm:pt>
    <dgm:pt modelId="{EEE23AEE-2029-4BC2-89A1-5B50CA03F3F8}" type="parTrans" cxnId="{BF0A5730-EE29-4185-8F9B-F03F0B484300}">
      <dgm:prSet/>
      <dgm:spPr/>
      <dgm:t>
        <a:bodyPr/>
        <a:lstStyle/>
        <a:p>
          <a:endParaRPr lang="en-US"/>
        </a:p>
      </dgm:t>
    </dgm:pt>
    <dgm:pt modelId="{25EF1979-A87D-4D01-BAFE-C61129A57476}" type="sibTrans" cxnId="{BF0A5730-EE29-4185-8F9B-F03F0B484300}">
      <dgm:prSet/>
      <dgm:spPr/>
      <dgm:t>
        <a:bodyPr/>
        <a:lstStyle/>
        <a:p>
          <a:endParaRPr lang="en-US"/>
        </a:p>
      </dgm:t>
    </dgm:pt>
    <dgm:pt modelId="{82AECC4B-9543-46B5-9942-A8097B8393C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so that even the smallest pool miners win a share frequently enough</a:t>
          </a:r>
        </a:p>
      </dgm:t>
    </dgm:pt>
    <dgm:pt modelId="{594BF81F-C7CB-49E6-A64C-B853A28D1457}" type="parTrans" cxnId="{0D63A319-6C87-4647-8291-39388DBC6C1A}">
      <dgm:prSet/>
      <dgm:spPr/>
      <dgm:t>
        <a:bodyPr/>
        <a:lstStyle/>
        <a:p>
          <a:endParaRPr lang="en-US"/>
        </a:p>
      </dgm:t>
    </dgm:pt>
    <dgm:pt modelId="{7BFF5D04-9176-45D1-85F8-2F4EFCE1DC3B}" type="sibTrans" cxnId="{0D63A319-6C87-4647-8291-39388DBC6C1A}">
      <dgm:prSet/>
      <dgm:spPr/>
      <dgm:t>
        <a:bodyPr/>
        <a:lstStyle/>
        <a:p>
          <a:endParaRPr lang="en-US"/>
        </a:p>
      </dgm:t>
    </dgm:pt>
    <dgm:pt modelId="{6F23546D-90F3-4C04-877C-4159600A373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make it worthwhile to contribute to the pool</a:t>
          </a:r>
        </a:p>
      </dgm:t>
    </dgm:pt>
    <dgm:pt modelId="{9C5187FD-C184-4A76-8C05-B93D4C07D574}" type="parTrans" cxnId="{21C70915-D3FE-4994-8A8A-165B27248DEB}">
      <dgm:prSet/>
      <dgm:spPr/>
      <dgm:t>
        <a:bodyPr/>
        <a:lstStyle/>
        <a:p>
          <a:endParaRPr lang="en-US"/>
        </a:p>
      </dgm:t>
    </dgm:pt>
    <dgm:pt modelId="{36283B4C-1F26-45AE-852B-2D1D3B201F5F}" type="sibTrans" cxnId="{21C70915-D3FE-4994-8A8A-165B27248DEB}">
      <dgm:prSet/>
      <dgm:spPr/>
      <dgm:t>
        <a:bodyPr/>
        <a:lstStyle/>
        <a:p>
          <a:endParaRPr lang="en-US"/>
        </a:p>
      </dgm:t>
    </dgm:pt>
    <dgm:pt modelId="{34684D77-1890-46CC-AB1D-F80DAADF2541}" type="pres">
      <dgm:prSet presAssocID="{7B0D1208-D090-4B75-9264-4A53E4271632}" presName="root" presStyleCnt="0">
        <dgm:presLayoutVars>
          <dgm:dir/>
          <dgm:resizeHandles val="exact"/>
        </dgm:presLayoutVars>
      </dgm:prSet>
      <dgm:spPr/>
    </dgm:pt>
    <dgm:pt modelId="{2BBFC1F1-9058-4B72-A759-C6AE8D5100D8}" type="pres">
      <dgm:prSet presAssocID="{718AF471-CD62-4744-935E-7A33DC8266B6}" presName="compNode" presStyleCnt="0"/>
      <dgm:spPr/>
    </dgm:pt>
    <dgm:pt modelId="{F13FF3BD-BCD3-4D1C-90F3-B3268820EC4F}" type="pres">
      <dgm:prSet presAssocID="{718AF471-CD62-4744-935E-7A33DC8266B6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CEB51505-2E27-4519-9AAB-441548897D6B}" type="pres">
      <dgm:prSet presAssocID="{718AF471-CD62-4744-935E-7A33DC8266B6}" presName="iconSpace" presStyleCnt="0"/>
      <dgm:spPr/>
    </dgm:pt>
    <dgm:pt modelId="{40BD97F1-3B63-41CC-BF9F-C5B355DE8F91}" type="pres">
      <dgm:prSet presAssocID="{718AF471-CD62-4744-935E-7A33DC8266B6}" presName="parTx" presStyleLbl="revTx" presStyleIdx="0" presStyleCnt="4">
        <dgm:presLayoutVars>
          <dgm:chMax val="0"/>
          <dgm:chPref val="0"/>
        </dgm:presLayoutVars>
      </dgm:prSet>
      <dgm:spPr/>
    </dgm:pt>
    <dgm:pt modelId="{F734437F-78CC-4494-9074-BA32B112F73E}" type="pres">
      <dgm:prSet presAssocID="{718AF471-CD62-4744-935E-7A33DC8266B6}" presName="txSpace" presStyleCnt="0"/>
      <dgm:spPr/>
    </dgm:pt>
    <dgm:pt modelId="{5727699D-FBC6-4C64-826E-008256F4D28F}" type="pres">
      <dgm:prSet presAssocID="{718AF471-CD62-4744-935E-7A33DC8266B6}" presName="desTx" presStyleLbl="revTx" presStyleIdx="1" presStyleCnt="4">
        <dgm:presLayoutVars/>
      </dgm:prSet>
      <dgm:spPr/>
    </dgm:pt>
    <dgm:pt modelId="{5652846D-720C-4593-9D3E-5B0BBAFFB52A}" type="pres">
      <dgm:prSet presAssocID="{1988BC76-59E2-44CD-A77B-19688F52DCD9}" presName="sibTrans" presStyleCnt="0"/>
      <dgm:spPr/>
    </dgm:pt>
    <dgm:pt modelId="{C9062B71-7E41-43BF-8AB3-F2C0AC927ED8}" type="pres">
      <dgm:prSet presAssocID="{A14A84F8-A77D-4267-A913-41C82B858361}" presName="compNode" presStyleCnt="0"/>
      <dgm:spPr/>
    </dgm:pt>
    <dgm:pt modelId="{09016677-A0FB-425E-8FC8-CC17FF205742}" type="pres">
      <dgm:prSet presAssocID="{A14A84F8-A77D-4267-A913-41C82B858361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ar"/>
        </a:ext>
      </dgm:extLst>
    </dgm:pt>
    <dgm:pt modelId="{52457415-1411-43A0-B9D3-59356C923C6B}" type="pres">
      <dgm:prSet presAssocID="{A14A84F8-A77D-4267-A913-41C82B858361}" presName="iconSpace" presStyleCnt="0"/>
      <dgm:spPr/>
    </dgm:pt>
    <dgm:pt modelId="{903A7230-EA0F-4445-BEBE-3B2563890561}" type="pres">
      <dgm:prSet presAssocID="{A14A84F8-A77D-4267-A913-41C82B858361}" presName="parTx" presStyleLbl="revTx" presStyleIdx="2" presStyleCnt="4">
        <dgm:presLayoutVars>
          <dgm:chMax val="0"/>
          <dgm:chPref val="0"/>
        </dgm:presLayoutVars>
      </dgm:prSet>
      <dgm:spPr/>
    </dgm:pt>
    <dgm:pt modelId="{F9DB2B58-FD04-4024-9EA5-CFFE63DE0587}" type="pres">
      <dgm:prSet presAssocID="{A14A84F8-A77D-4267-A913-41C82B858361}" presName="txSpace" presStyleCnt="0"/>
      <dgm:spPr/>
    </dgm:pt>
    <dgm:pt modelId="{03F5575B-C517-4AFC-A3E2-E41A3CCF391B}" type="pres">
      <dgm:prSet presAssocID="{A14A84F8-A77D-4267-A913-41C82B858361}" presName="desTx" presStyleLbl="revTx" presStyleIdx="3" presStyleCnt="4">
        <dgm:presLayoutVars/>
      </dgm:prSet>
      <dgm:spPr/>
    </dgm:pt>
  </dgm:ptLst>
  <dgm:cxnLst>
    <dgm:cxn modelId="{21C70915-D3FE-4994-8A8A-165B27248DEB}" srcId="{A14A84F8-A77D-4267-A913-41C82B858361}" destId="{6F23546D-90F3-4C04-877C-4159600A3734}" srcOrd="1" destOrd="0" parTransId="{9C5187FD-C184-4A76-8C05-B93D4C07D574}" sibTransId="{36283B4C-1F26-45AE-852B-2D1D3B201F5F}"/>
    <dgm:cxn modelId="{0D63A319-6C87-4647-8291-39388DBC6C1A}" srcId="{A14A84F8-A77D-4267-A913-41C82B858361}" destId="{82AECC4B-9543-46B5-9942-A8097B8393C7}" srcOrd="0" destOrd="0" parTransId="{594BF81F-C7CB-49E6-A64C-B853A28D1457}" sibTransId="{7BFF5D04-9176-45D1-85F8-2F4EFCE1DC3B}"/>
    <dgm:cxn modelId="{AF870122-F1D7-4B0A-A672-A1136219F6F9}" srcId="{718AF471-CD62-4744-935E-7A33DC8266B6}" destId="{81D3B684-3794-4F21-91F5-9FC0EED631CE}" srcOrd="0" destOrd="0" parTransId="{97BB525F-6645-455E-9E8D-B7B156CDA275}" sibTransId="{8268D974-ACCE-478E-99B1-9524E3689B81}"/>
    <dgm:cxn modelId="{BF0A5730-EE29-4185-8F9B-F03F0B484300}" srcId="{7B0D1208-D090-4B75-9264-4A53E4271632}" destId="{A14A84F8-A77D-4267-A913-41C82B858361}" srcOrd="1" destOrd="0" parTransId="{EEE23AEE-2029-4BC2-89A1-5B50CA03F3F8}" sibTransId="{25EF1979-A87D-4D01-BAFE-C61129A57476}"/>
    <dgm:cxn modelId="{EB414947-CB23-4B20-9E1C-A7004F87EB22}" srcId="{718AF471-CD62-4744-935E-7A33DC8266B6}" destId="{97947A12-20B5-4F91-B6FD-F48A490742BD}" srcOrd="1" destOrd="0" parTransId="{0E1103A1-2C6E-4F51-8871-1FC14F9F4772}" sibTransId="{8D6051FF-1822-4758-92E3-43E0E5212678}"/>
    <dgm:cxn modelId="{1A157271-F8EA-4243-A5BF-0914A4C0A04A}" type="presOf" srcId="{A14A84F8-A77D-4267-A913-41C82B858361}" destId="{903A7230-EA0F-4445-BEBE-3B2563890561}" srcOrd="0" destOrd="0" presId="urn:microsoft.com/office/officeart/2018/5/layout/CenteredIconLabelDescriptionList"/>
    <dgm:cxn modelId="{D5759078-E97B-4D90-81B7-0B2127038B83}" type="presOf" srcId="{81D3B684-3794-4F21-91F5-9FC0EED631CE}" destId="{5727699D-FBC6-4C64-826E-008256F4D28F}" srcOrd="0" destOrd="0" presId="urn:microsoft.com/office/officeart/2018/5/layout/CenteredIconLabelDescriptionList"/>
    <dgm:cxn modelId="{5BEAD97D-2C72-4283-8734-B61F78750C87}" type="presOf" srcId="{82AECC4B-9543-46B5-9942-A8097B8393C7}" destId="{03F5575B-C517-4AFC-A3E2-E41A3CCF391B}" srcOrd="0" destOrd="0" presId="urn:microsoft.com/office/officeart/2018/5/layout/CenteredIconLabelDescriptionList"/>
    <dgm:cxn modelId="{97811FBC-3FC0-46CC-A518-979AB273524B}" type="presOf" srcId="{97947A12-20B5-4F91-B6FD-F48A490742BD}" destId="{5727699D-FBC6-4C64-826E-008256F4D28F}" srcOrd="0" destOrd="1" presId="urn:microsoft.com/office/officeart/2018/5/layout/CenteredIconLabelDescriptionList"/>
    <dgm:cxn modelId="{C43660BC-AEBF-4F5D-B7F7-FDBC4F9597E2}" type="presOf" srcId="{6F23546D-90F3-4C04-877C-4159600A3734}" destId="{03F5575B-C517-4AFC-A3E2-E41A3CCF391B}" srcOrd="0" destOrd="1" presId="urn:microsoft.com/office/officeart/2018/5/layout/CenteredIconLabelDescriptionList"/>
    <dgm:cxn modelId="{55AFE0D7-8F50-44C3-9CDF-F79527BC9176}" type="presOf" srcId="{718AF471-CD62-4744-935E-7A33DC8266B6}" destId="{40BD97F1-3B63-41CC-BF9F-C5B355DE8F91}" srcOrd="0" destOrd="0" presId="urn:microsoft.com/office/officeart/2018/5/layout/CenteredIconLabelDescriptionList"/>
    <dgm:cxn modelId="{DCE8F1DC-A03A-44E8-A571-A9ACF09EA50E}" srcId="{7B0D1208-D090-4B75-9264-4A53E4271632}" destId="{718AF471-CD62-4744-935E-7A33DC8266B6}" srcOrd="0" destOrd="0" parTransId="{50065D68-136C-4E88-BC7C-144D5AF74350}" sibTransId="{1988BC76-59E2-44CD-A77B-19688F52DCD9}"/>
    <dgm:cxn modelId="{BBA683ED-89E2-47F2-9797-77425E1407E6}" type="presOf" srcId="{7B0D1208-D090-4B75-9264-4A53E4271632}" destId="{34684D77-1890-46CC-AB1D-F80DAADF2541}" srcOrd="0" destOrd="0" presId="urn:microsoft.com/office/officeart/2018/5/layout/CenteredIconLabelDescriptionList"/>
    <dgm:cxn modelId="{2E0C05F7-DD42-4404-B007-85D4B3BA72FE}" type="presParOf" srcId="{34684D77-1890-46CC-AB1D-F80DAADF2541}" destId="{2BBFC1F1-9058-4B72-A759-C6AE8D5100D8}" srcOrd="0" destOrd="0" presId="urn:microsoft.com/office/officeart/2018/5/layout/CenteredIconLabelDescriptionList"/>
    <dgm:cxn modelId="{2D9544F5-3D51-4C17-A0A7-3EB0B286EA33}" type="presParOf" srcId="{2BBFC1F1-9058-4B72-A759-C6AE8D5100D8}" destId="{F13FF3BD-BCD3-4D1C-90F3-B3268820EC4F}" srcOrd="0" destOrd="0" presId="urn:microsoft.com/office/officeart/2018/5/layout/CenteredIconLabelDescriptionList"/>
    <dgm:cxn modelId="{DC3C6885-0B60-4B55-9F63-FF520B9995A9}" type="presParOf" srcId="{2BBFC1F1-9058-4B72-A759-C6AE8D5100D8}" destId="{CEB51505-2E27-4519-9AAB-441548897D6B}" srcOrd="1" destOrd="0" presId="urn:microsoft.com/office/officeart/2018/5/layout/CenteredIconLabelDescriptionList"/>
    <dgm:cxn modelId="{3CC083DB-B502-41FE-9AE3-E98952A57CD3}" type="presParOf" srcId="{2BBFC1F1-9058-4B72-A759-C6AE8D5100D8}" destId="{40BD97F1-3B63-41CC-BF9F-C5B355DE8F91}" srcOrd="2" destOrd="0" presId="urn:microsoft.com/office/officeart/2018/5/layout/CenteredIconLabelDescriptionList"/>
    <dgm:cxn modelId="{1C1BCED3-C82C-46A2-B185-DEC9A87F3A14}" type="presParOf" srcId="{2BBFC1F1-9058-4B72-A759-C6AE8D5100D8}" destId="{F734437F-78CC-4494-9074-BA32B112F73E}" srcOrd="3" destOrd="0" presId="urn:microsoft.com/office/officeart/2018/5/layout/CenteredIconLabelDescriptionList"/>
    <dgm:cxn modelId="{B445A897-2131-4A21-94FE-4D91D989AB0C}" type="presParOf" srcId="{2BBFC1F1-9058-4B72-A759-C6AE8D5100D8}" destId="{5727699D-FBC6-4C64-826E-008256F4D28F}" srcOrd="4" destOrd="0" presId="urn:microsoft.com/office/officeart/2018/5/layout/CenteredIconLabelDescriptionList"/>
    <dgm:cxn modelId="{7D44039E-7BD0-4CE1-BF6F-0979BCC373A2}" type="presParOf" srcId="{34684D77-1890-46CC-AB1D-F80DAADF2541}" destId="{5652846D-720C-4593-9D3E-5B0BBAFFB52A}" srcOrd="1" destOrd="0" presId="urn:microsoft.com/office/officeart/2018/5/layout/CenteredIconLabelDescriptionList"/>
    <dgm:cxn modelId="{058215AE-C563-448D-8903-532091A8B0A1}" type="presParOf" srcId="{34684D77-1890-46CC-AB1D-F80DAADF2541}" destId="{C9062B71-7E41-43BF-8AB3-F2C0AC927ED8}" srcOrd="2" destOrd="0" presId="urn:microsoft.com/office/officeart/2018/5/layout/CenteredIconLabelDescriptionList"/>
    <dgm:cxn modelId="{3195E5F2-9CA7-41FF-9118-2BE7A2DC8C21}" type="presParOf" srcId="{C9062B71-7E41-43BF-8AB3-F2C0AC927ED8}" destId="{09016677-A0FB-425E-8FC8-CC17FF205742}" srcOrd="0" destOrd="0" presId="urn:microsoft.com/office/officeart/2018/5/layout/CenteredIconLabelDescriptionList"/>
    <dgm:cxn modelId="{C682D06C-1160-48E8-A78F-88A5EC17ED24}" type="presParOf" srcId="{C9062B71-7E41-43BF-8AB3-F2C0AC927ED8}" destId="{52457415-1411-43A0-B9D3-59356C923C6B}" srcOrd="1" destOrd="0" presId="urn:microsoft.com/office/officeart/2018/5/layout/CenteredIconLabelDescriptionList"/>
    <dgm:cxn modelId="{EB6F90CB-4998-4DBD-8ADF-D013AB0DAC40}" type="presParOf" srcId="{C9062B71-7E41-43BF-8AB3-F2C0AC927ED8}" destId="{903A7230-EA0F-4445-BEBE-3B2563890561}" srcOrd="2" destOrd="0" presId="urn:microsoft.com/office/officeart/2018/5/layout/CenteredIconLabelDescriptionList"/>
    <dgm:cxn modelId="{53FB3BA5-300F-4BC4-99B4-D5501996DE6E}" type="presParOf" srcId="{C9062B71-7E41-43BF-8AB3-F2C0AC927ED8}" destId="{F9DB2B58-FD04-4024-9EA5-CFFE63DE0587}" srcOrd="3" destOrd="0" presId="urn:microsoft.com/office/officeart/2018/5/layout/CenteredIconLabelDescriptionList"/>
    <dgm:cxn modelId="{3ED73A1B-5BC0-4F42-91BA-3515EA78AD0F}" type="presParOf" srcId="{C9062B71-7E41-43BF-8AB3-F2C0AC927ED8}" destId="{03F5575B-C517-4AFC-A3E2-E41A3CCF391B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4.xml><?xml version="1.0" encoding="utf-8"?>
<dgm:dataModel xmlns:dgm="http://schemas.openxmlformats.org/drawingml/2006/diagram" xmlns:a="http://schemas.openxmlformats.org/drawingml/2006/main">
  <dgm:ptLst>
    <dgm:pt modelId="{0F165D5B-0FF1-4580-AC54-7451EDDF45EA}" type="doc">
      <dgm:prSet loTypeId="urn:microsoft.com/office/officeart/2016/7/layout/VerticalSolidActionList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AC6BBA65-58ED-4B5A-B8B9-FF184CA15217}">
      <dgm:prSet/>
      <dgm:spPr/>
      <dgm:t>
        <a:bodyPr/>
        <a:lstStyle/>
        <a:p>
          <a:r>
            <a:rPr lang="tr-TR"/>
            <a:t>Managed pool</a:t>
          </a:r>
          <a:endParaRPr lang="en-US"/>
        </a:p>
      </dgm:t>
    </dgm:pt>
    <dgm:pt modelId="{4312A697-9C71-42B9-B68E-6C42ACDBDDE7}" type="parTrans" cxnId="{6619E132-3335-4898-90D4-1C2B0D6EE15A}">
      <dgm:prSet/>
      <dgm:spPr/>
      <dgm:t>
        <a:bodyPr/>
        <a:lstStyle/>
        <a:p>
          <a:endParaRPr lang="en-US"/>
        </a:p>
      </dgm:t>
    </dgm:pt>
    <dgm:pt modelId="{E79B08E9-4CE0-4AE5-AA16-8A4406520DBA}" type="sibTrans" cxnId="{6619E132-3335-4898-90D4-1C2B0D6EE15A}">
      <dgm:prSet/>
      <dgm:spPr/>
      <dgm:t>
        <a:bodyPr/>
        <a:lstStyle/>
        <a:p>
          <a:endParaRPr lang="en-US"/>
        </a:p>
      </dgm:t>
    </dgm:pt>
    <dgm:pt modelId="{C80A1A46-4E45-40DE-BCD0-4D3E2F4B3C1F}">
      <dgm:prSet/>
      <dgm:spPr/>
      <dgm:t>
        <a:bodyPr/>
        <a:lstStyle/>
        <a:p>
          <a:r>
            <a:rPr lang="en-US"/>
            <a:t>there is a company or individual</a:t>
          </a:r>
          <a:r>
            <a:rPr lang="tr-TR"/>
            <a:t> running a pool server</a:t>
          </a:r>
          <a:endParaRPr lang="en-US"/>
        </a:p>
      </dgm:t>
    </dgm:pt>
    <dgm:pt modelId="{904768B3-4061-4191-A193-F3DFCF12ECE2}" type="parTrans" cxnId="{CE249B51-68AB-4F8A-B0CA-867FAFE92D3F}">
      <dgm:prSet/>
      <dgm:spPr/>
      <dgm:t>
        <a:bodyPr/>
        <a:lstStyle/>
        <a:p>
          <a:endParaRPr lang="en-US"/>
        </a:p>
      </dgm:t>
    </dgm:pt>
    <dgm:pt modelId="{61B3185B-858C-4AF7-912D-49B4BE885355}" type="sibTrans" cxnId="{CE249B51-68AB-4F8A-B0CA-867FAFE92D3F}">
      <dgm:prSet/>
      <dgm:spPr/>
      <dgm:t>
        <a:bodyPr/>
        <a:lstStyle/>
        <a:p>
          <a:endParaRPr lang="en-US"/>
        </a:p>
      </dgm:t>
    </dgm:pt>
    <dgm:pt modelId="{BA0AF33D-A4D6-4A2C-B72B-FF2ADB3AE9E7}">
      <dgm:prSet/>
      <dgm:spPr/>
      <dgm:t>
        <a:bodyPr/>
        <a:lstStyle/>
        <a:p>
          <a:r>
            <a:rPr lang="tr-TR"/>
            <a:t>pool operator</a:t>
          </a:r>
          <a:endParaRPr lang="en-US"/>
        </a:p>
      </dgm:t>
    </dgm:pt>
    <dgm:pt modelId="{E0A63966-6138-4351-B5F0-D7E2B08434E6}" type="parTrans" cxnId="{7B210B9C-6CD8-4CE7-AE06-5586F6759FF0}">
      <dgm:prSet/>
      <dgm:spPr/>
      <dgm:t>
        <a:bodyPr/>
        <a:lstStyle/>
        <a:p>
          <a:endParaRPr lang="en-US"/>
        </a:p>
      </dgm:t>
    </dgm:pt>
    <dgm:pt modelId="{6765226E-395F-4B1E-A4AC-6CB8D671F643}" type="sibTrans" cxnId="{7B210B9C-6CD8-4CE7-AE06-5586F6759FF0}">
      <dgm:prSet/>
      <dgm:spPr/>
      <dgm:t>
        <a:bodyPr/>
        <a:lstStyle/>
        <a:p>
          <a:endParaRPr lang="en-US"/>
        </a:p>
      </dgm:t>
    </dgm:pt>
    <dgm:pt modelId="{FEEA7A44-D34F-4C1C-88AA-2A66F4BFDC7C}">
      <dgm:prSet/>
      <dgm:spPr/>
      <dgm:t>
        <a:bodyPr/>
        <a:lstStyle/>
        <a:p>
          <a:r>
            <a:rPr lang="en-US"/>
            <a:t>owner of the pool server</a:t>
          </a:r>
        </a:p>
      </dgm:t>
    </dgm:pt>
    <dgm:pt modelId="{96DFCE35-5DB2-429D-BC1C-7B2434CB96FF}" type="parTrans" cxnId="{5D87F203-2C26-4905-A5D7-E15C96EF1E37}">
      <dgm:prSet/>
      <dgm:spPr/>
      <dgm:t>
        <a:bodyPr/>
        <a:lstStyle/>
        <a:p>
          <a:endParaRPr lang="en-US"/>
        </a:p>
      </dgm:t>
    </dgm:pt>
    <dgm:pt modelId="{D6CD2AA6-7426-4B76-8A70-578A6E57B1C6}" type="sibTrans" cxnId="{5D87F203-2C26-4905-A5D7-E15C96EF1E37}">
      <dgm:prSet/>
      <dgm:spPr/>
      <dgm:t>
        <a:bodyPr/>
        <a:lstStyle/>
        <a:p>
          <a:endParaRPr lang="en-US"/>
        </a:p>
      </dgm:t>
    </dgm:pt>
    <dgm:pt modelId="{0BDC0976-6574-410A-9C6F-8BCE8B20BB06}">
      <dgm:prSet/>
      <dgm:spPr/>
      <dgm:t>
        <a:bodyPr/>
        <a:lstStyle/>
        <a:p>
          <a:r>
            <a:rPr lang="en-US"/>
            <a:t>charges pool miners a percentage fee of the earnings</a:t>
          </a:r>
        </a:p>
      </dgm:t>
    </dgm:pt>
    <dgm:pt modelId="{A063884B-C1F1-4952-A7D3-07D70F8D7C08}" type="parTrans" cxnId="{2EAE2A12-0775-4229-A193-2B06C01E5294}">
      <dgm:prSet/>
      <dgm:spPr/>
      <dgm:t>
        <a:bodyPr/>
        <a:lstStyle/>
        <a:p>
          <a:endParaRPr lang="en-US"/>
        </a:p>
      </dgm:t>
    </dgm:pt>
    <dgm:pt modelId="{68521406-7845-4A92-B50F-168FA9D8EAFB}" type="sibTrans" cxnId="{2EAE2A12-0775-4229-A193-2B06C01E5294}">
      <dgm:prSet/>
      <dgm:spPr/>
      <dgm:t>
        <a:bodyPr/>
        <a:lstStyle/>
        <a:p>
          <a:endParaRPr lang="en-US"/>
        </a:p>
      </dgm:t>
    </dgm:pt>
    <dgm:pt modelId="{D3B0FEC9-D47A-4DF4-A7A2-AEFC5BF8AAE7}" type="pres">
      <dgm:prSet presAssocID="{0F165D5B-0FF1-4580-AC54-7451EDDF45EA}" presName="Name0" presStyleCnt="0">
        <dgm:presLayoutVars>
          <dgm:dir/>
          <dgm:animLvl val="lvl"/>
          <dgm:resizeHandles val="exact"/>
        </dgm:presLayoutVars>
      </dgm:prSet>
      <dgm:spPr/>
    </dgm:pt>
    <dgm:pt modelId="{FDB2905B-E8D6-4105-9DB8-7D1F5CEE83A6}" type="pres">
      <dgm:prSet presAssocID="{AC6BBA65-58ED-4B5A-B8B9-FF184CA15217}" presName="linNode" presStyleCnt="0"/>
      <dgm:spPr/>
    </dgm:pt>
    <dgm:pt modelId="{7D08A0A2-C6CE-40D7-ACDE-435B02BA13F9}" type="pres">
      <dgm:prSet presAssocID="{AC6BBA65-58ED-4B5A-B8B9-FF184CA15217}" presName="parentText" presStyleLbl="alignNode1" presStyleIdx="0" presStyleCnt="2">
        <dgm:presLayoutVars>
          <dgm:chMax val="1"/>
          <dgm:bulletEnabled/>
        </dgm:presLayoutVars>
      </dgm:prSet>
      <dgm:spPr/>
    </dgm:pt>
    <dgm:pt modelId="{998D3175-B07D-4FE2-A346-8D12B0BB0E3A}" type="pres">
      <dgm:prSet presAssocID="{AC6BBA65-58ED-4B5A-B8B9-FF184CA15217}" presName="descendantText" presStyleLbl="alignAccFollowNode1" presStyleIdx="0" presStyleCnt="2">
        <dgm:presLayoutVars>
          <dgm:bulletEnabled/>
        </dgm:presLayoutVars>
      </dgm:prSet>
      <dgm:spPr/>
    </dgm:pt>
    <dgm:pt modelId="{98BD93B7-EBF2-493C-99B1-5AE0F915F593}" type="pres">
      <dgm:prSet presAssocID="{E79B08E9-4CE0-4AE5-AA16-8A4406520DBA}" presName="sp" presStyleCnt="0"/>
      <dgm:spPr/>
    </dgm:pt>
    <dgm:pt modelId="{06025CEF-0474-4870-9BFD-0723ED232BC4}" type="pres">
      <dgm:prSet presAssocID="{BA0AF33D-A4D6-4A2C-B72B-FF2ADB3AE9E7}" presName="linNode" presStyleCnt="0"/>
      <dgm:spPr/>
    </dgm:pt>
    <dgm:pt modelId="{E87B369A-6172-4685-8CDB-6319236A73E3}" type="pres">
      <dgm:prSet presAssocID="{BA0AF33D-A4D6-4A2C-B72B-FF2ADB3AE9E7}" presName="parentText" presStyleLbl="alignNode1" presStyleIdx="1" presStyleCnt="2">
        <dgm:presLayoutVars>
          <dgm:chMax val="1"/>
          <dgm:bulletEnabled/>
        </dgm:presLayoutVars>
      </dgm:prSet>
      <dgm:spPr/>
    </dgm:pt>
    <dgm:pt modelId="{38FE196C-3BC2-4A1F-8EE4-E01A09C4C5F4}" type="pres">
      <dgm:prSet presAssocID="{BA0AF33D-A4D6-4A2C-B72B-FF2ADB3AE9E7}" presName="descendantText" presStyleLbl="alignAccFollowNode1" presStyleIdx="1" presStyleCnt="2">
        <dgm:presLayoutVars>
          <dgm:bulletEnabled/>
        </dgm:presLayoutVars>
      </dgm:prSet>
      <dgm:spPr/>
    </dgm:pt>
  </dgm:ptLst>
  <dgm:cxnLst>
    <dgm:cxn modelId="{5D87F203-2C26-4905-A5D7-E15C96EF1E37}" srcId="{BA0AF33D-A4D6-4A2C-B72B-FF2ADB3AE9E7}" destId="{FEEA7A44-D34F-4C1C-88AA-2A66F4BFDC7C}" srcOrd="0" destOrd="0" parTransId="{96DFCE35-5DB2-429D-BC1C-7B2434CB96FF}" sibTransId="{D6CD2AA6-7426-4B76-8A70-578A6E57B1C6}"/>
    <dgm:cxn modelId="{2EAE2A12-0775-4229-A193-2B06C01E5294}" srcId="{BA0AF33D-A4D6-4A2C-B72B-FF2ADB3AE9E7}" destId="{0BDC0976-6574-410A-9C6F-8BCE8B20BB06}" srcOrd="1" destOrd="0" parTransId="{A063884B-C1F1-4952-A7D3-07D70F8D7C08}" sibTransId="{68521406-7845-4A92-B50F-168FA9D8EAFB}"/>
    <dgm:cxn modelId="{6619E132-3335-4898-90D4-1C2B0D6EE15A}" srcId="{0F165D5B-0FF1-4580-AC54-7451EDDF45EA}" destId="{AC6BBA65-58ED-4B5A-B8B9-FF184CA15217}" srcOrd="0" destOrd="0" parTransId="{4312A697-9C71-42B9-B68E-6C42ACDBDDE7}" sibTransId="{E79B08E9-4CE0-4AE5-AA16-8A4406520DBA}"/>
    <dgm:cxn modelId="{706F063B-AE0A-4BF8-AD9C-B3B328D563ED}" type="presOf" srcId="{AC6BBA65-58ED-4B5A-B8B9-FF184CA15217}" destId="{7D08A0A2-C6CE-40D7-ACDE-435B02BA13F9}" srcOrd="0" destOrd="0" presId="urn:microsoft.com/office/officeart/2016/7/layout/VerticalSolidActionList"/>
    <dgm:cxn modelId="{6CC8F543-7FF8-4F43-B5C3-9DA5E568208C}" type="presOf" srcId="{0BDC0976-6574-410A-9C6F-8BCE8B20BB06}" destId="{38FE196C-3BC2-4A1F-8EE4-E01A09C4C5F4}" srcOrd="0" destOrd="1" presId="urn:microsoft.com/office/officeart/2016/7/layout/VerticalSolidActionList"/>
    <dgm:cxn modelId="{7FFF9A4F-E3E8-4870-A3C7-EAF79D451637}" type="presOf" srcId="{C80A1A46-4E45-40DE-BCD0-4D3E2F4B3C1F}" destId="{998D3175-B07D-4FE2-A346-8D12B0BB0E3A}" srcOrd="0" destOrd="0" presId="urn:microsoft.com/office/officeart/2016/7/layout/VerticalSolidActionList"/>
    <dgm:cxn modelId="{CE249B51-68AB-4F8A-B0CA-867FAFE92D3F}" srcId="{AC6BBA65-58ED-4B5A-B8B9-FF184CA15217}" destId="{C80A1A46-4E45-40DE-BCD0-4D3E2F4B3C1F}" srcOrd="0" destOrd="0" parTransId="{904768B3-4061-4191-A193-F3DFCF12ECE2}" sibTransId="{61B3185B-858C-4AF7-912D-49B4BE885355}"/>
    <dgm:cxn modelId="{AA9BDF86-4145-4A79-B5EE-64117F19CCF4}" type="presOf" srcId="{BA0AF33D-A4D6-4A2C-B72B-FF2ADB3AE9E7}" destId="{E87B369A-6172-4685-8CDB-6319236A73E3}" srcOrd="0" destOrd="0" presId="urn:microsoft.com/office/officeart/2016/7/layout/VerticalSolidActionList"/>
    <dgm:cxn modelId="{7B210B9C-6CD8-4CE7-AE06-5586F6759FF0}" srcId="{0F165D5B-0FF1-4580-AC54-7451EDDF45EA}" destId="{BA0AF33D-A4D6-4A2C-B72B-FF2ADB3AE9E7}" srcOrd="1" destOrd="0" parTransId="{E0A63966-6138-4351-B5F0-D7E2B08434E6}" sibTransId="{6765226E-395F-4B1E-A4AC-6CB8D671F643}"/>
    <dgm:cxn modelId="{D35AA8B8-2CF2-45D6-A4BD-0FB954140538}" type="presOf" srcId="{FEEA7A44-D34F-4C1C-88AA-2A66F4BFDC7C}" destId="{38FE196C-3BC2-4A1F-8EE4-E01A09C4C5F4}" srcOrd="0" destOrd="0" presId="urn:microsoft.com/office/officeart/2016/7/layout/VerticalSolidActionList"/>
    <dgm:cxn modelId="{FA165CC5-987A-40FD-B8DD-31DB71560466}" type="presOf" srcId="{0F165D5B-0FF1-4580-AC54-7451EDDF45EA}" destId="{D3B0FEC9-D47A-4DF4-A7A2-AEFC5BF8AAE7}" srcOrd="0" destOrd="0" presId="urn:microsoft.com/office/officeart/2016/7/layout/VerticalSolidActionList"/>
    <dgm:cxn modelId="{CE7D640F-34FD-4FDD-B00C-5780DB1BBE8B}" type="presParOf" srcId="{D3B0FEC9-D47A-4DF4-A7A2-AEFC5BF8AAE7}" destId="{FDB2905B-E8D6-4105-9DB8-7D1F5CEE83A6}" srcOrd="0" destOrd="0" presId="urn:microsoft.com/office/officeart/2016/7/layout/VerticalSolidActionList"/>
    <dgm:cxn modelId="{6C4BF067-53CA-4E48-A5C1-F31B8A05BDDE}" type="presParOf" srcId="{FDB2905B-E8D6-4105-9DB8-7D1F5CEE83A6}" destId="{7D08A0A2-C6CE-40D7-ACDE-435B02BA13F9}" srcOrd="0" destOrd="0" presId="urn:microsoft.com/office/officeart/2016/7/layout/VerticalSolidActionList"/>
    <dgm:cxn modelId="{1A0EFE39-5556-4B18-95D6-51E0FA61A574}" type="presParOf" srcId="{FDB2905B-E8D6-4105-9DB8-7D1F5CEE83A6}" destId="{998D3175-B07D-4FE2-A346-8D12B0BB0E3A}" srcOrd="1" destOrd="0" presId="urn:microsoft.com/office/officeart/2016/7/layout/VerticalSolidActionList"/>
    <dgm:cxn modelId="{9185D1FD-F208-4549-8D6D-B0111CD2B941}" type="presParOf" srcId="{D3B0FEC9-D47A-4DF4-A7A2-AEFC5BF8AAE7}" destId="{98BD93B7-EBF2-493C-99B1-5AE0F915F593}" srcOrd="1" destOrd="0" presId="urn:microsoft.com/office/officeart/2016/7/layout/VerticalSolidActionList"/>
    <dgm:cxn modelId="{DD531C16-C327-4B7D-9866-F1A0EE7A3A67}" type="presParOf" srcId="{D3B0FEC9-D47A-4DF4-A7A2-AEFC5BF8AAE7}" destId="{06025CEF-0474-4870-9BFD-0723ED232BC4}" srcOrd="2" destOrd="0" presId="urn:microsoft.com/office/officeart/2016/7/layout/VerticalSolidActionList"/>
    <dgm:cxn modelId="{3C588376-078E-4407-9D6D-80B47C01771F}" type="presParOf" srcId="{06025CEF-0474-4870-9BFD-0723ED232BC4}" destId="{E87B369A-6172-4685-8CDB-6319236A73E3}" srcOrd="0" destOrd="0" presId="urn:microsoft.com/office/officeart/2016/7/layout/VerticalSolidActionList"/>
    <dgm:cxn modelId="{7D7AEEA7-0566-421C-A6FE-0D8DAAC5D69F}" type="presParOf" srcId="{06025CEF-0474-4870-9BFD-0723ED232BC4}" destId="{38FE196C-3BC2-4A1F-8EE4-E01A09C4C5F4}" srcOrd="1" destOrd="0" presId="urn:microsoft.com/office/officeart/2016/7/layout/VerticalSolidAc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5.xml><?xml version="1.0" encoding="utf-8"?>
<dgm:dataModel xmlns:dgm="http://schemas.openxmlformats.org/drawingml/2006/diagram" xmlns:a="http://schemas.openxmlformats.org/drawingml/2006/main">
  <dgm:ptLst>
    <dgm:pt modelId="{0F165D5B-0FF1-4580-AC54-7451EDDF45EA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4295B3E5-06A9-455E-B4E6-C4204F0CA85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Coordination of miners</a:t>
          </a:r>
          <a:endParaRPr lang="en-US"/>
        </a:p>
      </dgm:t>
    </dgm:pt>
    <dgm:pt modelId="{15076164-790A-4A06-971F-F5521E630F65}" type="parTrans" cxnId="{11642A86-0429-4E12-AB0A-E82F93F6AD22}">
      <dgm:prSet/>
      <dgm:spPr/>
      <dgm:t>
        <a:bodyPr/>
        <a:lstStyle/>
        <a:p>
          <a:endParaRPr lang="en-US"/>
        </a:p>
      </dgm:t>
    </dgm:pt>
    <dgm:pt modelId="{F4000B28-F27E-4097-96B2-F483B7BC56F2}" type="sibTrans" cxnId="{11642A86-0429-4E12-AB0A-E82F93F6AD22}">
      <dgm:prSet/>
      <dgm:spPr/>
      <dgm:t>
        <a:bodyPr/>
        <a:lstStyle/>
        <a:p>
          <a:endParaRPr lang="en-US"/>
        </a:p>
      </dgm:t>
    </dgm:pt>
    <dgm:pt modelId="{73DCC84D-01E1-4518-8ED8-04FEB27D743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Access to the chain</a:t>
          </a:r>
          <a:endParaRPr lang="en-US"/>
        </a:p>
      </dgm:t>
    </dgm:pt>
    <dgm:pt modelId="{F66E9F1B-972B-45C8-8A1A-7D982183C88D}" type="parTrans" cxnId="{49668968-0371-4AD7-8BD7-0C81AD2E1A06}">
      <dgm:prSet/>
      <dgm:spPr/>
      <dgm:t>
        <a:bodyPr/>
        <a:lstStyle/>
        <a:p>
          <a:endParaRPr lang="en-US"/>
        </a:p>
      </dgm:t>
    </dgm:pt>
    <dgm:pt modelId="{3A705B86-5E9D-4DAF-BAFA-BD037D728E0F}" type="sibTrans" cxnId="{49668968-0371-4AD7-8BD7-0C81AD2E1A06}">
      <dgm:prSet/>
      <dgm:spPr/>
      <dgm:t>
        <a:bodyPr/>
        <a:lstStyle/>
        <a:p>
          <a:endParaRPr lang="en-US"/>
        </a:p>
      </dgm:t>
    </dgm:pt>
    <dgm:pt modelId="{B387C754-BCF3-425E-B07E-32DA37FC485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Benefit</a:t>
          </a:r>
          <a:endParaRPr lang="en-US"/>
        </a:p>
      </dgm:t>
    </dgm:pt>
    <dgm:pt modelId="{EDC41C29-34BB-4321-8A79-FC60BC19CFE9}" type="parTrans" cxnId="{374E3003-EA3A-4C34-8A01-DABF954F8F11}">
      <dgm:prSet/>
      <dgm:spPr/>
      <dgm:t>
        <a:bodyPr/>
        <a:lstStyle/>
        <a:p>
          <a:endParaRPr lang="en-US"/>
        </a:p>
      </dgm:t>
    </dgm:pt>
    <dgm:pt modelId="{CDBA81E4-7085-4854-80CE-B426BC622BD6}" type="sibTrans" cxnId="{374E3003-EA3A-4C34-8A01-DABF954F8F11}">
      <dgm:prSet/>
      <dgm:spPr/>
      <dgm:t>
        <a:bodyPr/>
        <a:lstStyle/>
        <a:p>
          <a:endParaRPr lang="en-US"/>
        </a:p>
      </dgm:t>
    </dgm:pt>
    <dgm:pt modelId="{A8084DA0-9D1B-41E0-91ED-7FE088D0C47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and a pool-mining protocol</a:t>
          </a:r>
        </a:p>
      </dgm:t>
    </dgm:pt>
    <dgm:pt modelId="{04B673C6-7776-48E6-BBC5-9E4DA8BBD834}" type="parTrans" cxnId="{61851FFF-C4A6-4CFF-B3BE-B7400DF84F5E}">
      <dgm:prSet/>
      <dgm:spPr/>
    </dgm:pt>
    <dgm:pt modelId="{A334164B-18A7-4338-8618-154557FFB640}" type="sibTrans" cxnId="{61851FFF-C4A6-4CFF-B3BE-B7400DF84F5E}">
      <dgm:prSet/>
      <dgm:spPr/>
    </dgm:pt>
    <dgm:pt modelId="{3966E179-68E7-473B-A95B-75FC7B1340F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to</a:t>
          </a:r>
          <a:r>
            <a:rPr lang="en-US" dirty="0"/>
            <a:t> coordinate</a:t>
          </a:r>
          <a:r>
            <a:rPr lang="tr-TR" dirty="0"/>
            <a:t> </a:t>
          </a:r>
          <a:r>
            <a:rPr lang="en-US" dirty="0"/>
            <a:t>the activities of the pool miners.</a:t>
          </a:r>
        </a:p>
      </dgm:t>
    </dgm:pt>
    <dgm:pt modelId="{1DE448BB-A34B-4005-937C-847A5D7A81BF}" type="parTrans" cxnId="{435E82F8-1B9E-44FF-8706-1D0DE6742ECC}">
      <dgm:prSet/>
      <dgm:spPr/>
    </dgm:pt>
    <dgm:pt modelId="{2B654277-D906-4CF7-807B-EC114F7B34D3}" type="sibTrans" cxnId="{435E82F8-1B9E-44FF-8706-1D0DE6742ECC}">
      <dgm:prSet/>
      <dgm:spPr/>
    </dgm:pt>
    <dgm:pt modelId="{3BD9293E-501C-4B08-A07D-1900479E556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pool server</a:t>
          </a:r>
          <a:r>
            <a:rPr lang="tr-TR" dirty="0"/>
            <a:t> </a:t>
          </a:r>
          <a:r>
            <a:rPr lang="en-US" dirty="0"/>
            <a:t>runs specialized software</a:t>
          </a:r>
        </a:p>
      </dgm:t>
    </dgm:pt>
    <dgm:pt modelId="{7AC4938E-0C2E-4768-9867-295A7FA0F983}" type="parTrans" cxnId="{0C12CB2D-35FC-4C06-BAF2-DBED86009073}">
      <dgm:prSet/>
      <dgm:spPr/>
    </dgm:pt>
    <dgm:pt modelId="{55F251B0-15BD-408B-9067-A12B6BC01CEC}" type="sibTrans" cxnId="{0C12CB2D-35FC-4C06-BAF2-DBED86009073}">
      <dgm:prSet/>
      <dgm:spPr/>
    </dgm:pt>
    <dgm:pt modelId="{88A06C3E-CCCB-4092-AF98-7EADB9DA464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has direct access to a full copy of the blockchain database</a:t>
          </a:r>
        </a:p>
      </dgm:t>
    </dgm:pt>
    <dgm:pt modelId="{733FFE38-93EC-40A9-BCAA-83F642DFFECC}" type="parTrans" cxnId="{B001E32D-A01E-445F-B691-D8DD65FACAE2}">
      <dgm:prSet/>
      <dgm:spPr/>
    </dgm:pt>
    <dgm:pt modelId="{31055921-CBDB-47AC-B650-E72792112432}" type="sibTrans" cxnId="{B001E32D-A01E-445F-B691-D8DD65FACAE2}">
      <dgm:prSet/>
      <dgm:spPr/>
    </dgm:pt>
    <dgm:pt modelId="{2913BC6B-252B-4829-98EE-51E5493BB64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pool server</a:t>
          </a:r>
          <a:r>
            <a:rPr lang="tr-TR" dirty="0"/>
            <a:t> </a:t>
          </a:r>
          <a:r>
            <a:rPr lang="en-US" dirty="0"/>
            <a:t>is connected to one or more full</a:t>
          </a:r>
          <a:r>
            <a:rPr lang="tr-TR" dirty="0"/>
            <a:t> </a:t>
          </a:r>
          <a:r>
            <a:rPr lang="en-US" dirty="0"/>
            <a:t>bitcoin nodes</a:t>
          </a:r>
        </a:p>
      </dgm:t>
    </dgm:pt>
    <dgm:pt modelId="{04C60A8D-D6B8-470D-9549-66D5D8DAAC38}" type="parTrans" cxnId="{1A36BEF0-BD22-4EAD-BB51-BA5FB8030665}">
      <dgm:prSet/>
      <dgm:spPr/>
    </dgm:pt>
    <dgm:pt modelId="{A9424911-20F2-48FD-BF03-D6F55F4334E3}" type="sibTrans" cxnId="{1A36BEF0-BD22-4EAD-BB51-BA5FB8030665}">
      <dgm:prSet/>
      <dgm:spPr/>
    </dgm:pt>
    <dgm:pt modelId="{9F288A51-090F-4659-9EE9-CB935E98080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allows the pool server to validate blocks and transactions</a:t>
          </a:r>
        </a:p>
      </dgm:t>
    </dgm:pt>
    <dgm:pt modelId="{2DD07C47-14D0-4F51-9FEC-B0395B696F0B}" type="parTrans" cxnId="{DBD57AC3-8B47-44B7-AEBA-1D4AE4D9B049}">
      <dgm:prSet/>
      <dgm:spPr/>
    </dgm:pt>
    <dgm:pt modelId="{BEC93619-8736-4CDD-A476-728B2E209A1D}" type="sibTrans" cxnId="{DBD57AC3-8B47-44B7-AEBA-1D4AE4D9B049}">
      <dgm:prSet/>
      <dgm:spPr/>
    </dgm:pt>
    <dgm:pt modelId="{E5F7DA54-3DFB-4DAF-A20F-C686A4360C5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on behalf of the pool miners</a:t>
          </a:r>
        </a:p>
      </dgm:t>
    </dgm:pt>
    <dgm:pt modelId="{628D5FC5-74CA-41D3-96A8-5AAA56C8C754}" type="parTrans" cxnId="{9F54517E-8306-4E9E-A2E4-60560698ADB0}">
      <dgm:prSet/>
      <dgm:spPr/>
    </dgm:pt>
    <dgm:pt modelId="{87EB44D9-E783-4E65-826B-A33E276B12BA}" type="sibTrans" cxnId="{9F54517E-8306-4E9E-A2E4-60560698ADB0}">
      <dgm:prSet/>
      <dgm:spPr/>
    </dgm:pt>
    <dgm:pt modelId="{C8365E72-867F-4E87-9DEF-61E90609D29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relieving </a:t>
          </a:r>
          <a:r>
            <a:rPr lang="en-US" dirty="0"/>
            <a:t>them of the burden of running a full node</a:t>
          </a:r>
        </a:p>
      </dgm:t>
    </dgm:pt>
    <dgm:pt modelId="{91908251-4D4C-4BBE-82AA-E531836782A1}" type="parTrans" cxnId="{C7614E2E-C630-4E02-90AD-1A6A41E6DBF7}">
      <dgm:prSet/>
      <dgm:spPr/>
    </dgm:pt>
    <dgm:pt modelId="{550E446C-ED20-4CCF-8AB7-4BC2A3104DF7}" type="sibTrans" cxnId="{C7614E2E-C630-4E02-90AD-1A6A41E6DBF7}">
      <dgm:prSet/>
      <dgm:spPr/>
    </dgm:pt>
    <dgm:pt modelId="{76AAD6DB-741F-4B02-AABE-E07DA6B4B026}" type="pres">
      <dgm:prSet presAssocID="{0F165D5B-0FF1-4580-AC54-7451EDDF45EA}" presName="root" presStyleCnt="0">
        <dgm:presLayoutVars>
          <dgm:dir/>
          <dgm:resizeHandles val="exact"/>
        </dgm:presLayoutVars>
      </dgm:prSet>
      <dgm:spPr/>
    </dgm:pt>
    <dgm:pt modelId="{0A082C36-08B0-4F53-A2F9-E979CACBA71A}" type="pres">
      <dgm:prSet presAssocID="{4295B3E5-06A9-455E-B4E6-C4204F0CA851}" presName="compNode" presStyleCnt="0"/>
      <dgm:spPr/>
    </dgm:pt>
    <dgm:pt modelId="{996A981A-B967-47EF-AE90-FE8A50F891AC}" type="pres">
      <dgm:prSet presAssocID="{4295B3E5-06A9-455E-B4E6-C4204F0CA851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ng Tools"/>
        </a:ext>
      </dgm:extLst>
    </dgm:pt>
    <dgm:pt modelId="{0409F307-C9B9-400D-A63D-2D641693808B}" type="pres">
      <dgm:prSet presAssocID="{4295B3E5-06A9-455E-B4E6-C4204F0CA851}" presName="iconSpace" presStyleCnt="0"/>
      <dgm:spPr/>
    </dgm:pt>
    <dgm:pt modelId="{FB6225F8-4796-45A6-8BBB-A67448860688}" type="pres">
      <dgm:prSet presAssocID="{4295B3E5-06A9-455E-B4E6-C4204F0CA851}" presName="parTx" presStyleLbl="revTx" presStyleIdx="0" presStyleCnt="6">
        <dgm:presLayoutVars>
          <dgm:chMax val="0"/>
          <dgm:chPref val="0"/>
        </dgm:presLayoutVars>
      </dgm:prSet>
      <dgm:spPr/>
    </dgm:pt>
    <dgm:pt modelId="{26991E64-AEB5-4682-9935-82E39C94F5AB}" type="pres">
      <dgm:prSet presAssocID="{4295B3E5-06A9-455E-B4E6-C4204F0CA851}" presName="txSpace" presStyleCnt="0"/>
      <dgm:spPr/>
    </dgm:pt>
    <dgm:pt modelId="{8C7FFDE6-D69B-4210-B311-FA23D9DDC8C7}" type="pres">
      <dgm:prSet presAssocID="{4295B3E5-06A9-455E-B4E6-C4204F0CA851}" presName="desTx" presStyleLbl="revTx" presStyleIdx="1" presStyleCnt="6">
        <dgm:presLayoutVars/>
      </dgm:prSet>
      <dgm:spPr/>
    </dgm:pt>
    <dgm:pt modelId="{62905AE5-4F26-4514-A75D-6A1C419F6E00}" type="pres">
      <dgm:prSet presAssocID="{F4000B28-F27E-4097-96B2-F483B7BC56F2}" presName="sibTrans" presStyleCnt="0"/>
      <dgm:spPr/>
    </dgm:pt>
    <dgm:pt modelId="{4EF9E2AD-5863-46DD-8D3B-5759D03F4890}" type="pres">
      <dgm:prSet presAssocID="{73DCC84D-01E1-4518-8ED8-04FEB27D7431}" presName="compNode" presStyleCnt="0"/>
      <dgm:spPr/>
    </dgm:pt>
    <dgm:pt modelId="{A1988AB7-6A33-43BC-8BDE-9266FB312234}" type="pres">
      <dgm:prSet presAssocID="{73DCC84D-01E1-4518-8ED8-04FEB27D7431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ğlı değil"/>
        </a:ext>
      </dgm:extLst>
    </dgm:pt>
    <dgm:pt modelId="{3E592FAF-8504-4217-85F1-632A50A1C9D3}" type="pres">
      <dgm:prSet presAssocID="{73DCC84D-01E1-4518-8ED8-04FEB27D7431}" presName="iconSpace" presStyleCnt="0"/>
      <dgm:spPr/>
    </dgm:pt>
    <dgm:pt modelId="{36432982-706F-4BD9-82C7-B6FEC58DD06A}" type="pres">
      <dgm:prSet presAssocID="{73DCC84D-01E1-4518-8ED8-04FEB27D7431}" presName="parTx" presStyleLbl="revTx" presStyleIdx="2" presStyleCnt="6">
        <dgm:presLayoutVars>
          <dgm:chMax val="0"/>
          <dgm:chPref val="0"/>
        </dgm:presLayoutVars>
      </dgm:prSet>
      <dgm:spPr/>
    </dgm:pt>
    <dgm:pt modelId="{DDDD0337-9D7D-4091-A730-987552052919}" type="pres">
      <dgm:prSet presAssocID="{73DCC84D-01E1-4518-8ED8-04FEB27D7431}" presName="txSpace" presStyleCnt="0"/>
      <dgm:spPr/>
    </dgm:pt>
    <dgm:pt modelId="{D82DAA24-85DF-4BBA-B70C-279A942D2BF7}" type="pres">
      <dgm:prSet presAssocID="{73DCC84D-01E1-4518-8ED8-04FEB27D7431}" presName="desTx" presStyleLbl="revTx" presStyleIdx="3" presStyleCnt="6">
        <dgm:presLayoutVars/>
      </dgm:prSet>
      <dgm:spPr/>
    </dgm:pt>
    <dgm:pt modelId="{81384972-AD80-4A60-9AFA-4F0EE15B1F02}" type="pres">
      <dgm:prSet presAssocID="{3A705B86-5E9D-4DAF-BAFA-BD037D728E0F}" presName="sibTrans" presStyleCnt="0"/>
      <dgm:spPr/>
    </dgm:pt>
    <dgm:pt modelId="{2B2139CA-EA3C-48CB-84FF-A46E26317A5F}" type="pres">
      <dgm:prSet presAssocID="{B387C754-BCF3-425E-B07E-32DA37FC485E}" presName="compNode" presStyleCnt="0"/>
      <dgm:spPr/>
    </dgm:pt>
    <dgm:pt modelId="{83942937-7BD8-450A-8099-7298E0611458}" type="pres">
      <dgm:prSet presAssocID="{B387C754-BCF3-425E-B07E-32DA37FC485E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Veri tabanı"/>
        </a:ext>
      </dgm:extLst>
    </dgm:pt>
    <dgm:pt modelId="{8A75D65A-A652-4870-886B-A9B96DF46843}" type="pres">
      <dgm:prSet presAssocID="{B387C754-BCF3-425E-B07E-32DA37FC485E}" presName="iconSpace" presStyleCnt="0"/>
      <dgm:spPr/>
    </dgm:pt>
    <dgm:pt modelId="{4C611D53-8883-4F6A-B369-58E7D6FE0737}" type="pres">
      <dgm:prSet presAssocID="{B387C754-BCF3-425E-B07E-32DA37FC485E}" presName="parTx" presStyleLbl="revTx" presStyleIdx="4" presStyleCnt="6">
        <dgm:presLayoutVars>
          <dgm:chMax val="0"/>
          <dgm:chPref val="0"/>
        </dgm:presLayoutVars>
      </dgm:prSet>
      <dgm:spPr/>
    </dgm:pt>
    <dgm:pt modelId="{ED630142-0238-42C6-8C92-A23152C4FDC3}" type="pres">
      <dgm:prSet presAssocID="{B387C754-BCF3-425E-B07E-32DA37FC485E}" presName="txSpace" presStyleCnt="0"/>
      <dgm:spPr/>
    </dgm:pt>
    <dgm:pt modelId="{2931D4FD-B345-4A0A-A97C-0B35A2D05324}" type="pres">
      <dgm:prSet presAssocID="{B387C754-BCF3-425E-B07E-32DA37FC485E}" presName="desTx" presStyleLbl="revTx" presStyleIdx="5" presStyleCnt="6">
        <dgm:presLayoutVars/>
      </dgm:prSet>
      <dgm:spPr/>
    </dgm:pt>
  </dgm:ptLst>
  <dgm:cxnLst>
    <dgm:cxn modelId="{374E3003-EA3A-4C34-8A01-DABF954F8F11}" srcId="{0F165D5B-0FF1-4580-AC54-7451EDDF45EA}" destId="{B387C754-BCF3-425E-B07E-32DA37FC485E}" srcOrd="2" destOrd="0" parTransId="{EDC41C29-34BB-4321-8A79-FC60BC19CFE9}" sibTransId="{CDBA81E4-7085-4854-80CE-B426BC622BD6}"/>
    <dgm:cxn modelId="{B4FF5210-F997-44C4-8DBD-A3C87105598F}" type="presOf" srcId="{E5F7DA54-3DFB-4DAF-A20F-C686A4360C50}" destId="{2931D4FD-B345-4A0A-A97C-0B35A2D05324}" srcOrd="0" destOrd="1" presId="urn:microsoft.com/office/officeart/2018/5/layout/CenteredIconLabelDescriptionList"/>
    <dgm:cxn modelId="{CB5D421B-F3FF-48E4-AC0B-13A84B994335}" type="presOf" srcId="{2913BC6B-252B-4829-98EE-51E5493BB649}" destId="{D82DAA24-85DF-4BBA-B70C-279A942D2BF7}" srcOrd="0" destOrd="0" presId="urn:microsoft.com/office/officeart/2018/5/layout/CenteredIconLabelDescriptionList"/>
    <dgm:cxn modelId="{0C12CB2D-35FC-4C06-BAF2-DBED86009073}" srcId="{4295B3E5-06A9-455E-B4E6-C4204F0CA851}" destId="{3BD9293E-501C-4B08-A07D-1900479E556A}" srcOrd="0" destOrd="0" parTransId="{7AC4938E-0C2E-4768-9867-295A7FA0F983}" sibTransId="{55F251B0-15BD-408B-9067-A12B6BC01CEC}"/>
    <dgm:cxn modelId="{B001E32D-A01E-445F-B691-D8DD65FACAE2}" srcId="{73DCC84D-01E1-4518-8ED8-04FEB27D7431}" destId="{88A06C3E-CCCB-4092-AF98-7EADB9DA4647}" srcOrd="1" destOrd="0" parTransId="{733FFE38-93EC-40A9-BCAA-83F642DFFECC}" sibTransId="{31055921-CBDB-47AC-B650-E72792112432}"/>
    <dgm:cxn modelId="{C7614E2E-C630-4E02-90AD-1A6A41E6DBF7}" srcId="{B387C754-BCF3-425E-B07E-32DA37FC485E}" destId="{C8365E72-867F-4E87-9DEF-61E90609D295}" srcOrd="2" destOrd="0" parTransId="{91908251-4D4C-4BBE-82AA-E531836782A1}" sibTransId="{550E446C-ED20-4CCF-8AB7-4BC2A3104DF7}"/>
    <dgm:cxn modelId="{08D57B3E-2FE6-4329-8CCC-9B4D7EAB9E63}" type="presOf" srcId="{88A06C3E-CCCB-4092-AF98-7EADB9DA4647}" destId="{D82DAA24-85DF-4BBA-B70C-279A942D2BF7}" srcOrd="0" destOrd="1" presId="urn:microsoft.com/office/officeart/2018/5/layout/CenteredIconLabelDescriptionList"/>
    <dgm:cxn modelId="{A81CDD43-D712-4B78-A44C-B4A386CA68BA}" type="presOf" srcId="{3BD9293E-501C-4B08-A07D-1900479E556A}" destId="{8C7FFDE6-D69B-4210-B311-FA23D9DDC8C7}" srcOrd="0" destOrd="0" presId="urn:microsoft.com/office/officeart/2018/5/layout/CenteredIconLabelDescriptionList"/>
    <dgm:cxn modelId="{49668968-0371-4AD7-8BD7-0C81AD2E1A06}" srcId="{0F165D5B-0FF1-4580-AC54-7451EDDF45EA}" destId="{73DCC84D-01E1-4518-8ED8-04FEB27D7431}" srcOrd="1" destOrd="0" parTransId="{F66E9F1B-972B-45C8-8A1A-7D982183C88D}" sibTransId="{3A705B86-5E9D-4DAF-BAFA-BD037D728E0F}"/>
    <dgm:cxn modelId="{D6828B59-CD3E-4CD6-BCEC-F94EE4FD94D4}" type="presOf" srcId="{4295B3E5-06A9-455E-B4E6-C4204F0CA851}" destId="{FB6225F8-4796-45A6-8BBB-A67448860688}" srcOrd="0" destOrd="0" presId="urn:microsoft.com/office/officeart/2018/5/layout/CenteredIconLabelDescriptionList"/>
    <dgm:cxn modelId="{9F54517E-8306-4E9E-A2E4-60560698ADB0}" srcId="{B387C754-BCF3-425E-B07E-32DA37FC485E}" destId="{E5F7DA54-3DFB-4DAF-A20F-C686A4360C50}" srcOrd="1" destOrd="0" parTransId="{628D5FC5-74CA-41D3-96A8-5AAA56C8C754}" sibTransId="{87EB44D9-E783-4E65-826B-A33E276B12BA}"/>
    <dgm:cxn modelId="{11642A86-0429-4E12-AB0A-E82F93F6AD22}" srcId="{0F165D5B-0FF1-4580-AC54-7451EDDF45EA}" destId="{4295B3E5-06A9-455E-B4E6-C4204F0CA851}" srcOrd="0" destOrd="0" parTransId="{15076164-790A-4A06-971F-F5521E630F65}" sibTransId="{F4000B28-F27E-4097-96B2-F483B7BC56F2}"/>
    <dgm:cxn modelId="{BF19B19A-101E-4FEC-9478-273CD7AE97FD}" type="presOf" srcId="{C8365E72-867F-4E87-9DEF-61E90609D295}" destId="{2931D4FD-B345-4A0A-A97C-0B35A2D05324}" srcOrd="0" destOrd="2" presId="urn:microsoft.com/office/officeart/2018/5/layout/CenteredIconLabelDescriptionList"/>
    <dgm:cxn modelId="{3D46E3AA-018B-4D8F-AF1E-F0D4A1B4C3F4}" type="presOf" srcId="{3966E179-68E7-473B-A95B-75FC7B1340FB}" destId="{8C7FFDE6-D69B-4210-B311-FA23D9DDC8C7}" srcOrd="0" destOrd="2" presId="urn:microsoft.com/office/officeart/2018/5/layout/CenteredIconLabelDescriptionList"/>
    <dgm:cxn modelId="{25CC99B6-D873-4766-8EDF-617FB52181A5}" type="presOf" srcId="{9F288A51-090F-4659-9EE9-CB935E980809}" destId="{2931D4FD-B345-4A0A-A97C-0B35A2D05324}" srcOrd="0" destOrd="0" presId="urn:microsoft.com/office/officeart/2018/5/layout/CenteredIconLabelDescriptionList"/>
    <dgm:cxn modelId="{A24537B7-F660-4E1E-A4DF-EF5809A7BDC5}" type="presOf" srcId="{73DCC84D-01E1-4518-8ED8-04FEB27D7431}" destId="{36432982-706F-4BD9-82C7-B6FEC58DD06A}" srcOrd="0" destOrd="0" presId="urn:microsoft.com/office/officeart/2018/5/layout/CenteredIconLabelDescriptionList"/>
    <dgm:cxn modelId="{DBD57AC3-8B47-44B7-AEBA-1D4AE4D9B049}" srcId="{B387C754-BCF3-425E-B07E-32DA37FC485E}" destId="{9F288A51-090F-4659-9EE9-CB935E980809}" srcOrd="0" destOrd="0" parTransId="{2DD07C47-14D0-4F51-9FEC-B0395B696F0B}" sibTransId="{BEC93619-8736-4CDD-A476-728B2E209A1D}"/>
    <dgm:cxn modelId="{C2C086E8-7329-4E63-AF63-3E7E607FC438}" type="presOf" srcId="{B387C754-BCF3-425E-B07E-32DA37FC485E}" destId="{4C611D53-8883-4F6A-B369-58E7D6FE0737}" srcOrd="0" destOrd="0" presId="urn:microsoft.com/office/officeart/2018/5/layout/CenteredIconLabelDescriptionList"/>
    <dgm:cxn modelId="{1A36BEF0-BD22-4EAD-BB51-BA5FB8030665}" srcId="{73DCC84D-01E1-4518-8ED8-04FEB27D7431}" destId="{2913BC6B-252B-4829-98EE-51E5493BB649}" srcOrd="0" destOrd="0" parTransId="{04C60A8D-D6B8-470D-9549-66D5D8DAAC38}" sibTransId="{A9424911-20F2-48FD-BF03-D6F55F4334E3}"/>
    <dgm:cxn modelId="{C91E5EF1-74B8-4272-8C1D-BA0380B333FA}" type="presOf" srcId="{A8084DA0-9D1B-41E0-91ED-7FE088D0C47C}" destId="{8C7FFDE6-D69B-4210-B311-FA23D9DDC8C7}" srcOrd="0" destOrd="1" presId="urn:microsoft.com/office/officeart/2018/5/layout/CenteredIconLabelDescriptionList"/>
    <dgm:cxn modelId="{435E82F8-1B9E-44FF-8706-1D0DE6742ECC}" srcId="{4295B3E5-06A9-455E-B4E6-C4204F0CA851}" destId="{3966E179-68E7-473B-A95B-75FC7B1340FB}" srcOrd="2" destOrd="0" parTransId="{1DE448BB-A34B-4005-937C-847A5D7A81BF}" sibTransId="{2B654277-D906-4CF7-807B-EC114F7B34D3}"/>
    <dgm:cxn modelId="{261B9DFB-8950-44A6-BD50-20151D86AD8B}" type="presOf" srcId="{0F165D5B-0FF1-4580-AC54-7451EDDF45EA}" destId="{76AAD6DB-741F-4B02-AABE-E07DA6B4B026}" srcOrd="0" destOrd="0" presId="urn:microsoft.com/office/officeart/2018/5/layout/CenteredIconLabelDescriptionList"/>
    <dgm:cxn modelId="{61851FFF-C4A6-4CFF-B3BE-B7400DF84F5E}" srcId="{4295B3E5-06A9-455E-B4E6-C4204F0CA851}" destId="{A8084DA0-9D1B-41E0-91ED-7FE088D0C47C}" srcOrd="1" destOrd="0" parTransId="{04B673C6-7776-48E6-BBC5-9E4DA8BBD834}" sibTransId="{A334164B-18A7-4338-8618-154557FFB640}"/>
    <dgm:cxn modelId="{A276885E-8031-4972-A016-EDE7FB5D112B}" type="presParOf" srcId="{76AAD6DB-741F-4B02-AABE-E07DA6B4B026}" destId="{0A082C36-08B0-4F53-A2F9-E979CACBA71A}" srcOrd="0" destOrd="0" presId="urn:microsoft.com/office/officeart/2018/5/layout/CenteredIconLabelDescriptionList"/>
    <dgm:cxn modelId="{4E707AF0-D77B-41FD-8A1A-210F90C45706}" type="presParOf" srcId="{0A082C36-08B0-4F53-A2F9-E979CACBA71A}" destId="{996A981A-B967-47EF-AE90-FE8A50F891AC}" srcOrd="0" destOrd="0" presId="urn:microsoft.com/office/officeart/2018/5/layout/CenteredIconLabelDescriptionList"/>
    <dgm:cxn modelId="{4DFE8AFC-5931-4844-81A7-D857F34B9ABE}" type="presParOf" srcId="{0A082C36-08B0-4F53-A2F9-E979CACBA71A}" destId="{0409F307-C9B9-400D-A63D-2D641693808B}" srcOrd="1" destOrd="0" presId="urn:microsoft.com/office/officeart/2018/5/layout/CenteredIconLabelDescriptionList"/>
    <dgm:cxn modelId="{3CFE3C6B-7AF4-4C69-AF13-A1E6B0E525DF}" type="presParOf" srcId="{0A082C36-08B0-4F53-A2F9-E979CACBA71A}" destId="{FB6225F8-4796-45A6-8BBB-A67448860688}" srcOrd="2" destOrd="0" presId="urn:microsoft.com/office/officeart/2018/5/layout/CenteredIconLabelDescriptionList"/>
    <dgm:cxn modelId="{7C96B97E-2FD8-4901-9F28-7F2934D9491E}" type="presParOf" srcId="{0A082C36-08B0-4F53-A2F9-E979CACBA71A}" destId="{26991E64-AEB5-4682-9935-82E39C94F5AB}" srcOrd="3" destOrd="0" presId="urn:microsoft.com/office/officeart/2018/5/layout/CenteredIconLabelDescriptionList"/>
    <dgm:cxn modelId="{E900C92F-2C04-4B7F-97E4-A5E457C6DDE6}" type="presParOf" srcId="{0A082C36-08B0-4F53-A2F9-E979CACBA71A}" destId="{8C7FFDE6-D69B-4210-B311-FA23D9DDC8C7}" srcOrd="4" destOrd="0" presId="urn:microsoft.com/office/officeart/2018/5/layout/CenteredIconLabelDescriptionList"/>
    <dgm:cxn modelId="{12E99D11-4B6A-403A-9382-082A496912E7}" type="presParOf" srcId="{76AAD6DB-741F-4B02-AABE-E07DA6B4B026}" destId="{62905AE5-4F26-4514-A75D-6A1C419F6E00}" srcOrd="1" destOrd="0" presId="urn:microsoft.com/office/officeart/2018/5/layout/CenteredIconLabelDescriptionList"/>
    <dgm:cxn modelId="{0BE1E1D2-0634-40FC-A777-BA0F0BE15471}" type="presParOf" srcId="{76AAD6DB-741F-4B02-AABE-E07DA6B4B026}" destId="{4EF9E2AD-5863-46DD-8D3B-5759D03F4890}" srcOrd="2" destOrd="0" presId="urn:microsoft.com/office/officeart/2018/5/layout/CenteredIconLabelDescriptionList"/>
    <dgm:cxn modelId="{7F3E5FDA-0F15-4763-8404-6EB23E9F69DD}" type="presParOf" srcId="{4EF9E2AD-5863-46DD-8D3B-5759D03F4890}" destId="{A1988AB7-6A33-43BC-8BDE-9266FB312234}" srcOrd="0" destOrd="0" presId="urn:microsoft.com/office/officeart/2018/5/layout/CenteredIconLabelDescriptionList"/>
    <dgm:cxn modelId="{F7615148-4D4A-461E-B641-EB6C8A7E058E}" type="presParOf" srcId="{4EF9E2AD-5863-46DD-8D3B-5759D03F4890}" destId="{3E592FAF-8504-4217-85F1-632A50A1C9D3}" srcOrd="1" destOrd="0" presId="urn:microsoft.com/office/officeart/2018/5/layout/CenteredIconLabelDescriptionList"/>
    <dgm:cxn modelId="{B3AD9B67-64EA-429A-B94B-B8B0860F88A5}" type="presParOf" srcId="{4EF9E2AD-5863-46DD-8D3B-5759D03F4890}" destId="{36432982-706F-4BD9-82C7-B6FEC58DD06A}" srcOrd="2" destOrd="0" presId="urn:microsoft.com/office/officeart/2018/5/layout/CenteredIconLabelDescriptionList"/>
    <dgm:cxn modelId="{760480A2-6729-4D37-A344-E08B5F03E519}" type="presParOf" srcId="{4EF9E2AD-5863-46DD-8D3B-5759D03F4890}" destId="{DDDD0337-9D7D-4091-A730-987552052919}" srcOrd="3" destOrd="0" presId="urn:microsoft.com/office/officeart/2018/5/layout/CenteredIconLabelDescriptionList"/>
    <dgm:cxn modelId="{3684C4C8-977E-4036-ACF6-0FF9C803FB18}" type="presParOf" srcId="{4EF9E2AD-5863-46DD-8D3B-5759D03F4890}" destId="{D82DAA24-85DF-4BBA-B70C-279A942D2BF7}" srcOrd="4" destOrd="0" presId="urn:microsoft.com/office/officeart/2018/5/layout/CenteredIconLabelDescriptionList"/>
    <dgm:cxn modelId="{9E6EEBE4-2DD5-4040-914F-B9F656261578}" type="presParOf" srcId="{76AAD6DB-741F-4B02-AABE-E07DA6B4B026}" destId="{81384972-AD80-4A60-9AFA-4F0EE15B1F02}" srcOrd="3" destOrd="0" presId="urn:microsoft.com/office/officeart/2018/5/layout/CenteredIconLabelDescriptionList"/>
    <dgm:cxn modelId="{AA71F2E1-4682-4013-BFC0-30EB818E4B49}" type="presParOf" srcId="{76AAD6DB-741F-4B02-AABE-E07DA6B4B026}" destId="{2B2139CA-EA3C-48CB-84FF-A46E26317A5F}" srcOrd="4" destOrd="0" presId="urn:microsoft.com/office/officeart/2018/5/layout/CenteredIconLabelDescriptionList"/>
    <dgm:cxn modelId="{1DD6DCE0-A2FE-4903-85E5-734210E43AB5}" type="presParOf" srcId="{2B2139CA-EA3C-48CB-84FF-A46E26317A5F}" destId="{83942937-7BD8-450A-8099-7298E0611458}" srcOrd="0" destOrd="0" presId="urn:microsoft.com/office/officeart/2018/5/layout/CenteredIconLabelDescriptionList"/>
    <dgm:cxn modelId="{08E3C006-38B7-4D2A-9D1E-D9DD95941ADE}" type="presParOf" srcId="{2B2139CA-EA3C-48CB-84FF-A46E26317A5F}" destId="{8A75D65A-A652-4870-886B-A9B96DF46843}" srcOrd="1" destOrd="0" presId="urn:microsoft.com/office/officeart/2018/5/layout/CenteredIconLabelDescriptionList"/>
    <dgm:cxn modelId="{59133CF2-795A-4B28-AB6E-4AD8200D90F3}" type="presParOf" srcId="{2B2139CA-EA3C-48CB-84FF-A46E26317A5F}" destId="{4C611D53-8883-4F6A-B369-58E7D6FE0737}" srcOrd="2" destOrd="0" presId="urn:microsoft.com/office/officeart/2018/5/layout/CenteredIconLabelDescriptionList"/>
    <dgm:cxn modelId="{ED8BDE0A-650C-4E44-9897-556320A4F6A1}" type="presParOf" srcId="{2B2139CA-EA3C-48CB-84FF-A46E26317A5F}" destId="{ED630142-0238-42C6-8C92-A23152C4FDC3}" srcOrd="3" destOrd="0" presId="urn:microsoft.com/office/officeart/2018/5/layout/CenteredIconLabelDescriptionList"/>
    <dgm:cxn modelId="{B5057842-F9CF-48E8-8E91-A7F78C5574FE}" type="presParOf" srcId="{2B2139CA-EA3C-48CB-84FF-A46E26317A5F}" destId="{2931D4FD-B345-4A0A-A97C-0B35A2D0532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6.xml><?xml version="1.0" encoding="utf-8"?>
<dgm:dataModel xmlns:dgm="http://schemas.openxmlformats.org/drawingml/2006/diagram" xmlns:a="http://schemas.openxmlformats.org/drawingml/2006/main">
  <dgm:ptLst>
    <dgm:pt modelId="{1D893F49-E441-490F-9FF5-945D23A807F4}" type="doc">
      <dgm:prSet loTypeId="urn:microsoft.com/office/officeart/2005/8/layout/list1" loCatId="list" qsTypeId="urn:microsoft.com/office/officeart/2005/8/quickstyle/simple1" qsCatId="simple" csTypeId="urn:microsoft.com/office/officeart/2005/8/colors/accent5_2" csCatId="accent5"/>
      <dgm:spPr/>
      <dgm:t>
        <a:bodyPr/>
        <a:lstStyle/>
        <a:p>
          <a:endParaRPr lang="en-US"/>
        </a:p>
      </dgm:t>
    </dgm:pt>
    <dgm:pt modelId="{1C79E4FA-2EE4-4DC8-8952-1AA68C676B20}">
      <dgm:prSet/>
      <dgm:spPr/>
      <dgm:t>
        <a:bodyPr/>
        <a:lstStyle/>
        <a:p>
          <a:r>
            <a:rPr lang="tr-TR"/>
            <a:t>GetBlockTemplate (GBT)</a:t>
          </a:r>
          <a:endParaRPr lang="en-US"/>
        </a:p>
      </dgm:t>
    </dgm:pt>
    <dgm:pt modelId="{0A9DBDA2-61EE-4D52-BB97-C465F382A321}" type="parTrans" cxnId="{AD0BB03E-F1D9-45E2-A98D-FF1C495086CD}">
      <dgm:prSet/>
      <dgm:spPr/>
      <dgm:t>
        <a:bodyPr/>
        <a:lstStyle/>
        <a:p>
          <a:endParaRPr lang="en-US"/>
        </a:p>
      </dgm:t>
    </dgm:pt>
    <dgm:pt modelId="{990727B8-1908-4858-802D-48ED86EC7635}" type="sibTrans" cxnId="{AD0BB03E-F1D9-45E2-A98D-FF1C495086CD}">
      <dgm:prSet/>
      <dgm:spPr/>
      <dgm:t>
        <a:bodyPr/>
        <a:lstStyle/>
        <a:p>
          <a:endParaRPr lang="en-US"/>
        </a:p>
      </dgm:t>
    </dgm:pt>
    <dgm:pt modelId="{9D040CB1-6BFB-4D56-A834-F8522B1E6034}">
      <dgm:prSet/>
      <dgm:spPr/>
      <dgm:t>
        <a:bodyPr/>
        <a:lstStyle/>
        <a:p>
          <a:r>
            <a:rPr lang="tr-TR"/>
            <a:t>Older standard</a:t>
          </a:r>
          <a:endParaRPr lang="en-US"/>
        </a:p>
      </dgm:t>
    </dgm:pt>
    <dgm:pt modelId="{05B47282-A9E2-460D-81D4-7D2966BD96DE}" type="parTrans" cxnId="{B0547E84-6C12-4019-ABA8-5861D47DE874}">
      <dgm:prSet/>
      <dgm:spPr/>
      <dgm:t>
        <a:bodyPr/>
        <a:lstStyle/>
        <a:p>
          <a:endParaRPr lang="en-US"/>
        </a:p>
      </dgm:t>
    </dgm:pt>
    <dgm:pt modelId="{C7D93BEF-8982-4EE5-92DA-DE8C15D7DF36}" type="sibTrans" cxnId="{B0547E84-6C12-4019-ABA8-5861D47DE874}">
      <dgm:prSet/>
      <dgm:spPr/>
      <dgm:t>
        <a:bodyPr/>
        <a:lstStyle/>
        <a:p>
          <a:endParaRPr lang="en-US"/>
        </a:p>
      </dgm:t>
    </dgm:pt>
    <dgm:pt modelId="{F1FE8A7A-E366-4D2A-8CD3-F0873D1307B9}">
      <dgm:prSet/>
      <dgm:spPr/>
      <dgm:t>
        <a:bodyPr/>
        <a:lstStyle/>
        <a:p>
          <a:r>
            <a:rPr lang="tr-TR"/>
            <a:t>mostly obsolete since late 2012</a:t>
          </a:r>
          <a:endParaRPr lang="en-US"/>
        </a:p>
      </dgm:t>
    </dgm:pt>
    <dgm:pt modelId="{EFA3CD6F-CBF3-454C-87B8-C976975A16DD}" type="parTrans" cxnId="{F790E866-87CB-4497-A8CF-6E5A9B01CD75}">
      <dgm:prSet/>
      <dgm:spPr/>
      <dgm:t>
        <a:bodyPr/>
        <a:lstStyle/>
        <a:p>
          <a:endParaRPr lang="en-US"/>
        </a:p>
      </dgm:t>
    </dgm:pt>
    <dgm:pt modelId="{F5722169-2682-4876-88A3-04424362E7D4}" type="sibTrans" cxnId="{F790E866-87CB-4497-A8CF-6E5A9B01CD75}">
      <dgm:prSet/>
      <dgm:spPr/>
      <dgm:t>
        <a:bodyPr/>
        <a:lstStyle/>
        <a:p>
          <a:endParaRPr lang="en-US"/>
        </a:p>
      </dgm:t>
    </dgm:pt>
    <dgm:pt modelId="{9E897A48-E9F7-492E-B1E1-70A6139FE610}">
      <dgm:prSet/>
      <dgm:spPr/>
      <dgm:t>
        <a:bodyPr/>
        <a:lstStyle/>
        <a:p>
          <a:r>
            <a:rPr lang="tr-TR"/>
            <a:t>Doesn’t easily support hash rates over 4GH/s</a:t>
          </a:r>
          <a:endParaRPr lang="en-US"/>
        </a:p>
      </dgm:t>
    </dgm:pt>
    <dgm:pt modelId="{D2FF79B9-A092-470A-808A-396E746CFBAD}" type="parTrans" cxnId="{D0CF73F2-424F-4721-AB9C-9788D3DF8E9B}">
      <dgm:prSet/>
      <dgm:spPr/>
      <dgm:t>
        <a:bodyPr/>
        <a:lstStyle/>
        <a:p>
          <a:endParaRPr lang="en-US"/>
        </a:p>
      </dgm:t>
    </dgm:pt>
    <dgm:pt modelId="{B3F6E573-8523-430B-B78A-815ACAAD4061}" type="sibTrans" cxnId="{D0CF73F2-424F-4721-AB9C-9788D3DF8E9B}">
      <dgm:prSet/>
      <dgm:spPr/>
      <dgm:t>
        <a:bodyPr/>
        <a:lstStyle/>
        <a:p>
          <a:endParaRPr lang="en-US"/>
        </a:p>
      </dgm:t>
    </dgm:pt>
    <dgm:pt modelId="{81096222-9CDA-44AA-8D23-B92A44F5C4F1}">
      <dgm:prSet/>
      <dgm:spPr/>
      <dgm:t>
        <a:bodyPr/>
        <a:lstStyle/>
        <a:p>
          <a:r>
            <a:rPr lang="tr-TR"/>
            <a:t>Stratum (STM) </a:t>
          </a:r>
          <a:endParaRPr lang="en-US"/>
        </a:p>
      </dgm:t>
    </dgm:pt>
    <dgm:pt modelId="{B20CC4CF-A10B-4894-8932-BAB8346C16C5}" type="parTrans" cxnId="{7E8F32C4-29A2-4611-B198-EFF1ECBF254A}">
      <dgm:prSet/>
      <dgm:spPr/>
      <dgm:t>
        <a:bodyPr/>
        <a:lstStyle/>
        <a:p>
          <a:endParaRPr lang="en-US"/>
        </a:p>
      </dgm:t>
    </dgm:pt>
    <dgm:pt modelId="{C8F1F713-3A6E-4A10-A905-7DB8A92B6004}" type="sibTrans" cxnId="{7E8F32C4-29A2-4611-B198-EFF1ECBF254A}">
      <dgm:prSet/>
      <dgm:spPr/>
      <dgm:t>
        <a:bodyPr/>
        <a:lstStyle/>
        <a:p>
          <a:endParaRPr lang="en-US"/>
        </a:p>
      </dgm:t>
    </dgm:pt>
    <dgm:pt modelId="{01FCCC5C-F93F-4DF5-9D53-C4A745401D7A}" type="pres">
      <dgm:prSet presAssocID="{1D893F49-E441-490F-9FF5-945D23A807F4}" presName="linear" presStyleCnt="0">
        <dgm:presLayoutVars>
          <dgm:dir/>
          <dgm:animLvl val="lvl"/>
          <dgm:resizeHandles val="exact"/>
        </dgm:presLayoutVars>
      </dgm:prSet>
      <dgm:spPr/>
    </dgm:pt>
    <dgm:pt modelId="{75C9C248-7E19-4282-8C32-E0BE3EDC330D}" type="pres">
      <dgm:prSet presAssocID="{1C79E4FA-2EE4-4DC8-8952-1AA68C676B20}" presName="parentLin" presStyleCnt="0"/>
      <dgm:spPr/>
    </dgm:pt>
    <dgm:pt modelId="{FC357DAE-1D61-4352-B48F-D8636AF35F0C}" type="pres">
      <dgm:prSet presAssocID="{1C79E4FA-2EE4-4DC8-8952-1AA68C676B20}" presName="parentLeftMargin" presStyleLbl="node1" presStyleIdx="0" presStyleCnt="2"/>
      <dgm:spPr/>
    </dgm:pt>
    <dgm:pt modelId="{EFF48C73-C7A7-4167-A237-8F0ED82AD2DD}" type="pres">
      <dgm:prSet presAssocID="{1C79E4FA-2EE4-4DC8-8952-1AA68C676B20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3955DD12-4C02-49D4-8E10-83D17FDBCB54}" type="pres">
      <dgm:prSet presAssocID="{1C79E4FA-2EE4-4DC8-8952-1AA68C676B20}" presName="negativeSpace" presStyleCnt="0"/>
      <dgm:spPr/>
    </dgm:pt>
    <dgm:pt modelId="{39FB9FEB-4AD6-4723-B110-115273CC493B}" type="pres">
      <dgm:prSet presAssocID="{1C79E4FA-2EE4-4DC8-8952-1AA68C676B20}" presName="childText" presStyleLbl="conFgAcc1" presStyleIdx="0" presStyleCnt="2">
        <dgm:presLayoutVars>
          <dgm:bulletEnabled val="1"/>
        </dgm:presLayoutVars>
      </dgm:prSet>
      <dgm:spPr/>
    </dgm:pt>
    <dgm:pt modelId="{7796BE4F-5DB7-44B5-A66F-7EF4494071D9}" type="pres">
      <dgm:prSet presAssocID="{990727B8-1908-4858-802D-48ED86EC7635}" presName="spaceBetweenRectangles" presStyleCnt="0"/>
      <dgm:spPr/>
    </dgm:pt>
    <dgm:pt modelId="{C8EA37D6-787B-401B-A9CB-F394A83FD439}" type="pres">
      <dgm:prSet presAssocID="{81096222-9CDA-44AA-8D23-B92A44F5C4F1}" presName="parentLin" presStyleCnt="0"/>
      <dgm:spPr/>
    </dgm:pt>
    <dgm:pt modelId="{8CB6EF6C-D9AE-4159-92FD-CF608084FEA2}" type="pres">
      <dgm:prSet presAssocID="{81096222-9CDA-44AA-8D23-B92A44F5C4F1}" presName="parentLeftMargin" presStyleLbl="node1" presStyleIdx="0" presStyleCnt="2"/>
      <dgm:spPr/>
    </dgm:pt>
    <dgm:pt modelId="{D6BC040E-A5E5-4DEF-A7A9-793CB4E9839F}" type="pres">
      <dgm:prSet presAssocID="{81096222-9CDA-44AA-8D23-B92A44F5C4F1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31EEF0F9-B3F3-47D0-83CA-958E35D2E816}" type="pres">
      <dgm:prSet presAssocID="{81096222-9CDA-44AA-8D23-B92A44F5C4F1}" presName="negativeSpace" presStyleCnt="0"/>
      <dgm:spPr/>
    </dgm:pt>
    <dgm:pt modelId="{A22C852F-0639-45F1-9CAE-72FD6858385B}" type="pres">
      <dgm:prSet presAssocID="{81096222-9CDA-44AA-8D23-B92A44F5C4F1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EA58BD10-3B20-4E39-BF92-5834DED40B72}" type="presOf" srcId="{9D040CB1-6BFB-4D56-A834-F8522B1E6034}" destId="{39FB9FEB-4AD6-4723-B110-115273CC493B}" srcOrd="0" destOrd="0" presId="urn:microsoft.com/office/officeart/2005/8/layout/list1"/>
    <dgm:cxn modelId="{AD0BB03E-F1D9-45E2-A98D-FF1C495086CD}" srcId="{1D893F49-E441-490F-9FF5-945D23A807F4}" destId="{1C79E4FA-2EE4-4DC8-8952-1AA68C676B20}" srcOrd="0" destOrd="0" parTransId="{0A9DBDA2-61EE-4D52-BB97-C465F382A321}" sibTransId="{990727B8-1908-4858-802D-48ED86EC7635}"/>
    <dgm:cxn modelId="{13142063-2DF8-46DB-8368-EFB32F46B3D4}" type="presOf" srcId="{1C79E4FA-2EE4-4DC8-8952-1AA68C676B20}" destId="{EFF48C73-C7A7-4167-A237-8F0ED82AD2DD}" srcOrd="1" destOrd="0" presId="urn:microsoft.com/office/officeart/2005/8/layout/list1"/>
    <dgm:cxn modelId="{F790E866-87CB-4497-A8CF-6E5A9B01CD75}" srcId="{1C79E4FA-2EE4-4DC8-8952-1AA68C676B20}" destId="{F1FE8A7A-E366-4D2A-8CD3-F0873D1307B9}" srcOrd="1" destOrd="0" parTransId="{EFA3CD6F-CBF3-454C-87B8-C976975A16DD}" sibTransId="{F5722169-2682-4876-88A3-04424362E7D4}"/>
    <dgm:cxn modelId="{6F04244A-3146-49E9-8282-6A42817555CF}" type="presOf" srcId="{81096222-9CDA-44AA-8D23-B92A44F5C4F1}" destId="{D6BC040E-A5E5-4DEF-A7A9-793CB4E9839F}" srcOrd="1" destOrd="0" presId="urn:microsoft.com/office/officeart/2005/8/layout/list1"/>
    <dgm:cxn modelId="{3533A56D-76D9-4459-96C4-D1E07C3C39CE}" type="presOf" srcId="{F1FE8A7A-E366-4D2A-8CD3-F0873D1307B9}" destId="{39FB9FEB-4AD6-4723-B110-115273CC493B}" srcOrd="0" destOrd="1" presId="urn:microsoft.com/office/officeart/2005/8/layout/list1"/>
    <dgm:cxn modelId="{1D291550-EF20-491E-903E-8F6A8C36B1FD}" type="presOf" srcId="{9E897A48-E9F7-492E-B1E1-70A6139FE610}" destId="{39FB9FEB-4AD6-4723-B110-115273CC493B}" srcOrd="0" destOrd="2" presId="urn:microsoft.com/office/officeart/2005/8/layout/list1"/>
    <dgm:cxn modelId="{B0547E84-6C12-4019-ABA8-5861D47DE874}" srcId="{1C79E4FA-2EE4-4DC8-8952-1AA68C676B20}" destId="{9D040CB1-6BFB-4D56-A834-F8522B1E6034}" srcOrd="0" destOrd="0" parTransId="{05B47282-A9E2-460D-81D4-7D2966BD96DE}" sibTransId="{C7D93BEF-8982-4EE5-92DA-DE8C15D7DF36}"/>
    <dgm:cxn modelId="{6B610C86-B4AA-406F-9C46-DFDFA9A69A13}" type="presOf" srcId="{1C79E4FA-2EE4-4DC8-8952-1AA68C676B20}" destId="{FC357DAE-1D61-4352-B48F-D8636AF35F0C}" srcOrd="0" destOrd="0" presId="urn:microsoft.com/office/officeart/2005/8/layout/list1"/>
    <dgm:cxn modelId="{B0D264A6-3932-494A-997D-6E081B8C71E0}" type="presOf" srcId="{81096222-9CDA-44AA-8D23-B92A44F5C4F1}" destId="{8CB6EF6C-D9AE-4159-92FD-CF608084FEA2}" srcOrd="0" destOrd="0" presId="urn:microsoft.com/office/officeart/2005/8/layout/list1"/>
    <dgm:cxn modelId="{12C4EFBF-962F-42AC-B5B4-D9132A62559D}" type="presOf" srcId="{1D893F49-E441-490F-9FF5-945D23A807F4}" destId="{01FCCC5C-F93F-4DF5-9D53-C4A745401D7A}" srcOrd="0" destOrd="0" presId="urn:microsoft.com/office/officeart/2005/8/layout/list1"/>
    <dgm:cxn modelId="{7E8F32C4-29A2-4611-B198-EFF1ECBF254A}" srcId="{1D893F49-E441-490F-9FF5-945D23A807F4}" destId="{81096222-9CDA-44AA-8D23-B92A44F5C4F1}" srcOrd="1" destOrd="0" parTransId="{B20CC4CF-A10B-4894-8932-BAB8346C16C5}" sibTransId="{C8F1F713-3A6E-4A10-A905-7DB8A92B6004}"/>
    <dgm:cxn modelId="{D0CF73F2-424F-4721-AB9C-9788D3DF8E9B}" srcId="{1C79E4FA-2EE4-4DC8-8952-1AA68C676B20}" destId="{9E897A48-E9F7-492E-B1E1-70A6139FE610}" srcOrd="2" destOrd="0" parTransId="{D2FF79B9-A092-470A-808A-396E746CFBAD}" sibTransId="{B3F6E573-8523-430B-B78A-815ACAAD4061}"/>
    <dgm:cxn modelId="{7F5A79E7-57E1-4275-B19D-BE088469AB0E}" type="presParOf" srcId="{01FCCC5C-F93F-4DF5-9D53-C4A745401D7A}" destId="{75C9C248-7E19-4282-8C32-E0BE3EDC330D}" srcOrd="0" destOrd="0" presId="urn:microsoft.com/office/officeart/2005/8/layout/list1"/>
    <dgm:cxn modelId="{EDEF62F1-2E43-4DF5-9185-700FBB331A0F}" type="presParOf" srcId="{75C9C248-7E19-4282-8C32-E0BE3EDC330D}" destId="{FC357DAE-1D61-4352-B48F-D8636AF35F0C}" srcOrd="0" destOrd="0" presId="urn:microsoft.com/office/officeart/2005/8/layout/list1"/>
    <dgm:cxn modelId="{31E6A2E8-7530-4D51-A92C-A26C6011773E}" type="presParOf" srcId="{75C9C248-7E19-4282-8C32-E0BE3EDC330D}" destId="{EFF48C73-C7A7-4167-A237-8F0ED82AD2DD}" srcOrd="1" destOrd="0" presId="urn:microsoft.com/office/officeart/2005/8/layout/list1"/>
    <dgm:cxn modelId="{AEA4F8D6-A448-4267-84C7-6715D02C1B71}" type="presParOf" srcId="{01FCCC5C-F93F-4DF5-9D53-C4A745401D7A}" destId="{3955DD12-4C02-49D4-8E10-83D17FDBCB54}" srcOrd="1" destOrd="0" presId="urn:microsoft.com/office/officeart/2005/8/layout/list1"/>
    <dgm:cxn modelId="{3CCC39F6-DFC2-4243-8D06-01F2C3E90E4E}" type="presParOf" srcId="{01FCCC5C-F93F-4DF5-9D53-C4A745401D7A}" destId="{39FB9FEB-4AD6-4723-B110-115273CC493B}" srcOrd="2" destOrd="0" presId="urn:microsoft.com/office/officeart/2005/8/layout/list1"/>
    <dgm:cxn modelId="{E1ED3711-746C-4D95-AFD9-B934DD386287}" type="presParOf" srcId="{01FCCC5C-F93F-4DF5-9D53-C4A745401D7A}" destId="{7796BE4F-5DB7-44B5-A66F-7EF4494071D9}" srcOrd="3" destOrd="0" presId="urn:microsoft.com/office/officeart/2005/8/layout/list1"/>
    <dgm:cxn modelId="{8F858193-E6EC-4D43-8FF4-B7038D54048B}" type="presParOf" srcId="{01FCCC5C-F93F-4DF5-9D53-C4A745401D7A}" destId="{C8EA37D6-787B-401B-A9CB-F394A83FD439}" srcOrd="4" destOrd="0" presId="urn:microsoft.com/office/officeart/2005/8/layout/list1"/>
    <dgm:cxn modelId="{ED275853-B79C-4AC5-8ACE-68839BE63217}" type="presParOf" srcId="{C8EA37D6-787B-401B-A9CB-F394A83FD439}" destId="{8CB6EF6C-D9AE-4159-92FD-CF608084FEA2}" srcOrd="0" destOrd="0" presId="urn:microsoft.com/office/officeart/2005/8/layout/list1"/>
    <dgm:cxn modelId="{EC9DAEFA-8EF2-408F-AFD8-6DF8D719CE94}" type="presParOf" srcId="{C8EA37D6-787B-401B-A9CB-F394A83FD439}" destId="{D6BC040E-A5E5-4DEF-A7A9-793CB4E9839F}" srcOrd="1" destOrd="0" presId="urn:microsoft.com/office/officeart/2005/8/layout/list1"/>
    <dgm:cxn modelId="{64258506-02C7-4E7E-95EA-5FC3B45A17D7}" type="presParOf" srcId="{01FCCC5C-F93F-4DF5-9D53-C4A745401D7A}" destId="{31EEF0F9-B3F3-47D0-83CA-958E35D2E816}" srcOrd="5" destOrd="0" presId="urn:microsoft.com/office/officeart/2005/8/layout/list1"/>
    <dgm:cxn modelId="{A32BEA31-0E6E-4173-B91A-7675320D3A32}" type="presParOf" srcId="{01FCCC5C-F93F-4DF5-9D53-C4A745401D7A}" destId="{A22C852F-0639-45F1-9CAE-72FD6858385B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7.xml><?xml version="1.0" encoding="utf-8"?>
<dgm:dataModel xmlns:dgm="http://schemas.openxmlformats.org/drawingml/2006/diagram" xmlns:a="http://schemas.openxmlformats.org/drawingml/2006/main">
  <dgm:ptLst>
    <dgm:pt modelId="{FED361DF-B818-409D-82CF-BBC83C3A7170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C67641F7-91E5-4A50-971C-F0094993FA86}">
      <dgm:prSet/>
      <dgm:spPr/>
      <dgm:t>
        <a:bodyPr/>
        <a:lstStyle/>
        <a:p>
          <a:r>
            <a:rPr lang="tr-TR"/>
            <a:t>Mining protocol</a:t>
          </a:r>
          <a:endParaRPr lang="en-US"/>
        </a:p>
      </dgm:t>
    </dgm:pt>
    <dgm:pt modelId="{54420042-E32F-4642-905D-16D0EB3E4691}" type="parTrans" cxnId="{284F2885-804F-41EB-A72D-CC43063C02A6}">
      <dgm:prSet/>
      <dgm:spPr/>
      <dgm:t>
        <a:bodyPr/>
        <a:lstStyle/>
        <a:p>
          <a:endParaRPr lang="en-US"/>
        </a:p>
      </dgm:t>
    </dgm:pt>
    <dgm:pt modelId="{B476A382-57F6-4E79-9F89-6042F4B78A41}" type="sibTrans" cxnId="{284F2885-804F-41EB-A72D-CC43063C02A6}">
      <dgm:prSet/>
      <dgm:spPr/>
      <dgm:t>
        <a:bodyPr/>
        <a:lstStyle/>
        <a:p>
          <a:endParaRPr lang="en-US"/>
        </a:p>
      </dgm:t>
    </dgm:pt>
    <dgm:pt modelId="{9F65B636-DA0B-4129-BE7E-2BD48197A2E9}">
      <dgm:prSet/>
      <dgm:spPr/>
      <dgm:t>
        <a:bodyPr/>
        <a:lstStyle/>
        <a:p>
          <a:r>
            <a:rPr lang="tr-TR"/>
            <a:t>create block </a:t>
          </a:r>
          <a:r>
            <a:rPr lang="tr-TR" i="1"/>
            <a:t>templates </a:t>
          </a:r>
          <a:endParaRPr lang="en-US"/>
        </a:p>
      </dgm:t>
    </dgm:pt>
    <dgm:pt modelId="{554D90C9-4926-4EB9-8B4B-6B706016C659}" type="parTrans" cxnId="{D0CF8B84-8592-4BB7-BE5A-0CA8B0F3D819}">
      <dgm:prSet/>
      <dgm:spPr/>
      <dgm:t>
        <a:bodyPr/>
        <a:lstStyle/>
        <a:p>
          <a:endParaRPr lang="en-US"/>
        </a:p>
      </dgm:t>
    </dgm:pt>
    <dgm:pt modelId="{583A72B2-ADE1-402E-B012-E26EADC2CE8F}" type="sibTrans" cxnId="{D0CF8B84-8592-4BB7-BE5A-0CA8B0F3D819}">
      <dgm:prSet/>
      <dgm:spPr/>
      <dgm:t>
        <a:bodyPr/>
        <a:lstStyle/>
        <a:p>
          <a:endParaRPr lang="en-US"/>
        </a:p>
      </dgm:t>
    </dgm:pt>
    <dgm:pt modelId="{9789746A-FBD4-420C-8977-80613BFED9C2}">
      <dgm:prSet/>
      <dgm:spPr/>
      <dgm:t>
        <a:bodyPr/>
        <a:lstStyle/>
        <a:p>
          <a:r>
            <a:rPr lang="en-US"/>
            <a:t>contain a template of a candidate block header</a:t>
          </a:r>
        </a:p>
      </dgm:t>
    </dgm:pt>
    <dgm:pt modelId="{D7F79C18-DAA9-4563-A61F-FA234C3A7D3D}" type="parTrans" cxnId="{40C3AAF4-FCA5-4DF0-8F82-B08DB4E641B2}">
      <dgm:prSet/>
      <dgm:spPr/>
      <dgm:t>
        <a:bodyPr/>
        <a:lstStyle/>
        <a:p>
          <a:endParaRPr lang="en-US"/>
        </a:p>
      </dgm:t>
    </dgm:pt>
    <dgm:pt modelId="{EB703FD2-FE5F-4CD2-85F7-F0AFEE3476BB}" type="sibTrans" cxnId="{40C3AAF4-FCA5-4DF0-8F82-B08DB4E641B2}">
      <dgm:prSet/>
      <dgm:spPr/>
      <dgm:t>
        <a:bodyPr/>
        <a:lstStyle/>
        <a:p>
          <a:endParaRPr lang="en-US"/>
        </a:p>
      </dgm:t>
    </dgm:pt>
    <dgm:pt modelId="{BE266EAE-2803-4E3C-ABF1-5301A918A8C1}">
      <dgm:prSet/>
      <dgm:spPr/>
      <dgm:t>
        <a:bodyPr/>
        <a:lstStyle/>
        <a:p>
          <a:r>
            <a:rPr lang="tr-TR"/>
            <a:t>Candidate block construction</a:t>
          </a:r>
          <a:endParaRPr lang="en-US"/>
        </a:p>
      </dgm:t>
    </dgm:pt>
    <dgm:pt modelId="{8EF850FB-0CC8-4D61-9BF2-217365CFC77A}" type="parTrans" cxnId="{3768752B-0B44-43B2-A575-F5A4E8ACF97F}">
      <dgm:prSet/>
      <dgm:spPr/>
      <dgm:t>
        <a:bodyPr/>
        <a:lstStyle/>
        <a:p>
          <a:endParaRPr lang="en-US"/>
        </a:p>
      </dgm:t>
    </dgm:pt>
    <dgm:pt modelId="{BA0B5ADD-60BC-4EF2-8062-65A22EB12B2B}" type="sibTrans" cxnId="{3768752B-0B44-43B2-A575-F5A4E8ACF97F}">
      <dgm:prSet/>
      <dgm:spPr/>
      <dgm:t>
        <a:bodyPr/>
        <a:lstStyle/>
        <a:p>
          <a:endParaRPr lang="en-US"/>
        </a:p>
      </dgm:t>
    </dgm:pt>
    <dgm:pt modelId="{1CDBB51A-4604-48C7-B7B7-ED25E46DC3D1}">
      <dgm:prSet/>
      <dgm:spPr/>
      <dgm:t>
        <a:bodyPr/>
        <a:lstStyle/>
        <a:p>
          <a:r>
            <a:rPr lang="en-US"/>
            <a:t>aggregating transactions, </a:t>
          </a:r>
        </a:p>
      </dgm:t>
    </dgm:pt>
    <dgm:pt modelId="{EBC90442-CAF0-4254-963F-4E1AB404D648}" type="parTrans" cxnId="{EE3CCFD1-E749-4F7E-B173-7AD3683C8FD5}">
      <dgm:prSet/>
      <dgm:spPr/>
      <dgm:t>
        <a:bodyPr/>
        <a:lstStyle/>
        <a:p>
          <a:endParaRPr lang="en-US"/>
        </a:p>
      </dgm:t>
    </dgm:pt>
    <dgm:pt modelId="{B2587E3A-EB80-45D3-B1E0-63E5351E4B7D}" type="sibTrans" cxnId="{EE3CCFD1-E749-4F7E-B173-7AD3683C8FD5}">
      <dgm:prSet/>
      <dgm:spPr/>
      <dgm:t>
        <a:bodyPr/>
        <a:lstStyle/>
        <a:p>
          <a:endParaRPr lang="en-US"/>
        </a:p>
      </dgm:t>
    </dgm:pt>
    <dgm:pt modelId="{60471A91-5B31-494A-8B52-FF6B8E65775A}">
      <dgm:prSet/>
      <dgm:spPr/>
      <dgm:t>
        <a:bodyPr/>
        <a:lstStyle/>
        <a:p>
          <a:r>
            <a:rPr lang="en-US"/>
            <a:t>adding a coinbase transaction (with extra</a:t>
          </a:r>
          <a:r>
            <a:rPr lang="tr-TR"/>
            <a:t> </a:t>
          </a:r>
          <a:r>
            <a:rPr lang="en-US"/>
            <a:t>nonce space), </a:t>
          </a:r>
        </a:p>
      </dgm:t>
    </dgm:pt>
    <dgm:pt modelId="{7557712D-103C-4A9F-99EE-85FC464BD4F0}" type="parTrans" cxnId="{7B904D94-6CB2-45A2-B294-04F2CC24A810}">
      <dgm:prSet/>
      <dgm:spPr/>
      <dgm:t>
        <a:bodyPr/>
        <a:lstStyle/>
        <a:p>
          <a:endParaRPr lang="en-US"/>
        </a:p>
      </dgm:t>
    </dgm:pt>
    <dgm:pt modelId="{72AB4603-2795-420E-8924-37B08A3513F3}" type="sibTrans" cxnId="{7B904D94-6CB2-45A2-B294-04F2CC24A810}">
      <dgm:prSet/>
      <dgm:spPr/>
      <dgm:t>
        <a:bodyPr/>
        <a:lstStyle/>
        <a:p>
          <a:endParaRPr lang="en-US"/>
        </a:p>
      </dgm:t>
    </dgm:pt>
    <dgm:pt modelId="{E5D35A0F-D27B-44A8-95BF-3D9C4E132D2E}">
      <dgm:prSet/>
      <dgm:spPr/>
      <dgm:t>
        <a:bodyPr/>
        <a:lstStyle/>
        <a:p>
          <a:r>
            <a:rPr lang="en-US"/>
            <a:t>calculating the merkle root, </a:t>
          </a:r>
        </a:p>
      </dgm:t>
    </dgm:pt>
    <dgm:pt modelId="{1F474830-484B-44FA-B101-6B8B1A7C1578}" type="parTrans" cxnId="{F2CC8F1A-83C1-4F68-A663-1D2E278DB71B}">
      <dgm:prSet/>
      <dgm:spPr/>
      <dgm:t>
        <a:bodyPr/>
        <a:lstStyle/>
        <a:p>
          <a:endParaRPr lang="en-US"/>
        </a:p>
      </dgm:t>
    </dgm:pt>
    <dgm:pt modelId="{D6953EBF-B342-4593-A55E-FBDEF32C15BB}" type="sibTrans" cxnId="{F2CC8F1A-83C1-4F68-A663-1D2E278DB71B}">
      <dgm:prSet/>
      <dgm:spPr/>
      <dgm:t>
        <a:bodyPr/>
        <a:lstStyle/>
        <a:p>
          <a:endParaRPr lang="en-US"/>
        </a:p>
      </dgm:t>
    </dgm:pt>
    <dgm:pt modelId="{AB1B1164-C9A9-408E-824B-5FD7D96EEF15}">
      <dgm:prSet/>
      <dgm:spPr/>
      <dgm:t>
        <a:bodyPr/>
        <a:lstStyle/>
        <a:p>
          <a:r>
            <a:rPr lang="en-US"/>
            <a:t>linking to the previous block hash</a:t>
          </a:r>
        </a:p>
      </dgm:t>
    </dgm:pt>
    <dgm:pt modelId="{F8A10304-0E10-401B-8417-821AED11BE83}" type="parTrans" cxnId="{011B4D13-99EB-463E-9015-0452D4D2D82D}">
      <dgm:prSet/>
      <dgm:spPr/>
      <dgm:t>
        <a:bodyPr/>
        <a:lstStyle/>
        <a:p>
          <a:endParaRPr lang="en-US"/>
        </a:p>
      </dgm:t>
    </dgm:pt>
    <dgm:pt modelId="{AE12849C-A38C-4E4C-83C7-56C92CF46E54}" type="sibTrans" cxnId="{011B4D13-99EB-463E-9015-0452D4D2D82D}">
      <dgm:prSet/>
      <dgm:spPr/>
      <dgm:t>
        <a:bodyPr/>
        <a:lstStyle/>
        <a:p>
          <a:endParaRPr lang="en-US"/>
        </a:p>
      </dgm:t>
    </dgm:pt>
    <dgm:pt modelId="{82E29B16-50C5-4599-8C8B-13846EB64BDF}" type="pres">
      <dgm:prSet presAssocID="{FED361DF-B818-409D-82CF-BBC83C3A7170}" presName="linear" presStyleCnt="0">
        <dgm:presLayoutVars>
          <dgm:dir/>
          <dgm:animLvl val="lvl"/>
          <dgm:resizeHandles val="exact"/>
        </dgm:presLayoutVars>
      </dgm:prSet>
      <dgm:spPr/>
    </dgm:pt>
    <dgm:pt modelId="{BD73DF32-4866-43D0-B203-25A5321B8549}" type="pres">
      <dgm:prSet presAssocID="{C67641F7-91E5-4A50-971C-F0094993FA86}" presName="parentLin" presStyleCnt="0"/>
      <dgm:spPr/>
    </dgm:pt>
    <dgm:pt modelId="{E617797C-F4F3-4FFA-9030-A21CC19CFE79}" type="pres">
      <dgm:prSet presAssocID="{C67641F7-91E5-4A50-971C-F0094993FA86}" presName="parentLeftMargin" presStyleLbl="node1" presStyleIdx="0" presStyleCnt="2"/>
      <dgm:spPr/>
    </dgm:pt>
    <dgm:pt modelId="{9B1CC743-4568-425A-BE9A-63357D7505C1}" type="pres">
      <dgm:prSet presAssocID="{C67641F7-91E5-4A50-971C-F0094993FA86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0ECD82BD-A4B3-4ECE-8B9E-60374880CAC7}" type="pres">
      <dgm:prSet presAssocID="{C67641F7-91E5-4A50-971C-F0094993FA86}" presName="negativeSpace" presStyleCnt="0"/>
      <dgm:spPr/>
    </dgm:pt>
    <dgm:pt modelId="{7198EF38-47E2-4D75-9D01-FDA79979F23F}" type="pres">
      <dgm:prSet presAssocID="{C67641F7-91E5-4A50-971C-F0094993FA86}" presName="childText" presStyleLbl="conFgAcc1" presStyleIdx="0" presStyleCnt="2">
        <dgm:presLayoutVars>
          <dgm:bulletEnabled val="1"/>
        </dgm:presLayoutVars>
      </dgm:prSet>
      <dgm:spPr/>
    </dgm:pt>
    <dgm:pt modelId="{31DC3E48-5445-4984-BFB3-791ABF65814F}" type="pres">
      <dgm:prSet presAssocID="{B476A382-57F6-4E79-9F89-6042F4B78A41}" presName="spaceBetweenRectangles" presStyleCnt="0"/>
      <dgm:spPr/>
    </dgm:pt>
    <dgm:pt modelId="{3BEEE583-6747-47D3-9A4C-BC6AF0BA26B6}" type="pres">
      <dgm:prSet presAssocID="{BE266EAE-2803-4E3C-ABF1-5301A918A8C1}" presName="parentLin" presStyleCnt="0"/>
      <dgm:spPr/>
    </dgm:pt>
    <dgm:pt modelId="{55FC5831-395A-4F7E-8CEA-50EA755AF6C3}" type="pres">
      <dgm:prSet presAssocID="{BE266EAE-2803-4E3C-ABF1-5301A918A8C1}" presName="parentLeftMargin" presStyleLbl="node1" presStyleIdx="0" presStyleCnt="2"/>
      <dgm:spPr/>
    </dgm:pt>
    <dgm:pt modelId="{AF9E6C1F-8A18-426E-BF3F-19B95732BBD1}" type="pres">
      <dgm:prSet presAssocID="{BE266EAE-2803-4E3C-ABF1-5301A918A8C1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EB90D5C1-D917-434D-AA70-AD75B318D35E}" type="pres">
      <dgm:prSet presAssocID="{BE266EAE-2803-4E3C-ABF1-5301A918A8C1}" presName="negativeSpace" presStyleCnt="0"/>
      <dgm:spPr/>
    </dgm:pt>
    <dgm:pt modelId="{4038A6A1-9C7A-41AD-A1F5-26ADF32BFE63}" type="pres">
      <dgm:prSet presAssocID="{BE266EAE-2803-4E3C-ABF1-5301A918A8C1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DA447D02-9C64-4297-A4A9-12E21C25378A}" type="presOf" srcId="{9F65B636-DA0B-4129-BE7E-2BD48197A2E9}" destId="{7198EF38-47E2-4D75-9D01-FDA79979F23F}" srcOrd="0" destOrd="0" presId="urn:microsoft.com/office/officeart/2005/8/layout/list1"/>
    <dgm:cxn modelId="{011B4D13-99EB-463E-9015-0452D4D2D82D}" srcId="{BE266EAE-2803-4E3C-ABF1-5301A918A8C1}" destId="{AB1B1164-C9A9-408E-824B-5FD7D96EEF15}" srcOrd="3" destOrd="0" parTransId="{F8A10304-0E10-401B-8417-821AED11BE83}" sibTransId="{AE12849C-A38C-4E4C-83C7-56C92CF46E54}"/>
    <dgm:cxn modelId="{F2CC8F1A-83C1-4F68-A663-1D2E278DB71B}" srcId="{BE266EAE-2803-4E3C-ABF1-5301A918A8C1}" destId="{E5D35A0F-D27B-44A8-95BF-3D9C4E132D2E}" srcOrd="2" destOrd="0" parTransId="{1F474830-484B-44FA-B101-6B8B1A7C1578}" sibTransId="{D6953EBF-B342-4593-A55E-FBDEF32C15BB}"/>
    <dgm:cxn modelId="{3768752B-0B44-43B2-A575-F5A4E8ACF97F}" srcId="{FED361DF-B818-409D-82CF-BBC83C3A7170}" destId="{BE266EAE-2803-4E3C-ABF1-5301A918A8C1}" srcOrd="1" destOrd="0" parTransId="{8EF850FB-0CC8-4D61-9BF2-217365CFC77A}" sibTransId="{BA0B5ADD-60BC-4EF2-8062-65A22EB12B2B}"/>
    <dgm:cxn modelId="{C2317633-A027-40EC-911C-610B50DB8470}" type="presOf" srcId="{AB1B1164-C9A9-408E-824B-5FD7D96EEF15}" destId="{4038A6A1-9C7A-41AD-A1F5-26ADF32BFE63}" srcOrd="0" destOrd="3" presId="urn:microsoft.com/office/officeart/2005/8/layout/list1"/>
    <dgm:cxn modelId="{F8840748-28CF-4CAC-9733-80D7A84F984E}" type="presOf" srcId="{C67641F7-91E5-4A50-971C-F0094993FA86}" destId="{9B1CC743-4568-425A-BE9A-63357D7505C1}" srcOrd="1" destOrd="0" presId="urn:microsoft.com/office/officeart/2005/8/layout/list1"/>
    <dgm:cxn modelId="{526BE87C-CADC-47FE-9E12-2A4599D2B49D}" type="presOf" srcId="{60471A91-5B31-494A-8B52-FF6B8E65775A}" destId="{4038A6A1-9C7A-41AD-A1F5-26ADF32BFE63}" srcOrd="0" destOrd="1" presId="urn:microsoft.com/office/officeart/2005/8/layout/list1"/>
    <dgm:cxn modelId="{D0CF8B84-8592-4BB7-BE5A-0CA8B0F3D819}" srcId="{C67641F7-91E5-4A50-971C-F0094993FA86}" destId="{9F65B636-DA0B-4129-BE7E-2BD48197A2E9}" srcOrd="0" destOrd="0" parTransId="{554D90C9-4926-4EB9-8B4B-6B706016C659}" sibTransId="{583A72B2-ADE1-402E-B012-E26EADC2CE8F}"/>
    <dgm:cxn modelId="{284F2885-804F-41EB-A72D-CC43063C02A6}" srcId="{FED361DF-B818-409D-82CF-BBC83C3A7170}" destId="{C67641F7-91E5-4A50-971C-F0094993FA86}" srcOrd="0" destOrd="0" parTransId="{54420042-E32F-4642-905D-16D0EB3E4691}" sibTransId="{B476A382-57F6-4E79-9F89-6042F4B78A41}"/>
    <dgm:cxn modelId="{A138CD8A-8262-42CA-B02D-23EEC112806F}" type="presOf" srcId="{1CDBB51A-4604-48C7-B7B7-ED25E46DC3D1}" destId="{4038A6A1-9C7A-41AD-A1F5-26ADF32BFE63}" srcOrd="0" destOrd="0" presId="urn:microsoft.com/office/officeart/2005/8/layout/list1"/>
    <dgm:cxn modelId="{7B904D94-6CB2-45A2-B294-04F2CC24A810}" srcId="{BE266EAE-2803-4E3C-ABF1-5301A918A8C1}" destId="{60471A91-5B31-494A-8B52-FF6B8E65775A}" srcOrd="1" destOrd="0" parTransId="{7557712D-103C-4A9F-99EE-85FC464BD4F0}" sibTransId="{72AB4603-2795-420E-8924-37B08A3513F3}"/>
    <dgm:cxn modelId="{193E6CBC-17B9-4701-9002-4D9F3A4BAF70}" type="presOf" srcId="{BE266EAE-2803-4E3C-ABF1-5301A918A8C1}" destId="{55FC5831-395A-4F7E-8CEA-50EA755AF6C3}" srcOrd="0" destOrd="0" presId="urn:microsoft.com/office/officeart/2005/8/layout/list1"/>
    <dgm:cxn modelId="{CCBD21CB-0A16-424E-AEBB-1A621D47923C}" type="presOf" srcId="{C67641F7-91E5-4A50-971C-F0094993FA86}" destId="{E617797C-F4F3-4FFA-9030-A21CC19CFE79}" srcOrd="0" destOrd="0" presId="urn:microsoft.com/office/officeart/2005/8/layout/list1"/>
    <dgm:cxn modelId="{B54326D0-55CB-4771-A5A0-107C8E012A82}" type="presOf" srcId="{BE266EAE-2803-4E3C-ABF1-5301A918A8C1}" destId="{AF9E6C1F-8A18-426E-BF3F-19B95732BBD1}" srcOrd="1" destOrd="0" presId="urn:microsoft.com/office/officeart/2005/8/layout/list1"/>
    <dgm:cxn modelId="{EE3CCFD1-E749-4F7E-B173-7AD3683C8FD5}" srcId="{BE266EAE-2803-4E3C-ABF1-5301A918A8C1}" destId="{1CDBB51A-4604-48C7-B7B7-ED25E46DC3D1}" srcOrd="0" destOrd="0" parTransId="{EBC90442-CAF0-4254-963F-4E1AB404D648}" sibTransId="{B2587E3A-EB80-45D3-B1E0-63E5351E4B7D}"/>
    <dgm:cxn modelId="{90AE4CDC-A39E-4BCB-9E3C-8AEE886DC383}" type="presOf" srcId="{E5D35A0F-D27B-44A8-95BF-3D9C4E132D2E}" destId="{4038A6A1-9C7A-41AD-A1F5-26ADF32BFE63}" srcOrd="0" destOrd="2" presId="urn:microsoft.com/office/officeart/2005/8/layout/list1"/>
    <dgm:cxn modelId="{A63D16E6-71C2-4354-AFA7-D5956BA26BD0}" type="presOf" srcId="{9789746A-FBD4-420C-8977-80613BFED9C2}" destId="{7198EF38-47E2-4D75-9D01-FDA79979F23F}" srcOrd="0" destOrd="1" presId="urn:microsoft.com/office/officeart/2005/8/layout/list1"/>
    <dgm:cxn modelId="{40C3AAF4-FCA5-4DF0-8F82-B08DB4E641B2}" srcId="{C67641F7-91E5-4A50-971C-F0094993FA86}" destId="{9789746A-FBD4-420C-8977-80613BFED9C2}" srcOrd="1" destOrd="0" parTransId="{D7F79C18-DAA9-4563-A61F-FA234C3A7D3D}" sibTransId="{EB703FD2-FE5F-4CD2-85F7-F0AFEE3476BB}"/>
    <dgm:cxn modelId="{ABE721FC-BA9F-441C-9C88-96B1E8232B75}" type="presOf" srcId="{FED361DF-B818-409D-82CF-BBC83C3A7170}" destId="{82E29B16-50C5-4599-8C8B-13846EB64BDF}" srcOrd="0" destOrd="0" presId="urn:microsoft.com/office/officeart/2005/8/layout/list1"/>
    <dgm:cxn modelId="{EB800018-0EC6-4E1A-A4ED-2A6D0AF76D39}" type="presParOf" srcId="{82E29B16-50C5-4599-8C8B-13846EB64BDF}" destId="{BD73DF32-4866-43D0-B203-25A5321B8549}" srcOrd="0" destOrd="0" presId="urn:microsoft.com/office/officeart/2005/8/layout/list1"/>
    <dgm:cxn modelId="{D7F4A5BE-8410-43ED-8E63-FAA4674DA132}" type="presParOf" srcId="{BD73DF32-4866-43D0-B203-25A5321B8549}" destId="{E617797C-F4F3-4FFA-9030-A21CC19CFE79}" srcOrd="0" destOrd="0" presId="urn:microsoft.com/office/officeart/2005/8/layout/list1"/>
    <dgm:cxn modelId="{FE2F7800-85C5-491A-BF2B-FFA42F8F8E23}" type="presParOf" srcId="{BD73DF32-4866-43D0-B203-25A5321B8549}" destId="{9B1CC743-4568-425A-BE9A-63357D7505C1}" srcOrd="1" destOrd="0" presId="urn:microsoft.com/office/officeart/2005/8/layout/list1"/>
    <dgm:cxn modelId="{419E59FE-F701-47B5-AA8E-F3748191F2C0}" type="presParOf" srcId="{82E29B16-50C5-4599-8C8B-13846EB64BDF}" destId="{0ECD82BD-A4B3-4ECE-8B9E-60374880CAC7}" srcOrd="1" destOrd="0" presId="urn:microsoft.com/office/officeart/2005/8/layout/list1"/>
    <dgm:cxn modelId="{1E629CD9-5368-4B8A-BA6F-10573C368962}" type="presParOf" srcId="{82E29B16-50C5-4599-8C8B-13846EB64BDF}" destId="{7198EF38-47E2-4D75-9D01-FDA79979F23F}" srcOrd="2" destOrd="0" presId="urn:microsoft.com/office/officeart/2005/8/layout/list1"/>
    <dgm:cxn modelId="{8869CE1D-F694-4CD7-8A27-674BC094C803}" type="presParOf" srcId="{82E29B16-50C5-4599-8C8B-13846EB64BDF}" destId="{31DC3E48-5445-4984-BFB3-791ABF65814F}" srcOrd="3" destOrd="0" presId="urn:microsoft.com/office/officeart/2005/8/layout/list1"/>
    <dgm:cxn modelId="{6C87280B-B21D-4348-A170-38C2BDAD5592}" type="presParOf" srcId="{82E29B16-50C5-4599-8C8B-13846EB64BDF}" destId="{3BEEE583-6747-47D3-9A4C-BC6AF0BA26B6}" srcOrd="4" destOrd="0" presId="urn:microsoft.com/office/officeart/2005/8/layout/list1"/>
    <dgm:cxn modelId="{337DF97C-1ADA-4172-B349-740BCAD832F9}" type="presParOf" srcId="{3BEEE583-6747-47D3-9A4C-BC6AF0BA26B6}" destId="{55FC5831-395A-4F7E-8CEA-50EA755AF6C3}" srcOrd="0" destOrd="0" presId="urn:microsoft.com/office/officeart/2005/8/layout/list1"/>
    <dgm:cxn modelId="{BE47EEDD-D0EF-4D09-B14C-4A16D073E187}" type="presParOf" srcId="{3BEEE583-6747-47D3-9A4C-BC6AF0BA26B6}" destId="{AF9E6C1F-8A18-426E-BF3F-19B95732BBD1}" srcOrd="1" destOrd="0" presId="urn:microsoft.com/office/officeart/2005/8/layout/list1"/>
    <dgm:cxn modelId="{3D734C9C-7B50-4506-89C7-5571C442036F}" type="presParOf" srcId="{82E29B16-50C5-4599-8C8B-13846EB64BDF}" destId="{EB90D5C1-D917-434D-AA70-AD75B318D35E}" srcOrd="5" destOrd="0" presId="urn:microsoft.com/office/officeart/2005/8/layout/list1"/>
    <dgm:cxn modelId="{F8D06E41-3688-45D5-8BE3-8D0C29B7B81F}" type="presParOf" srcId="{82E29B16-50C5-4599-8C8B-13846EB64BDF}" destId="{4038A6A1-9C7A-41AD-A1F5-26ADF32BFE63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8.xml><?xml version="1.0" encoding="utf-8"?>
<dgm:dataModel xmlns:dgm="http://schemas.openxmlformats.org/drawingml/2006/diagram" xmlns:a="http://schemas.openxmlformats.org/drawingml/2006/main">
  <dgm:ptLst>
    <dgm:pt modelId="{FED361DF-B818-409D-82CF-BBC83C3A7170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44315687-FF50-4648-B98A-20CADE4C0A0D}">
      <dgm:prSet/>
      <dgm:spPr/>
      <dgm:t>
        <a:bodyPr/>
        <a:lstStyle/>
        <a:p>
          <a:r>
            <a:rPr lang="tr-TR" dirty="0" err="1"/>
            <a:t>Send</a:t>
          </a:r>
          <a:r>
            <a:rPr lang="tr-TR" dirty="0"/>
            <a:t> </a:t>
          </a: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header</a:t>
          </a:r>
          <a:endParaRPr lang="en-US" dirty="0"/>
        </a:p>
      </dgm:t>
    </dgm:pt>
    <dgm:pt modelId="{1E927FAE-AA61-4D80-88BC-3E0E2508F3EC}" type="parTrans" cxnId="{52DD2DB7-0294-4F06-B6EF-F15CF44DFBF2}">
      <dgm:prSet/>
      <dgm:spPr/>
      <dgm:t>
        <a:bodyPr/>
        <a:lstStyle/>
        <a:p>
          <a:endParaRPr lang="en-US"/>
        </a:p>
      </dgm:t>
    </dgm:pt>
    <dgm:pt modelId="{31880C67-D22D-4A9B-816D-064B4B5674EB}" type="sibTrans" cxnId="{52DD2DB7-0294-4F06-B6EF-F15CF44DFBF2}">
      <dgm:prSet/>
      <dgm:spPr/>
      <dgm:t>
        <a:bodyPr/>
        <a:lstStyle/>
        <a:p>
          <a:endParaRPr lang="en-US"/>
        </a:p>
      </dgm:t>
    </dgm:pt>
    <dgm:pt modelId="{B12CA3AE-16DF-4B0E-9846-15B933585460}">
      <dgm:prSet/>
      <dgm:spPr/>
      <dgm:t>
        <a:bodyPr/>
        <a:lstStyle/>
        <a:p>
          <a:r>
            <a:rPr lang="tr-TR"/>
            <a:t>The </a:t>
          </a:r>
          <a:r>
            <a:rPr lang="en-US"/>
            <a:t>header of the candidate block is </a:t>
          </a:r>
        </a:p>
      </dgm:t>
    </dgm:pt>
    <dgm:pt modelId="{DA3BCE6C-8B69-4559-A866-AFD807880DF7}" type="parTrans" cxnId="{93F26233-C9B8-4144-9202-C738A890E09E}">
      <dgm:prSet/>
      <dgm:spPr/>
      <dgm:t>
        <a:bodyPr/>
        <a:lstStyle/>
        <a:p>
          <a:endParaRPr lang="en-US"/>
        </a:p>
      </dgm:t>
    </dgm:pt>
    <dgm:pt modelId="{453236E1-3165-4DC3-B1A8-10EA114CCB16}" type="sibTrans" cxnId="{93F26233-C9B8-4144-9202-C738A890E09E}">
      <dgm:prSet/>
      <dgm:spPr/>
      <dgm:t>
        <a:bodyPr/>
        <a:lstStyle/>
        <a:p>
          <a:endParaRPr lang="en-US"/>
        </a:p>
      </dgm:t>
    </dgm:pt>
    <dgm:pt modelId="{8F93F324-CA48-4E34-A3B9-14D2CA85F6F9}">
      <dgm:prSet/>
      <dgm:spPr/>
      <dgm:t>
        <a:bodyPr/>
        <a:lstStyle/>
        <a:p>
          <a:r>
            <a:rPr lang="en-US"/>
            <a:t>sent to each of the pool miners as a template</a:t>
          </a:r>
        </a:p>
      </dgm:t>
    </dgm:pt>
    <dgm:pt modelId="{F963671F-B908-4C4A-96D8-6B26DD33D798}" type="parTrans" cxnId="{0D9CD317-96B5-463E-BEF9-F09484B95C91}">
      <dgm:prSet/>
      <dgm:spPr/>
      <dgm:t>
        <a:bodyPr/>
        <a:lstStyle/>
        <a:p>
          <a:endParaRPr lang="en-US"/>
        </a:p>
      </dgm:t>
    </dgm:pt>
    <dgm:pt modelId="{CAF70D23-20E4-448F-80AC-DCF9882CF1EE}" type="sibTrans" cxnId="{0D9CD317-96B5-463E-BEF9-F09484B95C91}">
      <dgm:prSet/>
      <dgm:spPr/>
      <dgm:t>
        <a:bodyPr/>
        <a:lstStyle/>
        <a:p>
          <a:endParaRPr lang="en-US"/>
        </a:p>
      </dgm:t>
    </dgm:pt>
    <dgm:pt modelId="{B8563B18-F966-4DF9-A346-394B4F0FDB33}">
      <dgm:prSet/>
      <dgm:spPr/>
      <dgm:t>
        <a:bodyPr/>
        <a:lstStyle/>
        <a:p>
          <a:r>
            <a:rPr lang="tr-TR"/>
            <a:t>Miners</a:t>
          </a:r>
          <a:endParaRPr lang="en-US"/>
        </a:p>
      </dgm:t>
    </dgm:pt>
    <dgm:pt modelId="{E5309628-435C-42A6-A6CB-FB55D60B242D}" type="parTrans" cxnId="{E432C89A-7D69-4139-9820-60FF2718A556}">
      <dgm:prSet/>
      <dgm:spPr/>
      <dgm:t>
        <a:bodyPr/>
        <a:lstStyle/>
        <a:p>
          <a:endParaRPr lang="en-US"/>
        </a:p>
      </dgm:t>
    </dgm:pt>
    <dgm:pt modelId="{0CFDDE62-7970-44CC-B9B1-E54D6D21E78A}" type="sibTrans" cxnId="{E432C89A-7D69-4139-9820-60FF2718A556}">
      <dgm:prSet/>
      <dgm:spPr/>
      <dgm:t>
        <a:bodyPr/>
        <a:lstStyle/>
        <a:p>
          <a:endParaRPr lang="en-US"/>
        </a:p>
      </dgm:t>
    </dgm:pt>
    <dgm:pt modelId="{6E226D63-08DB-49CB-A165-B310D8C17D04}">
      <dgm:prSet/>
      <dgm:spPr/>
      <dgm:t>
        <a:bodyPr/>
        <a:lstStyle/>
        <a:p>
          <a:r>
            <a:rPr lang="en-US"/>
            <a:t>Each pool miner then mines using the block template,</a:t>
          </a:r>
        </a:p>
      </dgm:t>
    </dgm:pt>
    <dgm:pt modelId="{2BB40554-D6F3-4B2D-862A-58BD7666C719}" type="parTrans" cxnId="{A6B9D6C8-3E1C-4B30-990A-7D7448D9EB19}">
      <dgm:prSet/>
      <dgm:spPr/>
      <dgm:t>
        <a:bodyPr/>
        <a:lstStyle/>
        <a:p>
          <a:endParaRPr lang="en-US"/>
        </a:p>
      </dgm:t>
    </dgm:pt>
    <dgm:pt modelId="{5F71BF7F-558D-4DF7-BAD8-E0C413991874}" type="sibTrans" cxnId="{A6B9D6C8-3E1C-4B30-990A-7D7448D9EB19}">
      <dgm:prSet/>
      <dgm:spPr/>
      <dgm:t>
        <a:bodyPr/>
        <a:lstStyle/>
        <a:p>
          <a:endParaRPr lang="en-US"/>
        </a:p>
      </dgm:t>
    </dgm:pt>
    <dgm:pt modelId="{D9AFC8DF-CE7D-4FB6-9119-FED2AC3A08ED}">
      <dgm:prSet/>
      <dgm:spPr/>
      <dgm:t>
        <a:bodyPr/>
        <a:lstStyle/>
        <a:p>
          <a:r>
            <a:rPr lang="en-US"/>
            <a:t>at a higher (easier) target than</a:t>
          </a:r>
          <a:r>
            <a:rPr lang="tr-TR"/>
            <a:t> the bitcoin network target</a:t>
          </a:r>
          <a:endParaRPr lang="en-US"/>
        </a:p>
      </dgm:t>
    </dgm:pt>
    <dgm:pt modelId="{13312AD0-C345-490C-8B5F-8AEB12B23D97}" type="parTrans" cxnId="{F57CAC5C-C93E-4053-9D0D-A6D4706FEA32}">
      <dgm:prSet/>
      <dgm:spPr/>
      <dgm:t>
        <a:bodyPr/>
        <a:lstStyle/>
        <a:p>
          <a:endParaRPr lang="en-US"/>
        </a:p>
      </dgm:t>
    </dgm:pt>
    <dgm:pt modelId="{E298A4D6-71B1-4A76-9555-E5423E01515C}" type="sibTrans" cxnId="{F57CAC5C-C93E-4053-9D0D-A6D4706FEA32}">
      <dgm:prSet/>
      <dgm:spPr/>
      <dgm:t>
        <a:bodyPr/>
        <a:lstStyle/>
        <a:p>
          <a:endParaRPr lang="en-US"/>
        </a:p>
      </dgm:t>
    </dgm:pt>
    <dgm:pt modelId="{789B1D82-F0FB-4999-A613-43E887ADC9D7}">
      <dgm:prSet/>
      <dgm:spPr/>
      <dgm:t>
        <a:bodyPr/>
        <a:lstStyle/>
        <a:p>
          <a:r>
            <a:rPr lang="tr-TR"/>
            <a:t>s</a:t>
          </a:r>
          <a:r>
            <a:rPr lang="en-US"/>
            <a:t>ends any successful results back to the pool server to</a:t>
          </a:r>
          <a:r>
            <a:rPr lang="tr-TR"/>
            <a:t> </a:t>
          </a:r>
          <a:r>
            <a:rPr lang="en-US"/>
            <a:t>earn shares</a:t>
          </a:r>
        </a:p>
      </dgm:t>
    </dgm:pt>
    <dgm:pt modelId="{70A3FCCD-9696-4E20-A8AC-2AAC38B8FE5B}" type="parTrans" cxnId="{391F9A0D-03E7-4A89-9EA1-72FEBACB7697}">
      <dgm:prSet/>
      <dgm:spPr/>
      <dgm:t>
        <a:bodyPr/>
        <a:lstStyle/>
        <a:p>
          <a:endParaRPr lang="en-US"/>
        </a:p>
      </dgm:t>
    </dgm:pt>
    <dgm:pt modelId="{FCCFC58E-823E-4F3F-8491-FBF1AB60C8C2}" type="sibTrans" cxnId="{391F9A0D-03E7-4A89-9EA1-72FEBACB7697}">
      <dgm:prSet/>
      <dgm:spPr/>
      <dgm:t>
        <a:bodyPr/>
        <a:lstStyle/>
        <a:p>
          <a:endParaRPr lang="en-US"/>
        </a:p>
      </dgm:t>
    </dgm:pt>
    <dgm:pt modelId="{652E84D0-91E2-4BF8-9D87-72F79D6DF1B3}" type="pres">
      <dgm:prSet presAssocID="{FED361DF-B818-409D-82CF-BBC83C3A7170}" presName="linear" presStyleCnt="0">
        <dgm:presLayoutVars>
          <dgm:dir/>
          <dgm:animLvl val="lvl"/>
          <dgm:resizeHandles val="exact"/>
        </dgm:presLayoutVars>
      </dgm:prSet>
      <dgm:spPr/>
    </dgm:pt>
    <dgm:pt modelId="{7440178D-0E4A-4363-8F37-E8DB98663820}" type="pres">
      <dgm:prSet presAssocID="{44315687-FF50-4648-B98A-20CADE4C0A0D}" presName="parentLin" presStyleCnt="0"/>
      <dgm:spPr/>
    </dgm:pt>
    <dgm:pt modelId="{E69467BF-D4F8-40B7-83BD-F3C5E3DDFFFB}" type="pres">
      <dgm:prSet presAssocID="{44315687-FF50-4648-B98A-20CADE4C0A0D}" presName="parentLeftMargin" presStyleLbl="node1" presStyleIdx="0" presStyleCnt="2"/>
      <dgm:spPr/>
    </dgm:pt>
    <dgm:pt modelId="{5334AE69-DFE9-40A5-8C18-E60321CE50FE}" type="pres">
      <dgm:prSet presAssocID="{44315687-FF50-4648-B98A-20CADE4C0A0D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9D481C90-AF2A-4218-91F1-94FDC2C8B9FD}" type="pres">
      <dgm:prSet presAssocID="{44315687-FF50-4648-B98A-20CADE4C0A0D}" presName="negativeSpace" presStyleCnt="0"/>
      <dgm:spPr/>
    </dgm:pt>
    <dgm:pt modelId="{E9F55ACD-518E-4F85-A047-06EAAC12D6E8}" type="pres">
      <dgm:prSet presAssocID="{44315687-FF50-4648-B98A-20CADE4C0A0D}" presName="childText" presStyleLbl="conFgAcc1" presStyleIdx="0" presStyleCnt="2">
        <dgm:presLayoutVars>
          <dgm:bulletEnabled val="1"/>
        </dgm:presLayoutVars>
      </dgm:prSet>
      <dgm:spPr/>
    </dgm:pt>
    <dgm:pt modelId="{F2BD6442-2BB5-4755-BB70-927F20A456A7}" type="pres">
      <dgm:prSet presAssocID="{31880C67-D22D-4A9B-816D-064B4B5674EB}" presName="spaceBetweenRectangles" presStyleCnt="0"/>
      <dgm:spPr/>
    </dgm:pt>
    <dgm:pt modelId="{87B140B1-04A1-4859-A621-C4F9EF381E01}" type="pres">
      <dgm:prSet presAssocID="{B8563B18-F966-4DF9-A346-394B4F0FDB33}" presName="parentLin" presStyleCnt="0"/>
      <dgm:spPr/>
    </dgm:pt>
    <dgm:pt modelId="{A8F26495-06CF-4140-A53B-A54CAEAD2AA2}" type="pres">
      <dgm:prSet presAssocID="{B8563B18-F966-4DF9-A346-394B4F0FDB33}" presName="parentLeftMargin" presStyleLbl="node1" presStyleIdx="0" presStyleCnt="2"/>
      <dgm:spPr/>
    </dgm:pt>
    <dgm:pt modelId="{37CA34A2-A8E8-4790-90E9-D5ABE23B070A}" type="pres">
      <dgm:prSet presAssocID="{B8563B18-F966-4DF9-A346-394B4F0FDB33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B0B389B3-8612-4A80-AF98-490898C4C41A}" type="pres">
      <dgm:prSet presAssocID="{B8563B18-F966-4DF9-A346-394B4F0FDB33}" presName="negativeSpace" presStyleCnt="0"/>
      <dgm:spPr/>
    </dgm:pt>
    <dgm:pt modelId="{1CCC7EC8-D86E-4B0F-BFC5-EAEDE00A5116}" type="pres">
      <dgm:prSet presAssocID="{B8563B18-F966-4DF9-A346-394B4F0FDB33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E9B5C10C-0A39-46D4-A9A7-A9223E05B2AA}" type="presOf" srcId="{44315687-FF50-4648-B98A-20CADE4C0A0D}" destId="{5334AE69-DFE9-40A5-8C18-E60321CE50FE}" srcOrd="1" destOrd="0" presId="urn:microsoft.com/office/officeart/2005/8/layout/list1"/>
    <dgm:cxn modelId="{391F9A0D-03E7-4A89-9EA1-72FEBACB7697}" srcId="{B8563B18-F966-4DF9-A346-394B4F0FDB33}" destId="{789B1D82-F0FB-4999-A613-43E887ADC9D7}" srcOrd="2" destOrd="0" parTransId="{70A3FCCD-9696-4E20-A8AC-2AAC38B8FE5B}" sibTransId="{FCCFC58E-823E-4F3F-8491-FBF1AB60C8C2}"/>
    <dgm:cxn modelId="{4E258013-1558-4E96-B6C5-F4500E9650D7}" type="presOf" srcId="{D9AFC8DF-CE7D-4FB6-9119-FED2AC3A08ED}" destId="{1CCC7EC8-D86E-4B0F-BFC5-EAEDE00A5116}" srcOrd="0" destOrd="1" presId="urn:microsoft.com/office/officeart/2005/8/layout/list1"/>
    <dgm:cxn modelId="{0D9CD317-96B5-463E-BEF9-F09484B95C91}" srcId="{44315687-FF50-4648-B98A-20CADE4C0A0D}" destId="{8F93F324-CA48-4E34-A3B9-14D2CA85F6F9}" srcOrd="1" destOrd="0" parTransId="{F963671F-B908-4C4A-96D8-6B26DD33D798}" sibTransId="{CAF70D23-20E4-448F-80AC-DCF9882CF1EE}"/>
    <dgm:cxn modelId="{555C0C1E-126F-4C5A-A5A8-7BF62BD6868A}" type="presOf" srcId="{8F93F324-CA48-4E34-A3B9-14D2CA85F6F9}" destId="{E9F55ACD-518E-4F85-A047-06EAAC12D6E8}" srcOrd="0" destOrd="1" presId="urn:microsoft.com/office/officeart/2005/8/layout/list1"/>
    <dgm:cxn modelId="{32AD2227-C387-44FB-8ED8-5E068CD94089}" type="presOf" srcId="{B8563B18-F966-4DF9-A346-394B4F0FDB33}" destId="{37CA34A2-A8E8-4790-90E9-D5ABE23B070A}" srcOrd="1" destOrd="0" presId="urn:microsoft.com/office/officeart/2005/8/layout/list1"/>
    <dgm:cxn modelId="{03EE1D2A-7F38-467B-8D6C-623E0C8F6D4E}" type="presOf" srcId="{FED361DF-B818-409D-82CF-BBC83C3A7170}" destId="{652E84D0-91E2-4BF8-9D87-72F79D6DF1B3}" srcOrd="0" destOrd="0" presId="urn:microsoft.com/office/officeart/2005/8/layout/list1"/>
    <dgm:cxn modelId="{93F26233-C9B8-4144-9202-C738A890E09E}" srcId="{44315687-FF50-4648-B98A-20CADE4C0A0D}" destId="{B12CA3AE-16DF-4B0E-9846-15B933585460}" srcOrd="0" destOrd="0" parTransId="{DA3BCE6C-8B69-4559-A866-AFD807880DF7}" sibTransId="{453236E1-3165-4DC3-B1A8-10EA114CCB16}"/>
    <dgm:cxn modelId="{AAA9585C-C259-4323-9380-EA0E226FCF31}" type="presOf" srcId="{B8563B18-F966-4DF9-A346-394B4F0FDB33}" destId="{A8F26495-06CF-4140-A53B-A54CAEAD2AA2}" srcOrd="0" destOrd="0" presId="urn:microsoft.com/office/officeart/2005/8/layout/list1"/>
    <dgm:cxn modelId="{F57CAC5C-C93E-4053-9D0D-A6D4706FEA32}" srcId="{B8563B18-F966-4DF9-A346-394B4F0FDB33}" destId="{D9AFC8DF-CE7D-4FB6-9119-FED2AC3A08ED}" srcOrd="1" destOrd="0" parTransId="{13312AD0-C345-490C-8B5F-8AEB12B23D97}" sibTransId="{E298A4D6-71B1-4A76-9555-E5423E01515C}"/>
    <dgm:cxn modelId="{359D1267-E4BD-4BF8-91F4-71C0273C01EB}" type="presOf" srcId="{789B1D82-F0FB-4999-A613-43E887ADC9D7}" destId="{1CCC7EC8-D86E-4B0F-BFC5-EAEDE00A5116}" srcOrd="0" destOrd="2" presId="urn:microsoft.com/office/officeart/2005/8/layout/list1"/>
    <dgm:cxn modelId="{62BA896A-9C2A-455D-80C0-C426DC97A169}" type="presOf" srcId="{B12CA3AE-16DF-4B0E-9846-15B933585460}" destId="{E9F55ACD-518E-4F85-A047-06EAAC12D6E8}" srcOrd="0" destOrd="0" presId="urn:microsoft.com/office/officeart/2005/8/layout/list1"/>
    <dgm:cxn modelId="{263F5C98-58DD-46F7-B1F8-54F044CEA52F}" type="presOf" srcId="{44315687-FF50-4648-B98A-20CADE4C0A0D}" destId="{E69467BF-D4F8-40B7-83BD-F3C5E3DDFFFB}" srcOrd="0" destOrd="0" presId="urn:microsoft.com/office/officeart/2005/8/layout/list1"/>
    <dgm:cxn modelId="{E432C89A-7D69-4139-9820-60FF2718A556}" srcId="{FED361DF-B818-409D-82CF-BBC83C3A7170}" destId="{B8563B18-F966-4DF9-A346-394B4F0FDB33}" srcOrd="1" destOrd="0" parTransId="{E5309628-435C-42A6-A6CB-FB55D60B242D}" sibTransId="{0CFDDE62-7970-44CC-B9B1-E54D6D21E78A}"/>
    <dgm:cxn modelId="{864515AE-8D34-4820-85A9-B2F7DF993E6F}" type="presOf" srcId="{6E226D63-08DB-49CB-A165-B310D8C17D04}" destId="{1CCC7EC8-D86E-4B0F-BFC5-EAEDE00A5116}" srcOrd="0" destOrd="0" presId="urn:microsoft.com/office/officeart/2005/8/layout/list1"/>
    <dgm:cxn modelId="{52DD2DB7-0294-4F06-B6EF-F15CF44DFBF2}" srcId="{FED361DF-B818-409D-82CF-BBC83C3A7170}" destId="{44315687-FF50-4648-B98A-20CADE4C0A0D}" srcOrd="0" destOrd="0" parTransId="{1E927FAE-AA61-4D80-88BC-3E0E2508F3EC}" sibTransId="{31880C67-D22D-4A9B-816D-064B4B5674EB}"/>
    <dgm:cxn modelId="{A6B9D6C8-3E1C-4B30-990A-7D7448D9EB19}" srcId="{B8563B18-F966-4DF9-A346-394B4F0FDB33}" destId="{6E226D63-08DB-49CB-A165-B310D8C17D04}" srcOrd="0" destOrd="0" parTransId="{2BB40554-D6F3-4B2D-862A-58BD7666C719}" sibTransId="{5F71BF7F-558D-4DF7-BAD8-E0C413991874}"/>
    <dgm:cxn modelId="{8F274FBC-1B0E-4A35-B96F-A0AC341EA75A}" type="presParOf" srcId="{652E84D0-91E2-4BF8-9D87-72F79D6DF1B3}" destId="{7440178D-0E4A-4363-8F37-E8DB98663820}" srcOrd="0" destOrd="0" presId="urn:microsoft.com/office/officeart/2005/8/layout/list1"/>
    <dgm:cxn modelId="{2FD0CB44-FFEE-44C3-8162-6DECECE1D8B3}" type="presParOf" srcId="{7440178D-0E4A-4363-8F37-E8DB98663820}" destId="{E69467BF-D4F8-40B7-83BD-F3C5E3DDFFFB}" srcOrd="0" destOrd="0" presId="urn:microsoft.com/office/officeart/2005/8/layout/list1"/>
    <dgm:cxn modelId="{97FB80F2-0C07-47D8-A9D5-85D9C086FC9E}" type="presParOf" srcId="{7440178D-0E4A-4363-8F37-E8DB98663820}" destId="{5334AE69-DFE9-40A5-8C18-E60321CE50FE}" srcOrd="1" destOrd="0" presId="urn:microsoft.com/office/officeart/2005/8/layout/list1"/>
    <dgm:cxn modelId="{BFFC635B-177C-4932-96A0-573C0862C312}" type="presParOf" srcId="{652E84D0-91E2-4BF8-9D87-72F79D6DF1B3}" destId="{9D481C90-AF2A-4218-91F1-94FDC2C8B9FD}" srcOrd="1" destOrd="0" presId="urn:microsoft.com/office/officeart/2005/8/layout/list1"/>
    <dgm:cxn modelId="{FE12A9BB-2E0A-4A12-B78B-904A64AEF9E4}" type="presParOf" srcId="{652E84D0-91E2-4BF8-9D87-72F79D6DF1B3}" destId="{E9F55ACD-518E-4F85-A047-06EAAC12D6E8}" srcOrd="2" destOrd="0" presId="urn:microsoft.com/office/officeart/2005/8/layout/list1"/>
    <dgm:cxn modelId="{AA69524D-7065-4DBE-9AB8-F112E9DD0041}" type="presParOf" srcId="{652E84D0-91E2-4BF8-9D87-72F79D6DF1B3}" destId="{F2BD6442-2BB5-4755-BB70-927F20A456A7}" srcOrd="3" destOrd="0" presId="urn:microsoft.com/office/officeart/2005/8/layout/list1"/>
    <dgm:cxn modelId="{68E620F3-6407-4596-A24B-A65A2F0C4153}" type="presParOf" srcId="{652E84D0-91E2-4BF8-9D87-72F79D6DF1B3}" destId="{87B140B1-04A1-4859-A621-C4F9EF381E01}" srcOrd="4" destOrd="0" presId="urn:microsoft.com/office/officeart/2005/8/layout/list1"/>
    <dgm:cxn modelId="{A83CA199-6452-4946-8944-0646E68871F8}" type="presParOf" srcId="{87B140B1-04A1-4859-A621-C4F9EF381E01}" destId="{A8F26495-06CF-4140-A53B-A54CAEAD2AA2}" srcOrd="0" destOrd="0" presId="urn:microsoft.com/office/officeart/2005/8/layout/list1"/>
    <dgm:cxn modelId="{2C4DD0BC-606D-4965-AB3A-043BBFC728B6}" type="presParOf" srcId="{87B140B1-04A1-4859-A621-C4F9EF381E01}" destId="{37CA34A2-A8E8-4790-90E9-D5ABE23B070A}" srcOrd="1" destOrd="0" presId="urn:microsoft.com/office/officeart/2005/8/layout/list1"/>
    <dgm:cxn modelId="{906C2483-08BE-4E95-B6EB-E3AA460664F9}" type="presParOf" srcId="{652E84D0-91E2-4BF8-9D87-72F79D6DF1B3}" destId="{B0B389B3-8612-4A80-AF98-490898C4C41A}" srcOrd="5" destOrd="0" presId="urn:microsoft.com/office/officeart/2005/8/layout/list1"/>
    <dgm:cxn modelId="{478E7A2D-163E-4261-9B6F-9268CD369EA7}" type="presParOf" srcId="{652E84D0-91E2-4BF8-9D87-72F79D6DF1B3}" destId="{1CCC7EC8-D86E-4B0F-BFC5-EAEDE00A5116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9.xml><?xml version="1.0" encoding="utf-8"?>
<dgm:dataModel xmlns:dgm="http://schemas.openxmlformats.org/drawingml/2006/diagram" xmlns:a="http://schemas.openxmlformats.org/drawingml/2006/main">
  <dgm:ptLst>
    <dgm:pt modelId="{C44CE471-3F58-4378-A50A-57B136C515B2}" type="doc">
      <dgm:prSet loTypeId="urn:microsoft.com/office/officeart/2005/8/layout/list1" loCatId="list" qsTypeId="urn:microsoft.com/office/officeart/2005/8/quickstyle/simple1" qsCatId="simple" csTypeId="urn:microsoft.com/office/officeart/2005/8/colors/colorful2" csCatId="colorful"/>
      <dgm:spPr/>
      <dgm:t>
        <a:bodyPr/>
        <a:lstStyle/>
        <a:p>
          <a:endParaRPr lang="en-US"/>
        </a:p>
      </dgm:t>
    </dgm:pt>
    <dgm:pt modelId="{DF71B3E4-7A52-4270-858C-18ACEFE0AEAC}">
      <dgm:prSet/>
      <dgm:spPr/>
      <dgm:t>
        <a:bodyPr/>
        <a:lstStyle/>
        <a:p>
          <a:r>
            <a:rPr lang="tr-TR"/>
            <a:t>Cheating possibility</a:t>
          </a:r>
          <a:endParaRPr lang="en-US"/>
        </a:p>
      </dgm:t>
    </dgm:pt>
    <dgm:pt modelId="{36D2F0A6-85B2-40D7-9817-1E7D7872AEBC}" type="parTrans" cxnId="{3E9B631C-C164-48F2-A6D1-96270282CF04}">
      <dgm:prSet/>
      <dgm:spPr/>
      <dgm:t>
        <a:bodyPr/>
        <a:lstStyle/>
        <a:p>
          <a:endParaRPr lang="en-US"/>
        </a:p>
      </dgm:t>
    </dgm:pt>
    <dgm:pt modelId="{8724343B-1D2F-4444-ADB9-B512D7F42999}" type="sibTrans" cxnId="{3E9B631C-C164-48F2-A6D1-96270282CF04}">
      <dgm:prSet/>
      <dgm:spPr/>
      <dgm:t>
        <a:bodyPr/>
        <a:lstStyle/>
        <a:p>
          <a:endParaRPr lang="en-US"/>
        </a:p>
      </dgm:t>
    </dgm:pt>
    <dgm:pt modelId="{77E43BED-F780-48D0-83F7-9AF73F209279}">
      <dgm:prSet/>
      <dgm:spPr/>
      <dgm:t>
        <a:bodyPr/>
        <a:lstStyle/>
        <a:p>
          <a:r>
            <a:rPr lang="en-US"/>
            <a:t>Managed pools create the possibility of </a:t>
          </a:r>
        </a:p>
      </dgm:t>
    </dgm:pt>
    <dgm:pt modelId="{8FCA0014-324A-47AD-93EE-9750DF2A1C72}" type="parTrans" cxnId="{1DC735B0-06C5-4B54-9E9A-498A8371A7FE}">
      <dgm:prSet/>
      <dgm:spPr/>
      <dgm:t>
        <a:bodyPr/>
        <a:lstStyle/>
        <a:p>
          <a:endParaRPr lang="en-US"/>
        </a:p>
      </dgm:t>
    </dgm:pt>
    <dgm:pt modelId="{E0ED81E0-3BB6-456F-8B41-4AB11AC904F8}" type="sibTrans" cxnId="{1DC735B0-06C5-4B54-9E9A-498A8371A7FE}">
      <dgm:prSet/>
      <dgm:spPr/>
      <dgm:t>
        <a:bodyPr/>
        <a:lstStyle/>
        <a:p>
          <a:endParaRPr lang="en-US"/>
        </a:p>
      </dgm:t>
    </dgm:pt>
    <dgm:pt modelId="{56CB1B54-CD4B-4C42-8298-37C9F8D33DF5}">
      <dgm:prSet/>
      <dgm:spPr/>
      <dgm:t>
        <a:bodyPr/>
        <a:lstStyle/>
        <a:p>
          <a:r>
            <a:rPr lang="en-US"/>
            <a:t>cheating by the pool operator, </a:t>
          </a:r>
        </a:p>
      </dgm:t>
    </dgm:pt>
    <dgm:pt modelId="{12F8CA67-D664-43F6-803F-1E2B7CC40E1E}" type="parTrans" cxnId="{351BE2F4-F1BB-4FBD-98EB-9492D2C77C2F}">
      <dgm:prSet/>
      <dgm:spPr/>
      <dgm:t>
        <a:bodyPr/>
        <a:lstStyle/>
        <a:p>
          <a:endParaRPr lang="en-US"/>
        </a:p>
      </dgm:t>
    </dgm:pt>
    <dgm:pt modelId="{28D7D02B-4E76-4641-A171-AE8D8502F69F}" type="sibTrans" cxnId="{351BE2F4-F1BB-4FBD-98EB-9492D2C77C2F}">
      <dgm:prSet/>
      <dgm:spPr/>
      <dgm:t>
        <a:bodyPr/>
        <a:lstStyle/>
        <a:p>
          <a:endParaRPr lang="en-US"/>
        </a:p>
      </dgm:t>
    </dgm:pt>
    <dgm:pt modelId="{4AA27D88-EBD4-43D0-AC6C-E042FF3C5DEF}">
      <dgm:prSet/>
      <dgm:spPr/>
      <dgm:t>
        <a:bodyPr/>
        <a:lstStyle/>
        <a:p>
          <a:r>
            <a:rPr lang="tr-TR"/>
            <a:t>Consensus attack</a:t>
          </a:r>
          <a:endParaRPr lang="en-US"/>
        </a:p>
      </dgm:t>
    </dgm:pt>
    <dgm:pt modelId="{6C6CE93C-3AD9-4DAA-89D3-E9B6B690DB41}" type="parTrans" cxnId="{8866DE87-7A7F-4DC6-950E-614426015660}">
      <dgm:prSet/>
      <dgm:spPr/>
      <dgm:t>
        <a:bodyPr/>
        <a:lstStyle/>
        <a:p>
          <a:endParaRPr lang="en-US"/>
        </a:p>
      </dgm:t>
    </dgm:pt>
    <dgm:pt modelId="{A593E8A9-9FFF-46A2-AD88-41D246335756}" type="sibTrans" cxnId="{8866DE87-7A7F-4DC6-950E-614426015660}">
      <dgm:prSet/>
      <dgm:spPr/>
      <dgm:t>
        <a:bodyPr/>
        <a:lstStyle/>
        <a:p>
          <a:endParaRPr lang="en-US"/>
        </a:p>
      </dgm:t>
    </dgm:pt>
    <dgm:pt modelId="{FE26C8CF-224D-403B-9225-6E2F15CBC910}">
      <dgm:prSet/>
      <dgm:spPr/>
      <dgm:t>
        <a:bodyPr/>
        <a:lstStyle/>
        <a:p>
          <a:r>
            <a:rPr lang="en-US"/>
            <a:t>direct the pool effort </a:t>
          </a:r>
        </a:p>
      </dgm:t>
    </dgm:pt>
    <dgm:pt modelId="{1AE251C1-28B0-4650-A8CF-96F860BDEB48}" type="parTrans" cxnId="{4F7DC1B0-64C0-4C62-918B-5196A981C980}">
      <dgm:prSet/>
      <dgm:spPr/>
      <dgm:t>
        <a:bodyPr/>
        <a:lstStyle/>
        <a:p>
          <a:endParaRPr lang="en-US"/>
        </a:p>
      </dgm:t>
    </dgm:pt>
    <dgm:pt modelId="{672FF042-10F3-4235-8DED-3358C9B7C7BD}" type="sibTrans" cxnId="{4F7DC1B0-64C0-4C62-918B-5196A981C980}">
      <dgm:prSet/>
      <dgm:spPr/>
      <dgm:t>
        <a:bodyPr/>
        <a:lstStyle/>
        <a:p>
          <a:endParaRPr lang="en-US"/>
        </a:p>
      </dgm:t>
    </dgm:pt>
    <dgm:pt modelId="{7FFAE644-6B3B-4A80-982D-A7B538409FAA}">
      <dgm:prSet/>
      <dgm:spPr/>
      <dgm:t>
        <a:bodyPr/>
        <a:lstStyle/>
        <a:p>
          <a:r>
            <a:rPr lang="en-US"/>
            <a:t>to </a:t>
          </a:r>
          <a:r>
            <a:rPr lang="en-US" b="1"/>
            <a:t>double-spend</a:t>
          </a:r>
          <a:r>
            <a:rPr lang="en-US"/>
            <a:t> transactions or </a:t>
          </a:r>
          <a:r>
            <a:rPr lang="en-US" b="1"/>
            <a:t>invalidate</a:t>
          </a:r>
          <a:r>
            <a:rPr lang="en-US"/>
            <a:t> blocks</a:t>
          </a:r>
        </a:p>
      </dgm:t>
    </dgm:pt>
    <dgm:pt modelId="{131DD1C5-5D8E-441D-9B57-2115D9A16911}" type="parTrans" cxnId="{F9CCCA33-A43D-426D-A17B-84FD4C1D9E4E}">
      <dgm:prSet/>
      <dgm:spPr/>
      <dgm:t>
        <a:bodyPr/>
        <a:lstStyle/>
        <a:p>
          <a:endParaRPr lang="en-US"/>
        </a:p>
      </dgm:t>
    </dgm:pt>
    <dgm:pt modelId="{FBA2E228-A0D4-4EEB-83AA-B509DD18DD9F}" type="sibTrans" cxnId="{F9CCCA33-A43D-426D-A17B-84FD4C1D9E4E}">
      <dgm:prSet/>
      <dgm:spPr/>
      <dgm:t>
        <a:bodyPr/>
        <a:lstStyle/>
        <a:p>
          <a:endParaRPr lang="en-US"/>
        </a:p>
      </dgm:t>
    </dgm:pt>
    <dgm:pt modelId="{05C39C83-C060-4353-81FB-AE088B1AA12B}">
      <dgm:prSet/>
      <dgm:spPr/>
      <dgm:t>
        <a:bodyPr/>
        <a:lstStyle/>
        <a:p>
          <a:r>
            <a:rPr lang="en-US"/>
            <a:t>Single</a:t>
          </a:r>
          <a:r>
            <a:rPr lang="tr-TR"/>
            <a:t> </a:t>
          </a:r>
          <a:r>
            <a:rPr lang="en-US"/>
            <a:t>point-of-failure. </a:t>
          </a:r>
        </a:p>
      </dgm:t>
    </dgm:pt>
    <dgm:pt modelId="{0F2D9364-0283-49CF-AA5F-21B8DB568773}" type="parTrans" cxnId="{BBBB39EB-BF5B-42BA-9787-1F6844519CF5}">
      <dgm:prSet/>
      <dgm:spPr/>
      <dgm:t>
        <a:bodyPr/>
        <a:lstStyle/>
        <a:p>
          <a:endParaRPr lang="en-US"/>
        </a:p>
      </dgm:t>
    </dgm:pt>
    <dgm:pt modelId="{D435F7FB-578C-4A43-8DC8-64CCD927A72C}" type="sibTrans" cxnId="{BBBB39EB-BF5B-42BA-9787-1F6844519CF5}">
      <dgm:prSet/>
      <dgm:spPr/>
      <dgm:t>
        <a:bodyPr/>
        <a:lstStyle/>
        <a:p>
          <a:endParaRPr lang="en-US"/>
        </a:p>
      </dgm:t>
    </dgm:pt>
    <dgm:pt modelId="{36B0F9AC-802F-4E46-96A4-71214129C0D5}">
      <dgm:prSet/>
      <dgm:spPr/>
      <dgm:t>
        <a:bodyPr/>
        <a:lstStyle/>
        <a:p>
          <a:r>
            <a:rPr lang="en-US"/>
            <a:t>If the pool server is down or is slowed by a denial-of-service attack,</a:t>
          </a:r>
          <a:r>
            <a:rPr lang="tr-TR"/>
            <a:t> </a:t>
          </a:r>
          <a:endParaRPr lang="en-US"/>
        </a:p>
      </dgm:t>
    </dgm:pt>
    <dgm:pt modelId="{8A36261B-A540-4FDA-B3F3-D8CB656B6569}" type="parTrans" cxnId="{F498F309-D44F-4572-88B4-82FE7DBE5A01}">
      <dgm:prSet/>
      <dgm:spPr/>
      <dgm:t>
        <a:bodyPr/>
        <a:lstStyle/>
        <a:p>
          <a:endParaRPr lang="en-US"/>
        </a:p>
      </dgm:t>
    </dgm:pt>
    <dgm:pt modelId="{1E540E2F-6B5F-4A9B-8E53-C2800292CB49}" type="sibTrans" cxnId="{F498F309-D44F-4572-88B4-82FE7DBE5A01}">
      <dgm:prSet/>
      <dgm:spPr/>
      <dgm:t>
        <a:bodyPr/>
        <a:lstStyle/>
        <a:p>
          <a:endParaRPr lang="en-US"/>
        </a:p>
      </dgm:t>
    </dgm:pt>
    <dgm:pt modelId="{282EFE2F-D618-49AC-A10D-5FEAA72512A6}">
      <dgm:prSet/>
      <dgm:spPr/>
      <dgm:t>
        <a:bodyPr/>
        <a:lstStyle/>
        <a:p>
          <a:r>
            <a:rPr lang="en-US"/>
            <a:t>the pool miners cannot mine</a:t>
          </a:r>
        </a:p>
      </dgm:t>
    </dgm:pt>
    <dgm:pt modelId="{095E6273-251C-4093-A13E-99EBFCA6B65F}" type="parTrans" cxnId="{4F4308D2-AE04-4EDD-8BF1-61C7070D5557}">
      <dgm:prSet/>
      <dgm:spPr/>
      <dgm:t>
        <a:bodyPr/>
        <a:lstStyle/>
        <a:p>
          <a:endParaRPr lang="en-US"/>
        </a:p>
      </dgm:t>
    </dgm:pt>
    <dgm:pt modelId="{0ACD284D-CCA9-43EA-B221-5F56D283ED7F}" type="sibTrans" cxnId="{4F4308D2-AE04-4EDD-8BF1-61C7070D5557}">
      <dgm:prSet/>
      <dgm:spPr/>
      <dgm:t>
        <a:bodyPr/>
        <a:lstStyle/>
        <a:p>
          <a:endParaRPr lang="en-US"/>
        </a:p>
      </dgm:t>
    </dgm:pt>
    <dgm:pt modelId="{5D21ED25-894D-40F6-ADED-67930A917B14}" type="pres">
      <dgm:prSet presAssocID="{C44CE471-3F58-4378-A50A-57B136C515B2}" presName="linear" presStyleCnt="0">
        <dgm:presLayoutVars>
          <dgm:dir/>
          <dgm:animLvl val="lvl"/>
          <dgm:resizeHandles val="exact"/>
        </dgm:presLayoutVars>
      </dgm:prSet>
      <dgm:spPr/>
    </dgm:pt>
    <dgm:pt modelId="{B33DC66B-89EF-4B74-AC80-B101E5962539}" type="pres">
      <dgm:prSet presAssocID="{DF71B3E4-7A52-4270-858C-18ACEFE0AEAC}" presName="parentLin" presStyleCnt="0"/>
      <dgm:spPr/>
    </dgm:pt>
    <dgm:pt modelId="{58681F46-8DEF-4192-A825-B3D8DA30BEBA}" type="pres">
      <dgm:prSet presAssocID="{DF71B3E4-7A52-4270-858C-18ACEFE0AEAC}" presName="parentLeftMargin" presStyleLbl="node1" presStyleIdx="0" presStyleCnt="3"/>
      <dgm:spPr/>
    </dgm:pt>
    <dgm:pt modelId="{46F354DD-95EB-4847-899A-90D264BB7E9B}" type="pres">
      <dgm:prSet presAssocID="{DF71B3E4-7A52-4270-858C-18ACEFE0AEAC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7699E43F-6C23-4A5B-AEED-D1F268E297DA}" type="pres">
      <dgm:prSet presAssocID="{DF71B3E4-7A52-4270-858C-18ACEFE0AEAC}" presName="negativeSpace" presStyleCnt="0"/>
      <dgm:spPr/>
    </dgm:pt>
    <dgm:pt modelId="{EF9B4FBE-2B8C-4989-B523-786FDB8462EC}" type="pres">
      <dgm:prSet presAssocID="{DF71B3E4-7A52-4270-858C-18ACEFE0AEAC}" presName="childText" presStyleLbl="conFgAcc1" presStyleIdx="0" presStyleCnt="3">
        <dgm:presLayoutVars>
          <dgm:bulletEnabled val="1"/>
        </dgm:presLayoutVars>
      </dgm:prSet>
      <dgm:spPr/>
    </dgm:pt>
    <dgm:pt modelId="{8AFA1E37-3ECD-45EB-8240-9040F0107113}" type="pres">
      <dgm:prSet presAssocID="{8724343B-1D2F-4444-ADB9-B512D7F42999}" presName="spaceBetweenRectangles" presStyleCnt="0"/>
      <dgm:spPr/>
    </dgm:pt>
    <dgm:pt modelId="{38259FA4-475C-4848-A980-AF86F7C8A97D}" type="pres">
      <dgm:prSet presAssocID="{4AA27D88-EBD4-43D0-AC6C-E042FF3C5DEF}" presName="parentLin" presStyleCnt="0"/>
      <dgm:spPr/>
    </dgm:pt>
    <dgm:pt modelId="{80CFE0EB-D525-4DD9-9589-0821D84A5ACA}" type="pres">
      <dgm:prSet presAssocID="{4AA27D88-EBD4-43D0-AC6C-E042FF3C5DEF}" presName="parentLeftMargin" presStyleLbl="node1" presStyleIdx="0" presStyleCnt="3"/>
      <dgm:spPr/>
    </dgm:pt>
    <dgm:pt modelId="{7F89775E-942E-492F-8E06-0C1EBE70162E}" type="pres">
      <dgm:prSet presAssocID="{4AA27D88-EBD4-43D0-AC6C-E042FF3C5DEF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031B5E2A-C664-418E-9369-A43043D2B663}" type="pres">
      <dgm:prSet presAssocID="{4AA27D88-EBD4-43D0-AC6C-E042FF3C5DEF}" presName="negativeSpace" presStyleCnt="0"/>
      <dgm:spPr/>
    </dgm:pt>
    <dgm:pt modelId="{CA2CBA8B-C0B7-4ADF-ADE1-5F6EA5768C09}" type="pres">
      <dgm:prSet presAssocID="{4AA27D88-EBD4-43D0-AC6C-E042FF3C5DEF}" presName="childText" presStyleLbl="conFgAcc1" presStyleIdx="1" presStyleCnt="3">
        <dgm:presLayoutVars>
          <dgm:bulletEnabled val="1"/>
        </dgm:presLayoutVars>
      </dgm:prSet>
      <dgm:spPr/>
    </dgm:pt>
    <dgm:pt modelId="{00DD1B2F-F174-45D1-84D6-BD3D6BC5C05C}" type="pres">
      <dgm:prSet presAssocID="{A593E8A9-9FFF-46A2-AD88-41D246335756}" presName="spaceBetweenRectangles" presStyleCnt="0"/>
      <dgm:spPr/>
    </dgm:pt>
    <dgm:pt modelId="{C5AFD836-C303-48F4-8375-29DF0BE47821}" type="pres">
      <dgm:prSet presAssocID="{05C39C83-C060-4353-81FB-AE088B1AA12B}" presName="parentLin" presStyleCnt="0"/>
      <dgm:spPr/>
    </dgm:pt>
    <dgm:pt modelId="{D69ACDAD-0FB9-48AB-9109-E46ACEEDAD5A}" type="pres">
      <dgm:prSet presAssocID="{05C39C83-C060-4353-81FB-AE088B1AA12B}" presName="parentLeftMargin" presStyleLbl="node1" presStyleIdx="1" presStyleCnt="3"/>
      <dgm:spPr/>
    </dgm:pt>
    <dgm:pt modelId="{0EC3BA5D-BB6A-4526-A9A4-3F24FD391034}" type="pres">
      <dgm:prSet presAssocID="{05C39C83-C060-4353-81FB-AE088B1AA12B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E0DDD24E-3976-41F9-A777-3FE28080AF14}" type="pres">
      <dgm:prSet presAssocID="{05C39C83-C060-4353-81FB-AE088B1AA12B}" presName="negativeSpace" presStyleCnt="0"/>
      <dgm:spPr/>
    </dgm:pt>
    <dgm:pt modelId="{C0B04AC3-CFDE-48F9-9C0C-E4FE8BF0A868}" type="pres">
      <dgm:prSet presAssocID="{05C39C83-C060-4353-81FB-AE088B1AA12B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F498F309-D44F-4572-88B4-82FE7DBE5A01}" srcId="{05C39C83-C060-4353-81FB-AE088B1AA12B}" destId="{36B0F9AC-802F-4E46-96A4-71214129C0D5}" srcOrd="0" destOrd="0" parTransId="{8A36261B-A540-4FDA-B3F3-D8CB656B6569}" sibTransId="{1E540E2F-6B5F-4A9B-8E53-C2800292CB49}"/>
    <dgm:cxn modelId="{32B6520D-B9B0-4271-A28B-8D8FA67DC1D1}" type="presOf" srcId="{4AA27D88-EBD4-43D0-AC6C-E042FF3C5DEF}" destId="{80CFE0EB-D525-4DD9-9589-0821D84A5ACA}" srcOrd="0" destOrd="0" presId="urn:microsoft.com/office/officeart/2005/8/layout/list1"/>
    <dgm:cxn modelId="{3E9B631C-C164-48F2-A6D1-96270282CF04}" srcId="{C44CE471-3F58-4378-A50A-57B136C515B2}" destId="{DF71B3E4-7A52-4270-858C-18ACEFE0AEAC}" srcOrd="0" destOrd="0" parTransId="{36D2F0A6-85B2-40D7-9817-1E7D7872AEBC}" sibTransId="{8724343B-1D2F-4444-ADB9-B512D7F42999}"/>
    <dgm:cxn modelId="{C9BC6229-F28D-42E9-9631-A33100B63755}" type="presOf" srcId="{7FFAE644-6B3B-4A80-982D-A7B538409FAA}" destId="{CA2CBA8B-C0B7-4ADF-ADE1-5F6EA5768C09}" srcOrd="0" destOrd="1" presId="urn:microsoft.com/office/officeart/2005/8/layout/list1"/>
    <dgm:cxn modelId="{435F362B-0864-4C22-8769-5B3B250455B7}" type="presOf" srcId="{56CB1B54-CD4B-4C42-8298-37C9F8D33DF5}" destId="{EF9B4FBE-2B8C-4989-B523-786FDB8462EC}" srcOrd="0" destOrd="1" presId="urn:microsoft.com/office/officeart/2005/8/layout/list1"/>
    <dgm:cxn modelId="{F9CCCA33-A43D-426D-A17B-84FD4C1D9E4E}" srcId="{4AA27D88-EBD4-43D0-AC6C-E042FF3C5DEF}" destId="{7FFAE644-6B3B-4A80-982D-A7B538409FAA}" srcOrd="1" destOrd="0" parTransId="{131DD1C5-5D8E-441D-9B57-2115D9A16911}" sibTransId="{FBA2E228-A0D4-4EEB-83AA-B509DD18DD9F}"/>
    <dgm:cxn modelId="{E61F8936-154F-4A7A-80B5-0C43D912DC50}" type="presOf" srcId="{C44CE471-3F58-4378-A50A-57B136C515B2}" destId="{5D21ED25-894D-40F6-ADED-67930A917B14}" srcOrd="0" destOrd="0" presId="urn:microsoft.com/office/officeart/2005/8/layout/list1"/>
    <dgm:cxn modelId="{85F3C740-C5A8-4534-AA5D-7A7A7CA3BE21}" type="presOf" srcId="{282EFE2F-D618-49AC-A10D-5FEAA72512A6}" destId="{C0B04AC3-CFDE-48F9-9C0C-E4FE8BF0A868}" srcOrd="0" destOrd="1" presId="urn:microsoft.com/office/officeart/2005/8/layout/list1"/>
    <dgm:cxn modelId="{5B4B1A65-F1BD-42AC-AB73-217501637639}" type="presOf" srcId="{DF71B3E4-7A52-4270-858C-18ACEFE0AEAC}" destId="{46F354DD-95EB-4847-899A-90D264BB7E9B}" srcOrd="1" destOrd="0" presId="urn:microsoft.com/office/officeart/2005/8/layout/list1"/>
    <dgm:cxn modelId="{B0221869-F7E3-4951-A65E-D87636B841B8}" type="presOf" srcId="{05C39C83-C060-4353-81FB-AE088B1AA12B}" destId="{D69ACDAD-0FB9-48AB-9109-E46ACEEDAD5A}" srcOrd="0" destOrd="0" presId="urn:microsoft.com/office/officeart/2005/8/layout/list1"/>
    <dgm:cxn modelId="{96D56655-FC3E-4448-BF42-5A64CACA0B25}" type="presOf" srcId="{36B0F9AC-802F-4E46-96A4-71214129C0D5}" destId="{C0B04AC3-CFDE-48F9-9C0C-E4FE8BF0A868}" srcOrd="0" destOrd="0" presId="urn:microsoft.com/office/officeart/2005/8/layout/list1"/>
    <dgm:cxn modelId="{8866DE87-7A7F-4DC6-950E-614426015660}" srcId="{C44CE471-3F58-4378-A50A-57B136C515B2}" destId="{4AA27D88-EBD4-43D0-AC6C-E042FF3C5DEF}" srcOrd="1" destOrd="0" parTransId="{6C6CE93C-3AD9-4DAA-89D3-E9B6B690DB41}" sibTransId="{A593E8A9-9FFF-46A2-AD88-41D246335756}"/>
    <dgm:cxn modelId="{559A9CA7-21D1-48E8-871E-764BFFFE3A76}" type="presOf" srcId="{05C39C83-C060-4353-81FB-AE088B1AA12B}" destId="{0EC3BA5D-BB6A-4526-A9A4-3F24FD391034}" srcOrd="1" destOrd="0" presId="urn:microsoft.com/office/officeart/2005/8/layout/list1"/>
    <dgm:cxn modelId="{1DC735B0-06C5-4B54-9E9A-498A8371A7FE}" srcId="{DF71B3E4-7A52-4270-858C-18ACEFE0AEAC}" destId="{77E43BED-F780-48D0-83F7-9AF73F209279}" srcOrd="0" destOrd="0" parTransId="{8FCA0014-324A-47AD-93EE-9750DF2A1C72}" sibTransId="{E0ED81E0-3BB6-456F-8B41-4AB11AC904F8}"/>
    <dgm:cxn modelId="{4F7DC1B0-64C0-4C62-918B-5196A981C980}" srcId="{4AA27D88-EBD4-43D0-AC6C-E042FF3C5DEF}" destId="{FE26C8CF-224D-403B-9225-6E2F15CBC910}" srcOrd="0" destOrd="0" parTransId="{1AE251C1-28B0-4650-A8CF-96F860BDEB48}" sibTransId="{672FF042-10F3-4235-8DED-3358C9B7C7BD}"/>
    <dgm:cxn modelId="{3C783FBB-AF01-4CE6-99DA-1C2EB0D9201F}" type="presOf" srcId="{DF71B3E4-7A52-4270-858C-18ACEFE0AEAC}" destId="{58681F46-8DEF-4192-A825-B3D8DA30BEBA}" srcOrd="0" destOrd="0" presId="urn:microsoft.com/office/officeart/2005/8/layout/list1"/>
    <dgm:cxn modelId="{E07056BF-D660-4DE3-AF25-B95FC45916F7}" type="presOf" srcId="{FE26C8CF-224D-403B-9225-6E2F15CBC910}" destId="{CA2CBA8B-C0B7-4ADF-ADE1-5F6EA5768C09}" srcOrd="0" destOrd="0" presId="urn:microsoft.com/office/officeart/2005/8/layout/list1"/>
    <dgm:cxn modelId="{4F4308D2-AE04-4EDD-8BF1-61C7070D5557}" srcId="{05C39C83-C060-4353-81FB-AE088B1AA12B}" destId="{282EFE2F-D618-49AC-A10D-5FEAA72512A6}" srcOrd="1" destOrd="0" parTransId="{095E6273-251C-4093-A13E-99EBFCA6B65F}" sibTransId="{0ACD284D-CCA9-43EA-B221-5F56D283ED7F}"/>
    <dgm:cxn modelId="{C42AE7DB-F04A-4BD4-8921-3D343D57249B}" type="presOf" srcId="{4AA27D88-EBD4-43D0-AC6C-E042FF3C5DEF}" destId="{7F89775E-942E-492F-8E06-0C1EBE70162E}" srcOrd="1" destOrd="0" presId="urn:microsoft.com/office/officeart/2005/8/layout/list1"/>
    <dgm:cxn modelId="{BBBB39EB-BF5B-42BA-9787-1F6844519CF5}" srcId="{C44CE471-3F58-4378-A50A-57B136C515B2}" destId="{05C39C83-C060-4353-81FB-AE088B1AA12B}" srcOrd="2" destOrd="0" parTransId="{0F2D9364-0283-49CF-AA5F-21B8DB568773}" sibTransId="{D435F7FB-578C-4A43-8DC8-64CCD927A72C}"/>
    <dgm:cxn modelId="{351BE2F4-F1BB-4FBD-98EB-9492D2C77C2F}" srcId="{DF71B3E4-7A52-4270-858C-18ACEFE0AEAC}" destId="{56CB1B54-CD4B-4C42-8298-37C9F8D33DF5}" srcOrd="1" destOrd="0" parTransId="{12F8CA67-D664-43F6-803F-1E2B7CC40E1E}" sibTransId="{28D7D02B-4E76-4641-A171-AE8D8502F69F}"/>
    <dgm:cxn modelId="{F8123BF7-870F-4170-BC78-344A66C49FF5}" type="presOf" srcId="{77E43BED-F780-48D0-83F7-9AF73F209279}" destId="{EF9B4FBE-2B8C-4989-B523-786FDB8462EC}" srcOrd="0" destOrd="0" presId="urn:microsoft.com/office/officeart/2005/8/layout/list1"/>
    <dgm:cxn modelId="{44987DB1-CC44-4EE7-9B3E-DAE1D0F9CE71}" type="presParOf" srcId="{5D21ED25-894D-40F6-ADED-67930A917B14}" destId="{B33DC66B-89EF-4B74-AC80-B101E5962539}" srcOrd="0" destOrd="0" presId="urn:microsoft.com/office/officeart/2005/8/layout/list1"/>
    <dgm:cxn modelId="{77DC4CCF-9281-4A97-9368-547BD551A05B}" type="presParOf" srcId="{B33DC66B-89EF-4B74-AC80-B101E5962539}" destId="{58681F46-8DEF-4192-A825-B3D8DA30BEBA}" srcOrd="0" destOrd="0" presId="urn:microsoft.com/office/officeart/2005/8/layout/list1"/>
    <dgm:cxn modelId="{2122D78B-B2E7-42D2-8756-0CC8B2D11E20}" type="presParOf" srcId="{B33DC66B-89EF-4B74-AC80-B101E5962539}" destId="{46F354DD-95EB-4847-899A-90D264BB7E9B}" srcOrd="1" destOrd="0" presId="urn:microsoft.com/office/officeart/2005/8/layout/list1"/>
    <dgm:cxn modelId="{2CDB37C7-30B1-41DC-83ED-B2DD5A3D6939}" type="presParOf" srcId="{5D21ED25-894D-40F6-ADED-67930A917B14}" destId="{7699E43F-6C23-4A5B-AEED-D1F268E297DA}" srcOrd="1" destOrd="0" presId="urn:microsoft.com/office/officeart/2005/8/layout/list1"/>
    <dgm:cxn modelId="{24EC5A99-3617-4BC8-B6A3-40A5E0FDE93C}" type="presParOf" srcId="{5D21ED25-894D-40F6-ADED-67930A917B14}" destId="{EF9B4FBE-2B8C-4989-B523-786FDB8462EC}" srcOrd="2" destOrd="0" presId="urn:microsoft.com/office/officeart/2005/8/layout/list1"/>
    <dgm:cxn modelId="{EDED7E42-6FDA-445B-98BB-547349F921A9}" type="presParOf" srcId="{5D21ED25-894D-40F6-ADED-67930A917B14}" destId="{8AFA1E37-3ECD-45EB-8240-9040F0107113}" srcOrd="3" destOrd="0" presId="urn:microsoft.com/office/officeart/2005/8/layout/list1"/>
    <dgm:cxn modelId="{38537F86-6278-47A1-A44C-719526318AA4}" type="presParOf" srcId="{5D21ED25-894D-40F6-ADED-67930A917B14}" destId="{38259FA4-475C-4848-A980-AF86F7C8A97D}" srcOrd="4" destOrd="0" presId="urn:microsoft.com/office/officeart/2005/8/layout/list1"/>
    <dgm:cxn modelId="{974F9BFB-C396-4721-BDAD-5D7EC949986A}" type="presParOf" srcId="{38259FA4-475C-4848-A980-AF86F7C8A97D}" destId="{80CFE0EB-D525-4DD9-9589-0821D84A5ACA}" srcOrd="0" destOrd="0" presId="urn:microsoft.com/office/officeart/2005/8/layout/list1"/>
    <dgm:cxn modelId="{5386F98D-A53B-4450-99CA-82585E4A30EF}" type="presParOf" srcId="{38259FA4-475C-4848-A980-AF86F7C8A97D}" destId="{7F89775E-942E-492F-8E06-0C1EBE70162E}" srcOrd="1" destOrd="0" presId="urn:microsoft.com/office/officeart/2005/8/layout/list1"/>
    <dgm:cxn modelId="{32BB13FA-736F-4741-BBF7-D31701C09F72}" type="presParOf" srcId="{5D21ED25-894D-40F6-ADED-67930A917B14}" destId="{031B5E2A-C664-418E-9369-A43043D2B663}" srcOrd="5" destOrd="0" presId="urn:microsoft.com/office/officeart/2005/8/layout/list1"/>
    <dgm:cxn modelId="{02772BF4-913C-4CD9-B8A8-4E94BC9A9296}" type="presParOf" srcId="{5D21ED25-894D-40F6-ADED-67930A917B14}" destId="{CA2CBA8B-C0B7-4ADF-ADE1-5F6EA5768C09}" srcOrd="6" destOrd="0" presId="urn:microsoft.com/office/officeart/2005/8/layout/list1"/>
    <dgm:cxn modelId="{95986EDC-68F9-4F57-BCD0-6131E014DC64}" type="presParOf" srcId="{5D21ED25-894D-40F6-ADED-67930A917B14}" destId="{00DD1B2F-F174-45D1-84D6-BD3D6BC5C05C}" srcOrd="7" destOrd="0" presId="urn:microsoft.com/office/officeart/2005/8/layout/list1"/>
    <dgm:cxn modelId="{87DE8BEE-ECCA-40B9-BFB3-80B14803C13B}" type="presParOf" srcId="{5D21ED25-894D-40F6-ADED-67930A917B14}" destId="{C5AFD836-C303-48F4-8375-29DF0BE47821}" srcOrd="8" destOrd="0" presId="urn:microsoft.com/office/officeart/2005/8/layout/list1"/>
    <dgm:cxn modelId="{4AB5E386-EB1B-4026-B4F3-85B3870D099E}" type="presParOf" srcId="{C5AFD836-C303-48F4-8375-29DF0BE47821}" destId="{D69ACDAD-0FB9-48AB-9109-E46ACEEDAD5A}" srcOrd="0" destOrd="0" presId="urn:microsoft.com/office/officeart/2005/8/layout/list1"/>
    <dgm:cxn modelId="{F586ADBA-C5CF-49C6-83FB-197DF7366A54}" type="presParOf" srcId="{C5AFD836-C303-48F4-8375-29DF0BE47821}" destId="{0EC3BA5D-BB6A-4526-A9A4-3F24FD391034}" srcOrd="1" destOrd="0" presId="urn:microsoft.com/office/officeart/2005/8/layout/list1"/>
    <dgm:cxn modelId="{88547EAA-8EE5-4E48-B7E6-C5AC4D88CD47}" type="presParOf" srcId="{5D21ED25-894D-40F6-ADED-67930A917B14}" destId="{E0DDD24E-3976-41F9-A777-3FE28080AF14}" srcOrd="9" destOrd="0" presId="urn:microsoft.com/office/officeart/2005/8/layout/list1"/>
    <dgm:cxn modelId="{5D2C1953-D6F8-4402-A379-1EB9E8C5BE23}" type="presParOf" srcId="{5D21ED25-894D-40F6-ADED-67930A917B14}" destId="{C0B04AC3-CFDE-48F9-9C0C-E4FE8BF0A868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0.xml><?xml version="1.0" encoding="utf-8"?>
<dgm:dataModel xmlns:dgm="http://schemas.openxmlformats.org/drawingml/2006/diagram" xmlns:a="http://schemas.openxmlformats.org/drawingml/2006/main">
  <dgm:ptLst>
    <dgm:pt modelId="{D1231D6F-4C44-4125-BEB7-C8FE416B5DBF}" type="doc">
      <dgm:prSet loTypeId="urn:microsoft.com/office/officeart/2005/8/layout/list1" loCatId="list" qsTypeId="urn:microsoft.com/office/officeart/2005/8/quickstyle/simple1" qsCatId="simple" csTypeId="urn:microsoft.com/office/officeart/2005/8/colors/colorful2" csCatId="colorful"/>
      <dgm:spPr/>
      <dgm:t>
        <a:bodyPr/>
        <a:lstStyle/>
        <a:p>
          <a:endParaRPr lang="en-US"/>
        </a:p>
      </dgm:t>
    </dgm:pt>
    <dgm:pt modelId="{702B576C-41E3-4B17-9F10-066DB4EE3089}">
      <dgm:prSet/>
      <dgm:spPr/>
      <dgm:t>
        <a:bodyPr/>
        <a:lstStyle/>
        <a:p>
          <a:r>
            <a:rPr lang="tr-TR"/>
            <a:t>Pool without central operator</a:t>
          </a:r>
          <a:endParaRPr lang="en-US"/>
        </a:p>
      </dgm:t>
    </dgm:pt>
    <dgm:pt modelId="{8D2234E3-EE1E-440B-8143-4BA94B314227}" type="parTrans" cxnId="{963A304F-E5F0-4C68-BA76-C736D972B99D}">
      <dgm:prSet/>
      <dgm:spPr/>
      <dgm:t>
        <a:bodyPr/>
        <a:lstStyle/>
        <a:p>
          <a:endParaRPr lang="en-US"/>
        </a:p>
      </dgm:t>
    </dgm:pt>
    <dgm:pt modelId="{A6D2517C-D0EC-41D8-B9FE-139161E5D5AE}" type="sibTrans" cxnId="{963A304F-E5F0-4C68-BA76-C736D972B99D}">
      <dgm:prSet/>
      <dgm:spPr/>
      <dgm:t>
        <a:bodyPr/>
        <a:lstStyle/>
        <a:p>
          <a:endParaRPr lang="en-US"/>
        </a:p>
      </dgm:t>
    </dgm:pt>
    <dgm:pt modelId="{77A35522-455C-4FCC-9B3B-A5D12D77DE60}">
      <dgm:prSet/>
      <dgm:spPr/>
      <dgm:t>
        <a:bodyPr/>
        <a:lstStyle/>
        <a:p>
          <a:r>
            <a:rPr lang="en-US"/>
            <a:t>In 2011, to resolve these issues of centralization, </a:t>
          </a:r>
        </a:p>
      </dgm:t>
    </dgm:pt>
    <dgm:pt modelId="{C84EA489-0FF0-4D6B-986F-B6F63F5F20B9}" type="parTrans" cxnId="{202B86B4-4856-4AC5-B105-C2A102656AAD}">
      <dgm:prSet/>
      <dgm:spPr/>
      <dgm:t>
        <a:bodyPr/>
        <a:lstStyle/>
        <a:p>
          <a:endParaRPr lang="en-US"/>
        </a:p>
      </dgm:t>
    </dgm:pt>
    <dgm:pt modelId="{0E0C78F8-8997-48E0-9722-CEF3EFD34F5D}" type="sibTrans" cxnId="{202B86B4-4856-4AC5-B105-C2A102656AAD}">
      <dgm:prSet/>
      <dgm:spPr/>
      <dgm:t>
        <a:bodyPr/>
        <a:lstStyle/>
        <a:p>
          <a:endParaRPr lang="en-US"/>
        </a:p>
      </dgm:t>
    </dgm:pt>
    <dgm:pt modelId="{B0A1D5E3-530A-4F01-9D82-7FFFDB83517A}">
      <dgm:prSet/>
      <dgm:spPr/>
      <dgm:t>
        <a:bodyPr/>
        <a:lstStyle/>
        <a:p>
          <a:r>
            <a:rPr lang="en-US"/>
            <a:t>a new</a:t>
          </a:r>
          <a:r>
            <a:rPr lang="tr-TR"/>
            <a:t> </a:t>
          </a:r>
          <a:r>
            <a:rPr lang="en-US"/>
            <a:t>pool mining method was proposed and implemented: </a:t>
          </a:r>
        </a:p>
      </dgm:t>
    </dgm:pt>
    <dgm:pt modelId="{78D63A2F-5711-40AA-837B-06BF78E83717}" type="parTrans" cxnId="{3559D8F3-7EA9-48F6-98EE-CA8BCF128EB2}">
      <dgm:prSet/>
      <dgm:spPr/>
      <dgm:t>
        <a:bodyPr/>
        <a:lstStyle/>
        <a:p>
          <a:endParaRPr lang="en-US"/>
        </a:p>
      </dgm:t>
    </dgm:pt>
    <dgm:pt modelId="{F0FFBDA2-71B3-4FB5-94CE-FF9A89150402}" type="sibTrans" cxnId="{3559D8F3-7EA9-48F6-98EE-CA8BCF128EB2}">
      <dgm:prSet/>
      <dgm:spPr/>
      <dgm:t>
        <a:bodyPr/>
        <a:lstStyle/>
        <a:p>
          <a:endParaRPr lang="en-US"/>
        </a:p>
      </dgm:t>
    </dgm:pt>
    <dgm:pt modelId="{37D70A8C-D7A3-4704-9089-FCEF8B231576}">
      <dgm:prSet/>
      <dgm:spPr/>
      <dgm:t>
        <a:bodyPr/>
        <a:lstStyle/>
        <a:p>
          <a:r>
            <a:rPr lang="en-US"/>
            <a:t>P2Pool, a peer-to-peer mining</a:t>
          </a:r>
          <a:r>
            <a:rPr lang="tr-TR"/>
            <a:t> </a:t>
          </a:r>
          <a:r>
            <a:rPr lang="en-US"/>
            <a:t>pool without a central operator</a:t>
          </a:r>
        </a:p>
      </dgm:t>
    </dgm:pt>
    <dgm:pt modelId="{60D1BE4D-5819-4DEA-87FE-2E7206ED24E8}" type="parTrans" cxnId="{C8E91F72-A35E-4F2D-9C39-C52A72E40E57}">
      <dgm:prSet/>
      <dgm:spPr/>
      <dgm:t>
        <a:bodyPr/>
        <a:lstStyle/>
        <a:p>
          <a:endParaRPr lang="en-US"/>
        </a:p>
      </dgm:t>
    </dgm:pt>
    <dgm:pt modelId="{50C03C26-9422-4792-BDB0-22520306B0EC}" type="sibTrans" cxnId="{C8E91F72-A35E-4F2D-9C39-C52A72E40E57}">
      <dgm:prSet/>
      <dgm:spPr/>
      <dgm:t>
        <a:bodyPr/>
        <a:lstStyle/>
        <a:p>
          <a:endParaRPr lang="en-US"/>
        </a:p>
      </dgm:t>
    </dgm:pt>
    <dgm:pt modelId="{BD88B34E-E9E3-47D4-A714-7C4DBB5E1311}">
      <dgm:prSet/>
      <dgm:spPr/>
      <dgm:t>
        <a:bodyPr/>
        <a:lstStyle/>
        <a:p>
          <a:r>
            <a:rPr lang="tr-TR"/>
            <a:t>Decentralization</a:t>
          </a:r>
          <a:endParaRPr lang="en-US"/>
        </a:p>
      </dgm:t>
    </dgm:pt>
    <dgm:pt modelId="{44EC068C-C63E-434B-AC65-36A2BC0E20FC}" type="parTrans" cxnId="{C40A3355-44A0-47DE-B385-C725BFC26337}">
      <dgm:prSet/>
      <dgm:spPr/>
      <dgm:t>
        <a:bodyPr/>
        <a:lstStyle/>
        <a:p>
          <a:endParaRPr lang="en-US"/>
        </a:p>
      </dgm:t>
    </dgm:pt>
    <dgm:pt modelId="{17E9B3D2-7322-4531-A56E-99A8CB324315}" type="sibTrans" cxnId="{C40A3355-44A0-47DE-B385-C725BFC26337}">
      <dgm:prSet/>
      <dgm:spPr/>
      <dgm:t>
        <a:bodyPr/>
        <a:lstStyle/>
        <a:p>
          <a:endParaRPr lang="en-US"/>
        </a:p>
      </dgm:t>
    </dgm:pt>
    <dgm:pt modelId="{253189BE-C5D9-4C7B-82E1-113666644EAE}">
      <dgm:prSet/>
      <dgm:spPr/>
      <dgm:t>
        <a:bodyPr/>
        <a:lstStyle/>
        <a:p>
          <a:r>
            <a:rPr lang="en-US"/>
            <a:t>P2Pool works by decentralizing the functions of the pool server, </a:t>
          </a:r>
        </a:p>
      </dgm:t>
    </dgm:pt>
    <dgm:pt modelId="{3340CC7E-7215-443A-8118-E3ABC94B511F}" type="parTrans" cxnId="{4284BB2C-715C-4DAA-BA06-E80FD9E0E3DA}">
      <dgm:prSet/>
      <dgm:spPr/>
      <dgm:t>
        <a:bodyPr/>
        <a:lstStyle/>
        <a:p>
          <a:endParaRPr lang="en-US"/>
        </a:p>
      </dgm:t>
    </dgm:pt>
    <dgm:pt modelId="{65241121-E3D2-418E-A01D-2DBDD4A4F8D4}" type="sibTrans" cxnId="{4284BB2C-715C-4DAA-BA06-E80FD9E0E3DA}">
      <dgm:prSet/>
      <dgm:spPr/>
      <dgm:t>
        <a:bodyPr/>
        <a:lstStyle/>
        <a:p>
          <a:endParaRPr lang="en-US"/>
        </a:p>
      </dgm:t>
    </dgm:pt>
    <dgm:pt modelId="{D11E512A-7803-43BF-B73B-2DB24412A52E}">
      <dgm:prSet/>
      <dgm:spPr/>
      <dgm:t>
        <a:bodyPr/>
        <a:lstStyle/>
        <a:p>
          <a:r>
            <a:rPr lang="en-US"/>
            <a:t>implementing a parallel</a:t>
          </a:r>
          <a:r>
            <a:rPr lang="tr-TR"/>
            <a:t> </a:t>
          </a:r>
          <a:r>
            <a:rPr lang="en-US"/>
            <a:t>blockchain-like system called a </a:t>
          </a:r>
          <a:r>
            <a:rPr lang="en-US" i="1"/>
            <a:t>share chain</a:t>
          </a:r>
          <a:endParaRPr lang="en-US"/>
        </a:p>
      </dgm:t>
    </dgm:pt>
    <dgm:pt modelId="{2585ECC3-11C3-468C-9750-F6FD16944E18}" type="parTrans" cxnId="{0CCA5FCD-E259-4072-B0EE-44B5C2AF1D06}">
      <dgm:prSet/>
      <dgm:spPr/>
      <dgm:t>
        <a:bodyPr/>
        <a:lstStyle/>
        <a:p>
          <a:endParaRPr lang="en-US"/>
        </a:p>
      </dgm:t>
    </dgm:pt>
    <dgm:pt modelId="{774E2458-905A-40E3-A6BC-3A84B9202B6D}" type="sibTrans" cxnId="{0CCA5FCD-E259-4072-B0EE-44B5C2AF1D06}">
      <dgm:prSet/>
      <dgm:spPr/>
      <dgm:t>
        <a:bodyPr/>
        <a:lstStyle/>
        <a:p>
          <a:endParaRPr lang="en-US"/>
        </a:p>
      </dgm:t>
    </dgm:pt>
    <dgm:pt modelId="{D20B2C33-B6FC-4F63-81BA-146FD90B47C5}">
      <dgm:prSet/>
      <dgm:spPr/>
      <dgm:t>
        <a:bodyPr/>
        <a:lstStyle/>
        <a:p>
          <a:r>
            <a:rPr lang="tr-TR"/>
            <a:t>Share chain</a:t>
          </a:r>
          <a:endParaRPr lang="en-US"/>
        </a:p>
      </dgm:t>
    </dgm:pt>
    <dgm:pt modelId="{DCBA7AAD-7126-4574-98F6-F4C2B29F94F3}" type="parTrans" cxnId="{103BB5DD-6A1C-4E0D-BCE3-5597C136C75B}">
      <dgm:prSet/>
      <dgm:spPr/>
      <dgm:t>
        <a:bodyPr/>
        <a:lstStyle/>
        <a:p>
          <a:endParaRPr lang="en-US"/>
        </a:p>
      </dgm:t>
    </dgm:pt>
    <dgm:pt modelId="{E1403CB5-B1DC-4885-AFCC-C8C8CA957113}" type="sibTrans" cxnId="{103BB5DD-6A1C-4E0D-BCE3-5597C136C75B}">
      <dgm:prSet/>
      <dgm:spPr/>
      <dgm:t>
        <a:bodyPr/>
        <a:lstStyle/>
        <a:p>
          <a:endParaRPr lang="en-US"/>
        </a:p>
      </dgm:t>
    </dgm:pt>
    <dgm:pt modelId="{13814C58-7B8C-4CC8-9A85-0498E9D305FA}">
      <dgm:prSet/>
      <dgm:spPr/>
      <dgm:t>
        <a:bodyPr/>
        <a:lstStyle/>
        <a:p>
          <a:r>
            <a:rPr lang="en-US"/>
            <a:t>A share chain is a blockchain running</a:t>
          </a:r>
        </a:p>
      </dgm:t>
    </dgm:pt>
    <dgm:pt modelId="{ACB7B411-D331-403F-A360-DE1263E88E65}" type="parTrans" cxnId="{2B153BEA-734E-4807-B636-B3538AD809CB}">
      <dgm:prSet/>
      <dgm:spPr/>
      <dgm:t>
        <a:bodyPr/>
        <a:lstStyle/>
        <a:p>
          <a:endParaRPr lang="en-US"/>
        </a:p>
      </dgm:t>
    </dgm:pt>
    <dgm:pt modelId="{90B26FAD-79ED-41F3-9F33-B8C16F710E4D}" type="sibTrans" cxnId="{2B153BEA-734E-4807-B636-B3538AD809CB}">
      <dgm:prSet/>
      <dgm:spPr/>
      <dgm:t>
        <a:bodyPr/>
        <a:lstStyle/>
        <a:p>
          <a:endParaRPr lang="en-US"/>
        </a:p>
      </dgm:t>
    </dgm:pt>
    <dgm:pt modelId="{10DFB357-D47B-4C89-A7BC-B5A1BE9403A8}">
      <dgm:prSet/>
      <dgm:spPr/>
      <dgm:t>
        <a:bodyPr/>
        <a:lstStyle/>
        <a:p>
          <a:r>
            <a:rPr lang="en-US"/>
            <a:t>at a lower difficulty than the bitcoin blockchain</a:t>
          </a:r>
        </a:p>
      </dgm:t>
    </dgm:pt>
    <dgm:pt modelId="{92818A26-1952-4DE5-8DD1-A87EE649EB83}" type="parTrans" cxnId="{4C4860F9-1D8B-42E3-85D0-4C5657C6C12A}">
      <dgm:prSet/>
      <dgm:spPr/>
      <dgm:t>
        <a:bodyPr/>
        <a:lstStyle/>
        <a:p>
          <a:endParaRPr lang="en-US"/>
        </a:p>
      </dgm:t>
    </dgm:pt>
    <dgm:pt modelId="{8CBD5631-0632-46ED-8593-7CC79BD88BCF}" type="sibTrans" cxnId="{4C4860F9-1D8B-42E3-85D0-4C5657C6C12A}">
      <dgm:prSet/>
      <dgm:spPr/>
      <dgm:t>
        <a:bodyPr/>
        <a:lstStyle/>
        <a:p>
          <a:endParaRPr lang="en-US"/>
        </a:p>
      </dgm:t>
    </dgm:pt>
    <dgm:pt modelId="{5727EA3A-5709-414F-B393-EADFBBC2ED90}" type="pres">
      <dgm:prSet presAssocID="{D1231D6F-4C44-4125-BEB7-C8FE416B5DBF}" presName="linear" presStyleCnt="0">
        <dgm:presLayoutVars>
          <dgm:dir/>
          <dgm:animLvl val="lvl"/>
          <dgm:resizeHandles val="exact"/>
        </dgm:presLayoutVars>
      </dgm:prSet>
      <dgm:spPr/>
    </dgm:pt>
    <dgm:pt modelId="{4AF6D803-8258-4A95-9B3D-62BA9BBD0745}" type="pres">
      <dgm:prSet presAssocID="{702B576C-41E3-4B17-9F10-066DB4EE3089}" presName="parentLin" presStyleCnt="0"/>
      <dgm:spPr/>
    </dgm:pt>
    <dgm:pt modelId="{0E8E44EC-1AD5-47D8-A43F-453DF7CAAD0A}" type="pres">
      <dgm:prSet presAssocID="{702B576C-41E3-4B17-9F10-066DB4EE3089}" presName="parentLeftMargin" presStyleLbl="node1" presStyleIdx="0" presStyleCnt="3"/>
      <dgm:spPr/>
    </dgm:pt>
    <dgm:pt modelId="{4EC0616B-2E0E-4434-A2FA-0E2D7CF3298B}" type="pres">
      <dgm:prSet presAssocID="{702B576C-41E3-4B17-9F10-066DB4EE3089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3249140C-03C0-4A4E-BC28-748620D64AD8}" type="pres">
      <dgm:prSet presAssocID="{702B576C-41E3-4B17-9F10-066DB4EE3089}" presName="negativeSpace" presStyleCnt="0"/>
      <dgm:spPr/>
    </dgm:pt>
    <dgm:pt modelId="{764D7650-7F07-40D6-873D-E2E4F70A5836}" type="pres">
      <dgm:prSet presAssocID="{702B576C-41E3-4B17-9F10-066DB4EE3089}" presName="childText" presStyleLbl="conFgAcc1" presStyleIdx="0" presStyleCnt="3">
        <dgm:presLayoutVars>
          <dgm:bulletEnabled val="1"/>
        </dgm:presLayoutVars>
      </dgm:prSet>
      <dgm:spPr/>
    </dgm:pt>
    <dgm:pt modelId="{540562A3-97EB-455D-B556-5C42CD7A7A94}" type="pres">
      <dgm:prSet presAssocID="{A6D2517C-D0EC-41D8-B9FE-139161E5D5AE}" presName="spaceBetweenRectangles" presStyleCnt="0"/>
      <dgm:spPr/>
    </dgm:pt>
    <dgm:pt modelId="{02B7B28F-0135-47B6-8A16-8A20D2FE0666}" type="pres">
      <dgm:prSet presAssocID="{BD88B34E-E9E3-47D4-A714-7C4DBB5E1311}" presName="parentLin" presStyleCnt="0"/>
      <dgm:spPr/>
    </dgm:pt>
    <dgm:pt modelId="{07FCA53A-D2C8-4D6F-BEB0-B5EC6992E2D8}" type="pres">
      <dgm:prSet presAssocID="{BD88B34E-E9E3-47D4-A714-7C4DBB5E1311}" presName="parentLeftMargin" presStyleLbl="node1" presStyleIdx="0" presStyleCnt="3"/>
      <dgm:spPr/>
    </dgm:pt>
    <dgm:pt modelId="{ED8E7444-5F0D-401D-8878-8278DA09EF36}" type="pres">
      <dgm:prSet presAssocID="{BD88B34E-E9E3-47D4-A714-7C4DBB5E1311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1939050C-AB6A-4E8F-815E-17AE08B87157}" type="pres">
      <dgm:prSet presAssocID="{BD88B34E-E9E3-47D4-A714-7C4DBB5E1311}" presName="negativeSpace" presStyleCnt="0"/>
      <dgm:spPr/>
    </dgm:pt>
    <dgm:pt modelId="{062C6D8F-D1E0-479B-A058-983A1D11489B}" type="pres">
      <dgm:prSet presAssocID="{BD88B34E-E9E3-47D4-A714-7C4DBB5E1311}" presName="childText" presStyleLbl="conFgAcc1" presStyleIdx="1" presStyleCnt="3">
        <dgm:presLayoutVars>
          <dgm:bulletEnabled val="1"/>
        </dgm:presLayoutVars>
      </dgm:prSet>
      <dgm:spPr/>
    </dgm:pt>
    <dgm:pt modelId="{5ABB1426-F636-4B25-8CA8-21FF67D55C0C}" type="pres">
      <dgm:prSet presAssocID="{17E9B3D2-7322-4531-A56E-99A8CB324315}" presName="spaceBetweenRectangles" presStyleCnt="0"/>
      <dgm:spPr/>
    </dgm:pt>
    <dgm:pt modelId="{82811BEE-D4EF-442D-B206-FEA005D6A22C}" type="pres">
      <dgm:prSet presAssocID="{D20B2C33-B6FC-4F63-81BA-146FD90B47C5}" presName="parentLin" presStyleCnt="0"/>
      <dgm:spPr/>
    </dgm:pt>
    <dgm:pt modelId="{741AE8E2-8A32-46F3-87EC-13C4340B3686}" type="pres">
      <dgm:prSet presAssocID="{D20B2C33-B6FC-4F63-81BA-146FD90B47C5}" presName="parentLeftMargin" presStyleLbl="node1" presStyleIdx="1" presStyleCnt="3"/>
      <dgm:spPr/>
    </dgm:pt>
    <dgm:pt modelId="{BDF69E9F-7104-4496-907A-42C98514454E}" type="pres">
      <dgm:prSet presAssocID="{D20B2C33-B6FC-4F63-81BA-146FD90B47C5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587981BF-F740-45C1-842A-D4BF6FD141DF}" type="pres">
      <dgm:prSet presAssocID="{D20B2C33-B6FC-4F63-81BA-146FD90B47C5}" presName="negativeSpace" presStyleCnt="0"/>
      <dgm:spPr/>
    </dgm:pt>
    <dgm:pt modelId="{72B96966-AF91-4400-82BE-80B6039023C4}" type="pres">
      <dgm:prSet presAssocID="{D20B2C33-B6FC-4F63-81BA-146FD90B47C5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9A53D30B-413D-4540-853B-8A8D801AF7F4}" type="presOf" srcId="{77A35522-455C-4FCC-9B3B-A5D12D77DE60}" destId="{764D7650-7F07-40D6-873D-E2E4F70A5836}" srcOrd="0" destOrd="0" presId="urn:microsoft.com/office/officeart/2005/8/layout/list1"/>
    <dgm:cxn modelId="{C717D00F-F462-44A9-A915-D90F02A8DD30}" type="presOf" srcId="{D11E512A-7803-43BF-B73B-2DB24412A52E}" destId="{062C6D8F-D1E0-479B-A058-983A1D11489B}" srcOrd="0" destOrd="1" presId="urn:microsoft.com/office/officeart/2005/8/layout/list1"/>
    <dgm:cxn modelId="{28A9F40F-5141-4899-8C61-C15DDA11B745}" type="presOf" srcId="{D20B2C33-B6FC-4F63-81BA-146FD90B47C5}" destId="{741AE8E2-8A32-46F3-87EC-13C4340B3686}" srcOrd="0" destOrd="0" presId="urn:microsoft.com/office/officeart/2005/8/layout/list1"/>
    <dgm:cxn modelId="{A3A1D412-C8DD-4E6E-BC80-DD65A7B6F707}" type="presOf" srcId="{702B576C-41E3-4B17-9F10-066DB4EE3089}" destId="{4EC0616B-2E0E-4434-A2FA-0E2D7CF3298B}" srcOrd="1" destOrd="0" presId="urn:microsoft.com/office/officeart/2005/8/layout/list1"/>
    <dgm:cxn modelId="{188AC02A-D2FE-4443-8C78-6F8D5BBF0176}" type="presOf" srcId="{BD88B34E-E9E3-47D4-A714-7C4DBB5E1311}" destId="{ED8E7444-5F0D-401D-8878-8278DA09EF36}" srcOrd="1" destOrd="0" presId="urn:microsoft.com/office/officeart/2005/8/layout/list1"/>
    <dgm:cxn modelId="{E120242B-18DC-4AC6-8856-31BDE217A07D}" type="presOf" srcId="{253189BE-C5D9-4C7B-82E1-113666644EAE}" destId="{062C6D8F-D1E0-479B-A058-983A1D11489B}" srcOrd="0" destOrd="0" presId="urn:microsoft.com/office/officeart/2005/8/layout/list1"/>
    <dgm:cxn modelId="{6352F02B-D5DC-49E1-A31B-67C645690C30}" type="presOf" srcId="{D20B2C33-B6FC-4F63-81BA-146FD90B47C5}" destId="{BDF69E9F-7104-4496-907A-42C98514454E}" srcOrd="1" destOrd="0" presId="urn:microsoft.com/office/officeart/2005/8/layout/list1"/>
    <dgm:cxn modelId="{4284BB2C-715C-4DAA-BA06-E80FD9E0E3DA}" srcId="{BD88B34E-E9E3-47D4-A714-7C4DBB5E1311}" destId="{253189BE-C5D9-4C7B-82E1-113666644EAE}" srcOrd="0" destOrd="0" parTransId="{3340CC7E-7215-443A-8118-E3ABC94B511F}" sibTransId="{65241121-E3D2-418E-A01D-2DBDD4A4F8D4}"/>
    <dgm:cxn modelId="{2FF96B3C-6A1A-4460-B7FF-F220B9B3487D}" type="presOf" srcId="{D1231D6F-4C44-4125-BEB7-C8FE416B5DBF}" destId="{5727EA3A-5709-414F-B393-EADFBBC2ED90}" srcOrd="0" destOrd="0" presId="urn:microsoft.com/office/officeart/2005/8/layout/list1"/>
    <dgm:cxn modelId="{94E6494E-1E38-4BD2-8EEE-FA51CFC032EC}" type="presOf" srcId="{B0A1D5E3-530A-4F01-9D82-7FFFDB83517A}" destId="{764D7650-7F07-40D6-873D-E2E4F70A5836}" srcOrd="0" destOrd="1" presId="urn:microsoft.com/office/officeart/2005/8/layout/list1"/>
    <dgm:cxn modelId="{963A304F-E5F0-4C68-BA76-C736D972B99D}" srcId="{D1231D6F-4C44-4125-BEB7-C8FE416B5DBF}" destId="{702B576C-41E3-4B17-9F10-066DB4EE3089}" srcOrd="0" destOrd="0" parTransId="{8D2234E3-EE1E-440B-8143-4BA94B314227}" sibTransId="{A6D2517C-D0EC-41D8-B9FE-139161E5D5AE}"/>
    <dgm:cxn modelId="{C8E91F72-A35E-4F2D-9C39-C52A72E40E57}" srcId="{702B576C-41E3-4B17-9F10-066DB4EE3089}" destId="{37D70A8C-D7A3-4704-9089-FCEF8B231576}" srcOrd="2" destOrd="0" parTransId="{60D1BE4D-5819-4DEA-87FE-2E7206ED24E8}" sibTransId="{50C03C26-9422-4792-BDB0-22520306B0EC}"/>
    <dgm:cxn modelId="{8B700F54-8ECC-4305-9136-6DE1ABBCA6B8}" type="presOf" srcId="{10DFB357-D47B-4C89-A7BC-B5A1BE9403A8}" destId="{72B96966-AF91-4400-82BE-80B6039023C4}" srcOrd="0" destOrd="1" presId="urn:microsoft.com/office/officeart/2005/8/layout/list1"/>
    <dgm:cxn modelId="{C40A3355-44A0-47DE-B385-C725BFC26337}" srcId="{D1231D6F-4C44-4125-BEB7-C8FE416B5DBF}" destId="{BD88B34E-E9E3-47D4-A714-7C4DBB5E1311}" srcOrd="1" destOrd="0" parTransId="{44EC068C-C63E-434B-AC65-36A2BC0E20FC}" sibTransId="{17E9B3D2-7322-4531-A56E-99A8CB324315}"/>
    <dgm:cxn modelId="{9E22C89F-66CB-46BD-B955-24A8F49811DA}" type="presOf" srcId="{BD88B34E-E9E3-47D4-A714-7C4DBB5E1311}" destId="{07FCA53A-D2C8-4D6F-BEB0-B5EC6992E2D8}" srcOrd="0" destOrd="0" presId="urn:microsoft.com/office/officeart/2005/8/layout/list1"/>
    <dgm:cxn modelId="{CDC217AF-DB95-4230-8335-FA121BE3A515}" type="presOf" srcId="{13814C58-7B8C-4CC8-9A85-0498E9D305FA}" destId="{72B96966-AF91-4400-82BE-80B6039023C4}" srcOrd="0" destOrd="0" presId="urn:microsoft.com/office/officeart/2005/8/layout/list1"/>
    <dgm:cxn modelId="{202B86B4-4856-4AC5-B105-C2A102656AAD}" srcId="{702B576C-41E3-4B17-9F10-066DB4EE3089}" destId="{77A35522-455C-4FCC-9B3B-A5D12D77DE60}" srcOrd="0" destOrd="0" parTransId="{C84EA489-0FF0-4D6B-986F-B6F63F5F20B9}" sibTransId="{0E0C78F8-8997-48E0-9722-CEF3EFD34F5D}"/>
    <dgm:cxn modelId="{8EBC34BB-C002-41C0-847A-946836119E4C}" type="presOf" srcId="{702B576C-41E3-4B17-9F10-066DB4EE3089}" destId="{0E8E44EC-1AD5-47D8-A43F-453DF7CAAD0A}" srcOrd="0" destOrd="0" presId="urn:microsoft.com/office/officeart/2005/8/layout/list1"/>
    <dgm:cxn modelId="{0CCA5FCD-E259-4072-B0EE-44B5C2AF1D06}" srcId="{BD88B34E-E9E3-47D4-A714-7C4DBB5E1311}" destId="{D11E512A-7803-43BF-B73B-2DB24412A52E}" srcOrd="1" destOrd="0" parTransId="{2585ECC3-11C3-468C-9750-F6FD16944E18}" sibTransId="{774E2458-905A-40E3-A6BC-3A84B9202B6D}"/>
    <dgm:cxn modelId="{103BB5DD-6A1C-4E0D-BCE3-5597C136C75B}" srcId="{D1231D6F-4C44-4125-BEB7-C8FE416B5DBF}" destId="{D20B2C33-B6FC-4F63-81BA-146FD90B47C5}" srcOrd="2" destOrd="0" parTransId="{DCBA7AAD-7126-4574-98F6-F4C2B29F94F3}" sibTransId="{E1403CB5-B1DC-4885-AFCC-C8C8CA957113}"/>
    <dgm:cxn modelId="{3EE145E8-3DC6-4C8E-9480-E3A536DA4EE4}" type="presOf" srcId="{37D70A8C-D7A3-4704-9089-FCEF8B231576}" destId="{764D7650-7F07-40D6-873D-E2E4F70A5836}" srcOrd="0" destOrd="2" presId="urn:microsoft.com/office/officeart/2005/8/layout/list1"/>
    <dgm:cxn modelId="{2B153BEA-734E-4807-B636-B3538AD809CB}" srcId="{D20B2C33-B6FC-4F63-81BA-146FD90B47C5}" destId="{13814C58-7B8C-4CC8-9A85-0498E9D305FA}" srcOrd="0" destOrd="0" parTransId="{ACB7B411-D331-403F-A360-DE1263E88E65}" sibTransId="{90B26FAD-79ED-41F3-9F33-B8C16F710E4D}"/>
    <dgm:cxn modelId="{3559D8F3-7EA9-48F6-98EE-CA8BCF128EB2}" srcId="{702B576C-41E3-4B17-9F10-066DB4EE3089}" destId="{B0A1D5E3-530A-4F01-9D82-7FFFDB83517A}" srcOrd="1" destOrd="0" parTransId="{78D63A2F-5711-40AA-837B-06BF78E83717}" sibTransId="{F0FFBDA2-71B3-4FB5-94CE-FF9A89150402}"/>
    <dgm:cxn modelId="{4C4860F9-1D8B-42E3-85D0-4C5657C6C12A}" srcId="{D20B2C33-B6FC-4F63-81BA-146FD90B47C5}" destId="{10DFB357-D47B-4C89-A7BC-B5A1BE9403A8}" srcOrd="1" destOrd="0" parTransId="{92818A26-1952-4DE5-8DD1-A87EE649EB83}" sibTransId="{8CBD5631-0632-46ED-8593-7CC79BD88BCF}"/>
    <dgm:cxn modelId="{96E19BC9-CAA9-41D1-B4F1-5EE9E4F2F794}" type="presParOf" srcId="{5727EA3A-5709-414F-B393-EADFBBC2ED90}" destId="{4AF6D803-8258-4A95-9B3D-62BA9BBD0745}" srcOrd="0" destOrd="0" presId="urn:microsoft.com/office/officeart/2005/8/layout/list1"/>
    <dgm:cxn modelId="{D2B74479-3FB4-4E18-83E5-324F5E162B7B}" type="presParOf" srcId="{4AF6D803-8258-4A95-9B3D-62BA9BBD0745}" destId="{0E8E44EC-1AD5-47D8-A43F-453DF7CAAD0A}" srcOrd="0" destOrd="0" presId="urn:microsoft.com/office/officeart/2005/8/layout/list1"/>
    <dgm:cxn modelId="{3767E710-CC26-452E-B293-FE107DC568A3}" type="presParOf" srcId="{4AF6D803-8258-4A95-9B3D-62BA9BBD0745}" destId="{4EC0616B-2E0E-4434-A2FA-0E2D7CF3298B}" srcOrd="1" destOrd="0" presId="urn:microsoft.com/office/officeart/2005/8/layout/list1"/>
    <dgm:cxn modelId="{EF7482CE-CB70-4ABF-813D-B3970E78EE65}" type="presParOf" srcId="{5727EA3A-5709-414F-B393-EADFBBC2ED90}" destId="{3249140C-03C0-4A4E-BC28-748620D64AD8}" srcOrd="1" destOrd="0" presId="urn:microsoft.com/office/officeart/2005/8/layout/list1"/>
    <dgm:cxn modelId="{E2BA68CC-5E3F-47C2-BDF3-9A419635D699}" type="presParOf" srcId="{5727EA3A-5709-414F-B393-EADFBBC2ED90}" destId="{764D7650-7F07-40D6-873D-E2E4F70A5836}" srcOrd="2" destOrd="0" presId="urn:microsoft.com/office/officeart/2005/8/layout/list1"/>
    <dgm:cxn modelId="{C8038BC9-1ECD-4987-8C7C-862D0200EA9D}" type="presParOf" srcId="{5727EA3A-5709-414F-B393-EADFBBC2ED90}" destId="{540562A3-97EB-455D-B556-5C42CD7A7A94}" srcOrd="3" destOrd="0" presId="urn:microsoft.com/office/officeart/2005/8/layout/list1"/>
    <dgm:cxn modelId="{7BC16A77-FFE8-41A9-9164-F4330689A350}" type="presParOf" srcId="{5727EA3A-5709-414F-B393-EADFBBC2ED90}" destId="{02B7B28F-0135-47B6-8A16-8A20D2FE0666}" srcOrd="4" destOrd="0" presId="urn:microsoft.com/office/officeart/2005/8/layout/list1"/>
    <dgm:cxn modelId="{129081DE-2D1F-45FD-9C1A-C8EC5CDEB83E}" type="presParOf" srcId="{02B7B28F-0135-47B6-8A16-8A20D2FE0666}" destId="{07FCA53A-D2C8-4D6F-BEB0-B5EC6992E2D8}" srcOrd="0" destOrd="0" presId="urn:microsoft.com/office/officeart/2005/8/layout/list1"/>
    <dgm:cxn modelId="{198E6190-3CA3-4C1F-92D6-8DF0BC47D7E4}" type="presParOf" srcId="{02B7B28F-0135-47B6-8A16-8A20D2FE0666}" destId="{ED8E7444-5F0D-401D-8878-8278DA09EF36}" srcOrd="1" destOrd="0" presId="urn:microsoft.com/office/officeart/2005/8/layout/list1"/>
    <dgm:cxn modelId="{CE4F6913-0081-4E1D-BE77-DBD9DE922123}" type="presParOf" srcId="{5727EA3A-5709-414F-B393-EADFBBC2ED90}" destId="{1939050C-AB6A-4E8F-815E-17AE08B87157}" srcOrd="5" destOrd="0" presId="urn:microsoft.com/office/officeart/2005/8/layout/list1"/>
    <dgm:cxn modelId="{7F31A35A-8AEF-4B61-825D-CF20271E7BC7}" type="presParOf" srcId="{5727EA3A-5709-414F-B393-EADFBBC2ED90}" destId="{062C6D8F-D1E0-479B-A058-983A1D11489B}" srcOrd="6" destOrd="0" presId="urn:microsoft.com/office/officeart/2005/8/layout/list1"/>
    <dgm:cxn modelId="{0A20F6A1-41B8-47D2-8EA0-488C9BBCCE90}" type="presParOf" srcId="{5727EA3A-5709-414F-B393-EADFBBC2ED90}" destId="{5ABB1426-F636-4B25-8CA8-21FF67D55C0C}" srcOrd="7" destOrd="0" presId="urn:microsoft.com/office/officeart/2005/8/layout/list1"/>
    <dgm:cxn modelId="{75433224-2476-4262-B7F4-554CA526C876}" type="presParOf" srcId="{5727EA3A-5709-414F-B393-EADFBBC2ED90}" destId="{82811BEE-D4EF-442D-B206-FEA005D6A22C}" srcOrd="8" destOrd="0" presId="urn:microsoft.com/office/officeart/2005/8/layout/list1"/>
    <dgm:cxn modelId="{FB76F5FE-445B-47DD-85E0-1F9135C77EF0}" type="presParOf" srcId="{82811BEE-D4EF-442D-B206-FEA005D6A22C}" destId="{741AE8E2-8A32-46F3-87EC-13C4340B3686}" srcOrd="0" destOrd="0" presId="urn:microsoft.com/office/officeart/2005/8/layout/list1"/>
    <dgm:cxn modelId="{A030F0B7-280E-47BE-B05E-9D3BDE233E47}" type="presParOf" srcId="{82811BEE-D4EF-442D-B206-FEA005D6A22C}" destId="{BDF69E9F-7104-4496-907A-42C98514454E}" srcOrd="1" destOrd="0" presId="urn:microsoft.com/office/officeart/2005/8/layout/list1"/>
    <dgm:cxn modelId="{7D6C5066-EEF0-4924-86C9-FCD06B8800D9}" type="presParOf" srcId="{5727EA3A-5709-414F-B393-EADFBBC2ED90}" destId="{587981BF-F740-45C1-842A-D4BF6FD141DF}" srcOrd="9" destOrd="0" presId="urn:microsoft.com/office/officeart/2005/8/layout/list1"/>
    <dgm:cxn modelId="{D702F61D-D9B6-43A8-A21C-1AB8238B24F2}" type="presParOf" srcId="{5727EA3A-5709-414F-B393-EADFBBC2ED90}" destId="{72B96966-AF91-4400-82BE-80B6039023C4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1.xml><?xml version="1.0" encoding="utf-8"?>
<dgm:dataModel xmlns:dgm="http://schemas.openxmlformats.org/drawingml/2006/diagram" xmlns:a="http://schemas.openxmlformats.org/drawingml/2006/main">
  <dgm:ptLst>
    <dgm:pt modelId="{769725E3-E1CC-495F-9EC1-96E1B161AF30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C68FBEDE-F250-4F96-8A8D-BFDC3AC23561}">
      <dgm:prSet/>
      <dgm:spPr/>
      <dgm:t>
        <a:bodyPr/>
        <a:lstStyle/>
        <a:p>
          <a:r>
            <a:rPr lang="tr-TR"/>
            <a:t>Decentralized pool</a:t>
          </a:r>
          <a:endParaRPr lang="en-US"/>
        </a:p>
      </dgm:t>
    </dgm:pt>
    <dgm:pt modelId="{6223CCD6-A1F2-4C6C-8F1B-BAA24E2964B3}" type="parTrans" cxnId="{27B58704-426B-4FDC-A86A-7C39AC84B3E1}">
      <dgm:prSet/>
      <dgm:spPr/>
      <dgm:t>
        <a:bodyPr/>
        <a:lstStyle/>
        <a:p>
          <a:endParaRPr lang="en-US"/>
        </a:p>
      </dgm:t>
    </dgm:pt>
    <dgm:pt modelId="{2678851E-5472-43EC-9E6A-9FE37BB5232D}" type="sibTrans" cxnId="{27B58704-426B-4FDC-A86A-7C39AC84B3E1}">
      <dgm:prSet/>
      <dgm:spPr/>
      <dgm:t>
        <a:bodyPr/>
        <a:lstStyle/>
        <a:p>
          <a:endParaRPr lang="en-US"/>
        </a:p>
      </dgm:t>
    </dgm:pt>
    <dgm:pt modelId="{EABEAB9E-C135-45AB-8B46-98B3024DE102}">
      <dgm:prSet/>
      <dgm:spPr/>
      <dgm:t>
        <a:bodyPr/>
        <a:lstStyle/>
        <a:p>
          <a:r>
            <a:rPr lang="en-US"/>
            <a:t>The share chain allows pool</a:t>
          </a:r>
          <a:r>
            <a:rPr lang="tr-TR"/>
            <a:t> </a:t>
          </a:r>
          <a:r>
            <a:rPr lang="en-US"/>
            <a:t>miners </a:t>
          </a:r>
        </a:p>
      </dgm:t>
    </dgm:pt>
    <dgm:pt modelId="{1CA23668-30D8-4D5B-9BE0-AB4C1F7A5D44}" type="parTrans" cxnId="{FEDBB357-70E3-4249-AE24-ED1B4E77FA5B}">
      <dgm:prSet/>
      <dgm:spPr/>
      <dgm:t>
        <a:bodyPr/>
        <a:lstStyle/>
        <a:p>
          <a:endParaRPr lang="en-US"/>
        </a:p>
      </dgm:t>
    </dgm:pt>
    <dgm:pt modelId="{AC27903D-D0FB-4A05-9C5D-963CB3341082}" type="sibTrans" cxnId="{FEDBB357-70E3-4249-AE24-ED1B4E77FA5B}">
      <dgm:prSet/>
      <dgm:spPr/>
      <dgm:t>
        <a:bodyPr/>
        <a:lstStyle/>
        <a:p>
          <a:endParaRPr lang="en-US"/>
        </a:p>
      </dgm:t>
    </dgm:pt>
    <dgm:pt modelId="{68509A0B-C3B1-4F29-93F0-2345811DF0EE}">
      <dgm:prSet/>
      <dgm:spPr/>
      <dgm:t>
        <a:bodyPr/>
        <a:lstStyle/>
        <a:p>
          <a:r>
            <a:rPr lang="en-US"/>
            <a:t>to collaborate in a decentralized pool </a:t>
          </a:r>
        </a:p>
      </dgm:t>
    </dgm:pt>
    <dgm:pt modelId="{7B15FAE4-9AD3-437F-89D3-857F275D9FD1}" type="parTrans" cxnId="{B0D87CAA-E0A0-4474-8384-AB4EDE051BA8}">
      <dgm:prSet/>
      <dgm:spPr/>
      <dgm:t>
        <a:bodyPr/>
        <a:lstStyle/>
        <a:p>
          <a:endParaRPr lang="en-US"/>
        </a:p>
      </dgm:t>
    </dgm:pt>
    <dgm:pt modelId="{14AD43DE-F0C3-4EFD-9298-298904F6931E}" type="sibTrans" cxnId="{B0D87CAA-E0A0-4474-8384-AB4EDE051BA8}">
      <dgm:prSet/>
      <dgm:spPr/>
      <dgm:t>
        <a:bodyPr/>
        <a:lstStyle/>
        <a:p>
          <a:endParaRPr lang="en-US"/>
        </a:p>
      </dgm:t>
    </dgm:pt>
    <dgm:pt modelId="{A2B6F002-7E6E-4D68-BC96-2018DD084EA3}">
      <dgm:prSet/>
      <dgm:spPr/>
      <dgm:t>
        <a:bodyPr/>
        <a:lstStyle/>
        <a:p>
          <a:r>
            <a:rPr lang="tr-TR"/>
            <a:t>30 blocks/sec</a:t>
          </a:r>
          <a:endParaRPr lang="en-US"/>
        </a:p>
      </dgm:t>
    </dgm:pt>
    <dgm:pt modelId="{744E2A9C-64D2-4C7A-8F2E-EF1ECB066E28}" type="parTrans" cxnId="{350737D6-71D0-45E9-B116-674C9C7E34F6}">
      <dgm:prSet/>
      <dgm:spPr/>
      <dgm:t>
        <a:bodyPr/>
        <a:lstStyle/>
        <a:p>
          <a:endParaRPr lang="en-US"/>
        </a:p>
      </dgm:t>
    </dgm:pt>
    <dgm:pt modelId="{3A5A8362-397F-4AE5-A234-DFA3B7545193}" type="sibTrans" cxnId="{350737D6-71D0-45E9-B116-674C9C7E34F6}">
      <dgm:prSet/>
      <dgm:spPr/>
      <dgm:t>
        <a:bodyPr/>
        <a:lstStyle/>
        <a:p>
          <a:endParaRPr lang="en-US"/>
        </a:p>
      </dgm:t>
    </dgm:pt>
    <dgm:pt modelId="{1241F823-2E6C-4754-BA63-1CAFEC484CCE}">
      <dgm:prSet/>
      <dgm:spPr/>
      <dgm:t>
        <a:bodyPr/>
        <a:lstStyle/>
        <a:p>
          <a:r>
            <a:rPr lang="en-US"/>
            <a:t>share chain at a</a:t>
          </a:r>
          <a:r>
            <a:rPr lang="tr-TR"/>
            <a:t> </a:t>
          </a:r>
          <a:r>
            <a:rPr lang="en-US"/>
            <a:t>rate of one share block every 30 seconds.</a:t>
          </a:r>
        </a:p>
      </dgm:t>
    </dgm:pt>
    <dgm:pt modelId="{D7EE1B5B-D3A1-48EC-A3C3-59F2FF76A4E4}" type="parTrans" cxnId="{78A62F49-0FFB-47BA-93CA-95AF480C98ED}">
      <dgm:prSet/>
      <dgm:spPr/>
      <dgm:t>
        <a:bodyPr/>
        <a:lstStyle/>
        <a:p>
          <a:endParaRPr lang="en-US"/>
        </a:p>
      </dgm:t>
    </dgm:pt>
    <dgm:pt modelId="{94197CCE-1C75-49DE-8A83-3E562EF88A52}" type="sibTrans" cxnId="{78A62F49-0FFB-47BA-93CA-95AF480C98ED}">
      <dgm:prSet/>
      <dgm:spPr/>
      <dgm:t>
        <a:bodyPr/>
        <a:lstStyle/>
        <a:p>
          <a:endParaRPr lang="en-US"/>
        </a:p>
      </dgm:t>
    </dgm:pt>
    <dgm:pt modelId="{E207DA5C-6E3A-4A81-9C11-23B00E130F0F}" type="pres">
      <dgm:prSet presAssocID="{769725E3-E1CC-495F-9EC1-96E1B161AF30}" presName="linear" presStyleCnt="0">
        <dgm:presLayoutVars>
          <dgm:dir/>
          <dgm:animLvl val="lvl"/>
          <dgm:resizeHandles val="exact"/>
        </dgm:presLayoutVars>
      </dgm:prSet>
      <dgm:spPr/>
    </dgm:pt>
    <dgm:pt modelId="{850D5F99-BB73-43DD-BFF5-5C4B8C4B93CB}" type="pres">
      <dgm:prSet presAssocID="{C68FBEDE-F250-4F96-8A8D-BFDC3AC23561}" presName="parentLin" presStyleCnt="0"/>
      <dgm:spPr/>
    </dgm:pt>
    <dgm:pt modelId="{19A1AC69-6932-4CAF-8BBD-553ADECD29A8}" type="pres">
      <dgm:prSet presAssocID="{C68FBEDE-F250-4F96-8A8D-BFDC3AC23561}" presName="parentLeftMargin" presStyleLbl="node1" presStyleIdx="0" presStyleCnt="2"/>
      <dgm:spPr/>
    </dgm:pt>
    <dgm:pt modelId="{204DCCA4-11DC-4B15-88BA-003429DF8E3B}" type="pres">
      <dgm:prSet presAssocID="{C68FBEDE-F250-4F96-8A8D-BFDC3AC23561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C2DADBC1-F849-453F-A4E8-0E19B101C3DA}" type="pres">
      <dgm:prSet presAssocID="{C68FBEDE-F250-4F96-8A8D-BFDC3AC23561}" presName="negativeSpace" presStyleCnt="0"/>
      <dgm:spPr/>
    </dgm:pt>
    <dgm:pt modelId="{C22B0CBA-6419-4622-BAE5-C772B92F2738}" type="pres">
      <dgm:prSet presAssocID="{C68FBEDE-F250-4F96-8A8D-BFDC3AC23561}" presName="childText" presStyleLbl="conFgAcc1" presStyleIdx="0" presStyleCnt="2">
        <dgm:presLayoutVars>
          <dgm:bulletEnabled val="1"/>
        </dgm:presLayoutVars>
      </dgm:prSet>
      <dgm:spPr/>
    </dgm:pt>
    <dgm:pt modelId="{4A92A0D2-E6D0-4E4F-A967-3AE75B297686}" type="pres">
      <dgm:prSet presAssocID="{2678851E-5472-43EC-9E6A-9FE37BB5232D}" presName="spaceBetweenRectangles" presStyleCnt="0"/>
      <dgm:spPr/>
    </dgm:pt>
    <dgm:pt modelId="{DD3F7AF1-D8A5-4FA7-8075-9EAD505ACE87}" type="pres">
      <dgm:prSet presAssocID="{A2B6F002-7E6E-4D68-BC96-2018DD084EA3}" presName="parentLin" presStyleCnt="0"/>
      <dgm:spPr/>
    </dgm:pt>
    <dgm:pt modelId="{D281D8B3-934B-4620-9E4A-DF78C8B47821}" type="pres">
      <dgm:prSet presAssocID="{A2B6F002-7E6E-4D68-BC96-2018DD084EA3}" presName="parentLeftMargin" presStyleLbl="node1" presStyleIdx="0" presStyleCnt="2"/>
      <dgm:spPr/>
    </dgm:pt>
    <dgm:pt modelId="{7AB26328-D9D5-4DAB-924E-90B5840EAEEC}" type="pres">
      <dgm:prSet presAssocID="{A2B6F002-7E6E-4D68-BC96-2018DD084EA3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4124E6C3-2489-48EA-ADCC-33593DF85993}" type="pres">
      <dgm:prSet presAssocID="{A2B6F002-7E6E-4D68-BC96-2018DD084EA3}" presName="negativeSpace" presStyleCnt="0"/>
      <dgm:spPr/>
    </dgm:pt>
    <dgm:pt modelId="{3488E1A4-D126-41B0-97E8-E144726043AF}" type="pres">
      <dgm:prSet presAssocID="{A2B6F002-7E6E-4D68-BC96-2018DD084EA3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27B58704-426B-4FDC-A86A-7C39AC84B3E1}" srcId="{769725E3-E1CC-495F-9EC1-96E1B161AF30}" destId="{C68FBEDE-F250-4F96-8A8D-BFDC3AC23561}" srcOrd="0" destOrd="0" parTransId="{6223CCD6-A1F2-4C6C-8F1B-BAA24E2964B3}" sibTransId="{2678851E-5472-43EC-9E6A-9FE37BB5232D}"/>
    <dgm:cxn modelId="{BD527E1E-40BC-43D4-895D-3162208DE6AD}" type="presOf" srcId="{A2B6F002-7E6E-4D68-BC96-2018DD084EA3}" destId="{7AB26328-D9D5-4DAB-924E-90B5840EAEEC}" srcOrd="1" destOrd="0" presId="urn:microsoft.com/office/officeart/2005/8/layout/list1"/>
    <dgm:cxn modelId="{70B28B2F-DA0E-4921-A471-8FA4C8961301}" type="presOf" srcId="{C68FBEDE-F250-4F96-8A8D-BFDC3AC23561}" destId="{204DCCA4-11DC-4B15-88BA-003429DF8E3B}" srcOrd="1" destOrd="0" presId="urn:microsoft.com/office/officeart/2005/8/layout/list1"/>
    <dgm:cxn modelId="{2367C463-F3FA-4A47-90DD-ED12BC8EF940}" type="presOf" srcId="{769725E3-E1CC-495F-9EC1-96E1B161AF30}" destId="{E207DA5C-6E3A-4A81-9C11-23B00E130F0F}" srcOrd="0" destOrd="0" presId="urn:microsoft.com/office/officeart/2005/8/layout/list1"/>
    <dgm:cxn modelId="{78A62F49-0FFB-47BA-93CA-95AF480C98ED}" srcId="{A2B6F002-7E6E-4D68-BC96-2018DD084EA3}" destId="{1241F823-2E6C-4754-BA63-1CAFEC484CCE}" srcOrd="0" destOrd="0" parTransId="{D7EE1B5B-D3A1-48EC-A3C3-59F2FF76A4E4}" sibTransId="{94197CCE-1C75-49DE-8A83-3E562EF88A52}"/>
    <dgm:cxn modelId="{E94A884D-16DB-4368-A0C7-E77DA5701C59}" type="presOf" srcId="{C68FBEDE-F250-4F96-8A8D-BFDC3AC23561}" destId="{19A1AC69-6932-4CAF-8BBD-553ADECD29A8}" srcOrd="0" destOrd="0" presId="urn:microsoft.com/office/officeart/2005/8/layout/list1"/>
    <dgm:cxn modelId="{FEDBB357-70E3-4249-AE24-ED1B4E77FA5B}" srcId="{C68FBEDE-F250-4F96-8A8D-BFDC3AC23561}" destId="{EABEAB9E-C135-45AB-8B46-98B3024DE102}" srcOrd="0" destOrd="0" parTransId="{1CA23668-30D8-4D5B-9BE0-AB4C1F7A5D44}" sibTransId="{AC27903D-D0FB-4A05-9C5D-963CB3341082}"/>
    <dgm:cxn modelId="{CD43037A-A028-4634-84E5-EA62C0FA98F2}" type="presOf" srcId="{1241F823-2E6C-4754-BA63-1CAFEC484CCE}" destId="{3488E1A4-D126-41B0-97E8-E144726043AF}" srcOrd="0" destOrd="0" presId="urn:microsoft.com/office/officeart/2005/8/layout/list1"/>
    <dgm:cxn modelId="{31793BA2-E81B-4845-A475-D2BD526710D0}" type="presOf" srcId="{68509A0B-C3B1-4F29-93F0-2345811DF0EE}" destId="{C22B0CBA-6419-4622-BAE5-C772B92F2738}" srcOrd="0" destOrd="1" presId="urn:microsoft.com/office/officeart/2005/8/layout/list1"/>
    <dgm:cxn modelId="{B0D87CAA-E0A0-4474-8384-AB4EDE051BA8}" srcId="{C68FBEDE-F250-4F96-8A8D-BFDC3AC23561}" destId="{68509A0B-C3B1-4F29-93F0-2345811DF0EE}" srcOrd="1" destOrd="0" parTransId="{7B15FAE4-9AD3-437F-89D3-857F275D9FD1}" sibTransId="{14AD43DE-F0C3-4EFD-9298-298904F6931E}"/>
    <dgm:cxn modelId="{350737D6-71D0-45E9-B116-674C9C7E34F6}" srcId="{769725E3-E1CC-495F-9EC1-96E1B161AF30}" destId="{A2B6F002-7E6E-4D68-BC96-2018DD084EA3}" srcOrd="1" destOrd="0" parTransId="{744E2A9C-64D2-4C7A-8F2E-EF1ECB066E28}" sibTransId="{3A5A8362-397F-4AE5-A234-DFA3B7545193}"/>
    <dgm:cxn modelId="{8B65ECFC-0A7E-4F16-B1DF-EBB177738A9F}" type="presOf" srcId="{A2B6F002-7E6E-4D68-BC96-2018DD084EA3}" destId="{D281D8B3-934B-4620-9E4A-DF78C8B47821}" srcOrd="0" destOrd="0" presId="urn:microsoft.com/office/officeart/2005/8/layout/list1"/>
    <dgm:cxn modelId="{A68EAFFE-E160-479A-A3B9-3C0CD4D18AF4}" type="presOf" srcId="{EABEAB9E-C135-45AB-8B46-98B3024DE102}" destId="{C22B0CBA-6419-4622-BAE5-C772B92F2738}" srcOrd="0" destOrd="0" presId="urn:microsoft.com/office/officeart/2005/8/layout/list1"/>
    <dgm:cxn modelId="{282175DF-1E3B-4E15-BEAF-9B2C25429B3C}" type="presParOf" srcId="{E207DA5C-6E3A-4A81-9C11-23B00E130F0F}" destId="{850D5F99-BB73-43DD-BFF5-5C4B8C4B93CB}" srcOrd="0" destOrd="0" presId="urn:microsoft.com/office/officeart/2005/8/layout/list1"/>
    <dgm:cxn modelId="{FCF2E795-33BB-43DA-8338-4C0A0587A84D}" type="presParOf" srcId="{850D5F99-BB73-43DD-BFF5-5C4B8C4B93CB}" destId="{19A1AC69-6932-4CAF-8BBD-553ADECD29A8}" srcOrd="0" destOrd="0" presId="urn:microsoft.com/office/officeart/2005/8/layout/list1"/>
    <dgm:cxn modelId="{FB66F7BA-79D2-420D-B356-60E0BDB40779}" type="presParOf" srcId="{850D5F99-BB73-43DD-BFF5-5C4B8C4B93CB}" destId="{204DCCA4-11DC-4B15-88BA-003429DF8E3B}" srcOrd="1" destOrd="0" presId="urn:microsoft.com/office/officeart/2005/8/layout/list1"/>
    <dgm:cxn modelId="{7A373C37-DD11-474F-AD65-652B21AC2835}" type="presParOf" srcId="{E207DA5C-6E3A-4A81-9C11-23B00E130F0F}" destId="{C2DADBC1-F849-453F-A4E8-0E19B101C3DA}" srcOrd="1" destOrd="0" presId="urn:microsoft.com/office/officeart/2005/8/layout/list1"/>
    <dgm:cxn modelId="{50A66984-DE4C-41F7-BC49-16B3F1C42A94}" type="presParOf" srcId="{E207DA5C-6E3A-4A81-9C11-23B00E130F0F}" destId="{C22B0CBA-6419-4622-BAE5-C772B92F2738}" srcOrd="2" destOrd="0" presId="urn:microsoft.com/office/officeart/2005/8/layout/list1"/>
    <dgm:cxn modelId="{D1699963-EDD0-4245-B8F4-803A3DF3BED1}" type="presParOf" srcId="{E207DA5C-6E3A-4A81-9C11-23B00E130F0F}" destId="{4A92A0D2-E6D0-4E4F-A967-3AE75B297686}" srcOrd="3" destOrd="0" presId="urn:microsoft.com/office/officeart/2005/8/layout/list1"/>
    <dgm:cxn modelId="{5D31C0F5-1E67-4C2F-803A-717223D50F56}" type="presParOf" srcId="{E207DA5C-6E3A-4A81-9C11-23B00E130F0F}" destId="{DD3F7AF1-D8A5-4FA7-8075-9EAD505ACE87}" srcOrd="4" destOrd="0" presId="urn:microsoft.com/office/officeart/2005/8/layout/list1"/>
    <dgm:cxn modelId="{B7CFF48A-2E8C-4AD9-BBD9-24F2C7050E67}" type="presParOf" srcId="{DD3F7AF1-D8A5-4FA7-8075-9EAD505ACE87}" destId="{D281D8B3-934B-4620-9E4A-DF78C8B47821}" srcOrd="0" destOrd="0" presId="urn:microsoft.com/office/officeart/2005/8/layout/list1"/>
    <dgm:cxn modelId="{326E82F7-7AA2-4663-925C-452CB33A6CBD}" type="presParOf" srcId="{DD3F7AF1-D8A5-4FA7-8075-9EAD505ACE87}" destId="{7AB26328-D9D5-4DAB-924E-90B5840EAEEC}" srcOrd="1" destOrd="0" presId="urn:microsoft.com/office/officeart/2005/8/layout/list1"/>
    <dgm:cxn modelId="{83A33050-42B1-421D-A291-9AB262431D4C}" type="presParOf" srcId="{E207DA5C-6E3A-4A81-9C11-23B00E130F0F}" destId="{4124E6C3-2489-48EA-ADCC-33593DF85993}" srcOrd="5" destOrd="0" presId="urn:microsoft.com/office/officeart/2005/8/layout/list1"/>
    <dgm:cxn modelId="{B602CF8E-9D64-49DD-990B-A380FB4FF4F5}" type="presParOf" srcId="{E207DA5C-6E3A-4A81-9C11-23B00E130F0F}" destId="{3488E1A4-D126-41B0-97E8-E144726043AF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2.xml><?xml version="1.0" encoding="utf-8"?>
<dgm:dataModel xmlns:dgm="http://schemas.openxmlformats.org/drawingml/2006/diagram" xmlns:a="http://schemas.openxmlformats.org/drawingml/2006/main">
  <dgm:ptLst>
    <dgm:pt modelId="{769725E3-E1CC-495F-9EC1-96E1B161AF30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505A962A-51F9-4D02-9D3B-4C6ECC5E6189}">
      <dgm:prSet/>
      <dgm:spPr/>
      <dgm:t>
        <a:bodyPr/>
        <a:lstStyle/>
        <a:p>
          <a:r>
            <a:rPr lang="tr-TR"/>
            <a:t>Record share reward</a:t>
          </a:r>
          <a:endParaRPr lang="en-US"/>
        </a:p>
      </dgm:t>
    </dgm:pt>
    <dgm:pt modelId="{8C9B5343-D4EC-43BE-AFCC-4873409B6CAC}" type="parTrans" cxnId="{3BAC71F0-DEBB-40A3-BF22-FE3C321F279C}">
      <dgm:prSet/>
      <dgm:spPr/>
      <dgm:t>
        <a:bodyPr/>
        <a:lstStyle/>
        <a:p>
          <a:endParaRPr lang="en-US"/>
        </a:p>
      </dgm:t>
    </dgm:pt>
    <dgm:pt modelId="{38C1EAF3-52F2-40BE-88A8-7F8EBC3E1D87}" type="sibTrans" cxnId="{3BAC71F0-DEBB-40A3-BF22-FE3C321F279C}">
      <dgm:prSet/>
      <dgm:spPr/>
      <dgm:t>
        <a:bodyPr/>
        <a:lstStyle/>
        <a:p>
          <a:endParaRPr lang="en-US"/>
        </a:p>
      </dgm:t>
    </dgm:pt>
    <dgm:pt modelId="{CAC85961-15F4-411B-A6EC-D1AF7333C44A}">
      <dgm:prSet/>
      <dgm:spPr/>
      <dgm:t>
        <a:bodyPr/>
        <a:lstStyle/>
        <a:p>
          <a:r>
            <a:rPr lang="en-US"/>
            <a:t>Each of the blocks on the share chain</a:t>
          </a:r>
          <a:r>
            <a:rPr lang="tr-TR"/>
            <a:t> </a:t>
          </a:r>
          <a:endParaRPr lang="en-US"/>
        </a:p>
      </dgm:t>
    </dgm:pt>
    <dgm:pt modelId="{C7489B98-E246-4885-A7B8-0ACBAF807833}" type="parTrans" cxnId="{464728BB-DDBF-4148-8E44-E4D50F1360EA}">
      <dgm:prSet/>
      <dgm:spPr/>
      <dgm:t>
        <a:bodyPr/>
        <a:lstStyle/>
        <a:p>
          <a:endParaRPr lang="en-US"/>
        </a:p>
      </dgm:t>
    </dgm:pt>
    <dgm:pt modelId="{756B58FD-573C-46BB-9ADB-663A11EF4598}" type="sibTrans" cxnId="{464728BB-DDBF-4148-8E44-E4D50F1360EA}">
      <dgm:prSet/>
      <dgm:spPr/>
      <dgm:t>
        <a:bodyPr/>
        <a:lstStyle/>
        <a:p>
          <a:endParaRPr lang="en-US"/>
        </a:p>
      </dgm:t>
    </dgm:pt>
    <dgm:pt modelId="{E6B72A79-A798-4C92-AE9C-9B4FC5813BBA}">
      <dgm:prSet/>
      <dgm:spPr/>
      <dgm:t>
        <a:bodyPr/>
        <a:lstStyle/>
        <a:p>
          <a:r>
            <a:rPr lang="en-US"/>
            <a:t>records a proportionate share reward </a:t>
          </a:r>
        </a:p>
      </dgm:t>
    </dgm:pt>
    <dgm:pt modelId="{1AE33FBE-CCF1-462E-9D19-18AB6E52BE52}" type="parTrans" cxnId="{D132C435-7478-4296-B624-BF01454C9BB9}">
      <dgm:prSet/>
      <dgm:spPr/>
      <dgm:t>
        <a:bodyPr/>
        <a:lstStyle/>
        <a:p>
          <a:endParaRPr lang="en-US"/>
        </a:p>
      </dgm:t>
    </dgm:pt>
    <dgm:pt modelId="{C8104193-6FEC-4589-9601-930653C480A6}" type="sibTrans" cxnId="{D132C435-7478-4296-B624-BF01454C9BB9}">
      <dgm:prSet/>
      <dgm:spPr/>
      <dgm:t>
        <a:bodyPr/>
        <a:lstStyle/>
        <a:p>
          <a:endParaRPr lang="en-US"/>
        </a:p>
      </dgm:t>
    </dgm:pt>
    <dgm:pt modelId="{5384C9E8-67EF-418D-9AAB-A2C745954681}">
      <dgm:prSet/>
      <dgm:spPr/>
      <dgm:t>
        <a:bodyPr/>
        <a:lstStyle/>
        <a:p>
          <a:r>
            <a:rPr lang="en-US"/>
            <a:t>for</a:t>
          </a:r>
          <a:r>
            <a:rPr lang="tr-TR"/>
            <a:t> contribution</a:t>
          </a:r>
          <a:endParaRPr lang="en-US"/>
        </a:p>
      </dgm:t>
    </dgm:pt>
    <dgm:pt modelId="{F1F09D3C-6F7F-4CDC-BBB6-AE49742B90DD}" type="parTrans" cxnId="{D22DB0D9-1B72-461F-83B7-B25CEDB7CD7B}">
      <dgm:prSet/>
      <dgm:spPr/>
      <dgm:t>
        <a:bodyPr/>
        <a:lstStyle/>
        <a:p>
          <a:endParaRPr lang="en-US"/>
        </a:p>
      </dgm:t>
    </dgm:pt>
    <dgm:pt modelId="{7A9A7B9C-18BD-4E10-8028-ED46C3DB20D7}" type="sibTrans" cxnId="{D22DB0D9-1B72-461F-83B7-B25CEDB7CD7B}">
      <dgm:prSet/>
      <dgm:spPr/>
      <dgm:t>
        <a:bodyPr/>
        <a:lstStyle/>
        <a:p>
          <a:endParaRPr lang="en-US"/>
        </a:p>
      </dgm:t>
    </dgm:pt>
    <dgm:pt modelId="{BC094F82-246F-4E8E-B432-973130A4502C}">
      <dgm:prSet/>
      <dgm:spPr/>
      <dgm:t>
        <a:bodyPr/>
        <a:lstStyle/>
        <a:p>
          <a:r>
            <a:rPr lang="en-US"/>
            <a:t>the pool miners who contribute work, </a:t>
          </a:r>
        </a:p>
      </dgm:t>
    </dgm:pt>
    <dgm:pt modelId="{1A45F860-B40C-47E2-95FE-9678893AF3C5}" type="parTrans" cxnId="{AC6CA931-D47D-4939-A1BB-2F8C6AC12CAF}">
      <dgm:prSet/>
      <dgm:spPr/>
      <dgm:t>
        <a:bodyPr/>
        <a:lstStyle/>
        <a:p>
          <a:endParaRPr lang="en-US"/>
        </a:p>
      </dgm:t>
    </dgm:pt>
    <dgm:pt modelId="{F078D590-7E92-43C6-AD52-ED77B86C6C3B}" type="sibTrans" cxnId="{AC6CA931-D47D-4939-A1BB-2F8C6AC12CAF}">
      <dgm:prSet/>
      <dgm:spPr/>
      <dgm:t>
        <a:bodyPr/>
        <a:lstStyle/>
        <a:p>
          <a:endParaRPr lang="en-US"/>
        </a:p>
      </dgm:t>
    </dgm:pt>
    <dgm:pt modelId="{BC29D9F3-8852-4C64-9E75-D0EC1B342FAE}">
      <dgm:prSet/>
      <dgm:spPr/>
      <dgm:t>
        <a:bodyPr/>
        <a:lstStyle/>
        <a:p>
          <a:r>
            <a:rPr lang="en-US"/>
            <a:t>carry</a:t>
          </a:r>
          <a:r>
            <a:rPr lang="tr-TR"/>
            <a:t> </a:t>
          </a:r>
          <a:r>
            <a:rPr lang="en-US"/>
            <a:t>the shares </a:t>
          </a:r>
        </a:p>
      </dgm:t>
    </dgm:pt>
    <dgm:pt modelId="{4599533C-3231-4987-9FBE-0F186976FFE3}" type="parTrans" cxnId="{93F53598-E613-48F1-A64B-F16C458E2FDF}">
      <dgm:prSet/>
      <dgm:spPr/>
      <dgm:t>
        <a:bodyPr/>
        <a:lstStyle/>
        <a:p>
          <a:endParaRPr lang="en-US"/>
        </a:p>
      </dgm:t>
    </dgm:pt>
    <dgm:pt modelId="{F8D08A3C-40FE-432B-8C28-3EAEBFC975FD}" type="sibTrans" cxnId="{93F53598-E613-48F1-A64B-F16C458E2FDF}">
      <dgm:prSet/>
      <dgm:spPr/>
      <dgm:t>
        <a:bodyPr/>
        <a:lstStyle/>
        <a:p>
          <a:endParaRPr lang="en-US"/>
        </a:p>
      </dgm:t>
    </dgm:pt>
    <dgm:pt modelId="{6A886616-EEA7-41BC-B65B-4A761966ED97}">
      <dgm:prSet/>
      <dgm:spPr/>
      <dgm:t>
        <a:bodyPr/>
        <a:lstStyle/>
        <a:p>
          <a:r>
            <a:rPr lang="en-US"/>
            <a:t>forward from the previous share block.</a:t>
          </a:r>
        </a:p>
      </dgm:t>
    </dgm:pt>
    <dgm:pt modelId="{E0E2A283-6FEE-4D79-A232-D0EE3D016709}" type="parTrans" cxnId="{26B51118-F851-4781-967F-63680F6339C4}">
      <dgm:prSet/>
      <dgm:spPr/>
      <dgm:t>
        <a:bodyPr/>
        <a:lstStyle/>
        <a:p>
          <a:endParaRPr lang="en-US"/>
        </a:p>
      </dgm:t>
    </dgm:pt>
    <dgm:pt modelId="{DA94E41C-0EC9-492B-BE34-03D51E5C9D93}" type="sibTrans" cxnId="{26B51118-F851-4781-967F-63680F6339C4}">
      <dgm:prSet/>
      <dgm:spPr/>
      <dgm:t>
        <a:bodyPr/>
        <a:lstStyle/>
        <a:p>
          <a:endParaRPr lang="en-US"/>
        </a:p>
      </dgm:t>
    </dgm:pt>
    <dgm:pt modelId="{DDEEC86D-9AC0-484B-AA55-1EBCF83C00BB}" type="pres">
      <dgm:prSet presAssocID="{769725E3-E1CC-495F-9EC1-96E1B161AF30}" presName="linear" presStyleCnt="0">
        <dgm:presLayoutVars>
          <dgm:dir/>
          <dgm:animLvl val="lvl"/>
          <dgm:resizeHandles val="exact"/>
        </dgm:presLayoutVars>
      </dgm:prSet>
      <dgm:spPr/>
    </dgm:pt>
    <dgm:pt modelId="{333A4BEE-B3EE-4F30-9768-B5591F732354}" type="pres">
      <dgm:prSet presAssocID="{505A962A-51F9-4D02-9D3B-4C6ECC5E6189}" presName="parentLin" presStyleCnt="0"/>
      <dgm:spPr/>
    </dgm:pt>
    <dgm:pt modelId="{C1B51CD0-86E3-4C49-A2CA-F6D5E93880B9}" type="pres">
      <dgm:prSet presAssocID="{505A962A-51F9-4D02-9D3B-4C6ECC5E6189}" presName="parentLeftMargin" presStyleLbl="node1" presStyleIdx="0" presStyleCnt="3"/>
      <dgm:spPr/>
    </dgm:pt>
    <dgm:pt modelId="{042B6D82-3154-4CEA-9604-0448B32EC92F}" type="pres">
      <dgm:prSet presAssocID="{505A962A-51F9-4D02-9D3B-4C6ECC5E6189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BE7C7B8E-E4E8-44FE-B51E-19F10B3066EF}" type="pres">
      <dgm:prSet presAssocID="{505A962A-51F9-4D02-9D3B-4C6ECC5E6189}" presName="negativeSpace" presStyleCnt="0"/>
      <dgm:spPr/>
    </dgm:pt>
    <dgm:pt modelId="{058187B7-F327-4481-A4A9-5E85F278BFB1}" type="pres">
      <dgm:prSet presAssocID="{505A962A-51F9-4D02-9D3B-4C6ECC5E6189}" presName="childText" presStyleLbl="conFgAcc1" presStyleIdx="0" presStyleCnt="3">
        <dgm:presLayoutVars>
          <dgm:bulletEnabled val="1"/>
        </dgm:presLayoutVars>
      </dgm:prSet>
      <dgm:spPr/>
    </dgm:pt>
    <dgm:pt modelId="{93CF6856-0E3D-48A2-A310-F7A7EA09E7A3}" type="pres">
      <dgm:prSet presAssocID="{38C1EAF3-52F2-40BE-88A8-7F8EBC3E1D87}" presName="spaceBetweenRectangles" presStyleCnt="0"/>
      <dgm:spPr/>
    </dgm:pt>
    <dgm:pt modelId="{4062A847-C529-4334-B69D-3808B760DDF7}" type="pres">
      <dgm:prSet presAssocID="{5384C9E8-67EF-418D-9AAB-A2C745954681}" presName="parentLin" presStyleCnt="0"/>
      <dgm:spPr/>
    </dgm:pt>
    <dgm:pt modelId="{55BD0A9E-C8E4-4E4E-85B0-3CCC7416F88D}" type="pres">
      <dgm:prSet presAssocID="{5384C9E8-67EF-418D-9AAB-A2C745954681}" presName="parentLeftMargin" presStyleLbl="node1" presStyleIdx="0" presStyleCnt="3"/>
      <dgm:spPr/>
    </dgm:pt>
    <dgm:pt modelId="{52336A36-80DF-41E7-8069-1CA68DACAA00}" type="pres">
      <dgm:prSet presAssocID="{5384C9E8-67EF-418D-9AAB-A2C745954681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52955B4E-A38F-47D7-ACE5-D1A4F84F17D8}" type="pres">
      <dgm:prSet presAssocID="{5384C9E8-67EF-418D-9AAB-A2C745954681}" presName="negativeSpace" presStyleCnt="0"/>
      <dgm:spPr/>
    </dgm:pt>
    <dgm:pt modelId="{4FA3FD70-CBC3-4E07-AE58-C117622C22C6}" type="pres">
      <dgm:prSet presAssocID="{5384C9E8-67EF-418D-9AAB-A2C745954681}" presName="childText" presStyleLbl="conFgAcc1" presStyleIdx="1" presStyleCnt="3">
        <dgm:presLayoutVars>
          <dgm:bulletEnabled val="1"/>
        </dgm:presLayoutVars>
      </dgm:prSet>
      <dgm:spPr/>
    </dgm:pt>
    <dgm:pt modelId="{488A9430-4304-49BD-8F94-CF4280FA9636}" type="pres">
      <dgm:prSet presAssocID="{7A9A7B9C-18BD-4E10-8028-ED46C3DB20D7}" presName="spaceBetweenRectangles" presStyleCnt="0"/>
      <dgm:spPr/>
    </dgm:pt>
    <dgm:pt modelId="{5A818068-51C9-488D-9832-3FD9CCBBB2D7}" type="pres">
      <dgm:prSet presAssocID="{BC29D9F3-8852-4C64-9E75-D0EC1B342FAE}" presName="parentLin" presStyleCnt="0"/>
      <dgm:spPr/>
    </dgm:pt>
    <dgm:pt modelId="{08E300F5-4D8D-4F26-8F46-A219A226FE0E}" type="pres">
      <dgm:prSet presAssocID="{BC29D9F3-8852-4C64-9E75-D0EC1B342FAE}" presName="parentLeftMargin" presStyleLbl="node1" presStyleIdx="1" presStyleCnt="3"/>
      <dgm:spPr/>
    </dgm:pt>
    <dgm:pt modelId="{CC4A22EE-28D7-40CD-96C6-43128CF49B55}" type="pres">
      <dgm:prSet presAssocID="{BC29D9F3-8852-4C64-9E75-D0EC1B342FAE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DF785469-041B-4414-BC9B-45EF48BD25FA}" type="pres">
      <dgm:prSet presAssocID="{BC29D9F3-8852-4C64-9E75-D0EC1B342FAE}" presName="negativeSpace" presStyleCnt="0"/>
      <dgm:spPr/>
    </dgm:pt>
    <dgm:pt modelId="{8D54C7B5-238B-497F-9075-6BDDEF98E230}" type="pres">
      <dgm:prSet presAssocID="{BC29D9F3-8852-4C64-9E75-D0EC1B342FAE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D678C704-06F8-4C93-9F9C-F6F77594042A}" type="presOf" srcId="{BC29D9F3-8852-4C64-9E75-D0EC1B342FAE}" destId="{08E300F5-4D8D-4F26-8F46-A219A226FE0E}" srcOrd="0" destOrd="0" presId="urn:microsoft.com/office/officeart/2005/8/layout/list1"/>
    <dgm:cxn modelId="{26B51118-F851-4781-967F-63680F6339C4}" srcId="{BC29D9F3-8852-4C64-9E75-D0EC1B342FAE}" destId="{6A886616-EEA7-41BC-B65B-4A761966ED97}" srcOrd="0" destOrd="0" parTransId="{E0E2A283-6FEE-4D79-A232-D0EE3D016709}" sibTransId="{DA94E41C-0EC9-492B-BE34-03D51E5C9D93}"/>
    <dgm:cxn modelId="{AC6CA931-D47D-4939-A1BB-2F8C6AC12CAF}" srcId="{5384C9E8-67EF-418D-9AAB-A2C745954681}" destId="{BC094F82-246F-4E8E-B432-973130A4502C}" srcOrd="0" destOrd="0" parTransId="{1A45F860-B40C-47E2-95FE-9678893AF3C5}" sibTransId="{F078D590-7E92-43C6-AD52-ED77B86C6C3B}"/>
    <dgm:cxn modelId="{4D47EA32-EBF8-44EB-91E7-A53EC6B8DBB8}" type="presOf" srcId="{6A886616-EEA7-41BC-B65B-4A761966ED97}" destId="{8D54C7B5-238B-497F-9075-6BDDEF98E230}" srcOrd="0" destOrd="0" presId="urn:microsoft.com/office/officeart/2005/8/layout/list1"/>
    <dgm:cxn modelId="{D132C435-7478-4296-B624-BF01454C9BB9}" srcId="{505A962A-51F9-4D02-9D3B-4C6ECC5E6189}" destId="{E6B72A79-A798-4C92-AE9C-9B4FC5813BBA}" srcOrd="1" destOrd="0" parTransId="{1AE33FBE-CCF1-462E-9D19-18AB6E52BE52}" sibTransId="{C8104193-6FEC-4589-9601-930653C480A6}"/>
    <dgm:cxn modelId="{D4139363-9BC5-4410-9BCE-C157E1512C2B}" type="presOf" srcId="{505A962A-51F9-4D02-9D3B-4C6ECC5E6189}" destId="{042B6D82-3154-4CEA-9604-0448B32EC92F}" srcOrd="1" destOrd="0" presId="urn:microsoft.com/office/officeart/2005/8/layout/list1"/>
    <dgm:cxn modelId="{E85B0757-F734-41DC-9206-79A8B38349C2}" type="presOf" srcId="{5384C9E8-67EF-418D-9AAB-A2C745954681}" destId="{52336A36-80DF-41E7-8069-1CA68DACAA00}" srcOrd="1" destOrd="0" presId="urn:microsoft.com/office/officeart/2005/8/layout/list1"/>
    <dgm:cxn modelId="{48CCAC57-D7CB-42EB-AD1F-1E9F921DE461}" type="presOf" srcId="{E6B72A79-A798-4C92-AE9C-9B4FC5813BBA}" destId="{058187B7-F327-4481-A4A9-5E85F278BFB1}" srcOrd="0" destOrd="1" presId="urn:microsoft.com/office/officeart/2005/8/layout/list1"/>
    <dgm:cxn modelId="{F2C3758B-C82A-4594-8D57-20053D12206E}" type="presOf" srcId="{BC094F82-246F-4E8E-B432-973130A4502C}" destId="{4FA3FD70-CBC3-4E07-AE58-C117622C22C6}" srcOrd="0" destOrd="0" presId="urn:microsoft.com/office/officeart/2005/8/layout/list1"/>
    <dgm:cxn modelId="{93F53598-E613-48F1-A64B-F16C458E2FDF}" srcId="{769725E3-E1CC-495F-9EC1-96E1B161AF30}" destId="{BC29D9F3-8852-4C64-9E75-D0EC1B342FAE}" srcOrd="2" destOrd="0" parTransId="{4599533C-3231-4987-9FBE-0F186976FFE3}" sibTransId="{F8D08A3C-40FE-432B-8C28-3EAEBFC975FD}"/>
    <dgm:cxn modelId="{278BF59A-A1F6-40EE-9BE4-ACAD72B83EF7}" type="presOf" srcId="{5384C9E8-67EF-418D-9AAB-A2C745954681}" destId="{55BD0A9E-C8E4-4E4E-85B0-3CCC7416F88D}" srcOrd="0" destOrd="0" presId="urn:microsoft.com/office/officeart/2005/8/layout/list1"/>
    <dgm:cxn modelId="{334FDAB4-7F34-4B8E-9B68-1EE043EA1B51}" type="presOf" srcId="{BC29D9F3-8852-4C64-9E75-D0EC1B342FAE}" destId="{CC4A22EE-28D7-40CD-96C6-43128CF49B55}" srcOrd="1" destOrd="0" presId="urn:microsoft.com/office/officeart/2005/8/layout/list1"/>
    <dgm:cxn modelId="{464728BB-DDBF-4148-8E44-E4D50F1360EA}" srcId="{505A962A-51F9-4D02-9D3B-4C6ECC5E6189}" destId="{CAC85961-15F4-411B-A6EC-D1AF7333C44A}" srcOrd="0" destOrd="0" parTransId="{C7489B98-E246-4885-A7B8-0ACBAF807833}" sibTransId="{756B58FD-573C-46BB-9ADB-663A11EF4598}"/>
    <dgm:cxn modelId="{F31548CE-17DD-4367-8F8E-6C5B5AED39E1}" type="presOf" srcId="{CAC85961-15F4-411B-A6EC-D1AF7333C44A}" destId="{058187B7-F327-4481-A4A9-5E85F278BFB1}" srcOrd="0" destOrd="0" presId="urn:microsoft.com/office/officeart/2005/8/layout/list1"/>
    <dgm:cxn modelId="{D22DB0D9-1B72-461F-83B7-B25CEDB7CD7B}" srcId="{769725E3-E1CC-495F-9EC1-96E1B161AF30}" destId="{5384C9E8-67EF-418D-9AAB-A2C745954681}" srcOrd="1" destOrd="0" parTransId="{F1F09D3C-6F7F-4CDC-BBB6-AE49742B90DD}" sibTransId="{7A9A7B9C-18BD-4E10-8028-ED46C3DB20D7}"/>
    <dgm:cxn modelId="{57C7FAE5-0038-4894-9F85-8BB35135FF17}" type="presOf" srcId="{769725E3-E1CC-495F-9EC1-96E1B161AF30}" destId="{DDEEC86D-9AC0-484B-AA55-1EBCF83C00BB}" srcOrd="0" destOrd="0" presId="urn:microsoft.com/office/officeart/2005/8/layout/list1"/>
    <dgm:cxn modelId="{3BAC71F0-DEBB-40A3-BF22-FE3C321F279C}" srcId="{769725E3-E1CC-495F-9EC1-96E1B161AF30}" destId="{505A962A-51F9-4D02-9D3B-4C6ECC5E6189}" srcOrd="0" destOrd="0" parTransId="{8C9B5343-D4EC-43BE-AFCC-4873409B6CAC}" sibTransId="{38C1EAF3-52F2-40BE-88A8-7F8EBC3E1D87}"/>
    <dgm:cxn modelId="{A4A721F2-85E8-4BA2-92AE-DF65E081CF81}" type="presOf" srcId="{505A962A-51F9-4D02-9D3B-4C6ECC5E6189}" destId="{C1B51CD0-86E3-4C49-A2CA-F6D5E93880B9}" srcOrd="0" destOrd="0" presId="urn:microsoft.com/office/officeart/2005/8/layout/list1"/>
    <dgm:cxn modelId="{E51C5649-6B53-46C0-9B56-707851F49C98}" type="presParOf" srcId="{DDEEC86D-9AC0-484B-AA55-1EBCF83C00BB}" destId="{333A4BEE-B3EE-4F30-9768-B5591F732354}" srcOrd="0" destOrd="0" presId="urn:microsoft.com/office/officeart/2005/8/layout/list1"/>
    <dgm:cxn modelId="{7E41F19A-99E4-45BC-BF45-3875DAFD7155}" type="presParOf" srcId="{333A4BEE-B3EE-4F30-9768-B5591F732354}" destId="{C1B51CD0-86E3-4C49-A2CA-F6D5E93880B9}" srcOrd="0" destOrd="0" presId="urn:microsoft.com/office/officeart/2005/8/layout/list1"/>
    <dgm:cxn modelId="{C9DD1965-8371-44BC-B27F-E0EB5B82C889}" type="presParOf" srcId="{333A4BEE-B3EE-4F30-9768-B5591F732354}" destId="{042B6D82-3154-4CEA-9604-0448B32EC92F}" srcOrd="1" destOrd="0" presId="urn:microsoft.com/office/officeart/2005/8/layout/list1"/>
    <dgm:cxn modelId="{06FDB339-BB17-4039-B230-465B9138CD9C}" type="presParOf" srcId="{DDEEC86D-9AC0-484B-AA55-1EBCF83C00BB}" destId="{BE7C7B8E-E4E8-44FE-B51E-19F10B3066EF}" srcOrd="1" destOrd="0" presId="urn:microsoft.com/office/officeart/2005/8/layout/list1"/>
    <dgm:cxn modelId="{B6951E66-CB1B-4C97-B9A5-335D70637A7C}" type="presParOf" srcId="{DDEEC86D-9AC0-484B-AA55-1EBCF83C00BB}" destId="{058187B7-F327-4481-A4A9-5E85F278BFB1}" srcOrd="2" destOrd="0" presId="urn:microsoft.com/office/officeart/2005/8/layout/list1"/>
    <dgm:cxn modelId="{0CB751E5-F5D3-485B-AC8E-F9D9D63691B3}" type="presParOf" srcId="{DDEEC86D-9AC0-484B-AA55-1EBCF83C00BB}" destId="{93CF6856-0E3D-48A2-A310-F7A7EA09E7A3}" srcOrd="3" destOrd="0" presId="urn:microsoft.com/office/officeart/2005/8/layout/list1"/>
    <dgm:cxn modelId="{2FED49D6-BFA0-4987-ABA1-11E7D27F7888}" type="presParOf" srcId="{DDEEC86D-9AC0-484B-AA55-1EBCF83C00BB}" destId="{4062A847-C529-4334-B69D-3808B760DDF7}" srcOrd="4" destOrd="0" presId="urn:microsoft.com/office/officeart/2005/8/layout/list1"/>
    <dgm:cxn modelId="{27A261D1-EF2A-4910-90CA-5028754B6A16}" type="presParOf" srcId="{4062A847-C529-4334-B69D-3808B760DDF7}" destId="{55BD0A9E-C8E4-4E4E-85B0-3CCC7416F88D}" srcOrd="0" destOrd="0" presId="urn:microsoft.com/office/officeart/2005/8/layout/list1"/>
    <dgm:cxn modelId="{99101171-A9BF-4B7A-8449-66F4CAAA1C64}" type="presParOf" srcId="{4062A847-C529-4334-B69D-3808B760DDF7}" destId="{52336A36-80DF-41E7-8069-1CA68DACAA00}" srcOrd="1" destOrd="0" presId="urn:microsoft.com/office/officeart/2005/8/layout/list1"/>
    <dgm:cxn modelId="{CCCDA58B-C64D-4335-A92C-BACBBCA5D241}" type="presParOf" srcId="{DDEEC86D-9AC0-484B-AA55-1EBCF83C00BB}" destId="{52955B4E-A38F-47D7-ACE5-D1A4F84F17D8}" srcOrd="5" destOrd="0" presId="urn:microsoft.com/office/officeart/2005/8/layout/list1"/>
    <dgm:cxn modelId="{92DE2ABA-BAA1-4367-ACB7-56454B2BA849}" type="presParOf" srcId="{DDEEC86D-9AC0-484B-AA55-1EBCF83C00BB}" destId="{4FA3FD70-CBC3-4E07-AE58-C117622C22C6}" srcOrd="6" destOrd="0" presId="urn:microsoft.com/office/officeart/2005/8/layout/list1"/>
    <dgm:cxn modelId="{892A574B-FA81-4983-8889-31BAAD88F6AD}" type="presParOf" srcId="{DDEEC86D-9AC0-484B-AA55-1EBCF83C00BB}" destId="{488A9430-4304-49BD-8F94-CF4280FA9636}" srcOrd="7" destOrd="0" presId="urn:microsoft.com/office/officeart/2005/8/layout/list1"/>
    <dgm:cxn modelId="{57180310-BF5D-4C7F-9F06-6EAFC9303769}" type="presParOf" srcId="{DDEEC86D-9AC0-484B-AA55-1EBCF83C00BB}" destId="{5A818068-51C9-488D-9832-3FD9CCBBB2D7}" srcOrd="8" destOrd="0" presId="urn:microsoft.com/office/officeart/2005/8/layout/list1"/>
    <dgm:cxn modelId="{790AE8F2-F78F-4797-85B8-F7194D67FDDF}" type="presParOf" srcId="{5A818068-51C9-488D-9832-3FD9CCBBB2D7}" destId="{08E300F5-4D8D-4F26-8F46-A219A226FE0E}" srcOrd="0" destOrd="0" presId="urn:microsoft.com/office/officeart/2005/8/layout/list1"/>
    <dgm:cxn modelId="{0C04D4C3-4D76-4AB9-B33F-8045313FBC9A}" type="presParOf" srcId="{5A818068-51C9-488D-9832-3FD9CCBBB2D7}" destId="{CC4A22EE-28D7-40CD-96C6-43128CF49B55}" srcOrd="1" destOrd="0" presId="urn:microsoft.com/office/officeart/2005/8/layout/list1"/>
    <dgm:cxn modelId="{8E46716E-01E9-4A40-AAA5-9D7736AF5850}" type="presParOf" srcId="{DDEEC86D-9AC0-484B-AA55-1EBCF83C00BB}" destId="{DF785469-041B-4414-BC9B-45EF48BD25FA}" srcOrd="9" destOrd="0" presId="urn:microsoft.com/office/officeart/2005/8/layout/list1"/>
    <dgm:cxn modelId="{3E618C12-4AAB-4E88-9B8F-21F97F112859}" type="presParOf" srcId="{DDEEC86D-9AC0-484B-AA55-1EBCF83C00BB}" destId="{8D54C7B5-238B-497F-9075-6BDDEF98E230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3.xml><?xml version="1.0" encoding="utf-8"?>
<dgm:dataModel xmlns:dgm="http://schemas.openxmlformats.org/drawingml/2006/diagram" xmlns:a="http://schemas.openxmlformats.org/drawingml/2006/main">
  <dgm:ptLst>
    <dgm:pt modelId="{8A0AB9E7-C451-4DB6-89E2-6EDD130294C2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805040F3-BC5D-4530-9835-EB29F55DFF3D}">
      <dgm:prSet/>
      <dgm:spPr/>
      <dgm:t>
        <a:bodyPr/>
        <a:lstStyle/>
        <a:p>
          <a:r>
            <a:rPr lang="tr-TR" dirty="0" err="1"/>
            <a:t>Achieving</a:t>
          </a:r>
          <a:r>
            <a:rPr lang="tr-TR" dirty="0"/>
            <a:t> network </a:t>
          </a:r>
          <a:r>
            <a:rPr lang="tr-TR" dirty="0" err="1"/>
            <a:t>target</a:t>
          </a:r>
          <a:endParaRPr lang="en-US" dirty="0"/>
        </a:p>
      </dgm:t>
    </dgm:pt>
    <dgm:pt modelId="{0CE23A47-A9F6-443F-B270-9E235A7F641E}" type="parTrans" cxnId="{E2BB013C-6C6C-43A6-8F46-C266B2EC339A}">
      <dgm:prSet/>
      <dgm:spPr/>
      <dgm:t>
        <a:bodyPr/>
        <a:lstStyle/>
        <a:p>
          <a:endParaRPr lang="en-US"/>
        </a:p>
      </dgm:t>
    </dgm:pt>
    <dgm:pt modelId="{C0685DEA-EDB2-4CC3-AA5C-20DEA96A22CD}" type="sibTrans" cxnId="{E2BB013C-6C6C-43A6-8F46-C266B2EC339A}">
      <dgm:prSet/>
      <dgm:spPr/>
      <dgm:t>
        <a:bodyPr/>
        <a:lstStyle/>
        <a:p>
          <a:endParaRPr lang="en-US"/>
        </a:p>
      </dgm:t>
    </dgm:pt>
    <dgm:pt modelId="{8354D6F3-78AC-4B5D-8F73-12E68C7BDBA1}">
      <dgm:prSet/>
      <dgm:spPr/>
      <dgm:t>
        <a:bodyPr/>
        <a:lstStyle/>
        <a:p>
          <a:r>
            <a:rPr lang="en-US" dirty="0"/>
            <a:t>instead of a pool server keeping</a:t>
          </a:r>
          <a:r>
            <a:rPr lang="tr-TR" dirty="0"/>
            <a:t> </a:t>
          </a:r>
          <a:r>
            <a:rPr lang="en-US" dirty="0"/>
            <a:t>track of pool miner shares and rewards, </a:t>
          </a:r>
        </a:p>
      </dgm:t>
    </dgm:pt>
    <dgm:pt modelId="{3FFE5BC3-344E-4B95-87C1-8F0226E3D7BD}" type="parTrans" cxnId="{852C4624-ACC0-454C-B598-EBF11B3CDE4B}">
      <dgm:prSet/>
      <dgm:spPr/>
      <dgm:t>
        <a:bodyPr/>
        <a:lstStyle/>
        <a:p>
          <a:endParaRPr lang="en-US"/>
        </a:p>
      </dgm:t>
    </dgm:pt>
    <dgm:pt modelId="{6B04A86F-6CB9-4776-BA2C-6700E507BB0E}" type="sibTrans" cxnId="{852C4624-ACC0-454C-B598-EBF11B3CDE4B}">
      <dgm:prSet/>
      <dgm:spPr/>
      <dgm:t>
        <a:bodyPr/>
        <a:lstStyle/>
        <a:p>
          <a:endParaRPr lang="en-US"/>
        </a:p>
      </dgm:t>
    </dgm:pt>
    <dgm:pt modelId="{331C64A0-29DB-4A8C-BE23-7CDA9C70DA66}">
      <dgm:prSet/>
      <dgm:spPr/>
      <dgm:t>
        <a:bodyPr/>
        <a:lstStyle/>
        <a:p>
          <a:r>
            <a:rPr lang="en-US" dirty="0"/>
            <a:t>it is propagated and included on the</a:t>
          </a:r>
          <a:r>
            <a:rPr lang="tr-TR" dirty="0"/>
            <a:t> </a:t>
          </a:r>
          <a:r>
            <a:rPr lang="en-US" dirty="0"/>
            <a:t>bitcoin blockchain</a:t>
          </a:r>
        </a:p>
      </dgm:t>
    </dgm:pt>
    <dgm:pt modelId="{11DBCDC6-4797-4A88-9FCF-1C9F1E31C709}" type="parTrans" cxnId="{F8917516-33C2-4788-A0D1-BCB1C57D9FA9}">
      <dgm:prSet/>
      <dgm:spPr/>
    </dgm:pt>
    <dgm:pt modelId="{97F82FC0-BEDA-4DA4-9988-D8E8F87C9D09}" type="sibTrans" cxnId="{F8917516-33C2-4788-A0D1-BCB1C57D9FA9}">
      <dgm:prSet/>
      <dgm:spPr/>
    </dgm:pt>
    <dgm:pt modelId="{7EF88DA3-5876-4BB6-82D4-137BB0560AF9}">
      <dgm:prSet/>
      <dgm:spPr/>
      <dgm:t>
        <a:bodyPr/>
        <a:lstStyle/>
        <a:p>
          <a:r>
            <a:rPr lang="en-US" dirty="0"/>
            <a:t>rewarding all the pool miners</a:t>
          </a:r>
        </a:p>
      </dgm:t>
    </dgm:pt>
    <dgm:pt modelId="{F780BDE5-7AA4-4CA8-BA30-7B2C482DE55E}" type="parTrans" cxnId="{882D678F-CB8D-4F6A-97A1-9FCF0D09DB59}">
      <dgm:prSet/>
      <dgm:spPr/>
    </dgm:pt>
    <dgm:pt modelId="{8E4E4ADC-3BC0-4B28-8290-273DF36AB276}" type="sibTrans" cxnId="{882D678F-CB8D-4F6A-97A1-9FCF0D09DB59}">
      <dgm:prSet/>
      <dgm:spPr/>
    </dgm:pt>
    <dgm:pt modelId="{1BBD6BDE-85D0-4963-A97F-28907FF0CD1A}">
      <dgm:prSet/>
      <dgm:spPr/>
      <dgm:t>
        <a:bodyPr/>
        <a:lstStyle/>
        <a:p>
          <a:r>
            <a:rPr lang="en-US"/>
            <a:t>who </a:t>
          </a:r>
          <a:r>
            <a:rPr lang="en-US" dirty="0"/>
            <a:t>contributed to all the shares</a:t>
          </a:r>
        </a:p>
      </dgm:t>
    </dgm:pt>
    <dgm:pt modelId="{21AEAE9E-ECD5-4E19-BF3B-A51037819D8C}" type="parTrans" cxnId="{414B25A5-CE4C-44B3-A58A-4922B938BA01}">
      <dgm:prSet/>
      <dgm:spPr/>
    </dgm:pt>
    <dgm:pt modelId="{5D526EEE-E69B-4D3A-97BF-9B8C40BB7C16}" type="sibTrans" cxnId="{414B25A5-CE4C-44B3-A58A-4922B938BA01}">
      <dgm:prSet/>
      <dgm:spPr/>
    </dgm:pt>
    <dgm:pt modelId="{3BACFF8B-8A75-4228-9F07-F1B48E1B9222}">
      <dgm:prSet/>
      <dgm:spPr/>
      <dgm:t>
        <a:bodyPr/>
        <a:lstStyle/>
        <a:p>
          <a:r>
            <a:rPr lang="en-US" dirty="0"/>
            <a:t>the share chain allows all pool miners</a:t>
          </a:r>
        </a:p>
      </dgm:t>
    </dgm:pt>
    <dgm:pt modelId="{83E89EFB-667B-4BFF-84F6-60A074FC6D5C}" type="parTrans" cxnId="{F75904F5-5D60-4082-8E63-C9F7A6FBB779}">
      <dgm:prSet/>
      <dgm:spPr/>
    </dgm:pt>
    <dgm:pt modelId="{90896016-6C09-428D-B376-9E549E4FBE59}" type="sibTrans" cxnId="{F75904F5-5D60-4082-8E63-C9F7A6FBB779}">
      <dgm:prSet/>
      <dgm:spPr/>
    </dgm:pt>
    <dgm:pt modelId="{594BC255-8B89-471D-86EA-56973E3EE5D5}">
      <dgm:prSet/>
      <dgm:spPr/>
      <dgm:t>
        <a:bodyPr/>
        <a:lstStyle/>
        <a:p>
          <a:r>
            <a:rPr lang="en-US" dirty="0"/>
            <a:t>to keep</a:t>
          </a:r>
          <a:r>
            <a:rPr lang="tr-TR" dirty="0"/>
            <a:t> </a:t>
          </a:r>
          <a:r>
            <a:rPr lang="en-US" dirty="0"/>
            <a:t>track of all shares</a:t>
          </a:r>
        </a:p>
      </dgm:t>
    </dgm:pt>
    <dgm:pt modelId="{6888D80F-4C0D-4B47-AC3A-1C2241A05D78}" type="parTrans" cxnId="{A58D2E4C-657B-4F43-B369-0ACA9EB5D873}">
      <dgm:prSet/>
      <dgm:spPr/>
    </dgm:pt>
    <dgm:pt modelId="{DC8EA242-B97D-4F48-869B-74D2BB010809}" type="sibTrans" cxnId="{A58D2E4C-657B-4F43-B369-0ACA9EB5D873}">
      <dgm:prSet/>
      <dgm:spPr/>
    </dgm:pt>
    <dgm:pt modelId="{8293DEF6-5E09-423D-8254-E803781AF2D8}">
      <dgm:prSet/>
      <dgm:spPr/>
      <dgm:t>
        <a:bodyPr/>
        <a:lstStyle/>
        <a:p>
          <a:r>
            <a:rPr lang="en-US" dirty="0"/>
            <a:t>using a decentralized consensus mechanism</a:t>
          </a:r>
        </a:p>
      </dgm:t>
    </dgm:pt>
    <dgm:pt modelId="{8397E66B-550C-4806-91A7-48A32108C2EC}" type="parTrans" cxnId="{175F3081-16D1-4B1A-AE00-57F3D0B872E3}">
      <dgm:prSet/>
      <dgm:spPr/>
    </dgm:pt>
    <dgm:pt modelId="{AADF4792-79FD-4800-AA77-D5605EC2EDA7}" type="sibTrans" cxnId="{175F3081-16D1-4B1A-AE00-57F3D0B872E3}">
      <dgm:prSet/>
      <dgm:spPr/>
    </dgm:pt>
    <dgm:pt modelId="{CB8379B4-42F6-427E-A640-EE32D89BBFBF}">
      <dgm:prSet/>
      <dgm:spPr/>
      <dgm:t>
        <a:bodyPr/>
        <a:lstStyle/>
        <a:p>
          <a:r>
            <a:rPr lang="en-US"/>
            <a:t>like </a:t>
          </a:r>
          <a:r>
            <a:rPr lang="en-US" dirty="0"/>
            <a:t>bitcoin’s blockchain</a:t>
          </a:r>
          <a:r>
            <a:rPr lang="tr-TR" dirty="0"/>
            <a:t> </a:t>
          </a:r>
          <a:r>
            <a:rPr lang="tr-TR" dirty="0" err="1"/>
            <a:t>consensus</a:t>
          </a:r>
          <a:r>
            <a:rPr lang="tr-TR" dirty="0"/>
            <a:t> </a:t>
          </a:r>
          <a:r>
            <a:rPr lang="tr-TR" dirty="0" err="1"/>
            <a:t>mechanism</a:t>
          </a:r>
          <a:r>
            <a:rPr lang="tr-TR" dirty="0"/>
            <a:t>.</a:t>
          </a:r>
          <a:endParaRPr lang="en-US" dirty="0"/>
        </a:p>
      </dgm:t>
    </dgm:pt>
    <dgm:pt modelId="{ADAA191A-CAF3-47E4-8A3E-D6CDC1973419}" type="parTrans" cxnId="{18046140-5C87-49B2-AB5F-4607BFA31DEA}">
      <dgm:prSet/>
      <dgm:spPr/>
    </dgm:pt>
    <dgm:pt modelId="{13E36DF0-D385-463B-B653-E546477409CA}" type="sibTrans" cxnId="{18046140-5C87-49B2-AB5F-4607BFA31DEA}">
      <dgm:prSet/>
      <dgm:spPr/>
    </dgm:pt>
    <dgm:pt modelId="{9828B911-E34E-43DA-A762-06E96C8C2061}">
      <dgm:prSet/>
      <dgm:spPr/>
      <dgm:t>
        <a:bodyPr/>
        <a:lstStyle/>
        <a:p>
          <a:r>
            <a:rPr lang="en-US" dirty="0"/>
            <a:t>When one of the share</a:t>
          </a:r>
          <a:r>
            <a:rPr lang="tr-TR" dirty="0"/>
            <a:t> </a:t>
          </a:r>
          <a:r>
            <a:rPr lang="en-US" dirty="0"/>
            <a:t>blocks</a:t>
          </a:r>
        </a:p>
      </dgm:t>
    </dgm:pt>
    <dgm:pt modelId="{08B8AE4E-0AFB-4340-82BC-D98DE3576C88}" type="parTrans" cxnId="{D94345E7-C660-4957-A059-3AD0A4AF05B5}">
      <dgm:prSet/>
      <dgm:spPr/>
    </dgm:pt>
    <dgm:pt modelId="{94814AD5-A573-4D30-840C-70D3FD864394}" type="sibTrans" cxnId="{D94345E7-C660-4957-A059-3AD0A4AF05B5}">
      <dgm:prSet/>
      <dgm:spPr/>
    </dgm:pt>
    <dgm:pt modelId="{6682C002-B540-41CE-B6EC-7526FC528CB0}">
      <dgm:prSet/>
      <dgm:spPr/>
      <dgm:t>
        <a:bodyPr/>
        <a:lstStyle/>
        <a:p>
          <a:r>
            <a:rPr lang="en-US"/>
            <a:t>also </a:t>
          </a:r>
          <a:r>
            <a:rPr lang="en-US" dirty="0"/>
            <a:t>achieves the bitcoin network target</a:t>
          </a:r>
        </a:p>
      </dgm:t>
    </dgm:pt>
    <dgm:pt modelId="{96539286-5420-44E8-B80A-C745A337CBC8}" type="parTrans" cxnId="{07B2E31A-73D6-406D-85ED-6ADD7EF61744}">
      <dgm:prSet/>
      <dgm:spPr/>
    </dgm:pt>
    <dgm:pt modelId="{739FFAFF-222E-421D-B95B-C381F89619F8}" type="sibTrans" cxnId="{07B2E31A-73D6-406D-85ED-6ADD7EF61744}">
      <dgm:prSet/>
      <dgm:spPr/>
    </dgm:pt>
    <dgm:pt modelId="{32175567-201B-44B6-A53B-FA1A7A93798E}" type="pres">
      <dgm:prSet presAssocID="{8A0AB9E7-C451-4DB6-89E2-6EDD130294C2}" presName="linear" presStyleCnt="0">
        <dgm:presLayoutVars>
          <dgm:dir/>
          <dgm:animLvl val="lvl"/>
          <dgm:resizeHandles val="exact"/>
        </dgm:presLayoutVars>
      </dgm:prSet>
      <dgm:spPr/>
    </dgm:pt>
    <dgm:pt modelId="{8ED483CC-763F-4866-8031-0862C1285C03}" type="pres">
      <dgm:prSet presAssocID="{805040F3-BC5D-4530-9835-EB29F55DFF3D}" presName="parentLin" presStyleCnt="0"/>
      <dgm:spPr/>
    </dgm:pt>
    <dgm:pt modelId="{9A3D3188-2A55-4232-A345-E68EDD01E2FB}" type="pres">
      <dgm:prSet presAssocID="{805040F3-BC5D-4530-9835-EB29F55DFF3D}" presName="parentLeftMargin" presStyleLbl="node1" presStyleIdx="0" presStyleCnt="2"/>
      <dgm:spPr/>
    </dgm:pt>
    <dgm:pt modelId="{8E00F994-B50A-454E-9FA1-30DFEED10A3A}" type="pres">
      <dgm:prSet presAssocID="{805040F3-BC5D-4530-9835-EB29F55DFF3D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E24ED8C8-9385-4CEF-97CD-4CC63325C164}" type="pres">
      <dgm:prSet presAssocID="{805040F3-BC5D-4530-9835-EB29F55DFF3D}" presName="negativeSpace" presStyleCnt="0"/>
      <dgm:spPr/>
    </dgm:pt>
    <dgm:pt modelId="{F215D34F-09A1-4687-AEFF-EB1EEA5A3427}" type="pres">
      <dgm:prSet presAssocID="{805040F3-BC5D-4530-9835-EB29F55DFF3D}" presName="childText" presStyleLbl="conFgAcc1" presStyleIdx="0" presStyleCnt="2">
        <dgm:presLayoutVars>
          <dgm:bulletEnabled val="1"/>
        </dgm:presLayoutVars>
      </dgm:prSet>
      <dgm:spPr/>
    </dgm:pt>
    <dgm:pt modelId="{81C9636A-F5E9-4EB6-919C-B1EF8CFF88F6}" type="pres">
      <dgm:prSet presAssocID="{C0685DEA-EDB2-4CC3-AA5C-20DEA96A22CD}" presName="spaceBetweenRectangles" presStyleCnt="0"/>
      <dgm:spPr/>
    </dgm:pt>
    <dgm:pt modelId="{88787BFC-FA4F-41FF-8C68-8A85EAED7890}" type="pres">
      <dgm:prSet presAssocID="{8354D6F3-78AC-4B5D-8F73-12E68C7BDBA1}" presName="parentLin" presStyleCnt="0"/>
      <dgm:spPr/>
    </dgm:pt>
    <dgm:pt modelId="{3EA78F97-B996-41FC-B033-3046E9B75C2D}" type="pres">
      <dgm:prSet presAssocID="{8354D6F3-78AC-4B5D-8F73-12E68C7BDBA1}" presName="parentLeftMargin" presStyleLbl="node1" presStyleIdx="0" presStyleCnt="2"/>
      <dgm:spPr/>
    </dgm:pt>
    <dgm:pt modelId="{FB05DA9E-77EF-48F7-A832-03D85C7ED291}" type="pres">
      <dgm:prSet presAssocID="{8354D6F3-78AC-4B5D-8F73-12E68C7BDBA1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FC9B7C88-5873-4FB1-AC74-4446886A9AA5}" type="pres">
      <dgm:prSet presAssocID="{8354D6F3-78AC-4B5D-8F73-12E68C7BDBA1}" presName="negativeSpace" presStyleCnt="0"/>
      <dgm:spPr/>
    </dgm:pt>
    <dgm:pt modelId="{40ECA7CA-7068-4CD3-8065-0C0A6917B1BC}" type="pres">
      <dgm:prSet presAssocID="{8354D6F3-78AC-4B5D-8F73-12E68C7BDBA1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F8917516-33C2-4788-A0D1-BCB1C57D9FA9}" srcId="{805040F3-BC5D-4530-9835-EB29F55DFF3D}" destId="{331C64A0-29DB-4A8C-BE23-7CDA9C70DA66}" srcOrd="2" destOrd="0" parTransId="{11DBCDC6-4797-4A88-9FCF-1C9F1E31C709}" sibTransId="{97F82FC0-BEDA-4DA4-9988-D8E8F87C9D09}"/>
    <dgm:cxn modelId="{07B2E31A-73D6-406D-85ED-6ADD7EF61744}" srcId="{805040F3-BC5D-4530-9835-EB29F55DFF3D}" destId="{6682C002-B540-41CE-B6EC-7526FC528CB0}" srcOrd="1" destOrd="0" parTransId="{96539286-5420-44E8-B80A-C745A337CBC8}" sibTransId="{739FFAFF-222E-421D-B95B-C381F89619F8}"/>
    <dgm:cxn modelId="{852C4624-ACC0-454C-B598-EBF11B3CDE4B}" srcId="{8A0AB9E7-C451-4DB6-89E2-6EDD130294C2}" destId="{8354D6F3-78AC-4B5D-8F73-12E68C7BDBA1}" srcOrd="1" destOrd="0" parTransId="{3FFE5BC3-344E-4B95-87C1-8F0226E3D7BD}" sibTransId="{6B04A86F-6CB9-4776-BA2C-6700E507BB0E}"/>
    <dgm:cxn modelId="{FEF0FA24-D5B2-4AC3-BE56-52DB607F4C3E}" type="presOf" srcId="{8354D6F3-78AC-4B5D-8F73-12E68C7BDBA1}" destId="{3EA78F97-B996-41FC-B033-3046E9B75C2D}" srcOrd="0" destOrd="0" presId="urn:microsoft.com/office/officeart/2005/8/layout/list1"/>
    <dgm:cxn modelId="{092C7734-772D-4BA8-AC14-2D5A8F96E9A6}" type="presOf" srcId="{6682C002-B540-41CE-B6EC-7526FC528CB0}" destId="{F215D34F-09A1-4687-AEFF-EB1EEA5A3427}" srcOrd="0" destOrd="1" presId="urn:microsoft.com/office/officeart/2005/8/layout/list1"/>
    <dgm:cxn modelId="{E2BB013C-6C6C-43A6-8F46-C266B2EC339A}" srcId="{8A0AB9E7-C451-4DB6-89E2-6EDD130294C2}" destId="{805040F3-BC5D-4530-9835-EB29F55DFF3D}" srcOrd="0" destOrd="0" parTransId="{0CE23A47-A9F6-443F-B270-9E235A7F641E}" sibTransId="{C0685DEA-EDB2-4CC3-AA5C-20DEA96A22CD}"/>
    <dgm:cxn modelId="{7F8EDF3E-8B22-4C4A-8494-05F5AC32A06D}" type="presOf" srcId="{8A0AB9E7-C451-4DB6-89E2-6EDD130294C2}" destId="{32175567-201B-44B6-A53B-FA1A7A93798E}" srcOrd="0" destOrd="0" presId="urn:microsoft.com/office/officeart/2005/8/layout/list1"/>
    <dgm:cxn modelId="{18046140-5C87-49B2-AB5F-4607BFA31DEA}" srcId="{8354D6F3-78AC-4B5D-8F73-12E68C7BDBA1}" destId="{CB8379B4-42F6-427E-A640-EE32D89BBFBF}" srcOrd="3" destOrd="0" parTransId="{ADAA191A-CAF3-47E4-8A3E-D6CDC1973419}" sibTransId="{13E36DF0-D385-463B-B653-E546477409CA}"/>
    <dgm:cxn modelId="{F736EF5B-0B5C-4F5C-8574-7EB4D6F865C3}" type="presOf" srcId="{805040F3-BC5D-4530-9835-EB29F55DFF3D}" destId="{8E00F994-B50A-454E-9FA1-30DFEED10A3A}" srcOrd="1" destOrd="0" presId="urn:microsoft.com/office/officeart/2005/8/layout/list1"/>
    <dgm:cxn modelId="{4C11D941-7285-431F-BBFD-0D968CC8D832}" type="presOf" srcId="{3BACFF8B-8A75-4228-9F07-F1B48E1B9222}" destId="{40ECA7CA-7068-4CD3-8065-0C0A6917B1BC}" srcOrd="0" destOrd="0" presId="urn:microsoft.com/office/officeart/2005/8/layout/list1"/>
    <dgm:cxn modelId="{A58D2E4C-657B-4F43-B369-0ACA9EB5D873}" srcId="{8354D6F3-78AC-4B5D-8F73-12E68C7BDBA1}" destId="{594BC255-8B89-471D-86EA-56973E3EE5D5}" srcOrd="1" destOrd="0" parTransId="{6888D80F-4C0D-4B47-AC3A-1C2241A05D78}" sibTransId="{DC8EA242-B97D-4F48-869B-74D2BB010809}"/>
    <dgm:cxn modelId="{6EA4C673-B43B-4391-949A-A9CBC61D92B6}" type="presOf" srcId="{331C64A0-29DB-4A8C-BE23-7CDA9C70DA66}" destId="{F215D34F-09A1-4687-AEFF-EB1EEA5A3427}" srcOrd="0" destOrd="2" presId="urn:microsoft.com/office/officeart/2005/8/layout/list1"/>
    <dgm:cxn modelId="{2D18EF5A-1946-43D4-ABBA-E1F6B66F299E}" type="presOf" srcId="{805040F3-BC5D-4530-9835-EB29F55DFF3D}" destId="{9A3D3188-2A55-4232-A345-E68EDD01E2FB}" srcOrd="0" destOrd="0" presId="urn:microsoft.com/office/officeart/2005/8/layout/list1"/>
    <dgm:cxn modelId="{C8594F80-8EB3-45B4-8DD6-2BEB3D7D5E54}" type="presOf" srcId="{8293DEF6-5E09-423D-8254-E803781AF2D8}" destId="{40ECA7CA-7068-4CD3-8065-0C0A6917B1BC}" srcOrd="0" destOrd="2" presId="urn:microsoft.com/office/officeart/2005/8/layout/list1"/>
    <dgm:cxn modelId="{175F3081-16D1-4B1A-AE00-57F3D0B872E3}" srcId="{8354D6F3-78AC-4B5D-8F73-12E68C7BDBA1}" destId="{8293DEF6-5E09-423D-8254-E803781AF2D8}" srcOrd="2" destOrd="0" parTransId="{8397E66B-550C-4806-91A7-48A32108C2EC}" sibTransId="{AADF4792-79FD-4800-AA77-D5605EC2EDA7}"/>
    <dgm:cxn modelId="{27084C84-078C-42A1-A2C0-E02D37369CEB}" type="presOf" srcId="{7EF88DA3-5876-4BB6-82D4-137BB0560AF9}" destId="{F215D34F-09A1-4687-AEFF-EB1EEA5A3427}" srcOrd="0" destOrd="3" presId="urn:microsoft.com/office/officeart/2005/8/layout/list1"/>
    <dgm:cxn modelId="{882D678F-CB8D-4F6A-97A1-9FCF0D09DB59}" srcId="{805040F3-BC5D-4530-9835-EB29F55DFF3D}" destId="{7EF88DA3-5876-4BB6-82D4-137BB0560AF9}" srcOrd="3" destOrd="0" parTransId="{F780BDE5-7AA4-4CA8-BA30-7B2C482DE55E}" sibTransId="{8E4E4ADC-3BC0-4B28-8290-273DF36AB276}"/>
    <dgm:cxn modelId="{96BE079B-26F0-43C3-B923-EF0A3E1A8F85}" type="presOf" srcId="{1BBD6BDE-85D0-4963-A97F-28907FF0CD1A}" destId="{F215D34F-09A1-4687-AEFF-EB1EEA5A3427}" srcOrd="0" destOrd="4" presId="urn:microsoft.com/office/officeart/2005/8/layout/list1"/>
    <dgm:cxn modelId="{414B25A5-CE4C-44B3-A58A-4922B938BA01}" srcId="{805040F3-BC5D-4530-9835-EB29F55DFF3D}" destId="{1BBD6BDE-85D0-4963-A97F-28907FF0CD1A}" srcOrd="4" destOrd="0" parTransId="{21AEAE9E-ECD5-4E19-BF3B-A51037819D8C}" sibTransId="{5D526EEE-E69B-4D3A-97BF-9B8C40BB7C16}"/>
    <dgm:cxn modelId="{84EFFDBD-C1AB-4635-9A4B-1332BE6F8422}" type="presOf" srcId="{594BC255-8B89-471D-86EA-56973E3EE5D5}" destId="{40ECA7CA-7068-4CD3-8065-0C0A6917B1BC}" srcOrd="0" destOrd="1" presId="urn:microsoft.com/office/officeart/2005/8/layout/list1"/>
    <dgm:cxn modelId="{8846B6D4-3AB6-4E5E-8DE9-8E7CDE9DD4A1}" type="presOf" srcId="{8354D6F3-78AC-4B5D-8F73-12E68C7BDBA1}" destId="{FB05DA9E-77EF-48F7-A832-03D85C7ED291}" srcOrd="1" destOrd="0" presId="urn:microsoft.com/office/officeart/2005/8/layout/list1"/>
    <dgm:cxn modelId="{D94345E7-C660-4957-A059-3AD0A4AF05B5}" srcId="{805040F3-BC5D-4530-9835-EB29F55DFF3D}" destId="{9828B911-E34E-43DA-A762-06E96C8C2061}" srcOrd="0" destOrd="0" parTransId="{08B8AE4E-0AFB-4340-82BC-D98DE3576C88}" sibTransId="{94814AD5-A573-4D30-840C-70D3FD864394}"/>
    <dgm:cxn modelId="{F75904F5-5D60-4082-8E63-C9F7A6FBB779}" srcId="{8354D6F3-78AC-4B5D-8F73-12E68C7BDBA1}" destId="{3BACFF8B-8A75-4228-9F07-F1B48E1B9222}" srcOrd="0" destOrd="0" parTransId="{83E89EFB-667B-4BFF-84F6-60A074FC6D5C}" sibTransId="{90896016-6C09-428D-B376-9E549E4FBE59}"/>
    <dgm:cxn modelId="{39E271FE-068B-401A-A277-B1A0269CA169}" type="presOf" srcId="{9828B911-E34E-43DA-A762-06E96C8C2061}" destId="{F215D34F-09A1-4687-AEFF-EB1EEA5A3427}" srcOrd="0" destOrd="0" presId="urn:microsoft.com/office/officeart/2005/8/layout/list1"/>
    <dgm:cxn modelId="{2AAA6CFF-2523-459F-99FE-8770A193267A}" type="presOf" srcId="{CB8379B4-42F6-427E-A640-EE32D89BBFBF}" destId="{40ECA7CA-7068-4CD3-8065-0C0A6917B1BC}" srcOrd="0" destOrd="3" presId="urn:microsoft.com/office/officeart/2005/8/layout/list1"/>
    <dgm:cxn modelId="{390D9F59-729A-4459-A81C-CBC777DD99EE}" type="presParOf" srcId="{32175567-201B-44B6-A53B-FA1A7A93798E}" destId="{8ED483CC-763F-4866-8031-0862C1285C03}" srcOrd="0" destOrd="0" presId="urn:microsoft.com/office/officeart/2005/8/layout/list1"/>
    <dgm:cxn modelId="{8FBF57FE-F964-4975-8592-1388236C20C2}" type="presParOf" srcId="{8ED483CC-763F-4866-8031-0862C1285C03}" destId="{9A3D3188-2A55-4232-A345-E68EDD01E2FB}" srcOrd="0" destOrd="0" presId="urn:microsoft.com/office/officeart/2005/8/layout/list1"/>
    <dgm:cxn modelId="{7C9B7437-9FBB-4E1B-BCD6-D354840B385A}" type="presParOf" srcId="{8ED483CC-763F-4866-8031-0862C1285C03}" destId="{8E00F994-B50A-454E-9FA1-30DFEED10A3A}" srcOrd="1" destOrd="0" presId="urn:microsoft.com/office/officeart/2005/8/layout/list1"/>
    <dgm:cxn modelId="{EECDF91B-8C89-4FFC-BC3E-2703F5000CF0}" type="presParOf" srcId="{32175567-201B-44B6-A53B-FA1A7A93798E}" destId="{E24ED8C8-9385-4CEF-97CD-4CC63325C164}" srcOrd="1" destOrd="0" presId="urn:microsoft.com/office/officeart/2005/8/layout/list1"/>
    <dgm:cxn modelId="{538E8DA7-32AA-4F25-B4C1-8486F56B05CE}" type="presParOf" srcId="{32175567-201B-44B6-A53B-FA1A7A93798E}" destId="{F215D34F-09A1-4687-AEFF-EB1EEA5A3427}" srcOrd="2" destOrd="0" presId="urn:microsoft.com/office/officeart/2005/8/layout/list1"/>
    <dgm:cxn modelId="{57052503-21BC-4DC3-B0DD-CFFBC231DC87}" type="presParOf" srcId="{32175567-201B-44B6-A53B-FA1A7A93798E}" destId="{81C9636A-F5E9-4EB6-919C-B1EF8CFF88F6}" srcOrd="3" destOrd="0" presId="urn:microsoft.com/office/officeart/2005/8/layout/list1"/>
    <dgm:cxn modelId="{B02DD92B-3448-4B57-9768-E2F815EC33BB}" type="presParOf" srcId="{32175567-201B-44B6-A53B-FA1A7A93798E}" destId="{88787BFC-FA4F-41FF-8C68-8A85EAED7890}" srcOrd="4" destOrd="0" presId="urn:microsoft.com/office/officeart/2005/8/layout/list1"/>
    <dgm:cxn modelId="{50B26939-37A1-4D08-BAA3-C0467B533351}" type="presParOf" srcId="{88787BFC-FA4F-41FF-8C68-8A85EAED7890}" destId="{3EA78F97-B996-41FC-B033-3046E9B75C2D}" srcOrd="0" destOrd="0" presId="urn:microsoft.com/office/officeart/2005/8/layout/list1"/>
    <dgm:cxn modelId="{07148867-68CE-4292-957E-CB512A19E154}" type="presParOf" srcId="{88787BFC-FA4F-41FF-8C68-8A85EAED7890}" destId="{FB05DA9E-77EF-48F7-A832-03D85C7ED291}" srcOrd="1" destOrd="0" presId="urn:microsoft.com/office/officeart/2005/8/layout/list1"/>
    <dgm:cxn modelId="{A7B3D6D6-4B41-4A84-8C21-69F243575B4B}" type="presParOf" srcId="{32175567-201B-44B6-A53B-FA1A7A93798E}" destId="{FC9B7C88-5873-4FB1-AC74-4446886A9AA5}" srcOrd="5" destOrd="0" presId="urn:microsoft.com/office/officeart/2005/8/layout/list1"/>
    <dgm:cxn modelId="{9CE9FCA2-6CDE-4E9B-BE3A-359C3135C297}" type="presParOf" srcId="{32175567-201B-44B6-A53B-FA1A7A93798E}" destId="{40ECA7CA-7068-4CD3-8065-0C0A6917B1BC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4.xml><?xml version="1.0" encoding="utf-8"?>
<dgm:dataModel xmlns:dgm="http://schemas.openxmlformats.org/drawingml/2006/diagram" xmlns:a="http://schemas.openxmlformats.org/drawingml/2006/main">
  <dgm:ptLst>
    <dgm:pt modelId="{040AD7E6-6811-42D4-A77F-24ECB60B2D3C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FB505BF5-264A-480F-83A7-FFFF79310A6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P2Pool mining</a:t>
          </a:r>
        </a:p>
      </dgm:t>
    </dgm:pt>
    <dgm:pt modelId="{0FDA821D-5E2B-4405-8D6A-C7E6BEC371C6}" type="parTrans" cxnId="{9EFCC855-E764-4E83-ACC7-CC8AE077DED5}">
      <dgm:prSet/>
      <dgm:spPr/>
      <dgm:t>
        <a:bodyPr/>
        <a:lstStyle/>
        <a:p>
          <a:endParaRPr lang="en-US"/>
        </a:p>
      </dgm:t>
    </dgm:pt>
    <dgm:pt modelId="{D37D44C5-BDD2-4545-A1FD-852965B8020F}" type="sibTrans" cxnId="{9EFCC855-E764-4E83-ACC7-CC8AE077DED5}">
      <dgm:prSet/>
      <dgm:spPr/>
      <dgm:t>
        <a:bodyPr/>
        <a:lstStyle/>
        <a:p>
          <a:endParaRPr lang="en-US"/>
        </a:p>
      </dgm:t>
    </dgm:pt>
    <dgm:pt modelId="{6DB41D99-D8FB-4946-9AF2-B87E1FF72FA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is more complex than pool mining</a:t>
          </a:r>
        </a:p>
      </dgm:t>
    </dgm:pt>
    <dgm:pt modelId="{8C280989-2C94-4F37-97E3-0B439B7B95DF}" type="parTrans" cxnId="{ABA824EB-0883-4B05-9909-51BB96A293D6}">
      <dgm:prSet/>
      <dgm:spPr/>
    </dgm:pt>
    <dgm:pt modelId="{61F99C6A-647F-48EE-A10A-AB76DF9F886C}" type="sibTrans" cxnId="{ABA824EB-0883-4B05-9909-51BB96A293D6}">
      <dgm:prSet/>
      <dgm:spPr/>
    </dgm:pt>
    <dgm:pt modelId="{98DFFE9F-BF0F-47C8-8046-5C3F3C67730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Reason</a:t>
          </a:r>
          <a:endParaRPr lang="en-US"/>
        </a:p>
      </dgm:t>
    </dgm:pt>
    <dgm:pt modelId="{3E746CBB-B810-4DB2-8354-AFABCA977F31}" type="parTrans" cxnId="{5477DFD9-4CEA-40AB-9667-85E4E3D55B0B}">
      <dgm:prSet/>
      <dgm:spPr/>
    </dgm:pt>
    <dgm:pt modelId="{0C7CB888-B0F5-4BA0-9E2A-9DE2E568F9D2}" type="sibTrans" cxnId="{5477DFD9-4CEA-40AB-9667-85E4E3D55B0B}">
      <dgm:prSet/>
      <dgm:spPr/>
    </dgm:pt>
    <dgm:pt modelId="{D9C56E8F-C573-4176-AEEF-F0DB419BAC4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pool</a:t>
          </a:r>
          <a:r>
            <a:rPr lang="tr-TR" dirty="0"/>
            <a:t> </a:t>
          </a:r>
          <a:r>
            <a:rPr lang="en-US" dirty="0"/>
            <a:t>miners run a dedicated computer</a:t>
          </a:r>
        </a:p>
      </dgm:t>
    </dgm:pt>
    <dgm:pt modelId="{D42C3A70-2079-418D-B9D5-3678BAEA6BA9}" type="parTrans" cxnId="{1B0E1444-F497-488B-9212-2F7D03BE0B5F}">
      <dgm:prSet/>
      <dgm:spPr/>
    </dgm:pt>
    <dgm:pt modelId="{A0F1017F-034F-494A-AC36-05D4AF20148C}" type="sibTrans" cxnId="{1B0E1444-F497-488B-9212-2F7D03BE0B5F}">
      <dgm:prSet/>
      <dgm:spPr/>
    </dgm:pt>
    <dgm:pt modelId="{B6D65336-1CAF-4D4C-BDF7-A0E3C1C02D9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with enough disk space memory</a:t>
          </a:r>
        </a:p>
      </dgm:t>
    </dgm:pt>
    <dgm:pt modelId="{E35F5681-D3F2-4162-8326-3DB790C88C88}" type="parTrans" cxnId="{991D31B3-1575-4E20-A91F-BC2A05B933D8}">
      <dgm:prSet/>
      <dgm:spPr/>
    </dgm:pt>
    <dgm:pt modelId="{0AE714B2-20A3-41EA-BCD1-CD9AE7E2A119}" type="sibTrans" cxnId="{991D31B3-1575-4E20-A91F-BC2A05B933D8}">
      <dgm:prSet/>
      <dgm:spPr/>
    </dgm:pt>
    <dgm:pt modelId="{F2176A2B-C0FE-4662-8476-373D2D39897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Internet </a:t>
          </a:r>
          <a:r>
            <a:rPr lang="en-US" dirty="0"/>
            <a:t>bandwidth</a:t>
          </a:r>
        </a:p>
      </dgm:t>
    </dgm:pt>
    <dgm:pt modelId="{218DD7F9-645D-4CD2-9A1C-7529DBE744E8}" type="parTrans" cxnId="{97AAA006-6976-4EB1-8A89-853275DA5230}">
      <dgm:prSet/>
      <dgm:spPr/>
    </dgm:pt>
    <dgm:pt modelId="{3258216A-A3AF-4BDD-899C-63A26AB1DA10}" type="sibTrans" cxnId="{97AAA006-6976-4EB1-8A89-853275DA5230}">
      <dgm:prSet/>
      <dgm:spPr/>
    </dgm:pt>
    <dgm:pt modelId="{0391874C-6E3C-4C5E-93F3-A0406F10520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support a full bitcoin node</a:t>
          </a:r>
        </a:p>
      </dgm:t>
    </dgm:pt>
    <dgm:pt modelId="{5DC7C4F7-C9CC-4B25-BEB3-E18E70366402}" type="parTrans" cxnId="{439D88AC-1F56-4022-A5D2-8F02415F1B7D}">
      <dgm:prSet/>
      <dgm:spPr/>
    </dgm:pt>
    <dgm:pt modelId="{1C9FFE85-F3E4-48AC-AFF3-A888BC617F25}" type="sibTrans" cxnId="{439D88AC-1F56-4022-A5D2-8F02415F1B7D}">
      <dgm:prSet/>
      <dgm:spPr/>
    </dgm:pt>
    <dgm:pt modelId="{96D9E71F-D42D-4A0A-95AC-90097D46CB3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P2Pool node software.</a:t>
          </a:r>
        </a:p>
      </dgm:t>
    </dgm:pt>
    <dgm:pt modelId="{9B5C3620-A640-40DE-A7D2-2D34362B125B}" type="parTrans" cxnId="{FFD1859C-1730-4EBA-B3EF-80FE5D18D937}">
      <dgm:prSet/>
      <dgm:spPr/>
    </dgm:pt>
    <dgm:pt modelId="{DA5598B7-942E-4BF0-AA17-E9102516756D}" type="sibTrans" cxnId="{FFD1859C-1730-4EBA-B3EF-80FE5D18D937}">
      <dgm:prSet/>
      <dgm:spPr/>
    </dgm:pt>
    <dgm:pt modelId="{3009FFCA-6FE6-4CD8-8A08-FA5B1602AF2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Computational</a:t>
          </a:r>
          <a:endParaRPr lang="en-US" dirty="0"/>
        </a:p>
      </dgm:t>
    </dgm:pt>
    <dgm:pt modelId="{5F15EBCF-8B25-4AFA-BC2D-C93395B19CAB}" type="parTrans" cxnId="{89A1452C-B0A3-4284-A98E-C923FAFF7190}">
      <dgm:prSet/>
      <dgm:spPr/>
    </dgm:pt>
    <dgm:pt modelId="{1A97C717-1946-47EE-BCFB-81735B75982B}" type="sibTrans" cxnId="{89A1452C-B0A3-4284-A98E-C923FAFF7190}">
      <dgm:prSet/>
      <dgm:spPr/>
    </dgm:pt>
    <dgm:pt modelId="{985D7E2F-C5A7-409A-951C-EFB19181D42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Hardware</a:t>
          </a:r>
          <a:endParaRPr lang="en-US" dirty="0"/>
        </a:p>
      </dgm:t>
    </dgm:pt>
    <dgm:pt modelId="{0DE320AE-6B0B-4F5C-A41E-606BE1B49FE0}" type="parTrans" cxnId="{870ADBE0-FAF0-402A-A570-F9845E71C1E2}">
      <dgm:prSet/>
      <dgm:spPr/>
    </dgm:pt>
    <dgm:pt modelId="{40DCF939-3342-48F9-A0BE-38457D067FEB}" type="sibTrans" cxnId="{870ADBE0-FAF0-402A-A570-F9845E71C1E2}">
      <dgm:prSet/>
      <dgm:spPr/>
    </dgm:pt>
    <dgm:pt modelId="{D20A7D9A-02A2-4BA5-B73D-480CE157002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Requirements</a:t>
          </a:r>
          <a:endParaRPr lang="en-US"/>
        </a:p>
      </dgm:t>
    </dgm:pt>
    <dgm:pt modelId="{2F9FFD37-C566-4CD2-91DC-068EAD4D99CB}" type="parTrans" cxnId="{5DC8CD36-69E8-42F8-94F5-0DF96F25AEFB}">
      <dgm:prSet/>
      <dgm:spPr/>
    </dgm:pt>
    <dgm:pt modelId="{1BEB890F-7A29-473B-9D91-8F49C67BE079}" type="sibTrans" cxnId="{5DC8CD36-69E8-42F8-94F5-0DF96F25AEFB}">
      <dgm:prSet/>
      <dgm:spPr/>
    </dgm:pt>
    <dgm:pt modelId="{DF3AEF67-1B6F-4C52-8A26-7DDC3CDCADB6}" type="pres">
      <dgm:prSet presAssocID="{040AD7E6-6811-42D4-A77F-24ECB60B2D3C}" presName="root" presStyleCnt="0">
        <dgm:presLayoutVars>
          <dgm:dir/>
          <dgm:resizeHandles val="exact"/>
        </dgm:presLayoutVars>
      </dgm:prSet>
      <dgm:spPr/>
    </dgm:pt>
    <dgm:pt modelId="{F62F5E7B-79D2-4DB2-BD42-80B7A79CCC0E}" type="pres">
      <dgm:prSet presAssocID="{FB505BF5-264A-480F-83A7-FFFF79310A6C}" presName="compNode" presStyleCnt="0"/>
      <dgm:spPr/>
    </dgm:pt>
    <dgm:pt modelId="{0B31ED16-2ADC-4E80-9EA7-B6AA16A3A0A8}" type="pres">
      <dgm:prSet presAssocID="{FB505BF5-264A-480F-83A7-FFFF79310A6C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ng Tools"/>
        </a:ext>
      </dgm:extLst>
    </dgm:pt>
    <dgm:pt modelId="{8C2270E5-B8C0-42AC-9DCB-95FEBDBB6EF9}" type="pres">
      <dgm:prSet presAssocID="{FB505BF5-264A-480F-83A7-FFFF79310A6C}" presName="iconSpace" presStyleCnt="0"/>
      <dgm:spPr/>
    </dgm:pt>
    <dgm:pt modelId="{E37E6DD2-1F20-4820-BCB1-46336BAFE79B}" type="pres">
      <dgm:prSet presAssocID="{FB505BF5-264A-480F-83A7-FFFF79310A6C}" presName="parTx" presStyleLbl="revTx" presStyleIdx="0" presStyleCnt="6">
        <dgm:presLayoutVars>
          <dgm:chMax val="0"/>
          <dgm:chPref val="0"/>
        </dgm:presLayoutVars>
      </dgm:prSet>
      <dgm:spPr/>
    </dgm:pt>
    <dgm:pt modelId="{65ED3A8F-7A49-4841-AD17-39EEF59B3472}" type="pres">
      <dgm:prSet presAssocID="{FB505BF5-264A-480F-83A7-FFFF79310A6C}" presName="txSpace" presStyleCnt="0"/>
      <dgm:spPr/>
    </dgm:pt>
    <dgm:pt modelId="{A7F95EFE-926E-4ACB-9C24-775BEB9981A1}" type="pres">
      <dgm:prSet presAssocID="{FB505BF5-264A-480F-83A7-FFFF79310A6C}" presName="desTx" presStyleLbl="revTx" presStyleIdx="1" presStyleCnt="6">
        <dgm:presLayoutVars/>
      </dgm:prSet>
      <dgm:spPr/>
    </dgm:pt>
    <dgm:pt modelId="{37B39E29-BA3A-4C8B-BFA0-6767EFABA2F5}" type="pres">
      <dgm:prSet presAssocID="{D37D44C5-BDD2-4545-A1FD-852965B8020F}" presName="sibTrans" presStyleCnt="0"/>
      <dgm:spPr/>
    </dgm:pt>
    <dgm:pt modelId="{2CD18200-C65B-4800-AE00-94E9F491B3F0}" type="pres">
      <dgm:prSet presAssocID="{98DFFE9F-BF0F-47C8-8046-5C3F3C677301}" presName="compNode" presStyleCnt="0"/>
      <dgm:spPr/>
    </dgm:pt>
    <dgm:pt modelId="{D1D2E005-45E9-44F4-9905-FE3BD706FF48}" type="pres">
      <dgm:prSet presAssocID="{98DFFE9F-BF0F-47C8-8046-5C3F3C677301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lgisayar"/>
        </a:ext>
      </dgm:extLst>
    </dgm:pt>
    <dgm:pt modelId="{99730F3A-4254-4E4D-93E5-17A3D29C4A0A}" type="pres">
      <dgm:prSet presAssocID="{98DFFE9F-BF0F-47C8-8046-5C3F3C677301}" presName="iconSpace" presStyleCnt="0"/>
      <dgm:spPr/>
    </dgm:pt>
    <dgm:pt modelId="{11E7B36D-24E1-4A19-B398-7B62FCBA8EFB}" type="pres">
      <dgm:prSet presAssocID="{98DFFE9F-BF0F-47C8-8046-5C3F3C677301}" presName="parTx" presStyleLbl="revTx" presStyleIdx="2" presStyleCnt="6">
        <dgm:presLayoutVars>
          <dgm:chMax val="0"/>
          <dgm:chPref val="0"/>
        </dgm:presLayoutVars>
      </dgm:prSet>
      <dgm:spPr/>
    </dgm:pt>
    <dgm:pt modelId="{47195CF8-5782-4BC8-8120-C3D9B4E765ED}" type="pres">
      <dgm:prSet presAssocID="{98DFFE9F-BF0F-47C8-8046-5C3F3C677301}" presName="txSpace" presStyleCnt="0"/>
      <dgm:spPr/>
    </dgm:pt>
    <dgm:pt modelId="{7A15617D-098B-4958-A190-77CA75612A76}" type="pres">
      <dgm:prSet presAssocID="{98DFFE9F-BF0F-47C8-8046-5C3F3C677301}" presName="desTx" presStyleLbl="revTx" presStyleIdx="3" presStyleCnt="6">
        <dgm:presLayoutVars/>
      </dgm:prSet>
      <dgm:spPr/>
    </dgm:pt>
    <dgm:pt modelId="{69662049-EE91-447F-8BF2-F4CFA5E30DA7}" type="pres">
      <dgm:prSet presAssocID="{0C7CB888-B0F5-4BA0-9E2A-9DE2E568F9D2}" presName="sibTrans" presStyleCnt="0"/>
      <dgm:spPr/>
    </dgm:pt>
    <dgm:pt modelId="{4326A525-A16E-4034-8999-268F2ED78CFE}" type="pres">
      <dgm:prSet presAssocID="{D20A7D9A-02A2-4BA5-B73D-480CE157002A}" presName="compNode" presStyleCnt="0"/>
      <dgm:spPr/>
    </dgm:pt>
    <dgm:pt modelId="{D3626989-C3BC-4A47-A252-7FE724C0A46D}" type="pres">
      <dgm:prSet presAssocID="{D20A7D9A-02A2-4BA5-B73D-480CE157002A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İşlemci"/>
        </a:ext>
      </dgm:extLst>
    </dgm:pt>
    <dgm:pt modelId="{E4CF4CDC-EBF5-4D10-9318-BEF34BCB9937}" type="pres">
      <dgm:prSet presAssocID="{D20A7D9A-02A2-4BA5-B73D-480CE157002A}" presName="iconSpace" presStyleCnt="0"/>
      <dgm:spPr/>
    </dgm:pt>
    <dgm:pt modelId="{56C3969E-E56E-4947-8C64-05D2883A2E99}" type="pres">
      <dgm:prSet presAssocID="{D20A7D9A-02A2-4BA5-B73D-480CE157002A}" presName="parTx" presStyleLbl="revTx" presStyleIdx="4" presStyleCnt="6">
        <dgm:presLayoutVars>
          <dgm:chMax val="0"/>
          <dgm:chPref val="0"/>
        </dgm:presLayoutVars>
      </dgm:prSet>
      <dgm:spPr/>
    </dgm:pt>
    <dgm:pt modelId="{C97D08C7-C738-4C96-82EC-6DF46C20F9BA}" type="pres">
      <dgm:prSet presAssocID="{D20A7D9A-02A2-4BA5-B73D-480CE157002A}" presName="txSpace" presStyleCnt="0"/>
      <dgm:spPr/>
    </dgm:pt>
    <dgm:pt modelId="{4A7A9F3C-E88A-471B-87BD-2E54E1146C03}" type="pres">
      <dgm:prSet presAssocID="{D20A7D9A-02A2-4BA5-B73D-480CE157002A}" presName="desTx" presStyleLbl="revTx" presStyleIdx="5" presStyleCnt="6">
        <dgm:presLayoutVars/>
      </dgm:prSet>
      <dgm:spPr/>
    </dgm:pt>
  </dgm:ptLst>
  <dgm:cxnLst>
    <dgm:cxn modelId="{9B6DB100-F600-48F3-A63B-4A1BB44D993C}" type="presOf" srcId="{6DB41D99-D8FB-4946-9AF2-B87E1FF72FA8}" destId="{A7F95EFE-926E-4ACB-9C24-775BEB9981A1}" srcOrd="0" destOrd="0" presId="urn:microsoft.com/office/officeart/2018/5/layout/CenteredIconLabelDescriptionList"/>
    <dgm:cxn modelId="{97AAA006-6976-4EB1-8A89-853275DA5230}" srcId="{D20A7D9A-02A2-4BA5-B73D-480CE157002A}" destId="{F2176A2B-C0FE-4662-8476-373D2D39897B}" srcOrd="2" destOrd="0" parTransId="{218DD7F9-645D-4CD2-9A1C-7529DBE744E8}" sibTransId="{3258216A-A3AF-4BDD-899C-63A26AB1DA10}"/>
    <dgm:cxn modelId="{0B5AD01F-D3D5-4E74-A42E-F1C6DC688515}" type="presOf" srcId="{3009FFCA-6FE6-4CD8-8A08-FA5B1602AF29}" destId="{7A15617D-098B-4958-A190-77CA75612A76}" srcOrd="0" destOrd="0" presId="urn:microsoft.com/office/officeart/2018/5/layout/CenteredIconLabelDescriptionList"/>
    <dgm:cxn modelId="{89A1452C-B0A3-4284-A98E-C923FAFF7190}" srcId="{98DFFE9F-BF0F-47C8-8046-5C3F3C677301}" destId="{3009FFCA-6FE6-4CD8-8A08-FA5B1602AF29}" srcOrd="0" destOrd="0" parTransId="{5F15EBCF-8B25-4AFA-BC2D-C93395B19CAB}" sibTransId="{1A97C717-1946-47EE-BCFB-81735B75982B}"/>
    <dgm:cxn modelId="{5DC8CD36-69E8-42F8-94F5-0DF96F25AEFB}" srcId="{040AD7E6-6811-42D4-A77F-24ECB60B2D3C}" destId="{D20A7D9A-02A2-4BA5-B73D-480CE157002A}" srcOrd="2" destOrd="0" parTransId="{2F9FFD37-C566-4CD2-91DC-068EAD4D99CB}" sibTransId="{1BEB890F-7A29-473B-9D91-8F49C67BE079}"/>
    <dgm:cxn modelId="{9E63A85F-55D0-4650-AF42-45A4EB3ED0E6}" type="presOf" srcId="{985D7E2F-C5A7-409A-951C-EFB19181D42A}" destId="{7A15617D-098B-4958-A190-77CA75612A76}" srcOrd="0" destOrd="1" presId="urn:microsoft.com/office/officeart/2018/5/layout/CenteredIconLabelDescriptionList"/>
    <dgm:cxn modelId="{1B0E1444-F497-488B-9212-2F7D03BE0B5F}" srcId="{D20A7D9A-02A2-4BA5-B73D-480CE157002A}" destId="{D9C56E8F-C573-4176-AEEF-F0DB419BAC4D}" srcOrd="0" destOrd="0" parTransId="{D42C3A70-2079-418D-B9D5-3678BAEA6BA9}" sibTransId="{A0F1017F-034F-494A-AC36-05D4AF20148C}"/>
    <dgm:cxn modelId="{C80B2E4D-7848-420A-B1B5-E76F0B57B041}" type="presOf" srcId="{96D9E71F-D42D-4A0A-95AC-90097D46CB3B}" destId="{4A7A9F3C-E88A-471B-87BD-2E54E1146C03}" srcOrd="0" destOrd="4" presId="urn:microsoft.com/office/officeart/2018/5/layout/CenteredIconLabelDescriptionList"/>
    <dgm:cxn modelId="{13961154-FACB-46C8-970B-463863097DD5}" type="presOf" srcId="{0391874C-6E3C-4C5E-93F3-A0406F10520B}" destId="{4A7A9F3C-E88A-471B-87BD-2E54E1146C03}" srcOrd="0" destOrd="3" presId="urn:microsoft.com/office/officeart/2018/5/layout/CenteredIconLabelDescriptionList"/>
    <dgm:cxn modelId="{E3947875-8DB3-4DD4-9DD4-4E4D61047811}" type="presOf" srcId="{B6D65336-1CAF-4D4C-BDF7-A0E3C1C02D99}" destId="{4A7A9F3C-E88A-471B-87BD-2E54E1146C03}" srcOrd="0" destOrd="1" presId="urn:microsoft.com/office/officeart/2018/5/layout/CenteredIconLabelDescriptionList"/>
    <dgm:cxn modelId="{9EFCC855-E764-4E83-ACC7-CC8AE077DED5}" srcId="{040AD7E6-6811-42D4-A77F-24ECB60B2D3C}" destId="{FB505BF5-264A-480F-83A7-FFFF79310A6C}" srcOrd="0" destOrd="0" parTransId="{0FDA821D-5E2B-4405-8D6A-C7E6BEC371C6}" sibTransId="{D37D44C5-BDD2-4545-A1FD-852965B8020F}"/>
    <dgm:cxn modelId="{EA311B93-63A9-4331-A328-A97AD556E9DD}" type="presOf" srcId="{F2176A2B-C0FE-4662-8476-373D2D39897B}" destId="{4A7A9F3C-E88A-471B-87BD-2E54E1146C03}" srcOrd="0" destOrd="2" presId="urn:microsoft.com/office/officeart/2018/5/layout/CenteredIconLabelDescriptionList"/>
    <dgm:cxn modelId="{FFD1859C-1730-4EBA-B3EF-80FE5D18D937}" srcId="{D20A7D9A-02A2-4BA5-B73D-480CE157002A}" destId="{96D9E71F-D42D-4A0A-95AC-90097D46CB3B}" srcOrd="4" destOrd="0" parTransId="{9B5C3620-A640-40DE-A7D2-2D34362B125B}" sibTransId="{DA5598B7-942E-4BF0-AA17-E9102516756D}"/>
    <dgm:cxn modelId="{439D88AC-1F56-4022-A5D2-8F02415F1B7D}" srcId="{D20A7D9A-02A2-4BA5-B73D-480CE157002A}" destId="{0391874C-6E3C-4C5E-93F3-A0406F10520B}" srcOrd="3" destOrd="0" parTransId="{5DC7C4F7-C9CC-4B25-BEB3-E18E70366402}" sibTransId="{1C9FFE85-F3E4-48AC-AFF3-A888BC617F25}"/>
    <dgm:cxn modelId="{8AAF1FB1-46D1-4AF1-AB88-F1EED808E52B}" type="presOf" srcId="{FB505BF5-264A-480F-83A7-FFFF79310A6C}" destId="{E37E6DD2-1F20-4820-BCB1-46336BAFE79B}" srcOrd="0" destOrd="0" presId="urn:microsoft.com/office/officeart/2018/5/layout/CenteredIconLabelDescriptionList"/>
    <dgm:cxn modelId="{991D31B3-1575-4E20-A91F-BC2A05B933D8}" srcId="{D20A7D9A-02A2-4BA5-B73D-480CE157002A}" destId="{B6D65336-1CAF-4D4C-BDF7-A0E3C1C02D99}" srcOrd="1" destOrd="0" parTransId="{E35F5681-D3F2-4162-8326-3DB790C88C88}" sibTransId="{0AE714B2-20A3-41EA-BCD1-CD9AE7E2A119}"/>
    <dgm:cxn modelId="{F82578C7-36A6-46E2-875F-995A29F70497}" type="presOf" srcId="{040AD7E6-6811-42D4-A77F-24ECB60B2D3C}" destId="{DF3AEF67-1B6F-4C52-8A26-7DDC3CDCADB6}" srcOrd="0" destOrd="0" presId="urn:microsoft.com/office/officeart/2018/5/layout/CenteredIconLabelDescriptionList"/>
    <dgm:cxn modelId="{517D17CF-CE9A-45C7-A61B-AEBDB09E7540}" type="presOf" srcId="{D20A7D9A-02A2-4BA5-B73D-480CE157002A}" destId="{56C3969E-E56E-4947-8C64-05D2883A2E99}" srcOrd="0" destOrd="0" presId="urn:microsoft.com/office/officeart/2018/5/layout/CenteredIconLabelDescriptionList"/>
    <dgm:cxn modelId="{5477DFD9-4CEA-40AB-9667-85E4E3D55B0B}" srcId="{040AD7E6-6811-42D4-A77F-24ECB60B2D3C}" destId="{98DFFE9F-BF0F-47C8-8046-5C3F3C677301}" srcOrd="1" destOrd="0" parTransId="{3E746CBB-B810-4DB2-8354-AFABCA977F31}" sibTransId="{0C7CB888-B0F5-4BA0-9E2A-9DE2E568F9D2}"/>
    <dgm:cxn modelId="{870ADBE0-FAF0-402A-A570-F9845E71C1E2}" srcId="{98DFFE9F-BF0F-47C8-8046-5C3F3C677301}" destId="{985D7E2F-C5A7-409A-951C-EFB19181D42A}" srcOrd="1" destOrd="0" parTransId="{0DE320AE-6B0B-4F5C-A41E-606BE1B49FE0}" sibTransId="{40DCF939-3342-48F9-A0BE-38457D067FEB}"/>
    <dgm:cxn modelId="{D1AA5FE5-54EB-4202-AB62-A3849B0012EA}" type="presOf" srcId="{98DFFE9F-BF0F-47C8-8046-5C3F3C677301}" destId="{11E7B36D-24E1-4A19-B398-7B62FCBA8EFB}" srcOrd="0" destOrd="0" presId="urn:microsoft.com/office/officeart/2018/5/layout/CenteredIconLabelDescriptionList"/>
    <dgm:cxn modelId="{ABA824EB-0883-4B05-9909-51BB96A293D6}" srcId="{FB505BF5-264A-480F-83A7-FFFF79310A6C}" destId="{6DB41D99-D8FB-4946-9AF2-B87E1FF72FA8}" srcOrd="0" destOrd="0" parTransId="{8C280989-2C94-4F37-97E3-0B439B7B95DF}" sibTransId="{61F99C6A-647F-48EE-A10A-AB76DF9F886C}"/>
    <dgm:cxn modelId="{8036BCF7-6633-4FC1-98C1-A0F62BEF1406}" type="presOf" srcId="{D9C56E8F-C573-4176-AEEF-F0DB419BAC4D}" destId="{4A7A9F3C-E88A-471B-87BD-2E54E1146C03}" srcOrd="0" destOrd="0" presId="urn:microsoft.com/office/officeart/2018/5/layout/CenteredIconLabelDescriptionList"/>
    <dgm:cxn modelId="{61E8E7DA-9AC6-45A3-A287-9CE722095EF7}" type="presParOf" srcId="{DF3AEF67-1B6F-4C52-8A26-7DDC3CDCADB6}" destId="{F62F5E7B-79D2-4DB2-BD42-80B7A79CCC0E}" srcOrd="0" destOrd="0" presId="urn:microsoft.com/office/officeart/2018/5/layout/CenteredIconLabelDescriptionList"/>
    <dgm:cxn modelId="{5A0AF6BF-39D7-46EF-8FF3-133EBC3066ED}" type="presParOf" srcId="{F62F5E7B-79D2-4DB2-BD42-80B7A79CCC0E}" destId="{0B31ED16-2ADC-4E80-9EA7-B6AA16A3A0A8}" srcOrd="0" destOrd="0" presId="urn:microsoft.com/office/officeart/2018/5/layout/CenteredIconLabelDescriptionList"/>
    <dgm:cxn modelId="{FDD692AC-8034-4810-B7BA-9DC400967B53}" type="presParOf" srcId="{F62F5E7B-79D2-4DB2-BD42-80B7A79CCC0E}" destId="{8C2270E5-B8C0-42AC-9DCB-95FEBDBB6EF9}" srcOrd="1" destOrd="0" presId="urn:microsoft.com/office/officeart/2018/5/layout/CenteredIconLabelDescriptionList"/>
    <dgm:cxn modelId="{3F17CA33-41C9-4557-9217-F87C94FDB26A}" type="presParOf" srcId="{F62F5E7B-79D2-4DB2-BD42-80B7A79CCC0E}" destId="{E37E6DD2-1F20-4820-BCB1-46336BAFE79B}" srcOrd="2" destOrd="0" presId="urn:microsoft.com/office/officeart/2018/5/layout/CenteredIconLabelDescriptionList"/>
    <dgm:cxn modelId="{212C128E-32BD-462D-BC47-C4AE0CD82735}" type="presParOf" srcId="{F62F5E7B-79D2-4DB2-BD42-80B7A79CCC0E}" destId="{65ED3A8F-7A49-4841-AD17-39EEF59B3472}" srcOrd="3" destOrd="0" presId="urn:microsoft.com/office/officeart/2018/5/layout/CenteredIconLabelDescriptionList"/>
    <dgm:cxn modelId="{2B065C84-BC81-4A84-B198-A1989A330D27}" type="presParOf" srcId="{F62F5E7B-79D2-4DB2-BD42-80B7A79CCC0E}" destId="{A7F95EFE-926E-4ACB-9C24-775BEB9981A1}" srcOrd="4" destOrd="0" presId="urn:microsoft.com/office/officeart/2018/5/layout/CenteredIconLabelDescriptionList"/>
    <dgm:cxn modelId="{E4B44981-9DD9-49AE-9E98-2D0EAA31ADA7}" type="presParOf" srcId="{DF3AEF67-1B6F-4C52-8A26-7DDC3CDCADB6}" destId="{37B39E29-BA3A-4C8B-BFA0-6767EFABA2F5}" srcOrd="1" destOrd="0" presId="urn:microsoft.com/office/officeart/2018/5/layout/CenteredIconLabelDescriptionList"/>
    <dgm:cxn modelId="{AFA2A267-6B1C-476B-BE4F-7231F5D5A672}" type="presParOf" srcId="{DF3AEF67-1B6F-4C52-8A26-7DDC3CDCADB6}" destId="{2CD18200-C65B-4800-AE00-94E9F491B3F0}" srcOrd="2" destOrd="0" presId="urn:microsoft.com/office/officeart/2018/5/layout/CenteredIconLabelDescriptionList"/>
    <dgm:cxn modelId="{FE457806-2377-41C5-9044-4F2BB6B8A356}" type="presParOf" srcId="{2CD18200-C65B-4800-AE00-94E9F491B3F0}" destId="{D1D2E005-45E9-44F4-9905-FE3BD706FF48}" srcOrd="0" destOrd="0" presId="urn:microsoft.com/office/officeart/2018/5/layout/CenteredIconLabelDescriptionList"/>
    <dgm:cxn modelId="{1EAB691A-FFB8-411B-9B5B-749D38AF21A8}" type="presParOf" srcId="{2CD18200-C65B-4800-AE00-94E9F491B3F0}" destId="{99730F3A-4254-4E4D-93E5-17A3D29C4A0A}" srcOrd="1" destOrd="0" presId="urn:microsoft.com/office/officeart/2018/5/layout/CenteredIconLabelDescriptionList"/>
    <dgm:cxn modelId="{8A8F6523-9CC8-41CE-8B2A-27557C483BFB}" type="presParOf" srcId="{2CD18200-C65B-4800-AE00-94E9F491B3F0}" destId="{11E7B36D-24E1-4A19-B398-7B62FCBA8EFB}" srcOrd="2" destOrd="0" presId="urn:microsoft.com/office/officeart/2018/5/layout/CenteredIconLabelDescriptionList"/>
    <dgm:cxn modelId="{2632F4F5-B1DE-4AD9-A214-0F74A824FE68}" type="presParOf" srcId="{2CD18200-C65B-4800-AE00-94E9F491B3F0}" destId="{47195CF8-5782-4BC8-8120-C3D9B4E765ED}" srcOrd="3" destOrd="0" presId="urn:microsoft.com/office/officeart/2018/5/layout/CenteredIconLabelDescriptionList"/>
    <dgm:cxn modelId="{F4457CE6-2589-4D06-AC87-546344C5D4F2}" type="presParOf" srcId="{2CD18200-C65B-4800-AE00-94E9F491B3F0}" destId="{7A15617D-098B-4958-A190-77CA75612A76}" srcOrd="4" destOrd="0" presId="urn:microsoft.com/office/officeart/2018/5/layout/CenteredIconLabelDescriptionList"/>
    <dgm:cxn modelId="{911C999B-4008-40AC-9455-C230479CE5F6}" type="presParOf" srcId="{DF3AEF67-1B6F-4C52-8A26-7DDC3CDCADB6}" destId="{69662049-EE91-447F-8BF2-F4CFA5E30DA7}" srcOrd="3" destOrd="0" presId="urn:microsoft.com/office/officeart/2018/5/layout/CenteredIconLabelDescriptionList"/>
    <dgm:cxn modelId="{0BB9C570-57BA-43BE-BD83-7AEBE0708893}" type="presParOf" srcId="{DF3AEF67-1B6F-4C52-8A26-7DDC3CDCADB6}" destId="{4326A525-A16E-4034-8999-268F2ED78CFE}" srcOrd="4" destOrd="0" presId="urn:microsoft.com/office/officeart/2018/5/layout/CenteredIconLabelDescriptionList"/>
    <dgm:cxn modelId="{92D22206-C27A-4258-975F-74F2FDF0D20B}" type="presParOf" srcId="{4326A525-A16E-4034-8999-268F2ED78CFE}" destId="{D3626989-C3BC-4A47-A252-7FE724C0A46D}" srcOrd="0" destOrd="0" presId="urn:microsoft.com/office/officeart/2018/5/layout/CenteredIconLabelDescriptionList"/>
    <dgm:cxn modelId="{7ADCD7B6-EBF6-4676-B9A9-EE2A29E446E2}" type="presParOf" srcId="{4326A525-A16E-4034-8999-268F2ED78CFE}" destId="{E4CF4CDC-EBF5-4D10-9318-BEF34BCB9937}" srcOrd="1" destOrd="0" presId="urn:microsoft.com/office/officeart/2018/5/layout/CenteredIconLabelDescriptionList"/>
    <dgm:cxn modelId="{628D6539-937C-4BB3-B45A-171936BC8F26}" type="presParOf" srcId="{4326A525-A16E-4034-8999-268F2ED78CFE}" destId="{56C3969E-E56E-4947-8C64-05D2883A2E99}" srcOrd="2" destOrd="0" presId="urn:microsoft.com/office/officeart/2018/5/layout/CenteredIconLabelDescriptionList"/>
    <dgm:cxn modelId="{90310AEF-393F-4660-8C02-8AE107383ADA}" type="presParOf" srcId="{4326A525-A16E-4034-8999-268F2ED78CFE}" destId="{C97D08C7-C738-4C96-82EC-6DF46C20F9BA}" srcOrd="3" destOrd="0" presId="urn:microsoft.com/office/officeart/2018/5/layout/CenteredIconLabelDescriptionList"/>
    <dgm:cxn modelId="{5CED25C2-624B-4492-8FC1-4D31A17C3F45}" type="presParOf" srcId="{4326A525-A16E-4034-8999-268F2ED78CFE}" destId="{4A7A9F3C-E88A-471B-87BD-2E54E1146C03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5.xml><?xml version="1.0" encoding="utf-8"?>
<dgm:dataModel xmlns:dgm="http://schemas.openxmlformats.org/drawingml/2006/diagram" xmlns:a="http://schemas.openxmlformats.org/drawingml/2006/main">
  <dgm:ptLst>
    <dgm:pt modelId="{040AD7E6-6811-42D4-A77F-24ECB60B2D3C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9795E343-7414-4C45-9F5B-DC6EF1CDEAF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P2Pool miners</a:t>
          </a:r>
          <a:endParaRPr lang="en-US"/>
        </a:p>
      </dgm:t>
    </dgm:pt>
    <dgm:pt modelId="{F70FC495-8D8B-48C6-BC38-B82A5C26AE9F}" type="parTrans" cxnId="{ACED390A-E13D-438B-9FF4-5430A26B402D}">
      <dgm:prSet/>
      <dgm:spPr/>
      <dgm:t>
        <a:bodyPr/>
        <a:lstStyle/>
        <a:p>
          <a:endParaRPr lang="en-US"/>
        </a:p>
      </dgm:t>
    </dgm:pt>
    <dgm:pt modelId="{93563434-0EEB-4154-AA5A-129338D08544}" type="sibTrans" cxnId="{ACED390A-E13D-438B-9FF4-5430A26B402D}">
      <dgm:prSet/>
      <dgm:spPr/>
      <dgm:t>
        <a:bodyPr/>
        <a:lstStyle/>
        <a:p>
          <a:endParaRPr lang="en-US"/>
        </a:p>
      </dgm:t>
    </dgm:pt>
    <dgm:pt modelId="{5B1CB5A0-7FBE-462C-AB57-D9A32A3EB6B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On </a:t>
          </a:r>
          <a:r>
            <a:rPr lang="en-US"/>
            <a:t>P2Pool</a:t>
          </a:r>
        </a:p>
      </dgm:t>
    </dgm:pt>
    <dgm:pt modelId="{69D698E4-27D6-4FB1-AC3C-52CB6C655ED8}" type="parTrans" cxnId="{9A6CE1CB-DDF8-4C44-9929-46E4895EE99E}">
      <dgm:prSet/>
      <dgm:spPr/>
      <dgm:t>
        <a:bodyPr/>
        <a:lstStyle/>
        <a:p>
          <a:endParaRPr lang="en-US"/>
        </a:p>
      </dgm:t>
    </dgm:pt>
    <dgm:pt modelId="{82C24748-DDDB-4D29-987D-09B34FCC412C}" type="sibTrans" cxnId="{9A6CE1CB-DDF8-4C44-9929-46E4895EE99E}">
      <dgm:prSet/>
      <dgm:spPr/>
      <dgm:t>
        <a:bodyPr/>
        <a:lstStyle/>
        <a:p>
          <a:endParaRPr lang="en-US"/>
        </a:p>
      </dgm:t>
    </dgm:pt>
    <dgm:pt modelId="{A41E5770-22EF-43C6-9C67-7D90B2A6B76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connect their mining hardware</a:t>
          </a:r>
        </a:p>
      </dgm:t>
    </dgm:pt>
    <dgm:pt modelId="{D9B44F93-B104-4C1D-8B1F-0E79B3B0B6EA}" type="parTrans" cxnId="{312166A6-F316-47F8-BFE8-17BDFAE5799A}">
      <dgm:prSet/>
      <dgm:spPr/>
      <dgm:t>
        <a:bodyPr/>
        <a:lstStyle/>
        <a:p>
          <a:endParaRPr lang="en-US"/>
        </a:p>
      </dgm:t>
    </dgm:pt>
    <dgm:pt modelId="{3F126C96-ABC7-4273-821E-E95EA1DD53EC}" type="sibTrans" cxnId="{312166A6-F316-47F8-BFE8-17BDFAE5799A}">
      <dgm:prSet/>
      <dgm:spPr/>
      <dgm:t>
        <a:bodyPr/>
        <a:lstStyle/>
        <a:p>
          <a:endParaRPr lang="en-US"/>
        </a:p>
      </dgm:t>
    </dgm:pt>
    <dgm:pt modelId="{C0E7027E-F412-4D75-9F28-C4D1CDC0D76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their local P2Pool node,</a:t>
          </a:r>
        </a:p>
      </dgm:t>
    </dgm:pt>
    <dgm:pt modelId="{56D9BCDA-A652-4116-B86B-3C55EBBA81D8}" type="parTrans" cxnId="{7234CF68-1E3D-4BE9-9C05-804BCEA7343A}">
      <dgm:prSet/>
      <dgm:spPr/>
      <dgm:t>
        <a:bodyPr/>
        <a:lstStyle/>
        <a:p>
          <a:endParaRPr lang="en-US"/>
        </a:p>
      </dgm:t>
    </dgm:pt>
    <dgm:pt modelId="{318AEC8B-52B6-4716-A9E4-AD4384E2F9E6}" type="sibTrans" cxnId="{7234CF68-1E3D-4BE9-9C05-804BCEA7343A}">
      <dgm:prSet/>
      <dgm:spPr/>
      <dgm:t>
        <a:bodyPr/>
        <a:lstStyle/>
        <a:p>
          <a:endParaRPr lang="en-US"/>
        </a:p>
      </dgm:t>
    </dgm:pt>
    <dgm:pt modelId="{6F34505A-248D-4EF4-964B-7B23C1BD67D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to</a:t>
          </a:r>
          <a:r>
            <a:rPr lang="en-US"/>
            <a:t> simulate the</a:t>
          </a:r>
          <a:r>
            <a:rPr lang="tr-TR"/>
            <a:t> </a:t>
          </a:r>
          <a:r>
            <a:rPr lang="en-US"/>
            <a:t>functions of a pool server</a:t>
          </a:r>
        </a:p>
      </dgm:t>
    </dgm:pt>
    <dgm:pt modelId="{6D9E5482-90D2-43AA-A9DD-38C4F410F5F7}" type="parTrans" cxnId="{E32B95D2-0868-4550-8BCF-5AF354132A9D}">
      <dgm:prSet/>
      <dgm:spPr/>
      <dgm:t>
        <a:bodyPr/>
        <a:lstStyle/>
        <a:p>
          <a:endParaRPr lang="en-US"/>
        </a:p>
      </dgm:t>
    </dgm:pt>
    <dgm:pt modelId="{0B6C168D-595D-41C8-9CFD-BA65CC558D60}" type="sibTrans" cxnId="{E32B95D2-0868-4550-8BCF-5AF354132A9D}">
      <dgm:prSet/>
      <dgm:spPr/>
      <dgm:t>
        <a:bodyPr/>
        <a:lstStyle/>
        <a:p>
          <a:endParaRPr lang="en-US"/>
        </a:p>
      </dgm:t>
    </dgm:pt>
    <dgm:pt modelId="{CC2B845E-7991-4593-A4EB-E39924BF99A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by sending block templates</a:t>
          </a:r>
        </a:p>
      </dgm:t>
    </dgm:pt>
    <dgm:pt modelId="{1863F9C1-4EC2-4ECD-A570-2F6994B96DEC}" type="parTrans" cxnId="{FF968C11-F071-4927-84D0-BDFD5FA726AC}">
      <dgm:prSet/>
      <dgm:spPr/>
      <dgm:t>
        <a:bodyPr/>
        <a:lstStyle/>
        <a:p>
          <a:endParaRPr lang="en-US"/>
        </a:p>
      </dgm:t>
    </dgm:pt>
    <dgm:pt modelId="{A07436FF-9FA9-4B52-BAA0-6FE9BF04E8FC}" type="sibTrans" cxnId="{FF968C11-F071-4927-84D0-BDFD5FA726AC}">
      <dgm:prSet/>
      <dgm:spPr/>
      <dgm:t>
        <a:bodyPr/>
        <a:lstStyle/>
        <a:p>
          <a:endParaRPr lang="en-US"/>
        </a:p>
      </dgm:t>
    </dgm:pt>
    <dgm:pt modelId="{FB9E5D37-B138-431E-98C1-B2B692CF3A9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individual pool miners</a:t>
          </a:r>
        </a:p>
      </dgm:t>
    </dgm:pt>
    <dgm:pt modelId="{6183AB5B-9679-4510-9916-BD42A3021B1D}" type="parTrans" cxnId="{217C4B8F-217D-4EE0-8F30-6D21279AAFD3}">
      <dgm:prSet/>
      <dgm:spPr/>
      <dgm:t>
        <a:bodyPr/>
        <a:lstStyle/>
        <a:p>
          <a:endParaRPr lang="en-US"/>
        </a:p>
      </dgm:t>
    </dgm:pt>
    <dgm:pt modelId="{B9405642-E41E-49DA-B3E1-8AC23FD77EE4}" type="sibTrans" cxnId="{217C4B8F-217D-4EE0-8F30-6D21279AAFD3}">
      <dgm:prSet/>
      <dgm:spPr/>
      <dgm:t>
        <a:bodyPr/>
        <a:lstStyle/>
        <a:p>
          <a:endParaRPr lang="en-US"/>
        </a:p>
      </dgm:t>
    </dgm:pt>
    <dgm:pt modelId="{32BD2612-2122-4060-8B9A-002D014193A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aggregating</a:t>
          </a:r>
          <a:r>
            <a:rPr lang="tr-TR"/>
            <a:t> </a:t>
          </a:r>
          <a:r>
            <a:rPr lang="en-US"/>
            <a:t>transactions</a:t>
          </a:r>
        </a:p>
      </dgm:t>
    </dgm:pt>
    <dgm:pt modelId="{16533188-DD45-4E91-A6D7-E636301CC428}" type="parTrans" cxnId="{E70E7240-7691-4A65-8753-EFF6AA5E28E5}">
      <dgm:prSet/>
      <dgm:spPr/>
      <dgm:t>
        <a:bodyPr/>
        <a:lstStyle/>
        <a:p>
          <a:endParaRPr lang="en-US"/>
        </a:p>
      </dgm:t>
    </dgm:pt>
    <dgm:pt modelId="{CEF885DC-F407-4516-B0ED-EF37B83099EF}" type="sibTrans" cxnId="{E70E7240-7691-4A65-8753-EFF6AA5E28E5}">
      <dgm:prSet/>
      <dgm:spPr/>
      <dgm:t>
        <a:bodyPr/>
        <a:lstStyle/>
        <a:p>
          <a:endParaRPr lang="en-US"/>
        </a:p>
      </dgm:t>
    </dgm:pt>
    <dgm:pt modelId="{86406557-6138-419F-BFBB-6BAE6E2D336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much like solo miners</a:t>
          </a:r>
        </a:p>
      </dgm:t>
    </dgm:pt>
    <dgm:pt modelId="{4555328D-FEB9-401D-984A-0A31CEAE7A57}" type="parTrans" cxnId="{81D5D721-4846-455B-9CC4-2D903AB0342D}">
      <dgm:prSet/>
      <dgm:spPr/>
      <dgm:t>
        <a:bodyPr/>
        <a:lstStyle/>
        <a:p>
          <a:endParaRPr lang="en-US"/>
        </a:p>
      </dgm:t>
    </dgm:pt>
    <dgm:pt modelId="{BD1D0B03-EC22-42CB-9740-FE0425F64916}" type="sibTrans" cxnId="{81D5D721-4846-455B-9CC4-2D903AB0342D}">
      <dgm:prSet/>
      <dgm:spPr/>
      <dgm:t>
        <a:bodyPr/>
        <a:lstStyle/>
        <a:p>
          <a:endParaRPr lang="en-US"/>
        </a:p>
      </dgm:t>
    </dgm:pt>
    <dgm:pt modelId="{F75B4724-7F8B-4A2E-88D1-FFFEC1C81C7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mine collaboratively</a:t>
          </a:r>
        </a:p>
      </dgm:t>
    </dgm:pt>
    <dgm:pt modelId="{EC1301A2-7DCF-4F98-9BEB-EEB2CB1AD02A}" type="parTrans" cxnId="{B6B3CB31-79DC-4FF8-8632-93021C85BE8A}">
      <dgm:prSet/>
      <dgm:spPr/>
      <dgm:t>
        <a:bodyPr/>
        <a:lstStyle/>
        <a:p>
          <a:endParaRPr lang="en-US"/>
        </a:p>
      </dgm:t>
    </dgm:pt>
    <dgm:pt modelId="{0ADA817F-8316-4FE7-9926-746FD7F67920}" type="sibTrans" cxnId="{B6B3CB31-79DC-4FF8-8632-93021C85BE8A}">
      <dgm:prSet/>
      <dgm:spPr/>
      <dgm:t>
        <a:bodyPr/>
        <a:lstStyle/>
        <a:p>
          <a:endParaRPr lang="en-US"/>
        </a:p>
      </dgm:t>
    </dgm:pt>
    <dgm:pt modelId="{24323645-952B-45E7-BAD7-D1C3C2862FA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P2Pool is a hybrid approach </a:t>
          </a:r>
        </a:p>
      </dgm:t>
    </dgm:pt>
    <dgm:pt modelId="{A70B009C-7F14-4326-BD58-AB0AC20346F8}" type="parTrans" cxnId="{3DC29B12-EAE6-450E-9B4A-76C3ED440A8B}">
      <dgm:prSet/>
      <dgm:spPr/>
      <dgm:t>
        <a:bodyPr/>
        <a:lstStyle/>
        <a:p>
          <a:endParaRPr lang="en-US"/>
        </a:p>
      </dgm:t>
    </dgm:pt>
    <dgm:pt modelId="{0DD75B70-2A98-464F-A85C-C3F4224E5B02}" type="sibTrans" cxnId="{3DC29B12-EAE6-450E-9B4A-76C3ED440A8B}">
      <dgm:prSet/>
      <dgm:spPr/>
      <dgm:t>
        <a:bodyPr/>
        <a:lstStyle/>
        <a:p>
          <a:endParaRPr lang="en-US"/>
        </a:p>
      </dgm:t>
    </dgm:pt>
    <dgm:pt modelId="{A9D58A89-D73C-4A4B-9A6F-9657E651B9E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has the advantage of much more granular payouts</a:t>
          </a:r>
          <a:r>
            <a:rPr lang="tr-TR"/>
            <a:t> </a:t>
          </a:r>
          <a:endParaRPr lang="en-US"/>
        </a:p>
      </dgm:t>
    </dgm:pt>
    <dgm:pt modelId="{8B10815A-7F93-4CBA-9182-A7DB396672CB}" type="parTrans" cxnId="{389DE23A-1441-4990-8FFA-EC7AA3D94CE1}">
      <dgm:prSet/>
      <dgm:spPr/>
      <dgm:t>
        <a:bodyPr/>
        <a:lstStyle/>
        <a:p>
          <a:endParaRPr lang="en-US"/>
        </a:p>
      </dgm:t>
    </dgm:pt>
    <dgm:pt modelId="{B84B11FD-1D18-4A5A-85CB-618DEA4C3624}" type="sibTrans" cxnId="{389DE23A-1441-4990-8FFA-EC7AA3D94CE1}">
      <dgm:prSet/>
      <dgm:spPr/>
      <dgm:t>
        <a:bodyPr/>
        <a:lstStyle/>
        <a:p>
          <a:endParaRPr lang="en-US"/>
        </a:p>
      </dgm:t>
    </dgm:pt>
    <dgm:pt modelId="{FD98D225-2CE3-4058-852B-7176BBD12B0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than solo mining</a:t>
          </a:r>
        </a:p>
      </dgm:t>
    </dgm:pt>
    <dgm:pt modelId="{1B398644-9D53-4FF0-B443-509785F7B88D}" type="parTrans" cxnId="{C8FAB644-0980-4EAA-91E1-27EF68F3EC36}">
      <dgm:prSet/>
      <dgm:spPr/>
      <dgm:t>
        <a:bodyPr/>
        <a:lstStyle/>
        <a:p>
          <a:endParaRPr lang="en-US"/>
        </a:p>
      </dgm:t>
    </dgm:pt>
    <dgm:pt modelId="{8AC23C59-7C72-484B-9352-DBABCE435590}" type="sibTrans" cxnId="{C8FAB644-0980-4EAA-91E1-27EF68F3EC36}">
      <dgm:prSet/>
      <dgm:spPr/>
      <dgm:t>
        <a:bodyPr/>
        <a:lstStyle/>
        <a:p>
          <a:endParaRPr lang="en-US"/>
        </a:p>
      </dgm:t>
    </dgm:pt>
    <dgm:pt modelId="{A44286DE-600D-4425-9378-95D056060D4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Simulate</a:t>
          </a:r>
          <a:endParaRPr lang="en-US"/>
        </a:p>
      </dgm:t>
    </dgm:pt>
    <dgm:pt modelId="{4CB07A14-E996-4386-BCAE-816CF5CCCC0B}" type="parTrans" cxnId="{019BCB83-BB22-42C1-A1B8-A1A5DF326517}">
      <dgm:prSet/>
      <dgm:spPr/>
      <dgm:t>
        <a:bodyPr/>
        <a:lstStyle/>
        <a:p>
          <a:endParaRPr lang="en-US"/>
        </a:p>
      </dgm:t>
    </dgm:pt>
    <dgm:pt modelId="{13F7E366-C44B-489F-B53C-410D4F5A37F0}" type="sibTrans" cxnId="{019BCB83-BB22-42C1-A1B8-A1A5DF326517}">
      <dgm:prSet/>
      <dgm:spPr/>
      <dgm:t>
        <a:bodyPr/>
        <a:lstStyle/>
        <a:p>
          <a:endParaRPr lang="en-US"/>
        </a:p>
      </dgm:t>
    </dgm:pt>
    <dgm:pt modelId="{DA0681E2-C4F5-4670-90E6-0346C9B7BA4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the mining hardware.</a:t>
          </a:r>
        </a:p>
      </dgm:t>
    </dgm:pt>
    <dgm:pt modelId="{D7AF273F-72F7-4DA5-8796-8EF1157D14DF}" type="parTrans" cxnId="{A912F471-8B50-4017-B543-F32EF24AAF32}">
      <dgm:prSet/>
      <dgm:spPr/>
      <dgm:t>
        <a:bodyPr/>
        <a:lstStyle/>
        <a:p>
          <a:endParaRPr lang="en-US"/>
        </a:p>
      </dgm:t>
    </dgm:pt>
    <dgm:pt modelId="{7F1BCD37-41AC-47B0-A870-DCF3042E2519}" type="sibTrans" cxnId="{A912F471-8B50-4017-B543-F32EF24AAF32}">
      <dgm:prSet/>
      <dgm:spPr/>
      <dgm:t>
        <a:bodyPr/>
        <a:lstStyle/>
        <a:p>
          <a:endParaRPr lang="en-US"/>
        </a:p>
      </dgm:t>
    </dgm:pt>
    <dgm:pt modelId="{3EFA2333-2CF2-4330-A5D3-F6E26C99F9A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construct their own candidate blocks</a:t>
          </a:r>
        </a:p>
      </dgm:t>
    </dgm:pt>
    <dgm:pt modelId="{DB8216ED-2730-4B3A-A221-A6B650835DE7}" type="parTrans" cxnId="{D483406B-7467-4313-8400-FAD4DFDB469B}">
      <dgm:prSet/>
      <dgm:spPr/>
      <dgm:t>
        <a:bodyPr/>
        <a:lstStyle/>
        <a:p>
          <a:endParaRPr lang="en-US"/>
        </a:p>
      </dgm:t>
    </dgm:pt>
    <dgm:pt modelId="{D34D2DED-8D04-410A-B8AD-7F50833915C3}" type="sibTrans" cxnId="{D483406B-7467-4313-8400-FAD4DFDB469B}">
      <dgm:prSet/>
      <dgm:spPr/>
      <dgm:t>
        <a:bodyPr/>
        <a:lstStyle/>
        <a:p>
          <a:endParaRPr lang="en-US"/>
        </a:p>
      </dgm:t>
    </dgm:pt>
    <dgm:pt modelId="{75B75203-7800-41AF-959F-907EA6206AC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Like solo miners</a:t>
          </a:r>
          <a:endParaRPr lang="en-US"/>
        </a:p>
      </dgm:t>
    </dgm:pt>
    <dgm:pt modelId="{78FAEDFE-00E3-4DD2-A03F-82C315FBD587}" type="parTrans" cxnId="{5FEC9D58-B435-42C6-9316-CB45932231B3}">
      <dgm:prSet/>
      <dgm:spPr/>
      <dgm:t>
        <a:bodyPr/>
        <a:lstStyle/>
        <a:p>
          <a:endParaRPr lang="en-US"/>
        </a:p>
      </dgm:t>
    </dgm:pt>
    <dgm:pt modelId="{77476D21-47C3-4427-9A39-12D2D93C88FE}" type="sibTrans" cxnId="{5FEC9D58-B435-42C6-9316-CB45932231B3}">
      <dgm:prSet/>
      <dgm:spPr/>
      <dgm:t>
        <a:bodyPr/>
        <a:lstStyle/>
        <a:p>
          <a:endParaRPr lang="en-US"/>
        </a:p>
      </dgm:t>
    </dgm:pt>
    <dgm:pt modelId="{EB264E24-3F5B-4488-9C8E-52E14AEF404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Share mine</a:t>
          </a:r>
          <a:endParaRPr lang="en-US"/>
        </a:p>
      </dgm:t>
    </dgm:pt>
    <dgm:pt modelId="{7898C90A-F528-48D3-87C5-C62D9463AEB9}" type="parTrans" cxnId="{C059602B-8390-4AF9-9BA8-C679FD72ED9A}">
      <dgm:prSet/>
      <dgm:spPr/>
      <dgm:t>
        <a:bodyPr/>
        <a:lstStyle/>
        <a:p>
          <a:endParaRPr lang="en-US"/>
        </a:p>
      </dgm:t>
    </dgm:pt>
    <dgm:pt modelId="{A5DED165-3C4F-4B91-8663-0BFAE414BA53}" type="sibTrans" cxnId="{C059602B-8390-4AF9-9BA8-C679FD72ED9A}">
      <dgm:prSet/>
      <dgm:spPr/>
      <dgm:t>
        <a:bodyPr/>
        <a:lstStyle/>
        <a:p>
          <a:endParaRPr lang="en-US"/>
        </a:p>
      </dgm:t>
    </dgm:pt>
    <dgm:pt modelId="{609FE0FB-213E-4699-B630-95848657539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on the share chain</a:t>
          </a:r>
        </a:p>
      </dgm:t>
    </dgm:pt>
    <dgm:pt modelId="{84F1CF6D-748E-4256-8732-BBE4BB4D175D}" type="parTrans" cxnId="{9663298A-AAD2-4A1E-959A-50A7C043E3CF}">
      <dgm:prSet/>
      <dgm:spPr/>
      <dgm:t>
        <a:bodyPr/>
        <a:lstStyle/>
        <a:p>
          <a:endParaRPr lang="en-US"/>
        </a:p>
      </dgm:t>
    </dgm:pt>
    <dgm:pt modelId="{5A3514B3-2291-4B22-A675-1426C09857FE}" type="sibTrans" cxnId="{9663298A-AAD2-4A1E-959A-50A7C043E3CF}">
      <dgm:prSet/>
      <dgm:spPr/>
      <dgm:t>
        <a:bodyPr/>
        <a:lstStyle/>
        <a:p>
          <a:endParaRPr lang="en-US"/>
        </a:p>
      </dgm:t>
    </dgm:pt>
    <dgm:pt modelId="{F6EC68E1-4356-4C7D-9FD0-24F3868C1403}" type="pres">
      <dgm:prSet presAssocID="{040AD7E6-6811-42D4-A77F-24ECB60B2D3C}" presName="root" presStyleCnt="0">
        <dgm:presLayoutVars>
          <dgm:dir/>
          <dgm:resizeHandles val="exact"/>
        </dgm:presLayoutVars>
      </dgm:prSet>
      <dgm:spPr/>
    </dgm:pt>
    <dgm:pt modelId="{9FEF0670-2014-4662-AB2E-FA81DF720050}" type="pres">
      <dgm:prSet presAssocID="{9795E343-7414-4C45-9F5B-DC6EF1CDEAFA}" presName="compNode" presStyleCnt="0"/>
      <dgm:spPr/>
    </dgm:pt>
    <dgm:pt modelId="{573E9A52-4135-4FFA-A312-73F17EAACCFD}" type="pres">
      <dgm:prSet presAssocID="{9795E343-7414-4C45-9F5B-DC6EF1CDEAFA}" presName="iconRect" presStyleLbl="node1" presStyleIdx="0" presStyleCnt="6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xcavator"/>
        </a:ext>
      </dgm:extLst>
    </dgm:pt>
    <dgm:pt modelId="{F105EC53-D63E-41A0-AA8F-6D40B4B82186}" type="pres">
      <dgm:prSet presAssocID="{9795E343-7414-4C45-9F5B-DC6EF1CDEAFA}" presName="iconSpace" presStyleCnt="0"/>
      <dgm:spPr/>
    </dgm:pt>
    <dgm:pt modelId="{D9991A55-AA4B-45CA-91B7-91C2C6B4B3F5}" type="pres">
      <dgm:prSet presAssocID="{9795E343-7414-4C45-9F5B-DC6EF1CDEAFA}" presName="parTx" presStyleLbl="revTx" presStyleIdx="0" presStyleCnt="12">
        <dgm:presLayoutVars>
          <dgm:chMax val="0"/>
          <dgm:chPref val="0"/>
        </dgm:presLayoutVars>
      </dgm:prSet>
      <dgm:spPr/>
    </dgm:pt>
    <dgm:pt modelId="{AD08FD51-277E-4AAC-B0DE-D964848FDEBF}" type="pres">
      <dgm:prSet presAssocID="{9795E343-7414-4C45-9F5B-DC6EF1CDEAFA}" presName="txSpace" presStyleCnt="0"/>
      <dgm:spPr/>
    </dgm:pt>
    <dgm:pt modelId="{9B18A118-7BB8-41AD-95E3-CBEDE2D0D2FB}" type="pres">
      <dgm:prSet presAssocID="{9795E343-7414-4C45-9F5B-DC6EF1CDEAFA}" presName="desTx" presStyleLbl="revTx" presStyleIdx="1" presStyleCnt="12">
        <dgm:presLayoutVars/>
      </dgm:prSet>
      <dgm:spPr/>
    </dgm:pt>
    <dgm:pt modelId="{0F3A1622-3AA2-445A-BCDB-BF54206C5191}" type="pres">
      <dgm:prSet presAssocID="{93563434-0EEB-4154-AA5A-129338D08544}" presName="sibTrans" presStyleCnt="0"/>
      <dgm:spPr/>
    </dgm:pt>
    <dgm:pt modelId="{0F0B4FD0-A765-490E-9971-120097EEB14C}" type="pres">
      <dgm:prSet presAssocID="{A44286DE-600D-4425-9378-95D056060D47}" presName="compNode" presStyleCnt="0"/>
      <dgm:spPr/>
    </dgm:pt>
    <dgm:pt modelId="{A10B4D4C-AB31-4F52-AD22-47CDE6D80B4D}" type="pres">
      <dgm:prSet presAssocID="{A44286DE-600D-4425-9378-95D056060D47}" presName="iconRect" presStyleLbl="node1" presStyleIdx="1" presStyleCnt="6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wnload from cloud"/>
        </a:ext>
      </dgm:extLst>
    </dgm:pt>
    <dgm:pt modelId="{0527B25A-683B-4F06-AE89-28DE2A538FF6}" type="pres">
      <dgm:prSet presAssocID="{A44286DE-600D-4425-9378-95D056060D47}" presName="iconSpace" presStyleCnt="0"/>
      <dgm:spPr/>
    </dgm:pt>
    <dgm:pt modelId="{5BBA7548-E3D6-4680-B2B1-3B6722E6CB75}" type="pres">
      <dgm:prSet presAssocID="{A44286DE-600D-4425-9378-95D056060D47}" presName="parTx" presStyleLbl="revTx" presStyleIdx="2" presStyleCnt="12">
        <dgm:presLayoutVars>
          <dgm:chMax val="0"/>
          <dgm:chPref val="0"/>
        </dgm:presLayoutVars>
      </dgm:prSet>
      <dgm:spPr/>
    </dgm:pt>
    <dgm:pt modelId="{077CC087-A9FD-433C-9610-D1739C67054D}" type="pres">
      <dgm:prSet presAssocID="{A44286DE-600D-4425-9378-95D056060D47}" presName="txSpace" presStyleCnt="0"/>
      <dgm:spPr/>
    </dgm:pt>
    <dgm:pt modelId="{7B5E18F0-9E87-4A8C-9FDF-24A2EE74AD6B}" type="pres">
      <dgm:prSet presAssocID="{A44286DE-600D-4425-9378-95D056060D47}" presName="desTx" presStyleLbl="revTx" presStyleIdx="3" presStyleCnt="12">
        <dgm:presLayoutVars/>
      </dgm:prSet>
      <dgm:spPr/>
    </dgm:pt>
    <dgm:pt modelId="{38BB6995-4285-4CA0-835E-BB59207377E3}" type="pres">
      <dgm:prSet presAssocID="{13F7E366-C44B-489F-B53C-410D4F5A37F0}" presName="sibTrans" presStyleCnt="0"/>
      <dgm:spPr/>
    </dgm:pt>
    <dgm:pt modelId="{526D1133-66E7-4C36-B72C-B8DA521E5514}" type="pres">
      <dgm:prSet presAssocID="{5B1CB5A0-7FBE-462C-AB57-D9A32A3EB6BC}" presName="compNode" presStyleCnt="0"/>
      <dgm:spPr/>
    </dgm:pt>
    <dgm:pt modelId="{D223C4DE-B780-4E16-BF7F-1BDED2A218B1}" type="pres">
      <dgm:prSet presAssocID="{5B1CB5A0-7FBE-462C-AB57-D9A32A3EB6BC}" presName="iconRect" presStyleLbl="node1" presStyleIdx="2" presStyleCnt="6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old bars"/>
        </a:ext>
      </dgm:extLst>
    </dgm:pt>
    <dgm:pt modelId="{7332CE29-D187-431E-A19F-C00C7BC24A84}" type="pres">
      <dgm:prSet presAssocID="{5B1CB5A0-7FBE-462C-AB57-D9A32A3EB6BC}" presName="iconSpace" presStyleCnt="0"/>
      <dgm:spPr/>
    </dgm:pt>
    <dgm:pt modelId="{5947FBF6-C7EB-4537-BB87-2C3080CC006C}" type="pres">
      <dgm:prSet presAssocID="{5B1CB5A0-7FBE-462C-AB57-D9A32A3EB6BC}" presName="parTx" presStyleLbl="revTx" presStyleIdx="4" presStyleCnt="12">
        <dgm:presLayoutVars>
          <dgm:chMax val="0"/>
          <dgm:chPref val="0"/>
        </dgm:presLayoutVars>
      </dgm:prSet>
      <dgm:spPr/>
    </dgm:pt>
    <dgm:pt modelId="{AD6D6D6E-B54E-4900-90CC-F56492F7B1C6}" type="pres">
      <dgm:prSet presAssocID="{5B1CB5A0-7FBE-462C-AB57-D9A32A3EB6BC}" presName="txSpace" presStyleCnt="0"/>
      <dgm:spPr/>
    </dgm:pt>
    <dgm:pt modelId="{B208F8C4-B416-4D7A-BABA-05B52D073D39}" type="pres">
      <dgm:prSet presAssocID="{5B1CB5A0-7FBE-462C-AB57-D9A32A3EB6BC}" presName="desTx" presStyleLbl="revTx" presStyleIdx="5" presStyleCnt="12">
        <dgm:presLayoutVars/>
      </dgm:prSet>
      <dgm:spPr/>
    </dgm:pt>
    <dgm:pt modelId="{A9E86509-840D-4C71-8255-E5A683F084BE}" type="pres">
      <dgm:prSet presAssocID="{82C24748-DDDB-4D29-987D-09B34FCC412C}" presName="sibTrans" presStyleCnt="0"/>
      <dgm:spPr/>
    </dgm:pt>
    <dgm:pt modelId="{2DDD8092-BD9E-498D-9562-378B8BEDC329}" type="pres">
      <dgm:prSet presAssocID="{75B75203-7800-41AF-959F-907EA6206AC5}" presName="compNode" presStyleCnt="0"/>
      <dgm:spPr/>
    </dgm:pt>
    <dgm:pt modelId="{17CC9D4C-9D12-4442-A9A4-D7C45D5604F4}" type="pres">
      <dgm:prSet presAssocID="{75B75203-7800-41AF-959F-907EA6206AC5}" presName="iconRect" presStyleLbl="node1" presStyleIdx="3" presStyleCnt="6"/>
      <dgm:spPr>
        <a:blipFill rotWithShape="1"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  <a:ln>
          <a:noFill/>
        </a:ln>
      </dgm:spPr>
    </dgm:pt>
    <dgm:pt modelId="{338F1B10-1BFD-4981-BEF3-F4F8A6627CFE}" type="pres">
      <dgm:prSet presAssocID="{75B75203-7800-41AF-959F-907EA6206AC5}" presName="iconSpace" presStyleCnt="0"/>
      <dgm:spPr/>
    </dgm:pt>
    <dgm:pt modelId="{0A4660AD-0B74-4DE6-9D5F-FB88EAA31BD8}" type="pres">
      <dgm:prSet presAssocID="{75B75203-7800-41AF-959F-907EA6206AC5}" presName="parTx" presStyleLbl="revTx" presStyleIdx="6" presStyleCnt="12">
        <dgm:presLayoutVars>
          <dgm:chMax val="0"/>
          <dgm:chPref val="0"/>
        </dgm:presLayoutVars>
      </dgm:prSet>
      <dgm:spPr/>
    </dgm:pt>
    <dgm:pt modelId="{0AC1E467-1BBA-4A5A-A5A4-499707AF4CCB}" type="pres">
      <dgm:prSet presAssocID="{75B75203-7800-41AF-959F-907EA6206AC5}" presName="txSpace" presStyleCnt="0"/>
      <dgm:spPr/>
    </dgm:pt>
    <dgm:pt modelId="{0912D5F0-B3F2-49A5-B466-54A3DB3EAC83}" type="pres">
      <dgm:prSet presAssocID="{75B75203-7800-41AF-959F-907EA6206AC5}" presName="desTx" presStyleLbl="revTx" presStyleIdx="7" presStyleCnt="12">
        <dgm:presLayoutVars/>
      </dgm:prSet>
      <dgm:spPr/>
    </dgm:pt>
    <dgm:pt modelId="{A0ABF98E-7C8E-4DBB-8706-CD7EC2541148}" type="pres">
      <dgm:prSet presAssocID="{77476D21-47C3-4427-9A39-12D2D93C88FE}" presName="sibTrans" presStyleCnt="0"/>
      <dgm:spPr/>
    </dgm:pt>
    <dgm:pt modelId="{4EBA807D-52DB-42D6-A555-826DA77C81A8}" type="pres">
      <dgm:prSet presAssocID="{EB264E24-3F5B-4488-9C8E-52E14AEF4040}" presName="compNode" presStyleCnt="0"/>
      <dgm:spPr/>
    </dgm:pt>
    <dgm:pt modelId="{81FA500A-A3FA-425F-A460-BAA10E228E5C}" type="pres">
      <dgm:prSet presAssocID="{EB264E24-3F5B-4488-9C8E-52E14AEF4040}" presName="iconRect" presStyleLbl="node1" presStyleIdx="4" presStyleCnt="6"/>
      <dgm:spPr>
        <a:blipFill>
          <a:blip xmlns:r="http://schemas.openxmlformats.org/officeDocument/2006/relationships"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s"/>
        </a:ext>
      </dgm:extLst>
    </dgm:pt>
    <dgm:pt modelId="{83689B55-7943-4EE0-BA96-9FF7C6AFC52F}" type="pres">
      <dgm:prSet presAssocID="{EB264E24-3F5B-4488-9C8E-52E14AEF4040}" presName="iconSpace" presStyleCnt="0"/>
      <dgm:spPr/>
    </dgm:pt>
    <dgm:pt modelId="{5FF3AEA6-3BE8-4CF0-94CA-1020BD9238AA}" type="pres">
      <dgm:prSet presAssocID="{EB264E24-3F5B-4488-9C8E-52E14AEF4040}" presName="parTx" presStyleLbl="revTx" presStyleIdx="8" presStyleCnt="12">
        <dgm:presLayoutVars>
          <dgm:chMax val="0"/>
          <dgm:chPref val="0"/>
        </dgm:presLayoutVars>
      </dgm:prSet>
      <dgm:spPr/>
    </dgm:pt>
    <dgm:pt modelId="{B3F29AF4-2A29-45FC-95F7-69024D64B288}" type="pres">
      <dgm:prSet presAssocID="{EB264E24-3F5B-4488-9C8E-52E14AEF4040}" presName="txSpace" presStyleCnt="0"/>
      <dgm:spPr/>
    </dgm:pt>
    <dgm:pt modelId="{739EC73D-E824-4035-9EFF-2A176F6EEF78}" type="pres">
      <dgm:prSet presAssocID="{EB264E24-3F5B-4488-9C8E-52E14AEF4040}" presName="desTx" presStyleLbl="revTx" presStyleIdx="9" presStyleCnt="12">
        <dgm:presLayoutVars/>
      </dgm:prSet>
      <dgm:spPr/>
    </dgm:pt>
    <dgm:pt modelId="{1BBBA702-6D51-456D-AF77-8C3DB2E4CBB3}" type="pres">
      <dgm:prSet presAssocID="{A5DED165-3C4F-4B91-8663-0BFAE414BA53}" presName="sibTrans" presStyleCnt="0"/>
      <dgm:spPr/>
    </dgm:pt>
    <dgm:pt modelId="{EF307D83-66BF-47A2-8B78-649CF061D937}" type="pres">
      <dgm:prSet presAssocID="{24323645-952B-45E7-BAD7-D1C3C2862FAF}" presName="compNode" presStyleCnt="0"/>
      <dgm:spPr/>
    </dgm:pt>
    <dgm:pt modelId="{A33F2CB9-C2D6-402B-BF3C-2BAD52D49C30}" type="pres">
      <dgm:prSet presAssocID="{24323645-952B-45E7-BAD7-D1C3C2862FAF}" presName="iconRect" presStyleLbl="node1" presStyleIdx="5" presStyleCnt="6"/>
      <dgm:spPr>
        <a:blipFill rotWithShape="1">
          <a:blip xmlns:r="http://schemas.openxmlformats.org/officeDocument/2006/relationships"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rcRect/>
          <a:stretch>
            <a:fillRect/>
          </a:stretch>
        </a:blipFill>
        <a:ln>
          <a:noFill/>
        </a:ln>
      </dgm:spPr>
    </dgm:pt>
    <dgm:pt modelId="{17AD2000-4E77-4FC8-AF5A-3D658332C01F}" type="pres">
      <dgm:prSet presAssocID="{24323645-952B-45E7-BAD7-D1C3C2862FAF}" presName="iconSpace" presStyleCnt="0"/>
      <dgm:spPr/>
    </dgm:pt>
    <dgm:pt modelId="{64671446-D631-4B85-A185-A78AB7721C02}" type="pres">
      <dgm:prSet presAssocID="{24323645-952B-45E7-BAD7-D1C3C2862FAF}" presName="parTx" presStyleLbl="revTx" presStyleIdx="10" presStyleCnt="12">
        <dgm:presLayoutVars>
          <dgm:chMax val="0"/>
          <dgm:chPref val="0"/>
        </dgm:presLayoutVars>
      </dgm:prSet>
      <dgm:spPr/>
    </dgm:pt>
    <dgm:pt modelId="{F2ABC393-C131-45E0-B519-CC82ED02F603}" type="pres">
      <dgm:prSet presAssocID="{24323645-952B-45E7-BAD7-D1C3C2862FAF}" presName="txSpace" presStyleCnt="0"/>
      <dgm:spPr/>
    </dgm:pt>
    <dgm:pt modelId="{C2DB5595-258A-401D-9F14-6DCFFF0113B6}" type="pres">
      <dgm:prSet presAssocID="{24323645-952B-45E7-BAD7-D1C3C2862FAF}" presName="desTx" presStyleLbl="revTx" presStyleIdx="11" presStyleCnt="12">
        <dgm:presLayoutVars/>
      </dgm:prSet>
      <dgm:spPr/>
    </dgm:pt>
  </dgm:ptLst>
  <dgm:cxnLst>
    <dgm:cxn modelId="{09EFA505-F259-4C18-970A-049317931DCE}" type="presOf" srcId="{609FE0FB-213E-4699-B630-958486575396}" destId="{739EC73D-E824-4035-9EFF-2A176F6EEF78}" srcOrd="0" destOrd="1" presId="urn:microsoft.com/office/officeart/2018/2/layout/IconLabelDescriptionList"/>
    <dgm:cxn modelId="{ACED390A-E13D-438B-9FF4-5430A26B402D}" srcId="{040AD7E6-6811-42D4-A77F-24ECB60B2D3C}" destId="{9795E343-7414-4C45-9F5B-DC6EF1CDEAFA}" srcOrd="0" destOrd="0" parTransId="{F70FC495-8D8B-48C6-BC38-B82A5C26AE9F}" sibTransId="{93563434-0EEB-4154-AA5A-129338D08544}"/>
    <dgm:cxn modelId="{FF968C11-F071-4927-84D0-BDFD5FA726AC}" srcId="{A44286DE-600D-4425-9378-95D056060D47}" destId="{CC2B845E-7991-4593-A4EB-E39924BF99AB}" srcOrd="1" destOrd="0" parTransId="{1863F9C1-4EC2-4ECD-A570-2F6994B96DEC}" sibTransId="{A07436FF-9FA9-4B52-BAA0-6FE9BF04E8FC}"/>
    <dgm:cxn modelId="{3DC29B12-EAE6-450E-9B4A-76C3ED440A8B}" srcId="{040AD7E6-6811-42D4-A77F-24ECB60B2D3C}" destId="{24323645-952B-45E7-BAD7-D1C3C2862FAF}" srcOrd="5" destOrd="0" parTransId="{A70B009C-7F14-4326-BD58-AB0AC20346F8}" sibTransId="{0DD75B70-2A98-464F-A85C-C3F4224E5B02}"/>
    <dgm:cxn modelId="{7C24DA13-4FFA-47C5-AB8C-79B7262E76CC}" type="presOf" srcId="{CC2B845E-7991-4593-A4EB-E39924BF99AB}" destId="{7B5E18F0-9E87-4A8C-9FDF-24A2EE74AD6B}" srcOrd="0" destOrd="1" presId="urn:microsoft.com/office/officeart/2018/2/layout/IconLabelDescriptionList"/>
    <dgm:cxn modelId="{81D5D721-4846-455B-9CC4-2D903AB0342D}" srcId="{75B75203-7800-41AF-959F-907EA6206AC5}" destId="{86406557-6138-419F-BFBB-6BAE6E2D336A}" srcOrd="1" destOrd="0" parTransId="{4555328D-FEB9-401D-984A-0A31CEAE7A57}" sibTransId="{BD1D0B03-EC22-42CB-9740-FE0425F64916}"/>
    <dgm:cxn modelId="{A972ED28-28AC-4F30-9DB0-E73CC10E5C72}" type="presOf" srcId="{F75B4724-7F8B-4A2E-88D1-FFFEC1C81C7B}" destId="{739EC73D-E824-4035-9EFF-2A176F6EEF78}" srcOrd="0" destOrd="0" presId="urn:microsoft.com/office/officeart/2018/2/layout/IconLabelDescriptionList"/>
    <dgm:cxn modelId="{C059602B-8390-4AF9-9BA8-C679FD72ED9A}" srcId="{040AD7E6-6811-42D4-A77F-24ECB60B2D3C}" destId="{EB264E24-3F5B-4488-9C8E-52E14AEF4040}" srcOrd="4" destOrd="0" parTransId="{7898C90A-F528-48D3-87C5-C62D9463AEB9}" sibTransId="{A5DED165-3C4F-4B91-8663-0BFAE414BA53}"/>
    <dgm:cxn modelId="{8FE78731-F2DF-43F5-A9CB-E286531956B7}" type="presOf" srcId="{A9D58A89-D73C-4A4B-9A6F-9657E651B9EA}" destId="{C2DB5595-258A-401D-9F14-6DCFFF0113B6}" srcOrd="0" destOrd="0" presId="urn:microsoft.com/office/officeart/2018/2/layout/IconLabelDescriptionList"/>
    <dgm:cxn modelId="{B6B3CB31-79DC-4FF8-8632-93021C85BE8A}" srcId="{EB264E24-3F5B-4488-9C8E-52E14AEF4040}" destId="{F75B4724-7F8B-4A2E-88D1-FFFEC1C81C7B}" srcOrd="0" destOrd="0" parTransId="{EC1301A2-7DCF-4F98-9BEB-EEB2CB1AD02A}" sibTransId="{0ADA817F-8316-4FE7-9926-746FD7F67920}"/>
    <dgm:cxn modelId="{389DE23A-1441-4990-8FFA-EC7AA3D94CE1}" srcId="{24323645-952B-45E7-BAD7-D1C3C2862FAF}" destId="{A9D58A89-D73C-4A4B-9A6F-9657E651B9EA}" srcOrd="0" destOrd="0" parTransId="{8B10815A-7F93-4CBA-9182-A7DB396672CB}" sibTransId="{B84B11FD-1D18-4A5A-85CB-618DEA4C3624}"/>
    <dgm:cxn modelId="{6A4BFD3A-D728-4AD3-9B16-9561E869B8AA}" type="presOf" srcId="{3EFA2333-2CF2-4330-A5D3-F6E26C99F9AD}" destId="{B208F8C4-B416-4D7A-BABA-05B52D073D39}" srcOrd="0" destOrd="1" presId="urn:microsoft.com/office/officeart/2018/2/layout/IconLabelDescriptionList"/>
    <dgm:cxn modelId="{DEC7CF3D-6C53-4F11-9E0F-5283AF854765}" type="presOf" srcId="{9795E343-7414-4C45-9F5B-DC6EF1CDEAFA}" destId="{D9991A55-AA4B-45CA-91B7-91C2C6B4B3F5}" srcOrd="0" destOrd="0" presId="urn:microsoft.com/office/officeart/2018/2/layout/IconLabelDescriptionList"/>
    <dgm:cxn modelId="{E70E7240-7691-4A65-8753-EFF6AA5E28E5}" srcId="{75B75203-7800-41AF-959F-907EA6206AC5}" destId="{32BD2612-2122-4060-8B9A-002D014193A6}" srcOrd="0" destOrd="0" parTransId="{16533188-DD45-4E91-A6D7-E636301CC428}" sibTransId="{CEF885DC-F407-4516-B0ED-EF37B83099EF}"/>
    <dgm:cxn modelId="{C8FAB644-0980-4EAA-91E1-27EF68F3EC36}" srcId="{24323645-952B-45E7-BAD7-D1C3C2862FAF}" destId="{FD98D225-2CE3-4058-852B-7176BBD12B0D}" srcOrd="1" destOrd="0" parTransId="{1B398644-9D53-4FF0-B443-509785F7B88D}" sibTransId="{8AC23C59-7C72-484B-9352-DBABCE435590}"/>
    <dgm:cxn modelId="{7234CF68-1E3D-4BE9-9C05-804BCEA7343A}" srcId="{9795E343-7414-4C45-9F5B-DC6EF1CDEAFA}" destId="{C0E7027E-F412-4D75-9F28-C4D1CDC0D76E}" srcOrd="1" destOrd="0" parTransId="{56D9BCDA-A652-4116-B86B-3C55EBBA81D8}" sibTransId="{318AEC8B-52B6-4716-A9E4-AD4384E2F9E6}"/>
    <dgm:cxn modelId="{74EA3B4A-15FC-47B5-B846-4D26A7908C0B}" type="presOf" srcId="{6F34505A-248D-4EF4-964B-7B23C1BD67D2}" destId="{7B5E18F0-9E87-4A8C-9FDF-24A2EE74AD6B}" srcOrd="0" destOrd="0" presId="urn:microsoft.com/office/officeart/2018/2/layout/IconLabelDescriptionList"/>
    <dgm:cxn modelId="{D483406B-7467-4313-8400-FAD4DFDB469B}" srcId="{5B1CB5A0-7FBE-462C-AB57-D9A32A3EB6BC}" destId="{3EFA2333-2CF2-4330-A5D3-F6E26C99F9AD}" srcOrd="1" destOrd="0" parTransId="{DB8216ED-2730-4B3A-A221-A6B650835DE7}" sibTransId="{D34D2DED-8D04-410A-B8AD-7F50833915C3}"/>
    <dgm:cxn modelId="{9E93056C-669D-49A1-B0C6-E2C719476C42}" type="presOf" srcId="{FD98D225-2CE3-4058-852B-7176BBD12B0D}" destId="{C2DB5595-258A-401D-9F14-6DCFFF0113B6}" srcOrd="0" destOrd="1" presId="urn:microsoft.com/office/officeart/2018/2/layout/IconLabelDescriptionList"/>
    <dgm:cxn modelId="{A912F471-8B50-4017-B543-F32EF24AAF32}" srcId="{A44286DE-600D-4425-9378-95D056060D47}" destId="{DA0681E2-C4F5-4670-90E6-0346C9B7BA42}" srcOrd="2" destOrd="0" parTransId="{D7AF273F-72F7-4DA5-8796-8EF1157D14DF}" sibTransId="{7F1BCD37-41AC-47B0-A870-DCF3042E2519}"/>
    <dgm:cxn modelId="{5FEC9D58-B435-42C6-9316-CB45932231B3}" srcId="{040AD7E6-6811-42D4-A77F-24ECB60B2D3C}" destId="{75B75203-7800-41AF-959F-907EA6206AC5}" srcOrd="3" destOrd="0" parTransId="{78FAEDFE-00E3-4DD2-A03F-82C315FBD587}" sibTransId="{77476D21-47C3-4427-9A39-12D2D93C88FE}"/>
    <dgm:cxn modelId="{A3818481-452A-4D29-8C8A-0ADE564BE2ED}" type="presOf" srcId="{86406557-6138-419F-BFBB-6BAE6E2D336A}" destId="{0912D5F0-B3F2-49A5-B466-54A3DB3EAC83}" srcOrd="0" destOrd="1" presId="urn:microsoft.com/office/officeart/2018/2/layout/IconLabelDescriptionList"/>
    <dgm:cxn modelId="{019BCB83-BB22-42C1-A1B8-A1A5DF326517}" srcId="{040AD7E6-6811-42D4-A77F-24ECB60B2D3C}" destId="{A44286DE-600D-4425-9378-95D056060D47}" srcOrd="1" destOrd="0" parTransId="{4CB07A14-E996-4386-BCAE-816CF5CCCC0B}" sibTransId="{13F7E366-C44B-489F-B53C-410D4F5A37F0}"/>
    <dgm:cxn modelId="{DC08EC87-6E55-46FC-8FCA-FC62657216BA}" type="presOf" srcId="{C0E7027E-F412-4D75-9F28-C4D1CDC0D76E}" destId="{9B18A118-7BB8-41AD-95E3-CBEDE2D0D2FB}" srcOrd="0" destOrd="1" presId="urn:microsoft.com/office/officeart/2018/2/layout/IconLabelDescriptionList"/>
    <dgm:cxn modelId="{9663298A-AAD2-4A1E-959A-50A7C043E3CF}" srcId="{EB264E24-3F5B-4488-9C8E-52E14AEF4040}" destId="{609FE0FB-213E-4699-B630-958486575396}" srcOrd="1" destOrd="0" parTransId="{84F1CF6D-748E-4256-8732-BBE4BB4D175D}" sibTransId="{5A3514B3-2291-4B22-A675-1426C09857FE}"/>
    <dgm:cxn modelId="{217C4B8F-217D-4EE0-8F30-6D21279AAFD3}" srcId="{5B1CB5A0-7FBE-462C-AB57-D9A32A3EB6BC}" destId="{FB9E5D37-B138-431E-98C1-B2B692CF3A9F}" srcOrd="0" destOrd="0" parTransId="{6183AB5B-9679-4510-9916-BD42A3021B1D}" sibTransId="{B9405642-E41E-49DA-B3E1-8AC23FD77EE4}"/>
    <dgm:cxn modelId="{F844A98F-AB53-438C-8519-8B1DC73AC250}" type="presOf" srcId="{DA0681E2-C4F5-4670-90E6-0346C9B7BA42}" destId="{7B5E18F0-9E87-4A8C-9FDF-24A2EE74AD6B}" srcOrd="0" destOrd="2" presId="urn:microsoft.com/office/officeart/2018/2/layout/IconLabelDescriptionList"/>
    <dgm:cxn modelId="{27803390-E2FF-43CB-9545-B6E8EA4C24DD}" type="presOf" srcId="{A41E5770-22EF-43C6-9C67-7D90B2A6B765}" destId="{9B18A118-7BB8-41AD-95E3-CBEDE2D0D2FB}" srcOrd="0" destOrd="0" presId="urn:microsoft.com/office/officeart/2018/2/layout/IconLabelDescriptionList"/>
    <dgm:cxn modelId="{312166A6-F316-47F8-BFE8-17BDFAE5799A}" srcId="{9795E343-7414-4C45-9F5B-DC6EF1CDEAFA}" destId="{A41E5770-22EF-43C6-9C67-7D90B2A6B765}" srcOrd="0" destOrd="0" parTransId="{D9B44F93-B104-4C1D-8B1F-0E79B3B0B6EA}" sibTransId="{3F126C96-ABC7-4273-821E-E95EA1DD53EC}"/>
    <dgm:cxn modelId="{5FA647A8-F44E-4A7F-9EC5-295399148C0C}" type="presOf" srcId="{32BD2612-2122-4060-8B9A-002D014193A6}" destId="{0912D5F0-B3F2-49A5-B466-54A3DB3EAC83}" srcOrd="0" destOrd="0" presId="urn:microsoft.com/office/officeart/2018/2/layout/IconLabelDescriptionList"/>
    <dgm:cxn modelId="{A3D105C3-7FC5-4B8B-AECD-7F4B3A2FB224}" type="presOf" srcId="{75B75203-7800-41AF-959F-907EA6206AC5}" destId="{0A4660AD-0B74-4DE6-9D5F-FB88EAA31BD8}" srcOrd="0" destOrd="0" presId="urn:microsoft.com/office/officeart/2018/2/layout/IconLabelDescriptionList"/>
    <dgm:cxn modelId="{9A6CE1CB-DDF8-4C44-9929-46E4895EE99E}" srcId="{040AD7E6-6811-42D4-A77F-24ECB60B2D3C}" destId="{5B1CB5A0-7FBE-462C-AB57-D9A32A3EB6BC}" srcOrd="2" destOrd="0" parTransId="{69D698E4-27D6-4FB1-AC3C-52CB6C655ED8}" sibTransId="{82C24748-DDDB-4D29-987D-09B34FCC412C}"/>
    <dgm:cxn modelId="{E32B95D2-0868-4550-8BCF-5AF354132A9D}" srcId="{A44286DE-600D-4425-9378-95D056060D47}" destId="{6F34505A-248D-4EF4-964B-7B23C1BD67D2}" srcOrd="0" destOrd="0" parTransId="{6D9E5482-90D2-43AA-A9DD-38C4F410F5F7}" sibTransId="{0B6C168D-595D-41C8-9CFD-BA65CC558D60}"/>
    <dgm:cxn modelId="{D40B6BD7-ECFB-42A6-9836-D7F46ED62C3B}" type="presOf" srcId="{5B1CB5A0-7FBE-462C-AB57-D9A32A3EB6BC}" destId="{5947FBF6-C7EB-4537-BB87-2C3080CC006C}" srcOrd="0" destOrd="0" presId="urn:microsoft.com/office/officeart/2018/2/layout/IconLabelDescriptionList"/>
    <dgm:cxn modelId="{1C5962D9-BBCA-420D-A3A6-EA3EF7E7BA79}" type="presOf" srcId="{EB264E24-3F5B-4488-9C8E-52E14AEF4040}" destId="{5FF3AEA6-3BE8-4CF0-94CA-1020BD9238AA}" srcOrd="0" destOrd="0" presId="urn:microsoft.com/office/officeart/2018/2/layout/IconLabelDescriptionList"/>
    <dgm:cxn modelId="{42F3E4DB-AF22-4841-97F3-922355617BDD}" type="presOf" srcId="{A44286DE-600D-4425-9378-95D056060D47}" destId="{5BBA7548-E3D6-4680-B2B1-3B6722E6CB75}" srcOrd="0" destOrd="0" presId="urn:microsoft.com/office/officeart/2018/2/layout/IconLabelDescriptionList"/>
    <dgm:cxn modelId="{C3CAF2F4-C5C3-4F6A-9099-8DB705FBBD55}" type="presOf" srcId="{FB9E5D37-B138-431E-98C1-B2B692CF3A9F}" destId="{B208F8C4-B416-4D7A-BABA-05B52D073D39}" srcOrd="0" destOrd="0" presId="urn:microsoft.com/office/officeart/2018/2/layout/IconLabelDescriptionList"/>
    <dgm:cxn modelId="{94EB53F7-5A0E-406C-BF79-992AACC55796}" type="presOf" srcId="{24323645-952B-45E7-BAD7-D1C3C2862FAF}" destId="{64671446-D631-4B85-A185-A78AB7721C02}" srcOrd="0" destOrd="0" presId="urn:microsoft.com/office/officeart/2018/2/layout/IconLabelDescriptionList"/>
    <dgm:cxn modelId="{2D3290FA-B247-43C0-85B5-96001B66CBDD}" type="presOf" srcId="{040AD7E6-6811-42D4-A77F-24ECB60B2D3C}" destId="{F6EC68E1-4356-4C7D-9FD0-24F3868C1403}" srcOrd="0" destOrd="0" presId="urn:microsoft.com/office/officeart/2018/2/layout/IconLabelDescriptionList"/>
    <dgm:cxn modelId="{74C409EF-76CB-4F3D-9152-4ABF998958DA}" type="presParOf" srcId="{F6EC68E1-4356-4C7D-9FD0-24F3868C1403}" destId="{9FEF0670-2014-4662-AB2E-FA81DF720050}" srcOrd="0" destOrd="0" presId="urn:microsoft.com/office/officeart/2018/2/layout/IconLabelDescriptionList"/>
    <dgm:cxn modelId="{3BD2A8C5-47AB-407E-8114-96BF67B7408A}" type="presParOf" srcId="{9FEF0670-2014-4662-AB2E-FA81DF720050}" destId="{573E9A52-4135-4FFA-A312-73F17EAACCFD}" srcOrd="0" destOrd="0" presId="urn:microsoft.com/office/officeart/2018/2/layout/IconLabelDescriptionList"/>
    <dgm:cxn modelId="{F68BE2D4-1A54-4BF5-934B-BD44C1D3C88F}" type="presParOf" srcId="{9FEF0670-2014-4662-AB2E-FA81DF720050}" destId="{F105EC53-D63E-41A0-AA8F-6D40B4B82186}" srcOrd="1" destOrd="0" presId="urn:microsoft.com/office/officeart/2018/2/layout/IconLabelDescriptionList"/>
    <dgm:cxn modelId="{922389B9-0E20-476A-B0B0-138EAACB3153}" type="presParOf" srcId="{9FEF0670-2014-4662-AB2E-FA81DF720050}" destId="{D9991A55-AA4B-45CA-91B7-91C2C6B4B3F5}" srcOrd="2" destOrd="0" presId="urn:microsoft.com/office/officeart/2018/2/layout/IconLabelDescriptionList"/>
    <dgm:cxn modelId="{5082E943-6220-48BF-89E4-C41EA8B3D789}" type="presParOf" srcId="{9FEF0670-2014-4662-AB2E-FA81DF720050}" destId="{AD08FD51-277E-4AAC-B0DE-D964848FDEBF}" srcOrd="3" destOrd="0" presId="urn:microsoft.com/office/officeart/2018/2/layout/IconLabelDescriptionList"/>
    <dgm:cxn modelId="{473D249F-318F-46EA-960F-233088362317}" type="presParOf" srcId="{9FEF0670-2014-4662-AB2E-FA81DF720050}" destId="{9B18A118-7BB8-41AD-95E3-CBEDE2D0D2FB}" srcOrd="4" destOrd="0" presId="urn:microsoft.com/office/officeart/2018/2/layout/IconLabelDescriptionList"/>
    <dgm:cxn modelId="{10DE5EC7-2BE3-46F8-88E0-BAE45C68FAAF}" type="presParOf" srcId="{F6EC68E1-4356-4C7D-9FD0-24F3868C1403}" destId="{0F3A1622-3AA2-445A-BCDB-BF54206C5191}" srcOrd="1" destOrd="0" presId="urn:microsoft.com/office/officeart/2018/2/layout/IconLabelDescriptionList"/>
    <dgm:cxn modelId="{C6A0F63C-093F-435F-8497-E8FB14F90269}" type="presParOf" srcId="{F6EC68E1-4356-4C7D-9FD0-24F3868C1403}" destId="{0F0B4FD0-A765-490E-9971-120097EEB14C}" srcOrd="2" destOrd="0" presId="urn:microsoft.com/office/officeart/2018/2/layout/IconLabelDescriptionList"/>
    <dgm:cxn modelId="{FC1690C0-9BCA-45CA-8948-837E7DB3E671}" type="presParOf" srcId="{0F0B4FD0-A765-490E-9971-120097EEB14C}" destId="{A10B4D4C-AB31-4F52-AD22-47CDE6D80B4D}" srcOrd="0" destOrd="0" presId="urn:microsoft.com/office/officeart/2018/2/layout/IconLabelDescriptionList"/>
    <dgm:cxn modelId="{75863DB1-D8F3-402C-823B-F040B4B9450D}" type="presParOf" srcId="{0F0B4FD0-A765-490E-9971-120097EEB14C}" destId="{0527B25A-683B-4F06-AE89-28DE2A538FF6}" srcOrd="1" destOrd="0" presId="urn:microsoft.com/office/officeart/2018/2/layout/IconLabelDescriptionList"/>
    <dgm:cxn modelId="{A8210129-1CAE-4FE2-8A43-E30E06D2669B}" type="presParOf" srcId="{0F0B4FD0-A765-490E-9971-120097EEB14C}" destId="{5BBA7548-E3D6-4680-B2B1-3B6722E6CB75}" srcOrd="2" destOrd="0" presId="urn:microsoft.com/office/officeart/2018/2/layout/IconLabelDescriptionList"/>
    <dgm:cxn modelId="{E816ABF1-6F98-4114-80B0-A77AD8BCC00F}" type="presParOf" srcId="{0F0B4FD0-A765-490E-9971-120097EEB14C}" destId="{077CC087-A9FD-433C-9610-D1739C67054D}" srcOrd="3" destOrd="0" presId="urn:microsoft.com/office/officeart/2018/2/layout/IconLabelDescriptionList"/>
    <dgm:cxn modelId="{8D2EAFC4-31BA-47AB-9798-F156C9CAD88B}" type="presParOf" srcId="{0F0B4FD0-A765-490E-9971-120097EEB14C}" destId="{7B5E18F0-9E87-4A8C-9FDF-24A2EE74AD6B}" srcOrd="4" destOrd="0" presId="urn:microsoft.com/office/officeart/2018/2/layout/IconLabelDescriptionList"/>
    <dgm:cxn modelId="{41A99602-CC73-4DC3-AE12-5297ECBEA297}" type="presParOf" srcId="{F6EC68E1-4356-4C7D-9FD0-24F3868C1403}" destId="{38BB6995-4285-4CA0-835E-BB59207377E3}" srcOrd="3" destOrd="0" presId="urn:microsoft.com/office/officeart/2018/2/layout/IconLabelDescriptionList"/>
    <dgm:cxn modelId="{5A871560-665C-49D5-8BD0-B304146BB508}" type="presParOf" srcId="{F6EC68E1-4356-4C7D-9FD0-24F3868C1403}" destId="{526D1133-66E7-4C36-B72C-B8DA521E5514}" srcOrd="4" destOrd="0" presId="urn:microsoft.com/office/officeart/2018/2/layout/IconLabelDescriptionList"/>
    <dgm:cxn modelId="{C29E4C34-818A-464A-9051-C50329C9CBC0}" type="presParOf" srcId="{526D1133-66E7-4C36-B72C-B8DA521E5514}" destId="{D223C4DE-B780-4E16-BF7F-1BDED2A218B1}" srcOrd="0" destOrd="0" presId="urn:microsoft.com/office/officeart/2018/2/layout/IconLabelDescriptionList"/>
    <dgm:cxn modelId="{C7B2A347-8D12-4A5C-90D1-3E2B4F037034}" type="presParOf" srcId="{526D1133-66E7-4C36-B72C-B8DA521E5514}" destId="{7332CE29-D187-431E-A19F-C00C7BC24A84}" srcOrd="1" destOrd="0" presId="urn:microsoft.com/office/officeart/2018/2/layout/IconLabelDescriptionList"/>
    <dgm:cxn modelId="{D5D9EB61-9371-408C-8851-4ECBF14126F1}" type="presParOf" srcId="{526D1133-66E7-4C36-B72C-B8DA521E5514}" destId="{5947FBF6-C7EB-4537-BB87-2C3080CC006C}" srcOrd="2" destOrd="0" presId="urn:microsoft.com/office/officeart/2018/2/layout/IconLabelDescriptionList"/>
    <dgm:cxn modelId="{1B7AE98B-BD98-41C7-BFA2-188C2CC19A79}" type="presParOf" srcId="{526D1133-66E7-4C36-B72C-B8DA521E5514}" destId="{AD6D6D6E-B54E-4900-90CC-F56492F7B1C6}" srcOrd="3" destOrd="0" presId="urn:microsoft.com/office/officeart/2018/2/layout/IconLabelDescriptionList"/>
    <dgm:cxn modelId="{8EA2E885-9BC4-4879-8FF6-E4FCB5843D30}" type="presParOf" srcId="{526D1133-66E7-4C36-B72C-B8DA521E5514}" destId="{B208F8C4-B416-4D7A-BABA-05B52D073D39}" srcOrd="4" destOrd="0" presId="urn:microsoft.com/office/officeart/2018/2/layout/IconLabelDescriptionList"/>
    <dgm:cxn modelId="{DA1A17FB-C405-47C1-9CD7-BC41E860008A}" type="presParOf" srcId="{F6EC68E1-4356-4C7D-9FD0-24F3868C1403}" destId="{A9E86509-840D-4C71-8255-E5A683F084BE}" srcOrd="5" destOrd="0" presId="urn:microsoft.com/office/officeart/2018/2/layout/IconLabelDescriptionList"/>
    <dgm:cxn modelId="{60C56946-3F91-42F4-85E3-59A682ADC1F5}" type="presParOf" srcId="{F6EC68E1-4356-4C7D-9FD0-24F3868C1403}" destId="{2DDD8092-BD9E-498D-9562-378B8BEDC329}" srcOrd="6" destOrd="0" presId="urn:microsoft.com/office/officeart/2018/2/layout/IconLabelDescriptionList"/>
    <dgm:cxn modelId="{65373096-115B-43A9-BEAB-3C5E407341FF}" type="presParOf" srcId="{2DDD8092-BD9E-498D-9562-378B8BEDC329}" destId="{17CC9D4C-9D12-4442-A9A4-D7C45D5604F4}" srcOrd="0" destOrd="0" presId="urn:microsoft.com/office/officeart/2018/2/layout/IconLabelDescriptionList"/>
    <dgm:cxn modelId="{E1E05B38-89B8-4D64-8E6E-5378D1DE1041}" type="presParOf" srcId="{2DDD8092-BD9E-498D-9562-378B8BEDC329}" destId="{338F1B10-1BFD-4981-BEF3-F4F8A6627CFE}" srcOrd="1" destOrd="0" presId="urn:microsoft.com/office/officeart/2018/2/layout/IconLabelDescriptionList"/>
    <dgm:cxn modelId="{8B42AE0E-D7B8-44E1-9175-4B47BBF06B7C}" type="presParOf" srcId="{2DDD8092-BD9E-498D-9562-378B8BEDC329}" destId="{0A4660AD-0B74-4DE6-9D5F-FB88EAA31BD8}" srcOrd="2" destOrd="0" presId="urn:microsoft.com/office/officeart/2018/2/layout/IconLabelDescriptionList"/>
    <dgm:cxn modelId="{BB10DD50-0A43-4025-B3C2-EDE70F91F9CE}" type="presParOf" srcId="{2DDD8092-BD9E-498D-9562-378B8BEDC329}" destId="{0AC1E467-1BBA-4A5A-A5A4-499707AF4CCB}" srcOrd="3" destOrd="0" presId="urn:microsoft.com/office/officeart/2018/2/layout/IconLabelDescriptionList"/>
    <dgm:cxn modelId="{36307A7E-0EEB-42D2-9273-A298626CB98A}" type="presParOf" srcId="{2DDD8092-BD9E-498D-9562-378B8BEDC329}" destId="{0912D5F0-B3F2-49A5-B466-54A3DB3EAC83}" srcOrd="4" destOrd="0" presId="urn:microsoft.com/office/officeart/2018/2/layout/IconLabelDescriptionList"/>
    <dgm:cxn modelId="{D8B268B2-1292-4F37-B50D-B50AD5B93F13}" type="presParOf" srcId="{F6EC68E1-4356-4C7D-9FD0-24F3868C1403}" destId="{A0ABF98E-7C8E-4DBB-8706-CD7EC2541148}" srcOrd="7" destOrd="0" presId="urn:microsoft.com/office/officeart/2018/2/layout/IconLabelDescriptionList"/>
    <dgm:cxn modelId="{4FFF0BC0-E33C-48BA-A565-9F2834086381}" type="presParOf" srcId="{F6EC68E1-4356-4C7D-9FD0-24F3868C1403}" destId="{4EBA807D-52DB-42D6-A555-826DA77C81A8}" srcOrd="8" destOrd="0" presId="urn:microsoft.com/office/officeart/2018/2/layout/IconLabelDescriptionList"/>
    <dgm:cxn modelId="{C3113D8B-40C4-4FD5-9AB0-489ED13311C5}" type="presParOf" srcId="{4EBA807D-52DB-42D6-A555-826DA77C81A8}" destId="{81FA500A-A3FA-425F-A460-BAA10E228E5C}" srcOrd="0" destOrd="0" presId="urn:microsoft.com/office/officeart/2018/2/layout/IconLabelDescriptionList"/>
    <dgm:cxn modelId="{8F83B734-3E87-445B-9F51-5CEFF51F9874}" type="presParOf" srcId="{4EBA807D-52DB-42D6-A555-826DA77C81A8}" destId="{83689B55-7943-4EE0-BA96-9FF7C6AFC52F}" srcOrd="1" destOrd="0" presId="urn:microsoft.com/office/officeart/2018/2/layout/IconLabelDescriptionList"/>
    <dgm:cxn modelId="{29A565B2-4F43-4EFE-A5AE-AF55F95237D4}" type="presParOf" srcId="{4EBA807D-52DB-42D6-A555-826DA77C81A8}" destId="{5FF3AEA6-3BE8-4CF0-94CA-1020BD9238AA}" srcOrd="2" destOrd="0" presId="urn:microsoft.com/office/officeart/2018/2/layout/IconLabelDescriptionList"/>
    <dgm:cxn modelId="{DEF88DC8-AEE7-461E-9FB4-EEED101D49CE}" type="presParOf" srcId="{4EBA807D-52DB-42D6-A555-826DA77C81A8}" destId="{B3F29AF4-2A29-45FC-95F7-69024D64B288}" srcOrd="3" destOrd="0" presId="urn:microsoft.com/office/officeart/2018/2/layout/IconLabelDescriptionList"/>
    <dgm:cxn modelId="{D4276B26-6F42-414F-A47B-EBDB10BCEF75}" type="presParOf" srcId="{4EBA807D-52DB-42D6-A555-826DA77C81A8}" destId="{739EC73D-E824-4035-9EFF-2A176F6EEF78}" srcOrd="4" destOrd="0" presId="urn:microsoft.com/office/officeart/2018/2/layout/IconLabelDescriptionList"/>
    <dgm:cxn modelId="{72A801A8-D9C1-44FE-BE54-B029584ACA46}" type="presParOf" srcId="{F6EC68E1-4356-4C7D-9FD0-24F3868C1403}" destId="{1BBBA702-6D51-456D-AF77-8C3DB2E4CBB3}" srcOrd="9" destOrd="0" presId="urn:microsoft.com/office/officeart/2018/2/layout/IconLabelDescriptionList"/>
    <dgm:cxn modelId="{9795BDF3-2459-4997-B7B0-443B7789FB68}" type="presParOf" srcId="{F6EC68E1-4356-4C7D-9FD0-24F3868C1403}" destId="{EF307D83-66BF-47A2-8B78-649CF061D937}" srcOrd="10" destOrd="0" presId="urn:microsoft.com/office/officeart/2018/2/layout/IconLabelDescriptionList"/>
    <dgm:cxn modelId="{77C81641-3ADA-4F7B-AF7A-3A34B8BC730B}" type="presParOf" srcId="{EF307D83-66BF-47A2-8B78-649CF061D937}" destId="{A33F2CB9-C2D6-402B-BF3C-2BAD52D49C30}" srcOrd="0" destOrd="0" presId="urn:microsoft.com/office/officeart/2018/2/layout/IconLabelDescriptionList"/>
    <dgm:cxn modelId="{B58A34BE-D67C-4B79-9BA7-A352F1B7DB21}" type="presParOf" srcId="{EF307D83-66BF-47A2-8B78-649CF061D937}" destId="{17AD2000-4E77-4FC8-AF5A-3D658332C01F}" srcOrd="1" destOrd="0" presId="urn:microsoft.com/office/officeart/2018/2/layout/IconLabelDescriptionList"/>
    <dgm:cxn modelId="{3C7F78FB-1499-45C5-9582-1BA2AF09D027}" type="presParOf" srcId="{EF307D83-66BF-47A2-8B78-649CF061D937}" destId="{64671446-D631-4B85-A185-A78AB7721C02}" srcOrd="2" destOrd="0" presId="urn:microsoft.com/office/officeart/2018/2/layout/IconLabelDescriptionList"/>
    <dgm:cxn modelId="{EBD2FF95-D294-4FB3-849B-86E472A947D7}" type="presParOf" srcId="{EF307D83-66BF-47A2-8B78-649CF061D937}" destId="{F2ABC393-C131-45E0-B519-CC82ED02F603}" srcOrd="3" destOrd="0" presId="urn:microsoft.com/office/officeart/2018/2/layout/IconLabelDescriptionList"/>
    <dgm:cxn modelId="{FD09DE16-3AD3-47F7-8330-E409E7EED610}" type="presParOf" srcId="{EF307D83-66BF-47A2-8B78-649CF061D937}" destId="{C2DB5595-258A-401D-9F14-6DCFFF0113B6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6.xml><?xml version="1.0" encoding="utf-8"?>
<dgm:dataModel xmlns:dgm="http://schemas.openxmlformats.org/drawingml/2006/diagram" xmlns:a="http://schemas.openxmlformats.org/drawingml/2006/main">
  <dgm:ptLst>
    <dgm:pt modelId="{FF36411C-9F45-4287-BB1F-F118062CC5AC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B5E3BF25-34B7-40E0-B5CA-D956F7D9D15A}">
      <dgm:prSet/>
      <dgm:spPr/>
      <dgm:t>
        <a:bodyPr/>
        <a:lstStyle/>
        <a:p>
          <a:r>
            <a:rPr lang="tr-TR" dirty="0" err="1"/>
            <a:t>Less</a:t>
          </a:r>
          <a:r>
            <a:rPr lang="tr-TR" dirty="0"/>
            <a:t> </a:t>
          </a:r>
          <a:r>
            <a:rPr lang="tr-TR" dirty="0" err="1"/>
            <a:t>control</a:t>
          </a:r>
          <a:endParaRPr lang="en-US" dirty="0"/>
        </a:p>
      </dgm:t>
    </dgm:pt>
    <dgm:pt modelId="{7F2FF1CB-8FF3-451D-B0E3-426EC5990B6A}" type="parTrans" cxnId="{265CCE3F-080A-4544-B51C-8A72A4391167}">
      <dgm:prSet/>
      <dgm:spPr/>
      <dgm:t>
        <a:bodyPr/>
        <a:lstStyle/>
        <a:p>
          <a:endParaRPr lang="en-US"/>
        </a:p>
      </dgm:t>
    </dgm:pt>
    <dgm:pt modelId="{7CB56C9C-FD8F-40BE-AACD-8A346679A28C}" type="sibTrans" cxnId="{265CCE3F-080A-4544-B51C-8A72A4391167}">
      <dgm:prSet/>
      <dgm:spPr/>
      <dgm:t>
        <a:bodyPr/>
        <a:lstStyle/>
        <a:p>
          <a:endParaRPr lang="en-US"/>
        </a:p>
      </dgm:t>
    </dgm:pt>
    <dgm:pt modelId="{9EC36D85-1E73-439D-9C0F-4CF38D024C92}">
      <dgm:prSet/>
      <dgm:spPr/>
      <dgm:t>
        <a:bodyPr/>
        <a:lstStyle/>
        <a:p>
          <a:r>
            <a:rPr lang="en-US" dirty="0"/>
            <a:t>to a pool operator</a:t>
          </a:r>
        </a:p>
      </dgm:t>
    </dgm:pt>
    <dgm:pt modelId="{9A2EC1B9-A677-497C-B93B-1CA70257173E}" type="parTrans" cxnId="{4422E41D-E066-4472-B1EF-DD1F2AEB468D}">
      <dgm:prSet/>
      <dgm:spPr/>
      <dgm:t>
        <a:bodyPr/>
        <a:lstStyle/>
        <a:p>
          <a:endParaRPr lang="en-US"/>
        </a:p>
      </dgm:t>
    </dgm:pt>
    <dgm:pt modelId="{E0954251-8486-418F-BAEE-B511EB494744}" type="sibTrans" cxnId="{4422E41D-E066-4472-B1EF-DD1F2AEB468D}">
      <dgm:prSet/>
      <dgm:spPr/>
      <dgm:t>
        <a:bodyPr/>
        <a:lstStyle/>
        <a:p>
          <a:endParaRPr lang="en-US"/>
        </a:p>
      </dgm:t>
    </dgm:pt>
    <dgm:pt modelId="{79BB46CD-B22D-4166-932A-C0AFC49A2371}">
      <dgm:prSet/>
      <dgm:spPr/>
      <dgm:t>
        <a:bodyPr/>
        <a:lstStyle/>
        <a:p>
          <a:r>
            <a:rPr lang="en-US" dirty="0"/>
            <a:t>like managed</a:t>
          </a:r>
          <a:r>
            <a:rPr lang="tr-TR" dirty="0"/>
            <a:t> </a:t>
          </a:r>
          <a:r>
            <a:rPr lang="tr-TR" dirty="0" err="1"/>
            <a:t>pools</a:t>
          </a:r>
          <a:endParaRPr lang="en-US" dirty="0"/>
        </a:p>
      </dgm:t>
    </dgm:pt>
    <dgm:pt modelId="{EDFDA7CD-582B-4976-B623-0EAF9182375C}" type="parTrans" cxnId="{30770039-8649-45DF-A314-D82D0F9B3BAE}">
      <dgm:prSet/>
      <dgm:spPr/>
    </dgm:pt>
    <dgm:pt modelId="{AD39F7D5-E109-417E-9ED6-A6F3B6D45A5C}" type="sibTrans" cxnId="{30770039-8649-45DF-A314-D82D0F9B3BAE}">
      <dgm:prSet/>
      <dgm:spPr/>
    </dgm:pt>
    <dgm:pt modelId="{441CA269-519E-4C6B-B7D5-7081A1BB9808}">
      <dgm:prSet/>
      <dgm:spPr/>
      <dgm:t>
        <a:bodyPr/>
        <a:lstStyle/>
        <a:p>
          <a:r>
            <a:rPr lang="en-US"/>
            <a:t>P2Pool reduces</a:t>
          </a:r>
          <a:endParaRPr lang="en-US" dirty="0"/>
        </a:p>
      </dgm:t>
    </dgm:pt>
    <dgm:pt modelId="{9C8CF339-E5C5-41A3-9F3F-3BBC2A8BA254}" type="parTrans" cxnId="{86DED978-C9F5-4793-BB63-2F6A0DFCB029}">
      <dgm:prSet/>
      <dgm:spPr/>
    </dgm:pt>
    <dgm:pt modelId="{1AA7FC26-8BCD-4FA3-B29F-4CD8442DB7D4}" type="sibTrans" cxnId="{86DED978-C9F5-4793-BB63-2F6A0DFCB029}">
      <dgm:prSet/>
      <dgm:spPr/>
    </dgm:pt>
    <dgm:pt modelId="{A588C1A2-BB18-499E-A8A2-0663CF7A3C5E}">
      <dgm:prSet/>
      <dgm:spPr/>
      <dgm:t>
        <a:bodyPr/>
        <a:lstStyle/>
        <a:p>
          <a:r>
            <a:rPr lang="en-US" dirty="0"/>
            <a:t>the concentration of power</a:t>
          </a:r>
        </a:p>
      </dgm:t>
    </dgm:pt>
    <dgm:pt modelId="{9DC38423-5996-450F-8934-1FA940C9167E}" type="parTrans" cxnId="{92E440B9-401B-4613-AD20-1EA2439E9668}">
      <dgm:prSet/>
      <dgm:spPr/>
      <dgm:t>
        <a:bodyPr/>
        <a:lstStyle/>
        <a:p>
          <a:endParaRPr lang="en-US"/>
        </a:p>
      </dgm:t>
    </dgm:pt>
    <dgm:pt modelId="{AFF9141D-783A-4F9A-825A-CCC643B6D36F}" type="sibTrans" cxnId="{92E440B9-401B-4613-AD20-1EA2439E9668}">
      <dgm:prSet/>
      <dgm:spPr/>
      <dgm:t>
        <a:bodyPr/>
        <a:lstStyle/>
        <a:p>
          <a:endParaRPr lang="en-US"/>
        </a:p>
      </dgm:t>
    </dgm:pt>
    <dgm:pt modelId="{9F92876E-A7D7-40F0-A9A3-EAC197985084}">
      <dgm:prSet/>
      <dgm:spPr/>
      <dgm:t>
        <a:bodyPr/>
        <a:lstStyle/>
        <a:p>
          <a:r>
            <a:rPr lang="en-US" dirty="0"/>
            <a:t>by mining pool operators</a:t>
          </a:r>
        </a:p>
      </dgm:t>
    </dgm:pt>
    <dgm:pt modelId="{51C9DCBB-0676-40ED-BA89-D3A2A6D6595D}" type="parTrans" cxnId="{7D5F9604-0BA4-40CD-AC11-A933339FB149}">
      <dgm:prSet/>
      <dgm:spPr/>
      <dgm:t>
        <a:bodyPr/>
        <a:lstStyle/>
        <a:p>
          <a:endParaRPr lang="en-US"/>
        </a:p>
      </dgm:t>
    </dgm:pt>
    <dgm:pt modelId="{6346BBA9-D015-44BA-98E0-1DF50D4B480A}" type="sibTrans" cxnId="{7D5F9604-0BA4-40CD-AC11-A933339FB149}">
      <dgm:prSet/>
      <dgm:spPr/>
      <dgm:t>
        <a:bodyPr/>
        <a:lstStyle/>
        <a:p>
          <a:endParaRPr lang="en-US"/>
        </a:p>
      </dgm:t>
    </dgm:pt>
    <dgm:pt modelId="{19EC3924-C514-4BAF-ACC7-2E85673A2CE5}" type="pres">
      <dgm:prSet presAssocID="{FF36411C-9F45-4287-BB1F-F118062CC5AC}" presName="linear" presStyleCnt="0">
        <dgm:presLayoutVars>
          <dgm:dir/>
          <dgm:animLvl val="lvl"/>
          <dgm:resizeHandles val="exact"/>
        </dgm:presLayoutVars>
      </dgm:prSet>
      <dgm:spPr/>
    </dgm:pt>
    <dgm:pt modelId="{37C0B845-29BF-4752-881C-25A337F27257}" type="pres">
      <dgm:prSet presAssocID="{B5E3BF25-34B7-40E0-B5CA-D956F7D9D15A}" presName="parentLin" presStyleCnt="0"/>
      <dgm:spPr/>
    </dgm:pt>
    <dgm:pt modelId="{5C9C35D1-D822-42DD-A88B-D91E843EFBD5}" type="pres">
      <dgm:prSet presAssocID="{B5E3BF25-34B7-40E0-B5CA-D956F7D9D15A}" presName="parentLeftMargin" presStyleLbl="node1" presStyleIdx="0" presStyleCnt="2"/>
      <dgm:spPr/>
    </dgm:pt>
    <dgm:pt modelId="{52C3E08E-5197-45FF-B179-212A703F9CDC}" type="pres">
      <dgm:prSet presAssocID="{B5E3BF25-34B7-40E0-B5CA-D956F7D9D15A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AA608BDF-344F-46A1-87A3-D352A10A99AC}" type="pres">
      <dgm:prSet presAssocID="{B5E3BF25-34B7-40E0-B5CA-D956F7D9D15A}" presName="negativeSpace" presStyleCnt="0"/>
      <dgm:spPr/>
    </dgm:pt>
    <dgm:pt modelId="{AB061D99-CC23-41CD-85F3-21E1FFAA0793}" type="pres">
      <dgm:prSet presAssocID="{B5E3BF25-34B7-40E0-B5CA-D956F7D9D15A}" presName="childText" presStyleLbl="conFgAcc1" presStyleIdx="0" presStyleCnt="2">
        <dgm:presLayoutVars>
          <dgm:bulletEnabled val="1"/>
        </dgm:presLayoutVars>
      </dgm:prSet>
      <dgm:spPr/>
    </dgm:pt>
    <dgm:pt modelId="{1111B385-C133-47AE-954F-CF8A07468634}" type="pres">
      <dgm:prSet presAssocID="{7CB56C9C-FD8F-40BE-AACD-8A346679A28C}" presName="spaceBetweenRectangles" presStyleCnt="0"/>
      <dgm:spPr/>
    </dgm:pt>
    <dgm:pt modelId="{98BDEA92-C410-4B71-BD4E-8E22933D31E2}" type="pres">
      <dgm:prSet presAssocID="{441CA269-519E-4C6B-B7D5-7081A1BB9808}" presName="parentLin" presStyleCnt="0"/>
      <dgm:spPr/>
    </dgm:pt>
    <dgm:pt modelId="{3CEBCBCD-0EEF-48D4-8D27-9BC40C11E8CC}" type="pres">
      <dgm:prSet presAssocID="{441CA269-519E-4C6B-B7D5-7081A1BB9808}" presName="parentLeftMargin" presStyleLbl="node1" presStyleIdx="0" presStyleCnt="2"/>
      <dgm:spPr/>
    </dgm:pt>
    <dgm:pt modelId="{53A3F6FA-3C27-4F4B-B331-5BF2EEDBA409}" type="pres">
      <dgm:prSet presAssocID="{441CA269-519E-4C6B-B7D5-7081A1BB9808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EA855E6C-1DEC-4DA2-841F-0C43F03E72BF}" type="pres">
      <dgm:prSet presAssocID="{441CA269-519E-4C6B-B7D5-7081A1BB9808}" presName="negativeSpace" presStyleCnt="0"/>
      <dgm:spPr/>
    </dgm:pt>
    <dgm:pt modelId="{F9BEBCEC-8CED-4D09-AAC9-7BF58053AE65}" type="pres">
      <dgm:prSet presAssocID="{441CA269-519E-4C6B-B7D5-7081A1BB9808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7D5F9604-0BA4-40CD-AC11-A933339FB149}" srcId="{441CA269-519E-4C6B-B7D5-7081A1BB9808}" destId="{9F92876E-A7D7-40F0-A9A3-EAC197985084}" srcOrd="1" destOrd="0" parTransId="{51C9DCBB-0676-40ED-BA89-D3A2A6D6595D}" sibTransId="{6346BBA9-D015-44BA-98E0-1DF50D4B480A}"/>
    <dgm:cxn modelId="{623DD90C-C689-4050-B57C-2CDD528058D8}" type="presOf" srcId="{B5E3BF25-34B7-40E0-B5CA-D956F7D9D15A}" destId="{5C9C35D1-D822-42DD-A88B-D91E843EFBD5}" srcOrd="0" destOrd="0" presId="urn:microsoft.com/office/officeart/2005/8/layout/list1"/>
    <dgm:cxn modelId="{2043E811-6289-434A-91D1-BCB158CF6FAF}" type="presOf" srcId="{79BB46CD-B22D-4166-932A-C0AFC49A2371}" destId="{AB061D99-CC23-41CD-85F3-21E1FFAA0793}" srcOrd="0" destOrd="1" presId="urn:microsoft.com/office/officeart/2005/8/layout/list1"/>
    <dgm:cxn modelId="{4422E41D-E066-4472-B1EF-DD1F2AEB468D}" srcId="{B5E3BF25-34B7-40E0-B5CA-D956F7D9D15A}" destId="{9EC36D85-1E73-439D-9C0F-4CF38D024C92}" srcOrd="0" destOrd="0" parTransId="{9A2EC1B9-A677-497C-B93B-1CA70257173E}" sibTransId="{E0954251-8486-418F-BAEE-B511EB494744}"/>
    <dgm:cxn modelId="{3E7F622B-2BF5-4D54-9090-64AE1BB4D2DD}" type="presOf" srcId="{441CA269-519E-4C6B-B7D5-7081A1BB9808}" destId="{53A3F6FA-3C27-4F4B-B331-5BF2EEDBA409}" srcOrd="1" destOrd="0" presId="urn:microsoft.com/office/officeart/2005/8/layout/list1"/>
    <dgm:cxn modelId="{51282D2F-7A83-4C20-A3AD-16DF5C4E136D}" type="presOf" srcId="{B5E3BF25-34B7-40E0-B5CA-D956F7D9D15A}" destId="{52C3E08E-5197-45FF-B179-212A703F9CDC}" srcOrd="1" destOrd="0" presId="urn:microsoft.com/office/officeart/2005/8/layout/list1"/>
    <dgm:cxn modelId="{B8C37C2F-F3CC-4A51-9B7F-93651B46C595}" type="presOf" srcId="{A588C1A2-BB18-499E-A8A2-0663CF7A3C5E}" destId="{F9BEBCEC-8CED-4D09-AAC9-7BF58053AE65}" srcOrd="0" destOrd="0" presId="urn:microsoft.com/office/officeart/2005/8/layout/list1"/>
    <dgm:cxn modelId="{30770039-8649-45DF-A314-D82D0F9B3BAE}" srcId="{B5E3BF25-34B7-40E0-B5CA-D956F7D9D15A}" destId="{79BB46CD-B22D-4166-932A-C0AFC49A2371}" srcOrd="1" destOrd="0" parTransId="{EDFDA7CD-582B-4976-B623-0EAF9182375C}" sibTransId="{AD39F7D5-E109-417E-9ED6-A6F3B6D45A5C}"/>
    <dgm:cxn modelId="{265CCE3F-080A-4544-B51C-8A72A4391167}" srcId="{FF36411C-9F45-4287-BB1F-F118062CC5AC}" destId="{B5E3BF25-34B7-40E0-B5CA-D956F7D9D15A}" srcOrd="0" destOrd="0" parTransId="{7F2FF1CB-8FF3-451D-B0E3-426EC5990B6A}" sibTransId="{7CB56C9C-FD8F-40BE-AACD-8A346679A28C}"/>
    <dgm:cxn modelId="{86DED978-C9F5-4793-BB63-2F6A0DFCB029}" srcId="{FF36411C-9F45-4287-BB1F-F118062CC5AC}" destId="{441CA269-519E-4C6B-B7D5-7081A1BB9808}" srcOrd="1" destOrd="0" parTransId="{9C8CF339-E5C5-41A3-9F3F-3BBC2A8BA254}" sibTransId="{1AA7FC26-8BCD-4FA3-B29F-4CD8442DB7D4}"/>
    <dgm:cxn modelId="{08E3C594-6233-49DF-947C-C290B367B421}" type="presOf" srcId="{441CA269-519E-4C6B-B7D5-7081A1BB9808}" destId="{3CEBCBCD-0EEF-48D4-8D27-9BC40C11E8CC}" srcOrd="0" destOrd="0" presId="urn:microsoft.com/office/officeart/2005/8/layout/list1"/>
    <dgm:cxn modelId="{92E440B9-401B-4613-AD20-1EA2439E9668}" srcId="{441CA269-519E-4C6B-B7D5-7081A1BB9808}" destId="{A588C1A2-BB18-499E-A8A2-0663CF7A3C5E}" srcOrd="0" destOrd="0" parTransId="{9DC38423-5996-450F-8934-1FA940C9167E}" sibTransId="{AFF9141D-783A-4F9A-825A-CCC643B6D36F}"/>
    <dgm:cxn modelId="{F69B66CE-797E-406F-9F6F-4B610CD77D98}" type="presOf" srcId="{9F92876E-A7D7-40F0-A9A3-EAC197985084}" destId="{F9BEBCEC-8CED-4D09-AAC9-7BF58053AE65}" srcOrd="0" destOrd="1" presId="urn:microsoft.com/office/officeart/2005/8/layout/list1"/>
    <dgm:cxn modelId="{DA422AD4-CF6A-45F2-92FD-F4C33E3AD747}" type="presOf" srcId="{FF36411C-9F45-4287-BB1F-F118062CC5AC}" destId="{19EC3924-C514-4BAF-ACC7-2E85673A2CE5}" srcOrd="0" destOrd="0" presId="urn:microsoft.com/office/officeart/2005/8/layout/list1"/>
    <dgm:cxn modelId="{ABFACEDA-15F7-481E-AB37-57424DAA3657}" type="presOf" srcId="{9EC36D85-1E73-439D-9C0F-4CF38D024C92}" destId="{AB061D99-CC23-41CD-85F3-21E1FFAA0793}" srcOrd="0" destOrd="0" presId="urn:microsoft.com/office/officeart/2005/8/layout/list1"/>
    <dgm:cxn modelId="{25011B37-AFC8-42A5-9B30-779092A312B6}" type="presParOf" srcId="{19EC3924-C514-4BAF-ACC7-2E85673A2CE5}" destId="{37C0B845-29BF-4752-881C-25A337F27257}" srcOrd="0" destOrd="0" presId="urn:microsoft.com/office/officeart/2005/8/layout/list1"/>
    <dgm:cxn modelId="{2906E2B3-6639-4525-9A87-90C30C7E34C2}" type="presParOf" srcId="{37C0B845-29BF-4752-881C-25A337F27257}" destId="{5C9C35D1-D822-42DD-A88B-D91E843EFBD5}" srcOrd="0" destOrd="0" presId="urn:microsoft.com/office/officeart/2005/8/layout/list1"/>
    <dgm:cxn modelId="{8A152E7E-A3C7-458A-B7AC-B718C8A829C8}" type="presParOf" srcId="{37C0B845-29BF-4752-881C-25A337F27257}" destId="{52C3E08E-5197-45FF-B179-212A703F9CDC}" srcOrd="1" destOrd="0" presId="urn:microsoft.com/office/officeart/2005/8/layout/list1"/>
    <dgm:cxn modelId="{73373188-633C-4586-AED4-6694DF5F15C9}" type="presParOf" srcId="{19EC3924-C514-4BAF-ACC7-2E85673A2CE5}" destId="{AA608BDF-344F-46A1-87A3-D352A10A99AC}" srcOrd="1" destOrd="0" presId="urn:microsoft.com/office/officeart/2005/8/layout/list1"/>
    <dgm:cxn modelId="{A5F53B84-213C-410D-BE6D-E94CE86B8EB3}" type="presParOf" srcId="{19EC3924-C514-4BAF-ACC7-2E85673A2CE5}" destId="{AB061D99-CC23-41CD-85F3-21E1FFAA0793}" srcOrd="2" destOrd="0" presId="urn:microsoft.com/office/officeart/2005/8/layout/list1"/>
    <dgm:cxn modelId="{B5E5A49B-5019-47BD-857A-10AE0615B596}" type="presParOf" srcId="{19EC3924-C514-4BAF-ACC7-2E85673A2CE5}" destId="{1111B385-C133-47AE-954F-CF8A07468634}" srcOrd="3" destOrd="0" presId="urn:microsoft.com/office/officeart/2005/8/layout/list1"/>
    <dgm:cxn modelId="{7F42E239-8B8A-4A56-8324-F447D085F792}" type="presParOf" srcId="{19EC3924-C514-4BAF-ACC7-2E85673A2CE5}" destId="{98BDEA92-C410-4B71-BD4E-8E22933D31E2}" srcOrd="4" destOrd="0" presId="urn:microsoft.com/office/officeart/2005/8/layout/list1"/>
    <dgm:cxn modelId="{8AD66625-0EA6-423D-ABF1-5767460CEE78}" type="presParOf" srcId="{98BDEA92-C410-4B71-BD4E-8E22933D31E2}" destId="{3CEBCBCD-0EEF-48D4-8D27-9BC40C11E8CC}" srcOrd="0" destOrd="0" presId="urn:microsoft.com/office/officeart/2005/8/layout/list1"/>
    <dgm:cxn modelId="{4293DCE4-6422-427F-B753-3AA2BD461E94}" type="presParOf" srcId="{98BDEA92-C410-4B71-BD4E-8E22933D31E2}" destId="{53A3F6FA-3C27-4F4B-B331-5BF2EEDBA409}" srcOrd="1" destOrd="0" presId="urn:microsoft.com/office/officeart/2005/8/layout/list1"/>
    <dgm:cxn modelId="{65F5A12C-1258-4BEE-B8DB-0D35CB4EF487}" type="presParOf" srcId="{19EC3924-C514-4BAF-ACC7-2E85673A2CE5}" destId="{EA855E6C-1DEC-4DA2-841F-0C43F03E72BF}" srcOrd="5" destOrd="0" presId="urn:microsoft.com/office/officeart/2005/8/layout/list1"/>
    <dgm:cxn modelId="{B6A058CB-98A5-4524-8210-FD6212833F4D}" type="presParOf" srcId="{19EC3924-C514-4BAF-ACC7-2E85673A2CE5}" destId="{F9BEBCEC-8CED-4D09-AAC9-7BF58053AE65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7.xml><?xml version="1.0" encoding="utf-8"?>
<dgm:dataModel xmlns:dgm="http://schemas.openxmlformats.org/drawingml/2006/diagram" xmlns:a="http://schemas.openxmlformats.org/drawingml/2006/main">
  <dgm:ptLst>
    <dgm:pt modelId="{FF36411C-9F45-4287-BB1F-F118062CC5AC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34C7E598-00D8-4CBD-A304-13DFB71B1528}">
      <dgm:prSet/>
      <dgm:spPr/>
      <dgm:t>
        <a:bodyPr/>
        <a:lstStyle/>
        <a:p>
          <a:r>
            <a:rPr lang="tr-TR" dirty="0" err="1"/>
            <a:t>Sensible</a:t>
          </a:r>
          <a:r>
            <a:rPr lang="tr-TR" dirty="0"/>
            <a:t> </a:t>
          </a:r>
          <a:r>
            <a:rPr lang="tr-TR" dirty="0" err="1"/>
            <a:t>against</a:t>
          </a:r>
          <a:r>
            <a:rPr lang="tr-TR" dirty="0"/>
            <a:t> </a:t>
          </a:r>
          <a:r>
            <a:rPr lang="en-US" dirty="0"/>
            <a:t>51% attacks</a:t>
          </a:r>
        </a:p>
      </dgm:t>
    </dgm:pt>
    <dgm:pt modelId="{65ED7250-153E-4CE9-9E4A-83082C63C80B}" type="parTrans" cxnId="{26CB8388-D843-4551-AF01-F41E76103811}">
      <dgm:prSet/>
      <dgm:spPr/>
      <dgm:t>
        <a:bodyPr/>
        <a:lstStyle/>
        <a:p>
          <a:endParaRPr lang="en-US"/>
        </a:p>
      </dgm:t>
    </dgm:pt>
    <dgm:pt modelId="{18EF1412-887E-4EF7-A272-147E56F37B27}" type="sibTrans" cxnId="{26CB8388-D843-4551-AF01-F41E76103811}">
      <dgm:prSet/>
      <dgm:spPr/>
      <dgm:t>
        <a:bodyPr/>
        <a:lstStyle/>
        <a:p>
          <a:endParaRPr lang="en-US"/>
        </a:p>
      </dgm:t>
    </dgm:pt>
    <dgm:pt modelId="{8DA4F482-515E-4DC6-83E6-6A9B27414F45}">
      <dgm:prSet/>
      <dgm:spPr/>
      <dgm:t>
        <a:bodyPr/>
        <a:lstStyle/>
        <a:p>
          <a:r>
            <a:rPr lang="tr-TR" dirty="0" err="1"/>
            <a:t>Robustness</a:t>
          </a:r>
          <a:endParaRPr lang="en-US" dirty="0"/>
        </a:p>
      </dgm:t>
    </dgm:pt>
    <dgm:pt modelId="{AB26343C-D468-4B81-ADC2-DDD30C083588}" type="parTrans" cxnId="{CAA3EAD3-E862-4463-8824-36CFA1FF83D4}">
      <dgm:prSet/>
      <dgm:spPr/>
      <dgm:t>
        <a:bodyPr/>
        <a:lstStyle/>
        <a:p>
          <a:endParaRPr lang="en-US"/>
        </a:p>
      </dgm:t>
    </dgm:pt>
    <dgm:pt modelId="{BAD11D81-FAC7-4A08-A5E3-A25B0D6E6012}" type="sibTrans" cxnId="{CAA3EAD3-E862-4463-8824-36CFA1FF83D4}">
      <dgm:prSet/>
      <dgm:spPr/>
      <dgm:t>
        <a:bodyPr/>
        <a:lstStyle/>
        <a:p>
          <a:endParaRPr lang="en-US"/>
        </a:p>
      </dgm:t>
    </dgm:pt>
    <dgm:pt modelId="{346829DE-5DD5-4314-B03F-E48753181999}">
      <dgm:prSet/>
      <dgm:spPr/>
      <dgm:t>
        <a:bodyPr/>
        <a:lstStyle/>
        <a:p>
          <a:r>
            <a:rPr lang="en-US"/>
            <a:t>against </a:t>
          </a:r>
          <a:r>
            <a:rPr lang="en-US" dirty="0"/>
            <a:t>the share chain itself</a:t>
          </a:r>
        </a:p>
      </dgm:t>
    </dgm:pt>
    <dgm:pt modelId="{F498ECFE-028E-4A4A-858E-619239494CA0}" type="parTrans" cxnId="{A31B8C11-A290-4E45-ACEC-8C0C4B90C2B1}">
      <dgm:prSet/>
      <dgm:spPr/>
    </dgm:pt>
    <dgm:pt modelId="{E3819D86-5E26-4AE0-B008-CBE12D1F4E2D}" type="sibTrans" cxnId="{A31B8C11-A290-4E45-ACEC-8C0C4B90C2B1}">
      <dgm:prSet/>
      <dgm:spPr/>
    </dgm:pt>
    <dgm:pt modelId="{F446CD6E-902F-4098-85D3-7A4D6B6527A8}">
      <dgm:prSet/>
      <dgm:spPr/>
      <dgm:t>
        <a:bodyPr/>
        <a:lstStyle/>
        <a:p>
          <a:r>
            <a:rPr lang="en-US" dirty="0"/>
            <a:t>Vulnerable</a:t>
          </a:r>
          <a:r>
            <a:rPr lang="tr-TR" dirty="0"/>
            <a:t> </a:t>
          </a:r>
          <a:r>
            <a:rPr lang="en-US" dirty="0"/>
            <a:t>to 51% attacks</a:t>
          </a:r>
        </a:p>
      </dgm:t>
    </dgm:pt>
    <dgm:pt modelId="{38332C56-2195-4CBB-80A7-F9BE7A42E661}" type="parTrans" cxnId="{7A645DB6-B42A-491F-A8AD-3F08478AF7EB}">
      <dgm:prSet/>
      <dgm:spPr/>
    </dgm:pt>
    <dgm:pt modelId="{88CAEA81-FC6E-473E-BB39-B41859C7B822}" type="sibTrans" cxnId="{7A645DB6-B42A-491F-A8AD-3F08478AF7EB}">
      <dgm:prSet/>
      <dgm:spPr/>
    </dgm:pt>
    <dgm:pt modelId="{D15DA931-7C27-4897-BEA7-D5CDEC1A718D}">
      <dgm:prSet/>
      <dgm:spPr/>
      <dgm:t>
        <a:bodyPr/>
        <a:lstStyle/>
        <a:p>
          <a:r>
            <a:rPr lang="en-US" dirty="0"/>
            <a:t>P2Pool makes bitcoin more robust overall, </a:t>
          </a:r>
        </a:p>
      </dgm:t>
    </dgm:pt>
    <dgm:pt modelId="{DA236337-E850-4A84-99FD-523B65250CE7}" type="parTrans" cxnId="{D9824A5F-85E1-4421-B192-AE1AE83B68BD}">
      <dgm:prSet/>
      <dgm:spPr/>
    </dgm:pt>
    <dgm:pt modelId="{91F8490E-5C29-45F7-8D22-BA397735030A}" type="sibTrans" cxnId="{D9824A5F-85E1-4421-B192-AE1AE83B68BD}">
      <dgm:prSet/>
      <dgm:spPr/>
    </dgm:pt>
    <dgm:pt modelId="{AA3CFD68-78CE-45B7-9BF1-75A018D0F333}">
      <dgm:prSet/>
      <dgm:spPr/>
      <dgm:t>
        <a:bodyPr/>
        <a:lstStyle/>
        <a:p>
          <a:r>
            <a:rPr lang="en-US"/>
            <a:t>as </a:t>
          </a:r>
          <a:r>
            <a:rPr lang="en-US" dirty="0"/>
            <a:t>part of a diversified mining ecosystem</a:t>
          </a:r>
        </a:p>
      </dgm:t>
    </dgm:pt>
    <dgm:pt modelId="{70DC382C-67CA-47E8-8D85-1B39E08ABAD9}" type="parTrans" cxnId="{DB02CA09-A867-48CA-AB13-A378E0E5A93E}">
      <dgm:prSet/>
      <dgm:spPr/>
    </dgm:pt>
    <dgm:pt modelId="{433E6954-DE3E-4EC8-98F4-DD87CD620562}" type="sibTrans" cxnId="{DB02CA09-A867-48CA-AB13-A378E0E5A93E}">
      <dgm:prSet/>
      <dgm:spPr/>
    </dgm:pt>
    <dgm:pt modelId="{CDAB9F81-98D3-439C-BFC5-DF22DC7BFDF4}" type="pres">
      <dgm:prSet presAssocID="{FF36411C-9F45-4287-BB1F-F118062CC5AC}" presName="linear" presStyleCnt="0">
        <dgm:presLayoutVars>
          <dgm:dir/>
          <dgm:animLvl val="lvl"/>
          <dgm:resizeHandles val="exact"/>
        </dgm:presLayoutVars>
      </dgm:prSet>
      <dgm:spPr/>
    </dgm:pt>
    <dgm:pt modelId="{85B3DFC6-4D6D-4E03-AEC3-7218AB77811C}" type="pres">
      <dgm:prSet presAssocID="{34C7E598-00D8-4CBD-A304-13DFB71B1528}" presName="parentLin" presStyleCnt="0"/>
      <dgm:spPr/>
    </dgm:pt>
    <dgm:pt modelId="{DE8F6218-D946-4CDC-B1EE-5F0AFF4BBED4}" type="pres">
      <dgm:prSet presAssocID="{34C7E598-00D8-4CBD-A304-13DFB71B1528}" presName="parentLeftMargin" presStyleLbl="node1" presStyleIdx="0" presStyleCnt="2"/>
      <dgm:spPr/>
    </dgm:pt>
    <dgm:pt modelId="{882EE1D4-E8D8-40A4-AF51-B6FA8B79C5D1}" type="pres">
      <dgm:prSet presAssocID="{34C7E598-00D8-4CBD-A304-13DFB71B1528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8F7F7121-AC70-447C-A0CC-58EB87D597EF}" type="pres">
      <dgm:prSet presAssocID="{34C7E598-00D8-4CBD-A304-13DFB71B1528}" presName="negativeSpace" presStyleCnt="0"/>
      <dgm:spPr/>
    </dgm:pt>
    <dgm:pt modelId="{78730135-84A9-442B-8A2F-A77DF4D18EFB}" type="pres">
      <dgm:prSet presAssocID="{34C7E598-00D8-4CBD-A304-13DFB71B1528}" presName="childText" presStyleLbl="conFgAcc1" presStyleIdx="0" presStyleCnt="2">
        <dgm:presLayoutVars>
          <dgm:bulletEnabled val="1"/>
        </dgm:presLayoutVars>
      </dgm:prSet>
      <dgm:spPr/>
    </dgm:pt>
    <dgm:pt modelId="{D0476820-28A5-4F69-9BD5-A935E9212B98}" type="pres">
      <dgm:prSet presAssocID="{18EF1412-887E-4EF7-A272-147E56F37B27}" presName="spaceBetweenRectangles" presStyleCnt="0"/>
      <dgm:spPr/>
    </dgm:pt>
    <dgm:pt modelId="{DEFB67F9-1B5E-4FD6-B0BF-41BC3253A6CF}" type="pres">
      <dgm:prSet presAssocID="{8DA4F482-515E-4DC6-83E6-6A9B27414F45}" presName="parentLin" presStyleCnt="0"/>
      <dgm:spPr/>
    </dgm:pt>
    <dgm:pt modelId="{02B2DB13-FB58-4EDB-BF52-249B2DB17ABE}" type="pres">
      <dgm:prSet presAssocID="{8DA4F482-515E-4DC6-83E6-6A9B27414F45}" presName="parentLeftMargin" presStyleLbl="node1" presStyleIdx="0" presStyleCnt="2"/>
      <dgm:spPr/>
    </dgm:pt>
    <dgm:pt modelId="{8382CE4C-E835-49CF-BF61-575F07663D21}" type="pres">
      <dgm:prSet presAssocID="{8DA4F482-515E-4DC6-83E6-6A9B27414F45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4F48CBAE-2301-4EFF-98E1-3702BF140624}" type="pres">
      <dgm:prSet presAssocID="{8DA4F482-515E-4DC6-83E6-6A9B27414F45}" presName="negativeSpace" presStyleCnt="0"/>
      <dgm:spPr/>
    </dgm:pt>
    <dgm:pt modelId="{7C551B0F-CB11-405F-9E4A-8632464B00CC}" type="pres">
      <dgm:prSet presAssocID="{8DA4F482-515E-4DC6-83E6-6A9B27414F45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DB02CA09-A867-48CA-AB13-A378E0E5A93E}" srcId="{8DA4F482-515E-4DC6-83E6-6A9B27414F45}" destId="{AA3CFD68-78CE-45B7-9BF1-75A018D0F333}" srcOrd="1" destOrd="0" parTransId="{70DC382C-67CA-47E8-8D85-1B39E08ABAD9}" sibTransId="{433E6954-DE3E-4EC8-98F4-DD87CD620562}"/>
    <dgm:cxn modelId="{85FFF00C-CAFA-40D7-902A-E6DE6D1EBF57}" type="presOf" srcId="{8DA4F482-515E-4DC6-83E6-6A9B27414F45}" destId="{8382CE4C-E835-49CF-BF61-575F07663D21}" srcOrd="1" destOrd="0" presId="urn:microsoft.com/office/officeart/2005/8/layout/list1"/>
    <dgm:cxn modelId="{A31B8C11-A290-4E45-ACEC-8C0C4B90C2B1}" srcId="{34C7E598-00D8-4CBD-A304-13DFB71B1528}" destId="{346829DE-5DD5-4314-B03F-E48753181999}" srcOrd="1" destOrd="0" parTransId="{F498ECFE-028E-4A4A-858E-619239494CA0}" sibTransId="{E3819D86-5E26-4AE0-B008-CBE12D1F4E2D}"/>
    <dgm:cxn modelId="{D9824A5F-85E1-4421-B192-AE1AE83B68BD}" srcId="{8DA4F482-515E-4DC6-83E6-6A9B27414F45}" destId="{D15DA931-7C27-4897-BEA7-D5CDEC1A718D}" srcOrd="0" destOrd="0" parTransId="{DA236337-E850-4A84-99FD-523B65250CE7}" sibTransId="{91F8490E-5C29-45F7-8D22-BA397735030A}"/>
    <dgm:cxn modelId="{417FBA43-8C0A-4335-86AA-3F97D57F8689}" type="presOf" srcId="{346829DE-5DD5-4314-B03F-E48753181999}" destId="{78730135-84A9-442B-8A2F-A77DF4D18EFB}" srcOrd="0" destOrd="1" presId="urn:microsoft.com/office/officeart/2005/8/layout/list1"/>
    <dgm:cxn modelId="{F8BF624C-9470-43D8-8064-D92C379DB36C}" type="presOf" srcId="{8DA4F482-515E-4DC6-83E6-6A9B27414F45}" destId="{02B2DB13-FB58-4EDB-BF52-249B2DB17ABE}" srcOrd="0" destOrd="0" presId="urn:microsoft.com/office/officeart/2005/8/layout/list1"/>
    <dgm:cxn modelId="{217BE97A-5745-48DE-9D33-1CBD0DAFBE49}" type="presOf" srcId="{34C7E598-00D8-4CBD-A304-13DFB71B1528}" destId="{882EE1D4-E8D8-40A4-AF51-B6FA8B79C5D1}" srcOrd="1" destOrd="0" presId="urn:microsoft.com/office/officeart/2005/8/layout/list1"/>
    <dgm:cxn modelId="{EEE24787-464D-47AE-944E-E8C2F68D2645}" type="presOf" srcId="{F446CD6E-902F-4098-85D3-7A4D6B6527A8}" destId="{78730135-84A9-442B-8A2F-A77DF4D18EFB}" srcOrd="0" destOrd="0" presId="urn:microsoft.com/office/officeart/2005/8/layout/list1"/>
    <dgm:cxn modelId="{26CB8388-D843-4551-AF01-F41E76103811}" srcId="{FF36411C-9F45-4287-BB1F-F118062CC5AC}" destId="{34C7E598-00D8-4CBD-A304-13DFB71B1528}" srcOrd="0" destOrd="0" parTransId="{65ED7250-153E-4CE9-9E4A-83082C63C80B}" sibTransId="{18EF1412-887E-4EF7-A272-147E56F37B27}"/>
    <dgm:cxn modelId="{E4C8AEB3-E1E4-4EA6-8985-E945E8D229D1}" type="presOf" srcId="{FF36411C-9F45-4287-BB1F-F118062CC5AC}" destId="{CDAB9F81-98D3-439C-BFC5-DF22DC7BFDF4}" srcOrd="0" destOrd="0" presId="urn:microsoft.com/office/officeart/2005/8/layout/list1"/>
    <dgm:cxn modelId="{7A645DB6-B42A-491F-A8AD-3F08478AF7EB}" srcId="{34C7E598-00D8-4CBD-A304-13DFB71B1528}" destId="{F446CD6E-902F-4098-85D3-7A4D6B6527A8}" srcOrd="0" destOrd="0" parTransId="{38332C56-2195-4CBB-80A7-F9BE7A42E661}" sibTransId="{88CAEA81-FC6E-473E-BB39-B41859C7B822}"/>
    <dgm:cxn modelId="{C91065C0-59A3-4D37-864A-6ED811D64C37}" type="presOf" srcId="{AA3CFD68-78CE-45B7-9BF1-75A018D0F333}" destId="{7C551B0F-CB11-405F-9E4A-8632464B00CC}" srcOrd="0" destOrd="1" presId="urn:microsoft.com/office/officeart/2005/8/layout/list1"/>
    <dgm:cxn modelId="{CAA3EAD3-E862-4463-8824-36CFA1FF83D4}" srcId="{FF36411C-9F45-4287-BB1F-F118062CC5AC}" destId="{8DA4F482-515E-4DC6-83E6-6A9B27414F45}" srcOrd="1" destOrd="0" parTransId="{AB26343C-D468-4B81-ADC2-DDD30C083588}" sibTransId="{BAD11D81-FAC7-4A08-A5E3-A25B0D6E6012}"/>
    <dgm:cxn modelId="{871148E1-C668-4D20-84C4-88E2166E8BC4}" type="presOf" srcId="{D15DA931-7C27-4897-BEA7-D5CDEC1A718D}" destId="{7C551B0F-CB11-405F-9E4A-8632464B00CC}" srcOrd="0" destOrd="0" presId="urn:microsoft.com/office/officeart/2005/8/layout/list1"/>
    <dgm:cxn modelId="{884F57F0-5ED8-451F-8B02-94BA610741AA}" type="presOf" srcId="{34C7E598-00D8-4CBD-A304-13DFB71B1528}" destId="{DE8F6218-D946-4CDC-B1EE-5F0AFF4BBED4}" srcOrd="0" destOrd="0" presId="urn:microsoft.com/office/officeart/2005/8/layout/list1"/>
    <dgm:cxn modelId="{EAE61450-E172-44A1-8EE7-1742BFB27F50}" type="presParOf" srcId="{CDAB9F81-98D3-439C-BFC5-DF22DC7BFDF4}" destId="{85B3DFC6-4D6D-4E03-AEC3-7218AB77811C}" srcOrd="0" destOrd="0" presId="urn:microsoft.com/office/officeart/2005/8/layout/list1"/>
    <dgm:cxn modelId="{44DCC063-3142-4DEB-B901-0F4888AD6803}" type="presParOf" srcId="{85B3DFC6-4D6D-4E03-AEC3-7218AB77811C}" destId="{DE8F6218-D946-4CDC-B1EE-5F0AFF4BBED4}" srcOrd="0" destOrd="0" presId="urn:microsoft.com/office/officeart/2005/8/layout/list1"/>
    <dgm:cxn modelId="{AFFF52DF-F3BD-4953-BCF8-2285D287FC3C}" type="presParOf" srcId="{85B3DFC6-4D6D-4E03-AEC3-7218AB77811C}" destId="{882EE1D4-E8D8-40A4-AF51-B6FA8B79C5D1}" srcOrd="1" destOrd="0" presId="urn:microsoft.com/office/officeart/2005/8/layout/list1"/>
    <dgm:cxn modelId="{F027FB3B-1493-4BD7-B21C-FB9FAB6E3C2F}" type="presParOf" srcId="{CDAB9F81-98D3-439C-BFC5-DF22DC7BFDF4}" destId="{8F7F7121-AC70-447C-A0CC-58EB87D597EF}" srcOrd="1" destOrd="0" presId="urn:microsoft.com/office/officeart/2005/8/layout/list1"/>
    <dgm:cxn modelId="{29E14E91-81BE-489C-8713-6983D396D330}" type="presParOf" srcId="{CDAB9F81-98D3-439C-BFC5-DF22DC7BFDF4}" destId="{78730135-84A9-442B-8A2F-A77DF4D18EFB}" srcOrd="2" destOrd="0" presId="urn:microsoft.com/office/officeart/2005/8/layout/list1"/>
    <dgm:cxn modelId="{B79445A7-09F0-46A6-BAE1-DC7772EEDFFE}" type="presParOf" srcId="{CDAB9F81-98D3-439C-BFC5-DF22DC7BFDF4}" destId="{D0476820-28A5-4F69-9BD5-A935E9212B98}" srcOrd="3" destOrd="0" presId="urn:microsoft.com/office/officeart/2005/8/layout/list1"/>
    <dgm:cxn modelId="{2190FD73-77A0-4E9A-BEFE-1D8493683DBA}" type="presParOf" srcId="{CDAB9F81-98D3-439C-BFC5-DF22DC7BFDF4}" destId="{DEFB67F9-1B5E-4FD6-B0BF-41BC3253A6CF}" srcOrd="4" destOrd="0" presId="urn:microsoft.com/office/officeart/2005/8/layout/list1"/>
    <dgm:cxn modelId="{F999783D-3B5A-4287-970E-C401A2C85259}" type="presParOf" srcId="{DEFB67F9-1B5E-4FD6-B0BF-41BC3253A6CF}" destId="{02B2DB13-FB58-4EDB-BF52-249B2DB17ABE}" srcOrd="0" destOrd="0" presId="urn:microsoft.com/office/officeart/2005/8/layout/list1"/>
    <dgm:cxn modelId="{9C10CC61-CA00-4072-9EB4-CE27473BA18E}" type="presParOf" srcId="{DEFB67F9-1B5E-4FD6-B0BF-41BC3253A6CF}" destId="{8382CE4C-E835-49CF-BF61-575F07663D21}" srcOrd="1" destOrd="0" presId="urn:microsoft.com/office/officeart/2005/8/layout/list1"/>
    <dgm:cxn modelId="{9CD203CA-683E-4A09-B8A3-6C1D367322E0}" type="presParOf" srcId="{CDAB9F81-98D3-439C-BFC5-DF22DC7BFDF4}" destId="{4F48CBAE-2301-4EFF-98E1-3702BF140624}" srcOrd="5" destOrd="0" presId="urn:microsoft.com/office/officeart/2005/8/layout/list1"/>
    <dgm:cxn modelId="{E7F8B304-023C-416F-93CA-1F7708AD2EEB}" type="presParOf" srcId="{CDAB9F81-98D3-439C-BFC5-DF22DC7BFDF4}" destId="{7C551B0F-CB11-405F-9E4A-8632464B00CC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8.xml><?xml version="1.0" encoding="utf-8"?>
<dgm:dataModel xmlns:dgm="http://schemas.openxmlformats.org/drawingml/2006/diagram" xmlns:a="http://schemas.openxmlformats.org/drawingml/2006/main">
  <dgm:ptLst>
    <dgm:pt modelId="{7255590E-8650-4D58-9D38-36D204D7CDAE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/>
      <dgm:spPr/>
      <dgm:t>
        <a:bodyPr/>
        <a:lstStyle/>
        <a:p>
          <a:endParaRPr lang="en-US"/>
        </a:p>
      </dgm:t>
    </dgm:pt>
    <dgm:pt modelId="{FAB7FA7E-037B-4E07-A1D5-E1030E8BCADB}">
      <dgm:prSet/>
      <dgm:spPr/>
      <dgm:t>
        <a:bodyPr/>
        <a:lstStyle/>
        <a:p>
          <a:r>
            <a:rPr lang="tr-TR"/>
            <a:t>consensus mechanism</a:t>
          </a:r>
          <a:endParaRPr lang="en-US"/>
        </a:p>
      </dgm:t>
    </dgm:pt>
    <dgm:pt modelId="{E1212C17-46F2-4228-87CD-9716BDB304EE}" type="parTrans" cxnId="{D7886BEC-40F0-44EC-AABF-264087237CD5}">
      <dgm:prSet/>
      <dgm:spPr/>
      <dgm:t>
        <a:bodyPr/>
        <a:lstStyle/>
        <a:p>
          <a:endParaRPr lang="en-US"/>
        </a:p>
      </dgm:t>
    </dgm:pt>
    <dgm:pt modelId="{5DC7F243-7B61-40EB-8A95-7B9744709D40}" type="sibTrans" cxnId="{D7886BEC-40F0-44EC-AABF-264087237CD5}">
      <dgm:prSet/>
      <dgm:spPr/>
      <dgm:t>
        <a:bodyPr/>
        <a:lstStyle/>
        <a:p>
          <a:endParaRPr lang="en-US"/>
        </a:p>
      </dgm:t>
    </dgm:pt>
    <dgm:pt modelId="{AA80D53E-9673-4AF7-86DF-9307877D81F4}">
      <dgm:prSet/>
      <dgm:spPr/>
      <dgm:t>
        <a:bodyPr/>
        <a:lstStyle/>
        <a:p>
          <a:r>
            <a:rPr lang="en-US"/>
            <a:t>depends on having a majority of the miners</a:t>
          </a:r>
          <a:r>
            <a:rPr lang="tr-TR"/>
            <a:t> </a:t>
          </a:r>
          <a:endParaRPr lang="en-US"/>
        </a:p>
      </dgm:t>
    </dgm:pt>
    <dgm:pt modelId="{A1B5E0F7-2892-4F18-B87F-61E9D4833E7E}" type="parTrans" cxnId="{92043D8D-0D60-40AA-AB84-9A2409318AEB}">
      <dgm:prSet/>
      <dgm:spPr/>
      <dgm:t>
        <a:bodyPr/>
        <a:lstStyle/>
        <a:p>
          <a:endParaRPr lang="en-US"/>
        </a:p>
      </dgm:t>
    </dgm:pt>
    <dgm:pt modelId="{CE1DECDF-609B-4D4A-AF37-BD0F0D151BC4}" type="sibTrans" cxnId="{92043D8D-0D60-40AA-AB84-9A2409318AEB}">
      <dgm:prSet/>
      <dgm:spPr/>
      <dgm:t>
        <a:bodyPr/>
        <a:lstStyle/>
        <a:p>
          <a:endParaRPr lang="en-US"/>
        </a:p>
      </dgm:t>
    </dgm:pt>
    <dgm:pt modelId="{9F88757D-FE17-4664-99A2-ADB3C02EFE50}">
      <dgm:prSet/>
      <dgm:spPr/>
      <dgm:t>
        <a:bodyPr/>
        <a:lstStyle/>
        <a:p>
          <a:r>
            <a:rPr lang="en-US"/>
            <a:t>acting honestly out of self-interest</a:t>
          </a:r>
        </a:p>
      </dgm:t>
    </dgm:pt>
    <dgm:pt modelId="{177A6CB3-62CA-4936-97DD-E19BA398D5E1}" type="parTrans" cxnId="{C818E5C8-1DCE-4410-82D7-8818A72673DD}">
      <dgm:prSet/>
      <dgm:spPr/>
      <dgm:t>
        <a:bodyPr/>
        <a:lstStyle/>
        <a:p>
          <a:endParaRPr lang="en-US"/>
        </a:p>
      </dgm:t>
    </dgm:pt>
    <dgm:pt modelId="{E8881BB8-09AC-4235-8CEE-6056FDC4EDEC}" type="sibTrans" cxnId="{C818E5C8-1DCE-4410-82D7-8818A72673DD}">
      <dgm:prSet/>
      <dgm:spPr/>
      <dgm:t>
        <a:bodyPr/>
        <a:lstStyle/>
        <a:p>
          <a:endParaRPr lang="en-US"/>
        </a:p>
      </dgm:t>
    </dgm:pt>
    <dgm:pt modelId="{E27EE68B-8C59-41B9-8B4E-61D485D6E08E}">
      <dgm:prSet/>
      <dgm:spPr/>
      <dgm:t>
        <a:bodyPr/>
        <a:lstStyle/>
        <a:p>
          <a:r>
            <a:rPr lang="tr-TR"/>
            <a:t>Attack of miners</a:t>
          </a:r>
          <a:endParaRPr lang="en-US"/>
        </a:p>
      </dgm:t>
    </dgm:pt>
    <dgm:pt modelId="{6C3DE6A3-F750-44B0-B545-C16BD7CC4193}" type="parTrans" cxnId="{5EEA0B9F-0F8D-4897-9D95-523145C7DB05}">
      <dgm:prSet/>
      <dgm:spPr/>
      <dgm:t>
        <a:bodyPr/>
        <a:lstStyle/>
        <a:p>
          <a:endParaRPr lang="en-US"/>
        </a:p>
      </dgm:t>
    </dgm:pt>
    <dgm:pt modelId="{E7178829-7BEE-440D-B808-7BD725112787}" type="sibTrans" cxnId="{5EEA0B9F-0F8D-4897-9D95-523145C7DB05}">
      <dgm:prSet/>
      <dgm:spPr/>
      <dgm:t>
        <a:bodyPr/>
        <a:lstStyle/>
        <a:p>
          <a:endParaRPr lang="en-US"/>
        </a:p>
      </dgm:t>
    </dgm:pt>
    <dgm:pt modelId="{2E774CDE-6CD6-4DE0-B514-8099DF14564B}">
      <dgm:prSet/>
      <dgm:spPr/>
      <dgm:t>
        <a:bodyPr/>
        <a:lstStyle/>
        <a:p>
          <a:r>
            <a:rPr lang="tr-TR"/>
            <a:t>Miners</a:t>
          </a:r>
          <a:r>
            <a:rPr lang="en-US"/>
            <a:t> can attack the consensus mechanism</a:t>
          </a:r>
          <a:r>
            <a:rPr lang="tr-TR"/>
            <a:t> </a:t>
          </a:r>
          <a:endParaRPr lang="en-US"/>
        </a:p>
      </dgm:t>
    </dgm:pt>
    <dgm:pt modelId="{EF9E7591-FA76-401C-A48C-B4E98F323A16}" type="parTrans" cxnId="{DCF93A9D-DE8C-4C9D-BFA9-BF976F163C33}">
      <dgm:prSet/>
      <dgm:spPr/>
      <dgm:t>
        <a:bodyPr/>
        <a:lstStyle/>
        <a:p>
          <a:endParaRPr lang="en-US"/>
        </a:p>
      </dgm:t>
    </dgm:pt>
    <dgm:pt modelId="{B7B1246E-2CCF-4DAB-B32F-95531D8EF272}" type="sibTrans" cxnId="{DCF93A9D-DE8C-4C9D-BFA9-BF976F163C33}">
      <dgm:prSet/>
      <dgm:spPr/>
      <dgm:t>
        <a:bodyPr/>
        <a:lstStyle/>
        <a:p>
          <a:endParaRPr lang="en-US"/>
        </a:p>
      </dgm:t>
    </dgm:pt>
    <dgm:pt modelId="{3CB48E7E-B8FA-4920-ADB1-E713F29449DB}">
      <dgm:prSet/>
      <dgm:spPr/>
      <dgm:t>
        <a:bodyPr/>
        <a:lstStyle/>
        <a:p>
          <a:r>
            <a:rPr lang="en-US"/>
            <a:t>so as to disrupt the security and availability of the bitcoin network</a:t>
          </a:r>
        </a:p>
      </dgm:t>
    </dgm:pt>
    <dgm:pt modelId="{8E0ECCA9-C505-45AE-BA7D-09ED8CBF122A}" type="parTrans" cxnId="{664384F2-4D20-4B0E-B3C9-1B3487C65970}">
      <dgm:prSet/>
      <dgm:spPr/>
      <dgm:t>
        <a:bodyPr/>
        <a:lstStyle/>
        <a:p>
          <a:endParaRPr lang="en-US"/>
        </a:p>
      </dgm:t>
    </dgm:pt>
    <dgm:pt modelId="{5809EF57-986B-4F33-8B8D-7CD031D68898}" type="sibTrans" cxnId="{664384F2-4D20-4B0E-B3C9-1B3487C65970}">
      <dgm:prSet/>
      <dgm:spPr/>
      <dgm:t>
        <a:bodyPr/>
        <a:lstStyle/>
        <a:p>
          <a:endParaRPr lang="en-US"/>
        </a:p>
      </dgm:t>
    </dgm:pt>
    <dgm:pt modelId="{F6BB6823-DB92-4AFA-979D-E37792459563}">
      <dgm:prSet/>
      <dgm:spPr/>
      <dgm:t>
        <a:bodyPr/>
        <a:lstStyle/>
        <a:p>
          <a:r>
            <a:rPr lang="tr-TR"/>
            <a:t>Condition</a:t>
          </a:r>
          <a:endParaRPr lang="en-US"/>
        </a:p>
      </dgm:t>
    </dgm:pt>
    <dgm:pt modelId="{69D689A6-DD57-49D1-AF33-B45B6D770A23}" type="parTrans" cxnId="{62891042-6CAB-4080-AE7C-93E67A414B4B}">
      <dgm:prSet/>
      <dgm:spPr/>
      <dgm:t>
        <a:bodyPr/>
        <a:lstStyle/>
        <a:p>
          <a:endParaRPr lang="en-US"/>
        </a:p>
      </dgm:t>
    </dgm:pt>
    <dgm:pt modelId="{089319A7-5157-43AF-88A5-BAE2759667FB}" type="sibTrans" cxnId="{62891042-6CAB-4080-AE7C-93E67A414B4B}">
      <dgm:prSet/>
      <dgm:spPr/>
      <dgm:t>
        <a:bodyPr/>
        <a:lstStyle/>
        <a:p>
          <a:endParaRPr lang="en-US"/>
        </a:p>
      </dgm:t>
    </dgm:pt>
    <dgm:pt modelId="{E5AECDB9-1FC8-4904-9EFC-40DD70D07C25}">
      <dgm:prSet/>
      <dgm:spPr/>
      <dgm:t>
        <a:bodyPr/>
        <a:lstStyle/>
        <a:p>
          <a:r>
            <a:rPr lang="en-US"/>
            <a:t>if miners can achieve</a:t>
          </a:r>
          <a:r>
            <a:rPr lang="tr-TR"/>
            <a:t> </a:t>
          </a:r>
          <a:r>
            <a:rPr lang="en-US"/>
            <a:t>a significant share of the mining power</a:t>
          </a:r>
        </a:p>
      </dgm:t>
    </dgm:pt>
    <dgm:pt modelId="{ABDF6D78-A0A4-4894-9913-C13A77B375BE}" type="parTrans" cxnId="{1B39DAFE-A835-423F-AD3C-D384C3C8D8B3}">
      <dgm:prSet/>
      <dgm:spPr/>
      <dgm:t>
        <a:bodyPr/>
        <a:lstStyle/>
        <a:p>
          <a:endParaRPr lang="en-US"/>
        </a:p>
      </dgm:t>
    </dgm:pt>
    <dgm:pt modelId="{F3987BF0-4B9A-49FC-8013-3006D1D9EE2B}" type="sibTrans" cxnId="{1B39DAFE-A835-423F-AD3C-D384C3C8D8B3}">
      <dgm:prSet/>
      <dgm:spPr/>
      <dgm:t>
        <a:bodyPr/>
        <a:lstStyle/>
        <a:p>
          <a:endParaRPr lang="en-US"/>
        </a:p>
      </dgm:t>
    </dgm:pt>
    <dgm:pt modelId="{AE9B60B9-2867-4AAE-AD6F-E265EF3FB085}" type="pres">
      <dgm:prSet presAssocID="{7255590E-8650-4D58-9D38-36D204D7CDAE}" presName="linear" presStyleCnt="0">
        <dgm:presLayoutVars>
          <dgm:dir/>
          <dgm:animLvl val="lvl"/>
          <dgm:resizeHandles val="exact"/>
        </dgm:presLayoutVars>
      </dgm:prSet>
      <dgm:spPr/>
    </dgm:pt>
    <dgm:pt modelId="{CB789107-FF91-4784-821D-E776A169E999}" type="pres">
      <dgm:prSet presAssocID="{FAB7FA7E-037B-4E07-A1D5-E1030E8BCADB}" presName="parentLin" presStyleCnt="0"/>
      <dgm:spPr/>
    </dgm:pt>
    <dgm:pt modelId="{4EBFF55E-BB91-44E1-878E-428E7AEB99C8}" type="pres">
      <dgm:prSet presAssocID="{FAB7FA7E-037B-4E07-A1D5-E1030E8BCADB}" presName="parentLeftMargin" presStyleLbl="node1" presStyleIdx="0" presStyleCnt="3"/>
      <dgm:spPr/>
    </dgm:pt>
    <dgm:pt modelId="{9BC20750-8EAA-4972-ADC6-FEE327168BAB}" type="pres">
      <dgm:prSet presAssocID="{FAB7FA7E-037B-4E07-A1D5-E1030E8BCADB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A52BA43A-8632-49DF-AE4B-F9F1CF39C72C}" type="pres">
      <dgm:prSet presAssocID="{FAB7FA7E-037B-4E07-A1D5-E1030E8BCADB}" presName="negativeSpace" presStyleCnt="0"/>
      <dgm:spPr/>
    </dgm:pt>
    <dgm:pt modelId="{05AEC084-54D0-4738-928F-216CDA09C6EC}" type="pres">
      <dgm:prSet presAssocID="{FAB7FA7E-037B-4E07-A1D5-E1030E8BCADB}" presName="childText" presStyleLbl="conFgAcc1" presStyleIdx="0" presStyleCnt="3">
        <dgm:presLayoutVars>
          <dgm:bulletEnabled val="1"/>
        </dgm:presLayoutVars>
      </dgm:prSet>
      <dgm:spPr/>
    </dgm:pt>
    <dgm:pt modelId="{F8BEEA7C-FD0F-48F3-BDEC-367F5E9D361C}" type="pres">
      <dgm:prSet presAssocID="{5DC7F243-7B61-40EB-8A95-7B9744709D40}" presName="spaceBetweenRectangles" presStyleCnt="0"/>
      <dgm:spPr/>
    </dgm:pt>
    <dgm:pt modelId="{97E4E020-A028-4DAD-BFA9-32D064C00335}" type="pres">
      <dgm:prSet presAssocID="{E27EE68B-8C59-41B9-8B4E-61D485D6E08E}" presName="parentLin" presStyleCnt="0"/>
      <dgm:spPr/>
    </dgm:pt>
    <dgm:pt modelId="{F13CC33A-DE45-4D7F-8C84-CFF3DC12A413}" type="pres">
      <dgm:prSet presAssocID="{E27EE68B-8C59-41B9-8B4E-61D485D6E08E}" presName="parentLeftMargin" presStyleLbl="node1" presStyleIdx="0" presStyleCnt="3"/>
      <dgm:spPr/>
    </dgm:pt>
    <dgm:pt modelId="{8F4A2D86-9568-47DE-9CE5-1CD3510661C1}" type="pres">
      <dgm:prSet presAssocID="{E27EE68B-8C59-41B9-8B4E-61D485D6E08E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355A7995-D410-490C-907A-4BC80F12E6CA}" type="pres">
      <dgm:prSet presAssocID="{E27EE68B-8C59-41B9-8B4E-61D485D6E08E}" presName="negativeSpace" presStyleCnt="0"/>
      <dgm:spPr/>
    </dgm:pt>
    <dgm:pt modelId="{ADDF349B-1A81-46E9-8CBC-FE394AA7A39A}" type="pres">
      <dgm:prSet presAssocID="{E27EE68B-8C59-41B9-8B4E-61D485D6E08E}" presName="childText" presStyleLbl="conFgAcc1" presStyleIdx="1" presStyleCnt="3">
        <dgm:presLayoutVars>
          <dgm:bulletEnabled val="1"/>
        </dgm:presLayoutVars>
      </dgm:prSet>
      <dgm:spPr/>
    </dgm:pt>
    <dgm:pt modelId="{A682542E-EF10-40B1-95F2-053AFEBF7C45}" type="pres">
      <dgm:prSet presAssocID="{E7178829-7BEE-440D-B808-7BD725112787}" presName="spaceBetweenRectangles" presStyleCnt="0"/>
      <dgm:spPr/>
    </dgm:pt>
    <dgm:pt modelId="{7A0F4EA1-D3EC-4E9F-9334-9C4C4AF7C050}" type="pres">
      <dgm:prSet presAssocID="{F6BB6823-DB92-4AFA-979D-E37792459563}" presName="parentLin" presStyleCnt="0"/>
      <dgm:spPr/>
    </dgm:pt>
    <dgm:pt modelId="{D23BF736-3363-4F6A-8B48-958EDE72BB66}" type="pres">
      <dgm:prSet presAssocID="{F6BB6823-DB92-4AFA-979D-E37792459563}" presName="parentLeftMargin" presStyleLbl="node1" presStyleIdx="1" presStyleCnt="3"/>
      <dgm:spPr/>
    </dgm:pt>
    <dgm:pt modelId="{48F0B609-0BDA-4B5D-9F11-A9D25305CF87}" type="pres">
      <dgm:prSet presAssocID="{F6BB6823-DB92-4AFA-979D-E37792459563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5BDF1CD5-5E09-4B2E-8C6F-EA39FBD7C2D8}" type="pres">
      <dgm:prSet presAssocID="{F6BB6823-DB92-4AFA-979D-E37792459563}" presName="negativeSpace" presStyleCnt="0"/>
      <dgm:spPr/>
    </dgm:pt>
    <dgm:pt modelId="{68113A7F-47E7-456C-8919-B45428190BD6}" type="pres">
      <dgm:prSet presAssocID="{F6BB6823-DB92-4AFA-979D-E37792459563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73380829-BF8D-4577-9144-E2FE2A931C9C}" type="presOf" srcId="{F6BB6823-DB92-4AFA-979D-E37792459563}" destId="{48F0B609-0BDA-4B5D-9F11-A9D25305CF87}" srcOrd="1" destOrd="0" presId="urn:microsoft.com/office/officeart/2005/8/layout/list1"/>
    <dgm:cxn modelId="{95FDCB31-9EE1-4D50-9971-69BDB4B2A7F7}" type="presOf" srcId="{AA80D53E-9673-4AF7-86DF-9307877D81F4}" destId="{05AEC084-54D0-4738-928F-216CDA09C6EC}" srcOrd="0" destOrd="0" presId="urn:microsoft.com/office/officeart/2005/8/layout/list1"/>
    <dgm:cxn modelId="{79F54B5F-FED3-490C-A393-43036AA836CE}" type="presOf" srcId="{E5AECDB9-1FC8-4904-9EFC-40DD70D07C25}" destId="{68113A7F-47E7-456C-8919-B45428190BD6}" srcOrd="0" destOrd="0" presId="urn:microsoft.com/office/officeart/2005/8/layout/list1"/>
    <dgm:cxn modelId="{62891042-6CAB-4080-AE7C-93E67A414B4B}" srcId="{7255590E-8650-4D58-9D38-36D204D7CDAE}" destId="{F6BB6823-DB92-4AFA-979D-E37792459563}" srcOrd="2" destOrd="0" parTransId="{69D689A6-DD57-49D1-AF33-B45B6D770A23}" sibTransId="{089319A7-5157-43AF-88A5-BAE2759667FB}"/>
    <dgm:cxn modelId="{164C9E43-5388-4B21-B555-D77C69F9CD50}" type="presOf" srcId="{3CB48E7E-B8FA-4920-ADB1-E713F29449DB}" destId="{ADDF349B-1A81-46E9-8CBC-FE394AA7A39A}" srcOrd="0" destOrd="1" presId="urn:microsoft.com/office/officeart/2005/8/layout/list1"/>
    <dgm:cxn modelId="{E47C157C-8E63-4E62-8A62-838034AE8DEE}" type="presOf" srcId="{E27EE68B-8C59-41B9-8B4E-61D485D6E08E}" destId="{8F4A2D86-9568-47DE-9CE5-1CD3510661C1}" srcOrd="1" destOrd="0" presId="urn:microsoft.com/office/officeart/2005/8/layout/list1"/>
    <dgm:cxn modelId="{0D42D488-1B57-48F7-ACDA-55F7A2E85B6B}" type="presOf" srcId="{F6BB6823-DB92-4AFA-979D-E37792459563}" destId="{D23BF736-3363-4F6A-8B48-958EDE72BB66}" srcOrd="0" destOrd="0" presId="urn:microsoft.com/office/officeart/2005/8/layout/list1"/>
    <dgm:cxn modelId="{92043D8D-0D60-40AA-AB84-9A2409318AEB}" srcId="{FAB7FA7E-037B-4E07-A1D5-E1030E8BCADB}" destId="{AA80D53E-9673-4AF7-86DF-9307877D81F4}" srcOrd="0" destOrd="0" parTransId="{A1B5E0F7-2892-4F18-B87F-61E9D4833E7E}" sibTransId="{CE1DECDF-609B-4D4A-AF37-BD0F0D151BC4}"/>
    <dgm:cxn modelId="{DCF93A9D-DE8C-4C9D-BFA9-BF976F163C33}" srcId="{E27EE68B-8C59-41B9-8B4E-61D485D6E08E}" destId="{2E774CDE-6CD6-4DE0-B514-8099DF14564B}" srcOrd="0" destOrd="0" parTransId="{EF9E7591-FA76-401C-A48C-B4E98F323A16}" sibTransId="{B7B1246E-2CCF-4DAB-B32F-95531D8EF272}"/>
    <dgm:cxn modelId="{5EEA0B9F-0F8D-4897-9D95-523145C7DB05}" srcId="{7255590E-8650-4D58-9D38-36D204D7CDAE}" destId="{E27EE68B-8C59-41B9-8B4E-61D485D6E08E}" srcOrd="1" destOrd="0" parTransId="{6C3DE6A3-F750-44B0-B545-C16BD7CC4193}" sibTransId="{E7178829-7BEE-440D-B808-7BD725112787}"/>
    <dgm:cxn modelId="{D9B2B2A7-3AFE-4EE7-80AD-B098E621C5CD}" type="presOf" srcId="{2E774CDE-6CD6-4DE0-B514-8099DF14564B}" destId="{ADDF349B-1A81-46E9-8CBC-FE394AA7A39A}" srcOrd="0" destOrd="0" presId="urn:microsoft.com/office/officeart/2005/8/layout/list1"/>
    <dgm:cxn modelId="{C74F88BD-9105-4A62-9660-5BBAADCA7EDB}" type="presOf" srcId="{FAB7FA7E-037B-4E07-A1D5-E1030E8BCADB}" destId="{4EBFF55E-BB91-44E1-878E-428E7AEB99C8}" srcOrd="0" destOrd="0" presId="urn:microsoft.com/office/officeart/2005/8/layout/list1"/>
    <dgm:cxn modelId="{C818E5C8-1DCE-4410-82D7-8818A72673DD}" srcId="{FAB7FA7E-037B-4E07-A1D5-E1030E8BCADB}" destId="{9F88757D-FE17-4664-99A2-ADB3C02EFE50}" srcOrd="1" destOrd="0" parTransId="{177A6CB3-62CA-4936-97DD-E19BA398D5E1}" sibTransId="{E8881BB8-09AC-4235-8CEE-6056FDC4EDEC}"/>
    <dgm:cxn modelId="{4E42AAD9-2DB9-4CBA-A4FA-EE106ABA43B6}" type="presOf" srcId="{9F88757D-FE17-4664-99A2-ADB3C02EFE50}" destId="{05AEC084-54D0-4738-928F-216CDA09C6EC}" srcOrd="0" destOrd="1" presId="urn:microsoft.com/office/officeart/2005/8/layout/list1"/>
    <dgm:cxn modelId="{D7886BEC-40F0-44EC-AABF-264087237CD5}" srcId="{7255590E-8650-4D58-9D38-36D204D7CDAE}" destId="{FAB7FA7E-037B-4E07-A1D5-E1030E8BCADB}" srcOrd="0" destOrd="0" parTransId="{E1212C17-46F2-4228-87CD-9716BDB304EE}" sibTransId="{5DC7F243-7B61-40EB-8A95-7B9744709D40}"/>
    <dgm:cxn modelId="{664384F2-4D20-4B0E-B3C9-1B3487C65970}" srcId="{E27EE68B-8C59-41B9-8B4E-61D485D6E08E}" destId="{3CB48E7E-B8FA-4920-ADB1-E713F29449DB}" srcOrd="1" destOrd="0" parTransId="{8E0ECCA9-C505-45AE-BA7D-09ED8CBF122A}" sibTransId="{5809EF57-986B-4F33-8B8D-7CD031D68898}"/>
    <dgm:cxn modelId="{FEBADAF2-D25A-4306-89A5-8180ECE38BEE}" type="presOf" srcId="{7255590E-8650-4D58-9D38-36D204D7CDAE}" destId="{AE9B60B9-2867-4AAE-AD6F-E265EF3FB085}" srcOrd="0" destOrd="0" presId="urn:microsoft.com/office/officeart/2005/8/layout/list1"/>
    <dgm:cxn modelId="{51708BF7-D035-4189-B2F3-A18925581F03}" type="presOf" srcId="{E27EE68B-8C59-41B9-8B4E-61D485D6E08E}" destId="{F13CC33A-DE45-4D7F-8C84-CFF3DC12A413}" srcOrd="0" destOrd="0" presId="urn:microsoft.com/office/officeart/2005/8/layout/list1"/>
    <dgm:cxn modelId="{1B39DAFE-A835-423F-AD3C-D384C3C8D8B3}" srcId="{F6BB6823-DB92-4AFA-979D-E37792459563}" destId="{E5AECDB9-1FC8-4904-9EFC-40DD70D07C25}" srcOrd="0" destOrd="0" parTransId="{ABDF6D78-A0A4-4894-9913-C13A77B375BE}" sibTransId="{F3987BF0-4B9A-49FC-8013-3006D1D9EE2B}"/>
    <dgm:cxn modelId="{9453CFFF-0C74-45F2-908E-92EC4289DEBB}" type="presOf" srcId="{FAB7FA7E-037B-4E07-A1D5-E1030E8BCADB}" destId="{9BC20750-8EAA-4972-ADC6-FEE327168BAB}" srcOrd="1" destOrd="0" presId="urn:microsoft.com/office/officeart/2005/8/layout/list1"/>
    <dgm:cxn modelId="{D2D1F27C-7809-4B75-83F9-396340D04AD7}" type="presParOf" srcId="{AE9B60B9-2867-4AAE-AD6F-E265EF3FB085}" destId="{CB789107-FF91-4784-821D-E776A169E999}" srcOrd="0" destOrd="0" presId="urn:microsoft.com/office/officeart/2005/8/layout/list1"/>
    <dgm:cxn modelId="{CC5A362A-EA9F-4012-B23C-0565BA5DF2A9}" type="presParOf" srcId="{CB789107-FF91-4784-821D-E776A169E999}" destId="{4EBFF55E-BB91-44E1-878E-428E7AEB99C8}" srcOrd="0" destOrd="0" presId="urn:microsoft.com/office/officeart/2005/8/layout/list1"/>
    <dgm:cxn modelId="{CE57203C-6AF1-4BB4-A493-B969042050D4}" type="presParOf" srcId="{CB789107-FF91-4784-821D-E776A169E999}" destId="{9BC20750-8EAA-4972-ADC6-FEE327168BAB}" srcOrd="1" destOrd="0" presId="urn:microsoft.com/office/officeart/2005/8/layout/list1"/>
    <dgm:cxn modelId="{89A5F5F8-A10B-4BEC-B336-5BA5324315D4}" type="presParOf" srcId="{AE9B60B9-2867-4AAE-AD6F-E265EF3FB085}" destId="{A52BA43A-8632-49DF-AE4B-F9F1CF39C72C}" srcOrd="1" destOrd="0" presId="urn:microsoft.com/office/officeart/2005/8/layout/list1"/>
    <dgm:cxn modelId="{68741252-2C2A-4039-8C20-C50D5115BA4F}" type="presParOf" srcId="{AE9B60B9-2867-4AAE-AD6F-E265EF3FB085}" destId="{05AEC084-54D0-4738-928F-216CDA09C6EC}" srcOrd="2" destOrd="0" presId="urn:microsoft.com/office/officeart/2005/8/layout/list1"/>
    <dgm:cxn modelId="{3F77CCFA-64B0-4E58-8983-DB07F88AF258}" type="presParOf" srcId="{AE9B60B9-2867-4AAE-AD6F-E265EF3FB085}" destId="{F8BEEA7C-FD0F-48F3-BDEC-367F5E9D361C}" srcOrd="3" destOrd="0" presId="urn:microsoft.com/office/officeart/2005/8/layout/list1"/>
    <dgm:cxn modelId="{C6C3737D-3BE6-450C-9EF6-2E2B2784F1EB}" type="presParOf" srcId="{AE9B60B9-2867-4AAE-AD6F-E265EF3FB085}" destId="{97E4E020-A028-4DAD-BFA9-32D064C00335}" srcOrd="4" destOrd="0" presId="urn:microsoft.com/office/officeart/2005/8/layout/list1"/>
    <dgm:cxn modelId="{45ECF0D8-F170-4EC7-8552-17DD6F58B349}" type="presParOf" srcId="{97E4E020-A028-4DAD-BFA9-32D064C00335}" destId="{F13CC33A-DE45-4D7F-8C84-CFF3DC12A413}" srcOrd="0" destOrd="0" presId="urn:microsoft.com/office/officeart/2005/8/layout/list1"/>
    <dgm:cxn modelId="{B7E15B40-A524-4F8F-9B94-447EFC36A585}" type="presParOf" srcId="{97E4E020-A028-4DAD-BFA9-32D064C00335}" destId="{8F4A2D86-9568-47DE-9CE5-1CD3510661C1}" srcOrd="1" destOrd="0" presId="urn:microsoft.com/office/officeart/2005/8/layout/list1"/>
    <dgm:cxn modelId="{0D1F333D-385C-48F0-B727-4CFC3CB2F3F5}" type="presParOf" srcId="{AE9B60B9-2867-4AAE-AD6F-E265EF3FB085}" destId="{355A7995-D410-490C-907A-4BC80F12E6CA}" srcOrd="5" destOrd="0" presId="urn:microsoft.com/office/officeart/2005/8/layout/list1"/>
    <dgm:cxn modelId="{D1242527-28D5-4A1B-95BD-B84A3AB8A69D}" type="presParOf" srcId="{AE9B60B9-2867-4AAE-AD6F-E265EF3FB085}" destId="{ADDF349B-1A81-46E9-8CBC-FE394AA7A39A}" srcOrd="6" destOrd="0" presId="urn:microsoft.com/office/officeart/2005/8/layout/list1"/>
    <dgm:cxn modelId="{B760C010-9D54-4AA5-8D55-502104EE026C}" type="presParOf" srcId="{AE9B60B9-2867-4AAE-AD6F-E265EF3FB085}" destId="{A682542E-EF10-40B1-95F2-053AFEBF7C45}" srcOrd="7" destOrd="0" presId="urn:microsoft.com/office/officeart/2005/8/layout/list1"/>
    <dgm:cxn modelId="{79F7ACE1-6A94-4173-98F5-5858978C5D43}" type="presParOf" srcId="{AE9B60B9-2867-4AAE-AD6F-E265EF3FB085}" destId="{7A0F4EA1-D3EC-4E9F-9334-9C4C4AF7C050}" srcOrd="8" destOrd="0" presId="urn:microsoft.com/office/officeart/2005/8/layout/list1"/>
    <dgm:cxn modelId="{7B819AAC-C999-45D1-B5E3-DA9186E504A7}" type="presParOf" srcId="{7A0F4EA1-D3EC-4E9F-9334-9C4C4AF7C050}" destId="{D23BF736-3363-4F6A-8B48-958EDE72BB66}" srcOrd="0" destOrd="0" presId="urn:microsoft.com/office/officeart/2005/8/layout/list1"/>
    <dgm:cxn modelId="{9EA1F8AD-745E-4DA4-B2C7-2C84DE3C17A7}" type="presParOf" srcId="{7A0F4EA1-D3EC-4E9F-9334-9C4C4AF7C050}" destId="{48F0B609-0BDA-4B5D-9F11-A9D25305CF87}" srcOrd="1" destOrd="0" presId="urn:microsoft.com/office/officeart/2005/8/layout/list1"/>
    <dgm:cxn modelId="{6B042A97-DE9F-4E1B-865C-312C26618408}" type="presParOf" srcId="{AE9B60B9-2867-4AAE-AD6F-E265EF3FB085}" destId="{5BDF1CD5-5E09-4B2E-8C6F-EA39FBD7C2D8}" srcOrd="9" destOrd="0" presId="urn:microsoft.com/office/officeart/2005/8/layout/list1"/>
    <dgm:cxn modelId="{2FD46E86-EF12-4A03-A366-8D60389BD064}" type="presParOf" srcId="{AE9B60B9-2867-4AAE-AD6F-E265EF3FB085}" destId="{68113A7F-47E7-456C-8919-B45428190BD6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9.xml><?xml version="1.0" encoding="utf-8"?>
<dgm:dataModel xmlns:dgm="http://schemas.openxmlformats.org/drawingml/2006/diagram" xmlns:a="http://schemas.openxmlformats.org/drawingml/2006/main">
  <dgm:ptLst>
    <dgm:pt modelId="{C675A9D2-6865-467B-BF3E-2C5BBA879638}" type="doc">
      <dgm:prSet loTypeId="urn:microsoft.com/office/officeart/2005/8/layout/list1" loCatId="list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DBF982A2-17CA-4BFE-92E5-1F8E15430599}">
      <dgm:prSet/>
      <dgm:spPr/>
      <dgm:t>
        <a:bodyPr/>
        <a:lstStyle/>
        <a:p>
          <a:r>
            <a:rPr lang="tr-TR"/>
            <a:t>Only future blocks are affected</a:t>
          </a:r>
          <a:endParaRPr lang="en-US"/>
        </a:p>
      </dgm:t>
    </dgm:pt>
    <dgm:pt modelId="{09374A8B-6E9F-46A1-A627-F6E546611C27}" type="parTrans" cxnId="{C36DE7DB-8371-40B1-BB4C-4ACF43450244}">
      <dgm:prSet/>
      <dgm:spPr/>
      <dgm:t>
        <a:bodyPr/>
        <a:lstStyle/>
        <a:p>
          <a:endParaRPr lang="en-US"/>
        </a:p>
      </dgm:t>
    </dgm:pt>
    <dgm:pt modelId="{4ACFC6F9-1A84-4C42-B9DF-AEBA7BB045AA}" type="sibTrans" cxnId="{C36DE7DB-8371-40B1-BB4C-4ACF43450244}">
      <dgm:prSet/>
      <dgm:spPr/>
      <dgm:t>
        <a:bodyPr/>
        <a:lstStyle/>
        <a:p>
          <a:endParaRPr lang="en-US"/>
        </a:p>
      </dgm:t>
    </dgm:pt>
    <dgm:pt modelId="{6890E995-5986-4837-8EA3-CDD116018595}">
      <dgm:prSet/>
      <dgm:spPr/>
      <dgm:t>
        <a:bodyPr/>
        <a:lstStyle/>
        <a:p>
          <a:r>
            <a:rPr lang="en-US"/>
            <a:t>consensus attacks can only affect future consensus, </a:t>
          </a:r>
        </a:p>
      </dgm:t>
    </dgm:pt>
    <dgm:pt modelId="{6B3A59E5-2BEC-48E3-A146-A1939A2D60F4}" type="parTrans" cxnId="{20FF64D3-B47C-45F1-9D80-E0C5A5365EED}">
      <dgm:prSet/>
      <dgm:spPr/>
      <dgm:t>
        <a:bodyPr/>
        <a:lstStyle/>
        <a:p>
          <a:endParaRPr lang="en-US"/>
        </a:p>
      </dgm:t>
    </dgm:pt>
    <dgm:pt modelId="{2D625A2C-DED7-4C4A-840B-636EC41F0E52}" type="sibTrans" cxnId="{20FF64D3-B47C-45F1-9D80-E0C5A5365EED}">
      <dgm:prSet/>
      <dgm:spPr/>
      <dgm:t>
        <a:bodyPr/>
        <a:lstStyle/>
        <a:p>
          <a:endParaRPr lang="en-US"/>
        </a:p>
      </dgm:t>
    </dgm:pt>
    <dgm:pt modelId="{44468B2D-506A-42EF-95DA-C510E69CBF43}">
      <dgm:prSet/>
      <dgm:spPr/>
      <dgm:t>
        <a:bodyPr/>
        <a:lstStyle/>
        <a:p>
          <a:r>
            <a:rPr lang="en-US"/>
            <a:t>or at</a:t>
          </a:r>
          <a:r>
            <a:rPr lang="tr-TR"/>
            <a:t> </a:t>
          </a:r>
          <a:r>
            <a:rPr lang="en-US"/>
            <a:t>best, the most recent past (tens of blocks).</a:t>
          </a:r>
        </a:p>
      </dgm:t>
    </dgm:pt>
    <dgm:pt modelId="{9E507D42-E085-42CD-A692-37CB67F71198}" type="parTrans" cxnId="{BE2865AF-ECC2-4769-99AE-C4FB0BDC5BE1}">
      <dgm:prSet/>
      <dgm:spPr/>
      <dgm:t>
        <a:bodyPr/>
        <a:lstStyle/>
        <a:p>
          <a:endParaRPr lang="en-US"/>
        </a:p>
      </dgm:t>
    </dgm:pt>
    <dgm:pt modelId="{9E79AB13-BC27-4E52-B344-B44591047F9E}" type="sibTrans" cxnId="{BE2865AF-ECC2-4769-99AE-C4FB0BDC5BE1}">
      <dgm:prSet/>
      <dgm:spPr/>
      <dgm:t>
        <a:bodyPr/>
        <a:lstStyle/>
        <a:p>
          <a:endParaRPr lang="en-US"/>
        </a:p>
      </dgm:t>
    </dgm:pt>
    <dgm:pt modelId="{2C17F911-CE08-4C48-AE31-E99D570A9904}">
      <dgm:prSet/>
      <dgm:spPr/>
      <dgm:t>
        <a:bodyPr/>
        <a:lstStyle/>
        <a:p>
          <a:r>
            <a:rPr lang="tr-TR"/>
            <a:t>old blocks practically immutable</a:t>
          </a:r>
          <a:endParaRPr lang="en-US"/>
        </a:p>
      </dgm:t>
    </dgm:pt>
    <dgm:pt modelId="{9DDAAACA-12C2-47C8-B363-B4872B88695D}" type="parTrans" cxnId="{E2D9AE1A-51A1-4C02-B6CD-91458CC5681A}">
      <dgm:prSet/>
      <dgm:spPr/>
      <dgm:t>
        <a:bodyPr/>
        <a:lstStyle/>
        <a:p>
          <a:endParaRPr lang="en-US"/>
        </a:p>
      </dgm:t>
    </dgm:pt>
    <dgm:pt modelId="{03CFDE7D-B35C-4721-A958-209E954CB4D2}" type="sibTrans" cxnId="{E2D9AE1A-51A1-4C02-B6CD-91458CC5681A}">
      <dgm:prSet/>
      <dgm:spPr/>
      <dgm:t>
        <a:bodyPr/>
        <a:lstStyle/>
        <a:p>
          <a:endParaRPr lang="en-US"/>
        </a:p>
      </dgm:t>
    </dgm:pt>
    <dgm:pt modelId="{5D7E4C09-0CD7-4653-B253-FED2BEC634C0}">
      <dgm:prSet/>
      <dgm:spPr/>
      <dgm:t>
        <a:bodyPr/>
        <a:lstStyle/>
        <a:p>
          <a:r>
            <a:rPr lang="en-US"/>
            <a:t>in theory, a fork can be achieved at any depth, </a:t>
          </a:r>
        </a:p>
      </dgm:t>
    </dgm:pt>
    <dgm:pt modelId="{F5066A94-0341-4A39-A790-16A00787F456}" type="parTrans" cxnId="{322967D0-8796-4BA1-B929-41B05C76635F}">
      <dgm:prSet/>
      <dgm:spPr/>
      <dgm:t>
        <a:bodyPr/>
        <a:lstStyle/>
        <a:p>
          <a:endParaRPr lang="en-US"/>
        </a:p>
      </dgm:t>
    </dgm:pt>
    <dgm:pt modelId="{BB137DD3-6F84-46EA-AA59-82E3B2BE3338}" type="sibTrans" cxnId="{322967D0-8796-4BA1-B929-41B05C76635F}">
      <dgm:prSet/>
      <dgm:spPr/>
      <dgm:t>
        <a:bodyPr/>
        <a:lstStyle/>
        <a:p>
          <a:endParaRPr lang="en-US"/>
        </a:p>
      </dgm:t>
    </dgm:pt>
    <dgm:pt modelId="{7783728C-6C78-4680-95DC-2109596CC63D}">
      <dgm:prSet/>
      <dgm:spPr/>
      <dgm:t>
        <a:bodyPr/>
        <a:lstStyle/>
        <a:p>
          <a:r>
            <a:rPr lang="en-US"/>
            <a:t>in</a:t>
          </a:r>
          <a:r>
            <a:rPr lang="tr-TR"/>
            <a:t> </a:t>
          </a:r>
          <a:r>
            <a:rPr lang="en-US"/>
            <a:t>practice, the computing power needed to force a very deep fork is immense</a:t>
          </a:r>
        </a:p>
      </dgm:t>
    </dgm:pt>
    <dgm:pt modelId="{C85F9B71-1D9B-43D0-88DA-733FD5AF7C7F}" type="parTrans" cxnId="{D204559B-0A12-46E2-A5C9-1CB2941E057D}">
      <dgm:prSet/>
      <dgm:spPr/>
      <dgm:t>
        <a:bodyPr/>
        <a:lstStyle/>
        <a:p>
          <a:endParaRPr lang="en-US"/>
        </a:p>
      </dgm:t>
    </dgm:pt>
    <dgm:pt modelId="{E7B91ACA-DB68-4453-B15F-D9427DE37015}" type="sibTrans" cxnId="{D204559B-0A12-46E2-A5C9-1CB2941E057D}">
      <dgm:prSet/>
      <dgm:spPr/>
      <dgm:t>
        <a:bodyPr/>
        <a:lstStyle/>
        <a:p>
          <a:endParaRPr lang="en-US"/>
        </a:p>
      </dgm:t>
    </dgm:pt>
    <dgm:pt modelId="{1891F92D-6FAF-4280-876D-C29322690213}" type="pres">
      <dgm:prSet presAssocID="{C675A9D2-6865-467B-BF3E-2C5BBA879638}" presName="linear" presStyleCnt="0">
        <dgm:presLayoutVars>
          <dgm:dir/>
          <dgm:animLvl val="lvl"/>
          <dgm:resizeHandles val="exact"/>
        </dgm:presLayoutVars>
      </dgm:prSet>
      <dgm:spPr/>
    </dgm:pt>
    <dgm:pt modelId="{ACFBE0A2-4E37-4196-A4CF-BDC8BF2C9D8F}" type="pres">
      <dgm:prSet presAssocID="{DBF982A2-17CA-4BFE-92E5-1F8E15430599}" presName="parentLin" presStyleCnt="0"/>
      <dgm:spPr/>
    </dgm:pt>
    <dgm:pt modelId="{2F192E0B-0350-4502-84CF-20046943571E}" type="pres">
      <dgm:prSet presAssocID="{DBF982A2-17CA-4BFE-92E5-1F8E15430599}" presName="parentLeftMargin" presStyleLbl="node1" presStyleIdx="0" presStyleCnt="2"/>
      <dgm:spPr/>
    </dgm:pt>
    <dgm:pt modelId="{CC659647-EBA1-4F65-9F02-F216A8740BBE}" type="pres">
      <dgm:prSet presAssocID="{DBF982A2-17CA-4BFE-92E5-1F8E15430599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DF40C5ED-E2E1-4F5D-8FEF-31CA26978362}" type="pres">
      <dgm:prSet presAssocID="{DBF982A2-17CA-4BFE-92E5-1F8E15430599}" presName="negativeSpace" presStyleCnt="0"/>
      <dgm:spPr/>
    </dgm:pt>
    <dgm:pt modelId="{4774117A-A623-4A88-832A-79017DFDF13B}" type="pres">
      <dgm:prSet presAssocID="{DBF982A2-17CA-4BFE-92E5-1F8E15430599}" presName="childText" presStyleLbl="conFgAcc1" presStyleIdx="0" presStyleCnt="2">
        <dgm:presLayoutVars>
          <dgm:bulletEnabled val="1"/>
        </dgm:presLayoutVars>
      </dgm:prSet>
      <dgm:spPr/>
    </dgm:pt>
    <dgm:pt modelId="{581F9F15-4F4F-429A-9C7F-45D44E01A814}" type="pres">
      <dgm:prSet presAssocID="{4ACFC6F9-1A84-4C42-B9DF-AEBA7BB045AA}" presName="spaceBetweenRectangles" presStyleCnt="0"/>
      <dgm:spPr/>
    </dgm:pt>
    <dgm:pt modelId="{63723C33-B31C-4CE4-A20E-D79B91FBF677}" type="pres">
      <dgm:prSet presAssocID="{2C17F911-CE08-4C48-AE31-E99D570A9904}" presName="parentLin" presStyleCnt="0"/>
      <dgm:spPr/>
    </dgm:pt>
    <dgm:pt modelId="{24C83699-FBD9-4864-8641-0F50FB227181}" type="pres">
      <dgm:prSet presAssocID="{2C17F911-CE08-4C48-AE31-E99D570A9904}" presName="parentLeftMargin" presStyleLbl="node1" presStyleIdx="0" presStyleCnt="2"/>
      <dgm:spPr/>
    </dgm:pt>
    <dgm:pt modelId="{0D6E8872-8839-47AF-8409-49ADA935F2AC}" type="pres">
      <dgm:prSet presAssocID="{2C17F911-CE08-4C48-AE31-E99D570A9904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6C3F4212-27FA-40B2-8E0E-593C48ED90AE}" type="pres">
      <dgm:prSet presAssocID="{2C17F911-CE08-4C48-AE31-E99D570A9904}" presName="negativeSpace" presStyleCnt="0"/>
      <dgm:spPr/>
    </dgm:pt>
    <dgm:pt modelId="{C1D0F7E6-596F-413D-BB55-68F7ECBAACE6}" type="pres">
      <dgm:prSet presAssocID="{2C17F911-CE08-4C48-AE31-E99D570A9904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B9928701-1151-4F30-94CD-12A990DFD947}" type="presOf" srcId="{2C17F911-CE08-4C48-AE31-E99D570A9904}" destId="{0D6E8872-8839-47AF-8409-49ADA935F2AC}" srcOrd="1" destOrd="0" presId="urn:microsoft.com/office/officeart/2005/8/layout/list1"/>
    <dgm:cxn modelId="{E2D9AE1A-51A1-4C02-B6CD-91458CC5681A}" srcId="{C675A9D2-6865-467B-BF3E-2C5BBA879638}" destId="{2C17F911-CE08-4C48-AE31-E99D570A9904}" srcOrd="1" destOrd="0" parTransId="{9DDAAACA-12C2-47C8-B363-B4872B88695D}" sibTransId="{03CFDE7D-B35C-4721-A958-209E954CB4D2}"/>
    <dgm:cxn modelId="{5548FF21-AD3B-4372-A934-B3399C55E724}" type="presOf" srcId="{DBF982A2-17CA-4BFE-92E5-1F8E15430599}" destId="{CC659647-EBA1-4F65-9F02-F216A8740BBE}" srcOrd="1" destOrd="0" presId="urn:microsoft.com/office/officeart/2005/8/layout/list1"/>
    <dgm:cxn modelId="{0E76E046-48A2-49B2-B88F-6ECED7E26ADF}" type="presOf" srcId="{7783728C-6C78-4680-95DC-2109596CC63D}" destId="{C1D0F7E6-596F-413D-BB55-68F7ECBAACE6}" srcOrd="0" destOrd="1" presId="urn:microsoft.com/office/officeart/2005/8/layout/list1"/>
    <dgm:cxn modelId="{C3F64050-557F-42D6-AF08-F0895E2AC98A}" type="presOf" srcId="{2C17F911-CE08-4C48-AE31-E99D570A9904}" destId="{24C83699-FBD9-4864-8641-0F50FB227181}" srcOrd="0" destOrd="0" presId="urn:microsoft.com/office/officeart/2005/8/layout/list1"/>
    <dgm:cxn modelId="{2C674D71-3C16-4B82-A300-47DCFA6FDB28}" type="presOf" srcId="{DBF982A2-17CA-4BFE-92E5-1F8E15430599}" destId="{2F192E0B-0350-4502-84CF-20046943571E}" srcOrd="0" destOrd="0" presId="urn:microsoft.com/office/officeart/2005/8/layout/list1"/>
    <dgm:cxn modelId="{28A62355-8A3F-44A0-BD58-6E44F2A1F0D5}" type="presOf" srcId="{5D7E4C09-0CD7-4653-B253-FED2BEC634C0}" destId="{C1D0F7E6-596F-413D-BB55-68F7ECBAACE6}" srcOrd="0" destOrd="0" presId="urn:microsoft.com/office/officeart/2005/8/layout/list1"/>
    <dgm:cxn modelId="{6977D787-B2F0-405F-A31C-B529880330FF}" type="presOf" srcId="{6890E995-5986-4837-8EA3-CDD116018595}" destId="{4774117A-A623-4A88-832A-79017DFDF13B}" srcOrd="0" destOrd="0" presId="urn:microsoft.com/office/officeart/2005/8/layout/list1"/>
    <dgm:cxn modelId="{A9EA928D-735E-4DF7-BCA5-EF44D40C3D8D}" type="presOf" srcId="{44468B2D-506A-42EF-95DA-C510E69CBF43}" destId="{4774117A-A623-4A88-832A-79017DFDF13B}" srcOrd="0" destOrd="1" presId="urn:microsoft.com/office/officeart/2005/8/layout/list1"/>
    <dgm:cxn modelId="{D204559B-0A12-46E2-A5C9-1CB2941E057D}" srcId="{2C17F911-CE08-4C48-AE31-E99D570A9904}" destId="{7783728C-6C78-4680-95DC-2109596CC63D}" srcOrd="1" destOrd="0" parTransId="{C85F9B71-1D9B-43D0-88DA-733FD5AF7C7F}" sibTransId="{E7B91ACA-DB68-4453-B15F-D9427DE37015}"/>
    <dgm:cxn modelId="{BE2865AF-ECC2-4769-99AE-C4FB0BDC5BE1}" srcId="{DBF982A2-17CA-4BFE-92E5-1F8E15430599}" destId="{44468B2D-506A-42EF-95DA-C510E69CBF43}" srcOrd="1" destOrd="0" parTransId="{9E507D42-E085-42CD-A692-37CB67F71198}" sibTransId="{9E79AB13-BC27-4E52-B344-B44591047F9E}"/>
    <dgm:cxn modelId="{322967D0-8796-4BA1-B929-41B05C76635F}" srcId="{2C17F911-CE08-4C48-AE31-E99D570A9904}" destId="{5D7E4C09-0CD7-4653-B253-FED2BEC634C0}" srcOrd="0" destOrd="0" parTransId="{F5066A94-0341-4A39-A790-16A00787F456}" sibTransId="{BB137DD3-6F84-46EA-AA59-82E3B2BE3338}"/>
    <dgm:cxn modelId="{20FF64D3-B47C-45F1-9D80-E0C5A5365EED}" srcId="{DBF982A2-17CA-4BFE-92E5-1F8E15430599}" destId="{6890E995-5986-4837-8EA3-CDD116018595}" srcOrd="0" destOrd="0" parTransId="{6B3A59E5-2BEC-48E3-A146-A1939A2D60F4}" sibTransId="{2D625A2C-DED7-4C4A-840B-636EC41F0E52}"/>
    <dgm:cxn modelId="{C36DE7DB-8371-40B1-BB4C-4ACF43450244}" srcId="{C675A9D2-6865-467B-BF3E-2C5BBA879638}" destId="{DBF982A2-17CA-4BFE-92E5-1F8E15430599}" srcOrd="0" destOrd="0" parTransId="{09374A8B-6E9F-46A1-A627-F6E546611C27}" sibTransId="{4ACFC6F9-1A84-4C42-B9DF-AEBA7BB045AA}"/>
    <dgm:cxn modelId="{0D1C72EE-F2E3-4519-B89A-3D2A83518BFD}" type="presOf" srcId="{C675A9D2-6865-467B-BF3E-2C5BBA879638}" destId="{1891F92D-6FAF-4280-876D-C29322690213}" srcOrd="0" destOrd="0" presId="urn:microsoft.com/office/officeart/2005/8/layout/list1"/>
    <dgm:cxn modelId="{09F1E084-7EF5-4914-971C-AE0F0BABCC19}" type="presParOf" srcId="{1891F92D-6FAF-4280-876D-C29322690213}" destId="{ACFBE0A2-4E37-4196-A4CF-BDC8BF2C9D8F}" srcOrd="0" destOrd="0" presId="urn:microsoft.com/office/officeart/2005/8/layout/list1"/>
    <dgm:cxn modelId="{2C2BAE1C-0418-498D-B0D1-6923549E86A7}" type="presParOf" srcId="{ACFBE0A2-4E37-4196-A4CF-BDC8BF2C9D8F}" destId="{2F192E0B-0350-4502-84CF-20046943571E}" srcOrd="0" destOrd="0" presId="urn:microsoft.com/office/officeart/2005/8/layout/list1"/>
    <dgm:cxn modelId="{2712E575-36DF-4275-B511-E1BC744B7543}" type="presParOf" srcId="{ACFBE0A2-4E37-4196-A4CF-BDC8BF2C9D8F}" destId="{CC659647-EBA1-4F65-9F02-F216A8740BBE}" srcOrd="1" destOrd="0" presId="urn:microsoft.com/office/officeart/2005/8/layout/list1"/>
    <dgm:cxn modelId="{424C8904-716F-4F30-9B9E-2761CC155755}" type="presParOf" srcId="{1891F92D-6FAF-4280-876D-C29322690213}" destId="{DF40C5ED-E2E1-4F5D-8FEF-31CA26978362}" srcOrd="1" destOrd="0" presId="urn:microsoft.com/office/officeart/2005/8/layout/list1"/>
    <dgm:cxn modelId="{C1B01DA5-0082-4C62-895C-AAE0F77DBB21}" type="presParOf" srcId="{1891F92D-6FAF-4280-876D-C29322690213}" destId="{4774117A-A623-4A88-832A-79017DFDF13B}" srcOrd="2" destOrd="0" presId="urn:microsoft.com/office/officeart/2005/8/layout/list1"/>
    <dgm:cxn modelId="{99C42DE6-CD74-49A5-90EC-C4472246235D}" type="presParOf" srcId="{1891F92D-6FAF-4280-876D-C29322690213}" destId="{581F9F15-4F4F-429A-9C7F-45D44E01A814}" srcOrd="3" destOrd="0" presId="urn:microsoft.com/office/officeart/2005/8/layout/list1"/>
    <dgm:cxn modelId="{49669FD6-193B-43EB-A30E-BFD74C0249AE}" type="presParOf" srcId="{1891F92D-6FAF-4280-876D-C29322690213}" destId="{63723C33-B31C-4CE4-A20E-D79B91FBF677}" srcOrd="4" destOrd="0" presId="urn:microsoft.com/office/officeart/2005/8/layout/list1"/>
    <dgm:cxn modelId="{2AADDD9F-C05E-4999-9508-0A5A71B1F618}" type="presParOf" srcId="{63723C33-B31C-4CE4-A20E-D79B91FBF677}" destId="{24C83699-FBD9-4864-8641-0F50FB227181}" srcOrd="0" destOrd="0" presId="urn:microsoft.com/office/officeart/2005/8/layout/list1"/>
    <dgm:cxn modelId="{ECC5815D-5060-4293-80C1-9509FB7B1A4A}" type="presParOf" srcId="{63723C33-B31C-4CE4-A20E-D79B91FBF677}" destId="{0D6E8872-8839-47AF-8409-49ADA935F2AC}" srcOrd="1" destOrd="0" presId="urn:microsoft.com/office/officeart/2005/8/layout/list1"/>
    <dgm:cxn modelId="{F386B778-9FDC-4E95-AAF7-F25E8BACB800}" type="presParOf" srcId="{1891F92D-6FAF-4280-876D-C29322690213}" destId="{6C3F4212-27FA-40B2-8E0E-593C48ED90AE}" srcOrd="5" destOrd="0" presId="urn:microsoft.com/office/officeart/2005/8/layout/list1"/>
    <dgm:cxn modelId="{C7A4B477-5256-4878-86E0-BE62719F8785}" type="presParOf" srcId="{1891F92D-6FAF-4280-876D-C29322690213}" destId="{C1D0F7E6-596F-413D-BB55-68F7ECBAACE6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0.xml><?xml version="1.0" encoding="utf-8"?>
<dgm:dataModel xmlns:dgm="http://schemas.openxmlformats.org/drawingml/2006/diagram" xmlns:a="http://schemas.openxmlformats.org/drawingml/2006/main">
  <dgm:ptLst>
    <dgm:pt modelId="{C675A9D2-6865-467B-BF3E-2C5BBA879638}" type="doc">
      <dgm:prSet loTypeId="urn:microsoft.com/office/officeart/2005/8/layout/list1" loCatId="list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79823320-7C45-458E-BFEA-D68F3E0ADE98}">
      <dgm:prSet/>
      <dgm:spPr/>
      <dgm:t>
        <a:bodyPr/>
        <a:lstStyle/>
        <a:p>
          <a:r>
            <a:rPr lang="tr-TR"/>
            <a:t>Security is not affected</a:t>
          </a:r>
          <a:endParaRPr lang="en-US"/>
        </a:p>
      </dgm:t>
    </dgm:pt>
    <dgm:pt modelId="{E41327D0-CCEB-4FD6-AA1B-8AAD739179DE}" type="parTrans" cxnId="{3CCF8BF9-A1F7-4D38-8B90-5BF564DC994B}">
      <dgm:prSet/>
      <dgm:spPr/>
      <dgm:t>
        <a:bodyPr/>
        <a:lstStyle/>
        <a:p>
          <a:endParaRPr lang="en-US"/>
        </a:p>
      </dgm:t>
    </dgm:pt>
    <dgm:pt modelId="{4155DDE6-8574-400F-BE22-F58DC8B2D761}" type="sibTrans" cxnId="{3CCF8BF9-A1F7-4D38-8B90-5BF564DC994B}">
      <dgm:prSet/>
      <dgm:spPr/>
      <dgm:t>
        <a:bodyPr/>
        <a:lstStyle/>
        <a:p>
          <a:endParaRPr lang="en-US"/>
        </a:p>
      </dgm:t>
    </dgm:pt>
    <dgm:pt modelId="{2E8640A7-D985-4323-B0D5-D2FF8103779D}">
      <dgm:prSet/>
      <dgm:spPr/>
      <dgm:t>
        <a:bodyPr/>
        <a:lstStyle/>
        <a:p>
          <a:r>
            <a:rPr lang="en-US"/>
            <a:t>Consensus attacks also do not affect </a:t>
          </a:r>
        </a:p>
      </dgm:t>
    </dgm:pt>
    <dgm:pt modelId="{1A879A10-58D9-48BA-A3B3-427A2169CEE8}" type="parTrans" cxnId="{B65D7A93-DDFC-48C6-BDDA-07BD589433DF}">
      <dgm:prSet/>
      <dgm:spPr/>
      <dgm:t>
        <a:bodyPr/>
        <a:lstStyle/>
        <a:p>
          <a:endParaRPr lang="en-US"/>
        </a:p>
      </dgm:t>
    </dgm:pt>
    <dgm:pt modelId="{246A22C5-BEC7-4FE2-9762-B373F177D730}" type="sibTrans" cxnId="{B65D7A93-DDFC-48C6-BDDA-07BD589433DF}">
      <dgm:prSet/>
      <dgm:spPr/>
      <dgm:t>
        <a:bodyPr/>
        <a:lstStyle/>
        <a:p>
          <a:endParaRPr lang="en-US"/>
        </a:p>
      </dgm:t>
    </dgm:pt>
    <dgm:pt modelId="{1F739AC3-7C51-4B2C-B04E-A9E877F1C9E2}">
      <dgm:prSet/>
      <dgm:spPr/>
      <dgm:t>
        <a:bodyPr/>
        <a:lstStyle/>
        <a:p>
          <a:r>
            <a:rPr lang="en-US"/>
            <a:t>the security of</a:t>
          </a:r>
          <a:r>
            <a:rPr lang="tr-TR"/>
            <a:t> </a:t>
          </a:r>
          <a:r>
            <a:rPr lang="en-US"/>
            <a:t>the private keys and signing algorithm (ECDSA).</a:t>
          </a:r>
        </a:p>
      </dgm:t>
    </dgm:pt>
    <dgm:pt modelId="{EB1C6503-1DBE-4A8D-9D54-24386F73738D}" type="parTrans" cxnId="{D948B211-846E-4AD3-AEA5-5B407102DE06}">
      <dgm:prSet/>
      <dgm:spPr/>
      <dgm:t>
        <a:bodyPr/>
        <a:lstStyle/>
        <a:p>
          <a:endParaRPr lang="en-US"/>
        </a:p>
      </dgm:t>
    </dgm:pt>
    <dgm:pt modelId="{D2117151-7C8D-4BCE-AA2B-11CEB735713B}" type="sibTrans" cxnId="{D948B211-846E-4AD3-AEA5-5B407102DE06}">
      <dgm:prSet/>
      <dgm:spPr/>
      <dgm:t>
        <a:bodyPr/>
        <a:lstStyle/>
        <a:p>
          <a:endParaRPr lang="en-US"/>
        </a:p>
      </dgm:t>
    </dgm:pt>
    <dgm:pt modelId="{B059A30B-28F9-49DE-9763-67A0B70FC2FE}">
      <dgm:prSet/>
      <dgm:spPr/>
      <dgm:t>
        <a:bodyPr/>
        <a:lstStyle/>
        <a:p>
          <a:r>
            <a:rPr lang="tr-TR"/>
            <a:t>No bitcoins can be stolen</a:t>
          </a:r>
          <a:endParaRPr lang="en-US"/>
        </a:p>
      </dgm:t>
    </dgm:pt>
    <dgm:pt modelId="{24475445-DF72-4813-B7F9-5B10B7CE3CA2}" type="parTrans" cxnId="{3DCCC390-568A-4EFB-A571-32A80BF7B0FF}">
      <dgm:prSet/>
      <dgm:spPr/>
      <dgm:t>
        <a:bodyPr/>
        <a:lstStyle/>
        <a:p>
          <a:endParaRPr lang="en-US"/>
        </a:p>
      </dgm:t>
    </dgm:pt>
    <dgm:pt modelId="{209128B3-8029-4DB1-8DFE-6ED09056AFE5}" type="sibTrans" cxnId="{3DCCC390-568A-4EFB-A571-32A80BF7B0FF}">
      <dgm:prSet/>
      <dgm:spPr/>
      <dgm:t>
        <a:bodyPr/>
        <a:lstStyle/>
        <a:p>
          <a:endParaRPr lang="en-US"/>
        </a:p>
      </dgm:t>
    </dgm:pt>
    <dgm:pt modelId="{54684878-64DF-43CC-A653-10856981AE99}">
      <dgm:prSet/>
      <dgm:spPr/>
      <dgm:t>
        <a:bodyPr/>
        <a:lstStyle/>
        <a:p>
          <a:r>
            <a:rPr lang="en-US"/>
            <a:t>A consensus attack cannot steal bitcoin,</a:t>
          </a:r>
          <a:r>
            <a:rPr lang="tr-TR"/>
            <a:t> </a:t>
          </a:r>
          <a:r>
            <a:rPr lang="en-US"/>
            <a:t>spend bitcoin without signatures, </a:t>
          </a:r>
        </a:p>
      </dgm:t>
    </dgm:pt>
    <dgm:pt modelId="{577FC388-A5C2-4E71-B4E1-37F046ED92FF}" type="parTrans" cxnId="{2141A3A3-2B05-4556-A74A-EA3DB308F79F}">
      <dgm:prSet/>
      <dgm:spPr/>
      <dgm:t>
        <a:bodyPr/>
        <a:lstStyle/>
        <a:p>
          <a:endParaRPr lang="en-US"/>
        </a:p>
      </dgm:t>
    </dgm:pt>
    <dgm:pt modelId="{2965C46F-AC05-4D76-99AA-1A2EFF90A520}" type="sibTrans" cxnId="{2141A3A3-2B05-4556-A74A-EA3DB308F79F}">
      <dgm:prSet/>
      <dgm:spPr/>
      <dgm:t>
        <a:bodyPr/>
        <a:lstStyle/>
        <a:p>
          <a:endParaRPr lang="en-US"/>
        </a:p>
      </dgm:t>
    </dgm:pt>
    <dgm:pt modelId="{60D349B7-3044-43FA-984C-634017DD746F}">
      <dgm:prSet/>
      <dgm:spPr/>
      <dgm:t>
        <a:bodyPr/>
        <a:lstStyle/>
        <a:p>
          <a:r>
            <a:rPr lang="en-US"/>
            <a:t>redirect bitcoin, or otherwise change past</a:t>
          </a:r>
          <a:r>
            <a:rPr lang="tr-TR"/>
            <a:t> transactions or ownership records</a:t>
          </a:r>
          <a:endParaRPr lang="en-US"/>
        </a:p>
      </dgm:t>
    </dgm:pt>
    <dgm:pt modelId="{7FBB82BA-DD50-49AA-8BD9-ACA147A42ACB}" type="parTrans" cxnId="{9F57E090-2B66-4E7E-BCE5-B75C05559632}">
      <dgm:prSet/>
      <dgm:spPr/>
      <dgm:t>
        <a:bodyPr/>
        <a:lstStyle/>
        <a:p>
          <a:endParaRPr lang="en-US"/>
        </a:p>
      </dgm:t>
    </dgm:pt>
    <dgm:pt modelId="{D5B283DD-1C9F-4CAA-8A88-3AA14DE1F958}" type="sibTrans" cxnId="{9F57E090-2B66-4E7E-BCE5-B75C05559632}">
      <dgm:prSet/>
      <dgm:spPr/>
      <dgm:t>
        <a:bodyPr/>
        <a:lstStyle/>
        <a:p>
          <a:endParaRPr lang="en-US"/>
        </a:p>
      </dgm:t>
    </dgm:pt>
    <dgm:pt modelId="{F894F022-B6B3-4F86-8BB4-C1E823D2E03E}" type="pres">
      <dgm:prSet presAssocID="{C675A9D2-6865-467B-BF3E-2C5BBA879638}" presName="linear" presStyleCnt="0">
        <dgm:presLayoutVars>
          <dgm:dir/>
          <dgm:animLvl val="lvl"/>
          <dgm:resizeHandles val="exact"/>
        </dgm:presLayoutVars>
      </dgm:prSet>
      <dgm:spPr/>
    </dgm:pt>
    <dgm:pt modelId="{3C1B516A-DF8C-4A81-84E0-C93FAB706087}" type="pres">
      <dgm:prSet presAssocID="{79823320-7C45-458E-BFEA-D68F3E0ADE98}" presName="parentLin" presStyleCnt="0"/>
      <dgm:spPr/>
    </dgm:pt>
    <dgm:pt modelId="{6AA8FD36-7B34-489D-9CC0-1E1B758FBFD1}" type="pres">
      <dgm:prSet presAssocID="{79823320-7C45-458E-BFEA-D68F3E0ADE98}" presName="parentLeftMargin" presStyleLbl="node1" presStyleIdx="0" presStyleCnt="2"/>
      <dgm:spPr/>
    </dgm:pt>
    <dgm:pt modelId="{51A4096F-C9C1-4679-9EE1-44EBF1A63BEB}" type="pres">
      <dgm:prSet presAssocID="{79823320-7C45-458E-BFEA-D68F3E0ADE98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2D295609-21DA-4E11-AA6C-B86458BD8DEF}" type="pres">
      <dgm:prSet presAssocID="{79823320-7C45-458E-BFEA-D68F3E0ADE98}" presName="negativeSpace" presStyleCnt="0"/>
      <dgm:spPr/>
    </dgm:pt>
    <dgm:pt modelId="{87AD18C7-639D-4DB6-9157-2733C553C524}" type="pres">
      <dgm:prSet presAssocID="{79823320-7C45-458E-BFEA-D68F3E0ADE98}" presName="childText" presStyleLbl="conFgAcc1" presStyleIdx="0" presStyleCnt="2">
        <dgm:presLayoutVars>
          <dgm:bulletEnabled val="1"/>
        </dgm:presLayoutVars>
      </dgm:prSet>
      <dgm:spPr/>
    </dgm:pt>
    <dgm:pt modelId="{2DD77490-CAC9-4267-A84B-F27ECE6D410E}" type="pres">
      <dgm:prSet presAssocID="{4155DDE6-8574-400F-BE22-F58DC8B2D761}" presName="spaceBetweenRectangles" presStyleCnt="0"/>
      <dgm:spPr/>
    </dgm:pt>
    <dgm:pt modelId="{B4F0B7DC-FA90-47DF-A0A0-8B9AE944AF1F}" type="pres">
      <dgm:prSet presAssocID="{B059A30B-28F9-49DE-9763-67A0B70FC2FE}" presName="parentLin" presStyleCnt="0"/>
      <dgm:spPr/>
    </dgm:pt>
    <dgm:pt modelId="{900A36D1-2ADC-40A5-B74C-69A9F9968623}" type="pres">
      <dgm:prSet presAssocID="{B059A30B-28F9-49DE-9763-67A0B70FC2FE}" presName="parentLeftMargin" presStyleLbl="node1" presStyleIdx="0" presStyleCnt="2"/>
      <dgm:spPr/>
    </dgm:pt>
    <dgm:pt modelId="{A9EBEB07-0732-4805-9C5A-1627DBDB040F}" type="pres">
      <dgm:prSet presAssocID="{B059A30B-28F9-49DE-9763-67A0B70FC2FE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40AEC0E0-55C9-4094-A576-420B1C94DB1E}" type="pres">
      <dgm:prSet presAssocID="{B059A30B-28F9-49DE-9763-67A0B70FC2FE}" presName="negativeSpace" presStyleCnt="0"/>
      <dgm:spPr/>
    </dgm:pt>
    <dgm:pt modelId="{D47311E6-E0B2-421E-89D3-EBF97D8E7F72}" type="pres">
      <dgm:prSet presAssocID="{B059A30B-28F9-49DE-9763-67A0B70FC2FE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D948B211-846E-4AD3-AEA5-5B407102DE06}" srcId="{79823320-7C45-458E-BFEA-D68F3E0ADE98}" destId="{1F739AC3-7C51-4B2C-B04E-A9E877F1C9E2}" srcOrd="1" destOrd="0" parTransId="{EB1C6503-1DBE-4A8D-9D54-24386F73738D}" sibTransId="{D2117151-7C8D-4BCE-AA2B-11CEB735713B}"/>
    <dgm:cxn modelId="{58A93215-3FA3-4D45-90C2-193FEF87CF5C}" type="presOf" srcId="{54684878-64DF-43CC-A653-10856981AE99}" destId="{D47311E6-E0B2-421E-89D3-EBF97D8E7F72}" srcOrd="0" destOrd="0" presId="urn:microsoft.com/office/officeart/2005/8/layout/list1"/>
    <dgm:cxn modelId="{B343A82A-A951-49E7-AA05-068CDCEF58D8}" type="presOf" srcId="{79823320-7C45-458E-BFEA-D68F3E0ADE98}" destId="{6AA8FD36-7B34-489D-9CC0-1E1B758FBFD1}" srcOrd="0" destOrd="0" presId="urn:microsoft.com/office/officeart/2005/8/layout/list1"/>
    <dgm:cxn modelId="{DF73FB38-1DD5-422D-8721-5FC64B45E190}" type="presOf" srcId="{60D349B7-3044-43FA-984C-634017DD746F}" destId="{D47311E6-E0B2-421E-89D3-EBF97D8E7F72}" srcOrd="0" destOrd="1" presId="urn:microsoft.com/office/officeart/2005/8/layout/list1"/>
    <dgm:cxn modelId="{006BDA4C-6ECD-4ECE-9016-7D333E11C1F7}" type="presOf" srcId="{B059A30B-28F9-49DE-9763-67A0B70FC2FE}" destId="{900A36D1-2ADC-40A5-B74C-69A9F9968623}" srcOrd="0" destOrd="0" presId="urn:microsoft.com/office/officeart/2005/8/layout/list1"/>
    <dgm:cxn modelId="{A8757D4E-9244-4F90-80A1-FE711988070A}" type="presOf" srcId="{B059A30B-28F9-49DE-9763-67A0B70FC2FE}" destId="{A9EBEB07-0732-4805-9C5A-1627DBDB040F}" srcOrd="1" destOrd="0" presId="urn:microsoft.com/office/officeart/2005/8/layout/list1"/>
    <dgm:cxn modelId="{9D8E2B89-63CC-405B-A41C-D0608110F5C6}" type="presOf" srcId="{2E8640A7-D985-4323-B0D5-D2FF8103779D}" destId="{87AD18C7-639D-4DB6-9157-2733C553C524}" srcOrd="0" destOrd="0" presId="urn:microsoft.com/office/officeart/2005/8/layout/list1"/>
    <dgm:cxn modelId="{3DCCC390-568A-4EFB-A571-32A80BF7B0FF}" srcId="{C675A9D2-6865-467B-BF3E-2C5BBA879638}" destId="{B059A30B-28F9-49DE-9763-67A0B70FC2FE}" srcOrd="1" destOrd="0" parTransId="{24475445-DF72-4813-B7F9-5B10B7CE3CA2}" sibTransId="{209128B3-8029-4DB1-8DFE-6ED09056AFE5}"/>
    <dgm:cxn modelId="{9F57E090-2B66-4E7E-BCE5-B75C05559632}" srcId="{B059A30B-28F9-49DE-9763-67A0B70FC2FE}" destId="{60D349B7-3044-43FA-984C-634017DD746F}" srcOrd="1" destOrd="0" parTransId="{7FBB82BA-DD50-49AA-8BD9-ACA147A42ACB}" sibTransId="{D5B283DD-1C9F-4CAA-8A88-3AA14DE1F958}"/>
    <dgm:cxn modelId="{B65D7A93-DDFC-48C6-BDDA-07BD589433DF}" srcId="{79823320-7C45-458E-BFEA-D68F3E0ADE98}" destId="{2E8640A7-D985-4323-B0D5-D2FF8103779D}" srcOrd="0" destOrd="0" parTransId="{1A879A10-58D9-48BA-A3B3-427A2169CEE8}" sibTransId="{246A22C5-BEC7-4FE2-9762-B373F177D730}"/>
    <dgm:cxn modelId="{2141A3A3-2B05-4556-A74A-EA3DB308F79F}" srcId="{B059A30B-28F9-49DE-9763-67A0B70FC2FE}" destId="{54684878-64DF-43CC-A653-10856981AE99}" srcOrd="0" destOrd="0" parTransId="{577FC388-A5C2-4E71-B4E1-37F046ED92FF}" sibTransId="{2965C46F-AC05-4D76-99AA-1A2EFF90A520}"/>
    <dgm:cxn modelId="{9DB81EE6-FCAD-48FE-8747-3F5CDB54F8F1}" type="presOf" srcId="{C675A9D2-6865-467B-BF3E-2C5BBA879638}" destId="{F894F022-B6B3-4F86-8BB4-C1E823D2E03E}" srcOrd="0" destOrd="0" presId="urn:microsoft.com/office/officeart/2005/8/layout/list1"/>
    <dgm:cxn modelId="{E09791EE-C2E2-45EF-96E8-CC983FB14700}" type="presOf" srcId="{1F739AC3-7C51-4B2C-B04E-A9E877F1C9E2}" destId="{87AD18C7-639D-4DB6-9157-2733C553C524}" srcOrd="0" destOrd="1" presId="urn:microsoft.com/office/officeart/2005/8/layout/list1"/>
    <dgm:cxn modelId="{863C71F2-A5B1-43C9-8758-F246AF6FA82C}" type="presOf" srcId="{79823320-7C45-458E-BFEA-D68F3E0ADE98}" destId="{51A4096F-C9C1-4679-9EE1-44EBF1A63BEB}" srcOrd="1" destOrd="0" presId="urn:microsoft.com/office/officeart/2005/8/layout/list1"/>
    <dgm:cxn modelId="{3CCF8BF9-A1F7-4D38-8B90-5BF564DC994B}" srcId="{C675A9D2-6865-467B-BF3E-2C5BBA879638}" destId="{79823320-7C45-458E-BFEA-D68F3E0ADE98}" srcOrd="0" destOrd="0" parTransId="{E41327D0-CCEB-4FD6-AA1B-8AAD739179DE}" sibTransId="{4155DDE6-8574-400F-BE22-F58DC8B2D761}"/>
    <dgm:cxn modelId="{2191B891-F9BF-4362-B8F1-F395D0BAC3A6}" type="presParOf" srcId="{F894F022-B6B3-4F86-8BB4-C1E823D2E03E}" destId="{3C1B516A-DF8C-4A81-84E0-C93FAB706087}" srcOrd="0" destOrd="0" presId="urn:microsoft.com/office/officeart/2005/8/layout/list1"/>
    <dgm:cxn modelId="{F23D5476-341F-4225-86E5-504B789E4C51}" type="presParOf" srcId="{3C1B516A-DF8C-4A81-84E0-C93FAB706087}" destId="{6AA8FD36-7B34-489D-9CC0-1E1B758FBFD1}" srcOrd="0" destOrd="0" presId="urn:microsoft.com/office/officeart/2005/8/layout/list1"/>
    <dgm:cxn modelId="{D2C241F2-CB47-4818-BF26-CCFB2BFFCBD9}" type="presParOf" srcId="{3C1B516A-DF8C-4A81-84E0-C93FAB706087}" destId="{51A4096F-C9C1-4679-9EE1-44EBF1A63BEB}" srcOrd="1" destOrd="0" presId="urn:microsoft.com/office/officeart/2005/8/layout/list1"/>
    <dgm:cxn modelId="{6F95B00A-CE14-42D8-87A6-6B5349A25BE5}" type="presParOf" srcId="{F894F022-B6B3-4F86-8BB4-C1E823D2E03E}" destId="{2D295609-21DA-4E11-AA6C-B86458BD8DEF}" srcOrd="1" destOrd="0" presId="urn:microsoft.com/office/officeart/2005/8/layout/list1"/>
    <dgm:cxn modelId="{86EDAC63-51A8-458B-8331-650C76E94D9D}" type="presParOf" srcId="{F894F022-B6B3-4F86-8BB4-C1E823D2E03E}" destId="{87AD18C7-639D-4DB6-9157-2733C553C524}" srcOrd="2" destOrd="0" presId="urn:microsoft.com/office/officeart/2005/8/layout/list1"/>
    <dgm:cxn modelId="{05576218-DE9D-40AA-ADD8-8F0D808C4502}" type="presParOf" srcId="{F894F022-B6B3-4F86-8BB4-C1E823D2E03E}" destId="{2DD77490-CAC9-4267-A84B-F27ECE6D410E}" srcOrd="3" destOrd="0" presId="urn:microsoft.com/office/officeart/2005/8/layout/list1"/>
    <dgm:cxn modelId="{91775E92-7CD9-4C42-B451-53FC19780462}" type="presParOf" srcId="{F894F022-B6B3-4F86-8BB4-C1E823D2E03E}" destId="{B4F0B7DC-FA90-47DF-A0A0-8B9AE944AF1F}" srcOrd="4" destOrd="0" presId="urn:microsoft.com/office/officeart/2005/8/layout/list1"/>
    <dgm:cxn modelId="{5D0614E8-FD55-4656-A095-52508FD2B5A0}" type="presParOf" srcId="{B4F0B7DC-FA90-47DF-A0A0-8B9AE944AF1F}" destId="{900A36D1-2ADC-40A5-B74C-69A9F9968623}" srcOrd="0" destOrd="0" presId="urn:microsoft.com/office/officeart/2005/8/layout/list1"/>
    <dgm:cxn modelId="{31A93169-0693-4D29-9FD0-80D2DE9104FD}" type="presParOf" srcId="{B4F0B7DC-FA90-47DF-A0A0-8B9AE944AF1F}" destId="{A9EBEB07-0732-4805-9C5A-1627DBDB040F}" srcOrd="1" destOrd="0" presId="urn:microsoft.com/office/officeart/2005/8/layout/list1"/>
    <dgm:cxn modelId="{154A5B23-DD18-4B0B-A518-F02F433CC53B}" type="presParOf" srcId="{F894F022-B6B3-4F86-8BB4-C1E823D2E03E}" destId="{40AEC0E0-55C9-4094-A576-420B1C94DB1E}" srcOrd="5" destOrd="0" presId="urn:microsoft.com/office/officeart/2005/8/layout/list1"/>
    <dgm:cxn modelId="{F8B83157-94B1-4975-A88D-41C86FC7F72D}" type="presParOf" srcId="{F894F022-B6B3-4F86-8BB4-C1E823D2E03E}" destId="{D47311E6-E0B2-421E-89D3-EBF97D8E7F72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1.xml><?xml version="1.0" encoding="utf-8"?>
<dgm:dataModel xmlns:dgm="http://schemas.openxmlformats.org/drawingml/2006/diagram" xmlns:a="http://schemas.openxmlformats.org/drawingml/2006/main">
  <dgm:ptLst>
    <dgm:pt modelId="{4BA0F1C3-C1FD-4C4F-8115-140D35FCDD56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394D15F7-47A7-4B25-B0BC-B9D2F8401A4B}">
      <dgm:prSet/>
      <dgm:spPr/>
      <dgm:t>
        <a:bodyPr/>
        <a:lstStyle/>
        <a:p>
          <a:r>
            <a:rPr lang="tr-TR"/>
            <a:t>Scenario </a:t>
          </a:r>
          <a:endParaRPr lang="en-US"/>
        </a:p>
      </dgm:t>
    </dgm:pt>
    <dgm:pt modelId="{0EA744FE-3C5C-48A9-B1F7-585824BD428A}" type="parTrans" cxnId="{B5FAE16A-77AA-4994-85ED-12D042BA13C4}">
      <dgm:prSet/>
      <dgm:spPr/>
      <dgm:t>
        <a:bodyPr/>
        <a:lstStyle/>
        <a:p>
          <a:endParaRPr lang="en-US"/>
        </a:p>
      </dgm:t>
    </dgm:pt>
    <dgm:pt modelId="{46C3AFEC-49B2-475B-B100-AB20EE0BEF56}" type="sibTrans" cxnId="{B5FAE16A-77AA-4994-85ED-12D042BA13C4}">
      <dgm:prSet/>
      <dgm:spPr/>
      <dgm:t>
        <a:bodyPr/>
        <a:lstStyle/>
        <a:p>
          <a:endParaRPr lang="en-US"/>
        </a:p>
      </dgm:t>
    </dgm:pt>
    <dgm:pt modelId="{F740675B-D631-4474-A87C-465D8F55B3FC}">
      <dgm:prSet/>
      <dgm:spPr/>
      <dgm:t>
        <a:bodyPr/>
        <a:lstStyle/>
        <a:p>
          <a:r>
            <a:rPr lang="en-US" dirty="0"/>
            <a:t>miners, controlling a majority (51%)</a:t>
          </a:r>
        </a:p>
      </dgm:t>
    </dgm:pt>
    <dgm:pt modelId="{359D0DD5-69EF-48FF-872D-D8EEA9A2A1DF}" type="parTrans" cxnId="{23327CB3-15A5-47B0-8817-E1B8AA414662}">
      <dgm:prSet/>
      <dgm:spPr/>
      <dgm:t>
        <a:bodyPr/>
        <a:lstStyle/>
        <a:p>
          <a:endParaRPr lang="en-US"/>
        </a:p>
      </dgm:t>
    </dgm:pt>
    <dgm:pt modelId="{4C6FD77F-DEEA-4E22-9D62-B193AB2052EB}" type="sibTrans" cxnId="{23327CB3-15A5-47B0-8817-E1B8AA414662}">
      <dgm:prSet/>
      <dgm:spPr/>
      <dgm:t>
        <a:bodyPr/>
        <a:lstStyle/>
        <a:p>
          <a:endParaRPr lang="en-US"/>
        </a:p>
      </dgm:t>
    </dgm:pt>
    <dgm:pt modelId="{4CB7ACAA-AE38-47E4-978B-07C2A76398AB}">
      <dgm:prSet/>
      <dgm:spPr/>
      <dgm:t>
        <a:bodyPr/>
        <a:lstStyle/>
        <a:p>
          <a:r>
            <a:rPr lang="tr-TR" dirty="0"/>
            <a:t>can </a:t>
          </a:r>
          <a:r>
            <a:rPr lang="en-US" dirty="0"/>
            <a:t>attack bitcoin</a:t>
          </a:r>
        </a:p>
      </dgm:t>
    </dgm:pt>
    <dgm:pt modelId="{B3B52F96-11BC-4CE0-8CD5-4C0380B7E10C}" type="parTrans" cxnId="{4F011796-3C5C-4E8A-A9E1-515A88174967}">
      <dgm:prSet/>
      <dgm:spPr/>
      <dgm:t>
        <a:bodyPr/>
        <a:lstStyle/>
        <a:p>
          <a:endParaRPr lang="en-US"/>
        </a:p>
      </dgm:t>
    </dgm:pt>
    <dgm:pt modelId="{FAD738D1-3A68-4252-957D-909388850F63}" type="sibTrans" cxnId="{4F011796-3C5C-4E8A-A9E1-515A88174967}">
      <dgm:prSet/>
      <dgm:spPr/>
      <dgm:t>
        <a:bodyPr/>
        <a:lstStyle/>
        <a:p>
          <a:endParaRPr lang="en-US"/>
        </a:p>
      </dgm:t>
    </dgm:pt>
    <dgm:pt modelId="{67881016-BC2B-44E7-A4D5-65F252D6FCBE}">
      <dgm:prSet/>
      <dgm:spPr/>
      <dgm:t>
        <a:bodyPr/>
        <a:lstStyle/>
        <a:p>
          <a:r>
            <a:rPr lang="tr-TR" dirty="0"/>
            <a:t>Mine </a:t>
          </a:r>
          <a:r>
            <a:rPr lang="tr-TR" dirty="0" err="1"/>
            <a:t>majority</a:t>
          </a:r>
          <a:r>
            <a:rPr lang="tr-TR" dirty="0"/>
            <a:t> of </a:t>
          </a: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blocks</a:t>
          </a:r>
          <a:endParaRPr lang="en-US" dirty="0"/>
        </a:p>
      </dgm:t>
    </dgm:pt>
    <dgm:pt modelId="{07571ACA-B5F8-49E1-A4BD-04E3D321C9C7}" type="parTrans" cxnId="{9AEDC50A-2DD6-4DD4-A846-3976C9F7504C}">
      <dgm:prSet/>
      <dgm:spPr/>
      <dgm:t>
        <a:bodyPr/>
        <a:lstStyle/>
        <a:p>
          <a:endParaRPr lang="en-US"/>
        </a:p>
      </dgm:t>
    </dgm:pt>
    <dgm:pt modelId="{0EBBD413-8137-4717-B335-3504DD96A27A}" type="sibTrans" cxnId="{9AEDC50A-2DD6-4DD4-A846-3976C9F7504C}">
      <dgm:prSet/>
      <dgm:spPr/>
      <dgm:t>
        <a:bodyPr/>
        <a:lstStyle/>
        <a:p>
          <a:endParaRPr lang="en-US"/>
        </a:p>
      </dgm:t>
    </dgm:pt>
    <dgm:pt modelId="{18723674-4B56-4C49-839C-41055E7C0B6B}">
      <dgm:prSet/>
      <dgm:spPr/>
      <dgm:t>
        <a:bodyPr/>
        <a:lstStyle/>
        <a:p>
          <a:r>
            <a:rPr lang="tr-TR" dirty="0"/>
            <a:t>can </a:t>
          </a:r>
          <a:r>
            <a:rPr lang="tr-TR" dirty="0" err="1"/>
            <a:t>cause</a:t>
          </a:r>
          <a:r>
            <a:rPr lang="tr-TR" dirty="0"/>
            <a:t> </a:t>
          </a:r>
          <a:r>
            <a:rPr lang="tr-TR" dirty="0" err="1"/>
            <a:t>deliberate</a:t>
          </a:r>
          <a:r>
            <a:rPr lang="tr-TR" dirty="0"/>
            <a:t> “</a:t>
          </a:r>
          <a:r>
            <a:rPr lang="tr-TR" dirty="0" err="1"/>
            <a:t>forks</a:t>
          </a:r>
          <a:r>
            <a:rPr lang="tr-TR" dirty="0"/>
            <a:t>”</a:t>
          </a:r>
          <a:endParaRPr lang="en-US" dirty="0"/>
        </a:p>
      </dgm:t>
    </dgm:pt>
    <dgm:pt modelId="{D5457C35-8776-4A70-9FE1-563EC4632A80}" type="parTrans" cxnId="{C0876760-467F-4D17-8297-A8DC69461D81}">
      <dgm:prSet/>
      <dgm:spPr/>
      <dgm:t>
        <a:bodyPr/>
        <a:lstStyle/>
        <a:p>
          <a:endParaRPr lang="en-US"/>
        </a:p>
      </dgm:t>
    </dgm:pt>
    <dgm:pt modelId="{C6E9D13B-F49B-46B9-9A70-1C4B180A01DC}" type="sibTrans" cxnId="{C0876760-467F-4D17-8297-A8DC69461D81}">
      <dgm:prSet/>
      <dgm:spPr/>
      <dgm:t>
        <a:bodyPr/>
        <a:lstStyle/>
        <a:p>
          <a:endParaRPr lang="en-US"/>
        </a:p>
      </dgm:t>
    </dgm:pt>
    <dgm:pt modelId="{4E6134D4-6631-4D62-9621-8906B6235E1B}">
      <dgm:prSet/>
      <dgm:spPr/>
      <dgm:t>
        <a:bodyPr/>
        <a:lstStyle/>
        <a:p>
          <a:r>
            <a:rPr lang="tr-TR"/>
            <a:t>double-spend transactions</a:t>
          </a:r>
          <a:endParaRPr lang="en-US"/>
        </a:p>
      </dgm:t>
    </dgm:pt>
    <dgm:pt modelId="{94E1868E-D755-41A1-8566-133E00BB245F}" type="parTrans" cxnId="{03E108E6-4177-4AB0-A0F9-96569C852DBB}">
      <dgm:prSet/>
      <dgm:spPr/>
      <dgm:t>
        <a:bodyPr/>
        <a:lstStyle/>
        <a:p>
          <a:endParaRPr lang="en-US"/>
        </a:p>
      </dgm:t>
    </dgm:pt>
    <dgm:pt modelId="{CA5D90A6-28E7-465A-8F16-AC00113537ED}" type="sibTrans" cxnId="{03E108E6-4177-4AB0-A0F9-96569C852DBB}">
      <dgm:prSet/>
      <dgm:spPr/>
      <dgm:t>
        <a:bodyPr/>
        <a:lstStyle/>
        <a:p>
          <a:endParaRPr lang="en-US"/>
        </a:p>
      </dgm:t>
    </dgm:pt>
    <dgm:pt modelId="{FF798425-8AF4-4C0F-9E21-EE9934B80338}">
      <dgm:prSet/>
      <dgm:spPr/>
      <dgm:t>
        <a:bodyPr/>
        <a:lstStyle/>
        <a:p>
          <a:r>
            <a:rPr lang="en-US" dirty="0"/>
            <a:t>of the total network’s</a:t>
          </a:r>
          <a:r>
            <a:rPr lang="tr-TR" dirty="0"/>
            <a:t> </a:t>
          </a:r>
          <a:r>
            <a:rPr lang="en-US" dirty="0"/>
            <a:t>hashing power</a:t>
          </a:r>
        </a:p>
      </dgm:t>
    </dgm:pt>
    <dgm:pt modelId="{7FAA1795-823F-4D03-ACF2-53FD1245B54E}" type="parTrans" cxnId="{7867AAED-CACB-46B7-B842-8F77C63C8A3C}">
      <dgm:prSet/>
      <dgm:spPr/>
    </dgm:pt>
    <dgm:pt modelId="{1B3B130D-6374-4CE7-BD72-6018E20EFB71}" type="sibTrans" cxnId="{7867AAED-CACB-46B7-B842-8F77C63C8A3C}">
      <dgm:prSet/>
      <dgm:spPr/>
    </dgm:pt>
    <dgm:pt modelId="{490C2DB9-E538-4E1A-8B75-EA75B223C37E}" type="pres">
      <dgm:prSet presAssocID="{4BA0F1C3-C1FD-4C4F-8115-140D35FCDD56}" presName="linear" presStyleCnt="0">
        <dgm:presLayoutVars>
          <dgm:dir/>
          <dgm:animLvl val="lvl"/>
          <dgm:resizeHandles val="exact"/>
        </dgm:presLayoutVars>
      </dgm:prSet>
      <dgm:spPr/>
    </dgm:pt>
    <dgm:pt modelId="{4EB3935A-061E-4324-AC92-301265004AEF}" type="pres">
      <dgm:prSet presAssocID="{394D15F7-47A7-4B25-B0BC-B9D2F8401A4B}" presName="parentLin" presStyleCnt="0"/>
      <dgm:spPr/>
    </dgm:pt>
    <dgm:pt modelId="{442AC3CA-0E7C-46F7-BCB7-33A5891C59BB}" type="pres">
      <dgm:prSet presAssocID="{394D15F7-47A7-4B25-B0BC-B9D2F8401A4B}" presName="parentLeftMargin" presStyleLbl="node1" presStyleIdx="0" presStyleCnt="2"/>
      <dgm:spPr/>
    </dgm:pt>
    <dgm:pt modelId="{2A487AAD-C171-42D0-A3F0-8A1635A90B29}" type="pres">
      <dgm:prSet presAssocID="{394D15F7-47A7-4B25-B0BC-B9D2F8401A4B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68DFC762-93AE-42A9-A7C0-A1906E468FDF}" type="pres">
      <dgm:prSet presAssocID="{394D15F7-47A7-4B25-B0BC-B9D2F8401A4B}" presName="negativeSpace" presStyleCnt="0"/>
      <dgm:spPr/>
    </dgm:pt>
    <dgm:pt modelId="{C9FE7A4B-7B52-4E65-9527-880D585E34ED}" type="pres">
      <dgm:prSet presAssocID="{394D15F7-47A7-4B25-B0BC-B9D2F8401A4B}" presName="childText" presStyleLbl="conFgAcc1" presStyleIdx="0" presStyleCnt="2">
        <dgm:presLayoutVars>
          <dgm:bulletEnabled val="1"/>
        </dgm:presLayoutVars>
      </dgm:prSet>
      <dgm:spPr/>
    </dgm:pt>
    <dgm:pt modelId="{2B340442-F7DF-4E8A-9CA5-817B193FF52F}" type="pres">
      <dgm:prSet presAssocID="{46C3AFEC-49B2-475B-B100-AB20EE0BEF56}" presName="spaceBetweenRectangles" presStyleCnt="0"/>
      <dgm:spPr/>
    </dgm:pt>
    <dgm:pt modelId="{9C5F1CFA-0322-4758-8B3D-34B7BC6B8BA8}" type="pres">
      <dgm:prSet presAssocID="{67881016-BC2B-44E7-A4D5-65F252D6FCBE}" presName="parentLin" presStyleCnt="0"/>
      <dgm:spPr/>
    </dgm:pt>
    <dgm:pt modelId="{D9C395FB-3B62-4DD5-B97F-E6E2FA30CA9A}" type="pres">
      <dgm:prSet presAssocID="{67881016-BC2B-44E7-A4D5-65F252D6FCBE}" presName="parentLeftMargin" presStyleLbl="node1" presStyleIdx="0" presStyleCnt="2"/>
      <dgm:spPr/>
    </dgm:pt>
    <dgm:pt modelId="{87E924BF-98C0-46F3-BD07-E2CE024914E5}" type="pres">
      <dgm:prSet presAssocID="{67881016-BC2B-44E7-A4D5-65F252D6FCBE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C01FEA88-AE2C-48B2-BA0A-1DB0D24BA859}" type="pres">
      <dgm:prSet presAssocID="{67881016-BC2B-44E7-A4D5-65F252D6FCBE}" presName="negativeSpace" presStyleCnt="0"/>
      <dgm:spPr/>
    </dgm:pt>
    <dgm:pt modelId="{9E3A4092-DA40-4502-9FF1-5BD315B6C3D4}" type="pres">
      <dgm:prSet presAssocID="{67881016-BC2B-44E7-A4D5-65F252D6FCBE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9AEDC50A-2DD6-4DD4-A846-3976C9F7504C}" srcId="{4BA0F1C3-C1FD-4C4F-8115-140D35FCDD56}" destId="{67881016-BC2B-44E7-A4D5-65F252D6FCBE}" srcOrd="1" destOrd="0" parTransId="{07571ACA-B5F8-49E1-A4BD-04E3D321C9C7}" sibTransId="{0EBBD413-8137-4717-B335-3504DD96A27A}"/>
    <dgm:cxn modelId="{E4E1100B-6206-42B4-8EBE-5A41F3DB8722}" type="presOf" srcId="{67881016-BC2B-44E7-A4D5-65F252D6FCBE}" destId="{D9C395FB-3B62-4DD5-B97F-E6E2FA30CA9A}" srcOrd="0" destOrd="0" presId="urn:microsoft.com/office/officeart/2005/8/layout/list1"/>
    <dgm:cxn modelId="{AD11A121-9693-4E2C-9656-712A952FB91B}" type="presOf" srcId="{F740675B-D631-4474-A87C-465D8F55B3FC}" destId="{C9FE7A4B-7B52-4E65-9527-880D585E34ED}" srcOrd="0" destOrd="0" presId="urn:microsoft.com/office/officeart/2005/8/layout/list1"/>
    <dgm:cxn modelId="{2AEAD022-13C2-4650-B10C-B61D2A62A94E}" type="presOf" srcId="{394D15F7-47A7-4B25-B0BC-B9D2F8401A4B}" destId="{2A487AAD-C171-42D0-A3F0-8A1635A90B29}" srcOrd="1" destOrd="0" presId="urn:microsoft.com/office/officeart/2005/8/layout/list1"/>
    <dgm:cxn modelId="{C0876760-467F-4D17-8297-A8DC69461D81}" srcId="{67881016-BC2B-44E7-A4D5-65F252D6FCBE}" destId="{18723674-4B56-4C49-839C-41055E7C0B6B}" srcOrd="0" destOrd="0" parTransId="{D5457C35-8776-4A70-9FE1-563EC4632A80}" sibTransId="{C6E9D13B-F49B-46B9-9A70-1C4B180A01DC}"/>
    <dgm:cxn modelId="{4E5D0262-B196-4D10-B07C-D522F38042A8}" type="presOf" srcId="{4CB7ACAA-AE38-47E4-978B-07C2A76398AB}" destId="{C9FE7A4B-7B52-4E65-9527-880D585E34ED}" srcOrd="0" destOrd="2" presId="urn:microsoft.com/office/officeart/2005/8/layout/list1"/>
    <dgm:cxn modelId="{B5FAE16A-77AA-4994-85ED-12D042BA13C4}" srcId="{4BA0F1C3-C1FD-4C4F-8115-140D35FCDD56}" destId="{394D15F7-47A7-4B25-B0BC-B9D2F8401A4B}" srcOrd="0" destOrd="0" parTransId="{0EA744FE-3C5C-48A9-B1F7-585824BD428A}" sibTransId="{46C3AFEC-49B2-475B-B100-AB20EE0BEF56}"/>
    <dgm:cxn modelId="{5768B789-0C72-409E-8F64-301872DD129A}" type="presOf" srcId="{67881016-BC2B-44E7-A4D5-65F252D6FCBE}" destId="{87E924BF-98C0-46F3-BD07-E2CE024914E5}" srcOrd="1" destOrd="0" presId="urn:microsoft.com/office/officeart/2005/8/layout/list1"/>
    <dgm:cxn modelId="{4F011796-3C5C-4E8A-A9E1-515A88174967}" srcId="{394D15F7-47A7-4B25-B0BC-B9D2F8401A4B}" destId="{4CB7ACAA-AE38-47E4-978B-07C2A76398AB}" srcOrd="2" destOrd="0" parTransId="{B3B52F96-11BC-4CE0-8CD5-4C0380B7E10C}" sibTransId="{FAD738D1-3A68-4252-957D-909388850F63}"/>
    <dgm:cxn modelId="{23327CB3-15A5-47B0-8817-E1B8AA414662}" srcId="{394D15F7-47A7-4B25-B0BC-B9D2F8401A4B}" destId="{F740675B-D631-4474-A87C-465D8F55B3FC}" srcOrd="0" destOrd="0" parTransId="{359D0DD5-69EF-48FF-872D-D8EEA9A2A1DF}" sibTransId="{4C6FD77F-DEEA-4E22-9D62-B193AB2052EB}"/>
    <dgm:cxn modelId="{FDE388C8-2C9A-4111-A370-136221EDDAFE}" type="presOf" srcId="{FF798425-8AF4-4C0F-9E21-EE9934B80338}" destId="{C9FE7A4B-7B52-4E65-9527-880D585E34ED}" srcOrd="0" destOrd="1" presId="urn:microsoft.com/office/officeart/2005/8/layout/list1"/>
    <dgm:cxn modelId="{2AEEC7CB-2071-4296-8B5F-396DD251D937}" type="presOf" srcId="{394D15F7-47A7-4B25-B0BC-B9D2F8401A4B}" destId="{442AC3CA-0E7C-46F7-BCB7-33A5891C59BB}" srcOrd="0" destOrd="0" presId="urn:microsoft.com/office/officeart/2005/8/layout/list1"/>
    <dgm:cxn modelId="{E1F2EDE4-1C49-4D58-B213-BCE8433597B7}" type="presOf" srcId="{4BA0F1C3-C1FD-4C4F-8115-140D35FCDD56}" destId="{490C2DB9-E538-4E1A-8B75-EA75B223C37E}" srcOrd="0" destOrd="0" presId="urn:microsoft.com/office/officeart/2005/8/layout/list1"/>
    <dgm:cxn modelId="{03E108E6-4177-4AB0-A0F9-96569C852DBB}" srcId="{67881016-BC2B-44E7-A4D5-65F252D6FCBE}" destId="{4E6134D4-6631-4D62-9621-8906B6235E1B}" srcOrd="1" destOrd="0" parTransId="{94E1868E-D755-41A1-8566-133E00BB245F}" sibTransId="{CA5D90A6-28E7-465A-8F16-AC00113537ED}"/>
    <dgm:cxn modelId="{380FAAE6-1D0A-494C-A3C0-5CE0FEBA5DC2}" type="presOf" srcId="{18723674-4B56-4C49-839C-41055E7C0B6B}" destId="{9E3A4092-DA40-4502-9FF1-5BD315B6C3D4}" srcOrd="0" destOrd="0" presId="urn:microsoft.com/office/officeart/2005/8/layout/list1"/>
    <dgm:cxn modelId="{643204EA-B891-4FF2-94C9-20B75724A5A9}" type="presOf" srcId="{4E6134D4-6631-4D62-9621-8906B6235E1B}" destId="{9E3A4092-DA40-4502-9FF1-5BD315B6C3D4}" srcOrd="0" destOrd="1" presId="urn:microsoft.com/office/officeart/2005/8/layout/list1"/>
    <dgm:cxn modelId="{7867AAED-CACB-46B7-B842-8F77C63C8A3C}" srcId="{394D15F7-47A7-4B25-B0BC-B9D2F8401A4B}" destId="{FF798425-8AF4-4C0F-9E21-EE9934B80338}" srcOrd="1" destOrd="0" parTransId="{7FAA1795-823F-4D03-ACF2-53FD1245B54E}" sibTransId="{1B3B130D-6374-4CE7-BD72-6018E20EFB71}"/>
    <dgm:cxn modelId="{F04AA42C-C6CF-4FDE-851E-602B005F9C1C}" type="presParOf" srcId="{490C2DB9-E538-4E1A-8B75-EA75B223C37E}" destId="{4EB3935A-061E-4324-AC92-301265004AEF}" srcOrd="0" destOrd="0" presId="urn:microsoft.com/office/officeart/2005/8/layout/list1"/>
    <dgm:cxn modelId="{0A9F86CD-BD60-4000-9684-BC2811E04DFA}" type="presParOf" srcId="{4EB3935A-061E-4324-AC92-301265004AEF}" destId="{442AC3CA-0E7C-46F7-BCB7-33A5891C59BB}" srcOrd="0" destOrd="0" presId="urn:microsoft.com/office/officeart/2005/8/layout/list1"/>
    <dgm:cxn modelId="{84D5C078-E6E2-4128-A6AF-6CD10357C814}" type="presParOf" srcId="{4EB3935A-061E-4324-AC92-301265004AEF}" destId="{2A487AAD-C171-42D0-A3F0-8A1635A90B29}" srcOrd="1" destOrd="0" presId="urn:microsoft.com/office/officeart/2005/8/layout/list1"/>
    <dgm:cxn modelId="{AF45ACDE-3C76-4E5B-BBA9-06E54BD90CA2}" type="presParOf" srcId="{490C2DB9-E538-4E1A-8B75-EA75B223C37E}" destId="{68DFC762-93AE-42A9-A7C0-A1906E468FDF}" srcOrd="1" destOrd="0" presId="urn:microsoft.com/office/officeart/2005/8/layout/list1"/>
    <dgm:cxn modelId="{3766088A-5CDA-439B-B142-B033C1906B8F}" type="presParOf" srcId="{490C2DB9-E538-4E1A-8B75-EA75B223C37E}" destId="{C9FE7A4B-7B52-4E65-9527-880D585E34ED}" srcOrd="2" destOrd="0" presId="urn:microsoft.com/office/officeart/2005/8/layout/list1"/>
    <dgm:cxn modelId="{84F0108B-E7BF-4FDC-96DC-C55A921804E1}" type="presParOf" srcId="{490C2DB9-E538-4E1A-8B75-EA75B223C37E}" destId="{2B340442-F7DF-4E8A-9CA5-817B193FF52F}" srcOrd="3" destOrd="0" presId="urn:microsoft.com/office/officeart/2005/8/layout/list1"/>
    <dgm:cxn modelId="{40B9675E-2D70-4900-A175-2B591357334D}" type="presParOf" srcId="{490C2DB9-E538-4E1A-8B75-EA75B223C37E}" destId="{9C5F1CFA-0322-4758-8B3D-34B7BC6B8BA8}" srcOrd="4" destOrd="0" presId="urn:microsoft.com/office/officeart/2005/8/layout/list1"/>
    <dgm:cxn modelId="{AC2475EB-3322-4EDA-9D53-69F0E28EBDC6}" type="presParOf" srcId="{9C5F1CFA-0322-4758-8B3D-34B7BC6B8BA8}" destId="{D9C395FB-3B62-4DD5-B97F-E6E2FA30CA9A}" srcOrd="0" destOrd="0" presId="urn:microsoft.com/office/officeart/2005/8/layout/list1"/>
    <dgm:cxn modelId="{FCD96203-55F3-410B-8545-4BB49B3746CD}" type="presParOf" srcId="{9C5F1CFA-0322-4758-8B3D-34B7BC6B8BA8}" destId="{87E924BF-98C0-46F3-BD07-E2CE024914E5}" srcOrd="1" destOrd="0" presId="urn:microsoft.com/office/officeart/2005/8/layout/list1"/>
    <dgm:cxn modelId="{E2CF3B85-B1DB-481F-B611-5DB9267AAC94}" type="presParOf" srcId="{490C2DB9-E538-4E1A-8B75-EA75B223C37E}" destId="{C01FEA88-AE2C-48B2-BA0A-1DB0D24BA859}" srcOrd="5" destOrd="0" presId="urn:microsoft.com/office/officeart/2005/8/layout/list1"/>
    <dgm:cxn modelId="{FDA11787-8052-4B14-849C-34A0B4BB8050}" type="presParOf" srcId="{490C2DB9-E538-4E1A-8B75-EA75B223C37E}" destId="{9E3A4092-DA40-4502-9FF1-5BD315B6C3D4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2.xml><?xml version="1.0" encoding="utf-8"?>
<dgm:dataModel xmlns:dgm="http://schemas.openxmlformats.org/drawingml/2006/diagram" xmlns:a="http://schemas.openxmlformats.org/drawingml/2006/main">
  <dgm:ptLst>
    <dgm:pt modelId="{DD3DA5F4-F972-42BC-A6D7-3A98B5788953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/>
      <dgm:spPr/>
      <dgm:t>
        <a:bodyPr/>
        <a:lstStyle/>
        <a:p>
          <a:endParaRPr lang="en-US"/>
        </a:p>
      </dgm:t>
    </dgm:pt>
    <dgm:pt modelId="{6B0D0B41-DDAE-4C1E-A4F9-31062F056DD0}">
      <dgm:prSet/>
      <dgm:spPr/>
      <dgm:t>
        <a:bodyPr/>
        <a:lstStyle/>
        <a:p>
          <a:r>
            <a:rPr lang="tr-TR"/>
            <a:t>the attacker causes previously </a:t>
          </a:r>
          <a:r>
            <a:rPr lang="en-US"/>
            <a:t>confirmed blocks </a:t>
          </a:r>
        </a:p>
      </dgm:t>
    </dgm:pt>
    <dgm:pt modelId="{0A8F0AE1-5938-4EEE-A979-F632FAEE9AD5}" type="parTrans" cxnId="{4436BD59-2D46-417C-BDA3-B582ED107DC6}">
      <dgm:prSet/>
      <dgm:spPr/>
      <dgm:t>
        <a:bodyPr/>
        <a:lstStyle/>
        <a:p>
          <a:endParaRPr lang="en-US"/>
        </a:p>
      </dgm:t>
    </dgm:pt>
    <dgm:pt modelId="{3FB48ECA-7BC0-4B87-AC8A-D57F5BF59AEB}" type="sibTrans" cxnId="{4436BD59-2D46-417C-BDA3-B582ED107DC6}">
      <dgm:prSet/>
      <dgm:spPr/>
      <dgm:t>
        <a:bodyPr/>
        <a:lstStyle/>
        <a:p>
          <a:endParaRPr lang="en-US"/>
        </a:p>
      </dgm:t>
    </dgm:pt>
    <dgm:pt modelId="{E099127F-5816-439B-AA8B-058F49A2C4B8}">
      <dgm:prSet/>
      <dgm:spPr/>
      <dgm:t>
        <a:bodyPr/>
        <a:lstStyle/>
        <a:p>
          <a:r>
            <a:rPr lang="en-US"/>
            <a:t>to be invalidated by forking below them</a:t>
          </a:r>
        </a:p>
      </dgm:t>
    </dgm:pt>
    <dgm:pt modelId="{77841642-0AEB-4AA7-AE5E-83EE8CE16F32}" type="parTrans" cxnId="{629A21D0-5E5A-41DF-A42F-CDBD1408C14A}">
      <dgm:prSet/>
      <dgm:spPr/>
      <dgm:t>
        <a:bodyPr/>
        <a:lstStyle/>
        <a:p>
          <a:endParaRPr lang="en-US"/>
        </a:p>
      </dgm:t>
    </dgm:pt>
    <dgm:pt modelId="{D55F3CD3-3D01-49DC-A8B8-F478F54520AC}" type="sibTrans" cxnId="{629A21D0-5E5A-41DF-A42F-CDBD1408C14A}">
      <dgm:prSet/>
      <dgm:spPr/>
      <dgm:t>
        <a:bodyPr/>
        <a:lstStyle/>
        <a:p>
          <a:endParaRPr lang="en-US"/>
        </a:p>
      </dgm:t>
    </dgm:pt>
    <dgm:pt modelId="{5118D85E-F6CD-47EE-BB6E-8C83E7DDCDC4}">
      <dgm:prSet/>
      <dgm:spPr/>
      <dgm:t>
        <a:bodyPr/>
        <a:lstStyle/>
        <a:p>
          <a:r>
            <a:rPr lang="en-US"/>
            <a:t>and re-converging</a:t>
          </a:r>
          <a:r>
            <a:rPr lang="tr-TR"/>
            <a:t> on an alternate chain.</a:t>
          </a:r>
          <a:endParaRPr lang="en-US"/>
        </a:p>
      </dgm:t>
    </dgm:pt>
    <dgm:pt modelId="{1013E1F8-0B80-416A-AA99-9247F4C399FA}" type="parTrans" cxnId="{75E0347A-867C-4457-9F22-469ABF7DE579}">
      <dgm:prSet/>
      <dgm:spPr/>
      <dgm:t>
        <a:bodyPr/>
        <a:lstStyle/>
        <a:p>
          <a:endParaRPr lang="en-US"/>
        </a:p>
      </dgm:t>
    </dgm:pt>
    <dgm:pt modelId="{27D591C8-2E47-4D83-A4F9-A2EA03FD2812}" type="sibTrans" cxnId="{75E0347A-867C-4457-9F22-469ABF7DE579}">
      <dgm:prSet/>
      <dgm:spPr/>
      <dgm:t>
        <a:bodyPr/>
        <a:lstStyle/>
        <a:p>
          <a:endParaRPr lang="en-US"/>
        </a:p>
      </dgm:t>
    </dgm:pt>
    <dgm:pt modelId="{9DB238A2-B145-4EC4-924E-11FE0F6F1B56}">
      <dgm:prSet/>
      <dgm:spPr/>
      <dgm:t>
        <a:bodyPr/>
        <a:lstStyle/>
        <a:p>
          <a:r>
            <a:rPr lang="tr-TR"/>
            <a:t>Six blocks in practice</a:t>
          </a:r>
          <a:endParaRPr lang="en-US"/>
        </a:p>
      </dgm:t>
    </dgm:pt>
    <dgm:pt modelId="{D0C0E8A5-B053-49A2-9CE5-AE7DBD4ED6D5}" type="parTrans" cxnId="{15C7CAC5-6868-4D52-9823-A282F0341A1D}">
      <dgm:prSet/>
      <dgm:spPr/>
      <dgm:t>
        <a:bodyPr/>
        <a:lstStyle/>
        <a:p>
          <a:endParaRPr lang="en-US"/>
        </a:p>
      </dgm:t>
    </dgm:pt>
    <dgm:pt modelId="{2C5C916C-4CAD-4717-8122-2793BEE4ADC5}" type="sibTrans" cxnId="{15C7CAC5-6868-4D52-9823-A282F0341A1D}">
      <dgm:prSet/>
      <dgm:spPr/>
      <dgm:t>
        <a:bodyPr/>
        <a:lstStyle/>
        <a:p>
          <a:endParaRPr lang="en-US"/>
        </a:p>
      </dgm:t>
    </dgm:pt>
    <dgm:pt modelId="{47E5EFE2-B039-4C74-9DD9-F841539ECE1A}">
      <dgm:prSet/>
      <dgm:spPr/>
      <dgm:t>
        <a:bodyPr/>
        <a:lstStyle/>
        <a:p>
          <a:r>
            <a:rPr lang="en-US"/>
            <a:t>an attacker can invalidate six or more</a:t>
          </a:r>
          <a:r>
            <a:rPr lang="tr-TR"/>
            <a:t> </a:t>
          </a:r>
          <a:r>
            <a:rPr lang="en-US"/>
            <a:t>blocks in a row</a:t>
          </a:r>
        </a:p>
      </dgm:t>
    </dgm:pt>
    <dgm:pt modelId="{70F29F4E-7E37-4A43-8204-81FD7BE91F04}" type="parTrans" cxnId="{9EC2AAB7-4E28-4C9E-9CE3-212C36FD0D1D}">
      <dgm:prSet/>
      <dgm:spPr/>
      <dgm:t>
        <a:bodyPr/>
        <a:lstStyle/>
        <a:p>
          <a:endParaRPr lang="en-US"/>
        </a:p>
      </dgm:t>
    </dgm:pt>
    <dgm:pt modelId="{DDBBAA81-292A-46CF-95AC-EE107A01F8D4}" type="sibTrans" cxnId="{9EC2AAB7-4E28-4C9E-9CE3-212C36FD0D1D}">
      <dgm:prSet/>
      <dgm:spPr/>
      <dgm:t>
        <a:bodyPr/>
        <a:lstStyle/>
        <a:p>
          <a:endParaRPr lang="en-US"/>
        </a:p>
      </dgm:t>
    </dgm:pt>
    <dgm:pt modelId="{E927FB74-6DF4-4713-BDEB-668E65091906}">
      <dgm:prSet/>
      <dgm:spPr/>
      <dgm:t>
        <a:bodyPr/>
        <a:lstStyle/>
        <a:p>
          <a:r>
            <a:rPr lang="en-US"/>
            <a:t>causing transactions</a:t>
          </a:r>
          <a:r>
            <a:rPr lang="tr-TR"/>
            <a:t> to be invalidated.</a:t>
          </a:r>
          <a:endParaRPr lang="en-US"/>
        </a:p>
      </dgm:t>
    </dgm:pt>
    <dgm:pt modelId="{167DFCA5-D9E7-4F9F-B8C6-3BE0C5CBA6D1}" type="parTrans" cxnId="{D47F24AC-327F-425B-B5C2-5E912FC2B67E}">
      <dgm:prSet/>
      <dgm:spPr/>
      <dgm:t>
        <a:bodyPr/>
        <a:lstStyle/>
        <a:p>
          <a:endParaRPr lang="en-US"/>
        </a:p>
      </dgm:t>
    </dgm:pt>
    <dgm:pt modelId="{1DB6BF8B-97D8-45B2-AF1A-FEBA80D232A1}" type="sibTrans" cxnId="{D47F24AC-327F-425B-B5C2-5E912FC2B67E}">
      <dgm:prSet/>
      <dgm:spPr/>
      <dgm:t>
        <a:bodyPr/>
        <a:lstStyle/>
        <a:p>
          <a:endParaRPr lang="en-US"/>
        </a:p>
      </dgm:t>
    </dgm:pt>
    <dgm:pt modelId="{153D7F37-C05E-4466-B7B1-6830F5857517}" type="pres">
      <dgm:prSet presAssocID="{DD3DA5F4-F972-42BC-A6D7-3A98B5788953}" presName="linear" presStyleCnt="0">
        <dgm:presLayoutVars>
          <dgm:dir/>
          <dgm:animLvl val="lvl"/>
          <dgm:resizeHandles val="exact"/>
        </dgm:presLayoutVars>
      </dgm:prSet>
      <dgm:spPr/>
    </dgm:pt>
    <dgm:pt modelId="{B1880217-52FF-412D-87E2-F5B424B9FCF9}" type="pres">
      <dgm:prSet presAssocID="{6B0D0B41-DDAE-4C1E-A4F9-31062F056DD0}" presName="parentLin" presStyleCnt="0"/>
      <dgm:spPr/>
    </dgm:pt>
    <dgm:pt modelId="{3FD012B5-EB83-43BC-83FB-13E7C30190B5}" type="pres">
      <dgm:prSet presAssocID="{6B0D0B41-DDAE-4C1E-A4F9-31062F056DD0}" presName="parentLeftMargin" presStyleLbl="node1" presStyleIdx="0" presStyleCnt="2"/>
      <dgm:spPr/>
    </dgm:pt>
    <dgm:pt modelId="{8A60F4DE-38CF-4B2F-B768-1B6372DA3B56}" type="pres">
      <dgm:prSet presAssocID="{6B0D0B41-DDAE-4C1E-A4F9-31062F056DD0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B79091F3-1B5F-429F-A63A-960BEDF734D0}" type="pres">
      <dgm:prSet presAssocID="{6B0D0B41-DDAE-4C1E-A4F9-31062F056DD0}" presName="negativeSpace" presStyleCnt="0"/>
      <dgm:spPr/>
    </dgm:pt>
    <dgm:pt modelId="{09C676E5-112D-4EF5-AE08-0D6AD5C1A436}" type="pres">
      <dgm:prSet presAssocID="{6B0D0B41-DDAE-4C1E-A4F9-31062F056DD0}" presName="childText" presStyleLbl="conFgAcc1" presStyleIdx="0" presStyleCnt="2">
        <dgm:presLayoutVars>
          <dgm:bulletEnabled val="1"/>
        </dgm:presLayoutVars>
      </dgm:prSet>
      <dgm:spPr/>
    </dgm:pt>
    <dgm:pt modelId="{7840F0DD-0032-42E2-B242-F2A2591AF09C}" type="pres">
      <dgm:prSet presAssocID="{3FB48ECA-7BC0-4B87-AC8A-D57F5BF59AEB}" presName="spaceBetweenRectangles" presStyleCnt="0"/>
      <dgm:spPr/>
    </dgm:pt>
    <dgm:pt modelId="{8EC7A094-309C-4DC8-AC7F-1D093B9D547B}" type="pres">
      <dgm:prSet presAssocID="{9DB238A2-B145-4EC4-924E-11FE0F6F1B56}" presName="parentLin" presStyleCnt="0"/>
      <dgm:spPr/>
    </dgm:pt>
    <dgm:pt modelId="{EF22986C-C460-4E8E-AD7C-587E8904C9E7}" type="pres">
      <dgm:prSet presAssocID="{9DB238A2-B145-4EC4-924E-11FE0F6F1B56}" presName="parentLeftMargin" presStyleLbl="node1" presStyleIdx="0" presStyleCnt="2"/>
      <dgm:spPr/>
    </dgm:pt>
    <dgm:pt modelId="{6D279573-DCB0-4A53-A3DA-F68DA92C5DE4}" type="pres">
      <dgm:prSet presAssocID="{9DB238A2-B145-4EC4-924E-11FE0F6F1B56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89241805-391C-42FA-926F-7F77A0215795}" type="pres">
      <dgm:prSet presAssocID="{9DB238A2-B145-4EC4-924E-11FE0F6F1B56}" presName="negativeSpace" presStyleCnt="0"/>
      <dgm:spPr/>
    </dgm:pt>
    <dgm:pt modelId="{C23B9530-B8C7-40E6-994F-7DE5FC78C6E0}" type="pres">
      <dgm:prSet presAssocID="{9DB238A2-B145-4EC4-924E-11FE0F6F1B56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7655A308-4556-4BCB-AF92-4E55315FA1D2}" type="presOf" srcId="{9DB238A2-B145-4EC4-924E-11FE0F6F1B56}" destId="{6D279573-DCB0-4A53-A3DA-F68DA92C5DE4}" srcOrd="1" destOrd="0" presId="urn:microsoft.com/office/officeart/2005/8/layout/list1"/>
    <dgm:cxn modelId="{43753009-4066-4A85-8FED-C13D34BF5BDA}" type="presOf" srcId="{DD3DA5F4-F972-42BC-A6D7-3A98B5788953}" destId="{153D7F37-C05E-4466-B7B1-6830F5857517}" srcOrd="0" destOrd="0" presId="urn:microsoft.com/office/officeart/2005/8/layout/list1"/>
    <dgm:cxn modelId="{F0C90E5D-C091-4DA0-8A2C-D302F0919BA9}" type="presOf" srcId="{5118D85E-F6CD-47EE-BB6E-8C83E7DDCDC4}" destId="{09C676E5-112D-4EF5-AE08-0D6AD5C1A436}" srcOrd="0" destOrd="1" presId="urn:microsoft.com/office/officeart/2005/8/layout/list1"/>
    <dgm:cxn modelId="{85B85561-5D46-49E1-AC13-D88E25D83A29}" type="presOf" srcId="{E099127F-5816-439B-AA8B-058F49A2C4B8}" destId="{09C676E5-112D-4EF5-AE08-0D6AD5C1A436}" srcOrd="0" destOrd="0" presId="urn:microsoft.com/office/officeart/2005/8/layout/list1"/>
    <dgm:cxn modelId="{C9E15066-C813-4BD2-BC41-38581AB297EE}" type="presOf" srcId="{6B0D0B41-DDAE-4C1E-A4F9-31062F056DD0}" destId="{8A60F4DE-38CF-4B2F-B768-1B6372DA3B56}" srcOrd="1" destOrd="0" presId="urn:microsoft.com/office/officeart/2005/8/layout/list1"/>
    <dgm:cxn modelId="{9F05F749-3CB8-45AC-821F-8427688F3D1D}" type="presOf" srcId="{9DB238A2-B145-4EC4-924E-11FE0F6F1B56}" destId="{EF22986C-C460-4E8E-AD7C-587E8904C9E7}" srcOrd="0" destOrd="0" presId="urn:microsoft.com/office/officeart/2005/8/layout/list1"/>
    <dgm:cxn modelId="{7351416D-87B4-4B90-82F7-E52076D40C0A}" type="presOf" srcId="{E927FB74-6DF4-4713-BDEB-668E65091906}" destId="{C23B9530-B8C7-40E6-994F-7DE5FC78C6E0}" srcOrd="0" destOrd="1" presId="urn:microsoft.com/office/officeart/2005/8/layout/list1"/>
    <dgm:cxn modelId="{4436BD59-2D46-417C-BDA3-B582ED107DC6}" srcId="{DD3DA5F4-F972-42BC-A6D7-3A98B5788953}" destId="{6B0D0B41-DDAE-4C1E-A4F9-31062F056DD0}" srcOrd="0" destOrd="0" parTransId="{0A8F0AE1-5938-4EEE-A979-F632FAEE9AD5}" sibTransId="{3FB48ECA-7BC0-4B87-AC8A-D57F5BF59AEB}"/>
    <dgm:cxn modelId="{75E0347A-867C-4457-9F22-469ABF7DE579}" srcId="{6B0D0B41-DDAE-4C1E-A4F9-31062F056DD0}" destId="{5118D85E-F6CD-47EE-BB6E-8C83E7DDCDC4}" srcOrd="1" destOrd="0" parTransId="{1013E1F8-0B80-416A-AA99-9247F4C399FA}" sibTransId="{27D591C8-2E47-4D83-A4F9-A2EA03FD2812}"/>
    <dgm:cxn modelId="{D47F24AC-327F-425B-B5C2-5E912FC2B67E}" srcId="{9DB238A2-B145-4EC4-924E-11FE0F6F1B56}" destId="{E927FB74-6DF4-4713-BDEB-668E65091906}" srcOrd="1" destOrd="0" parTransId="{167DFCA5-D9E7-4F9F-B8C6-3BE0C5CBA6D1}" sibTransId="{1DB6BF8B-97D8-45B2-AF1A-FEBA80D232A1}"/>
    <dgm:cxn modelId="{9EC2AAB7-4E28-4C9E-9CE3-212C36FD0D1D}" srcId="{9DB238A2-B145-4EC4-924E-11FE0F6F1B56}" destId="{47E5EFE2-B039-4C74-9DD9-F841539ECE1A}" srcOrd="0" destOrd="0" parTransId="{70F29F4E-7E37-4A43-8204-81FD7BE91F04}" sibTransId="{DDBBAA81-292A-46CF-95AC-EE107A01F8D4}"/>
    <dgm:cxn modelId="{15C7CAC5-6868-4D52-9823-A282F0341A1D}" srcId="{DD3DA5F4-F972-42BC-A6D7-3A98B5788953}" destId="{9DB238A2-B145-4EC4-924E-11FE0F6F1B56}" srcOrd="1" destOrd="0" parTransId="{D0C0E8A5-B053-49A2-9CE5-AE7DBD4ED6D5}" sibTransId="{2C5C916C-4CAD-4717-8122-2793BEE4ADC5}"/>
    <dgm:cxn modelId="{B1B31CCC-F6E3-46A1-9389-057B1FB06CAF}" type="presOf" srcId="{47E5EFE2-B039-4C74-9DD9-F841539ECE1A}" destId="{C23B9530-B8C7-40E6-994F-7DE5FC78C6E0}" srcOrd="0" destOrd="0" presId="urn:microsoft.com/office/officeart/2005/8/layout/list1"/>
    <dgm:cxn modelId="{629A21D0-5E5A-41DF-A42F-CDBD1408C14A}" srcId="{6B0D0B41-DDAE-4C1E-A4F9-31062F056DD0}" destId="{E099127F-5816-439B-AA8B-058F49A2C4B8}" srcOrd="0" destOrd="0" parTransId="{77841642-0AEB-4AA7-AE5E-83EE8CE16F32}" sibTransId="{D55F3CD3-3D01-49DC-A8B8-F478F54520AC}"/>
    <dgm:cxn modelId="{54F9C5FE-12EE-4E62-9341-C6E584A38920}" type="presOf" srcId="{6B0D0B41-DDAE-4C1E-A4F9-31062F056DD0}" destId="{3FD012B5-EB83-43BC-83FB-13E7C30190B5}" srcOrd="0" destOrd="0" presId="urn:microsoft.com/office/officeart/2005/8/layout/list1"/>
    <dgm:cxn modelId="{809C7688-2B15-4B67-8F5C-070AC4C92030}" type="presParOf" srcId="{153D7F37-C05E-4466-B7B1-6830F5857517}" destId="{B1880217-52FF-412D-87E2-F5B424B9FCF9}" srcOrd="0" destOrd="0" presId="urn:microsoft.com/office/officeart/2005/8/layout/list1"/>
    <dgm:cxn modelId="{6268C2E4-8F78-4D8F-BC70-C97DC2F7667C}" type="presParOf" srcId="{B1880217-52FF-412D-87E2-F5B424B9FCF9}" destId="{3FD012B5-EB83-43BC-83FB-13E7C30190B5}" srcOrd="0" destOrd="0" presId="urn:microsoft.com/office/officeart/2005/8/layout/list1"/>
    <dgm:cxn modelId="{E9CFC35B-78A7-44D5-A1D6-7C6CFE72B305}" type="presParOf" srcId="{B1880217-52FF-412D-87E2-F5B424B9FCF9}" destId="{8A60F4DE-38CF-4B2F-B768-1B6372DA3B56}" srcOrd="1" destOrd="0" presId="urn:microsoft.com/office/officeart/2005/8/layout/list1"/>
    <dgm:cxn modelId="{DCC57ED5-16AE-47E5-9DA4-825D1049D833}" type="presParOf" srcId="{153D7F37-C05E-4466-B7B1-6830F5857517}" destId="{B79091F3-1B5F-429F-A63A-960BEDF734D0}" srcOrd="1" destOrd="0" presId="urn:microsoft.com/office/officeart/2005/8/layout/list1"/>
    <dgm:cxn modelId="{6EADE5F2-A132-4459-BC3F-BAD5AE6CAAB4}" type="presParOf" srcId="{153D7F37-C05E-4466-B7B1-6830F5857517}" destId="{09C676E5-112D-4EF5-AE08-0D6AD5C1A436}" srcOrd="2" destOrd="0" presId="urn:microsoft.com/office/officeart/2005/8/layout/list1"/>
    <dgm:cxn modelId="{C7B1BCE1-23D8-4388-82ED-201C2390FED1}" type="presParOf" srcId="{153D7F37-C05E-4466-B7B1-6830F5857517}" destId="{7840F0DD-0032-42E2-B242-F2A2591AF09C}" srcOrd="3" destOrd="0" presId="urn:microsoft.com/office/officeart/2005/8/layout/list1"/>
    <dgm:cxn modelId="{1E315C04-7039-46FC-8A78-B4A654196EB5}" type="presParOf" srcId="{153D7F37-C05E-4466-B7B1-6830F5857517}" destId="{8EC7A094-309C-4DC8-AC7F-1D093B9D547B}" srcOrd="4" destOrd="0" presId="urn:microsoft.com/office/officeart/2005/8/layout/list1"/>
    <dgm:cxn modelId="{2DDAE309-0D8D-4D3B-84FF-F4CA46EAF208}" type="presParOf" srcId="{8EC7A094-309C-4DC8-AC7F-1D093B9D547B}" destId="{EF22986C-C460-4E8E-AD7C-587E8904C9E7}" srcOrd="0" destOrd="0" presId="urn:microsoft.com/office/officeart/2005/8/layout/list1"/>
    <dgm:cxn modelId="{F155A50D-9EE5-4624-BA05-C533428007B9}" type="presParOf" srcId="{8EC7A094-309C-4DC8-AC7F-1D093B9D547B}" destId="{6D279573-DCB0-4A53-A3DA-F68DA92C5DE4}" srcOrd="1" destOrd="0" presId="urn:microsoft.com/office/officeart/2005/8/layout/list1"/>
    <dgm:cxn modelId="{64CD5C3C-58F0-46C4-9C1A-9271D2CBF7D9}" type="presParOf" srcId="{153D7F37-C05E-4466-B7B1-6830F5857517}" destId="{89241805-391C-42FA-926F-7F77A0215795}" srcOrd="5" destOrd="0" presId="urn:microsoft.com/office/officeart/2005/8/layout/list1"/>
    <dgm:cxn modelId="{B9FD289F-E0EF-4B7A-8604-D23D6EB3926E}" type="presParOf" srcId="{153D7F37-C05E-4466-B7B1-6830F5857517}" destId="{C23B9530-B8C7-40E6-994F-7DE5FC78C6E0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3.xml><?xml version="1.0" encoding="utf-8"?>
<dgm:dataModel xmlns:dgm="http://schemas.openxmlformats.org/drawingml/2006/diagram" xmlns:a="http://schemas.openxmlformats.org/drawingml/2006/main">
  <dgm:ptLst>
    <dgm:pt modelId="{EF90C6C7-48AC-4416-B270-5027F4C19BE8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97681017-35C9-4E86-BB3C-CA5906259D1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How to happen?</a:t>
          </a:r>
          <a:endParaRPr lang="en-US"/>
        </a:p>
      </dgm:t>
    </dgm:pt>
    <dgm:pt modelId="{F3A232C6-5EDB-428D-A0E0-508C62B5F09E}" type="parTrans" cxnId="{6CBFA5AD-4CC8-4F6B-9DCD-2A7DBBCDDDB3}">
      <dgm:prSet/>
      <dgm:spPr/>
      <dgm:t>
        <a:bodyPr/>
        <a:lstStyle/>
        <a:p>
          <a:endParaRPr lang="en-US"/>
        </a:p>
      </dgm:t>
    </dgm:pt>
    <dgm:pt modelId="{15ACCBB8-052E-435B-B215-8E8163A9884C}" type="sibTrans" cxnId="{6CBFA5AD-4CC8-4F6B-9DCD-2A7DBBCDDDB3}">
      <dgm:prSet/>
      <dgm:spPr/>
      <dgm:t>
        <a:bodyPr/>
        <a:lstStyle/>
        <a:p>
          <a:endParaRPr lang="en-US"/>
        </a:p>
      </dgm:t>
    </dgm:pt>
    <dgm:pt modelId="{06EF0120-55F0-4BBF-BBAC-C2CD182F556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broadcasts a competing transaction </a:t>
          </a:r>
        </a:p>
      </dgm:t>
    </dgm:pt>
    <dgm:pt modelId="{5BE64D05-2F97-4F9C-85CF-A6F3CF68E328}" type="parTrans" cxnId="{4F0CAC5C-23BA-4FC0-8994-2E7FEE73B905}">
      <dgm:prSet/>
      <dgm:spPr/>
      <dgm:t>
        <a:bodyPr/>
        <a:lstStyle/>
        <a:p>
          <a:endParaRPr lang="en-US"/>
        </a:p>
      </dgm:t>
    </dgm:pt>
    <dgm:pt modelId="{5272C11B-D6BD-4157-917A-427B78488A7D}" type="sibTrans" cxnId="{4F0CAC5C-23BA-4FC0-8994-2E7FEE73B905}">
      <dgm:prSet/>
      <dgm:spPr/>
      <dgm:t>
        <a:bodyPr/>
        <a:lstStyle/>
        <a:p>
          <a:endParaRPr lang="en-US"/>
        </a:p>
      </dgm:t>
    </dgm:pt>
    <dgm:pt modelId="{7DABC5AD-7200-4938-9A88-4BE56104907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spends the same inputs (UTXO) </a:t>
          </a:r>
        </a:p>
      </dgm:t>
    </dgm:pt>
    <dgm:pt modelId="{AA5B600A-8812-4C31-B5EE-72D7E51A4596}" type="parTrans" cxnId="{DC0488B5-099C-4C17-8AB7-13B2BA04DD57}">
      <dgm:prSet/>
      <dgm:spPr/>
      <dgm:t>
        <a:bodyPr/>
        <a:lstStyle/>
        <a:p>
          <a:endParaRPr lang="en-US"/>
        </a:p>
      </dgm:t>
    </dgm:pt>
    <dgm:pt modelId="{73E6E6E5-75B4-4633-AB8B-071D9568A4AF}" type="sibTrans" cxnId="{DC0488B5-099C-4C17-8AB7-13B2BA04DD57}">
      <dgm:prSet/>
      <dgm:spPr/>
      <dgm:t>
        <a:bodyPr/>
        <a:lstStyle/>
        <a:p>
          <a:endParaRPr lang="en-US"/>
        </a:p>
      </dgm:t>
    </dgm:pt>
    <dgm:pt modelId="{B2DD639C-F25E-4F54-9880-26297EEA83C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cancels</a:t>
          </a:r>
          <a:r>
            <a:rPr lang="tr-TR"/>
            <a:t> </a:t>
          </a:r>
          <a:r>
            <a:rPr lang="en-US"/>
            <a:t>the payment</a:t>
          </a:r>
        </a:p>
      </dgm:t>
    </dgm:pt>
    <dgm:pt modelId="{8BFC4A36-5E94-4902-A6E9-3035C9BC5E4F}" type="parTrans" cxnId="{20617932-D368-47E9-9D82-2CD1E4453FDD}">
      <dgm:prSet/>
      <dgm:spPr/>
      <dgm:t>
        <a:bodyPr/>
        <a:lstStyle/>
        <a:p>
          <a:endParaRPr lang="en-US"/>
        </a:p>
      </dgm:t>
    </dgm:pt>
    <dgm:pt modelId="{52B63265-89AF-43E9-8226-5D9726B73F24}" type="sibTrans" cxnId="{20617932-D368-47E9-9D82-2CD1E4453FDD}">
      <dgm:prSet/>
      <dgm:spPr/>
      <dgm:t>
        <a:bodyPr/>
        <a:lstStyle/>
        <a:p>
          <a:endParaRPr lang="en-US"/>
        </a:p>
      </dgm:t>
    </dgm:pt>
    <dgm:pt modelId="{F1682847-9D80-47AC-B52B-C4A8F4C384C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Two types</a:t>
          </a:r>
          <a:endParaRPr lang="en-US"/>
        </a:p>
      </dgm:t>
    </dgm:pt>
    <dgm:pt modelId="{385B1EBC-E130-4C09-A6A8-46E74CAC513F}" type="parTrans" cxnId="{9576ECCD-3332-425C-B182-7059CE23656F}">
      <dgm:prSet/>
      <dgm:spPr/>
      <dgm:t>
        <a:bodyPr/>
        <a:lstStyle/>
        <a:p>
          <a:endParaRPr lang="en-US"/>
        </a:p>
      </dgm:t>
    </dgm:pt>
    <dgm:pt modelId="{044AA33F-5651-404C-A9FD-613CEA40F598}" type="sibTrans" cxnId="{9576ECCD-3332-425C-B182-7059CE23656F}">
      <dgm:prSet/>
      <dgm:spPr/>
      <dgm:t>
        <a:bodyPr/>
        <a:lstStyle/>
        <a:p>
          <a:endParaRPr lang="en-US"/>
        </a:p>
      </dgm:t>
    </dgm:pt>
    <dgm:pt modelId="{629866F8-6FC0-4775-9282-99E2E208CF8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before a transaction is confirmed </a:t>
          </a:r>
        </a:p>
      </dgm:t>
    </dgm:pt>
    <dgm:pt modelId="{BFCB2D96-9E3E-4D2A-AB0E-E9DB6863A2BE}" type="parTrans" cxnId="{3EE0653C-F9E9-4A4D-8B92-BE0126415583}">
      <dgm:prSet/>
      <dgm:spPr/>
      <dgm:t>
        <a:bodyPr/>
        <a:lstStyle/>
        <a:p>
          <a:endParaRPr lang="en-US"/>
        </a:p>
      </dgm:t>
    </dgm:pt>
    <dgm:pt modelId="{E2A04A2B-3AB4-49BD-869E-C5DEE78BBD26}" type="sibTrans" cxnId="{3EE0653C-F9E9-4A4D-8B92-BE0126415583}">
      <dgm:prSet/>
      <dgm:spPr/>
      <dgm:t>
        <a:bodyPr/>
        <a:lstStyle/>
        <a:p>
          <a:endParaRPr lang="en-US"/>
        </a:p>
      </dgm:t>
    </dgm:pt>
    <dgm:pt modelId="{71B5837B-D5DA-4955-A934-191EC23EEBA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or if </a:t>
          </a:r>
          <a:r>
            <a:rPr lang="en-US"/>
            <a:t>the attacker takes advantage of a blockchain</a:t>
          </a:r>
          <a:r>
            <a:rPr lang="tr-TR"/>
            <a:t> </a:t>
          </a:r>
          <a:r>
            <a:rPr lang="en-US"/>
            <a:t>fork to undo several blocks.</a:t>
          </a:r>
        </a:p>
      </dgm:t>
    </dgm:pt>
    <dgm:pt modelId="{B3F3D5C8-8407-4C27-A0F8-B58B39C31B6C}" type="parTrans" cxnId="{3B927D27-EB1D-49FE-9200-F16C6B2006C3}">
      <dgm:prSet/>
      <dgm:spPr/>
      <dgm:t>
        <a:bodyPr/>
        <a:lstStyle/>
        <a:p>
          <a:endParaRPr lang="en-US"/>
        </a:p>
      </dgm:t>
    </dgm:pt>
    <dgm:pt modelId="{433ABF3E-0D8A-4F9F-9555-85625627B7E6}" type="sibTrans" cxnId="{3B927D27-EB1D-49FE-9200-F16C6B2006C3}">
      <dgm:prSet/>
      <dgm:spPr/>
      <dgm:t>
        <a:bodyPr/>
        <a:lstStyle/>
        <a:p>
          <a:endParaRPr lang="en-US"/>
        </a:p>
      </dgm:t>
    </dgm:pt>
    <dgm:pt modelId="{547A3E72-20BD-494C-A102-80E004013E9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Solution</a:t>
          </a:r>
          <a:endParaRPr lang="en-US"/>
        </a:p>
      </dgm:t>
    </dgm:pt>
    <dgm:pt modelId="{D70B3090-5872-4DC2-8D9C-D969CA992772}" type="parTrans" cxnId="{ED41AD45-4CB0-4A8E-95C8-A9C4CC51AFE3}">
      <dgm:prSet/>
      <dgm:spPr/>
      <dgm:t>
        <a:bodyPr/>
        <a:lstStyle/>
        <a:p>
          <a:endParaRPr lang="en-US"/>
        </a:p>
      </dgm:t>
    </dgm:pt>
    <dgm:pt modelId="{0B1BA15B-69E3-4C74-9ED5-386AC0EADAA1}" type="sibTrans" cxnId="{ED41AD45-4CB0-4A8E-95C8-A9C4CC51AFE3}">
      <dgm:prSet/>
      <dgm:spPr/>
      <dgm:t>
        <a:bodyPr/>
        <a:lstStyle/>
        <a:p>
          <a:endParaRPr lang="en-US"/>
        </a:p>
      </dgm:t>
    </dgm:pt>
    <dgm:pt modelId="{0010F961-C1FD-4140-A5BA-3CE2736F091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Wait for 6 blocks to be confirmed</a:t>
          </a:r>
          <a:endParaRPr lang="en-US"/>
        </a:p>
      </dgm:t>
    </dgm:pt>
    <dgm:pt modelId="{7785AB8D-1285-4836-B008-8775FBACAA40}" type="parTrans" cxnId="{2DF52BB8-8085-4715-8260-465A0AB06723}">
      <dgm:prSet/>
      <dgm:spPr/>
      <dgm:t>
        <a:bodyPr/>
        <a:lstStyle/>
        <a:p>
          <a:endParaRPr lang="en-US"/>
        </a:p>
      </dgm:t>
    </dgm:pt>
    <dgm:pt modelId="{DA468A7B-C62D-471D-AB4E-85222244BDC0}" type="sibTrans" cxnId="{2DF52BB8-8085-4715-8260-465A0AB06723}">
      <dgm:prSet/>
      <dgm:spPr/>
      <dgm:t>
        <a:bodyPr/>
        <a:lstStyle/>
        <a:p>
          <a:endParaRPr lang="en-US"/>
        </a:p>
      </dgm:t>
    </dgm:pt>
    <dgm:pt modelId="{17580EED-433A-4FD1-8E96-8FF6388294E7}" type="pres">
      <dgm:prSet presAssocID="{EF90C6C7-48AC-4416-B270-5027F4C19BE8}" presName="root" presStyleCnt="0">
        <dgm:presLayoutVars>
          <dgm:dir/>
          <dgm:resizeHandles val="exact"/>
        </dgm:presLayoutVars>
      </dgm:prSet>
      <dgm:spPr/>
    </dgm:pt>
    <dgm:pt modelId="{FE4C0DC6-FC53-4079-8335-1EB6D7869781}" type="pres">
      <dgm:prSet presAssocID="{97681017-35C9-4E86-BB3C-CA5906259D1A}" presName="compNode" presStyleCnt="0"/>
      <dgm:spPr/>
    </dgm:pt>
    <dgm:pt modelId="{1C74B2C8-BE77-4A04-B6B8-AA7E4E83A15F}" type="pres">
      <dgm:prSet presAssocID="{97681017-35C9-4E86-BB3C-CA5906259D1A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ğlı değil"/>
        </a:ext>
      </dgm:extLst>
    </dgm:pt>
    <dgm:pt modelId="{DC2395F2-A8D2-4DF6-8755-04E2486F302E}" type="pres">
      <dgm:prSet presAssocID="{97681017-35C9-4E86-BB3C-CA5906259D1A}" presName="iconSpace" presStyleCnt="0"/>
      <dgm:spPr/>
    </dgm:pt>
    <dgm:pt modelId="{14FEF851-779F-42EE-89A5-61955D1A766D}" type="pres">
      <dgm:prSet presAssocID="{97681017-35C9-4E86-BB3C-CA5906259D1A}" presName="parTx" presStyleLbl="revTx" presStyleIdx="0" presStyleCnt="6">
        <dgm:presLayoutVars>
          <dgm:chMax val="0"/>
          <dgm:chPref val="0"/>
        </dgm:presLayoutVars>
      </dgm:prSet>
      <dgm:spPr/>
    </dgm:pt>
    <dgm:pt modelId="{7CC1FF97-615B-439B-AAC8-2A4C4F07ACFA}" type="pres">
      <dgm:prSet presAssocID="{97681017-35C9-4E86-BB3C-CA5906259D1A}" presName="txSpace" presStyleCnt="0"/>
      <dgm:spPr/>
    </dgm:pt>
    <dgm:pt modelId="{D15B81C6-229E-47F8-98D6-C362C0022851}" type="pres">
      <dgm:prSet presAssocID="{97681017-35C9-4E86-BB3C-CA5906259D1A}" presName="desTx" presStyleLbl="revTx" presStyleIdx="1" presStyleCnt="6">
        <dgm:presLayoutVars/>
      </dgm:prSet>
      <dgm:spPr/>
    </dgm:pt>
    <dgm:pt modelId="{6EFAA227-F8A3-4C9D-8B25-1F8C74EE9C26}" type="pres">
      <dgm:prSet presAssocID="{15ACCBB8-052E-435B-B215-8E8163A9884C}" presName="sibTrans" presStyleCnt="0"/>
      <dgm:spPr/>
    </dgm:pt>
    <dgm:pt modelId="{A196B0A6-2BD5-4E39-89D5-B17CF5223D3E}" type="pres">
      <dgm:prSet presAssocID="{F1682847-9D80-47AC-B52B-C4A8F4C384CA}" presName="compNode" presStyleCnt="0"/>
      <dgm:spPr/>
    </dgm:pt>
    <dgm:pt modelId="{2B8A54AF-EB9D-463C-8FE8-FD7A7A2DC7E3}" type="pres">
      <dgm:prSet presAssocID="{F1682847-9D80-47AC-B52B-C4A8F4C384CA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ilidi Aç"/>
        </a:ext>
      </dgm:extLst>
    </dgm:pt>
    <dgm:pt modelId="{F050BA41-DB48-4ED1-BBD2-6CFD0F50A3D2}" type="pres">
      <dgm:prSet presAssocID="{F1682847-9D80-47AC-B52B-C4A8F4C384CA}" presName="iconSpace" presStyleCnt="0"/>
      <dgm:spPr/>
    </dgm:pt>
    <dgm:pt modelId="{DDCCDB66-A466-4700-A5E1-517C64FD2974}" type="pres">
      <dgm:prSet presAssocID="{F1682847-9D80-47AC-B52B-C4A8F4C384CA}" presName="parTx" presStyleLbl="revTx" presStyleIdx="2" presStyleCnt="6">
        <dgm:presLayoutVars>
          <dgm:chMax val="0"/>
          <dgm:chPref val="0"/>
        </dgm:presLayoutVars>
      </dgm:prSet>
      <dgm:spPr/>
    </dgm:pt>
    <dgm:pt modelId="{B0086FC1-8EF9-46BC-8EE8-3C0D4037648A}" type="pres">
      <dgm:prSet presAssocID="{F1682847-9D80-47AC-B52B-C4A8F4C384CA}" presName="txSpace" presStyleCnt="0"/>
      <dgm:spPr/>
    </dgm:pt>
    <dgm:pt modelId="{69B6EF33-D991-4A4F-B0C8-CFF07F301060}" type="pres">
      <dgm:prSet presAssocID="{F1682847-9D80-47AC-B52B-C4A8F4C384CA}" presName="desTx" presStyleLbl="revTx" presStyleIdx="3" presStyleCnt="6">
        <dgm:presLayoutVars/>
      </dgm:prSet>
      <dgm:spPr/>
    </dgm:pt>
    <dgm:pt modelId="{F4C32C51-AD0C-4552-A66E-A748AEDA7187}" type="pres">
      <dgm:prSet presAssocID="{044AA33F-5651-404C-A9FD-613CEA40F598}" presName="sibTrans" presStyleCnt="0"/>
      <dgm:spPr/>
    </dgm:pt>
    <dgm:pt modelId="{F77F8688-23BC-4A72-86C5-6A25DAEE535E}" type="pres">
      <dgm:prSet presAssocID="{547A3E72-20BD-494C-A102-80E004013E95}" presName="compNode" presStyleCnt="0"/>
      <dgm:spPr/>
    </dgm:pt>
    <dgm:pt modelId="{59DD4276-0182-4715-967F-60B696D0E961}" type="pres">
      <dgm:prSet presAssocID="{547A3E72-20BD-494C-A102-80E004013E95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nay işareti"/>
        </a:ext>
      </dgm:extLst>
    </dgm:pt>
    <dgm:pt modelId="{7423FF0A-B42C-47E2-A31C-4323D992B440}" type="pres">
      <dgm:prSet presAssocID="{547A3E72-20BD-494C-A102-80E004013E95}" presName="iconSpace" presStyleCnt="0"/>
      <dgm:spPr/>
    </dgm:pt>
    <dgm:pt modelId="{6F701231-E132-4A7A-850C-02778C07F11E}" type="pres">
      <dgm:prSet presAssocID="{547A3E72-20BD-494C-A102-80E004013E95}" presName="parTx" presStyleLbl="revTx" presStyleIdx="4" presStyleCnt="6">
        <dgm:presLayoutVars>
          <dgm:chMax val="0"/>
          <dgm:chPref val="0"/>
        </dgm:presLayoutVars>
      </dgm:prSet>
      <dgm:spPr/>
    </dgm:pt>
    <dgm:pt modelId="{3987F22E-A190-48BA-88A9-EE8B0B8E102F}" type="pres">
      <dgm:prSet presAssocID="{547A3E72-20BD-494C-A102-80E004013E95}" presName="txSpace" presStyleCnt="0"/>
      <dgm:spPr/>
    </dgm:pt>
    <dgm:pt modelId="{5F8F8F03-E4C4-4B92-B94F-139593814824}" type="pres">
      <dgm:prSet presAssocID="{547A3E72-20BD-494C-A102-80E004013E95}" presName="desTx" presStyleLbl="revTx" presStyleIdx="5" presStyleCnt="6">
        <dgm:presLayoutVars/>
      </dgm:prSet>
      <dgm:spPr/>
    </dgm:pt>
  </dgm:ptLst>
  <dgm:cxnLst>
    <dgm:cxn modelId="{4C8D9311-BF05-497E-82EB-661A0D3F098F}" type="presOf" srcId="{7DABC5AD-7200-4938-9A88-4BE561049079}" destId="{D15B81C6-229E-47F8-98D6-C362C0022851}" srcOrd="0" destOrd="1" presId="urn:microsoft.com/office/officeart/2018/5/layout/CenteredIconLabelDescriptionList"/>
    <dgm:cxn modelId="{B00B4C12-934B-4ACB-9B93-5602D814E6DC}" type="presOf" srcId="{97681017-35C9-4E86-BB3C-CA5906259D1A}" destId="{14FEF851-779F-42EE-89A5-61955D1A766D}" srcOrd="0" destOrd="0" presId="urn:microsoft.com/office/officeart/2018/5/layout/CenteredIconLabelDescriptionList"/>
    <dgm:cxn modelId="{D7FF4E13-94ED-4DC1-B9E0-FD9D769B9B08}" type="presOf" srcId="{629866F8-6FC0-4775-9282-99E2E208CF87}" destId="{69B6EF33-D991-4A4F-B0C8-CFF07F301060}" srcOrd="0" destOrd="0" presId="urn:microsoft.com/office/officeart/2018/5/layout/CenteredIconLabelDescriptionList"/>
    <dgm:cxn modelId="{3B927D27-EB1D-49FE-9200-F16C6B2006C3}" srcId="{F1682847-9D80-47AC-B52B-C4A8F4C384CA}" destId="{71B5837B-D5DA-4955-A934-191EC23EEBAF}" srcOrd="1" destOrd="0" parTransId="{B3F3D5C8-8407-4C27-A0F8-B58B39C31B6C}" sibTransId="{433ABF3E-0D8A-4F9F-9555-85625627B7E6}"/>
    <dgm:cxn modelId="{20617932-D368-47E9-9D82-2CD1E4453FDD}" srcId="{97681017-35C9-4E86-BB3C-CA5906259D1A}" destId="{B2DD639C-F25E-4F54-9880-26297EEA83C9}" srcOrd="2" destOrd="0" parTransId="{8BFC4A36-5E94-4902-A6E9-3035C9BC5E4F}" sibTransId="{52B63265-89AF-43E9-8226-5D9726B73F24}"/>
    <dgm:cxn modelId="{3EE0653C-F9E9-4A4D-8B92-BE0126415583}" srcId="{F1682847-9D80-47AC-B52B-C4A8F4C384CA}" destId="{629866F8-6FC0-4775-9282-99E2E208CF87}" srcOrd="0" destOrd="0" parTransId="{BFCB2D96-9E3E-4D2A-AB0E-E9DB6863A2BE}" sibTransId="{E2A04A2B-3AB4-49BD-869E-C5DEE78BBD26}"/>
    <dgm:cxn modelId="{4F0CAC5C-23BA-4FC0-8994-2E7FEE73B905}" srcId="{97681017-35C9-4E86-BB3C-CA5906259D1A}" destId="{06EF0120-55F0-4BBF-BBAC-C2CD182F5567}" srcOrd="0" destOrd="0" parTransId="{5BE64D05-2F97-4F9C-85CF-A6F3CF68E328}" sibTransId="{5272C11B-D6BD-4157-917A-427B78488A7D}"/>
    <dgm:cxn modelId="{147A605F-6AA7-4173-A2DD-E897EC3DC547}" type="presOf" srcId="{547A3E72-20BD-494C-A102-80E004013E95}" destId="{6F701231-E132-4A7A-850C-02778C07F11E}" srcOrd="0" destOrd="0" presId="urn:microsoft.com/office/officeart/2018/5/layout/CenteredIconLabelDescriptionList"/>
    <dgm:cxn modelId="{ED41AD45-4CB0-4A8E-95C8-A9C4CC51AFE3}" srcId="{EF90C6C7-48AC-4416-B270-5027F4C19BE8}" destId="{547A3E72-20BD-494C-A102-80E004013E95}" srcOrd="2" destOrd="0" parTransId="{D70B3090-5872-4DC2-8D9C-D969CA992772}" sibTransId="{0B1BA15B-69E3-4C74-9ED5-386AC0EADAA1}"/>
    <dgm:cxn modelId="{6ABFE047-C2C0-4BBA-97A8-B101633AA88E}" type="presOf" srcId="{0010F961-C1FD-4140-A5BA-3CE2736F0918}" destId="{5F8F8F03-E4C4-4B92-B94F-139593814824}" srcOrd="0" destOrd="0" presId="urn:microsoft.com/office/officeart/2018/5/layout/CenteredIconLabelDescriptionList"/>
    <dgm:cxn modelId="{93842D96-6192-49EA-B63A-04A2BC3476E1}" type="presOf" srcId="{71B5837B-D5DA-4955-A934-191EC23EEBAF}" destId="{69B6EF33-D991-4A4F-B0C8-CFF07F301060}" srcOrd="0" destOrd="1" presId="urn:microsoft.com/office/officeart/2018/5/layout/CenteredIconLabelDescriptionList"/>
    <dgm:cxn modelId="{2D1713A6-81D7-459B-B55C-C9DB6F6513A8}" type="presOf" srcId="{06EF0120-55F0-4BBF-BBAC-C2CD182F5567}" destId="{D15B81C6-229E-47F8-98D6-C362C0022851}" srcOrd="0" destOrd="0" presId="urn:microsoft.com/office/officeart/2018/5/layout/CenteredIconLabelDescriptionList"/>
    <dgm:cxn modelId="{6CBFA5AD-4CC8-4F6B-9DCD-2A7DBBCDDDB3}" srcId="{EF90C6C7-48AC-4416-B270-5027F4C19BE8}" destId="{97681017-35C9-4E86-BB3C-CA5906259D1A}" srcOrd="0" destOrd="0" parTransId="{F3A232C6-5EDB-428D-A0E0-508C62B5F09E}" sibTransId="{15ACCBB8-052E-435B-B215-8E8163A9884C}"/>
    <dgm:cxn modelId="{7497E7B4-1270-4115-8BC9-06DD3AE24C80}" type="presOf" srcId="{B2DD639C-F25E-4F54-9880-26297EEA83C9}" destId="{D15B81C6-229E-47F8-98D6-C362C0022851}" srcOrd="0" destOrd="2" presId="urn:microsoft.com/office/officeart/2018/5/layout/CenteredIconLabelDescriptionList"/>
    <dgm:cxn modelId="{DC0488B5-099C-4C17-8AB7-13B2BA04DD57}" srcId="{97681017-35C9-4E86-BB3C-CA5906259D1A}" destId="{7DABC5AD-7200-4938-9A88-4BE561049079}" srcOrd="1" destOrd="0" parTransId="{AA5B600A-8812-4C31-B5EE-72D7E51A4596}" sibTransId="{73E6E6E5-75B4-4633-AB8B-071D9568A4AF}"/>
    <dgm:cxn modelId="{2DF52BB8-8085-4715-8260-465A0AB06723}" srcId="{547A3E72-20BD-494C-A102-80E004013E95}" destId="{0010F961-C1FD-4140-A5BA-3CE2736F0918}" srcOrd="0" destOrd="0" parTransId="{7785AB8D-1285-4836-B008-8775FBACAA40}" sibTransId="{DA468A7B-C62D-471D-AB4E-85222244BDC0}"/>
    <dgm:cxn modelId="{9576ECCD-3332-425C-B182-7059CE23656F}" srcId="{EF90C6C7-48AC-4416-B270-5027F4C19BE8}" destId="{F1682847-9D80-47AC-B52B-C4A8F4C384CA}" srcOrd="1" destOrd="0" parTransId="{385B1EBC-E130-4C09-A6A8-46E74CAC513F}" sibTransId="{044AA33F-5651-404C-A9FD-613CEA40F598}"/>
    <dgm:cxn modelId="{0AC8ACEB-F48D-4B4D-8D91-29E19E48C423}" type="presOf" srcId="{F1682847-9D80-47AC-B52B-C4A8F4C384CA}" destId="{DDCCDB66-A466-4700-A5E1-517C64FD2974}" srcOrd="0" destOrd="0" presId="urn:microsoft.com/office/officeart/2018/5/layout/CenteredIconLabelDescriptionList"/>
    <dgm:cxn modelId="{360C1BF7-379D-4256-A14A-C8AF9738A3E6}" type="presOf" srcId="{EF90C6C7-48AC-4416-B270-5027F4C19BE8}" destId="{17580EED-433A-4FD1-8E96-8FF6388294E7}" srcOrd="0" destOrd="0" presId="urn:microsoft.com/office/officeart/2018/5/layout/CenteredIconLabelDescriptionList"/>
    <dgm:cxn modelId="{912270EF-1A21-4A33-A391-0BDE342AF8C9}" type="presParOf" srcId="{17580EED-433A-4FD1-8E96-8FF6388294E7}" destId="{FE4C0DC6-FC53-4079-8335-1EB6D7869781}" srcOrd="0" destOrd="0" presId="urn:microsoft.com/office/officeart/2018/5/layout/CenteredIconLabelDescriptionList"/>
    <dgm:cxn modelId="{46135170-78C9-48CF-ADE5-153B9A4FF15D}" type="presParOf" srcId="{FE4C0DC6-FC53-4079-8335-1EB6D7869781}" destId="{1C74B2C8-BE77-4A04-B6B8-AA7E4E83A15F}" srcOrd="0" destOrd="0" presId="urn:microsoft.com/office/officeart/2018/5/layout/CenteredIconLabelDescriptionList"/>
    <dgm:cxn modelId="{0AABC91F-B11C-4895-A251-724450A3FF3B}" type="presParOf" srcId="{FE4C0DC6-FC53-4079-8335-1EB6D7869781}" destId="{DC2395F2-A8D2-4DF6-8755-04E2486F302E}" srcOrd="1" destOrd="0" presId="urn:microsoft.com/office/officeart/2018/5/layout/CenteredIconLabelDescriptionList"/>
    <dgm:cxn modelId="{03454115-83FA-44C2-8859-87A36DF0B8ED}" type="presParOf" srcId="{FE4C0DC6-FC53-4079-8335-1EB6D7869781}" destId="{14FEF851-779F-42EE-89A5-61955D1A766D}" srcOrd="2" destOrd="0" presId="urn:microsoft.com/office/officeart/2018/5/layout/CenteredIconLabelDescriptionList"/>
    <dgm:cxn modelId="{5E517329-3F20-44F7-87E2-EA7F2A86480D}" type="presParOf" srcId="{FE4C0DC6-FC53-4079-8335-1EB6D7869781}" destId="{7CC1FF97-615B-439B-AAC8-2A4C4F07ACFA}" srcOrd="3" destOrd="0" presId="urn:microsoft.com/office/officeart/2018/5/layout/CenteredIconLabelDescriptionList"/>
    <dgm:cxn modelId="{6B55CB3A-1AD3-47FB-BC6F-2CB688040DAD}" type="presParOf" srcId="{FE4C0DC6-FC53-4079-8335-1EB6D7869781}" destId="{D15B81C6-229E-47F8-98D6-C362C0022851}" srcOrd="4" destOrd="0" presId="urn:microsoft.com/office/officeart/2018/5/layout/CenteredIconLabelDescriptionList"/>
    <dgm:cxn modelId="{D6FB1496-8368-48D3-8C54-EFAF6B67FEA6}" type="presParOf" srcId="{17580EED-433A-4FD1-8E96-8FF6388294E7}" destId="{6EFAA227-F8A3-4C9D-8B25-1F8C74EE9C26}" srcOrd="1" destOrd="0" presId="urn:microsoft.com/office/officeart/2018/5/layout/CenteredIconLabelDescriptionList"/>
    <dgm:cxn modelId="{21C1FF85-9552-4D31-9541-F5981D906FDA}" type="presParOf" srcId="{17580EED-433A-4FD1-8E96-8FF6388294E7}" destId="{A196B0A6-2BD5-4E39-89D5-B17CF5223D3E}" srcOrd="2" destOrd="0" presId="urn:microsoft.com/office/officeart/2018/5/layout/CenteredIconLabelDescriptionList"/>
    <dgm:cxn modelId="{2E67F4A4-C5A4-4E3C-923A-049257D58F71}" type="presParOf" srcId="{A196B0A6-2BD5-4E39-89D5-B17CF5223D3E}" destId="{2B8A54AF-EB9D-463C-8FE8-FD7A7A2DC7E3}" srcOrd="0" destOrd="0" presId="urn:microsoft.com/office/officeart/2018/5/layout/CenteredIconLabelDescriptionList"/>
    <dgm:cxn modelId="{E338D739-5042-40BA-8FFB-B6F3D10EC177}" type="presParOf" srcId="{A196B0A6-2BD5-4E39-89D5-B17CF5223D3E}" destId="{F050BA41-DB48-4ED1-BBD2-6CFD0F50A3D2}" srcOrd="1" destOrd="0" presId="urn:microsoft.com/office/officeart/2018/5/layout/CenteredIconLabelDescriptionList"/>
    <dgm:cxn modelId="{9D272225-6AA0-4FD1-B217-65DFE0BFD54C}" type="presParOf" srcId="{A196B0A6-2BD5-4E39-89D5-B17CF5223D3E}" destId="{DDCCDB66-A466-4700-A5E1-517C64FD2974}" srcOrd="2" destOrd="0" presId="urn:microsoft.com/office/officeart/2018/5/layout/CenteredIconLabelDescriptionList"/>
    <dgm:cxn modelId="{6457B403-747D-479C-9A66-9BFBA0165D0C}" type="presParOf" srcId="{A196B0A6-2BD5-4E39-89D5-B17CF5223D3E}" destId="{B0086FC1-8EF9-46BC-8EE8-3C0D4037648A}" srcOrd="3" destOrd="0" presId="urn:microsoft.com/office/officeart/2018/5/layout/CenteredIconLabelDescriptionList"/>
    <dgm:cxn modelId="{950786FA-969B-46C7-AE74-E5EA8D2262B8}" type="presParOf" srcId="{A196B0A6-2BD5-4E39-89D5-B17CF5223D3E}" destId="{69B6EF33-D991-4A4F-B0C8-CFF07F301060}" srcOrd="4" destOrd="0" presId="urn:microsoft.com/office/officeart/2018/5/layout/CenteredIconLabelDescriptionList"/>
    <dgm:cxn modelId="{5614D30D-463A-4010-8C41-77C25E755CAF}" type="presParOf" srcId="{17580EED-433A-4FD1-8E96-8FF6388294E7}" destId="{F4C32C51-AD0C-4552-A66E-A748AEDA7187}" srcOrd="3" destOrd="0" presId="urn:microsoft.com/office/officeart/2018/5/layout/CenteredIconLabelDescriptionList"/>
    <dgm:cxn modelId="{24F97EF7-D12B-4318-B569-48F03AE8D8B8}" type="presParOf" srcId="{17580EED-433A-4FD1-8E96-8FF6388294E7}" destId="{F77F8688-23BC-4A72-86C5-6A25DAEE535E}" srcOrd="4" destOrd="0" presId="urn:microsoft.com/office/officeart/2018/5/layout/CenteredIconLabelDescriptionList"/>
    <dgm:cxn modelId="{F36D2297-EA78-49A6-9E31-042971A58F1E}" type="presParOf" srcId="{F77F8688-23BC-4A72-86C5-6A25DAEE535E}" destId="{59DD4276-0182-4715-967F-60B696D0E961}" srcOrd="0" destOrd="0" presId="urn:microsoft.com/office/officeart/2018/5/layout/CenteredIconLabelDescriptionList"/>
    <dgm:cxn modelId="{F1D4F18D-E6F0-4140-BA19-7DA1E6C8F04D}" type="presParOf" srcId="{F77F8688-23BC-4A72-86C5-6A25DAEE535E}" destId="{7423FF0A-B42C-47E2-A31C-4323D992B440}" srcOrd="1" destOrd="0" presId="urn:microsoft.com/office/officeart/2018/5/layout/CenteredIconLabelDescriptionList"/>
    <dgm:cxn modelId="{2DBC1B33-36E6-475B-975B-AA3453598072}" type="presParOf" srcId="{F77F8688-23BC-4A72-86C5-6A25DAEE535E}" destId="{6F701231-E132-4A7A-850C-02778C07F11E}" srcOrd="2" destOrd="0" presId="urn:microsoft.com/office/officeart/2018/5/layout/CenteredIconLabelDescriptionList"/>
    <dgm:cxn modelId="{72BB78F2-4804-468A-B626-1804C6E631DE}" type="presParOf" srcId="{F77F8688-23BC-4A72-86C5-6A25DAEE535E}" destId="{3987F22E-A190-48BA-88A9-EE8B0B8E102F}" srcOrd="3" destOrd="0" presId="urn:microsoft.com/office/officeart/2018/5/layout/CenteredIconLabelDescriptionList"/>
    <dgm:cxn modelId="{D9779F76-FB1D-42E4-B238-47C961AF612F}" type="presParOf" srcId="{F77F8688-23BC-4A72-86C5-6A25DAEE535E}" destId="{5F8F8F03-E4C4-4B92-B94F-13959381482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4.xml><?xml version="1.0" encoding="utf-8"?>
<dgm:dataModel xmlns:dgm="http://schemas.openxmlformats.org/drawingml/2006/diagram" xmlns:a="http://schemas.openxmlformats.org/drawingml/2006/main">
  <dgm:ptLst>
    <dgm:pt modelId="{E7204925-BC46-4908-A4A6-F1C749159359}" type="doc">
      <dgm:prSet loTypeId="urn:microsoft.com/office/officeart/2005/8/layout/list1" loCatId="list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E40AAB2F-0655-4873-AC50-7E3801492EA9}">
      <dgm:prSet/>
      <dgm:spPr/>
      <dgm:t>
        <a:bodyPr/>
        <a:lstStyle/>
        <a:p>
          <a:r>
            <a:rPr lang="tr-TR" dirty="0" err="1"/>
            <a:t>Denial</a:t>
          </a:r>
          <a:r>
            <a:rPr lang="tr-TR" dirty="0"/>
            <a:t> </a:t>
          </a:r>
          <a:r>
            <a:rPr lang="tr-TR" dirty="0" err="1"/>
            <a:t>transactions</a:t>
          </a:r>
          <a:endParaRPr lang="en-US" dirty="0"/>
        </a:p>
      </dgm:t>
    </dgm:pt>
    <dgm:pt modelId="{886F6229-6367-464F-B841-8FDFB0336A81}" type="parTrans" cxnId="{7204BF02-908D-4011-81CF-70E14C6CB9C6}">
      <dgm:prSet/>
      <dgm:spPr/>
      <dgm:t>
        <a:bodyPr/>
        <a:lstStyle/>
        <a:p>
          <a:endParaRPr lang="en-US"/>
        </a:p>
      </dgm:t>
    </dgm:pt>
    <dgm:pt modelId="{19F9074C-A51C-43C9-86B7-1C1A81D5A511}" type="sibTrans" cxnId="{7204BF02-908D-4011-81CF-70E14C6CB9C6}">
      <dgm:prSet/>
      <dgm:spPr/>
      <dgm:t>
        <a:bodyPr/>
        <a:lstStyle/>
        <a:p>
          <a:endParaRPr lang="en-US"/>
        </a:p>
      </dgm:t>
    </dgm:pt>
    <dgm:pt modelId="{A9224E20-4D96-4AA0-BCF6-154463316885}">
      <dgm:prSet/>
      <dgm:spPr/>
      <dgm:t>
        <a:bodyPr/>
        <a:lstStyle/>
        <a:p>
          <a:r>
            <a:rPr lang="tr-TR" dirty="0" err="1"/>
            <a:t>ignore</a:t>
          </a:r>
          <a:r>
            <a:rPr lang="tr-TR" dirty="0"/>
            <a:t> </a:t>
          </a:r>
          <a:r>
            <a:rPr lang="tr-TR" dirty="0" err="1"/>
            <a:t>specific</a:t>
          </a:r>
          <a:r>
            <a:rPr lang="tr-TR" dirty="0"/>
            <a:t> </a:t>
          </a:r>
          <a:r>
            <a:rPr lang="tr-TR" dirty="0" err="1"/>
            <a:t>transactions</a:t>
          </a:r>
          <a:endParaRPr lang="en-US" dirty="0"/>
        </a:p>
      </dgm:t>
    </dgm:pt>
    <dgm:pt modelId="{1FA8D2BD-D76E-45DE-9249-FE5BDA6AE955}" type="parTrans" cxnId="{1F248A84-9FF8-4841-8765-A45220EAB6A0}">
      <dgm:prSet/>
      <dgm:spPr/>
      <dgm:t>
        <a:bodyPr/>
        <a:lstStyle/>
        <a:p>
          <a:endParaRPr lang="en-US"/>
        </a:p>
      </dgm:t>
    </dgm:pt>
    <dgm:pt modelId="{21138BDD-5402-4CAE-866D-58986E1DC5CA}" type="sibTrans" cxnId="{1F248A84-9FF8-4841-8765-A45220EAB6A0}">
      <dgm:prSet/>
      <dgm:spPr/>
      <dgm:t>
        <a:bodyPr/>
        <a:lstStyle/>
        <a:p>
          <a:endParaRPr lang="en-US"/>
        </a:p>
      </dgm:t>
    </dgm:pt>
    <dgm:pt modelId="{25D49BD0-0736-4865-BCBF-BC553D9AF60B}">
      <dgm:prSet/>
      <dgm:spPr/>
      <dgm:t>
        <a:bodyPr/>
        <a:lstStyle/>
        <a:p>
          <a:r>
            <a:rPr lang="tr-TR" dirty="0" err="1"/>
            <a:t>Forking</a:t>
          </a:r>
          <a:r>
            <a:rPr lang="tr-TR" dirty="0"/>
            <a:t> </a:t>
          </a:r>
          <a:r>
            <a:rPr lang="tr-TR" dirty="0" err="1"/>
            <a:t>to</a:t>
          </a:r>
          <a:r>
            <a:rPr lang="tr-TR" dirty="0"/>
            <a:t> </a:t>
          </a:r>
          <a:r>
            <a:rPr lang="tr-TR" dirty="0" err="1"/>
            <a:t>exclude</a:t>
          </a:r>
          <a:endParaRPr lang="en-US" dirty="0"/>
        </a:p>
      </dgm:t>
    </dgm:pt>
    <dgm:pt modelId="{53EBCFBA-0429-46A4-A6DF-4C52FDB67632}" type="parTrans" cxnId="{2A1629C3-71B5-4A35-A550-512EB26CFE18}">
      <dgm:prSet/>
      <dgm:spPr/>
      <dgm:t>
        <a:bodyPr/>
        <a:lstStyle/>
        <a:p>
          <a:endParaRPr lang="en-US"/>
        </a:p>
      </dgm:t>
    </dgm:pt>
    <dgm:pt modelId="{C5BA8656-2001-41B3-A691-940E40013F67}" type="sibTrans" cxnId="{2A1629C3-71B5-4A35-A550-512EB26CFE18}">
      <dgm:prSet/>
      <dgm:spPr/>
      <dgm:t>
        <a:bodyPr/>
        <a:lstStyle/>
        <a:p>
          <a:endParaRPr lang="en-US"/>
        </a:p>
      </dgm:t>
    </dgm:pt>
    <dgm:pt modelId="{58AAEB38-86A5-4C1A-9562-20AA134B139B}">
      <dgm:prSet/>
      <dgm:spPr/>
      <dgm:t>
        <a:bodyPr/>
        <a:lstStyle/>
        <a:p>
          <a:r>
            <a:rPr lang="en-US" dirty="0"/>
            <a:t>the attacker can deliberately fork</a:t>
          </a:r>
          <a:r>
            <a:rPr lang="tr-TR" dirty="0"/>
            <a:t> </a:t>
          </a:r>
          <a:r>
            <a:rPr lang="en-US" dirty="0"/>
            <a:t>that block, </a:t>
          </a:r>
        </a:p>
      </dgm:t>
    </dgm:pt>
    <dgm:pt modelId="{AF47B3A6-766E-4C51-A3E0-64378F8DDE4F}" type="parTrans" cxnId="{2950477B-DCE3-4F8F-8FF7-F24A51621210}">
      <dgm:prSet/>
      <dgm:spPr/>
      <dgm:t>
        <a:bodyPr/>
        <a:lstStyle/>
        <a:p>
          <a:endParaRPr lang="en-US"/>
        </a:p>
      </dgm:t>
    </dgm:pt>
    <dgm:pt modelId="{E5C61685-3E82-418D-9F0D-13DECD09F457}" type="sibTrans" cxnId="{2950477B-DCE3-4F8F-8FF7-F24A51621210}">
      <dgm:prSet/>
      <dgm:spPr/>
      <dgm:t>
        <a:bodyPr/>
        <a:lstStyle/>
        <a:p>
          <a:endParaRPr lang="en-US"/>
        </a:p>
      </dgm:t>
    </dgm:pt>
    <dgm:pt modelId="{1A25D901-6EB1-44F6-9949-9230F92C4635}">
      <dgm:prSet/>
      <dgm:spPr/>
      <dgm:t>
        <a:bodyPr/>
        <a:lstStyle/>
        <a:p>
          <a:r>
            <a:rPr lang="en-US" dirty="0"/>
            <a:t>deny service</a:t>
          </a:r>
        </a:p>
      </dgm:t>
    </dgm:pt>
    <dgm:pt modelId="{33A5A664-103A-4DA3-A9E4-56062BC57AA0}" type="parTrans" cxnId="{660A7F54-AAA9-4616-8B5B-28CA887307CD}">
      <dgm:prSet/>
      <dgm:spPr/>
    </dgm:pt>
    <dgm:pt modelId="{EFA26332-99A0-4128-9B99-E39B23117AD4}" type="sibTrans" cxnId="{660A7F54-AAA9-4616-8B5B-28CA887307CD}">
      <dgm:prSet/>
      <dgm:spPr/>
    </dgm:pt>
    <dgm:pt modelId="{C21D6476-3079-41DD-A15E-9618451165EB}">
      <dgm:prSet/>
      <dgm:spPr/>
      <dgm:t>
        <a:bodyPr/>
        <a:lstStyle/>
        <a:p>
          <a:r>
            <a:rPr lang="en-US"/>
            <a:t>to specific bitcoin participants</a:t>
          </a:r>
        </a:p>
      </dgm:t>
    </dgm:pt>
    <dgm:pt modelId="{F30F9036-965E-4134-98B4-2ED5B2C146C0}" type="parTrans" cxnId="{CEEE185F-F4FB-4B5D-B08A-84767C06DB8E}">
      <dgm:prSet/>
      <dgm:spPr/>
    </dgm:pt>
    <dgm:pt modelId="{1F1C48AC-59D7-464E-9BA2-1AA8FF3A4F62}" type="sibTrans" cxnId="{CEEE185F-F4FB-4B5D-B08A-84767C06DB8E}">
      <dgm:prSet/>
      <dgm:spPr/>
    </dgm:pt>
    <dgm:pt modelId="{79C3E8AE-3A52-43EB-812A-823867301049}">
      <dgm:prSet/>
      <dgm:spPr/>
      <dgm:t>
        <a:bodyPr/>
        <a:lstStyle/>
        <a:p>
          <a:r>
            <a:rPr lang="en-US" dirty="0"/>
            <a:t>excluding the specific transactions</a:t>
          </a:r>
        </a:p>
      </dgm:t>
    </dgm:pt>
    <dgm:pt modelId="{FD18D37A-B5B6-40A8-9B42-E2E3903C89E1}" type="parTrans" cxnId="{54103CA6-5E1F-4650-ADDE-BADE3B7AAE92}">
      <dgm:prSet/>
      <dgm:spPr/>
    </dgm:pt>
    <dgm:pt modelId="{81366558-950A-4238-9693-453DFCAA5202}" type="sibTrans" cxnId="{54103CA6-5E1F-4650-ADDE-BADE3B7AAE92}">
      <dgm:prSet/>
      <dgm:spPr/>
    </dgm:pt>
    <dgm:pt modelId="{B570AFED-3199-4B3D-A531-692D9E844B86}">
      <dgm:prSet/>
      <dgm:spPr/>
      <dgm:t>
        <a:bodyPr/>
        <a:lstStyle/>
        <a:p>
          <a:r>
            <a:rPr lang="tr-TR"/>
            <a:t>If </a:t>
          </a:r>
          <a:r>
            <a:rPr lang="tr-TR" dirty="0" err="1"/>
            <a:t>confirmed</a:t>
          </a:r>
          <a:r>
            <a:rPr lang="tr-TR" dirty="0"/>
            <a:t> </a:t>
          </a:r>
          <a:r>
            <a:rPr lang="tr-TR" dirty="0" err="1"/>
            <a:t>by</a:t>
          </a:r>
          <a:r>
            <a:rPr lang="tr-TR" dirty="0"/>
            <a:t> </a:t>
          </a:r>
          <a:r>
            <a:rPr lang="en-US" dirty="0"/>
            <a:t>another miner </a:t>
          </a:r>
        </a:p>
      </dgm:t>
    </dgm:pt>
    <dgm:pt modelId="{400A5F54-B1CB-4714-BB47-1342CEAED864}" type="parTrans" cxnId="{04CA2B19-ECC4-40B9-9321-B1E1F76F77D9}">
      <dgm:prSet/>
      <dgm:spPr/>
    </dgm:pt>
    <dgm:pt modelId="{C22AE4E5-FC35-4AB0-9443-6EB68D5E5DA3}" type="sibTrans" cxnId="{04CA2B19-ECC4-40B9-9321-B1E1F76F77D9}">
      <dgm:prSet/>
      <dgm:spPr/>
    </dgm:pt>
    <dgm:pt modelId="{A3137D72-4F73-484D-B928-710034826A05}" type="pres">
      <dgm:prSet presAssocID="{E7204925-BC46-4908-A4A6-F1C749159359}" presName="linear" presStyleCnt="0">
        <dgm:presLayoutVars>
          <dgm:dir/>
          <dgm:animLvl val="lvl"/>
          <dgm:resizeHandles val="exact"/>
        </dgm:presLayoutVars>
      </dgm:prSet>
      <dgm:spPr/>
    </dgm:pt>
    <dgm:pt modelId="{308F5031-682F-4646-B885-2C42FCD2402E}" type="pres">
      <dgm:prSet presAssocID="{E40AAB2F-0655-4873-AC50-7E3801492EA9}" presName="parentLin" presStyleCnt="0"/>
      <dgm:spPr/>
    </dgm:pt>
    <dgm:pt modelId="{D7362BC2-656A-4D99-8876-EEBA04F4CE6C}" type="pres">
      <dgm:prSet presAssocID="{E40AAB2F-0655-4873-AC50-7E3801492EA9}" presName="parentLeftMargin" presStyleLbl="node1" presStyleIdx="0" presStyleCnt="2"/>
      <dgm:spPr/>
    </dgm:pt>
    <dgm:pt modelId="{20BCBC57-DA1F-4CBF-8DCC-46067BED2CC9}" type="pres">
      <dgm:prSet presAssocID="{E40AAB2F-0655-4873-AC50-7E3801492EA9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9F3713B0-65B7-4BAE-945B-D11F13E7B8CF}" type="pres">
      <dgm:prSet presAssocID="{E40AAB2F-0655-4873-AC50-7E3801492EA9}" presName="negativeSpace" presStyleCnt="0"/>
      <dgm:spPr/>
    </dgm:pt>
    <dgm:pt modelId="{3ACF90D8-3893-4688-8CA7-13A734B58505}" type="pres">
      <dgm:prSet presAssocID="{E40AAB2F-0655-4873-AC50-7E3801492EA9}" presName="childText" presStyleLbl="conFgAcc1" presStyleIdx="0" presStyleCnt="2">
        <dgm:presLayoutVars>
          <dgm:bulletEnabled val="1"/>
        </dgm:presLayoutVars>
      </dgm:prSet>
      <dgm:spPr/>
    </dgm:pt>
    <dgm:pt modelId="{23AE9144-B77F-4966-AD14-B1527EE8DFB7}" type="pres">
      <dgm:prSet presAssocID="{19F9074C-A51C-43C9-86B7-1C1A81D5A511}" presName="spaceBetweenRectangles" presStyleCnt="0"/>
      <dgm:spPr/>
    </dgm:pt>
    <dgm:pt modelId="{E7E7E66B-4C59-4B64-8F6B-505108FDB7D0}" type="pres">
      <dgm:prSet presAssocID="{25D49BD0-0736-4865-BCBF-BC553D9AF60B}" presName="parentLin" presStyleCnt="0"/>
      <dgm:spPr/>
    </dgm:pt>
    <dgm:pt modelId="{6A0F9C6A-51CE-4727-AEB5-57AA210C1D50}" type="pres">
      <dgm:prSet presAssocID="{25D49BD0-0736-4865-BCBF-BC553D9AF60B}" presName="parentLeftMargin" presStyleLbl="node1" presStyleIdx="0" presStyleCnt="2"/>
      <dgm:spPr/>
    </dgm:pt>
    <dgm:pt modelId="{F27AFA35-3DCA-4A26-82FE-B777D8451DD7}" type="pres">
      <dgm:prSet presAssocID="{25D49BD0-0736-4865-BCBF-BC553D9AF60B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DAD19B33-252B-42AF-9D45-0C09657469DF}" type="pres">
      <dgm:prSet presAssocID="{25D49BD0-0736-4865-BCBF-BC553D9AF60B}" presName="negativeSpace" presStyleCnt="0"/>
      <dgm:spPr/>
    </dgm:pt>
    <dgm:pt modelId="{2469B548-639A-4CC0-98D2-09DAE2E9E788}" type="pres">
      <dgm:prSet presAssocID="{25D49BD0-0736-4865-BCBF-BC553D9AF60B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7204BF02-908D-4011-81CF-70E14C6CB9C6}" srcId="{E7204925-BC46-4908-A4A6-F1C749159359}" destId="{E40AAB2F-0655-4873-AC50-7E3801492EA9}" srcOrd="0" destOrd="0" parTransId="{886F6229-6367-464F-B841-8FDFB0336A81}" sibTransId="{19F9074C-A51C-43C9-86B7-1C1A81D5A511}"/>
    <dgm:cxn modelId="{04CA2B19-ECC4-40B9-9321-B1E1F76F77D9}" srcId="{25D49BD0-0736-4865-BCBF-BC553D9AF60B}" destId="{B570AFED-3199-4B3D-A531-692D9E844B86}" srcOrd="0" destOrd="0" parTransId="{400A5F54-B1CB-4714-BB47-1342CEAED864}" sibTransId="{C22AE4E5-FC35-4AB0-9443-6EB68D5E5DA3}"/>
    <dgm:cxn modelId="{2DEF1329-55A9-427F-B644-F2A1C7174702}" type="presOf" srcId="{25D49BD0-0736-4865-BCBF-BC553D9AF60B}" destId="{6A0F9C6A-51CE-4727-AEB5-57AA210C1D50}" srcOrd="0" destOrd="0" presId="urn:microsoft.com/office/officeart/2005/8/layout/list1"/>
    <dgm:cxn modelId="{92A3162E-15DE-4977-8DE8-E40FB8271C83}" type="presOf" srcId="{E7204925-BC46-4908-A4A6-F1C749159359}" destId="{A3137D72-4F73-484D-B928-710034826A05}" srcOrd="0" destOrd="0" presId="urn:microsoft.com/office/officeart/2005/8/layout/list1"/>
    <dgm:cxn modelId="{227D8434-4399-4DA2-8152-D9886E682374}" type="presOf" srcId="{C21D6476-3079-41DD-A15E-9618451165EB}" destId="{3ACF90D8-3893-4688-8CA7-13A734B58505}" srcOrd="0" destOrd="1" presId="urn:microsoft.com/office/officeart/2005/8/layout/list1"/>
    <dgm:cxn modelId="{CEEE185F-F4FB-4B5D-B08A-84767C06DB8E}" srcId="{E40AAB2F-0655-4873-AC50-7E3801492EA9}" destId="{C21D6476-3079-41DD-A15E-9618451165EB}" srcOrd="1" destOrd="0" parTransId="{F30F9036-965E-4134-98B4-2ED5B2C146C0}" sibTransId="{1F1C48AC-59D7-464E-9BA2-1AA8FF3A4F62}"/>
    <dgm:cxn modelId="{B3D4FC42-DCC8-454A-BF80-56D48CFAAA9C}" type="presOf" srcId="{A9224E20-4D96-4AA0-BCF6-154463316885}" destId="{3ACF90D8-3893-4688-8CA7-13A734B58505}" srcOrd="0" destOrd="2" presId="urn:microsoft.com/office/officeart/2005/8/layout/list1"/>
    <dgm:cxn modelId="{33184249-093C-4D47-93C3-F57066F8886D}" type="presOf" srcId="{B570AFED-3199-4B3D-A531-692D9E844B86}" destId="{2469B548-639A-4CC0-98D2-09DAE2E9E788}" srcOrd="0" destOrd="0" presId="urn:microsoft.com/office/officeart/2005/8/layout/list1"/>
    <dgm:cxn modelId="{660A7F54-AAA9-4616-8B5B-28CA887307CD}" srcId="{E40AAB2F-0655-4873-AC50-7E3801492EA9}" destId="{1A25D901-6EB1-44F6-9949-9230F92C4635}" srcOrd="0" destOrd="0" parTransId="{33A5A664-103A-4DA3-A9E4-56062BC57AA0}" sibTransId="{EFA26332-99A0-4128-9B99-E39B23117AD4}"/>
    <dgm:cxn modelId="{2950477B-DCE3-4F8F-8FF7-F24A51621210}" srcId="{25D49BD0-0736-4865-BCBF-BC553D9AF60B}" destId="{58AAEB38-86A5-4C1A-9562-20AA134B139B}" srcOrd="1" destOrd="0" parTransId="{AF47B3A6-766E-4C51-A3E0-64378F8DDE4F}" sibTransId="{E5C61685-3E82-418D-9F0D-13DECD09F457}"/>
    <dgm:cxn modelId="{1F248A84-9FF8-4841-8765-A45220EAB6A0}" srcId="{E40AAB2F-0655-4873-AC50-7E3801492EA9}" destId="{A9224E20-4D96-4AA0-BCF6-154463316885}" srcOrd="2" destOrd="0" parTransId="{1FA8D2BD-D76E-45DE-9249-FE5BDA6AE955}" sibTransId="{21138BDD-5402-4CAE-866D-58986E1DC5CA}"/>
    <dgm:cxn modelId="{C06A8885-FB39-4146-B509-2C4744477E78}" type="presOf" srcId="{79C3E8AE-3A52-43EB-812A-823867301049}" destId="{2469B548-639A-4CC0-98D2-09DAE2E9E788}" srcOrd="0" destOrd="2" presId="urn:microsoft.com/office/officeart/2005/8/layout/list1"/>
    <dgm:cxn modelId="{02CAAB8B-2246-42A9-A022-065FF7ABC4E8}" type="presOf" srcId="{E40AAB2F-0655-4873-AC50-7E3801492EA9}" destId="{D7362BC2-656A-4D99-8876-EEBA04F4CE6C}" srcOrd="0" destOrd="0" presId="urn:microsoft.com/office/officeart/2005/8/layout/list1"/>
    <dgm:cxn modelId="{8B870093-B56E-4B52-ADA2-3B5794E9396C}" type="presOf" srcId="{1A25D901-6EB1-44F6-9949-9230F92C4635}" destId="{3ACF90D8-3893-4688-8CA7-13A734B58505}" srcOrd="0" destOrd="0" presId="urn:microsoft.com/office/officeart/2005/8/layout/list1"/>
    <dgm:cxn modelId="{80333F9A-B8DD-47AF-BE73-E8576715DA69}" type="presOf" srcId="{25D49BD0-0736-4865-BCBF-BC553D9AF60B}" destId="{F27AFA35-3DCA-4A26-82FE-B777D8451DD7}" srcOrd="1" destOrd="0" presId="urn:microsoft.com/office/officeart/2005/8/layout/list1"/>
    <dgm:cxn modelId="{54103CA6-5E1F-4650-ADDE-BADE3B7AAE92}" srcId="{25D49BD0-0736-4865-BCBF-BC553D9AF60B}" destId="{79C3E8AE-3A52-43EB-812A-823867301049}" srcOrd="2" destOrd="0" parTransId="{FD18D37A-B5B6-40A8-9B42-E2E3903C89E1}" sibTransId="{81366558-950A-4238-9693-453DFCAA5202}"/>
    <dgm:cxn modelId="{85D140A6-5A4E-463F-8E82-AC344FA4A3C7}" type="presOf" srcId="{58AAEB38-86A5-4C1A-9562-20AA134B139B}" destId="{2469B548-639A-4CC0-98D2-09DAE2E9E788}" srcOrd="0" destOrd="1" presId="urn:microsoft.com/office/officeart/2005/8/layout/list1"/>
    <dgm:cxn modelId="{2A1629C3-71B5-4A35-A550-512EB26CFE18}" srcId="{E7204925-BC46-4908-A4A6-F1C749159359}" destId="{25D49BD0-0736-4865-BCBF-BC553D9AF60B}" srcOrd="1" destOrd="0" parTransId="{53EBCFBA-0429-46A4-A6DF-4C52FDB67632}" sibTransId="{C5BA8656-2001-41B3-A691-940E40013F67}"/>
    <dgm:cxn modelId="{A25CD1C8-6F48-4E41-87D6-0195CCD91DC8}" type="presOf" srcId="{E40AAB2F-0655-4873-AC50-7E3801492EA9}" destId="{20BCBC57-DA1F-4CBF-8DCC-46067BED2CC9}" srcOrd="1" destOrd="0" presId="urn:microsoft.com/office/officeart/2005/8/layout/list1"/>
    <dgm:cxn modelId="{86744A55-B758-4087-BB24-98467FF1ED62}" type="presParOf" srcId="{A3137D72-4F73-484D-B928-710034826A05}" destId="{308F5031-682F-4646-B885-2C42FCD2402E}" srcOrd="0" destOrd="0" presId="urn:microsoft.com/office/officeart/2005/8/layout/list1"/>
    <dgm:cxn modelId="{18C63C52-EF68-4154-8C9C-8334DE6F7028}" type="presParOf" srcId="{308F5031-682F-4646-B885-2C42FCD2402E}" destId="{D7362BC2-656A-4D99-8876-EEBA04F4CE6C}" srcOrd="0" destOrd="0" presId="urn:microsoft.com/office/officeart/2005/8/layout/list1"/>
    <dgm:cxn modelId="{6D326D33-7AAE-4818-921A-8725D79FFA9D}" type="presParOf" srcId="{308F5031-682F-4646-B885-2C42FCD2402E}" destId="{20BCBC57-DA1F-4CBF-8DCC-46067BED2CC9}" srcOrd="1" destOrd="0" presId="urn:microsoft.com/office/officeart/2005/8/layout/list1"/>
    <dgm:cxn modelId="{AF3637DC-2E80-4061-BD86-6142E55DCA05}" type="presParOf" srcId="{A3137D72-4F73-484D-B928-710034826A05}" destId="{9F3713B0-65B7-4BAE-945B-D11F13E7B8CF}" srcOrd="1" destOrd="0" presId="urn:microsoft.com/office/officeart/2005/8/layout/list1"/>
    <dgm:cxn modelId="{74ECF8CC-B9D5-44FA-903E-3C53ACBFB251}" type="presParOf" srcId="{A3137D72-4F73-484D-B928-710034826A05}" destId="{3ACF90D8-3893-4688-8CA7-13A734B58505}" srcOrd="2" destOrd="0" presId="urn:microsoft.com/office/officeart/2005/8/layout/list1"/>
    <dgm:cxn modelId="{7CE6EF36-B133-4568-B613-FFC6EC4C7CDE}" type="presParOf" srcId="{A3137D72-4F73-484D-B928-710034826A05}" destId="{23AE9144-B77F-4966-AD14-B1527EE8DFB7}" srcOrd="3" destOrd="0" presId="urn:microsoft.com/office/officeart/2005/8/layout/list1"/>
    <dgm:cxn modelId="{3DF54616-BFD8-4856-8BAF-4329E651D982}" type="presParOf" srcId="{A3137D72-4F73-484D-B928-710034826A05}" destId="{E7E7E66B-4C59-4B64-8F6B-505108FDB7D0}" srcOrd="4" destOrd="0" presId="urn:microsoft.com/office/officeart/2005/8/layout/list1"/>
    <dgm:cxn modelId="{9CFF9469-BC0F-46A7-8D29-0D13F5556EAD}" type="presParOf" srcId="{E7E7E66B-4C59-4B64-8F6B-505108FDB7D0}" destId="{6A0F9C6A-51CE-4727-AEB5-57AA210C1D50}" srcOrd="0" destOrd="0" presId="urn:microsoft.com/office/officeart/2005/8/layout/list1"/>
    <dgm:cxn modelId="{B2A02336-6FBF-4AF9-A181-42664726DCDC}" type="presParOf" srcId="{E7E7E66B-4C59-4B64-8F6B-505108FDB7D0}" destId="{F27AFA35-3DCA-4A26-82FE-B777D8451DD7}" srcOrd="1" destOrd="0" presId="urn:microsoft.com/office/officeart/2005/8/layout/list1"/>
    <dgm:cxn modelId="{F91EA60B-F7FA-4090-865C-92598D64B0BD}" type="presParOf" srcId="{A3137D72-4F73-484D-B928-710034826A05}" destId="{DAD19B33-252B-42AF-9D45-0C09657469DF}" srcOrd="5" destOrd="0" presId="urn:microsoft.com/office/officeart/2005/8/layout/list1"/>
    <dgm:cxn modelId="{7E2015D7-E3A5-4C99-A180-F7DE291DDAF5}" type="presParOf" srcId="{A3137D72-4F73-484D-B928-710034826A05}" destId="{2469B548-639A-4CC0-98D2-09DAE2E9E788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5.xml><?xml version="1.0" encoding="utf-8"?>
<dgm:dataModel xmlns:dgm="http://schemas.openxmlformats.org/drawingml/2006/diagram" xmlns:a="http://schemas.openxmlformats.org/drawingml/2006/main">
  <dgm:ptLst>
    <dgm:pt modelId="{E7204925-BC46-4908-A4A6-F1C749159359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A6185771-25BB-43ED-A8CE-69B10BAB70E0}">
      <dgm:prSet/>
      <dgm:spPr/>
      <dgm:t>
        <a:bodyPr/>
        <a:lstStyle/>
        <a:p>
          <a:r>
            <a:rPr lang="en-US"/>
            <a:t>result in </a:t>
          </a:r>
        </a:p>
      </dgm:t>
    </dgm:pt>
    <dgm:pt modelId="{DA9A98FE-0DDE-4F48-B610-3F3B33E7DC6F}" type="parTrans" cxnId="{D4811729-7FFA-4B0E-8141-8441C922B90E}">
      <dgm:prSet/>
      <dgm:spPr/>
      <dgm:t>
        <a:bodyPr/>
        <a:lstStyle/>
        <a:p>
          <a:endParaRPr lang="en-US"/>
        </a:p>
      </dgm:t>
    </dgm:pt>
    <dgm:pt modelId="{0180B9E4-6E53-49E5-97A8-0447CB1637FF}" type="sibTrans" cxnId="{D4811729-7FFA-4B0E-8141-8441C922B90E}">
      <dgm:prSet/>
      <dgm:spPr/>
      <dgm:t>
        <a:bodyPr/>
        <a:lstStyle/>
        <a:p>
          <a:endParaRPr lang="en-US"/>
        </a:p>
      </dgm:t>
    </dgm:pt>
    <dgm:pt modelId="{A857A188-FAEB-410D-9C99-7D1152FDA968}">
      <dgm:prSet/>
      <dgm:spPr/>
      <dgm:t>
        <a:bodyPr/>
        <a:lstStyle/>
        <a:p>
          <a:r>
            <a:rPr lang="en-US"/>
            <a:t>a sustained denial-of-service </a:t>
          </a:r>
        </a:p>
      </dgm:t>
    </dgm:pt>
    <dgm:pt modelId="{4F2F04B4-48B7-4DC4-900D-BF0F2FDCDDDD}" type="parTrans" cxnId="{0AE71CF9-1612-48C0-9990-E17A30F50EF6}">
      <dgm:prSet/>
      <dgm:spPr/>
      <dgm:t>
        <a:bodyPr/>
        <a:lstStyle/>
        <a:p>
          <a:endParaRPr lang="en-US"/>
        </a:p>
      </dgm:t>
    </dgm:pt>
    <dgm:pt modelId="{48D585BC-F819-43FB-BDD4-E495F452DCDA}" type="sibTrans" cxnId="{0AE71CF9-1612-48C0-9990-E17A30F50EF6}">
      <dgm:prSet/>
      <dgm:spPr/>
      <dgm:t>
        <a:bodyPr/>
        <a:lstStyle/>
        <a:p>
          <a:endParaRPr lang="en-US"/>
        </a:p>
      </dgm:t>
    </dgm:pt>
    <dgm:pt modelId="{7FC1652E-8E4F-4B32-BFB3-0D649D2A95DC}">
      <dgm:prSet/>
      <dgm:spPr/>
      <dgm:t>
        <a:bodyPr/>
        <a:lstStyle/>
        <a:p>
          <a:r>
            <a:rPr lang="en-US"/>
            <a:t>against a specific address or set of addresses</a:t>
          </a:r>
        </a:p>
      </dgm:t>
    </dgm:pt>
    <dgm:pt modelId="{5A15CEC2-AEB7-4E21-9AC4-1DDC35FC4EA5}" type="parTrans" cxnId="{6C95197C-C3A2-41DE-B098-0BD71E8BA9EE}">
      <dgm:prSet/>
      <dgm:spPr/>
      <dgm:t>
        <a:bodyPr/>
        <a:lstStyle/>
        <a:p>
          <a:endParaRPr lang="en-US"/>
        </a:p>
      </dgm:t>
    </dgm:pt>
    <dgm:pt modelId="{7A8777D7-9112-4C7B-8168-4CB42E5D3718}" type="sibTrans" cxnId="{6C95197C-C3A2-41DE-B098-0BD71E8BA9EE}">
      <dgm:prSet/>
      <dgm:spPr/>
      <dgm:t>
        <a:bodyPr/>
        <a:lstStyle/>
        <a:p>
          <a:endParaRPr lang="en-US"/>
        </a:p>
      </dgm:t>
    </dgm:pt>
    <dgm:pt modelId="{58435F16-2E45-47BF-9AB8-A540E39E7F84}">
      <dgm:prSet/>
      <dgm:spPr/>
      <dgm:t>
        <a:bodyPr/>
        <a:lstStyle/>
        <a:p>
          <a:r>
            <a:rPr lang="en-US"/>
            <a:t>30% </a:t>
          </a:r>
        </a:p>
      </dgm:t>
    </dgm:pt>
    <dgm:pt modelId="{CDC70173-03DE-45B6-9939-20AE118F63AB}" type="parTrans" cxnId="{E3DA9A54-6EA0-4EED-AD68-80A8070529D4}">
      <dgm:prSet/>
      <dgm:spPr/>
      <dgm:t>
        <a:bodyPr/>
        <a:lstStyle/>
        <a:p>
          <a:endParaRPr lang="en-US"/>
        </a:p>
      </dgm:t>
    </dgm:pt>
    <dgm:pt modelId="{3E02E5F4-E967-48BB-B148-3C4A31794869}" type="sibTrans" cxnId="{E3DA9A54-6EA0-4EED-AD68-80A8070529D4}">
      <dgm:prSet/>
      <dgm:spPr/>
      <dgm:t>
        <a:bodyPr/>
        <a:lstStyle/>
        <a:p>
          <a:endParaRPr lang="en-US"/>
        </a:p>
      </dgm:t>
    </dgm:pt>
    <dgm:pt modelId="{94AA9EF1-3095-475B-BC57-47F5EE731B0D}">
      <dgm:prSet/>
      <dgm:spPr/>
      <dgm:t>
        <a:bodyPr/>
        <a:lstStyle/>
        <a:p>
          <a:r>
            <a:rPr lang="tr-TR"/>
            <a:t>Various </a:t>
          </a:r>
          <a:r>
            <a:rPr lang="en-US"/>
            <a:t>types of consensus attacks are possible </a:t>
          </a:r>
        </a:p>
      </dgm:t>
    </dgm:pt>
    <dgm:pt modelId="{347EE7D7-7693-4EB0-90CE-85115A2FE52D}" type="parTrans" cxnId="{6B9C77E7-C0C1-40F6-A7E3-631FCCA2CFA3}">
      <dgm:prSet/>
      <dgm:spPr/>
      <dgm:t>
        <a:bodyPr/>
        <a:lstStyle/>
        <a:p>
          <a:endParaRPr lang="en-US"/>
        </a:p>
      </dgm:t>
    </dgm:pt>
    <dgm:pt modelId="{DD6D6711-9CC8-40FD-87D7-DA8ACD4A21BA}" type="sibTrans" cxnId="{6B9C77E7-C0C1-40F6-A7E3-631FCCA2CFA3}">
      <dgm:prSet/>
      <dgm:spPr/>
      <dgm:t>
        <a:bodyPr/>
        <a:lstStyle/>
        <a:p>
          <a:endParaRPr lang="en-US"/>
        </a:p>
      </dgm:t>
    </dgm:pt>
    <dgm:pt modelId="{95101233-0168-4A38-9B48-5C67B6617E3D}">
      <dgm:prSet/>
      <dgm:spPr/>
      <dgm:t>
        <a:bodyPr/>
        <a:lstStyle/>
        <a:p>
          <a:r>
            <a:rPr lang="en-US"/>
            <a:t>with as little as 30% of the hashing power</a:t>
          </a:r>
        </a:p>
      </dgm:t>
    </dgm:pt>
    <dgm:pt modelId="{9AA04850-676F-4C92-ABF8-79B82E9BCCC5}" type="parTrans" cxnId="{4D6475D4-302F-4408-BDA0-065D5813D51B}">
      <dgm:prSet/>
      <dgm:spPr/>
      <dgm:t>
        <a:bodyPr/>
        <a:lstStyle/>
        <a:p>
          <a:endParaRPr lang="en-US"/>
        </a:p>
      </dgm:t>
    </dgm:pt>
    <dgm:pt modelId="{D9616955-030E-45D0-993C-FF0AB7B8FF6D}" type="sibTrans" cxnId="{4D6475D4-302F-4408-BDA0-065D5813D51B}">
      <dgm:prSet/>
      <dgm:spPr/>
      <dgm:t>
        <a:bodyPr/>
        <a:lstStyle/>
        <a:p>
          <a:endParaRPr lang="en-US"/>
        </a:p>
      </dgm:t>
    </dgm:pt>
    <dgm:pt modelId="{2C58480C-D8BB-412A-BA69-EC0248C528AF}" type="pres">
      <dgm:prSet presAssocID="{E7204925-BC46-4908-A4A6-F1C749159359}" presName="linear" presStyleCnt="0">
        <dgm:presLayoutVars>
          <dgm:dir/>
          <dgm:animLvl val="lvl"/>
          <dgm:resizeHandles val="exact"/>
        </dgm:presLayoutVars>
      </dgm:prSet>
      <dgm:spPr/>
    </dgm:pt>
    <dgm:pt modelId="{AF8675A2-7ECB-4F11-A464-A077DFF5D97C}" type="pres">
      <dgm:prSet presAssocID="{A6185771-25BB-43ED-A8CE-69B10BAB70E0}" presName="parentLin" presStyleCnt="0"/>
      <dgm:spPr/>
    </dgm:pt>
    <dgm:pt modelId="{EDC8037F-D755-4101-AEB8-C0AC81FC7D1C}" type="pres">
      <dgm:prSet presAssocID="{A6185771-25BB-43ED-A8CE-69B10BAB70E0}" presName="parentLeftMargin" presStyleLbl="node1" presStyleIdx="0" presStyleCnt="2"/>
      <dgm:spPr/>
    </dgm:pt>
    <dgm:pt modelId="{11A3DD60-D004-48DC-AD83-90734A8E88BC}" type="pres">
      <dgm:prSet presAssocID="{A6185771-25BB-43ED-A8CE-69B10BAB70E0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585F5617-C75B-4CC5-841F-7599AE34EABC}" type="pres">
      <dgm:prSet presAssocID="{A6185771-25BB-43ED-A8CE-69B10BAB70E0}" presName="negativeSpace" presStyleCnt="0"/>
      <dgm:spPr/>
    </dgm:pt>
    <dgm:pt modelId="{6B81E2AF-E6E1-412A-B30A-520C8EF6033E}" type="pres">
      <dgm:prSet presAssocID="{A6185771-25BB-43ED-A8CE-69B10BAB70E0}" presName="childText" presStyleLbl="conFgAcc1" presStyleIdx="0" presStyleCnt="2">
        <dgm:presLayoutVars>
          <dgm:bulletEnabled val="1"/>
        </dgm:presLayoutVars>
      </dgm:prSet>
      <dgm:spPr/>
    </dgm:pt>
    <dgm:pt modelId="{9C06A1E4-1C6E-45C1-AFBE-1AA1F0634AC4}" type="pres">
      <dgm:prSet presAssocID="{0180B9E4-6E53-49E5-97A8-0447CB1637FF}" presName="spaceBetweenRectangles" presStyleCnt="0"/>
      <dgm:spPr/>
    </dgm:pt>
    <dgm:pt modelId="{32D4FD63-C20C-4A13-A697-31D015A45264}" type="pres">
      <dgm:prSet presAssocID="{58435F16-2E45-47BF-9AB8-A540E39E7F84}" presName="parentLin" presStyleCnt="0"/>
      <dgm:spPr/>
    </dgm:pt>
    <dgm:pt modelId="{BECB36D0-3070-4E97-BAC9-F9B5F31BA607}" type="pres">
      <dgm:prSet presAssocID="{58435F16-2E45-47BF-9AB8-A540E39E7F84}" presName="parentLeftMargin" presStyleLbl="node1" presStyleIdx="0" presStyleCnt="2"/>
      <dgm:spPr/>
    </dgm:pt>
    <dgm:pt modelId="{A6F8582C-F40C-4918-97FD-066C042035FC}" type="pres">
      <dgm:prSet presAssocID="{58435F16-2E45-47BF-9AB8-A540E39E7F84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52A610BC-9670-4F91-95A5-70F5425D7CF4}" type="pres">
      <dgm:prSet presAssocID="{58435F16-2E45-47BF-9AB8-A540E39E7F84}" presName="negativeSpace" presStyleCnt="0"/>
      <dgm:spPr/>
    </dgm:pt>
    <dgm:pt modelId="{DBF1E618-B786-41E2-9425-0A3590A5D8C7}" type="pres">
      <dgm:prSet presAssocID="{58435F16-2E45-47BF-9AB8-A540E39E7F84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6E56240A-16E0-4F14-8FB9-07ED1EC24A6F}" type="presOf" srcId="{58435F16-2E45-47BF-9AB8-A540E39E7F84}" destId="{A6F8582C-F40C-4918-97FD-066C042035FC}" srcOrd="1" destOrd="0" presId="urn:microsoft.com/office/officeart/2005/8/layout/list1"/>
    <dgm:cxn modelId="{9EF9B620-5E13-46CA-803D-3FE7C7694F73}" type="presOf" srcId="{58435F16-2E45-47BF-9AB8-A540E39E7F84}" destId="{BECB36D0-3070-4E97-BAC9-F9B5F31BA607}" srcOrd="0" destOrd="0" presId="urn:microsoft.com/office/officeart/2005/8/layout/list1"/>
    <dgm:cxn modelId="{D4811729-7FFA-4B0E-8141-8441C922B90E}" srcId="{E7204925-BC46-4908-A4A6-F1C749159359}" destId="{A6185771-25BB-43ED-A8CE-69B10BAB70E0}" srcOrd="0" destOrd="0" parTransId="{DA9A98FE-0DDE-4F48-B610-3F3B33E7DC6F}" sibTransId="{0180B9E4-6E53-49E5-97A8-0447CB1637FF}"/>
    <dgm:cxn modelId="{A523BF32-9796-452A-8169-BEB69BD7F02A}" type="presOf" srcId="{A6185771-25BB-43ED-A8CE-69B10BAB70E0}" destId="{11A3DD60-D004-48DC-AD83-90734A8E88BC}" srcOrd="1" destOrd="0" presId="urn:microsoft.com/office/officeart/2005/8/layout/list1"/>
    <dgm:cxn modelId="{A785AF34-955C-4E9E-9A89-7CD6418924C2}" type="presOf" srcId="{7FC1652E-8E4F-4B32-BFB3-0D649D2A95DC}" destId="{6B81E2AF-E6E1-412A-B30A-520C8EF6033E}" srcOrd="0" destOrd="1" presId="urn:microsoft.com/office/officeart/2005/8/layout/list1"/>
    <dgm:cxn modelId="{E3DA9A54-6EA0-4EED-AD68-80A8070529D4}" srcId="{E7204925-BC46-4908-A4A6-F1C749159359}" destId="{58435F16-2E45-47BF-9AB8-A540E39E7F84}" srcOrd="1" destOrd="0" parTransId="{CDC70173-03DE-45B6-9939-20AE118F63AB}" sibTransId="{3E02E5F4-E967-48BB-B148-3C4A31794869}"/>
    <dgm:cxn modelId="{6C95197C-C3A2-41DE-B098-0BD71E8BA9EE}" srcId="{A6185771-25BB-43ED-A8CE-69B10BAB70E0}" destId="{7FC1652E-8E4F-4B32-BFB3-0D649D2A95DC}" srcOrd="1" destOrd="0" parTransId="{5A15CEC2-AEB7-4E21-9AC4-1DDC35FC4EA5}" sibTransId="{7A8777D7-9112-4C7B-8168-4CB42E5D3718}"/>
    <dgm:cxn modelId="{98B04882-5E3D-44DF-A2F6-6DCF8EA591ED}" type="presOf" srcId="{E7204925-BC46-4908-A4A6-F1C749159359}" destId="{2C58480C-D8BB-412A-BA69-EC0248C528AF}" srcOrd="0" destOrd="0" presId="urn:microsoft.com/office/officeart/2005/8/layout/list1"/>
    <dgm:cxn modelId="{9B67F996-90F2-46D4-B43A-E4144C0D2B46}" type="presOf" srcId="{95101233-0168-4A38-9B48-5C67B6617E3D}" destId="{DBF1E618-B786-41E2-9425-0A3590A5D8C7}" srcOrd="0" destOrd="1" presId="urn:microsoft.com/office/officeart/2005/8/layout/list1"/>
    <dgm:cxn modelId="{B3697FC8-E142-454E-A7AE-6C93E3B457D4}" type="presOf" srcId="{94AA9EF1-3095-475B-BC57-47F5EE731B0D}" destId="{DBF1E618-B786-41E2-9425-0A3590A5D8C7}" srcOrd="0" destOrd="0" presId="urn:microsoft.com/office/officeart/2005/8/layout/list1"/>
    <dgm:cxn modelId="{4D6475D4-302F-4408-BDA0-065D5813D51B}" srcId="{58435F16-2E45-47BF-9AB8-A540E39E7F84}" destId="{95101233-0168-4A38-9B48-5C67B6617E3D}" srcOrd="1" destOrd="0" parTransId="{9AA04850-676F-4C92-ABF8-79B82E9BCCC5}" sibTransId="{D9616955-030E-45D0-993C-FF0AB7B8FF6D}"/>
    <dgm:cxn modelId="{3A696ADC-2865-4248-A3B1-87DB0510254C}" type="presOf" srcId="{A857A188-FAEB-410D-9C99-7D1152FDA968}" destId="{6B81E2AF-E6E1-412A-B30A-520C8EF6033E}" srcOrd="0" destOrd="0" presId="urn:microsoft.com/office/officeart/2005/8/layout/list1"/>
    <dgm:cxn modelId="{4C50BDE4-C470-49BF-8FE2-563EB8F9B006}" type="presOf" srcId="{A6185771-25BB-43ED-A8CE-69B10BAB70E0}" destId="{EDC8037F-D755-4101-AEB8-C0AC81FC7D1C}" srcOrd="0" destOrd="0" presId="urn:microsoft.com/office/officeart/2005/8/layout/list1"/>
    <dgm:cxn modelId="{6B9C77E7-C0C1-40F6-A7E3-631FCCA2CFA3}" srcId="{58435F16-2E45-47BF-9AB8-A540E39E7F84}" destId="{94AA9EF1-3095-475B-BC57-47F5EE731B0D}" srcOrd="0" destOrd="0" parTransId="{347EE7D7-7693-4EB0-90CE-85115A2FE52D}" sibTransId="{DD6D6711-9CC8-40FD-87D7-DA8ACD4A21BA}"/>
    <dgm:cxn modelId="{0AE71CF9-1612-48C0-9990-E17A30F50EF6}" srcId="{A6185771-25BB-43ED-A8CE-69B10BAB70E0}" destId="{A857A188-FAEB-410D-9C99-7D1152FDA968}" srcOrd="0" destOrd="0" parTransId="{4F2F04B4-48B7-4DC4-900D-BF0F2FDCDDDD}" sibTransId="{48D585BC-F819-43FB-BDD4-E495F452DCDA}"/>
    <dgm:cxn modelId="{5916B981-74F5-4386-B86F-F66F57DCD133}" type="presParOf" srcId="{2C58480C-D8BB-412A-BA69-EC0248C528AF}" destId="{AF8675A2-7ECB-4F11-A464-A077DFF5D97C}" srcOrd="0" destOrd="0" presId="urn:microsoft.com/office/officeart/2005/8/layout/list1"/>
    <dgm:cxn modelId="{9D37A5B9-588D-4DFE-BA3D-9995B7888959}" type="presParOf" srcId="{AF8675A2-7ECB-4F11-A464-A077DFF5D97C}" destId="{EDC8037F-D755-4101-AEB8-C0AC81FC7D1C}" srcOrd="0" destOrd="0" presId="urn:microsoft.com/office/officeart/2005/8/layout/list1"/>
    <dgm:cxn modelId="{BDADC5DC-212A-4482-B4BE-B9B643F8E427}" type="presParOf" srcId="{AF8675A2-7ECB-4F11-A464-A077DFF5D97C}" destId="{11A3DD60-D004-48DC-AD83-90734A8E88BC}" srcOrd="1" destOrd="0" presId="urn:microsoft.com/office/officeart/2005/8/layout/list1"/>
    <dgm:cxn modelId="{F0BA06FD-9CB0-4708-85BB-33A26EE69AFC}" type="presParOf" srcId="{2C58480C-D8BB-412A-BA69-EC0248C528AF}" destId="{585F5617-C75B-4CC5-841F-7599AE34EABC}" srcOrd="1" destOrd="0" presId="urn:microsoft.com/office/officeart/2005/8/layout/list1"/>
    <dgm:cxn modelId="{D448F3D8-198A-45EB-B2A0-4FEE9BA4E202}" type="presParOf" srcId="{2C58480C-D8BB-412A-BA69-EC0248C528AF}" destId="{6B81E2AF-E6E1-412A-B30A-520C8EF6033E}" srcOrd="2" destOrd="0" presId="urn:microsoft.com/office/officeart/2005/8/layout/list1"/>
    <dgm:cxn modelId="{0B798E72-3E17-4544-A012-9277FBE14A3C}" type="presParOf" srcId="{2C58480C-D8BB-412A-BA69-EC0248C528AF}" destId="{9C06A1E4-1C6E-45C1-AFBE-1AA1F0634AC4}" srcOrd="3" destOrd="0" presId="urn:microsoft.com/office/officeart/2005/8/layout/list1"/>
    <dgm:cxn modelId="{AAFCC361-43E9-4F24-AC2A-65F88FE7F482}" type="presParOf" srcId="{2C58480C-D8BB-412A-BA69-EC0248C528AF}" destId="{32D4FD63-C20C-4A13-A697-31D015A45264}" srcOrd="4" destOrd="0" presId="urn:microsoft.com/office/officeart/2005/8/layout/list1"/>
    <dgm:cxn modelId="{FF7D892B-7BB8-476D-80BB-E6CF8C12FDAA}" type="presParOf" srcId="{32D4FD63-C20C-4A13-A697-31D015A45264}" destId="{BECB36D0-3070-4E97-BAC9-F9B5F31BA607}" srcOrd="0" destOrd="0" presId="urn:microsoft.com/office/officeart/2005/8/layout/list1"/>
    <dgm:cxn modelId="{29EBDDCD-F57E-4862-8D80-95D04C23BBDA}" type="presParOf" srcId="{32D4FD63-C20C-4A13-A697-31D015A45264}" destId="{A6F8582C-F40C-4918-97FD-066C042035FC}" srcOrd="1" destOrd="0" presId="urn:microsoft.com/office/officeart/2005/8/layout/list1"/>
    <dgm:cxn modelId="{B388A350-7D73-4DF1-B8E7-C81804D1A114}" type="presParOf" srcId="{2C58480C-D8BB-412A-BA69-EC0248C528AF}" destId="{52A610BC-9670-4F91-95A5-70F5425D7CF4}" srcOrd="5" destOrd="0" presId="urn:microsoft.com/office/officeart/2005/8/layout/list1"/>
    <dgm:cxn modelId="{38335163-9745-4213-92A9-865A877C76D2}" type="presParOf" srcId="{2C58480C-D8BB-412A-BA69-EC0248C528AF}" destId="{DBF1E618-B786-41E2-9425-0A3590A5D8C7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6.xml><?xml version="1.0" encoding="utf-8"?>
<dgm:dataModel xmlns:dgm="http://schemas.openxmlformats.org/drawingml/2006/diagram" xmlns:a="http://schemas.openxmlformats.org/drawingml/2006/main">
  <dgm:ptLst>
    <dgm:pt modelId="{2109123C-86A7-4819-BA1F-05BAD33C5396}" type="doc">
      <dgm:prSet loTypeId="urn:microsoft.com/office/officeart/2005/8/layout/list1" loCatId="list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F962018E-6E05-43AF-9F9B-00435CC58BB3}">
      <dgm:prSet/>
      <dgm:spPr/>
      <dgm:t>
        <a:bodyPr/>
        <a:lstStyle/>
        <a:p>
          <a:r>
            <a:rPr lang="tr-TR"/>
            <a:t>Evolution</a:t>
          </a:r>
          <a:endParaRPr lang="en-US"/>
        </a:p>
      </dgm:t>
    </dgm:pt>
    <dgm:pt modelId="{E0D47DE6-2DAA-4C41-898B-DB1F90A04781}" type="parTrans" cxnId="{9051CDB9-6C94-4FDF-86C9-406FC127EBB0}">
      <dgm:prSet/>
      <dgm:spPr/>
      <dgm:t>
        <a:bodyPr/>
        <a:lstStyle/>
        <a:p>
          <a:endParaRPr lang="en-US"/>
        </a:p>
      </dgm:t>
    </dgm:pt>
    <dgm:pt modelId="{23DF6B36-16AD-4144-B959-5610D345C960}" type="sibTrans" cxnId="{9051CDB9-6C94-4FDF-86C9-406FC127EBB0}">
      <dgm:prSet/>
      <dgm:spPr/>
      <dgm:t>
        <a:bodyPr/>
        <a:lstStyle/>
        <a:p>
          <a:endParaRPr lang="en-US"/>
        </a:p>
      </dgm:t>
    </dgm:pt>
    <dgm:pt modelId="{E231119F-71A8-4DAD-9F18-2D1DCC5BF99D}">
      <dgm:prSet/>
      <dgm:spPr/>
      <dgm:t>
        <a:bodyPr/>
        <a:lstStyle/>
        <a:p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bitcoin</a:t>
          </a:r>
          <a:r>
            <a:rPr lang="tr-TR" dirty="0"/>
            <a:t> network </a:t>
          </a:r>
          <a:r>
            <a:rPr lang="en-US" dirty="0"/>
            <a:t>and software</a:t>
          </a:r>
        </a:p>
      </dgm:t>
    </dgm:pt>
    <dgm:pt modelId="{EEDCF7B4-71A6-4931-881D-CF165E4B64F3}" type="parTrans" cxnId="{EA8233C9-194A-40A7-84B8-7ECD3D13415D}">
      <dgm:prSet/>
      <dgm:spPr/>
      <dgm:t>
        <a:bodyPr/>
        <a:lstStyle/>
        <a:p>
          <a:endParaRPr lang="en-US"/>
        </a:p>
      </dgm:t>
    </dgm:pt>
    <dgm:pt modelId="{6F0C904C-6CB7-46AF-862C-169C250D51DE}" type="sibTrans" cxnId="{EA8233C9-194A-40A7-84B8-7ECD3D13415D}">
      <dgm:prSet/>
      <dgm:spPr/>
      <dgm:t>
        <a:bodyPr/>
        <a:lstStyle/>
        <a:p>
          <a:endParaRPr lang="en-US"/>
        </a:p>
      </dgm:t>
    </dgm:pt>
    <dgm:pt modelId="{44B3F517-5591-4ECE-8B36-F74BA82610FC}">
      <dgm:prSet/>
      <dgm:spPr/>
      <dgm:t>
        <a:bodyPr/>
        <a:lstStyle/>
        <a:p>
          <a:r>
            <a:rPr lang="tr-TR"/>
            <a:t>Countermeasures of bitcoin community</a:t>
          </a:r>
          <a:endParaRPr lang="en-US"/>
        </a:p>
      </dgm:t>
    </dgm:pt>
    <dgm:pt modelId="{4BAEB141-809A-4ABB-9D38-591442ABEC5C}" type="parTrans" cxnId="{ADAEEDB6-910C-4D75-85AC-8A4DAF6A02AD}">
      <dgm:prSet/>
      <dgm:spPr/>
      <dgm:t>
        <a:bodyPr/>
        <a:lstStyle/>
        <a:p>
          <a:endParaRPr lang="en-US"/>
        </a:p>
      </dgm:t>
    </dgm:pt>
    <dgm:pt modelId="{2AEA389F-23CA-4E85-A790-0A81FD1155D6}" type="sibTrans" cxnId="{ADAEEDB6-910C-4D75-85AC-8A4DAF6A02AD}">
      <dgm:prSet/>
      <dgm:spPr/>
      <dgm:t>
        <a:bodyPr/>
        <a:lstStyle/>
        <a:p>
          <a:endParaRPr lang="en-US"/>
        </a:p>
      </dgm:t>
    </dgm:pt>
    <dgm:pt modelId="{C9FDFF90-DB23-4AA5-867D-358F7BC856E0}">
      <dgm:prSet/>
      <dgm:spPr/>
      <dgm:t>
        <a:bodyPr/>
        <a:lstStyle/>
        <a:p>
          <a:r>
            <a:rPr lang="en-US" dirty="0"/>
            <a:t>consensus attacks would be met</a:t>
          </a:r>
        </a:p>
      </dgm:t>
    </dgm:pt>
    <dgm:pt modelId="{1B551963-80A2-4E88-8ED3-BE6BBE4C94F5}" type="parTrans" cxnId="{795D164D-E75D-4A1D-B06B-1F812A245FD4}">
      <dgm:prSet/>
      <dgm:spPr/>
      <dgm:t>
        <a:bodyPr/>
        <a:lstStyle/>
        <a:p>
          <a:endParaRPr lang="en-US"/>
        </a:p>
      </dgm:t>
    </dgm:pt>
    <dgm:pt modelId="{51043334-1F54-47E3-924C-CFC66E7C735F}" type="sibTrans" cxnId="{795D164D-E75D-4A1D-B06B-1F812A245FD4}">
      <dgm:prSet/>
      <dgm:spPr/>
      <dgm:t>
        <a:bodyPr/>
        <a:lstStyle/>
        <a:p>
          <a:endParaRPr lang="en-US"/>
        </a:p>
      </dgm:t>
    </dgm:pt>
    <dgm:pt modelId="{BD2A9FD4-CE78-4616-9128-B533605DB420}">
      <dgm:prSet/>
      <dgm:spPr/>
      <dgm:t>
        <a:bodyPr/>
        <a:lstStyle/>
        <a:p>
          <a:r>
            <a:rPr lang="en-US" dirty="0"/>
            <a:t>making bitcoin hardier </a:t>
          </a:r>
        </a:p>
      </dgm:t>
    </dgm:pt>
    <dgm:pt modelId="{37EED930-296E-4DC2-BD6D-1680752742FC}" type="parTrans" cxnId="{8BB2B949-7CFC-48E3-8ACE-E9A721931AE5}">
      <dgm:prSet/>
      <dgm:spPr/>
      <dgm:t>
        <a:bodyPr/>
        <a:lstStyle/>
        <a:p>
          <a:endParaRPr lang="en-US"/>
        </a:p>
      </dgm:t>
    </dgm:pt>
    <dgm:pt modelId="{0F08EF0B-8FCE-4E34-8695-75C95818B81E}" type="sibTrans" cxnId="{8BB2B949-7CFC-48E3-8ACE-E9A721931AE5}">
      <dgm:prSet/>
      <dgm:spPr/>
      <dgm:t>
        <a:bodyPr/>
        <a:lstStyle/>
        <a:p>
          <a:endParaRPr lang="en-US"/>
        </a:p>
      </dgm:t>
    </dgm:pt>
    <dgm:pt modelId="{B0A5494E-2CC4-40C7-960E-E7D1AC47C876}">
      <dgm:prSet/>
      <dgm:spPr/>
      <dgm:t>
        <a:bodyPr/>
        <a:lstStyle/>
        <a:p>
          <a:r>
            <a:rPr lang="en-US" dirty="0"/>
            <a:t>with immediate</a:t>
          </a:r>
          <a:r>
            <a:rPr lang="tr-TR" dirty="0"/>
            <a:t> </a:t>
          </a:r>
          <a:r>
            <a:rPr lang="en-US" dirty="0"/>
            <a:t>countermeasures</a:t>
          </a:r>
        </a:p>
      </dgm:t>
    </dgm:pt>
    <dgm:pt modelId="{69286F85-B3B8-478D-8912-ED9C9F54DA29}" type="parTrans" cxnId="{B860AB1C-EC28-4362-9288-EA8F837556EB}">
      <dgm:prSet/>
      <dgm:spPr/>
    </dgm:pt>
    <dgm:pt modelId="{08CB1D0B-23A0-4309-BB35-84E57D7640CD}" type="sibTrans" cxnId="{B860AB1C-EC28-4362-9288-EA8F837556EB}">
      <dgm:prSet/>
      <dgm:spPr/>
    </dgm:pt>
    <dgm:pt modelId="{953E636D-9E71-4A40-9BD7-E0101E191C34}">
      <dgm:prSet/>
      <dgm:spPr/>
      <dgm:t>
        <a:bodyPr/>
        <a:lstStyle/>
        <a:p>
          <a:r>
            <a:rPr lang="en-US" dirty="0"/>
            <a:t>by the bitcoin community </a:t>
          </a:r>
        </a:p>
      </dgm:t>
    </dgm:pt>
    <dgm:pt modelId="{161B19E2-26AE-4A38-BF4A-6A9E00F97ADC}" type="parTrans" cxnId="{7D50D613-67A5-4FC3-85F4-D133EFE33E4C}">
      <dgm:prSet/>
      <dgm:spPr/>
    </dgm:pt>
    <dgm:pt modelId="{CCF2732E-F367-44AA-AA9A-D8CCA9112B03}" type="sibTrans" cxnId="{7D50D613-67A5-4FC3-85F4-D133EFE33E4C}">
      <dgm:prSet/>
      <dgm:spPr/>
    </dgm:pt>
    <dgm:pt modelId="{4962DA8A-B0E2-4AB6-87DC-22DA7CC6FA26}">
      <dgm:prSet/>
      <dgm:spPr/>
      <dgm:t>
        <a:bodyPr/>
        <a:lstStyle/>
        <a:p>
          <a:r>
            <a:rPr lang="tr-TR" dirty="0" err="1"/>
            <a:t>Strategy</a:t>
          </a:r>
          <a:endParaRPr lang="en-US" dirty="0"/>
        </a:p>
      </dgm:t>
    </dgm:pt>
    <dgm:pt modelId="{FB16F22C-AB88-468E-8AE6-39F188BA729D}" type="parTrans" cxnId="{A8075A62-D736-42C6-AB1B-A9C2E706E35D}">
      <dgm:prSet/>
      <dgm:spPr/>
    </dgm:pt>
    <dgm:pt modelId="{6E1BEB86-BE39-4060-B03A-F40DC6E80541}" type="sibTrans" cxnId="{A8075A62-D736-42C6-AB1B-A9C2E706E35D}">
      <dgm:prSet/>
      <dgm:spPr/>
    </dgm:pt>
    <dgm:pt modelId="{FD8E13BC-D320-470B-869A-AE4F964FF3EE}">
      <dgm:prSet/>
      <dgm:spPr/>
      <dgm:t>
        <a:bodyPr/>
        <a:lstStyle/>
        <a:p>
          <a:r>
            <a:rPr lang="en-US" dirty="0"/>
            <a:t>Stealthier</a:t>
          </a:r>
        </a:p>
      </dgm:t>
    </dgm:pt>
    <dgm:pt modelId="{54DAD0E0-B20A-4411-A44F-5A5228B9E723}" type="parTrans" cxnId="{8A187F23-6924-4FD9-951B-4FB7788BA4D5}">
      <dgm:prSet/>
      <dgm:spPr/>
    </dgm:pt>
    <dgm:pt modelId="{3891720B-DE6C-4183-B4E7-D996BECB0194}" type="sibTrans" cxnId="{8A187F23-6924-4FD9-951B-4FB7788BA4D5}">
      <dgm:prSet/>
      <dgm:spPr/>
    </dgm:pt>
    <dgm:pt modelId="{0404E419-F805-4AB2-B6C7-50C347CD4F59}">
      <dgm:prSet/>
      <dgm:spPr/>
      <dgm:t>
        <a:bodyPr/>
        <a:lstStyle/>
        <a:p>
          <a:r>
            <a:rPr lang="en-US" dirty="0"/>
            <a:t>more robust than ever.</a:t>
          </a:r>
        </a:p>
      </dgm:t>
    </dgm:pt>
    <dgm:pt modelId="{0608CE3E-CCB3-452A-B09E-E93E2FFCB717}" type="parTrans" cxnId="{0049A788-8548-499C-B6E2-7B39F181A7CD}">
      <dgm:prSet/>
      <dgm:spPr/>
    </dgm:pt>
    <dgm:pt modelId="{09787443-706B-48FE-80FC-084C7F47035B}" type="sibTrans" cxnId="{0049A788-8548-499C-B6E2-7B39F181A7CD}">
      <dgm:prSet/>
      <dgm:spPr/>
    </dgm:pt>
    <dgm:pt modelId="{97C476DF-F16A-4B43-B78D-6E49456DE8D3}">
      <dgm:prSet/>
      <dgm:spPr/>
      <dgm:t>
        <a:bodyPr/>
        <a:lstStyle/>
        <a:p>
          <a:r>
            <a:rPr lang="en-US"/>
            <a:t>are constantly evolving, </a:t>
          </a:r>
        </a:p>
      </dgm:t>
    </dgm:pt>
    <dgm:pt modelId="{A6AD6156-E47A-459D-9E9D-2A88A61B2C1B}" type="parTrans" cxnId="{55B33D57-524E-4525-8C4C-B981641D2AD7}">
      <dgm:prSet/>
      <dgm:spPr/>
    </dgm:pt>
    <dgm:pt modelId="{0850D9D9-66B0-44E9-AC99-9A9225EA7DC7}" type="sibTrans" cxnId="{55B33D57-524E-4525-8C4C-B981641D2AD7}">
      <dgm:prSet/>
      <dgm:spPr/>
    </dgm:pt>
    <dgm:pt modelId="{0957769E-131D-4C78-BBBA-56E079B78C62}" type="pres">
      <dgm:prSet presAssocID="{2109123C-86A7-4819-BA1F-05BAD33C5396}" presName="linear" presStyleCnt="0">
        <dgm:presLayoutVars>
          <dgm:dir/>
          <dgm:animLvl val="lvl"/>
          <dgm:resizeHandles val="exact"/>
        </dgm:presLayoutVars>
      </dgm:prSet>
      <dgm:spPr/>
    </dgm:pt>
    <dgm:pt modelId="{5BF3480D-43E3-4CB3-80A9-E05C643EE66A}" type="pres">
      <dgm:prSet presAssocID="{F962018E-6E05-43AF-9F9B-00435CC58BB3}" presName="parentLin" presStyleCnt="0"/>
      <dgm:spPr/>
    </dgm:pt>
    <dgm:pt modelId="{B0D4ED5A-B21D-44AF-9B51-5974E6682E89}" type="pres">
      <dgm:prSet presAssocID="{F962018E-6E05-43AF-9F9B-00435CC58BB3}" presName="parentLeftMargin" presStyleLbl="node1" presStyleIdx="0" presStyleCnt="3"/>
      <dgm:spPr/>
    </dgm:pt>
    <dgm:pt modelId="{473F2F89-591F-4187-8FD3-A234BB75FBFC}" type="pres">
      <dgm:prSet presAssocID="{F962018E-6E05-43AF-9F9B-00435CC58BB3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6BA232AE-87C6-463B-9F40-180586B6421B}" type="pres">
      <dgm:prSet presAssocID="{F962018E-6E05-43AF-9F9B-00435CC58BB3}" presName="negativeSpace" presStyleCnt="0"/>
      <dgm:spPr/>
    </dgm:pt>
    <dgm:pt modelId="{D53A7D02-4C2A-4B78-8362-BC973EF3389B}" type="pres">
      <dgm:prSet presAssocID="{F962018E-6E05-43AF-9F9B-00435CC58BB3}" presName="childText" presStyleLbl="conFgAcc1" presStyleIdx="0" presStyleCnt="3">
        <dgm:presLayoutVars>
          <dgm:bulletEnabled val="1"/>
        </dgm:presLayoutVars>
      </dgm:prSet>
      <dgm:spPr/>
    </dgm:pt>
    <dgm:pt modelId="{D3E75E0A-0A01-4F68-A64A-17160447F3BC}" type="pres">
      <dgm:prSet presAssocID="{23DF6B36-16AD-4144-B959-5610D345C960}" presName="spaceBetweenRectangles" presStyleCnt="0"/>
      <dgm:spPr/>
    </dgm:pt>
    <dgm:pt modelId="{A4DCCEFF-5AA9-403E-994C-02F5B6408F65}" type="pres">
      <dgm:prSet presAssocID="{44B3F517-5591-4ECE-8B36-F74BA82610FC}" presName="parentLin" presStyleCnt="0"/>
      <dgm:spPr/>
    </dgm:pt>
    <dgm:pt modelId="{48B09FD9-3661-43BC-A549-02FB43A18293}" type="pres">
      <dgm:prSet presAssocID="{44B3F517-5591-4ECE-8B36-F74BA82610FC}" presName="parentLeftMargin" presStyleLbl="node1" presStyleIdx="0" presStyleCnt="3"/>
      <dgm:spPr/>
    </dgm:pt>
    <dgm:pt modelId="{C66DF1A2-4659-4D72-9E49-4ED0483546D4}" type="pres">
      <dgm:prSet presAssocID="{44B3F517-5591-4ECE-8B36-F74BA82610FC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1BCB2BDF-C0C3-4792-A95A-CB77C9E423EF}" type="pres">
      <dgm:prSet presAssocID="{44B3F517-5591-4ECE-8B36-F74BA82610FC}" presName="negativeSpace" presStyleCnt="0"/>
      <dgm:spPr/>
    </dgm:pt>
    <dgm:pt modelId="{E84F7AC9-B3DC-472B-AA5B-9D269C99646F}" type="pres">
      <dgm:prSet presAssocID="{44B3F517-5591-4ECE-8B36-F74BA82610FC}" presName="childText" presStyleLbl="conFgAcc1" presStyleIdx="1" presStyleCnt="3">
        <dgm:presLayoutVars>
          <dgm:bulletEnabled val="1"/>
        </dgm:presLayoutVars>
      </dgm:prSet>
      <dgm:spPr/>
    </dgm:pt>
    <dgm:pt modelId="{CA3E95DE-A835-4CBA-A3FA-416253CEDBB3}" type="pres">
      <dgm:prSet presAssocID="{2AEA389F-23CA-4E85-A790-0A81FD1155D6}" presName="spaceBetweenRectangles" presStyleCnt="0"/>
      <dgm:spPr/>
    </dgm:pt>
    <dgm:pt modelId="{C2AB9B04-7315-403F-BB5C-A31D5C85C3A1}" type="pres">
      <dgm:prSet presAssocID="{4962DA8A-B0E2-4AB6-87DC-22DA7CC6FA26}" presName="parentLin" presStyleCnt="0"/>
      <dgm:spPr/>
    </dgm:pt>
    <dgm:pt modelId="{AF3E67D6-B067-442E-A35F-BF3E0E8CCF23}" type="pres">
      <dgm:prSet presAssocID="{4962DA8A-B0E2-4AB6-87DC-22DA7CC6FA26}" presName="parentLeftMargin" presStyleLbl="node1" presStyleIdx="1" presStyleCnt="3"/>
      <dgm:spPr/>
    </dgm:pt>
    <dgm:pt modelId="{0336BAA8-EAD1-4734-A890-13884BAB6676}" type="pres">
      <dgm:prSet presAssocID="{4962DA8A-B0E2-4AB6-87DC-22DA7CC6FA26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46F141FB-EA3A-48C4-BAD2-2F05A5866A14}" type="pres">
      <dgm:prSet presAssocID="{4962DA8A-B0E2-4AB6-87DC-22DA7CC6FA26}" presName="negativeSpace" presStyleCnt="0"/>
      <dgm:spPr/>
    </dgm:pt>
    <dgm:pt modelId="{02D3FF9F-9CA9-4591-866A-BD3E11C50833}" type="pres">
      <dgm:prSet presAssocID="{4962DA8A-B0E2-4AB6-87DC-22DA7CC6FA26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BB932805-6915-4320-8D5F-267EC830B4E4}" type="presOf" srcId="{44B3F517-5591-4ECE-8B36-F74BA82610FC}" destId="{C66DF1A2-4659-4D72-9E49-4ED0483546D4}" srcOrd="1" destOrd="0" presId="urn:microsoft.com/office/officeart/2005/8/layout/list1"/>
    <dgm:cxn modelId="{1200630A-7493-4ABD-9117-DECC264DC3E4}" type="presOf" srcId="{4962DA8A-B0E2-4AB6-87DC-22DA7CC6FA26}" destId="{0336BAA8-EAD1-4734-A890-13884BAB6676}" srcOrd="1" destOrd="0" presId="urn:microsoft.com/office/officeart/2005/8/layout/list1"/>
    <dgm:cxn modelId="{A3D6A00F-CE43-4417-9818-79B275AACCC0}" type="presOf" srcId="{C9FDFF90-DB23-4AA5-867D-358F7BC856E0}" destId="{E84F7AC9-B3DC-472B-AA5B-9D269C99646F}" srcOrd="0" destOrd="0" presId="urn:microsoft.com/office/officeart/2005/8/layout/list1"/>
    <dgm:cxn modelId="{7D50D613-67A5-4FC3-85F4-D133EFE33E4C}" srcId="{44B3F517-5591-4ECE-8B36-F74BA82610FC}" destId="{953E636D-9E71-4A40-9BD7-E0101E191C34}" srcOrd="2" destOrd="0" parTransId="{161B19E2-26AE-4A38-BF4A-6A9E00F97ADC}" sibTransId="{CCF2732E-F367-44AA-AA9A-D8CCA9112B03}"/>
    <dgm:cxn modelId="{B860AB1C-EC28-4362-9288-EA8F837556EB}" srcId="{44B3F517-5591-4ECE-8B36-F74BA82610FC}" destId="{B0A5494E-2CC4-40C7-960E-E7D1AC47C876}" srcOrd="1" destOrd="0" parTransId="{69286F85-B3B8-478D-8912-ED9C9F54DA29}" sibTransId="{08CB1D0B-23A0-4309-BB35-84E57D7640CD}"/>
    <dgm:cxn modelId="{1A39371F-EA17-43AA-8B9B-C0F23EE98F26}" type="presOf" srcId="{E231119F-71A8-4DAD-9F18-2D1DCC5BF99D}" destId="{D53A7D02-4C2A-4B78-8362-BC973EF3389B}" srcOrd="0" destOrd="0" presId="urn:microsoft.com/office/officeart/2005/8/layout/list1"/>
    <dgm:cxn modelId="{8A187F23-6924-4FD9-951B-4FB7788BA4D5}" srcId="{4962DA8A-B0E2-4AB6-87DC-22DA7CC6FA26}" destId="{FD8E13BC-D320-470B-869A-AE4F964FF3EE}" srcOrd="1" destOrd="0" parTransId="{54DAD0E0-B20A-4411-A44F-5A5228B9E723}" sibTransId="{3891720B-DE6C-4183-B4E7-D996BECB0194}"/>
    <dgm:cxn modelId="{8B4C8327-3FA7-475B-8D22-5D66DF65B7E9}" type="presOf" srcId="{44B3F517-5591-4ECE-8B36-F74BA82610FC}" destId="{48B09FD9-3661-43BC-A549-02FB43A18293}" srcOrd="0" destOrd="0" presId="urn:microsoft.com/office/officeart/2005/8/layout/list1"/>
    <dgm:cxn modelId="{A8075A62-D736-42C6-AB1B-A9C2E706E35D}" srcId="{2109123C-86A7-4819-BA1F-05BAD33C5396}" destId="{4962DA8A-B0E2-4AB6-87DC-22DA7CC6FA26}" srcOrd="2" destOrd="0" parTransId="{FB16F22C-AB88-468E-8AE6-39F188BA729D}" sibTransId="{6E1BEB86-BE39-4060-B03A-F40DC6E80541}"/>
    <dgm:cxn modelId="{8BB2B949-7CFC-48E3-8ACE-E9A721931AE5}" srcId="{4962DA8A-B0E2-4AB6-87DC-22DA7CC6FA26}" destId="{BD2A9FD4-CE78-4616-9128-B533605DB420}" srcOrd="0" destOrd="0" parTransId="{37EED930-296E-4DC2-BD6D-1680752742FC}" sibTransId="{0F08EF0B-8FCE-4E34-8695-75C95818B81E}"/>
    <dgm:cxn modelId="{C49ECF4B-4EE8-4D38-9FAF-FA53D659A3BA}" type="presOf" srcId="{B0A5494E-2CC4-40C7-960E-E7D1AC47C876}" destId="{E84F7AC9-B3DC-472B-AA5B-9D269C99646F}" srcOrd="0" destOrd="1" presId="urn:microsoft.com/office/officeart/2005/8/layout/list1"/>
    <dgm:cxn modelId="{795D164D-E75D-4A1D-B06B-1F812A245FD4}" srcId="{44B3F517-5591-4ECE-8B36-F74BA82610FC}" destId="{C9FDFF90-DB23-4AA5-867D-358F7BC856E0}" srcOrd="0" destOrd="0" parTransId="{1B551963-80A2-4E88-8ED3-BE6BBE4C94F5}" sibTransId="{51043334-1F54-47E3-924C-CFC66E7C735F}"/>
    <dgm:cxn modelId="{A9AE9E53-1E57-4F75-A17C-779982612E75}" type="presOf" srcId="{97C476DF-F16A-4B43-B78D-6E49456DE8D3}" destId="{D53A7D02-4C2A-4B78-8362-BC973EF3389B}" srcOrd="0" destOrd="1" presId="urn:microsoft.com/office/officeart/2005/8/layout/list1"/>
    <dgm:cxn modelId="{55B33D57-524E-4525-8C4C-B981641D2AD7}" srcId="{F962018E-6E05-43AF-9F9B-00435CC58BB3}" destId="{97C476DF-F16A-4B43-B78D-6E49456DE8D3}" srcOrd="1" destOrd="0" parTransId="{A6AD6156-E47A-459D-9E9D-2A88A61B2C1B}" sibTransId="{0850D9D9-66B0-44E9-AC99-9A9225EA7DC7}"/>
    <dgm:cxn modelId="{9E281478-B555-4CA5-AB6C-F0AF4F529640}" type="presOf" srcId="{FD8E13BC-D320-470B-869A-AE4F964FF3EE}" destId="{02D3FF9F-9CA9-4591-866A-BD3E11C50833}" srcOrd="0" destOrd="1" presId="urn:microsoft.com/office/officeart/2005/8/layout/list1"/>
    <dgm:cxn modelId="{0049A788-8548-499C-B6E2-7B39F181A7CD}" srcId="{4962DA8A-B0E2-4AB6-87DC-22DA7CC6FA26}" destId="{0404E419-F805-4AB2-B6C7-50C347CD4F59}" srcOrd="2" destOrd="0" parTransId="{0608CE3E-CCB3-452A-B09E-E93E2FFCB717}" sibTransId="{09787443-706B-48FE-80FC-084C7F47035B}"/>
    <dgm:cxn modelId="{252E2597-E802-43E0-810C-CE8AE6F05995}" type="presOf" srcId="{4962DA8A-B0E2-4AB6-87DC-22DA7CC6FA26}" destId="{AF3E67D6-B067-442E-A35F-BF3E0E8CCF23}" srcOrd="0" destOrd="0" presId="urn:microsoft.com/office/officeart/2005/8/layout/list1"/>
    <dgm:cxn modelId="{16BAB19B-E505-4AB9-9A4B-5C53ECC23634}" type="presOf" srcId="{F962018E-6E05-43AF-9F9B-00435CC58BB3}" destId="{B0D4ED5A-B21D-44AF-9B51-5974E6682E89}" srcOrd="0" destOrd="0" presId="urn:microsoft.com/office/officeart/2005/8/layout/list1"/>
    <dgm:cxn modelId="{36DECBA0-9095-48E5-AA07-9149A69D77C8}" type="presOf" srcId="{BD2A9FD4-CE78-4616-9128-B533605DB420}" destId="{02D3FF9F-9CA9-4591-866A-BD3E11C50833}" srcOrd="0" destOrd="0" presId="urn:microsoft.com/office/officeart/2005/8/layout/list1"/>
    <dgm:cxn modelId="{40F358A6-8556-4066-B13D-0076E30E9CD9}" type="presOf" srcId="{953E636D-9E71-4A40-9BD7-E0101E191C34}" destId="{E84F7AC9-B3DC-472B-AA5B-9D269C99646F}" srcOrd="0" destOrd="2" presId="urn:microsoft.com/office/officeart/2005/8/layout/list1"/>
    <dgm:cxn modelId="{D04CFBB0-D4FB-4E4A-837C-E1CC04D87663}" type="presOf" srcId="{0404E419-F805-4AB2-B6C7-50C347CD4F59}" destId="{02D3FF9F-9CA9-4591-866A-BD3E11C50833}" srcOrd="0" destOrd="2" presId="urn:microsoft.com/office/officeart/2005/8/layout/list1"/>
    <dgm:cxn modelId="{ADAEEDB6-910C-4D75-85AC-8A4DAF6A02AD}" srcId="{2109123C-86A7-4819-BA1F-05BAD33C5396}" destId="{44B3F517-5591-4ECE-8B36-F74BA82610FC}" srcOrd="1" destOrd="0" parTransId="{4BAEB141-809A-4ABB-9D38-591442ABEC5C}" sibTransId="{2AEA389F-23CA-4E85-A790-0A81FD1155D6}"/>
    <dgm:cxn modelId="{9051CDB9-6C94-4FDF-86C9-406FC127EBB0}" srcId="{2109123C-86A7-4819-BA1F-05BAD33C5396}" destId="{F962018E-6E05-43AF-9F9B-00435CC58BB3}" srcOrd="0" destOrd="0" parTransId="{E0D47DE6-2DAA-4C41-898B-DB1F90A04781}" sibTransId="{23DF6B36-16AD-4144-B959-5610D345C960}"/>
    <dgm:cxn modelId="{EA8233C9-194A-40A7-84B8-7ECD3D13415D}" srcId="{F962018E-6E05-43AF-9F9B-00435CC58BB3}" destId="{E231119F-71A8-4DAD-9F18-2D1DCC5BF99D}" srcOrd="0" destOrd="0" parTransId="{EEDCF7B4-71A6-4931-881D-CF165E4B64F3}" sibTransId="{6F0C904C-6CB7-46AF-862C-169C250D51DE}"/>
    <dgm:cxn modelId="{7C6A4BCA-9017-4360-A52F-A60E16A58DD9}" type="presOf" srcId="{2109123C-86A7-4819-BA1F-05BAD33C5396}" destId="{0957769E-131D-4C78-BBBA-56E079B78C62}" srcOrd="0" destOrd="0" presId="urn:microsoft.com/office/officeart/2005/8/layout/list1"/>
    <dgm:cxn modelId="{92008CD8-C05C-4B98-ABEA-142868D3A760}" type="presOf" srcId="{F962018E-6E05-43AF-9F9B-00435CC58BB3}" destId="{473F2F89-591F-4187-8FD3-A234BB75FBFC}" srcOrd="1" destOrd="0" presId="urn:microsoft.com/office/officeart/2005/8/layout/list1"/>
    <dgm:cxn modelId="{876D7E8E-B3EA-4122-A5A4-ACE0FD164278}" type="presParOf" srcId="{0957769E-131D-4C78-BBBA-56E079B78C62}" destId="{5BF3480D-43E3-4CB3-80A9-E05C643EE66A}" srcOrd="0" destOrd="0" presId="urn:microsoft.com/office/officeart/2005/8/layout/list1"/>
    <dgm:cxn modelId="{0E610794-FB3F-4FB1-AC2C-58714FEA40C6}" type="presParOf" srcId="{5BF3480D-43E3-4CB3-80A9-E05C643EE66A}" destId="{B0D4ED5A-B21D-44AF-9B51-5974E6682E89}" srcOrd="0" destOrd="0" presId="urn:microsoft.com/office/officeart/2005/8/layout/list1"/>
    <dgm:cxn modelId="{DC759B5D-B73C-42DF-82F9-36EAD5613A7D}" type="presParOf" srcId="{5BF3480D-43E3-4CB3-80A9-E05C643EE66A}" destId="{473F2F89-591F-4187-8FD3-A234BB75FBFC}" srcOrd="1" destOrd="0" presId="urn:microsoft.com/office/officeart/2005/8/layout/list1"/>
    <dgm:cxn modelId="{8FD67AF7-2168-4D81-9D40-E6F82BA8FD91}" type="presParOf" srcId="{0957769E-131D-4C78-BBBA-56E079B78C62}" destId="{6BA232AE-87C6-463B-9F40-180586B6421B}" srcOrd="1" destOrd="0" presId="urn:microsoft.com/office/officeart/2005/8/layout/list1"/>
    <dgm:cxn modelId="{3F60F927-23AB-4B7D-994E-D3C0CE3927F5}" type="presParOf" srcId="{0957769E-131D-4C78-BBBA-56E079B78C62}" destId="{D53A7D02-4C2A-4B78-8362-BC973EF3389B}" srcOrd="2" destOrd="0" presId="urn:microsoft.com/office/officeart/2005/8/layout/list1"/>
    <dgm:cxn modelId="{9538050C-93C2-451D-B77F-808F76930EB0}" type="presParOf" srcId="{0957769E-131D-4C78-BBBA-56E079B78C62}" destId="{D3E75E0A-0A01-4F68-A64A-17160447F3BC}" srcOrd="3" destOrd="0" presId="urn:microsoft.com/office/officeart/2005/8/layout/list1"/>
    <dgm:cxn modelId="{DBFFB896-4CA8-41A8-8940-8530ACCCF7F9}" type="presParOf" srcId="{0957769E-131D-4C78-BBBA-56E079B78C62}" destId="{A4DCCEFF-5AA9-403E-994C-02F5B6408F65}" srcOrd="4" destOrd="0" presId="urn:microsoft.com/office/officeart/2005/8/layout/list1"/>
    <dgm:cxn modelId="{7DECAC08-8B20-4EC8-84F0-FD1936792812}" type="presParOf" srcId="{A4DCCEFF-5AA9-403E-994C-02F5B6408F65}" destId="{48B09FD9-3661-43BC-A549-02FB43A18293}" srcOrd="0" destOrd="0" presId="urn:microsoft.com/office/officeart/2005/8/layout/list1"/>
    <dgm:cxn modelId="{5E16A375-3D96-4CE8-97A6-E048A0F96463}" type="presParOf" srcId="{A4DCCEFF-5AA9-403E-994C-02F5B6408F65}" destId="{C66DF1A2-4659-4D72-9E49-4ED0483546D4}" srcOrd="1" destOrd="0" presId="urn:microsoft.com/office/officeart/2005/8/layout/list1"/>
    <dgm:cxn modelId="{73919F3A-D01B-43AD-B377-00499041F5EE}" type="presParOf" srcId="{0957769E-131D-4C78-BBBA-56E079B78C62}" destId="{1BCB2BDF-C0C3-4792-A95A-CB77C9E423EF}" srcOrd="5" destOrd="0" presId="urn:microsoft.com/office/officeart/2005/8/layout/list1"/>
    <dgm:cxn modelId="{4529B229-0F7D-4BB7-8AAA-0BA67D7854E0}" type="presParOf" srcId="{0957769E-131D-4C78-BBBA-56E079B78C62}" destId="{E84F7AC9-B3DC-472B-AA5B-9D269C99646F}" srcOrd="6" destOrd="0" presId="urn:microsoft.com/office/officeart/2005/8/layout/list1"/>
    <dgm:cxn modelId="{482374D9-598C-4A43-9051-9673EC9EC537}" type="presParOf" srcId="{0957769E-131D-4C78-BBBA-56E079B78C62}" destId="{CA3E95DE-A835-4CBA-A3FA-416253CEDBB3}" srcOrd="7" destOrd="0" presId="urn:microsoft.com/office/officeart/2005/8/layout/list1"/>
    <dgm:cxn modelId="{1FD8745F-B4C7-4539-A0CE-0E0D3F994CAF}" type="presParOf" srcId="{0957769E-131D-4C78-BBBA-56E079B78C62}" destId="{C2AB9B04-7315-403F-BB5C-A31D5C85C3A1}" srcOrd="8" destOrd="0" presId="urn:microsoft.com/office/officeart/2005/8/layout/list1"/>
    <dgm:cxn modelId="{BCEC9551-3A59-4577-8061-1DC59D1A4F42}" type="presParOf" srcId="{C2AB9B04-7315-403F-BB5C-A31D5C85C3A1}" destId="{AF3E67D6-B067-442E-A35F-BF3E0E8CCF23}" srcOrd="0" destOrd="0" presId="urn:microsoft.com/office/officeart/2005/8/layout/list1"/>
    <dgm:cxn modelId="{21BD0525-4382-40CF-9551-CBE436950C0E}" type="presParOf" srcId="{C2AB9B04-7315-403F-BB5C-A31D5C85C3A1}" destId="{0336BAA8-EAD1-4734-A890-13884BAB6676}" srcOrd="1" destOrd="0" presId="urn:microsoft.com/office/officeart/2005/8/layout/list1"/>
    <dgm:cxn modelId="{4DE43185-04AE-40C5-802B-411C5F930CEB}" type="presParOf" srcId="{0957769E-131D-4C78-BBBA-56E079B78C62}" destId="{46F141FB-EA3A-48C4-BAD2-2F05A5866A14}" srcOrd="9" destOrd="0" presId="urn:microsoft.com/office/officeart/2005/8/layout/list1"/>
    <dgm:cxn modelId="{6B839977-BDCC-4B58-A9B7-8B89DB9DD44E}" type="presParOf" srcId="{0957769E-131D-4C78-BBBA-56E079B78C62}" destId="{02D3FF9F-9CA9-4591-866A-BD3E11C50833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7.xml><?xml version="1.0" encoding="utf-8"?>
<dgm:dataModel xmlns:dgm="http://schemas.openxmlformats.org/drawingml/2006/diagram" xmlns:a="http://schemas.openxmlformats.org/drawingml/2006/main">
  <dgm:ptLst>
    <dgm:pt modelId="{6042A9BC-1A47-4629-AD73-69E0B620D8BA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AE22D028-B48B-41DA-BA04-6E6FEDC7A54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rules of consensus </a:t>
          </a:r>
        </a:p>
      </dgm:t>
    </dgm:pt>
    <dgm:pt modelId="{D77F0372-2F82-4C1E-B064-A9771896C751}" type="parTrans" cxnId="{6382B40A-2669-4834-98BE-1FD2576947BD}">
      <dgm:prSet/>
      <dgm:spPr/>
      <dgm:t>
        <a:bodyPr/>
        <a:lstStyle/>
        <a:p>
          <a:endParaRPr lang="en-US"/>
        </a:p>
      </dgm:t>
    </dgm:pt>
    <dgm:pt modelId="{E9C7D578-CB1A-4E66-9B22-7B6EA8A6F57D}" type="sibTrans" cxnId="{6382B40A-2669-4834-98BE-1FD2576947BD}">
      <dgm:prSet/>
      <dgm:spPr/>
      <dgm:t>
        <a:bodyPr/>
        <a:lstStyle/>
        <a:p>
          <a:endParaRPr lang="en-US"/>
        </a:p>
      </dgm:t>
    </dgm:pt>
    <dgm:pt modelId="{0C59B942-E54C-4D58-902E-303989AE1A7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determine the validity of transactions and blocks</a:t>
          </a:r>
        </a:p>
      </dgm:t>
    </dgm:pt>
    <dgm:pt modelId="{9CD0356A-21D7-4DD6-B4D6-52B75A5ED9F0}" type="parTrans" cxnId="{6A273A98-EFE1-4CB2-9D76-B5DB28EA5AA8}">
      <dgm:prSet/>
      <dgm:spPr/>
      <dgm:t>
        <a:bodyPr/>
        <a:lstStyle/>
        <a:p>
          <a:endParaRPr lang="en-US"/>
        </a:p>
      </dgm:t>
    </dgm:pt>
    <dgm:pt modelId="{A1D4F651-FBD9-448D-9E91-9AE6562C7D77}" type="sibTrans" cxnId="{6A273A98-EFE1-4CB2-9D76-B5DB28EA5AA8}">
      <dgm:prSet/>
      <dgm:spPr/>
      <dgm:t>
        <a:bodyPr/>
        <a:lstStyle/>
        <a:p>
          <a:endParaRPr lang="en-US"/>
        </a:p>
      </dgm:t>
    </dgm:pt>
    <dgm:pt modelId="{09086B00-D312-4591-A80C-02F49633BB6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are the basis for collaboration between all bitcoin nodes</a:t>
          </a:r>
        </a:p>
      </dgm:t>
    </dgm:pt>
    <dgm:pt modelId="{ED34FF81-69C4-4843-BBA9-9EFA5EEF7520}" type="parTrans" cxnId="{0EFF7A2B-58AF-49D6-A3D8-7224EA4FB56E}">
      <dgm:prSet/>
      <dgm:spPr/>
      <dgm:t>
        <a:bodyPr/>
        <a:lstStyle/>
        <a:p>
          <a:endParaRPr lang="en-US"/>
        </a:p>
      </dgm:t>
    </dgm:pt>
    <dgm:pt modelId="{5DB97A6B-8A14-4909-A313-FD0506393912}" type="sibTrans" cxnId="{0EFF7A2B-58AF-49D6-A3D8-7224EA4FB56E}">
      <dgm:prSet/>
      <dgm:spPr/>
      <dgm:t>
        <a:bodyPr/>
        <a:lstStyle/>
        <a:p>
          <a:endParaRPr lang="en-US"/>
        </a:p>
      </dgm:t>
    </dgm:pt>
    <dgm:pt modelId="{C5A45374-6975-4364-83B7-214481D8CBC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are responsible for</a:t>
          </a:r>
          <a:r>
            <a:rPr lang="tr-TR"/>
            <a:t> </a:t>
          </a:r>
          <a:r>
            <a:rPr lang="en-US"/>
            <a:t>convergence of local perspectives into a single consistent blockchain</a:t>
          </a:r>
        </a:p>
      </dgm:t>
    </dgm:pt>
    <dgm:pt modelId="{ED9DBCA2-CD71-4083-A9DE-E3AA685ED191}" type="parTrans" cxnId="{381D5261-C0D6-4C92-BDDB-417D92F19FE7}">
      <dgm:prSet/>
      <dgm:spPr/>
      <dgm:t>
        <a:bodyPr/>
        <a:lstStyle/>
        <a:p>
          <a:endParaRPr lang="en-US"/>
        </a:p>
      </dgm:t>
    </dgm:pt>
    <dgm:pt modelId="{81DEDCE1-4CC8-41BB-ACB2-78C8A6D062AB}" type="sibTrans" cxnId="{381D5261-C0D6-4C92-BDDB-417D92F19FE7}">
      <dgm:prSet/>
      <dgm:spPr/>
      <dgm:t>
        <a:bodyPr/>
        <a:lstStyle/>
        <a:p>
          <a:endParaRPr lang="en-US"/>
        </a:p>
      </dgm:t>
    </dgm:pt>
    <dgm:pt modelId="{089CE296-EE7C-4EA8-B32F-4D30F817476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consensus rules vary in time In long term</a:t>
          </a:r>
          <a:endParaRPr lang="en-US"/>
        </a:p>
      </dgm:t>
    </dgm:pt>
    <dgm:pt modelId="{973DF6AA-005B-4824-A55F-5D8F7DA962DF}" type="parTrans" cxnId="{80853AD7-AACF-478F-93E1-841EDC861956}">
      <dgm:prSet/>
      <dgm:spPr/>
      <dgm:t>
        <a:bodyPr/>
        <a:lstStyle/>
        <a:p>
          <a:endParaRPr lang="en-US"/>
        </a:p>
      </dgm:t>
    </dgm:pt>
    <dgm:pt modelId="{92CF3E60-E550-4F65-BC61-7EA180C00ADB}" type="sibTrans" cxnId="{80853AD7-AACF-478F-93E1-841EDC861956}">
      <dgm:prSet/>
      <dgm:spPr/>
      <dgm:t>
        <a:bodyPr/>
        <a:lstStyle/>
        <a:p>
          <a:endParaRPr lang="en-US"/>
        </a:p>
      </dgm:t>
    </dgm:pt>
    <dgm:pt modelId="{2B750F84-F24C-4987-9532-9877261C83A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accommodate</a:t>
          </a:r>
        </a:p>
      </dgm:t>
    </dgm:pt>
    <dgm:pt modelId="{151FFC8A-9B6E-4BD2-95D3-9AE7BA05DAE0}" type="parTrans" cxnId="{8E666E86-79C3-455C-B4EC-E5F04CFA2CB9}">
      <dgm:prSet/>
      <dgm:spPr/>
      <dgm:t>
        <a:bodyPr/>
        <a:lstStyle/>
        <a:p>
          <a:endParaRPr lang="en-US"/>
        </a:p>
      </dgm:t>
    </dgm:pt>
    <dgm:pt modelId="{FA1826C5-0383-4FA8-AD21-36D079425BF2}" type="sibTrans" cxnId="{8E666E86-79C3-455C-B4EC-E5F04CFA2CB9}">
      <dgm:prSet/>
      <dgm:spPr/>
      <dgm:t>
        <a:bodyPr/>
        <a:lstStyle/>
        <a:p>
          <a:endParaRPr lang="en-US"/>
        </a:p>
      </dgm:t>
    </dgm:pt>
    <dgm:pt modelId="{E9144433-8966-4D41-ABFC-7B00F8CDACC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new features, improvements, or bug fixes</a:t>
          </a:r>
        </a:p>
      </dgm:t>
    </dgm:pt>
    <dgm:pt modelId="{3FFB3FBE-B566-4A45-92B8-F88D44A10706}" type="parTrans" cxnId="{90D727F8-78DA-4245-AFE0-8340D2FF43A8}">
      <dgm:prSet/>
      <dgm:spPr/>
      <dgm:t>
        <a:bodyPr/>
        <a:lstStyle/>
        <a:p>
          <a:endParaRPr lang="en-US"/>
        </a:p>
      </dgm:t>
    </dgm:pt>
    <dgm:pt modelId="{10EF1B46-D8AF-44A0-BCF4-33AAB66A41CB}" type="sibTrans" cxnId="{90D727F8-78DA-4245-AFE0-8340D2FF43A8}">
      <dgm:prSet/>
      <dgm:spPr/>
      <dgm:t>
        <a:bodyPr/>
        <a:lstStyle/>
        <a:p>
          <a:endParaRPr lang="en-US"/>
        </a:p>
      </dgm:t>
    </dgm:pt>
    <dgm:pt modelId="{224A1975-A8FE-4351-B5ED-AC9504CF2B4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upgrades to a consensus system</a:t>
          </a:r>
        </a:p>
      </dgm:t>
    </dgm:pt>
    <dgm:pt modelId="{C5D95D8B-8E0D-4F6B-91C4-5881775F84CC}" type="parTrans" cxnId="{4DA57248-B663-4B30-8AD7-F25E0756067B}">
      <dgm:prSet/>
      <dgm:spPr/>
      <dgm:t>
        <a:bodyPr/>
        <a:lstStyle/>
        <a:p>
          <a:endParaRPr lang="en-US"/>
        </a:p>
      </dgm:t>
    </dgm:pt>
    <dgm:pt modelId="{E24A5C72-368A-42A0-93CD-37245418A24A}" type="sibTrans" cxnId="{4DA57248-B663-4B30-8AD7-F25E0756067B}">
      <dgm:prSet/>
      <dgm:spPr/>
      <dgm:t>
        <a:bodyPr/>
        <a:lstStyle/>
        <a:p>
          <a:endParaRPr lang="en-US"/>
        </a:p>
      </dgm:t>
    </dgm:pt>
    <dgm:pt modelId="{CCDB6243-57F2-4CF9-804D-06D0C1F869D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are much more difficult</a:t>
          </a:r>
        </a:p>
      </dgm:t>
    </dgm:pt>
    <dgm:pt modelId="{331A3A07-736A-4929-969B-C9C8F379A915}" type="parTrans" cxnId="{ABC524E4-C77D-4D9B-80AC-F369D2339112}">
      <dgm:prSet/>
      <dgm:spPr/>
      <dgm:t>
        <a:bodyPr/>
        <a:lstStyle/>
        <a:p>
          <a:endParaRPr lang="en-US"/>
        </a:p>
      </dgm:t>
    </dgm:pt>
    <dgm:pt modelId="{F128FA27-F63E-4C6E-9F26-8138D90C715E}" type="sibTrans" cxnId="{ABC524E4-C77D-4D9B-80AC-F369D2339112}">
      <dgm:prSet/>
      <dgm:spPr/>
      <dgm:t>
        <a:bodyPr/>
        <a:lstStyle/>
        <a:p>
          <a:endParaRPr lang="en-US"/>
        </a:p>
      </dgm:t>
    </dgm:pt>
    <dgm:pt modelId="{D15A7FE6-98DC-4D85-992F-9B0ABB93CB3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require</a:t>
          </a:r>
          <a:r>
            <a:rPr lang="tr-TR" dirty="0"/>
            <a:t> </a:t>
          </a:r>
          <a:r>
            <a:rPr lang="en-US" dirty="0"/>
            <a:t>coordination between all the participants</a:t>
          </a:r>
        </a:p>
      </dgm:t>
    </dgm:pt>
    <dgm:pt modelId="{F48A5279-7193-4E4D-982B-55DBEA5EE9BA}" type="parTrans" cxnId="{83815C65-8BBB-4FF5-BF9F-AB6D58358FB8}">
      <dgm:prSet/>
      <dgm:spPr/>
      <dgm:t>
        <a:bodyPr/>
        <a:lstStyle/>
        <a:p>
          <a:endParaRPr lang="en-US"/>
        </a:p>
      </dgm:t>
    </dgm:pt>
    <dgm:pt modelId="{A7FD4B26-603E-4DB5-B924-BF63CB7D7DB7}" type="sibTrans" cxnId="{83815C65-8BBB-4FF5-BF9F-AB6D58358FB8}">
      <dgm:prSet/>
      <dgm:spPr/>
      <dgm:t>
        <a:bodyPr/>
        <a:lstStyle/>
        <a:p>
          <a:endParaRPr lang="en-US"/>
        </a:p>
      </dgm:t>
    </dgm:pt>
    <dgm:pt modelId="{E9E0E892-56DE-4CEF-9772-580056479853}" type="pres">
      <dgm:prSet presAssocID="{6042A9BC-1A47-4629-AD73-69E0B620D8BA}" presName="root" presStyleCnt="0">
        <dgm:presLayoutVars>
          <dgm:dir/>
          <dgm:resizeHandles val="exact"/>
        </dgm:presLayoutVars>
      </dgm:prSet>
      <dgm:spPr/>
    </dgm:pt>
    <dgm:pt modelId="{E0A6753C-4494-42CC-9329-90D9B9099ECD}" type="pres">
      <dgm:prSet presAssocID="{AE22D028-B48B-41DA-BA04-6E6FEDC7A54D}" presName="compNode" presStyleCnt="0"/>
      <dgm:spPr/>
    </dgm:pt>
    <dgm:pt modelId="{EF4D5E2A-9200-421A-AC76-10B6B08B6D28}" type="pres">
      <dgm:prSet presAssocID="{AE22D028-B48B-41DA-BA04-6E6FEDC7A54D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ğlı değil"/>
        </a:ext>
      </dgm:extLst>
    </dgm:pt>
    <dgm:pt modelId="{305E0699-8130-4B15-A8EA-154590485D8B}" type="pres">
      <dgm:prSet presAssocID="{AE22D028-B48B-41DA-BA04-6E6FEDC7A54D}" presName="iconSpace" presStyleCnt="0"/>
      <dgm:spPr/>
    </dgm:pt>
    <dgm:pt modelId="{C55C4C2A-7CF1-4E75-9ECE-2444BBC6341A}" type="pres">
      <dgm:prSet presAssocID="{AE22D028-B48B-41DA-BA04-6E6FEDC7A54D}" presName="parTx" presStyleLbl="revTx" presStyleIdx="0" presStyleCnt="6">
        <dgm:presLayoutVars>
          <dgm:chMax val="0"/>
          <dgm:chPref val="0"/>
        </dgm:presLayoutVars>
      </dgm:prSet>
      <dgm:spPr/>
    </dgm:pt>
    <dgm:pt modelId="{7443AB6E-B88D-4B35-BFC3-E5D58B058D53}" type="pres">
      <dgm:prSet presAssocID="{AE22D028-B48B-41DA-BA04-6E6FEDC7A54D}" presName="txSpace" presStyleCnt="0"/>
      <dgm:spPr/>
    </dgm:pt>
    <dgm:pt modelId="{F2D4535D-B81B-41BD-98B5-2A37035168E2}" type="pres">
      <dgm:prSet presAssocID="{AE22D028-B48B-41DA-BA04-6E6FEDC7A54D}" presName="desTx" presStyleLbl="revTx" presStyleIdx="1" presStyleCnt="6">
        <dgm:presLayoutVars/>
      </dgm:prSet>
      <dgm:spPr/>
    </dgm:pt>
    <dgm:pt modelId="{DAEE61CF-1C94-4660-B5C6-29814DA707A7}" type="pres">
      <dgm:prSet presAssocID="{E9C7D578-CB1A-4E66-9B22-7B6EA8A6F57D}" presName="sibTrans" presStyleCnt="0"/>
      <dgm:spPr/>
    </dgm:pt>
    <dgm:pt modelId="{B54E9725-0B30-40BC-9166-2BD2A5B21A07}" type="pres">
      <dgm:prSet presAssocID="{089CE296-EE7C-4EA8-B32F-4D30F8174767}" presName="compNode" presStyleCnt="0"/>
      <dgm:spPr/>
    </dgm:pt>
    <dgm:pt modelId="{C09D662E-9348-481E-A43A-A2A629309668}" type="pres">
      <dgm:prSet presAssocID="{089CE296-EE7C-4EA8-B32F-4D30F8174767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öcek"/>
        </a:ext>
      </dgm:extLst>
    </dgm:pt>
    <dgm:pt modelId="{1946AE7D-4E38-4A0D-99DA-D2BC2253A980}" type="pres">
      <dgm:prSet presAssocID="{089CE296-EE7C-4EA8-B32F-4D30F8174767}" presName="iconSpace" presStyleCnt="0"/>
      <dgm:spPr/>
    </dgm:pt>
    <dgm:pt modelId="{0D914CF0-19B6-4ED3-AFAE-463560D6E9A0}" type="pres">
      <dgm:prSet presAssocID="{089CE296-EE7C-4EA8-B32F-4D30F8174767}" presName="parTx" presStyleLbl="revTx" presStyleIdx="2" presStyleCnt="6">
        <dgm:presLayoutVars>
          <dgm:chMax val="0"/>
          <dgm:chPref val="0"/>
        </dgm:presLayoutVars>
      </dgm:prSet>
      <dgm:spPr/>
    </dgm:pt>
    <dgm:pt modelId="{3CDF2D46-8E4F-4FFB-8820-EFDB13CC94BB}" type="pres">
      <dgm:prSet presAssocID="{089CE296-EE7C-4EA8-B32F-4D30F8174767}" presName="txSpace" presStyleCnt="0"/>
      <dgm:spPr/>
    </dgm:pt>
    <dgm:pt modelId="{C64F1765-E2CC-4FFC-B1C3-D94E8467D24A}" type="pres">
      <dgm:prSet presAssocID="{089CE296-EE7C-4EA8-B32F-4D30F8174767}" presName="desTx" presStyleLbl="revTx" presStyleIdx="3" presStyleCnt="6">
        <dgm:presLayoutVars/>
      </dgm:prSet>
      <dgm:spPr/>
    </dgm:pt>
    <dgm:pt modelId="{7F1523C2-C58F-4539-881F-A9E6243A0109}" type="pres">
      <dgm:prSet presAssocID="{92CF3E60-E550-4F65-BC61-7EA180C00ADB}" presName="sibTrans" presStyleCnt="0"/>
      <dgm:spPr/>
    </dgm:pt>
    <dgm:pt modelId="{69B9CB50-E7B4-4632-B8FC-AF6EC8F7EE63}" type="pres">
      <dgm:prSet presAssocID="{224A1975-A8FE-4351-B5ED-AC9504CF2B45}" presName="compNode" presStyleCnt="0"/>
      <dgm:spPr/>
    </dgm:pt>
    <dgm:pt modelId="{20D3ED2C-9EBC-4AD3-9510-A1F37DE3B7D0}" type="pres">
      <dgm:prSet presAssocID="{224A1975-A8FE-4351-B5ED-AC9504CF2B45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ahriş edici"/>
        </a:ext>
      </dgm:extLst>
    </dgm:pt>
    <dgm:pt modelId="{680B34E1-881E-49F3-87FC-3B5BC3D6A4BA}" type="pres">
      <dgm:prSet presAssocID="{224A1975-A8FE-4351-B5ED-AC9504CF2B45}" presName="iconSpace" presStyleCnt="0"/>
      <dgm:spPr/>
    </dgm:pt>
    <dgm:pt modelId="{590FF519-BDCA-4233-8F0D-BDE41576C6D5}" type="pres">
      <dgm:prSet presAssocID="{224A1975-A8FE-4351-B5ED-AC9504CF2B45}" presName="parTx" presStyleLbl="revTx" presStyleIdx="4" presStyleCnt="6">
        <dgm:presLayoutVars>
          <dgm:chMax val="0"/>
          <dgm:chPref val="0"/>
        </dgm:presLayoutVars>
      </dgm:prSet>
      <dgm:spPr/>
    </dgm:pt>
    <dgm:pt modelId="{5AF30217-88AA-468B-8498-77517EE301C1}" type="pres">
      <dgm:prSet presAssocID="{224A1975-A8FE-4351-B5ED-AC9504CF2B45}" presName="txSpace" presStyleCnt="0"/>
      <dgm:spPr/>
    </dgm:pt>
    <dgm:pt modelId="{B05BA101-8E08-4E43-BFFE-774CEC65F7C0}" type="pres">
      <dgm:prSet presAssocID="{224A1975-A8FE-4351-B5ED-AC9504CF2B45}" presName="desTx" presStyleLbl="revTx" presStyleIdx="5" presStyleCnt="6">
        <dgm:presLayoutVars/>
      </dgm:prSet>
      <dgm:spPr/>
    </dgm:pt>
  </dgm:ptLst>
  <dgm:cxnLst>
    <dgm:cxn modelId="{6382B40A-2669-4834-98BE-1FD2576947BD}" srcId="{6042A9BC-1A47-4629-AD73-69E0B620D8BA}" destId="{AE22D028-B48B-41DA-BA04-6E6FEDC7A54D}" srcOrd="0" destOrd="0" parTransId="{D77F0372-2F82-4C1E-B064-A9771896C751}" sibTransId="{E9C7D578-CB1A-4E66-9B22-7B6EA8A6F57D}"/>
    <dgm:cxn modelId="{3070C90F-E8D0-4987-83BB-E0FDCF75EF4A}" type="presOf" srcId="{AE22D028-B48B-41DA-BA04-6E6FEDC7A54D}" destId="{C55C4C2A-7CF1-4E75-9ECE-2444BBC6341A}" srcOrd="0" destOrd="0" presId="urn:microsoft.com/office/officeart/2018/5/layout/CenteredIconLabelDescriptionList"/>
    <dgm:cxn modelId="{0EFF7A2B-58AF-49D6-A3D8-7224EA4FB56E}" srcId="{AE22D028-B48B-41DA-BA04-6E6FEDC7A54D}" destId="{09086B00-D312-4591-A80C-02F49633BB65}" srcOrd="1" destOrd="0" parTransId="{ED34FF81-69C4-4843-BBA9-9EFA5EEF7520}" sibTransId="{5DB97A6B-8A14-4909-A313-FD0506393912}"/>
    <dgm:cxn modelId="{381D5261-C0D6-4C92-BDDB-417D92F19FE7}" srcId="{AE22D028-B48B-41DA-BA04-6E6FEDC7A54D}" destId="{C5A45374-6975-4364-83B7-214481D8CBCB}" srcOrd="2" destOrd="0" parTransId="{ED9DBCA2-CD71-4083-A9DE-E3AA685ED191}" sibTransId="{81DEDCE1-4CC8-41BB-ACB2-78C8A6D062AB}"/>
    <dgm:cxn modelId="{E2578861-4EDE-4C6F-9EA7-C22EDF91174C}" type="presOf" srcId="{2B750F84-F24C-4987-9532-9877261C83A0}" destId="{C64F1765-E2CC-4FFC-B1C3-D94E8467D24A}" srcOrd="0" destOrd="0" presId="urn:microsoft.com/office/officeart/2018/5/layout/CenteredIconLabelDescriptionList"/>
    <dgm:cxn modelId="{83815C65-8BBB-4FF5-BF9F-AB6D58358FB8}" srcId="{224A1975-A8FE-4351-B5ED-AC9504CF2B45}" destId="{D15A7FE6-98DC-4D85-992F-9B0ABB93CB31}" srcOrd="1" destOrd="0" parTransId="{F48A5279-7193-4E4D-982B-55DBEA5EE9BA}" sibTransId="{A7FD4B26-603E-4DB5-B924-BF63CB7D7DB7}"/>
    <dgm:cxn modelId="{4DA57248-B663-4B30-8AD7-F25E0756067B}" srcId="{6042A9BC-1A47-4629-AD73-69E0B620D8BA}" destId="{224A1975-A8FE-4351-B5ED-AC9504CF2B45}" srcOrd="2" destOrd="0" parTransId="{C5D95D8B-8E0D-4F6B-91C4-5881775F84CC}" sibTransId="{E24A5C72-368A-42A0-93CD-37245418A24A}"/>
    <dgm:cxn modelId="{E1787F6E-C6D2-488F-A4D5-7D1B1EC42905}" type="presOf" srcId="{D15A7FE6-98DC-4D85-992F-9B0ABB93CB31}" destId="{B05BA101-8E08-4E43-BFFE-774CEC65F7C0}" srcOrd="0" destOrd="1" presId="urn:microsoft.com/office/officeart/2018/5/layout/CenteredIconLabelDescriptionList"/>
    <dgm:cxn modelId="{78324853-5C26-42A2-B4D5-5C191E75AD37}" type="presOf" srcId="{E9144433-8966-4D41-ABFC-7B00F8CDACCA}" destId="{C64F1765-E2CC-4FFC-B1C3-D94E8467D24A}" srcOrd="0" destOrd="1" presId="urn:microsoft.com/office/officeart/2018/5/layout/CenteredIconLabelDescriptionList"/>
    <dgm:cxn modelId="{EF63C754-D603-4A8D-8EF5-CC632A9C49CD}" type="presOf" srcId="{224A1975-A8FE-4351-B5ED-AC9504CF2B45}" destId="{590FF519-BDCA-4233-8F0D-BDE41576C6D5}" srcOrd="0" destOrd="0" presId="urn:microsoft.com/office/officeart/2018/5/layout/CenteredIconLabelDescriptionList"/>
    <dgm:cxn modelId="{8E666E86-79C3-455C-B4EC-E5F04CFA2CB9}" srcId="{089CE296-EE7C-4EA8-B32F-4D30F8174767}" destId="{2B750F84-F24C-4987-9532-9877261C83A0}" srcOrd="0" destOrd="0" parTransId="{151FFC8A-9B6E-4BD2-95D3-9AE7BA05DAE0}" sibTransId="{FA1826C5-0383-4FA8-AD21-36D079425BF2}"/>
    <dgm:cxn modelId="{308E838B-E819-4864-9550-F4AB099B324D}" type="presOf" srcId="{CCDB6243-57F2-4CF9-804D-06D0C1F869D8}" destId="{B05BA101-8E08-4E43-BFFE-774CEC65F7C0}" srcOrd="0" destOrd="0" presId="urn:microsoft.com/office/officeart/2018/5/layout/CenteredIconLabelDescriptionList"/>
    <dgm:cxn modelId="{6A273A98-EFE1-4CB2-9D76-B5DB28EA5AA8}" srcId="{AE22D028-B48B-41DA-BA04-6E6FEDC7A54D}" destId="{0C59B942-E54C-4D58-902E-303989AE1A7F}" srcOrd="0" destOrd="0" parTransId="{9CD0356A-21D7-4DD6-B4D6-52B75A5ED9F0}" sibTransId="{A1D4F651-FBD9-448D-9E91-9AE6562C7D77}"/>
    <dgm:cxn modelId="{414F7098-8BB5-4D99-8B92-E47BD799FECA}" type="presOf" srcId="{6042A9BC-1A47-4629-AD73-69E0B620D8BA}" destId="{E9E0E892-56DE-4CEF-9772-580056479853}" srcOrd="0" destOrd="0" presId="urn:microsoft.com/office/officeart/2018/5/layout/CenteredIconLabelDescriptionList"/>
    <dgm:cxn modelId="{044280A0-87B0-421D-B791-8167220754CF}" type="presOf" srcId="{089CE296-EE7C-4EA8-B32F-4D30F8174767}" destId="{0D914CF0-19B6-4ED3-AFAE-463560D6E9A0}" srcOrd="0" destOrd="0" presId="urn:microsoft.com/office/officeart/2018/5/layout/CenteredIconLabelDescriptionList"/>
    <dgm:cxn modelId="{791FEBAA-809E-49EE-9FB2-CFAD95EB99FA}" type="presOf" srcId="{0C59B942-E54C-4D58-902E-303989AE1A7F}" destId="{F2D4535D-B81B-41BD-98B5-2A37035168E2}" srcOrd="0" destOrd="0" presId="urn:microsoft.com/office/officeart/2018/5/layout/CenteredIconLabelDescriptionList"/>
    <dgm:cxn modelId="{A79FF6AB-8955-4B56-BE10-76C4BBB56890}" type="presOf" srcId="{C5A45374-6975-4364-83B7-214481D8CBCB}" destId="{F2D4535D-B81B-41BD-98B5-2A37035168E2}" srcOrd="0" destOrd="2" presId="urn:microsoft.com/office/officeart/2018/5/layout/CenteredIconLabelDescriptionList"/>
    <dgm:cxn modelId="{80853AD7-AACF-478F-93E1-841EDC861956}" srcId="{6042A9BC-1A47-4629-AD73-69E0B620D8BA}" destId="{089CE296-EE7C-4EA8-B32F-4D30F8174767}" srcOrd="1" destOrd="0" parTransId="{973DF6AA-005B-4824-A55F-5D8F7DA962DF}" sibTransId="{92CF3E60-E550-4F65-BC61-7EA180C00ADB}"/>
    <dgm:cxn modelId="{330125D9-1607-408A-8124-50D0B79C1722}" type="presOf" srcId="{09086B00-D312-4591-A80C-02F49633BB65}" destId="{F2D4535D-B81B-41BD-98B5-2A37035168E2}" srcOrd="0" destOrd="1" presId="urn:microsoft.com/office/officeart/2018/5/layout/CenteredIconLabelDescriptionList"/>
    <dgm:cxn modelId="{ABC524E4-C77D-4D9B-80AC-F369D2339112}" srcId="{224A1975-A8FE-4351-B5ED-AC9504CF2B45}" destId="{CCDB6243-57F2-4CF9-804D-06D0C1F869D8}" srcOrd="0" destOrd="0" parTransId="{331A3A07-736A-4929-969B-C9C8F379A915}" sibTransId="{F128FA27-F63E-4C6E-9F26-8138D90C715E}"/>
    <dgm:cxn modelId="{90D727F8-78DA-4245-AFE0-8340D2FF43A8}" srcId="{089CE296-EE7C-4EA8-B32F-4D30F8174767}" destId="{E9144433-8966-4D41-ABFC-7B00F8CDACCA}" srcOrd="1" destOrd="0" parTransId="{3FFB3FBE-B566-4A45-92B8-F88D44A10706}" sibTransId="{10EF1B46-D8AF-44A0-BCF4-33AAB66A41CB}"/>
    <dgm:cxn modelId="{8E13EFB4-634C-4FE3-A4E7-D746A77D7591}" type="presParOf" srcId="{E9E0E892-56DE-4CEF-9772-580056479853}" destId="{E0A6753C-4494-42CC-9329-90D9B9099ECD}" srcOrd="0" destOrd="0" presId="urn:microsoft.com/office/officeart/2018/5/layout/CenteredIconLabelDescriptionList"/>
    <dgm:cxn modelId="{4895787E-C636-4B96-BD49-8D7BAC711950}" type="presParOf" srcId="{E0A6753C-4494-42CC-9329-90D9B9099ECD}" destId="{EF4D5E2A-9200-421A-AC76-10B6B08B6D28}" srcOrd="0" destOrd="0" presId="urn:microsoft.com/office/officeart/2018/5/layout/CenteredIconLabelDescriptionList"/>
    <dgm:cxn modelId="{5B9C444E-0D70-411D-893F-A56C2295D17B}" type="presParOf" srcId="{E0A6753C-4494-42CC-9329-90D9B9099ECD}" destId="{305E0699-8130-4B15-A8EA-154590485D8B}" srcOrd="1" destOrd="0" presId="urn:microsoft.com/office/officeart/2018/5/layout/CenteredIconLabelDescriptionList"/>
    <dgm:cxn modelId="{C5EAF511-3C1C-4F92-A80D-BB1EC9310949}" type="presParOf" srcId="{E0A6753C-4494-42CC-9329-90D9B9099ECD}" destId="{C55C4C2A-7CF1-4E75-9ECE-2444BBC6341A}" srcOrd="2" destOrd="0" presId="urn:microsoft.com/office/officeart/2018/5/layout/CenteredIconLabelDescriptionList"/>
    <dgm:cxn modelId="{9C462587-257E-40A8-AB6F-8325F060F970}" type="presParOf" srcId="{E0A6753C-4494-42CC-9329-90D9B9099ECD}" destId="{7443AB6E-B88D-4B35-BFC3-E5D58B058D53}" srcOrd="3" destOrd="0" presId="urn:microsoft.com/office/officeart/2018/5/layout/CenteredIconLabelDescriptionList"/>
    <dgm:cxn modelId="{AA197070-B2C8-416E-8F87-839333FEDA25}" type="presParOf" srcId="{E0A6753C-4494-42CC-9329-90D9B9099ECD}" destId="{F2D4535D-B81B-41BD-98B5-2A37035168E2}" srcOrd="4" destOrd="0" presId="urn:microsoft.com/office/officeart/2018/5/layout/CenteredIconLabelDescriptionList"/>
    <dgm:cxn modelId="{B82DA78E-0605-4B7E-A1A2-6BB3A8F3D8B5}" type="presParOf" srcId="{E9E0E892-56DE-4CEF-9772-580056479853}" destId="{DAEE61CF-1C94-4660-B5C6-29814DA707A7}" srcOrd="1" destOrd="0" presId="urn:microsoft.com/office/officeart/2018/5/layout/CenteredIconLabelDescriptionList"/>
    <dgm:cxn modelId="{5D735416-CDBB-4274-8489-14DE406003D1}" type="presParOf" srcId="{E9E0E892-56DE-4CEF-9772-580056479853}" destId="{B54E9725-0B30-40BC-9166-2BD2A5B21A07}" srcOrd="2" destOrd="0" presId="urn:microsoft.com/office/officeart/2018/5/layout/CenteredIconLabelDescriptionList"/>
    <dgm:cxn modelId="{3F40F102-C35E-4D6E-8CB5-C71448580307}" type="presParOf" srcId="{B54E9725-0B30-40BC-9166-2BD2A5B21A07}" destId="{C09D662E-9348-481E-A43A-A2A629309668}" srcOrd="0" destOrd="0" presId="urn:microsoft.com/office/officeart/2018/5/layout/CenteredIconLabelDescriptionList"/>
    <dgm:cxn modelId="{49AABF10-C797-48C7-88A5-14462D29D10F}" type="presParOf" srcId="{B54E9725-0B30-40BC-9166-2BD2A5B21A07}" destId="{1946AE7D-4E38-4A0D-99DA-D2BC2253A980}" srcOrd="1" destOrd="0" presId="urn:microsoft.com/office/officeart/2018/5/layout/CenteredIconLabelDescriptionList"/>
    <dgm:cxn modelId="{D4CC0FE9-E745-4810-AF2B-A199CB6A1DAB}" type="presParOf" srcId="{B54E9725-0B30-40BC-9166-2BD2A5B21A07}" destId="{0D914CF0-19B6-4ED3-AFAE-463560D6E9A0}" srcOrd="2" destOrd="0" presId="urn:microsoft.com/office/officeart/2018/5/layout/CenteredIconLabelDescriptionList"/>
    <dgm:cxn modelId="{A901821C-B5E9-4680-BE15-07C80663E8ED}" type="presParOf" srcId="{B54E9725-0B30-40BC-9166-2BD2A5B21A07}" destId="{3CDF2D46-8E4F-4FFB-8820-EFDB13CC94BB}" srcOrd="3" destOrd="0" presId="urn:microsoft.com/office/officeart/2018/5/layout/CenteredIconLabelDescriptionList"/>
    <dgm:cxn modelId="{0F01A630-1068-4B84-A795-13E26D5EB132}" type="presParOf" srcId="{B54E9725-0B30-40BC-9166-2BD2A5B21A07}" destId="{C64F1765-E2CC-4FFC-B1C3-D94E8467D24A}" srcOrd="4" destOrd="0" presId="urn:microsoft.com/office/officeart/2018/5/layout/CenteredIconLabelDescriptionList"/>
    <dgm:cxn modelId="{CD736675-A14E-46E6-BAC0-B2C3B52515E0}" type="presParOf" srcId="{E9E0E892-56DE-4CEF-9772-580056479853}" destId="{7F1523C2-C58F-4539-881F-A9E6243A0109}" srcOrd="3" destOrd="0" presId="urn:microsoft.com/office/officeart/2018/5/layout/CenteredIconLabelDescriptionList"/>
    <dgm:cxn modelId="{84E5DC72-70FE-4E16-A0A6-C6C6C2F60F19}" type="presParOf" srcId="{E9E0E892-56DE-4CEF-9772-580056479853}" destId="{69B9CB50-E7B4-4632-B8FC-AF6EC8F7EE63}" srcOrd="4" destOrd="0" presId="urn:microsoft.com/office/officeart/2018/5/layout/CenteredIconLabelDescriptionList"/>
    <dgm:cxn modelId="{42C33876-3582-485C-BAB4-2B54380FEC18}" type="presParOf" srcId="{69B9CB50-E7B4-4632-B8FC-AF6EC8F7EE63}" destId="{20D3ED2C-9EBC-4AD3-9510-A1F37DE3B7D0}" srcOrd="0" destOrd="0" presId="urn:microsoft.com/office/officeart/2018/5/layout/CenteredIconLabelDescriptionList"/>
    <dgm:cxn modelId="{F48938D4-204B-4084-8C4C-B12B9421F978}" type="presParOf" srcId="{69B9CB50-E7B4-4632-B8FC-AF6EC8F7EE63}" destId="{680B34E1-881E-49F3-87FC-3B5BC3D6A4BA}" srcOrd="1" destOrd="0" presId="urn:microsoft.com/office/officeart/2018/5/layout/CenteredIconLabelDescriptionList"/>
    <dgm:cxn modelId="{FD673458-C01D-40C1-9AFB-280915AF1D7A}" type="presParOf" srcId="{69B9CB50-E7B4-4632-B8FC-AF6EC8F7EE63}" destId="{590FF519-BDCA-4233-8F0D-BDE41576C6D5}" srcOrd="2" destOrd="0" presId="urn:microsoft.com/office/officeart/2018/5/layout/CenteredIconLabelDescriptionList"/>
    <dgm:cxn modelId="{A31306CE-4046-44FD-BD90-A3A676A00DB1}" type="presParOf" srcId="{69B9CB50-E7B4-4632-B8FC-AF6EC8F7EE63}" destId="{5AF30217-88AA-468B-8498-77517EE301C1}" srcOrd="3" destOrd="0" presId="urn:microsoft.com/office/officeart/2018/5/layout/CenteredIconLabelDescriptionList"/>
    <dgm:cxn modelId="{D62A1DAC-D6F5-4327-AFB3-456FB212C503}" type="presParOf" srcId="{69B9CB50-E7B4-4632-B8FC-AF6EC8F7EE63}" destId="{B05BA101-8E08-4E43-BFFE-774CEC65F7C0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8.xml><?xml version="1.0" encoding="utf-8"?>
<dgm:dataModel xmlns:dgm="http://schemas.openxmlformats.org/drawingml/2006/diagram" xmlns:a="http://schemas.openxmlformats.org/drawingml/2006/main">
  <dgm:ptLst>
    <dgm:pt modelId="{5764DE89-C65B-43D9-AD2F-84B318C34F6F}" type="doc">
      <dgm:prSet loTypeId="urn:microsoft.com/office/officeart/2005/8/layout/list1" loCatId="list" qsTypeId="urn:microsoft.com/office/officeart/2005/8/quickstyle/simple1" qsCatId="simple" csTypeId="urn:microsoft.com/office/officeart/2005/8/colors/accent6_2" csCatId="accent6"/>
      <dgm:spPr/>
      <dgm:t>
        <a:bodyPr/>
        <a:lstStyle/>
        <a:p>
          <a:endParaRPr lang="en-US"/>
        </a:p>
      </dgm:t>
    </dgm:pt>
    <dgm:pt modelId="{DDBA94AB-2C83-4F95-926C-AB1D38901E7C}">
      <dgm:prSet/>
      <dgm:spPr/>
      <dgm:t>
        <a:bodyPr/>
        <a:lstStyle/>
        <a:p>
          <a:r>
            <a:rPr lang="en-US"/>
            <a:t>a change in the consensus rules </a:t>
          </a:r>
        </a:p>
      </dgm:t>
    </dgm:pt>
    <dgm:pt modelId="{B68B463E-0B1E-4CB1-A7A6-A5DE2587E2AF}" type="parTrans" cxnId="{8C73A6F1-5308-4945-AA35-DF84D97E8319}">
      <dgm:prSet/>
      <dgm:spPr/>
      <dgm:t>
        <a:bodyPr/>
        <a:lstStyle/>
        <a:p>
          <a:endParaRPr lang="en-US"/>
        </a:p>
      </dgm:t>
    </dgm:pt>
    <dgm:pt modelId="{ABADCE06-98AE-4A84-97E3-81B4B2176D3D}" type="sibTrans" cxnId="{8C73A6F1-5308-4945-AA35-DF84D97E8319}">
      <dgm:prSet/>
      <dgm:spPr/>
      <dgm:t>
        <a:bodyPr/>
        <a:lstStyle/>
        <a:p>
          <a:endParaRPr lang="en-US"/>
        </a:p>
      </dgm:t>
    </dgm:pt>
    <dgm:pt modelId="{04A34822-9AD0-45A3-BBE4-E406CE93B4DB}">
      <dgm:prSet/>
      <dgm:spPr/>
      <dgm:t>
        <a:bodyPr/>
        <a:lstStyle/>
        <a:p>
          <a:r>
            <a:rPr lang="en-US"/>
            <a:t>network may diverge into two</a:t>
          </a:r>
          <a:r>
            <a:rPr lang="tr-TR"/>
            <a:t> </a:t>
          </a:r>
          <a:r>
            <a:rPr lang="en-US"/>
            <a:t>chains</a:t>
          </a:r>
        </a:p>
      </dgm:t>
    </dgm:pt>
    <dgm:pt modelId="{3A9C1BFA-35A3-4D18-A705-C6CCAC824503}" type="parTrans" cxnId="{914DCC40-A4D7-4052-A571-8908E05647E0}">
      <dgm:prSet/>
      <dgm:spPr/>
      <dgm:t>
        <a:bodyPr/>
        <a:lstStyle/>
        <a:p>
          <a:endParaRPr lang="en-US"/>
        </a:p>
      </dgm:t>
    </dgm:pt>
    <dgm:pt modelId="{5D8E7B37-BF26-48DF-B415-B64988F3BF18}" type="sibTrans" cxnId="{914DCC40-A4D7-4052-A571-8908E05647E0}">
      <dgm:prSet/>
      <dgm:spPr/>
      <dgm:t>
        <a:bodyPr/>
        <a:lstStyle/>
        <a:p>
          <a:endParaRPr lang="en-US"/>
        </a:p>
      </dgm:t>
    </dgm:pt>
    <dgm:pt modelId="{FB9F08B5-877A-483F-9391-E7AFDCC6201A}">
      <dgm:prSet/>
      <dgm:spPr/>
      <dgm:t>
        <a:bodyPr/>
        <a:lstStyle/>
        <a:p>
          <a:r>
            <a:rPr lang="en-US"/>
            <a:t>after the fork the network does not reconverge onto a single chain</a:t>
          </a:r>
        </a:p>
      </dgm:t>
    </dgm:pt>
    <dgm:pt modelId="{ACC9C6BC-4357-4B52-889E-19EF43411CE1}" type="parTrans" cxnId="{232BED40-DEC3-4141-B830-D3370A452A40}">
      <dgm:prSet/>
      <dgm:spPr/>
      <dgm:t>
        <a:bodyPr/>
        <a:lstStyle/>
        <a:p>
          <a:endParaRPr lang="en-US"/>
        </a:p>
      </dgm:t>
    </dgm:pt>
    <dgm:pt modelId="{FB1B5E6A-ED47-4F82-94A0-FD369560594F}" type="sibTrans" cxnId="{232BED40-DEC3-4141-B830-D3370A452A40}">
      <dgm:prSet/>
      <dgm:spPr/>
      <dgm:t>
        <a:bodyPr/>
        <a:lstStyle/>
        <a:p>
          <a:endParaRPr lang="en-US"/>
        </a:p>
      </dgm:t>
    </dgm:pt>
    <dgm:pt modelId="{D8061B9B-D88A-4E58-B3AB-ABD399EF6A9F}">
      <dgm:prSet/>
      <dgm:spPr/>
      <dgm:t>
        <a:bodyPr/>
        <a:lstStyle/>
        <a:p>
          <a:r>
            <a:rPr lang="tr-TR"/>
            <a:t>Two chains evolve independently</a:t>
          </a:r>
          <a:endParaRPr lang="en-US"/>
        </a:p>
      </dgm:t>
    </dgm:pt>
    <dgm:pt modelId="{F48387FF-3899-4361-BD19-D8F5CDBFB60F}" type="parTrans" cxnId="{7BE6F0AC-2A3A-42A7-9081-DD566C210314}">
      <dgm:prSet/>
      <dgm:spPr/>
      <dgm:t>
        <a:bodyPr/>
        <a:lstStyle/>
        <a:p>
          <a:endParaRPr lang="en-US"/>
        </a:p>
      </dgm:t>
    </dgm:pt>
    <dgm:pt modelId="{FECCFDD4-C454-4757-83AA-D7B0D4276BEB}" type="sibTrans" cxnId="{7BE6F0AC-2A3A-42A7-9081-DD566C210314}">
      <dgm:prSet/>
      <dgm:spPr/>
      <dgm:t>
        <a:bodyPr/>
        <a:lstStyle/>
        <a:p>
          <a:endParaRPr lang="en-US"/>
        </a:p>
      </dgm:t>
    </dgm:pt>
    <dgm:pt modelId="{F9047C94-BD89-4299-BA44-870773E7E8CE}">
      <dgm:prSet/>
      <dgm:spPr/>
      <dgm:t>
        <a:bodyPr/>
        <a:lstStyle/>
        <a:p>
          <a:r>
            <a:rPr lang="en-US"/>
            <a:t>occur </a:t>
          </a:r>
        </a:p>
      </dgm:t>
    </dgm:pt>
    <dgm:pt modelId="{0B2D3E46-4637-445C-A2BA-4756B7FAA147}" type="parTrans" cxnId="{B0A0199B-E7C9-4961-ABDD-E71AEEB80F0F}">
      <dgm:prSet/>
      <dgm:spPr/>
      <dgm:t>
        <a:bodyPr/>
        <a:lstStyle/>
        <a:p>
          <a:endParaRPr lang="en-US"/>
        </a:p>
      </dgm:t>
    </dgm:pt>
    <dgm:pt modelId="{5ADEAFB6-B047-4A04-AAEA-BAA5B53E9FF3}" type="sibTrans" cxnId="{B0A0199B-E7C9-4961-ABDD-E71AEEB80F0F}">
      <dgm:prSet/>
      <dgm:spPr/>
      <dgm:t>
        <a:bodyPr/>
        <a:lstStyle/>
        <a:p>
          <a:endParaRPr lang="en-US"/>
        </a:p>
      </dgm:t>
    </dgm:pt>
    <dgm:pt modelId="{19CFDA96-9A8E-45E3-8F8B-5EC0700F00DD}">
      <dgm:prSet/>
      <dgm:spPr/>
      <dgm:t>
        <a:bodyPr/>
        <a:lstStyle/>
        <a:p>
          <a:r>
            <a:rPr lang="en-US" dirty="0"/>
            <a:t>when part of the network is operating</a:t>
          </a:r>
          <a:r>
            <a:rPr lang="tr-TR" dirty="0"/>
            <a:t> </a:t>
          </a:r>
          <a:r>
            <a:rPr lang="en-US" dirty="0"/>
            <a:t>under a different set of consensus rules </a:t>
          </a:r>
        </a:p>
      </dgm:t>
    </dgm:pt>
    <dgm:pt modelId="{B5DE2F4C-691A-4978-A992-683F39382D1A}" type="parTrans" cxnId="{FD36199E-F2C8-4EA6-BCCB-B49CD28CE370}">
      <dgm:prSet/>
      <dgm:spPr/>
      <dgm:t>
        <a:bodyPr/>
        <a:lstStyle/>
        <a:p>
          <a:endParaRPr lang="en-US"/>
        </a:p>
      </dgm:t>
    </dgm:pt>
    <dgm:pt modelId="{2EE3146E-3B30-40C8-9313-9DC0AE9C090D}" type="sibTrans" cxnId="{FD36199E-F2C8-4EA6-BCCB-B49CD28CE370}">
      <dgm:prSet/>
      <dgm:spPr/>
      <dgm:t>
        <a:bodyPr/>
        <a:lstStyle/>
        <a:p>
          <a:endParaRPr lang="en-US"/>
        </a:p>
      </dgm:t>
    </dgm:pt>
    <dgm:pt modelId="{44DF4F80-D20C-4C51-B749-9B2C7F375BDB}">
      <dgm:prSet/>
      <dgm:spPr/>
      <dgm:t>
        <a:bodyPr/>
        <a:lstStyle/>
        <a:p>
          <a:r>
            <a:rPr lang="en-US"/>
            <a:t>than the rest of the network</a:t>
          </a:r>
        </a:p>
      </dgm:t>
    </dgm:pt>
    <dgm:pt modelId="{8B0F934F-EBD9-4651-9FCB-A2E70787EC44}" type="parTrans" cxnId="{C775076A-E7E7-482D-B770-58F98931C817}">
      <dgm:prSet/>
      <dgm:spPr/>
      <dgm:t>
        <a:bodyPr/>
        <a:lstStyle/>
        <a:p>
          <a:endParaRPr lang="en-US"/>
        </a:p>
      </dgm:t>
    </dgm:pt>
    <dgm:pt modelId="{44CAE617-E40B-4C05-BDE8-E3E0D7D210B3}" type="sibTrans" cxnId="{C775076A-E7E7-482D-B770-58F98931C817}">
      <dgm:prSet/>
      <dgm:spPr/>
      <dgm:t>
        <a:bodyPr/>
        <a:lstStyle/>
        <a:p>
          <a:endParaRPr lang="en-US"/>
        </a:p>
      </dgm:t>
    </dgm:pt>
    <dgm:pt modelId="{D57D374E-863D-4A07-A9F8-60B5C67FE2FB}">
      <dgm:prSet/>
      <dgm:spPr/>
      <dgm:t>
        <a:bodyPr/>
        <a:lstStyle/>
        <a:p>
          <a:r>
            <a:rPr lang="en-US"/>
            <a:t>because of </a:t>
          </a:r>
        </a:p>
      </dgm:t>
    </dgm:pt>
    <dgm:pt modelId="{00361B9A-3776-4552-A3FF-D0EFBA1A8011}" type="parTrans" cxnId="{80D73FB0-5619-4532-B9AB-E8E9D42C0A62}">
      <dgm:prSet/>
      <dgm:spPr/>
      <dgm:t>
        <a:bodyPr/>
        <a:lstStyle/>
        <a:p>
          <a:endParaRPr lang="en-US"/>
        </a:p>
      </dgm:t>
    </dgm:pt>
    <dgm:pt modelId="{BD5E9AF0-8672-4A00-9032-AD502F8DCA65}" type="sibTrans" cxnId="{80D73FB0-5619-4532-B9AB-E8E9D42C0A62}">
      <dgm:prSet/>
      <dgm:spPr/>
      <dgm:t>
        <a:bodyPr/>
        <a:lstStyle/>
        <a:p>
          <a:endParaRPr lang="en-US"/>
        </a:p>
      </dgm:t>
    </dgm:pt>
    <dgm:pt modelId="{C77B9ECE-DB4A-4CB9-988A-3AFB6950CF92}">
      <dgm:prSet/>
      <dgm:spPr/>
      <dgm:t>
        <a:bodyPr/>
        <a:lstStyle/>
        <a:p>
          <a:r>
            <a:rPr lang="en-US"/>
            <a:t>a bug or </a:t>
          </a:r>
        </a:p>
      </dgm:t>
    </dgm:pt>
    <dgm:pt modelId="{AD425187-4CCD-4616-8EDB-2CB5C01A413F}" type="parTrans" cxnId="{C4E36C8E-6D6D-45E2-A201-2E5437761ED0}">
      <dgm:prSet/>
      <dgm:spPr/>
      <dgm:t>
        <a:bodyPr/>
        <a:lstStyle/>
        <a:p>
          <a:endParaRPr lang="en-US"/>
        </a:p>
      </dgm:t>
    </dgm:pt>
    <dgm:pt modelId="{9D084A40-3D09-40B3-B7A5-17797A028BFB}" type="sibTrans" cxnId="{C4E36C8E-6D6D-45E2-A201-2E5437761ED0}">
      <dgm:prSet/>
      <dgm:spPr/>
      <dgm:t>
        <a:bodyPr/>
        <a:lstStyle/>
        <a:p>
          <a:endParaRPr lang="en-US"/>
        </a:p>
      </dgm:t>
    </dgm:pt>
    <dgm:pt modelId="{B05FD5AF-FEFC-4C75-B67C-9019F3FD34BB}">
      <dgm:prSet/>
      <dgm:spPr/>
      <dgm:t>
        <a:bodyPr/>
        <a:lstStyle/>
        <a:p>
          <a:r>
            <a:rPr lang="en-US"/>
            <a:t>a deliberate change in the implementation of the consensus</a:t>
          </a:r>
          <a:r>
            <a:rPr lang="tr-TR"/>
            <a:t> </a:t>
          </a:r>
          <a:r>
            <a:rPr lang="en-US"/>
            <a:t>rules</a:t>
          </a:r>
        </a:p>
      </dgm:t>
    </dgm:pt>
    <dgm:pt modelId="{5AC076D3-7C11-4F59-A9B6-1BB2EE14CC83}" type="parTrans" cxnId="{AA424D62-08C5-418D-BBD1-CE8762988B8B}">
      <dgm:prSet/>
      <dgm:spPr/>
      <dgm:t>
        <a:bodyPr/>
        <a:lstStyle/>
        <a:p>
          <a:endParaRPr lang="en-US"/>
        </a:p>
      </dgm:t>
    </dgm:pt>
    <dgm:pt modelId="{726D3B60-3642-47CE-BBC0-FEA9D29901DE}" type="sibTrans" cxnId="{AA424D62-08C5-418D-BBD1-CE8762988B8B}">
      <dgm:prSet/>
      <dgm:spPr/>
      <dgm:t>
        <a:bodyPr/>
        <a:lstStyle/>
        <a:p>
          <a:endParaRPr lang="en-US"/>
        </a:p>
      </dgm:t>
    </dgm:pt>
    <dgm:pt modelId="{D74A0C12-553C-4FD5-AEC0-F4D0000C94DD}" type="pres">
      <dgm:prSet presAssocID="{5764DE89-C65B-43D9-AD2F-84B318C34F6F}" presName="linear" presStyleCnt="0">
        <dgm:presLayoutVars>
          <dgm:dir/>
          <dgm:animLvl val="lvl"/>
          <dgm:resizeHandles val="exact"/>
        </dgm:presLayoutVars>
      </dgm:prSet>
      <dgm:spPr/>
    </dgm:pt>
    <dgm:pt modelId="{B9F82277-D39B-4B82-B73F-8BFF2A380570}" type="pres">
      <dgm:prSet presAssocID="{DDBA94AB-2C83-4F95-926C-AB1D38901E7C}" presName="parentLin" presStyleCnt="0"/>
      <dgm:spPr/>
    </dgm:pt>
    <dgm:pt modelId="{B40FE385-8C21-4C43-931E-7106373D96E9}" type="pres">
      <dgm:prSet presAssocID="{DDBA94AB-2C83-4F95-926C-AB1D38901E7C}" presName="parentLeftMargin" presStyleLbl="node1" presStyleIdx="0" presStyleCnt="3"/>
      <dgm:spPr/>
    </dgm:pt>
    <dgm:pt modelId="{8B2EB486-FC17-4958-9FF3-9BA9B445FA35}" type="pres">
      <dgm:prSet presAssocID="{DDBA94AB-2C83-4F95-926C-AB1D38901E7C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C57724EB-3000-4636-B461-51ACEE3DAEFF}" type="pres">
      <dgm:prSet presAssocID="{DDBA94AB-2C83-4F95-926C-AB1D38901E7C}" presName="negativeSpace" presStyleCnt="0"/>
      <dgm:spPr/>
    </dgm:pt>
    <dgm:pt modelId="{65D5D8DA-3965-446B-A9F4-504112EE4B89}" type="pres">
      <dgm:prSet presAssocID="{DDBA94AB-2C83-4F95-926C-AB1D38901E7C}" presName="childText" presStyleLbl="conFgAcc1" presStyleIdx="0" presStyleCnt="3">
        <dgm:presLayoutVars>
          <dgm:bulletEnabled val="1"/>
        </dgm:presLayoutVars>
      </dgm:prSet>
      <dgm:spPr/>
    </dgm:pt>
    <dgm:pt modelId="{8FFDBAC2-50CA-4F85-B6DC-6068C440D64C}" type="pres">
      <dgm:prSet presAssocID="{ABADCE06-98AE-4A84-97E3-81B4B2176D3D}" presName="spaceBetweenRectangles" presStyleCnt="0"/>
      <dgm:spPr/>
    </dgm:pt>
    <dgm:pt modelId="{01F2A7F2-E6EB-423E-A76F-CCB77CB3D531}" type="pres">
      <dgm:prSet presAssocID="{F9047C94-BD89-4299-BA44-870773E7E8CE}" presName="parentLin" presStyleCnt="0"/>
      <dgm:spPr/>
    </dgm:pt>
    <dgm:pt modelId="{2323582C-8CD4-4320-A47A-3CFD09F73434}" type="pres">
      <dgm:prSet presAssocID="{F9047C94-BD89-4299-BA44-870773E7E8CE}" presName="parentLeftMargin" presStyleLbl="node1" presStyleIdx="0" presStyleCnt="3"/>
      <dgm:spPr/>
    </dgm:pt>
    <dgm:pt modelId="{0E4E1DA5-9EF3-4CEA-BEAA-A7DF20CECD9E}" type="pres">
      <dgm:prSet presAssocID="{F9047C94-BD89-4299-BA44-870773E7E8CE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3E8FBB73-7A55-49BC-996A-DC499371BF16}" type="pres">
      <dgm:prSet presAssocID="{F9047C94-BD89-4299-BA44-870773E7E8CE}" presName="negativeSpace" presStyleCnt="0"/>
      <dgm:spPr/>
    </dgm:pt>
    <dgm:pt modelId="{DFBE66FA-C85A-4C4B-89E2-C35AD5ADC534}" type="pres">
      <dgm:prSet presAssocID="{F9047C94-BD89-4299-BA44-870773E7E8CE}" presName="childText" presStyleLbl="conFgAcc1" presStyleIdx="1" presStyleCnt="3">
        <dgm:presLayoutVars>
          <dgm:bulletEnabled val="1"/>
        </dgm:presLayoutVars>
      </dgm:prSet>
      <dgm:spPr/>
    </dgm:pt>
    <dgm:pt modelId="{FE2FC5EE-24E5-4031-9F6E-225A26B00163}" type="pres">
      <dgm:prSet presAssocID="{5ADEAFB6-B047-4A04-AAEA-BAA5B53E9FF3}" presName="spaceBetweenRectangles" presStyleCnt="0"/>
      <dgm:spPr/>
    </dgm:pt>
    <dgm:pt modelId="{CCC8080F-9CC6-4EBA-9C3C-3E5F6F936AD1}" type="pres">
      <dgm:prSet presAssocID="{D57D374E-863D-4A07-A9F8-60B5C67FE2FB}" presName="parentLin" presStyleCnt="0"/>
      <dgm:spPr/>
    </dgm:pt>
    <dgm:pt modelId="{7E6BED3F-53DA-4F0B-87F8-D703DC0A6728}" type="pres">
      <dgm:prSet presAssocID="{D57D374E-863D-4A07-A9F8-60B5C67FE2FB}" presName="parentLeftMargin" presStyleLbl="node1" presStyleIdx="1" presStyleCnt="3"/>
      <dgm:spPr/>
    </dgm:pt>
    <dgm:pt modelId="{6B3B933C-674C-4919-B3FB-2EB08C94B747}" type="pres">
      <dgm:prSet presAssocID="{D57D374E-863D-4A07-A9F8-60B5C67FE2FB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18757B9B-34A0-4566-814D-96767F5A4624}" type="pres">
      <dgm:prSet presAssocID="{D57D374E-863D-4A07-A9F8-60B5C67FE2FB}" presName="negativeSpace" presStyleCnt="0"/>
      <dgm:spPr/>
    </dgm:pt>
    <dgm:pt modelId="{71C504D9-D2CF-400C-B46B-B272566791C3}" type="pres">
      <dgm:prSet presAssocID="{D57D374E-863D-4A07-A9F8-60B5C67FE2FB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26B1680A-D027-494F-8B12-C58A7C7C8683}" type="presOf" srcId="{19CFDA96-9A8E-45E3-8F8B-5EC0700F00DD}" destId="{DFBE66FA-C85A-4C4B-89E2-C35AD5ADC534}" srcOrd="0" destOrd="0" presId="urn:microsoft.com/office/officeart/2005/8/layout/list1"/>
    <dgm:cxn modelId="{AF578029-ACE4-40CB-A75B-EB78725295B2}" type="presOf" srcId="{5764DE89-C65B-43D9-AD2F-84B318C34F6F}" destId="{D74A0C12-553C-4FD5-AEC0-F4D0000C94DD}" srcOrd="0" destOrd="0" presId="urn:microsoft.com/office/officeart/2005/8/layout/list1"/>
    <dgm:cxn modelId="{619ED02E-BC0A-45F2-9A94-60FD825ABC0A}" type="presOf" srcId="{FB9F08B5-877A-483F-9391-E7AFDCC6201A}" destId="{65D5D8DA-3965-446B-A9F4-504112EE4B89}" srcOrd="0" destOrd="1" presId="urn:microsoft.com/office/officeart/2005/8/layout/list1"/>
    <dgm:cxn modelId="{F44DCD3E-1F8F-4896-AEA0-E618EC6FFB14}" type="presOf" srcId="{D8061B9B-D88A-4E58-B3AB-ABD399EF6A9F}" destId="{65D5D8DA-3965-446B-A9F4-504112EE4B89}" srcOrd="0" destOrd="2" presId="urn:microsoft.com/office/officeart/2005/8/layout/list1"/>
    <dgm:cxn modelId="{914DCC40-A4D7-4052-A571-8908E05647E0}" srcId="{DDBA94AB-2C83-4F95-926C-AB1D38901E7C}" destId="{04A34822-9AD0-45A3-BBE4-E406CE93B4DB}" srcOrd="0" destOrd="0" parTransId="{3A9C1BFA-35A3-4D18-A705-C6CCAC824503}" sibTransId="{5D8E7B37-BF26-48DF-B415-B64988F3BF18}"/>
    <dgm:cxn modelId="{232BED40-DEC3-4141-B830-D3370A452A40}" srcId="{DDBA94AB-2C83-4F95-926C-AB1D38901E7C}" destId="{FB9F08B5-877A-483F-9391-E7AFDCC6201A}" srcOrd="1" destOrd="0" parTransId="{ACC9C6BC-4357-4B52-889E-19EF43411CE1}" sibTransId="{FB1B5E6A-ED47-4F82-94A0-FD369560594F}"/>
    <dgm:cxn modelId="{616B1660-D090-4DFD-A3D4-1FBBDC9C9D8A}" type="presOf" srcId="{DDBA94AB-2C83-4F95-926C-AB1D38901E7C}" destId="{B40FE385-8C21-4C43-931E-7106373D96E9}" srcOrd="0" destOrd="0" presId="urn:microsoft.com/office/officeart/2005/8/layout/list1"/>
    <dgm:cxn modelId="{AA424D62-08C5-418D-BBD1-CE8762988B8B}" srcId="{D57D374E-863D-4A07-A9F8-60B5C67FE2FB}" destId="{B05FD5AF-FEFC-4C75-B67C-9019F3FD34BB}" srcOrd="1" destOrd="0" parTransId="{5AC076D3-7C11-4F59-A9B6-1BB2EE14CC83}" sibTransId="{726D3B60-3642-47CE-BBC0-FEA9D29901DE}"/>
    <dgm:cxn modelId="{2BE9EB63-52CB-42FC-A361-4DEDB51A33AD}" type="presOf" srcId="{F9047C94-BD89-4299-BA44-870773E7E8CE}" destId="{2323582C-8CD4-4320-A47A-3CFD09F73434}" srcOrd="0" destOrd="0" presId="urn:microsoft.com/office/officeart/2005/8/layout/list1"/>
    <dgm:cxn modelId="{4CE77749-2C58-49AA-91C5-D0C8DEF73135}" type="presOf" srcId="{DDBA94AB-2C83-4F95-926C-AB1D38901E7C}" destId="{8B2EB486-FC17-4958-9FF3-9BA9B445FA35}" srcOrd="1" destOrd="0" presId="urn:microsoft.com/office/officeart/2005/8/layout/list1"/>
    <dgm:cxn modelId="{C775076A-E7E7-482D-B770-58F98931C817}" srcId="{F9047C94-BD89-4299-BA44-870773E7E8CE}" destId="{44DF4F80-D20C-4C51-B749-9B2C7F375BDB}" srcOrd="1" destOrd="0" parTransId="{8B0F934F-EBD9-4651-9FCB-A2E70787EC44}" sibTransId="{44CAE617-E40B-4C05-BDE8-E3E0D7D210B3}"/>
    <dgm:cxn modelId="{D67DE372-8268-46EA-A67D-F0DDEB8C3357}" type="presOf" srcId="{D57D374E-863D-4A07-A9F8-60B5C67FE2FB}" destId="{6B3B933C-674C-4919-B3FB-2EB08C94B747}" srcOrd="1" destOrd="0" presId="urn:microsoft.com/office/officeart/2005/8/layout/list1"/>
    <dgm:cxn modelId="{A5E43389-E127-4C9F-A9B0-52FD08751555}" type="presOf" srcId="{B05FD5AF-FEFC-4C75-B67C-9019F3FD34BB}" destId="{71C504D9-D2CF-400C-B46B-B272566791C3}" srcOrd="0" destOrd="1" presId="urn:microsoft.com/office/officeart/2005/8/layout/list1"/>
    <dgm:cxn modelId="{C4E36C8E-6D6D-45E2-A201-2E5437761ED0}" srcId="{D57D374E-863D-4A07-A9F8-60B5C67FE2FB}" destId="{C77B9ECE-DB4A-4CB9-988A-3AFB6950CF92}" srcOrd="0" destOrd="0" parTransId="{AD425187-4CCD-4616-8EDB-2CB5C01A413F}" sibTransId="{9D084A40-3D09-40B3-B7A5-17797A028BFB}"/>
    <dgm:cxn modelId="{CBA9DC93-ACB7-478D-A6BA-40AA9DDF9DF3}" type="presOf" srcId="{F9047C94-BD89-4299-BA44-870773E7E8CE}" destId="{0E4E1DA5-9EF3-4CEA-BEAA-A7DF20CECD9E}" srcOrd="1" destOrd="0" presId="urn:microsoft.com/office/officeart/2005/8/layout/list1"/>
    <dgm:cxn modelId="{B0A0199B-E7C9-4961-ABDD-E71AEEB80F0F}" srcId="{5764DE89-C65B-43D9-AD2F-84B318C34F6F}" destId="{F9047C94-BD89-4299-BA44-870773E7E8CE}" srcOrd="1" destOrd="0" parTransId="{0B2D3E46-4637-445C-A2BA-4756B7FAA147}" sibTransId="{5ADEAFB6-B047-4A04-AAEA-BAA5B53E9FF3}"/>
    <dgm:cxn modelId="{FD36199E-F2C8-4EA6-BCCB-B49CD28CE370}" srcId="{F9047C94-BD89-4299-BA44-870773E7E8CE}" destId="{19CFDA96-9A8E-45E3-8F8B-5EC0700F00DD}" srcOrd="0" destOrd="0" parTransId="{B5DE2F4C-691A-4978-A992-683F39382D1A}" sibTransId="{2EE3146E-3B30-40C8-9313-9DC0AE9C090D}"/>
    <dgm:cxn modelId="{7BE6F0AC-2A3A-42A7-9081-DD566C210314}" srcId="{DDBA94AB-2C83-4F95-926C-AB1D38901E7C}" destId="{D8061B9B-D88A-4E58-B3AB-ABD399EF6A9F}" srcOrd="2" destOrd="0" parTransId="{F48387FF-3899-4361-BD19-D8F5CDBFB60F}" sibTransId="{FECCFDD4-C454-4757-83AA-D7B0D4276BEB}"/>
    <dgm:cxn modelId="{80D73FB0-5619-4532-B9AB-E8E9D42C0A62}" srcId="{5764DE89-C65B-43D9-AD2F-84B318C34F6F}" destId="{D57D374E-863D-4A07-A9F8-60B5C67FE2FB}" srcOrd="2" destOrd="0" parTransId="{00361B9A-3776-4552-A3FF-D0EFBA1A8011}" sibTransId="{BD5E9AF0-8672-4A00-9032-AD502F8DCA65}"/>
    <dgm:cxn modelId="{0A603BC4-583E-491C-B747-A7C791C3D5C6}" type="presOf" srcId="{D57D374E-863D-4A07-A9F8-60B5C67FE2FB}" destId="{7E6BED3F-53DA-4F0B-87F8-D703DC0A6728}" srcOrd="0" destOrd="0" presId="urn:microsoft.com/office/officeart/2005/8/layout/list1"/>
    <dgm:cxn modelId="{4B3860C8-98BE-438B-BAF3-EA86F1B11CF3}" type="presOf" srcId="{04A34822-9AD0-45A3-BBE4-E406CE93B4DB}" destId="{65D5D8DA-3965-446B-A9F4-504112EE4B89}" srcOrd="0" destOrd="0" presId="urn:microsoft.com/office/officeart/2005/8/layout/list1"/>
    <dgm:cxn modelId="{0AEE02EF-4A9A-48F8-8548-8DCC4328507B}" type="presOf" srcId="{44DF4F80-D20C-4C51-B749-9B2C7F375BDB}" destId="{DFBE66FA-C85A-4C4B-89E2-C35AD5ADC534}" srcOrd="0" destOrd="1" presId="urn:microsoft.com/office/officeart/2005/8/layout/list1"/>
    <dgm:cxn modelId="{8C73A6F1-5308-4945-AA35-DF84D97E8319}" srcId="{5764DE89-C65B-43D9-AD2F-84B318C34F6F}" destId="{DDBA94AB-2C83-4F95-926C-AB1D38901E7C}" srcOrd="0" destOrd="0" parTransId="{B68B463E-0B1E-4CB1-A7A6-A5DE2587E2AF}" sibTransId="{ABADCE06-98AE-4A84-97E3-81B4B2176D3D}"/>
    <dgm:cxn modelId="{7CFCEFF3-8506-4ABC-8B88-B406301BBD6F}" type="presOf" srcId="{C77B9ECE-DB4A-4CB9-988A-3AFB6950CF92}" destId="{71C504D9-D2CF-400C-B46B-B272566791C3}" srcOrd="0" destOrd="0" presId="urn:microsoft.com/office/officeart/2005/8/layout/list1"/>
    <dgm:cxn modelId="{88F5F092-EAF0-46D9-87E1-827EB43E9181}" type="presParOf" srcId="{D74A0C12-553C-4FD5-AEC0-F4D0000C94DD}" destId="{B9F82277-D39B-4B82-B73F-8BFF2A380570}" srcOrd="0" destOrd="0" presId="urn:microsoft.com/office/officeart/2005/8/layout/list1"/>
    <dgm:cxn modelId="{97FF253E-EC26-4C81-A077-4D32621B16DD}" type="presParOf" srcId="{B9F82277-D39B-4B82-B73F-8BFF2A380570}" destId="{B40FE385-8C21-4C43-931E-7106373D96E9}" srcOrd="0" destOrd="0" presId="urn:microsoft.com/office/officeart/2005/8/layout/list1"/>
    <dgm:cxn modelId="{3ACAE6D9-9941-4159-AA43-11BDCFF08AA0}" type="presParOf" srcId="{B9F82277-D39B-4B82-B73F-8BFF2A380570}" destId="{8B2EB486-FC17-4958-9FF3-9BA9B445FA35}" srcOrd="1" destOrd="0" presId="urn:microsoft.com/office/officeart/2005/8/layout/list1"/>
    <dgm:cxn modelId="{EB36D0D1-ACB0-4B04-AEED-4C3AD22EB908}" type="presParOf" srcId="{D74A0C12-553C-4FD5-AEC0-F4D0000C94DD}" destId="{C57724EB-3000-4636-B461-51ACEE3DAEFF}" srcOrd="1" destOrd="0" presId="urn:microsoft.com/office/officeart/2005/8/layout/list1"/>
    <dgm:cxn modelId="{BCA0746C-7180-40C9-BC03-CD4797D6D169}" type="presParOf" srcId="{D74A0C12-553C-4FD5-AEC0-F4D0000C94DD}" destId="{65D5D8DA-3965-446B-A9F4-504112EE4B89}" srcOrd="2" destOrd="0" presId="urn:microsoft.com/office/officeart/2005/8/layout/list1"/>
    <dgm:cxn modelId="{4A38D396-B39A-4198-A0EC-621508B10624}" type="presParOf" srcId="{D74A0C12-553C-4FD5-AEC0-F4D0000C94DD}" destId="{8FFDBAC2-50CA-4F85-B6DC-6068C440D64C}" srcOrd="3" destOrd="0" presId="urn:microsoft.com/office/officeart/2005/8/layout/list1"/>
    <dgm:cxn modelId="{186CFA0D-D281-47E0-90D6-E70CC0F9B7AD}" type="presParOf" srcId="{D74A0C12-553C-4FD5-AEC0-F4D0000C94DD}" destId="{01F2A7F2-E6EB-423E-A76F-CCB77CB3D531}" srcOrd="4" destOrd="0" presId="urn:microsoft.com/office/officeart/2005/8/layout/list1"/>
    <dgm:cxn modelId="{103EA0AE-E37D-44BB-9AF9-5A89C2194F36}" type="presParOf" srcId="{01F2A7F2-E6EB-423E-A76F-CCB77CB3D531}" destId="{2323582C-8CD4-4320-A47A-3CFD09F73434}" srcOrd="0" destOrd="0" presId="urn:microsoft.com/office/officeart/2005/8/layout/list1"/>
    <dgm:cxn modelId="{2AF8CF3E-611B-4806-9F12-C3EA6734F9E8}" type="presParOf" srcId="{01F2A7F2-E6EB-423E-A76F-CCB77CB3D531}" destId="{0E4E1DA5-9EF3-4CEA-BEAA-A7DF20CECD9E}" srcOrd="1" destOrd="0" presId="urn:microsoft.com/office/officeart/2005/8/layout/list1"/>
    <dgm:cxn modelId="{D35D2927-6050-4D4D-B9E2-7786A58489E6}" type="presParOf" srcId="{D74A0C12-553C-4FD5-AEC0-F4D0000C94DD}" destId="{3E8FBB73-7A55-49BC-996A-DC499371BF16}" srcOrd="5" destOrd="0" presId="urn:microsoft.com/office/officeart/2005/8/layout/list1"/>
    <dgm:cxn modelId="{FDE9D581-3310-4DEA-9708-BF5B5DFFB347}" type="presParOf" srcId="{D74A0C12-553C-4FD5-AEC0-F4D0000C94DD}" destId="{DFBE66FA-C85A-4C4B-89E2-C35AD5ADC534}" srcOrd="6" destOrd="0" presId="urn:microsoft.com/office/officeart/2005/8/layout/list1"/>
    <dgm:cxn modelId="{34F02C58-4E2A-417E-A94D-E7289F569E23}" type="presParOf" srcId="{D74A0C12-553C-4FD5-AEC0-F4D0000C94DD}" destId="{FE2FC5EE-24E5-4031-9F6E-225A26B00163}" srcOrd="7" destOrd="0" presId="urn:microsoft.com/office/officeart/2005/8/layout/list1"/>
    <dgm:cxn modelId="{2544FA19-372E-4CFD-8A7C-6C7B92C87AD7}" type="presParOf" srcId="{D74A0C12-553C-4FD5-AEC0-F4D0000C94DD}" destId="{CCC8080F-9CC6-4EBA-9C3C-3E5F6F936AD1}" srcOrd="8" destOrd="0" presId="urn:microsoft.com/office/officeart/2005/8/layout/list1"/>
    <dgm:cxn modelId="{2E8F3D43-94D5-4AA8-8916-E0DB5C91843F}" type="presParOf" srcId="{CCC8080F-9CC6-4EBA-9C3C-3E5F6F936AD1}" destId="{7E6BED3F-53DA-4F0B-87F8-D703DC0A6728}" srcOrd="0" destOrd="0" presId="urn:microsoft.com/office/officeart/2005/8/layout/list1"/>
    <dgm:cxn modelId="{FBBEA4F3-3653-4694-9091-FA60CDC3B57C}" type="presParOf" srcId="{CCC8080F-9CC6-4EBA-9C3C-3E5F6F936AD1}" destId="{6B3B933C-674C-4919-B3FB-2EB08C94B747}" srcOrd="1" destOrd="0" presId="urn:microsoft.com/office/officeart/2005/8/layout/list1"/>
    <dgm:cxn modelId="{8A1E4B23-78DF-44ED-BAF8-92FE7DF95766}" type="presParOf" srcId="{D74A0C12-553C-4FD5-AEC0-F4D0000C94DD}" destId="{18757B9B-34A0-4566-814D-96767F5A4624}" srcOrd="9" destOrd="0" presId="urn:microsoft.com/office/officeart/2005/8/layout/list1"/>
    <dgm:cxn modelId="{365B538D-D334-44F5-88E6-1072CBBDEF30}" type="presParOf" srcId="{D74A0C12-553C-4FD5-AEC0-F4D0000C94DD}" destId="{71C504D9-D2CF-400C-B46B-B272566791C3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9.xml><?xml version="1.0" encoding="utf-8"?>
<dgm:dataModel xmlns:dgm="http://schemas.openxmlformats.org/drawingml/2006/diagram" xmlns:a="http://schemas.openxmlformats.org/drawingml/2006/main">
  <dgm:ptLst>
    <dgm:pt modelId="{0E011285-961D-4A07-B17E-1DF15572A2EF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E19579D1-1889-434B-8BA7-72FC5A7D669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Any nodes that do not upgrade to the new</a:t>
          </a:r>
          <a:r>
            <a:rPr lang="tr-TR"/>
            <a:t> </a:t>
          </a:r>
          <a:r>
            <a:rPr lang="en-US"/>
            <a:t>consensus rules </a:t>
          </a:r>
        </a:p>
      </dgm:t>
    </dgm:pt>
    <dgm:pt modelId="{2F2F95C7-8FA5-4D6A-B6D1-D264A36B057C}" type="parTrans" cxnId="{1833707F-18D5-4F55-8F55-C05200FCE492}">
      <dgm:prSet/>
      <dgm:spPr/>
      <dgm:t>
        <a:bodyPr/>
        <a:lstStyle/>
        <a:p>
          <a:endParaRPr lang="en-US"/>
        </a:p>
      </dgm:t>
    </dgm:pt>
    <dgm:pt modelId="{C8C0B0B4-B96A-4C56-B738-6EF937128FDE}" type="sibTrans" cxnId="{1833707F-18D5-4F55-8F55-C05200FCE492}">
      <dgm:prSet/>
      <dgm:spPr/>
      <dgm:t>
        <a:bodyPr/>
        <a:lstStyle/>
        <a:p>
          <a:endParaRPr lang="en-US"/>
        </a:p>
      </dgm:t>
    </dgm:pt>
    <dgm:pt modelId="{8587C4AA-63C5-46EF-A916-458D6839121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are unable to participate in the consensus mechanism </a:t>
          </a:r>
        </a:p>
      </dgm:t>
    </dgm:pt>
    <dgm:pt modelId="{3D3658DA-5B8F-44AD-BCD2-65C38C743119}" type="parTrans" cxnId="{60211E2A-60FA-4A44-A1C1-63382927C27C}">
      <dgm:prSet/>
      <dgm:spPr/>
      <dgm:t>
        <a:bodyPr/>
        <a:lstStyle/>
        <a:p>
          <a:endParaRPr lang="en-US"/>
        </a:p>
      </dgm:t>
    </dgm:pt>
    <dgm:pt modelId="{5586DD36-A6D7-456A-939D-6AC1B5FE9594}" type="sibTrans" cxnId="{60211E2A-60FA-4A44-A1C1-63382927C27C}">
      <dgm:prSet/>
      <dgm:spPr/>
      <dgm:t>
        <a:bodyPr/>
        <a:lstStyle/>
        <a:p>
          <a:endParaRPr lang="en-US"/>
        </a:p>
      </dgm:t>
    </dgm:pt>
    <dgm:pt modelId="{DEC68EE5-50DC-4F51-8D6F-2E87F439067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are forced</a:t>
          </a:r>
          <a:r>
            <a:rPr lang="tr-TR"/>
            <a:t> </a:t>
          </a:r>
          <a:r>
            <a:rPr lang="en-US"/>
            <a:t>onto a separate chain at the moment of the hard fork. </a:t>
          </a:r>
        </a:p>
      </dgm:t>
    </dgm:pt>
    <dgm:pt modelId="{B13558B9-B803-450C-A7B6-72707EECFC08}" type="parTrans" cxnId="{19C49F18-C595-4987-855E-ADC2FEE6754D}">
      <dgm:prSet/>
      <dgm:spPr/>
      <dgm:t>
        <a:bodyPr/>
        <a:lstStyle/>
        <a:p>
          <a:endParaRPr lang="en-US"/>
        </a:p>
      </dgm:t>
    </dgm:pt>
    <dgm:pt modelId="{516E0F5C-C0D8-49C6-B415-E360C6D92024}" type="sibTrans" cxnId="{19C49F18-C595-4987-855E-ADC2FEE6754D}">
      <dgm:prSet/>
      <dgm:spPr/>
      <dgm:t>
        <a:bodyPr/>
        <a:lstStyle/>
        <a:p>
          <a:endParaRPr lang="en-US"/>
        </a:p>
      </dgm:t>
    </dgm:pt>
    <dgm:pt modelId="{30D130B0-3D92-4E9C-AAF8-C85C546595D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Thus, a change introduced by a</a:t>
          </a:r>
          <a:r>
            <a:rPr lang="tr-TR"/>
            <a:t> </a:t>
          </a:r>
          <a:r>
            <a:rPr lang="en-US"/>
            <a:t>hard fork </a:t>
          </a:r>
        </a:p>
      </dgm:t>
    </dgm:pt>
    <dgm:pt modelId="{B09891B1-0221-4CA2-B309-0032C875ABA3}" type="parTrans" cxnId="{FE066638-0C94-4C99-8DDD-FDAC15332E73}">
      <dgm:prSet/>
      <dgm:spPr/>
      <dgm:t>
        <a:bodyPr/>
        <a:lstStyle/>
        <a:p>
          <a:endParaRPr lang="en-US"/>
        </a:p>
      </dgm:t>
    </dgm:pt>
    <dgm:pt modelId="{7B612770-3726-4D66-817D-DF6B93D1A294}" type="sibTrans" cxnId="{FE066638-0C94-4C99-8DDD-FDAC15332E73}">
      <dgm:prSet/>
      <dgm:spPr/>
      <dgm:t>
        <a:bodyPr/>
        <a:lstStyle/>
        <a:p>
          <a:endParaRPr lang="en-US"/>
        </a:p>
      </dgm:t>
    </dgm:pt>
    <dgm:pt modelId="{7A174FCE-FE3D-4A74-B0D5-D84CD1C65E4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can be thought of as </a:t>
          </a:r>
          <a:r>
            <a:rPr lang="en-US" b="1"/>
            <a:t>not</a:t>
          </a:r>
          <a:r>
            <a:rPr lang="en-US"/>
            <a:t> “forward compatible,” </a:t>
          </a:r>
        </a:p>
      </dgm:t>
    </dgm:pt>
    <dgm:pt modelId="{8ACECF25-3AF4-42CA-ADE4-60952F66A9B0}" type="parTrans" cxnId="{7F93E553-C906-4941-97A2-474A92E4051D}">
      <dgm:prSet/>
      <dgm:spPr/>
      <dgm:t>
        <a:bodyPr/>
        <a:lstStyle/>
        <a:p>
          <a:endParaRPr lang="en-US"/>
        </a:p>
      </dgm:t>
    </dgm:pt>
    <dgm:pt modelId="{521159C7-D902-4937-81E7-8A98397920DB}" type="sibTrans" cxnId="{7F93E553-C906-4941-97A2-474A92E4051D}">
      <dgm:prSet/>
      <dgm:spPr/>
      <dgm:t>
        <a:bodyPr/>
        <a:lstStyle/>
        <a:p>
          <a:endParaRPr lang="en-US"/>
        </a:p>
      </dgm:t>
    </dgm:pt>
    <dgm:pt modelId="{D44E122F-3EEF-4DB1-A74A-89120760E79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nonupgraded systems</a:t>
          </a:r>
          <a:r>
            <a:rPr lang="tr-TR"/>
            <a:t> </a:t>
          </a:r>
          <a:endParaRPr lang="en-US"/>
        </a:p>
      </dgm:t>
    </dgm:pt>
    <dgm:pt modelId="{AFD2FB8F-492E-48F4-B9E9-7FD5F118936B}" type="parTrans" cxnId="{D97248D8-6A70-42C6-954D-C5D0CDFD57D5}">
      <dgm:prSet/>
      <dgm:spPr/>
      <dgm:t>
        <a:bodyPr/>
        <a:lstStyle/>
        <a:p>
          <a:endParaRPr lang="en-US"/>
        </a:p>
      </dgm:t>
    </dgm:pt>
    <dgm:pt modelId="{6702A665-4082-4864-86C2-01567D861C4C}" type="sibTrans" cxnId="{D97248D8-6A70-42C6-954D-C5D0CDFD57D5}">
      <dgm:prSet/>
      <dgm:spPr/>
      <dgm:t>
        <a:bodyPr/>
        <a:lstStyle/>
        <a:p>
          <a:endParaRPr lang="en-US"/>
        </a:p>
      </dgm:t>
    </dgm:pt>
    <dgm:pt modelId="{C94C4FA6-1277-4E52-9742-A50793A05B5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can no longer process the new consensus rules.</a:t>
          </a:r>
        </a:p>
      </dgm:t>
    </dgm:pt>
    <dgm:pt modelId="{F2AB297B-D505-4273-A3F4-31B7CA69B6E0}" type="parTrans" cxnId="{0C0B300C-60FB-4DC6-875A-F5A5F5679CF4}">
      <dgm:prSet/>
      <dgm:spPr/>
      <dgm:t>
        <a:bodyPr/>
        <a:lstStyle/>
        <a:p>
          <a:endParaRPr lang="en-US"/>
        </a:p>
      </dgm:t>
    </dgm:pt>
    <dgm:pt modelId="{9F135B79-5ABC-4949-984E-5E06211718EE}" type="sibTrans" cxnId="{0C0B300C-60FB-4DC6-875A-F5A5F5679CF4}">
      <dgm:prSet/>
      <dgm:spPr/>
      <dgm:t>
        <a:bodyPr/>
        <a:lstStyle/>
        <a:p>
          <a:endParaRPr lang="en-US"/>
        </a:p>
      </dgm:t>
    </dgm:pt>
    <dgm:pt modelId="{576FC053-7135-446B-AD0C-858F1273BCDD}" type="pres">
      <dgm:prSet presAssocID="{0E011285-961D-4A07-B17E-1DF15572A2EF}" presName="root" presStyleCnt="0">
        <dgm:presLayoutVars>
          <dgm:dir/>
          <dgm:resizeHandles val="exact"/>
        </dgm:presLayoutVars>
      </dgm:prSet>
      <dgm:spPr/>
    </dgm:pt>
    <dgm:pt modelId="{883E14E0-76A2-41F3-9C3A-E7A209347C67}" type="pres">
      <dgm:prSet presAssocID="{E19579D1-1889-434B-8BA7-72FC5A7D6691}" presName="compNode" presStyleCnt="0"/>
      <dgm:spPr/>
    </dgm:pt>
    <dgm:pt modelId="{1AFB8255-BC26-43D8-BFD7-696982AE9EF8}" type="pres">
      <dgm:prSet presAssocID="{E19579D1-1889-434B-8BA7-72FC5A7D6691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ğlı değil"/>
        </a:ext>
      </dgm:extLst>
    </dgm:pt>
    <dgm:pt modelId="{36BC7893-7DE1-4440-8350-5711D2929AD6}" type="pres">
      <dgm:prSet presAssocID="{E19579D1-1889-434B-8BA7-72FC5A7D6691}" presName="iconSpace" presStyleCnt="0"/>
      <dgm:spPr/>
    </dgm:pt>
    <dgm:pt modelId="{BA8CE2A2-F4DC-49D4-A9BA-1E832C8EAB1C}" type="pres">
      <dgm:prSet presAssocID="{E19579D1-1889-434B-8BA7-72FC5A7D6691}" presName="parTx" presStyleLbl="revTx" presStyleIdx="0" presStyleCnt="6">
        <dgm:presLayoutVars>
          <dgm:chMax val="0"/>
          <dgm:chPref val="0"/>
        </dgm:presLayoutVars>
      </dgm:prSet>
      <dgm:spPr/>
    </dgm:pt>
    <dgm:pt modelId="{132941D4-46D6-4006-90C4-E1236BC5B03C}" type="pres">
      <dgm:prSet presAssocID="{E19579D1-1889-434B-8BA7-72FC5A7D6691}" presName="txSpace" presStyleCnt="0"/>
      <dgm:spPr/>
    </dgm:pt>
    <dgm:pt modelId="{04D6E041-DD01-4365-AA25-87BE72D32A00}" type="pres">
      <dgm:prSet presAssocID="{E19579D1-1889-434B-8BA7-72FC5A7D6691}" presName="desTx" presStyleLbl="revTx" presStyleIdx="1" presStyleCnt="6">
        <dgm:presLayoutVars/>
      </dgm:prSet>
      <dgm:spPr/>
    </dgm:pt>
    <dgm:pt modelId="{5D949AF4-0B52-40F5-B37B-CBC1686B68FE}" type="pres">
      <dgm:prSet presAssocID="{C8C0B0B4-B96A-4C56-B738-6EF937128FDE}" presName="sibTrans" presStyleCnt="0"/>
      <dgm:spPr/>
    </dgm:pt>
    <dgm:pt modelId="{1B52F5B8-C875-498D-A2B1-18D2C814D0E9}" type="pres">
      <dgm:prSet presAssocID="{30D130B0-3D92-4E9C-AAF8-C85C546595D0}" presName="compNode" presStyleCnt="0"/>
      <dgm:spPr/>
    </dgm:pt>
    <dgm:pt modelId="{977D0C36-0B36-4CF9-8D2A-E8C7EEF7F6FF}" type="pres">
      <dgm:prSet presAssocID="{30D130B0-3D92-4E9C-AAF8-C85C546595D0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Çatal"/>
        </a:ext>
      </dgm:extLst>
    </dgm:pt>
    <dgm:pt modelId="{D321C312-F6DF-428B-821B-4404BDD9E359}" type="pres">
      <dgm:prSet presAssocID="{30D130B0-3D92-4E9C-AAF8-C85C546595D0}" presName="iconSpace" presStyleCnt="0"/>
      <dgm:spPr/>
    </dgm:pt>
    <dgm:pt modelId="{BAF0FF2F-579D-43C7-A780-821818FB7EC5}" type="pres">
      <dgm:prSet presAssocID="{30D130B0-3D92-4E9C-AAF8-C85C546595D0}" presName="parTx" presStyleLbl="revTx" presStyleIdx="2" presStyleCnt="6">
        <dgm:presLayoutVars>
          <dgm:chMax val="0"/>
          <dgm:chPref val="0"/>
        </dgm:presLayoutVars>
      </dgm:prSet>
      <dgm:spPr/>
    </dgm:pt>
    <dgm:pt modelId="{E1A4AA6B-2B5B-4265-97B7-B8127E70D002}" type="pres">
      <dgm:prSet presAssocID="{30D130B0-3D92-4E9C-AAF8-C85C546595D0}" presName="txSpace" presStyleCnt="0"/>
      <dgm:spPr/>
    </dgm:pt>
    <dgm:pt modelId="{6CB8508B-F368-42B7-8A57-6D8C9058324C}" type="pres">
      <dgm:prSet presAssocID="{30D130B0-3D92-4E9C-AAF8-C85C546595D0}" presName="desTx" presStyleLbl="revTx" presStyleIdx="3" presStyleCnt="6">
        <dgm:presLayoutVars/>
      </dgm:prSet>
      <dgm:spPr/>
    </dgm:pt>
    <dgm:pt modelId="{18B144CC-DD2E-4731-A00C-D9341CF87439}" type="pres">
      <dgm:prSet presAssocID="{7B612770-3726-4D66-817D-DF6B93D1A294}" presName="sibTrans" presStyleCnt="0"/>
      <dgm:spPr/>
    </dgm:pt>
    <dgm:pt modelId="{AF2F9798-E194-4621-A2DA-8CB6A1EA10CA}" type="pres">
      <dgm:prSet presAssocID="{D44E122F-3EEF-4DB1-A74A-89120760E79A}" presName="compNode" presStyleCnt="0"/>
      <dgm:spPr/>
    </dgm:pt>
    <dgm:pt modelId="{10171610-64B1-4209-B8EB-AA5C4C132631}" type="pres">
      <dgm:prSet presAssocID="{D44E122F-3EEF-4DB1-A74A-89120760E79A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Arrow Circle"/>
        </a:ext>
      </dgm:extLst>
    </dgm:pt>
    <dgm:pt modelId="{2E51E2C9-9586-4AC6-B47D-3538A76B61B2}" type="pres">
      <dgm:prSet presAssocID="{D44E122F-3EEF-4DB1-A74A-89120760E79A}" presName="iconSpace" presStyleCnt="0"/>
      <dgm:spPr/>
    </dgm:pt>
    <dgm:pt modelId="{1E92E879-5C15-447D-B89D-6CBD4AE3B99D}" type="pres">
      <dgm:prSet presAssocID="{D44E122F-3EEF-4DB1-A74A-89120760E79A}" presName="parTx" presStyleLbl="revTx" presStyleIdx="4" presStyleCnt="6">
        <dgm:presLayoutVars>
          <dgm:chMax val="0"/>
          <dgm:chPref val="0"/>
        </dgm:presLayoutVars>
      </dgm:prSet>
      <dgm:spPr/>
    </dgm:pt>
    <dgm:pt modelId="{082C5A99-B63D-4A58-85C3-60B3BDADFEC4}" type="pres">
      <dgm:prSet presAssocID="{D44E122F-3EEF-4DB1-A74A-89120760E79A}" presName="txSpace" presStyleCnt="0"/>
      <dgm:spPr/>
    </dgm:pt>
    <dgm:pt modelId="{53D08032-6E36-4587-AEA3-08B0B808687D}" type="pres">
      <dgm:prSet presAssocID="{D44E122F-3EEF-4DB1-A74A-89120760E79A}" presName="desTx" presStyleLbl="revTx" presStyleIdx="5" presStyleCnt="6">
        <dgm:presLayoutVars/>
      </dgm:prSet>
      <dgm:spPr/>
    </dgm:pt>
  </dgm:ptLst>
  <dgm:cxnLst>
    <dgm:cxn modelId="{6AAC8F02-F245-4C8F-A443-9E7DE733DD0B}" type="presOf" srcId="{0E011285-961D-4A07-B17E-1DF15572A2EF}" destId="{576FC053-7135-446B-AD0C-858F1273BCDD}" srcOrd="0" destOrd="0" presId="urn:microsoft.com/office/officeart/2018/2/layout/IconLabelDescriptionList"/>
    <dgm:cxn modelId="{725D4B03-03FF-419B-B39B-6C5D26124EB3}" type="presOf" srcId="{7A174FCE-FE3D-4A74-B0D5-D84CD1C65E49}" destId="{6CB8508B-F368-42B7-8A57-6D8C9058324C}" srcOrd="0" destOrd="0" presId="urn:microsoft.com/office/officeart/2018/2/layout/IconLabelDescriptionList"/>
    <dgm:cxn modelId="{AC2BF60B-D37C-40CC-8797-C5BA0B7BB58A}" type="presOf" srcId="{C94C4FA6-1277-4E52-9742-A50793A05B50}" destId="{53D08032-6E36-4587-AEA3-08B0B808687D}" srcOrd="0" destOrd="0" presId="urn:microsoft.com/office/officeart/2018/2/layout/IconLabelDescriptionList"/>
    <dgm:cxn modelId="{0C0B300C-60FB-4DC6-875A-F5A5F5679CF4}" srcId="{D44E122F-3EEF-4DB1-A74A-89120760E79A}" destId="{C94C4FA6-1277-4E52-9742-A50793A05B50}" srcOrd="0" destOrd="0" parTransId="{F2AB297B-D505-4273-A3F4-31B7CA69B6E0}" sibTransId="{9F135B79-5ABC-4949-984E-5E06211718EE}"/>
    <dgm:cxn modelId="{19C49F18-C595-4987-855E-ADC2FEE6754D}" srcId="{E19579D1-1889-434B-8BA7-72FC5A7D6691}" destId="{DEC68EE5-50DC-4F51-8D6F-2E87F4390674}" srcOrd="1" destOrd="0" parTransId="{B13558B9-B803-450C-A7B6-72707EECFC08}" sibTransId="{516E0F5C-C0D8-49C6-B415-E360C6D92024}"/>
    <dgm:cxn modelId="{60211E2A-60FA-4A44-A1C1-63382927C27C}" srcId="{E19579D1-1889-434B-8BA7-72FC5A7D6691}" destId="{8587C4AA-63C5-46EF-A916-458D68391215}" srcOrd="0" destOrd="0" parTransId="{3D3658DA-5B8F-44AD-BCD2-65C38C743119}" sibTransId="{5586DD36-A6D7-456A-939D-6AC1B5FE9594}"/>
    <dgm:cxn modelId="{FE066638-0C94-4C99-8DDD-FDAC15332E73}" srcId="{0E011285-961D-4A07-B17E-1DF15572A2EF}" destId="{30D130B0-3D92-4E9C-AAF8-C85C546595D0}" srcOrd="1" destOrd="0" parTransId="{B09891B1-0221-4CA2-B309-0032C875ABA3}" sibTransId="{7B612770-3726-4D66-817D-DF6B93D1A294}"/>
    <dgm:cxn modelId="{51671E42-F310-452A-9140-DA790B1D4D20}" type="presOf" srcId="{E19579D1-1889-434B-8BA7-72FC5A7D6691}" destId="{BA8CE2A2-F4DC-49D4-A9BA-1E832C8EAB1C}" srcOrd="0" destOrd="0" presId="urn:microsoft.com/office/officeart/2018/2/layout/IconLabelDescriptionList"/>
    <dgm:cxn modelId="{B76DC967-6D39-4DEF-8322-80013CD2E9D8}" type="presOf" srcId="{DEC68EE5-50DC-4F51-8D6F-2E87F4390674}" destId="{04D6E041-DD01-4365-AA25-87BE72D32A00}" srcOrd="0" destOrd="1" presId="urn:microsoft.com/office/officeart/2018/2/layout/IconLabelDescriptionList"/>
    <dgm:cxn modelId="{7F93E553-C906-4941-97A2-474A92E4051D}" srcId="{30D130B0-3D92-4E9C-AAF8-C85C546595D0}" destId="{7A174FCE-FE3D-4A74-B0D5-D84CD1C65E49}" srcOrd="0" destOrd="0" parTransId="{8ACECF25-3AF4-42CA-ADE4-60952F66A9B0}" sibTransId="{521159C7-D902-4937-81E7-8A98397920DB}"/>
    <dgm:cxn modelId="{1833707F-18D5-4F55-8F55-C05200FCE492}" srcId="{0E011285-961D-4A07-B17E-1DF15572A2EF}" destId="{E19579D1-1889-434B-8BA7-72FC5A7D6691}" srcOrd="0" destOrd="0" parTransId="{2F2F95C7-8FA5-4D6A-B6D1-D264A36B057C}" sibTransId="{C8C0B0B4-B96A-4C56-B738-6EF937128FDE}"/>
    <dgm:cxn modelId="{6CF02D83-6BE6-4C76-83C3-0959B49C6CB1}" type="presOf" srcId="{30D130B0-3D92-4E9C-AAF8-C85C546595D0}" destId="{BAF0FF2F-579D-43C7-A780-821818FB7EC5}" srcOrd="0" destOrd="0" presId="urn:microsoft.com/office/officeart/2018/2/layout/IconLabelDescriptionList"/>
    <dgm:cxn modelId="{A09DA798-BDE5-4D55-B5C8-67EBCE20A1C3}" type="presOf" srcId="{8587C4AA-63C5-46EF-A916-458D68391215}" destId="{04D6E041-DD01-4365-AA25-87BE72D32A00}" srcOrd="0" destOrd="0" presId="urn:microsoft.com/office/officeart/2018/2/layout/IconLabelDescriptionList"/>
    <dgm:cxn modelId="{D97248D8-6A70-42C6-954D-C5D0CDFD57D5}" srcId="{0E011285-961D-4A07-B17E-1DF15572A2EF}" destId="{D44E122F-3EEF-4DB1-A74A-89120760E79A}" srcOrd="2" destOrd="0" parTransId="{AFD2FB8F-492E-48F4-B9E9-7FD5F118936B}" sibTransId="{6702A665-4082-4864-86C2-01567D861C4C}"/>
    <dgm:cxn modelId="{FD8444F0-54BE-4912-A95B-D56F313C854B}" type="presOf" srcId="{D44E122F-3EEF-4DB1-A74A-89120760E79A}" destId="{1E92E879-5C15-447D-B89D-6CBD4AE3B99D}" srcOrd="0" destOrd="0" presId="urn:microsoft.com/office/officeart/2018/2/layout/IconLabelDescriptionList"/>
    <dgm:cxn modelId="{F320C53D-5B42-468F-BC5A-049263B7B2DE}" type="presParOf" srcId="{576FC053-7135-446B-AD0C-858F1273BCDD}" destId="{883E14E0-76A2-41F3-9C3A-E7A209347C67}" srcOrd="0" destOrd="0" presId="urn:microsoft.com/office/officeart/2018/2/layout/IconLabelDescriptionList"/>
    <dgm:cxn modelId="{DB9D8200-1282-4CE0-B2F5-E63DA679CECE}" type="presParOf" srcId="{883E14E0-76A2-41F3-9C3A-E7A209347C67}" destId="{1AFB8255-BC26-43D8-BFD7-696982AE9EF8}" srcOrd="0" destOrd="0" presId="urn:microsoft.com/office/officeart/2018/2/layout/IconLabelDescriptionList"/>
    <dgm:cxn modelId="{3C06E2F2-C1D3-43BD-8F52-D79E553DC9BD}" type="presParOf" srcId="{883E14E0-76A2-41F3-9C3A-E7A209347C67}" destId="{36BC7893-7DE1-4440-8350-5711D2929AD6}" srcOrd="1" destOrd="0" presId="urn:microsoft.com/office/officeart/2018/2/layout/IconLabelDescriptionList"/>
    <dgm:cxn modelId="{589C7CF3-BFA9-4980-AE61-88E52A7AD59F}" type="presParOf" srcId="{883E14E0-76A2-41F3-9C3A-E7A209347C67}" destId="{BA8CE2A2-F4DC-49D4-A9BA-1E832C8EAB1C}" srcOrd="2" destOrd="0" presId="urn:microsoft.com/office/officeart/2018/2/layout/IconLabelDescriptionList"/>
    <dgm:cxn modelId="{D2595CA9-41DB-4996-9655-F009FD918FFF}" type="presParOf" srcId="{883E14E0-76A2-41F3-9C3A-E7A209347C67}" destId="{132941D4-46D6-4006-90C4-E1236BC5B03C}" srcOrd="3" destOrd="0" presId="urn:microsoft.com/office/officeart/2018/2/layout/IconLabelDescriptionList"/>
    <dgm:cxn modelId="{23B4337E-5038-482F-AD31-A6B654BC9EC0}" type="presParOf" srcId="{883E14E0-76A2-41F3-9C3A-E7A209347C67}" destId="{04D6E041-DD01-4365-AA25-87BE72D32A00}" srcOrd="4" destOrd="0" presId="urn:microsoft.com/office/officeart/2018/2/layout/IconLabelDescriptionList"/>
    <dgm:cxn modelId="{F980EE52-C439-40F6-8135-F7147C287EC4}" type="presParOf" srcId="{576FC053-7135-446B-AD0C-858F1273BCDD}" destId="{5D949AF4-0B52-40F5-B37B-CBC1686B68FE}" srcOrd="1" destOrd="0" presId="urn:microsoft.com/office/officeart/2018/2/layout/IconLabelDescriptionList"/>
    <dgm:cxn modelId="{344AD8D9-E582-4CB0-BC94-77D38E1B9AAB}" type="presParOf" srcId="{576FC053-7135-446B-AD0C-858F1273BCDD}" destId="{1B52F5B8-C875-498D-A2B1-18D2C814D0E9}" srcOrd="2" destOrd="0" presId="urn:microsoft.com/office/officeart/2018/2/layout/IconLabelDescriptionList"/>
    <dgm:cxn modelId="{97AB2488-21D9-4019-8F68-2FEE270FAE1E}" type="presParOf" srcId="{1B52F5B8-C875-498D-A2B1-18D2C814D0E9}" destId="{977D0C36-0B36-4CF9-8D2A-E8C7EEF7F6FF}" srcOrd="0" destOrd="0" presId="urn:microsoft.com/office/officeart/2018/2/layout/IconLabelDescriptionList"/>
    <dgm:cxn modelId="{C423B0A4-0659-4BFE-B235-78F612224AA6}" type="presParOf" srcId="{1B52F5B8-C875-498D-A2B1-18D2C814D0E9}" destId="{D321C312-F6DF-428B-821B-4404BDD9E359}" srcOrd="1" destOrd="0" presId="urn:microsoft.com/office/officeart/2018/2/layout/IconLabelDescriptionList"/>
    <dgm:cxn modelId="{A310F3A7-BDD4-4913-99F6-B7A57CA59241}" type="presParOf" srcId="{1B52F5B8-C875-498D-A2B1-18D2C814D0E9}" destId="{BAF0FF2F-579D-43C7-A780-821818FB7EC5}" srcOrd="2" destOrd="0" presId="urn:microsoft.com/office/officeart/2018/2/layout/IconLabelDescriptionList"/>
    <dgm:cxn modelId="{221A5CD4-E787-4DDF-AC64-BF62F5E6CB4E}" type="presParOf" srcId="{1B52F5B8-C875-498D-A2B1-18D2C814D0E9}" destId="{E1A4AA6B-2B5B-4265-97B7-B8127E70D002}" srcOrd="3" destOrd="0" presId="urn:microsoft.com/office/officeart/2018/2/layout/IconLabelDescriptionList"/>
    <dgm:cxn modelId="{B726BC3E-8307-4BAC-A3EA-1EAD6BA6F387}" type="presParOf" srcId="{1B52F5B8-C875-498D-A2B1-18D2C814D0E9}" destId="{6CB8508B-F368-42B7-8A57-6D8C9058324C}" srcOrd="4" destOrd="0" presId="urn:microsoft.com/office/officeart/2018/2/layout/IconLabelDescriptionList"/>
    <dgm:cxn modelId="{D321D1DF-2D1A-4EB4-875B-9A4924445676}" type="presParOf" srcId="{576FC053-7135-446B-AD0C-858F1273BCDD}" destId="{18B144CC-DD2E-4731-A00C-D9341CF87439}" srcOrd="3" destOrd="0" presId="urn:microsoft.com/office/officeart/2018/2/layout/IconLabelDescriptionList"/>
    <dgm:cxn modelId="{17ADB658-4A82-457E-9E84-7D5998F4E18E}" type="presParOf" srcId="{576FC053-7135-446B-AD0C-858F1273BCDD}" destId="{AF2F9798-E194-4621-A2DA-8CB6A1EA10CA}" srcOrd="4" destOrd="0" presId="urn:microsoft.com/office/officeart/2018/2/layout/IconLabelDescriptionList"/>
    <dgm:cxn modelId="{DD0C248F-C24A-4355-B7C7-C3F26E9CD720}" type="presParOf" srcId="{AF2F9798-E194-4621-A2DA-8CB6A1EA10CA}" destId="{10171610-64B1-4209-B8EB-AA5C4C132631}" srcOrd="0" destOrd="0" presId="urn:microsoft.com/office/officeart/2018/2/layout/IconLabelDescriptionList"/>
    <dgm:cxn modelId="{90E0A02F-7806-4097-A276-B05E64E4FAEA}" type="presParOf" srcId="{AF2F9798-E194-4621-A2DA-8CB6A1EA10CA}" destId="{2E51E2C9-9586-4AC6-B47D-3538A76B61B2}" srcOrd="1" destOrd="0" presId="urn:microsoft.com/office/officeart/2018/2/layout/IconLabelDescriptionList"/>
    <dgm:cxn modelId="{7C612ECE-EA11-45D5-8A3B-6BA227936397}" type="presParOf" srcId="{AF2F9798-E194-4621-A2DA-8CB6A1EA10CA}" destId="{1E92E879-5C15-447D-B89D-6CBD4AE3B99D}" srcOrd="2" destOrd="0" presId="urn:microsoft.com/office/officeart/2018/2/layout/IconLabelDescriptionList"/>
    <dgm:cxn modelId="{9C4F61D1-5A53-48AA-AF4B-BC6BEAAA4596}" type="presParOf" srcId="{AF2F9798-E194-4621-A2DA-8CB6A1EA10CA}" destId="{082C5A99-B63D-4A58-85C3-60B3BDADFEC4}" srcOrd="3" destOrd="0" presId="urn:microsoft.com/office/officeart/2018/2/layout/IconLabelDescriptionList"/>
    <dgm:cxn modelId="{5818C2A1-AAA9-4471-AEE4-2D61A1A92DA1}" type="presParOf" srcId="{AF2F9798-E194-4621-A2DA-8CB6A1EA10CA}" destId="{53D08032-6E36-4587-AEA3-08B0B808687D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0.xml><?xml version="1.0" encoding="utf-8"?>
<dgm:dataModel xmlns:dgm="http://schemas.openxmlformats.org/drawingml/2006/diagram" xmlns:a="http://schemas.openxmlformats.org/drawingml/2006/main">
  <dgm:ptLst>
    <dgm:pt modelId="{F3BC0264-02BF-47F4-BF51-1CB15584DD03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/>
      <dgm:spPr/>
      <dgm:t>
        <a:bodyPr/>
        <a:lstStyle/>
        <a:p>
          <a:endParaRPr lang="en-US"/>
        </a:p>
      </dgm:t>
    </dgm:pt>
    <dgm:pt modelId="{473BDEE9-4453-435A-892B-B257A3C9CE19}">
      <dgm:prSet/>
      <dgm:spPr/>
      <dgm:t>
        <a:bodyPr/>
        <a:lstStyle/>
        <a:p>
          <a:r>
            <a:rPr lang="tr-TR"/>
            <a:t>Circumstances </a:t>
          </a:r>
          <a:r>
            <a:rPr lang="en-US"/>
            <a:t>lead to a hard fork: </a:t>
          </a:r>
        </a:p>
      </dgm:t>
    </dgm:pt>
    <dgm:pt modelId="{76E4E964-49D1-45C0-B03B-3AED6B81D23E}" type="parTrans" cxnId="{B763CCDD-300F-4F5B-BA5A-03D1EE98244A}">
      <dgm:prSet/>
      <dgm:spPr/>
      <dgm:t>
        <a:bodyPr/>
        <a:lstStyle/>
        <a:p>
          <a:endParaRPr lang="en-US"/>
        </a:p>
      </dgm:t>
    </dgm:pt>
    <dgm:pt modelId="{92138BF8-DDD7-4AA6-8DEC-C528E19D7E65}" type="sibTrans" cxnId="{B763CCDD-300F-4F5B-BA5A-03D1EE98244A}">
      <dgm:prSet/>
      <dgm:spPr/>
      <dgm:t>
        <a:bodyPr/>
        <a:lstStyle/>
        <a:p>
          <a:endParaRPr lang="en-US"/>
        </a:p>
      </dgm:t>
    </dgm:pt>
    <dgm:pt modelId="{B7297027-8A82-4EC2-99A8-19201B47F4E7}">
      <dgm:prSet/>
      <dgm:spPr/>
      <dgm:t>
        <a:bodyPr/>
        <a:lstStyle/>
        <a:p>
          <a:r>
            <a:rPr lang="en-US"/>
            <a:t>a bug in the consensus rules </a:t>
          </a:r>
        </a:p>
      </dgm:t>
    </dgm:pt>
    <dgm:pt modelId="{DAC039DA-D4A5-4834-837E-CD111F06B167}" type="parTrans" cxnId="{BC4DE2BE-978D-4BDF-9894-05E8ADA33758}">
      <dgm:prSet/>
      <dgm:spPr/>
      <dgm:t>
        <a:bodyPr/>
        <a:lstStyle/>
        <a:p>
          <a:endParaRPr lang="en-US"/>
        </a:p>
      </dgm:t>
    </dgm:pt>
    <dgm:pt modelId="{0560852E-9083-4952-8A85-D52B1FDD56E1}" type="sibTrans" cxnId="{BC4DE2BE-978D-4BDF-9894-05E8ADA33758}">
      <dgm:prSet/>
      <dgm:spPr/>
      <dgm:t>
        <a:bodyPr/>
        <a:lstStyle/>
        <a:p>
          <a:endParaRPr lang="en-US"/>
        </a:p>
      </dgm:t>
    </dgm:pt>
    <dgm:pt modelId="{4B9F614F-F77E-4B52-80ED-3D7EF8345B77}">
      <dgm:prSet/>
      <dgm:spPr/>
      <dgm:t>
        <a:bodyPr/>
        <a:lstStyle/>
        <a:p>
          <a:r>
            <a:rPr lang="en-US"/>
            <a:t>and a deliberate modification of the</a:t>
          </a:r>
          <a:r>
            <a:rPr lang="tr-TR"/>
            <a:t> consensus rules</a:t>
          </a:r>
          <a:endParaRPr lang="en-US"/>
        </a:p>
      </dgm:t>
    </dgm:pt>
    <dgm:pt modelId="{F6CAB6AE-F88C-4AEE-ACBA-23115A63BE41}" type="parTrans" cxnId="{CAC489C4-DDA3-408A-AAE4-BF63A0AF585B}">
      <dgm:prSet/>
      <dgm:spPr/>
      <dgm:t>
        <a:bodyPr/>
        <a:lstStyle/>
        <a:p>
          <a:endParaRPr lang="en-US"/>
        </a:p>
      </dgm:t>
    </dgm:pt>
    <dgm:pt modelId="{0C49306C-288C-4E4F-91F0-F019D79A39B9}" type="sibTrans" cxnId="{CAC489C4-DDA3-408A-AAE4-BF63A0AF585B}">
      <dgm:prSet/>
      <dgm:spPr/>
      <dgm:t>
        <a:bodyPr/>
        <a:lstStyle/>
        <a:p>
          <a:endParaRPr lang="en-US"/>
        </a:p>
      </dgm:t>
    </dgm:pt>
    <dgm:pt modelId="{C8E12D2C-8C63-47B1-A081-94B23C423DD3}">
      <dgm:prSet/>
      <dgm:spPr/>
      <dgm:t>
        <a:bodyPr/>
        <a:lstStyle/>
        <a:p>
          <a:r>
            <a:rPr lang="tr-TR"/>
            <a:t>Software forks</a:t>
          </a:r>
          <a:endParaRPr lang="en-US"/>
        </a:p>
      </dgm:t>
    </dgm:pt>
    <dgm:pt modelId="{F432A61D-23C8-49D1-888F-736FE97490A2}" type="parTrans" cxnId="{A7B1188B-143A-4B25-A9DD-895097266D23}">
      <dgm:prSet/>
      <dgm:spPr/>
      <dgm:t>
        <a:bodyPr/>
        <a:lstStyle/>
        <a:p>
          <a:endParaRPr lang="en-US"/>
        </a:p>
      </dgm:t>
    </dgm:pt>
    <dgm:pt modelId="{8BB12BCD-D2A1-48F7-A41D-556BE1DE4465}" type="sibTrans" cxnId="{A7B1188B-143A-4B25-A9DD-895097266D23}">
      <dgm:prSet/>
      <dgm:spPr/>
      <dgm:t>
        <a:bodyPr/>
        <a:lstStyle/>
        <a:p>
          <a:endParaRPr lang="en-US"/>
        </a:p>
      </dgm:t>
    </dgm:pt>
    <dgm:pt modelId="{FA17142B-6F0F-47E7-A1A6-8B2CC8796134}">
      <dgm:prSet/>
      <dgm:spPr/>
      <dgm:t>
        <a:bodyPr/>
        <a:lstStyle/>
        <a:p>
          <a:r>
            <a:rPr lang="en-US"/>
            <a:t>a new software</a:t>
          </a:r>
          <a:r>
            <a:rPr lang="tr-TR"/>
            <a:t> </a:t>
          </a:r>
          <a:r>
            <a:rPr lang="en-US"/>
            <a:t>implementation of the consensus rules </a:t>
          </a:r>
        </a:p>
      </dgm:t>
    </dgm:pt>
    <dgm:pt modelId="{172DAA61-0439-48D4-9FB0-20B6E5C1A3EE}" type="parTrans" cxnId="{ED8F3A7B-B730-4B8D-AD82-2498844FD4EB}">
      <dgm:prSet/>
      <dgm:spPr/>
      <dgm:t>
        <a:bodyPr/>
        <a:lstStyle/>
        <a:p>
          <a:endParaRPr lang="en-US"/>
        </a:p>
      </dgm:t>
    </dgm:pt>
    <dgm:pt modelId="{4CEF9AD4-B850-4710-9D11-58F7A054B853}" type="sibTrans" cxnId="{ED8F3A7B-B730-4B8D-AD82-2498844FD4EB}">
      <dgm:prSet/>
      <dgm:spPr/>
      <dgm:t>
        <a:bodyPr/>
        <a:lstStyle/>
        <a:p>
          <a:endParaRPr lang="en-US"/>
        </a:p>
      </dgm:t>
    </dgm:pt>
    <dgm:pt modelId="{CD026179-B2BD-4581-827F-281595C19FB1}">
      <dgm:prSet/>
      <dgm:spPr/>
      <dgm:t>
        <a:bodyPr/>
        <a:lstStyle/>
        <a:p>
          <a:r>
            <a:rPr lang="tr-TR"/>
            <a:t>to</a:t>
          </a:r>
          <a:r>
            <a:rPr lang="en-US"/>
            <a:t> be developed, adopted, and</a:t>
          </a:r>
          <a:r>
            <a:rPr lang="tr-TR"/>
            <a:t> </a:t>
          </a:r>
          <a:r>
            <a:rPr lang="en-US"/>
            <a:t>launched</a:t>
          </a:r>
        </a:p>
      </dgm:t>
    </dgm:pt>
    <dgm:pt modelId="{849F418F-B7D5-4D29-B808-526A7AD50414}" type="parTrans" cxnId="{AC2C0601-ECAB-41E8-AD22-864D00C4B54D}">
      <dgm:prSet/>
      <dgm:spPr/>
      <dgm:t>
        <a:bodyPr/>
        <a:lstStyle/>
        <a:p>
          <a:endParaRPr lang="en-US"/>
        </a:p>
      </dgm:t>
    </dgm:pt>
    <dgm:pt modelId="{BCFD7A71-C008-4A32-A5C5-A0802AD600A7}" type="sibTrans" cxnId="{AC2C0601-ECAB-41E8-AD22-864D00C4B54D}">
      <dgm:prSet/>
      <dgm:spPr/>
      <dgm:t>
        <a:bodyPr/>
        <a:lstStyle/>
        <a:p>
          <a:endParaRPr lang="en-US"/>
        </a:p>
      </dgm:t>
    </dgm:pt>
    <dgm:pt modelId="{2F534ECB-F0D3-45D8-9640-D851A156F7FA}">
      <dgm:prSet/>
      <dgm:spPr/>
      <dgm:t>
        <a:bodyPr/>
        <a:lstStyle/>
        <a:p>
          <a:r>
            <a:rPr lang="tr-TR"/>
            <a:t>Not all software forks result in hard fork</a:t>
          </a:r>
          <a:endParaRPr lang="en-US"/>
        </a:p>
      </dgm:t>
    </dgm:pt>
    <dgm:pt modelId="{12093A21-23AD-41C5-9805-54DF66954910}" type="parTrans" cxnId="{6FD5CDCD-06E0-4023-9040-42A1FC6CD542}">
      <dgm:prSet/>
      <dgm:spPr/>
      <dgm:t>
        <a:bodyPr/>
        <a:lstStyle/>
        <a:p>
          <a:endParaRPr lang="en-US"/>
        </a:p>
      </dgm:t>
    </dgm:pt>
    <dgm:pt modelId="{010AA97D-BCBF-467B-B189-998B5A41CB0A}" type="sibTrans" cxnId="{6FD5CDCD-06E0-4023-9040-42A1FC6CD542}">
      <dgm:prSet/>
      <dgm:spPr/>
      <dgm:t>
        <a:bodyPr/>
        <a:lstStyle/>
        <a:p>
          <a:endParaRPr lang="en-US"/>
        </a:p>
      </dgm:t>
    </dgm:pt>
    <dgm:pt modelId="{CE8C64EB-60F5-4D4F-BA08-7197498DB5F6}">
      <dgm:prSet/>
      <dgm:spPr/>
      <dgm:t>
        <a:bodyPr/>
        <a:lstStyle/>
        <a:p>
          <a:r>
            <a:rPr lang="en-US"/>
            <a:t>Alternative</a:t>
          </a:r>
          <a:r>
            <a:rPr lang="tr-TR"/>
            <a:t> </a:t>
          </a:r>
          <a:r>
            <a:rPr lang="en-US"/>
            <a:t>implementations of Bitcoin Core, </a:t>
          </a:r>
        </a:p>
      </dgm:t>
    </dgm:pt>
    <dgm:pt modelId="{289CC752-7C28-424D-8EC8-F7AE51D5BFF9}" type="parTrans" cxnId="{4FD66A77-C563-47E6-8D46-A3F8DF01BB94}">
      <dgm:prSet/>
      <dgm:spPr/>
      <dgm:t>
        <a:bodyPr/>
        <a:lstStyle/>
        <a:p>
          <a:endParaRPr lang="en-US"/>
        </a:p>
      </dgm:t>
    </dgm:pt>
    <dgm:pt modelId="{CFB24C56-6B4C-492A-AF53-F1335169FA8E}" type="sibTrans" cxnId="{4FD66A77-C563-47E6-8D46-A3F8DF01BB94}">
      <dgm:prSet/>
      <dgm:spPr/>
      <dgm:t>
        <a:bodyPr/>
        <a:lstStyle/>
        <a:p>
          <a:endParaRPr lang="en-US"/>
        </a:p>
      </dgm:t>
    </dgm:pt>
    <dgm:pt modelId="{1709731A-DF6F-42F1-B90E-F2D3165CD7B6}">
      <dgm:prSet/>
      <dgm:spPr/>
      <dgm:t>
        <a:bodyPr/>
        <a:lstStyle/>
        <a:p>
          <a:r>
            <a:rPr lang="en-US"/>
            <a:t>software forks, </a:t>
          </a:r>
          <a:r>
            <a:rPr lang="tr-TR"/>
            <a:t>not changing </a:t>
          </a:r>
          <a:r>
            <a:rPr lang="en-US"/>
            <a:t>the</a:t>
          </a:r>
          <a:r>
            <a:rPr lang="tr-TR"/>
            <a:t> </a:t>
          </a:r>
          <a:r>
            <a:rPr lang="en-US"/>
            <a:t>consensus rules and barring a bug</a:t>
          </a:r>
        </a:p>
      </dgm:t>
    </dgm:pt>
    <dgm:pt modelId="{3445C33B-F247-4CC4-BF21-C81B88C4C22D}" type="parTrans" cxnId="{760B9D46-68F6-4363-936C-2B32F14E03CA}">
      <dgm:prSet/>
      <dgm:spPr/>
      <dgm:t>
        <a:bodyPr/>
        <a:lstStyle/>
        <a:p>
          <a:endParaRPr lang="en-US"/>
        </a:p>
      </dgm:t>
    </dgm:pt>
    <dgm:pt modelId="{B0EF06A5-E83B-4F54-AE9D-C3753970B566}" type="sibTrans" cxnId="{760B9D46-68F6-4363-936C-2B32F14E03CA}">
      <dgm:prSet/>
      <dgm:spPr/>
      <dgm:t>
        <a:bodyPr/>
        <a:lstStyle/>
        <a:p>
          <a:endParaRPr lang="en-US"/>
        </a:p>
      </dgm:t>
    </dgm:pt>
    <dgm:pt modelId="{1F2DEBC3-808C-4E52-9954-8ED0CDE05915}" type="pres">
      <dgm:prSet presAssocID="{F3BC0264-02BF-47F4-BF51-1CB15584DD03}" presName="linear" presStyleCnt="0">
        <dgm:presLayoutVars>
          <dgm:dir/>
          <dgm:animLvl val="lvl"/>
          <dgm:resizeHandles val="exact"/>
        </dgm:presLayoutVars>
      </dgm:prSet>
      <dgm:spPr/>
    </dgm:pt>
    <dgm:pt modelId="{4758EAA0-B0F9-46DD-A43A-FBC3F5A5DD07}" type="pres">
      <dgm:prSet presAssocID="{473BDEE9-4453-435A-892B-B257A3C9CE19}" presName="parentLin" presStyleCnt="0"/>
      <dgm:spPr/>
    </dgm:pt>
    <dgm:pt modelId="{53B8F4C3-0902-4C3F-8804-685E1F5804CF}" type="pres">
      <dgm:prSet presAssocID="{473BDEE9-4453-435A-892B-B257A3C9CE19}" presName="parentLeftMargin" presStyleLbl="node1" presStyleIdx="0" presStyleCnt="3"/>
      <dgm:spPr/>
    </dgm:pt>
    <dgm:pt modelId="{D5B3C002-79C0-4921-9344-14A9C5FE59E6}" type="pres">
      <dgm:prSet presAssocID="{473BDEE9-4453-435A-892B-B257A3C9CE19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4C3A3C19-ED2D-44CC-A160-BDBCFE705F55}" type="pres">
      <dgm:prSet presAssocID="{473BDEE9-4453-435A-892B-B257A3C9CE19}" presName="negativeSpace" presStyleCnt="0"/>
      <dgm:spPr/>
    </dgm:pt>
    <dgm:pt modelId="{D25AC790-0EE6-45D4-A6CE-CC347CE2075F}" type="pres">
      <dgm:prSet presAssocID="{473BDEE9-4453-435A-892B-B257A3C9CE19}" presName="childText" presStyleLbl="conFgAcc1" presStyleIdx="0" presStyleCnt="3">
        <dgm:presLayoutVars>
          <dgm:bulletEnabled val="1"/>
        </dgm:presLayoutVars>
      </dgm:prSet>
      <dgm:spPr/>
    </dgm:pt>
    <dgm:pt modelId="{CA992495-48C2-40AF-8115-024D2C9FA1C7}" type="pres">
      <dgm:prSet presAssocID="{92138BF8-DDD7-4AA6-8DEC-C528E19D7E65}" presName="spaceBetweenRectangles" presStyleCnt="0"/>
      <dgm:spPr/>
    </dgm:pt>
    <dgm:pt modelId="{02AEADD9-D0EA-412C-BE82-6671DF6DBC6E}" type="pres">
      <dgm:prSet presAssocID="{C8E12D2C-8C63-47B1-A081-94B23C423DD3}" presName="parentLin" presStyleCnt="0"/>
      <dgm:spPr/>
    </dgm:pt>
    <dgm:pt modelId="{77E374D8-1019-41AC-A1FB-25B39541CFA4}" type="pres">
      <dgm:prSet presAssocID="{C8E12D2C-8C63-47B1-A081-94B23C423DD3}" presName="parentLeftMargin" presStyleLbl="node1" presStyleIdx="0" presStyleCnt="3"/>
      <dgm:spPr/>
    </dgm:pt>
    <dgm:pt modelId="{1C4D3C93-FC58-4FEE-8783-805A4E58B0D1}" type="pres">
      <dgm:prSet presAssocID="{C8E12D2C-8C63-47B1-A081-94B23C423DD3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D058DB5E-52A9-4CEC-9D17-3A0F4DDDCFD6}" type="pres">
      <dgm:prSet presAssocID="{C8E12D2C-8C63-47B1-A081-94B23C423DD3}" presName="negativeSpace" presStyleCnt="0"/>
      <dgm:spPr/>
    </dgm:pt>
    <dgm:pt modelId="{46DE389D-A961-41D7-9F66-4903E513A062}" type="pres">
      <dgm:prSet presAssocID="{C8E12D2C-8C63-47B1-A081-94B23C423DD3}" presName="childText" presStyleLbl="conFgAcc1" presStyleIdx="1" presStyleCnt="3">
        <dgm:presLayoutVars>
          <dgm:bulletEnabled val="1"/>
        </dgm:presLayoutVars>
      </dgm:prSet>
      <dgm:spPr/>
    </dgm:pt>
    <dgm:pt modelId="{79F6EFD7-33D0-4E5A-9876-F22CF5487E3F}" type="pres">
      <dgm:prSet presAssocID="{8BB12BCD-D2A1-48F7-A41D-556BE1DE4465}" presName="spaceBetweenRectangles" presStyleCnt="0"/>
      <dgm:spPr/>
    </dgm:pt>
    <dgm:pt modelId="{68907E97-C69B-4C69-B1B0-B67F7B6A945C}" type="pres">
      <dgm:prSet presAssocID="{2F534ECB-F0D3-45D8-9640-D851A156F7FA}" presName="parentLin" presStyleCnt="0"/>
      <dgm:spPr/>
    </dgm:pt>
    <dgm:pt modelId="{9950DF44-3C04-476B-9609-F74AD629037C}" type="pres">
      <dgm:prSet presAssocID="{2F534ECB-F0D3-45D8-9640-D851A156F7FA}" presName="parentLeftMargin" presStyleLbl="node1" presStyleIdx="1" presStyleCnt="3"/>
      <dgm:spPr/>
    </dgm:pt>
    <dgm:pt modelId="{4B556897-2AF9-4496-9FC5-3282DD8C1833}" type="pres">
      <dgm:prSet presAssocID="{2F534ECB-F0D3-45D8-9640-D851A156F7FA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78E705FD-BB20-4E52-9447-07BF9C9EBB55}" type="pres">
      <dgm:prSet presAssocID="{2F534ECB-F0D3-45D8-9640-D851A156F7FA}" presName="negativeSpace" presStyleCnt="0"/>
      <dgm:spPr/>
    </dgm:pt>
    <dgm:pt modelId="{201ECC26-2163-4247-84A5-9FE1B34C871E}" type="pres">
      <dgm:prSet presAssocID="{2F534ECB-F0D3-45D8-9640-D851A156F7FA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AC2C0601-ECAB-41E8-AD22-864D00C4B54D}" srcId="{C8E12D2C-8C63-47B1-A081-94B23C423DD3}" destId="{CD026179-B2BD-4581-827F-281595C19FB1}" srcOrd="1" destOrd="0" parTransId="{849F418F-B7D5-4D29-B808-526A7AD50414}" sibTransId="{BCFD7A71-C008-4A32-A5C5-A0802AD600A7}"/>
    <dgm:cxn modelId="{0B48501B-152E-4D9A-8548-2C8EFEF503A3}" type="presOf" srcId="{FA17142B-6F0F-47E7-A1A6-8B2CC8796134}" destId="{46DE389D-A961-41D7-9F66-4903E513A062}" srcOrd="0" destOrd="0" presId="urn:microsoft.com/office/officeart/2005/8/layout/list1"/>
    <dgm:cxn modelId="{2AEF1525-8D39-40A5-BA5B-55A2B8B5E728}" type="presOf" srcId="{2F534ECB-F0D3-45D8-9640-D851A156F7FA}" destId="{4B556897-2AF9-4496-9FC5-3282DD8C1833}" srcOrd="1" destOrd="0" presId="urn:microsoft.com/office/officeart/2005/8/layout/list1"/>
    <dgm:cxn modelId="{FFA1612B-A523-48CC-80B4-F38D7CC371BA}" type="presOf" srcId="{B7297027-8A82-4EC2-99A8-19201B47F4E7}" destId="{D25AC790-0EE6-45D4-A6CE-CC347CE2075F}" srcOrd="0" destOrd="0" presId="urn:microsoft.com/office/officeart/2005/8/layout/list1"/>
    <dgm:cxn modelId="{760B9D46-68F6-4363-936C-2B32F14E03CA}" srcId="{2F534ECB-F0D3-45D8-9640-D851A156F7FA}" destId="{1709731A-DF6F-42F1-B90E-F2D3165CD7B6}" srcOrd="1" destOrd="0" parTransId="{3445C33B-F247-4CC4-BF21-C81B88C4C22D}" sibTransId="{B0EF06A5-E83B-4F54-AE9D-C3753970B566}"/>
    <dgm:cxn modelId="{4FCD2E69-21C4-4D43-BB8A-F9FD812D4F14}" type="presOf" srcId="{1709731A-DF6F-42F1-B90E-F2D3165CD7B6}" destId="{201ECC26-2163-4247-84A5-9FE1B34C871E}" srcOrd="0" destOrd="1" presId="urn:microsoft.com/office/officeart/2005/8/layout/list1"/>
    <dgm:cxn modelId="{351BC14E-0E9D-4550-B7FA-09485AF4CE2B}" type="presOf" srcId="{473BDEE9-4453-435A-892B-B257A3C9CE19}" destId="{D5B3C002-79C0-4921-9344-14A9C5FE59E6}" srcOrd="1" destOrd="0" presId="urn:microsoft.com/office/officeart/2005/8/layout/list1"/>
    <dgm:cxn modelId="{4FD66A77-C563-47E6-8D46-A3F8DF01BB94}" srcId="{2F534ECB-F0D3-45D8-9640-D851A156F7FA}" destId="{CE8C64EB-60F5-4D4F-BA08-7197498DB5F6}" srcOrd="0" destOrd="0" parTransId="{289CC752-7C28-424D-8EC8-F7AE51D5BFF9}" sibTransId="{CFB24C56-6B4C-492A-AF53-F1335169FA8E}"/>
    <dgm:cxn modelId="{ED8F3A7B-B730-4B8D-AD82-2498844FD4EB}" srcId="{C8E12D2C-8C63-47B1-A081-94B23C423DD3}" destId="{FA17142B-6F0F-47E7-A1A6-8B2CC8796134}" srcOrd="0" destOrd="0" parTransId="{172DAA61-0439-48D4-9FB0-20B6E5C1A3EE}" sibTransId="{4CEF9AD4-B850-4710-9D11-58F7A054B853}"/>
    <dgm:cxn modelId="{A7B1188B-143A-4B25-A9DD-895097266D23}" srcId="{F3BC0264-02BF-47F4-BF51-1CB15584DD03}" destId="{C8E12D2C-8C63-47B1-A081-94B23C423DD3}" srcOrd="1" destOrd="0" parTransId="{F432A61D-23C8-49D1-888F-736FE97490A2}" sibTransId="{8BB12BCD-D2A1-48F7-A41D-556BE1DE4465}"/>
    <dgm:cxn modelId="{68DAE28D-36ED-4FD0-BA48-CA43AD177995}" type="presOf" srcId="{CE8C64EB-60F5-4D4F-BA08-7197498DB5F6}" destId="{201ECC26-2163-4247-84A5-9FE1B34C871E}" srcOrd="0" destOrd="0" presId="urn:microsoft.com/office/officeart/2005/8/layout/list1"/>
    <dgm:cxn modelId="{AFAC8897-BC72-450B-AE06-BD79499F1805}" type="presOf" srcId="{4B9F614F-F77E-4B52-80ED-3D7EF8345B77}" destId="{D25AC790-0EE6-45D4-A6CE-CC347CE2075F}" srcOrd="0" destOrd="1" presId="urn:microsoft.com/office/officeart/2005/8/layout/list1"/>
    <dgm:cxn modelId="{F6D695B7-091E-4990-9ACA-4299AB264491}" type="presOf" srcId="{C8E12D2C-8C63-47B1-A081-94B23C423DD3}" destId="{1C4D3C93-FC58-4FEE-8783-805A4E58B0D1}" srcOrd="1" destOrd="0" presId="urn:microsoft.com/office/officeart/2005/8/layout/list1"/>
    <dgm:cxn modelId="{BC4DE2BE-978D-4BDF-9894-05E8ADA33758}" srcId="{473BDEE9-4453-435A-892B-B257A3C9CE19}" destId="{B7297027-8A82-4EC2-99A8-19201B47F4E7}" srcOrd="0" destOrd="0" parTransId="{DAC039DA-D4A5-4834-837E-CD111F06B167}" sibTransId="{0560852E-9083-4952-8A85-D52B1FDD56E1}"/>
    <dgm:cxn modelId="{CAC489C4-DDA3-408A-AAE4-BF63A0AF585B}" srcId="{473BDEE9-4453-435A-892B-B257A3C9CE19}" destId="{4B9F614F-F77E-4B52-80ED-3D7EF8345B77}" srcOrd="1" destOrd="0" parTransId="{F6CAB6AE-F88C-4AEE-ACBA-23115A63BE41}" sibTransId="{0C49306C-288C-4E4F-91F0-F019D79A39B9}"/>
    <dgm:cxn modelId="{6FD5CDCD-06E0-4023-9040-42A1FC6CD542}" srcId="{F3BC0264-02BF-47F4-BF51-1CB15584DD03}" destId="{2F534ECB-F0D3-45D8-9640-D851A156F7FA}" srcOrd="2" destOrd="0" parTransId="{12093A21-23AD-41C5-9805-54DF66954910}" sibTransId="{010AA97D-BCBF-467B-B189-998B5A41CB0A}"/>
    <dgm:cxn modelId="{5E07E2D2-F4FE-405F-A87D-D8C302518942}" type="presOf" srcId="{CD026179-B2BD-4581-827F-281595C19FB1}" destId="{46DE389D-A961-41D7-9F66-4903E513A062}" srcOrd="0" destOrd="1" presId="urn:microsoft.com/office/officeart/2005/8/layout/list1"/>
    <dgm:cxn modelId="{C927F8D9-7EB1-4DA5-8AA5-65BE72E7EE6E}" type="presOf" srcId="{C8E12D2C-8C63-47B1-A081-94B23C423DD3}" destId="{77E374D8-1019-41AC-A1FB-25B39541CFA4}" srcOrd="0" destOrd="0" presId="urn:microsoft.com/office/officeart/2005/8/layout/list1"/>
    <dgm:cxn modelId="{B763CCDD-300F-4F5B-BA5A-03D1EE98244A}" srcId="{F3BC0264-02BF-47F4-BF51-1CB15584DD03}" destId="{473BDEE9-4453-435A-892B-B257A3C9CE19}" srcOrd="0" destOrd="0" parTransId="{76E4E964-49D1-45C0-B03B-3AED6B81D23E}" sibTransId="{92138BF8-DDD7-4AA6-8DEC-C528E19D7E65}"/>
    <dgm:cxn modelId="{9D70F4E1-E46F-4A2D-9BC5-FE0D9EB1F35E}" type="presOf" srcId="{473BDEE9-4453-435A-892B-B257A3C9CE19}" destId="{53B8F4C3-0902-4C3F-8804-685E1F5804CF}" srcOrd="0" destOrd="0" presId="urn:microsoft.com/office/officeart/2005/8/layout/list1"/>
    <dgm:cxn modelId="{95DBCFF5-6C7F-45F0-B955-D6EC699EDD0D}" type="presOf" srcId="{F3BC0264-02BF-47F4-BF51-1CB15584DD03}" destId="{1F2DEBC3-808C-4E52-9954-8ED0CDE05915}" srcOrd="0" destOrd="0" presId="urn:microsoft.com/office/officeart/2005/8/layout/list1"/>
    <dgm:cxn modelId="{7C6EFBF7-EECA-4F38-A286-989C679834D4}" type="presOf" srcId="{2F534ECB-F0D3-45D8-9640-D851A156F7FA}" destId="{9950DF44-3C04-476B-9609-F74AD629037C}" srcOrd="0" destOrd="0" presId="urn:microsoft.com/office/officeart/2005/8/layout/list1"/>
    <dgm:cxn modelId="{790A19FC-FD08-4E47-91D2-DCD6DCD33D88}" type="presParOf" srcId="{1F2DEBC3-808C-4E52-9954-8ED0CDE05915}" destId="{4758EAA0-B0F9-46DD-A43A-FBC3F5A5DD07}" srcOrd="0" destOrd="0" presId="urn:microsoft.com/office/officeart/2005/8/layout/list1"/>
    <dgm:cxn modelId="{2B7E5937-AF33-44FA-8BB9-5D5BD4055BCB}" type="presParOf" srcId="{4758EAA0-B0F9-46DD-A43A-FBC3F5A5DD07}" destId="{53B8F4C3-0902-4C3F-8804-685E1F5804CF}" srcOrd="0" destOrd="0" presId="urn:microsoft.com/office/officeart/2005/8/layout/list1"/>
    <dgm:cxn modelId="{162A189E-5FFE-444A-B7B5-8D8C070D4107}" type="presParOf" srcId="{4758EAA0-B0F9-46DD-A43A-FBC3F5A5DD07}" destId="{D5B3C002-79C0-4921-9344-14A9C5FE59E6}" srcOrd="1" destOrd="0" presId="urn:microsoft.com/office/officeart/2005/8/layout/list1"/>
    <dgm:cxn modelId="{DD2DFDA2-23B5-42BE-9B35-DF8DE6CBCFBB}" type="presParOf" srcId="{1F2DEBC3-808C-4E52-9954-8ED0CDE05915}" destId="{4C3A3C19-ED2D-44CC-A160-BDBCFE705F55}" srcOrd="1" destOrd="0" presId="urn:microsoft.com/office/officeart/2005/8/layout/list1"/>
    <dgm:cxn modelId="{F424136F-D002-4C35-964B-FCC587142F2B}" type="presParOf" srcId="{1F2DEBC3-808C-4E52-9954-8ED0CDE05915}" destId="{D25AC790-0EE6-45D4-A6CE-CC347CE2075F}" srcOrd="2" destOrd="0" presId="urn:microsoft.com/office/officeart/2005/8/layout/list1"/>
    <dgm:cxn modelId="{24BFDB18-27EB-45DA-9E02-683D60AA0043}" type="presParOf" srcId="{1F2DEBC3-808C-4E52-9954-8ED0CDE05915}" destId="{CA992495-48C2-40AF-8115-024D2C9FA1C7}" srcOrd="3" destOrd="0" presId="urn:microsoft.com/office/officeart/2005/8/layout/list1"/>
    <dgm:cxn modelId="{D494253E-8138-4E0D-BF84-3241E7F13804}" type="presParOf" srcId="{1F2DEBC3-808C-4E52-9954-8ED0CDE05915}" destId="{02AEADD9-D0EA-412C-BE82-6671DF6DBC6E}" srcOrd="4" destOrd="0" presId="urn:microsoft.com/office/officeart/2005/8/layout/list1"/>
    <dgm:cxn modelId="{1C190454-8947-43CB-940E-51013740A427}" type="presParOf" srcId="{02AEADD9-D0EA-412C-BE82-6671DF6DBC6E}" destId="{77E374D8-1019-41AC-A1FB-25B39541CFA4}" srcOrd="0" destOrd="0" presId="urn:microsoft.com/office/officeart/2005/8/layout/list1"/>
    <dgm:cxn modelId="{33437F4E-E4E2-4713-8DD2-2878DE92E2C5}" type="presParOf" srcId="{02AEADD9-D0EA-412C-BE82-6671DF6DBC6E}" destId="{1C4D3C93-FC58-4FEE-8783-805A4E58B0D1}" srcOrd="1" destOrd="0" presId="urn:microsoft.com/office/officeart/2005/8/layout/list1"/>
    <dgm:cxn modelId="{48A8BE7E-3110-4B0F-9286-BF24AECA651C}" type="presParOf" srcId="{1F2DEBC3-808C-4E52-9954-8ED0CDE05915}" destId="{D058DB5E-52A9-4CEC-9D17-3A0F4DDDCFD6}" srcOrd="5" destOrd="0" presId="urn:microsoft.com/office/officeart/2005/8/layout/list1"/>
    <dgm:cxn modelId="{83621D54-A3E4-40EC-847E-A2E2AE2BBC56}" type="presParOf" srcId="{1F2DEBC3-808C-4E52-9954-8ED0CDE05915}" destId="{46DE389D-A961-41D7-9F66-4903E513A062}" srcOrd="6" destOrd="0" presId="urn:microsoft.com/office/officeart/2005/8/layout/list1"/>
    <dgm:cxn modelId="{A41878DD-16CB-4BBA-B353-320C15987FFE}" type="presParOf" srcId="{1F2DEBC3-808C-4E52-9954-8ED0CDE05915}" destId="{79F6EFD7-33D0-4E5A-9876-F22CF5487E3F}" srcOrd="7" destOrd="0" presId="urn:microsoft.com/office/officeart/2005/8/layout/list1"/>
    <dgm:cxn modelId="{F5BF80A3-879E-439C-A68A-30113C34C906}" type="presParOf" srcId="{1F2DEBC3-808C-4E52-9954-8ED0CDE05915}" destId="{68907E97-C69B-4C69-B1B0-B67F7B6A945C}" srcOrd="8" destOrd="0" presId="urn:microsoft.com/office/officeart/2005/8/layout/list1"/>
    <dgm:cxn modelId="{D5747157-9B3D-4D76-A515-5DD4EEB45912}" type="presParOf" srcId="{68907E97-C69B-4C69-B1B0-B67F7B6A945C}" destId="{9950DF44-3C04-476B-9609-F74AD629037C}" srcOrd="0" destOrd="0" presId="urn:microsoft.com/office/officeart/2005/8/layout/list1"/>
    <dgm:cxn modelId="{1E957A67-668D-4856-B907-35D64CF82D99}" type="presParOf" srcId="{68907E97-C69B-4C69-B1B0-B67F7B6A945C}" destId="{4B556897-2AF9-4496-9FC5-3282DD8C1833}" srcOrd="1" destOrd="0" presId="urn:microsoft.com/office/officeart/2005/8/layout/list1"/>
    <dgm:cxn modelId="{73231E76-F36A-455B-99F9-467327A8BEB7}" type="presParOf" srcId="{1F2DEBC3-808C-4E52-9954-8ED0CDE05915}" destId="{78E705FD-BB20-4E52-9447-07BF9C9EBB55}" srcOrd="9" destOrd="0" presId="urn:microsoft.com/office/officeart/2005/8/layout/list1"/>
    <dgm:cxn modelId="{2060C1AA-A41B-49E2-AAD1-28B930BE7F0D}" type="presParOf" srcId="{1F2DEBC3-808C-4E52-9954-8ED0CDE05915}" destId="{201ECC26-2163-4247-84A5-9FE1B34C871E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1.xml><?xml version="1.0" encoding="utf-8"?>
<dgm:dataModel xmlns:dgm="http://schemas.openxmlformats.org/drawingml/2006/diagram" xmlns:a="http://schemas.openxmlformats.org/drawingml/2006/main">
  <dgm:ptLst>
    <dgm:pt modelId="{1BE05560-23E4-4441-A66E-330BC74F5B79}" type="doc">
      <dgm:prSet loTypeId="urn:microsoft.com/office/officeart/2018/2/layout/IconLabel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E514C8EF-23A3-429D-BEFA-14BEB064A67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 the validation of transactions</a:t>
          </a:r>
          <a:r>
            <a:rPr lang="tr-TR"/>
            <a:t> or blocks</a:t>
          </a:r>
          <a:endParaRPr lang="en-US"/>
        </a:p>
      </dgm:t>
    </dgm:pt>
    <dgm:pt modelId="{639B6C00-1304-4C61-BDF4-31614EC521C0}" type="parTrans" cxnId="{EDB3839F-C6A8-4732-BF62-79103B75EE95}">
      <dgm:prSet/>
      <dgm:spPr/>
      <dgm:t>
        <a:bodyPr/>
        <a:lstStyle/>
        <a:p>
          <a:endParaRPr lang="en-US"/>
        </a:p>
      </dgm:t>
    </dgm:pt>
    <dgm:pt modelId="{766218BA-7BEF-42CD-8ED8-2935F425E608}" type="sibTrans" cxnId="{EDB3839F-C6A8-4732-BF62-79103B75EE95}">
      <dgm:prSet/>
      <dgm:spPr/>
      <dgm:t>
        <a:bodyPr/>
        <a:lstStyle/>
        <a:p>
          <a:endParaRPr lang="en-US"/>
        </a:p>
      </dgm:t>
    </dgm:pt>
    <dgm:pt modelId="{EE4B1430-AB03-4F0F-AECE-A97CEF5A383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apply to bitcoin scripts or cryptographic primitives</a:t>
          </a:r>
          <a:r>
            <a:rPr lang="tr-TR"/>
            <a:t> </a:t>
          </a:r>
          <a:r>
            <a:rPr lang="en-US"/>
            <a:t>such as digital signatures</a:t>
          </a:r>
        </a:p>
      </dgm:t>
    </dgm:pt>
    <dgm:pt modelId="{7E92D8C2-5E53-4395-BDEF-48C3215C7523}" type="parTrans" cxnId="{1EC7B651-25AA-460D-A5E3-FE677F9A9CCD}">
      <dgm:prSet/>
      <dgm:spPr/>
      <dgm:t>
        <a:bodyPr/>
        <a:lstStyle/>
        <a:p>
          <a:endParaRPr lang="en-US"/>
        </a:p>
      </dgm:t>
    </dgm:pt>
    <dgm:pt modelId="{31A79756-D202-4764-BABF-18440C95E4B0}" type="sibTrans" cxnId="{1EC7B651-25AA-460D-A5E3-FE677F9A9CCD}">
      <dgm:prSet/>
      <dgm:spPr/>
      <dgm:t>
        <a:bodyPr/>
        <a:lstStyle/>
        <a:p>
          <a:endParaRPr lang="en-US"/>
        </a:p>
      </dgm:t>
    </dgm:pt>
    <dgm:pt modelId="{B018D998-D08F-455B-868E-DAD8CF22353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because of implicit consensus constraints imposed by system limitations or</a:t>
          </a:r>
          <a:r>
            <a:rPr lang="tr-TR"/>
            <a:t> implementation details</a:t>
          </a:r>
          <a:endParaRPr lang="en-US"/>
        </a:p>
      </dgm:t>
    </dgm:pt>
    <dgm:pt modelId="{35753B5C-1083-4C7C-A83F-B781D96B56AD}" type="parTrans" cxnId="{F64C7E73-1E69-46BB-AC5F-3F4D5ED23D81}">
      <dgm:prSet/>
      <dgm:spPr/>
      <dgm:t>
        <a:bodyPr/>
        <a:lstStyle/>
        <a:p>
          <a:endParaRPr lang="en-US"/>
        </a:p>
      </dgm:t>
    </dgm:pt>
    <dgm:pt modelId="{D0BFFBBB-82D2-451F-B6F5-D5B789A1E963}" type="sibTrans" cxnId="{F64C7E73-1E69-46BB-AC5F-3F4D5ED23D81}">
      <dgm:prSet/>
      <dgm:spPr/>
      <dgm:t>
        <a:bodyPr/>
        <a:lstStyle/>
        <a:p>
          <a:endParaRPr lang="en-US"/>
        </a:p>
      </dgm:t>
    </dgm:pt>
    <dgm:pt modelId="{E93DDE1C-FAF7-4896-8C20-8CD9C0010C6A}" type="pres">
      <dgm:prSet presAssocID="{1BE05560-23E4-4441-A66E-330BC74F5B79}" presName="root" presStyleCnt="0">
        <dgm:presLayoutVars>
          <dgm:dir/>
          <dgm:resizeHandles val="exact"/>
        </dgm:presLayoutVars>
      </dgm:prSet>
      <dgm:spPr/>
    </dgm:pt>
    <dgm:pt modelId="{F486B5B3-3A26-4BAC-9E75-6CB37B2FE5D6}" type="pres">
      <dgm:prSet presAssocID="{E514C8EF-23A3-429D-BEFA-14BEB064A67F}" presName="compNode" presStyleCnt="0"/>
      <dgm:spPr/>
    </dgm:pt>
    <dgm:pt modelId="{3FA77F34-79F1-4295-A6DA-566477295CDB}" type="pres">
      <dgm:prSet presAssocID="{E514C8EF-23A3-429D-BEFA-14BEB064A67F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nay işareti"/>
        </a:ext>
      </dgm:extLst>
    </dgm:pt>
    <dgm:pt modelId="{D88B1021-BEE3-4DE9-A119-74E19459ADF2}" type="pres">
      <dgm:prSet presAssocID="{E514C8EF-23A3-429D-BEFA-14BEB064A67F}" presName="spaceRect" presStyleCnt="0"/>
      <dgm:spPr/>
    </dgm:pt>
    <dgm:pt modelId="{C7C2B9E2-0328-4CED-9365-D5DE45465BBB}" type="pres">
      <dgm:prSet presAssocID="{E514C8EF-23A3-429D-BEFA-14BEB064A67F}" presName="textRect" presStyleLbl="revTx" presStyleIdx="0" presStyleCnt="3">
        <dgm:presLayoutVars>
          <dgm:chMax val="1"/>
          <dgm:chPref val="1"/>
        </dgm:presLayoutVars>
      </dgm:prSet>
      <dgm:spPr/>
    </dgm:pt>
    <dgm:pt modelId="{E60B1C60-D5F0-4FCF-9CFA-76D995F5C200}" type="pres">
      <dgm:prSet presAssocID="{766218BA-7BEF-42CD-8ED8-2935F425E608}" presName="sibTrans" presStyleCnt="0"/>
      <dgm:spPr/>
    </dgm:pt>
    <dgm:pt modelId="{9213B299-88A7-46DE-82EB-32AFA2CDA2BF}" type="pres">
      <dgm:prSet presAssocID="{EE4B1430-AB03-4F0F-AECE-A97CEF5A3838}" presName="compNode" presStyleCnt="0"/>
      <dgm:spPr/>
    </dgm:pt>
    <dgm:pt modelId="{C7BBAE97-0067-494C-978B-3F76459EE2AE}" type="pres">
      <dgm:prSet presAssocID="{EE4B1430-AB03-4F0F-AECE-A97CEF5A3838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Anahtar"/>
        </a:ext>
      </dgm:extLst>
    </dgm:pt>
    <dgm:pt modelId="{576A7884-F864-4239-93E7-52BB372E4123}" type="pres">
      <dgm:prSet presAssocID="{EE4B1430-AB03-4F0F-AECE-A97CEF5A3838}" presName="spaceRect" presStyleCnt="0"/>
      <dgm:spPr/>
    </dgm:pt>
    <dgm:pt modelId="{2336882D-1133-4E86-AD1E-8C25D1B17800}" type="pres">
      <dgm:prSet presAssocID="{EE4B1430-AB03-4F0F-AECE-A97CEF5A3838}" presName="textRect" presStyleLbl="revTx" presStyleIdx="1" presStyleCnt="3">
        <dgm:presLayoutVars>
          <dgm:chMax val="1"/>
          <dgm:chPref val="1"/>
        </dgm:presLayoutVars>
      </dgm:prSet>
      <dgm:spPr/>
    </dgm:pt>
    <dgm:pt modelId="{685B3A1B-4D8A-45D2-B478-0100EAAD74A9}" type="pres">
      <dgm:prSet presAssocID="{31A79756-D202-4764-BABF-18440C95E4B0}" presName="sibTrans" presStyleCnt="0"/>
      <dgm:spPr/>
    </dgm:pt>
    <dgm:pt modelId="{0DB883C5-3760-43C7-AB8E-0BFAC7C2F8AD}" type="pres">
      <dgm:prSet presAssocID="{B018D998-D08F-455B-868E-DAD8CF223533}" presName="compNode" presStyleCnt="0"/>
      <dgm:spPr/>
    </dgm:pt>
    <dgm:pt modelId="{320F746F-4E2F-4218-959A-5A9BBCA4FDB2}" type="pres">
      <dgm:prSet presAssocID="{B018D998-D08F-455B-868E-DAD8CF223533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ahriş edici"/>
        </a:ext>
      </dgm:extLst>
    </dgm:pt>
    <dgm:pt modelId="{9A02178F-375B-4072-A995-C8A1FE933ED4}" type="pres">
      <dgm:prSet presAssocID="{B018D998-D08F-455B-868E-DAD8CF223533}" presName="spaceRect" presStyleCnt="0"/>
      <dgm:spPr/>
    </dgm:pt>
    <dgm:pt modelId="{7ACC0A40-1321-41A7-958B-CFD20182739A}" type="pres">
      <dgm:prSet presAssocID="{B018D998-D08F-455B-868E-DAD8CF223533}" presName="textRect" presStyleLbl="revTx" presStyleIdx="2" presStyleCnt="3">
        <dgm:presLayoutVars>
          <dgm:chMax val="1"/>
          <dgm:chPref val="1"/>
        </dgm:presLayoutVars>
      </dgm:prSet>
      <dgm:spPr/>
    </dgm:pt>
  </dgm:ptLst>
  <dgm:cxnLst>
    <dgm:cxn modelId="{A6D89441-CB7A-47D4-AEB8-C4ED78329FF7}" type="presOf" srcId="{E514C8EF-23A3-429D-BEFA-14BEB064A67F}" destId="{C7C2B9E2-0328-4CED-9365-D5DE45465BBB}" srcOrd="0" destOrd="0" presId="urn:microsoft.com/office/officeart/2018/2/layout/IconLabelList"/>
    <dgm:cxn modelId="{BE864670-407D-4872-9BA7-00ED9AB84640}" type="presOf" srcId="{1BE05560-23E4-4441-A66E-330BC74F5B79}" destId="{E93DDE1C-FAF7-4896-8C20-8CD9C0010C6A}" srcOrd="0" destOrd="0" presId="urn:microsoft.com/office/officeart/2018/2/layout/IconLabelList"/>
    <dgm:cxn modelId="{1EC7B651-25AA-460D-A5E3-FE677F9A9CCD}" srcId="{1BE05560-23E4-4441-A66E-330BC74F5B79}" destId="{EE4B1430-AB03-4F0F-AECE-A97CEF5A3838}" srcOrd="1" destOrd="0" parTransId="{7E92D8C2-5E53-4395-BDEF-48C3215C7523}" sibTransId="{31A79756-D202-4764-BABF-18440C95E4B0}"/>
    <dgm:cxn modelId="{F64C7E73-1E69-46BB-AC5F-3F4D5ED23D81}" srcId="{1BE05560-23E4-4441-A66E-330BC74F5B79}" destId="{B018D998-D08F-455B-868E-DAD8CF223533}" srcOrd="2" destOrd="0" parTransId="{35753B5C-1083-4C7C-A83F-B781D96B56AD}" sibTransId="{D0BFFBBB-82D2-451F-B6F5-D5B789A1E963}"/>
    <dgm:cxn modelId="{678B2989-0DD3-415B-B9F1-464F50EAF6B8}" type="presOf" srcId="{B018D998-D08F-455B-868E-DAD8CF223533}" destId="{7ACC0A40-1321-41A7-958B-CFD20182739A}" srcOrd="0" destOrd="0" presId="urn:microsoft.com/office/officeart/2018/2/layout/IconLabelList"/>
    <dgm:cxn modelId="{EDB3839F-C6A8-4732-BF62-79103B75EE95}" srcId="{1BE05560-23E4-4441-A66E-330BC74F5B79}" destId="{E514C8EF-23A3-429D-BEFA-14BEB064A67F}" srcOrd="0" destOrd="0" parTransId="{639B6C00-1304-4C61-BDF4-31614EC521C0}" sibTransId="{766218BA-7BEF-42CD-8ED8-2935F425E608}"/>
    <dgm:cxn modelId="{11758AD3-5B09-459E-A0E5-044262ABC415}" type="presOf" srcId="{EE4B1430-AB03-4F0F-AECE-A97CEF5A3838}" destId="{2336882D-1133-4E86-AD1E-8C25D1B17800}" srcOrd="0" destOrd="0" presId="urn:microsoft.com/office/officeart/2018/2/layout/IconLabelList"/>
    <dgm:cxn modelId="{526C3663-DE7E-43D2-A491-7EF490DDBC5A}" type="presParOf" srcId="{E93DDE1C-FAF7-4896-8C20-8CD9C0010C6A}" destId="{F486B5B3-3A26-4BAC-9E75-6CB37B2FE5D6}" srcOrd="0" destOrd="0" presId="urn:microsoft.com/office/officeart/2018/2/layout/IconLabelList"/>
    <dgm:cxn modelId="{D2C0779E-9FD8-411F-BD81-0ACA25D84022}" type="presParOf" srcId="{F486B5B3-3A26-4BAC-9E75-6CB37B2FE5D6}" destId="{3FA77F34-79F1-4295-A6DA-566477295CDB}" srcOrd="0" destOrd="0" presId="urn:microsoft.com/office/officeart/2018/2/layout/IconLabelList"/>
    <dgm:cxn modelId="{12AE728F-9FC7-49C7-B69A-01455FE1DB2D}" type="presParOf" srcId="{F486B5B3-3A26-4BAC-9E75-6CB37B2FE5D6}" destId="{D88B1021-BEE3-4DE9-A119-74E19459ADF2}" srcOrd="1" destOrd="0" presId="urn:microsoft.com/office/officeart/2018/2/layout/IconLabelList"/>
    <dgm:cxn modelId="{4C7B1290-1C22-43AB-89BE-F893481675D0}" type="presParOf" srcId="{F486B5B3-3A26-4BAC-9E75-6CB37B2FE5D6}" destId="{C7C2B9E2-0328-4CED-9365-D5DE45465BBB}" srcOrd="2" destOrd="0" presId="urn:microsoft.com/office/officeart/2018/2/layout/IconLabelList"/>
    <dgm:cxn modelId="{0C37A457-4311-4860-A93E-1A27F77B2B34}" type="presParOf" srcId="{E93DDE1C-FAF7-4896-8C20-8CD9C0010C6A}" destId="{E60B1C60-D5F0-4FCF-9CFA-76D995F5C200}" srcOrd="1" destOrd="0" presId="urn:microsoft.com/office/officeart/2018/2/layout/IconLabelList"/>
    <dgm:cxn modelId="{E0BF0179-4CB9-483F-A34F-6DE37E9BA40F}" type="presParOf" srcId="{E93DDE1C-FAF7-4896-8C20-8CD9C0010C6A}" destId="{9213B299-88A7-46DE-82EB-32AFA2CDA2BF}" srcOrd="2" destOrd="0" presId="urn:microsoft.com/office/officeart/2018/2/layout/IconLabelList"/>
    <dgm:cxn modelId="{3999C413-88ED-4A2C-BEF6-4469157ECD0D}" type="presParOf" srcId="{9213B299-88A7-46DE-82EB-32AFA2CDA2BF}" destId="{C7BBAE97-0067-494C-978B-3F76459EE2AE}" srcOrd="0" destOrd="0" presId="urn:microsoft.com/office/officeart/2018/2/layout/IconLabelList"/>
    <dgm:cxn modelId="{13E91D7A-BD30-4B8D-8B7F-76C1AEAF07B3}" type="presParOf" srcId="{9213B299-88A7-46DE-82EB-32AFA2CDA2BF}" destId="{576A7884-F864-4239-93E7-52BB372E4123}" srcOrd="1" destOrd="0" presId="urn:microsoft.com/office/officeart/2018/2/layout/IconLabelList"/>
    <dgm:cxn modelId="{99270FDF-25AD-45C9-BEA1-4A92FEC292CB}" type="presParOf" srcId="{9213B299-88A7-46DE-82EB-32AFA2CDA2BF}" destId="{2336882D-1133-4E86-AD1E-8C25D1B17800}" srcOrd="2" destOrd="0" presId="urn:microsoft.com/office/officeart/2018/2/layout/IconLabelList"/>
    <dgm:cxn modelId="{6829AC0D-0186-4DD2-9787-E8E028264F28}" type="presParOf" srcId="{E93DDE1C-FAF7-4896-8C20-8CD9C0010C6A}" destId="{685B3A1B-4D8A-45D2-B478-0100EAAD74A9}" srcOrd="3" destOrd="0" presId="urn:microsoft.com/office/officeart/2018/2/layout/IconLabelList"/>
    <dgm:cxn modelId="{BF100E44-B533-418C-93A2-264BA53CE2F3}" type="presParOf" srcId="{E93DDE1C-FAF7-4896-8C20-8CD9C0010C6A}" destId="{0DB883C5-3760-43C7-AB8E-0BFAC7C2F8AD}" srcOrd="4" destOrd="0" presId="urn:microsoft.com/office/officeart/2018/2/layout/IconLabelList"/>
    <dgm:cxn modelId="{8633B245-D085-404D-9AC4-C29D966CF076}" type="presParOf" srcId="{0DB883C5-3760-43C7-AB8E-0BFAC7C2F8AD}" destId="{320F746F-4E2F-4218-959A-5A9BBCA4FDB2}" srcOrd="0" destOrd="0" presId="urn:microsoft.com/office/officeart/2018/2/layout/IconLabelList"/>
    <dgm:cxn modelId="{266BD68B-3332-45BF-92A7-5AD6F02D46FD}" type="presParOf" srcId="{0DB883C5-3760-43C7-AB8E-0BFAC7C2F8AD}" destId="{9A02178F-375B-4072-A995-C8A1FE933ED4}" srcOrd="1" destOrd="0" presId="urn:microsoft.com/office/officeart/2018/2/layout/IconLabelList"/>
    <dgm:cxn modelId="{FB114501-45C0-434D-A1AC-04BA0D27C924}" type="presParOf" srcId="{0DB883C5-3760-43C7-AB8E-0BFAC7C2F8AD}" destId="{7ACC0A40-1321-41A7-958B-CFD20182739A}" srcOrd="2" destOrd="0" presId="urn:microsoft.com/office/officeart/2018/2/layout/IconLabel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2.xml><?xml version="1.0" encoding="utf-8"?>
<dgm:dataModel xmlns:dgm="http://schemas.openxmlformats.org/drawingml/2006/diagram" xmlns:a="http://schemas.openxmlformats.org/drawingml/2006/main">
  <dgm:ptLst>
    <dgm:pt modelId="{1144E46E-8A05-4B16-B075-FB39940A27ED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F4C65E5F-6CD3-437D-B5D2-F121B4F6C9C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Software</a:t>
          </a:r>
          <a:r>
            <a:rPr lang="tr-TR"/>
            <a:t> </a:t>
          </a:r>
          <a:r>
            <a:rPr lang="en-US"/>
            <a:t>fork</a:t>
          </a:r>
        </a:p>
      </dgm:t>
    </dgm:pt>
    <dgm:pt modelId="{590F65AC-ABCC-49CC-AAD4-D6190639D346}" type="parTrans" cxnId="{E2C557E5-BA59-4E1D-A47B-B4EF680F56C9}">
      <dgm:prSet/>
      <dgm:spPr/>
      <dgm:t>
        <a:bodyPr/>
        <a:lstStyle/>
        <a:p>
          <a:endParaRPr lang="en-US"/>
        </a:p>
      </dgm:t>
    </dgm:pt>
    <dgm:pt modelId="{D4567FE0-DCE2-4331-B5C5-6618875394A1}" type="sibTrans" cxnId="{E2C557E5-BA59-4E1D-A47B-B4EF680F56C9}">
      <dgm:prSet/>
      <dgm:spPr/>
      <dgm:t>
        <a:bodyPr/>
        <a:lstStyle/>
        <a:p>
          <a:endParaRPr lang="en-US"/>
        </a:p>
      </dgm:t>
    </dgm:pt>
    <dgm:pt modelId="{8C01B88A-328A-49BC-A165-12F127E5B06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 alternative implementation of the client, with modified</a:t>
          </a:r>
          <a:r>
            <a:rPr lang="tr-TR"/>
            <a:t> </a:t>
          </a:r>
          <a:r>
            <a:rPr lang="en-US"/>
            <a:t>consensus rules, is created by developers</a:t>
          </a:r>
        </a:p>
      </dgm:t>
    </dgm:pt>
    <dgm:pt modelId="{331AE93C-9D33-4A6A-8994-91EEC4C28DBE}" type="parTrans" cxnId="{623BCC3D-DF27-4B89-916D-10A3E6041B72}">
      <dgm:prSet/>
      <dgm:spPr/>
      <dgm:t>
        <a:bodyPr/>
        <a:lstStyle/>
        <a:p>
          <a:endParaRPr lang="en-US"/>
        </a:p>
      </dgm:t>
    </dgm:pt>
    <dgm:pt modelId="{8B742205-C7C9-4119-B2F4-3F8137CB67DD}" type="sibTrans" cxnId="{623BCC3D-DF27-4B89-916D-10A3E6041B72}">
      <dgm:prSet/>
      <dgm:spPr/>
      <dgm:t>
        <a:bodyPr/>
        <a:lstStyle/>
        <a:p>
          <a:endParaRPr lang="en-US"/>
        </a:p>
      </dgm:t>
    </dgm:pt>
    <dgm:pt modelId="{D5E062E7-FF1B-4433-B0F3-66FF48F768D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Network</a:t>
          </a:r>
          <a:r>
            <a:rPr lang="tr-TR"/>
            <a:t> </a:t>
          </a:r>
          <a:r>
            <a:rPr lang="en-US"/>
            <a:t>fork</a:t>
          </a:r>
        </a:p>
      </dgm:t>
    </dgm:pt>
    <dgm:pt modelId="{C43434E3-5D24-4467-B528-E9BB1E6EC554}" type="parTrans" cxnId="{4634A1A1-F6E0-46D9-B513-8AE8321FD63E}">
      <dgm:prSet/>
      <dgm:spPr/>
      <dgm:t>
        <a:bodyPr/>
        <a:lstStyle/>
        <a:p>
          <a:endParaRPr lang="en-US"/>
        </a:p>
      </dgm:t>
    </dgm:pt>
    <dgm:pt modelId="{4CD3CBE0-C729-438B-8560-8B208C60FF55}" type="sibTrans" cxnId="{4634A1A1-F6E0-46D9-B513-8AE8321FD63E}">
      <dgm:prSet/>
      <dgm:spPr/>
      <dgm:t>
        <a:bodyPr/>
        <a:lstStyle/>
        <a:p>
          <a:endParaRPr lang="en-US"/>
        </a:p>
      </dgm:t>
    </dgm:pt>
    <dgm:pt modelId="{0ABF7B2E-19EA-42C3-AC77-9CC15E1B81F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certain percentage of</a:t>
          </a:r>
          <a:r>
            <a:rPr lang="tr-TR"/>
            <a:t> </a:t>
          </a:r>
          <a:r>
            <a:rPr lang="en-US"/>
            <a:t>miners, wallet users, and intermediate nodes </a:t>
          </a:r>
        </a:p>
      </dgm:t>
    </dgm:pt>
    <dgm:pt modelId="{3295B105-2185-49D0-91A5-2BB5F7637968}" type="parTrans" cxnId="{AAEB60A9-3B80-407A-9A2C-C6DE56669EC6}">
      <dgm:prSet/>
      <dgm:spPr/>
      <dgm:t>
        <a:bodyPr/>
        <a:lstStyle/>
        <a:p>
          <a:endParaRPr lang="en-US"/>
        </a:p>
      </dgm:t>
    </dgm:pt>
    <dgm:pt modelId="{2834FB74-C2F0-4AB9-87FC-5F8ACD8968C0}" type="sibTrans" cxnId="{AAEB60A9-3B80-407A-9A2C-C6DE56669EC6}">
      <dgm:prSet/>
      <dgm:spPr/>
      <dgm:t>
        <a:bodyPr/>
        <a:lstStyle/>
        <a:p>
          <a:endParaRPr lang="en-US"/>
        </a:p>
      </dgm:t>
    </dgm:pt>
    <dgm:pt modelId="{D657D8CA-36C7-4271-83AD-33B1C79994E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may adopt and run this implementation</a:t>
          </a:r>
        </a:p>
      </dgm:t>
    </dgm:pt>
    <dgm:pt modelId="{6021621E-C2BE-4E25-81BC-B5AD0628F6A2}" type="parTrans" cxnId="{DEF7DDBF-3B5A-4574-B3AF-11A552C7CA5A}">
      <dgm:prSet/>
      <dgm:spPr/>
      <dgm:t>
        <a:bodyPr/>
        <a:lstStyle/>
        <a:p>
          <a:endParaRPr lang="en-US"/>
        </a:p>
      </dgm:t>
    </dgm:pt>
    <dgm:pt modelId="{41EBE185-6D1B-45BC-9879-8663A440B732}" type="sibTrans" cxnId="{DEF7DDBF-3B5A-4574-B3AF-11A552C7CA5A}">
      <dgm:prSet/>
      <dgm:spPr/>
      <dgm:t>
        <a:bodyPr/>
        <a:lstStyle/>
        <a:p>
          <a:endParaRPr lang="en-US"/>
        </a:p>
      </dgm:t>
    </dgm:pt>
    <dgm:pt modelId="{60718DBB-8E5F-408C-B424-6259E667278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Mining</a:t>
          </a:r>
          <a:r>
            <a:rPr lang="tr-TR"/>
            <a:t> </a:t>
          </a:r>
          <a:r>
            <a:rPr lang="en-US"/>
            <a:t>fork</a:t>
          </a:r>
        </a:p>
      </dgm:t>
    </dgm:pt>
    <dgm:pt modelId="{7F26D3C8-6F67-4AE2-AF84-C3015125DCA3}" type="parTrans" cxnId="{0AC1EAF4-E115-4FE3-9E2A-55D67902E702}">
      <dgm:prSet/>
      <dgm:spPr/>
      <dgm:t>
        <a:bodyPr/>
        <a:lstStyle/>
        <a:p>
          <a:endParaRPr lang="en-US"/>
        </a:p>
      </dgm:t>
    </dgm:pt>
    <dgm:pt modelId="{53582AFD-1E3A-4403-B1B7-F6C1DB6D82D9}" type="sibTrans" cxnId="{0AC1EAF4-E115-4FE3-9E2A-55D67902E702}">
      <dgm:prSet/>
      <dgm:spPr/>
      <dgm:t>
        <a:bodyPr/>
        <a:lstStyle/>
        <a:p>
          <a:endParaRPr lang="en-US"/>
        </a:p>
      </dgm:t>
    </dgm:pt>
    <dgm:pt modelId="{4B3391B9-5DB7-4F36-B5B0-7C2DF5083F7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Once a miner using the new rules mines a block, the mining power and chain will</a:t>
          </a:r>
          <a:r>
            <a:rPr lang="tr-TR"/>
            <a:t> </a:t>
          </a:r>
          <a:r>
            <a:rPr lang="en-US"/>
            <a:t>also fork. </a:t>
          </a:r>
        </a:p>
      </dgm:t>
    </dgm:pt>
    <dgm:pt modelId="{B212F587-B76A-43CC-A844-8770F1E600A3}" type="parTrans" cxnId="{1732D34E-B343-4505-841D-3B0E753D4621}">
      <dgm:prSet/>
      <dgm:spPr/>
      <dgm:t>
        <a:bodyPr/>
        <a:lstStyle/>
        <a:p>
          <a:endParaRPr lang="en-US"/>
        </a:p>
      </dgm:t>
    </dgm:pt>
    <dgm:pt modelId="{73CCD099-DB88-4261-AA6C-804E286463D7}" type="sibTrans" cxnId="{1732D34E-B343-4505-841D-3B0E753D4621}">
      <dgm:prSet/>
      <dgm:spPr/>
      <dgm:t>
        <a:bodyPr/>
        <a:lstStyle/>
        <a:p>
          <a:endParaRPr lang="en-US"/>
        </a:p>
      </dgm:t>
    </dgm:pt>
    <dgm:pt modelId="{D52C80B0-81DF-4D9C-8FC5-E675E7DB912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New miners will mine on top of the new block, </a:t>
          </a:r>
        </a:p>
      </dgm:t>
    </dgm:pt>
    <dgm:pt modelId="{7A6458F8-4ABD-41E1-A4D8-B6CFE8C66910}" type="parTrans" cxnId="{FA97633A-EC1C-40CC-965B-83E661D543EE}">
      <dgm:prSet/>
      <dgm:spPr/>
      <dgm:t>
        <a:bodyPr/>
        <a:lstStyle/>
        <a:p>
          <a:endParaRPr lang="en-US"/>
        </a:p>
      </dgm:t>
    </dgm:pt>
    <dgm:pt modelId="{77AE2FC4-09F3-4E25-A08E-73020756A5BB}" type="sibTrans" cxnId="{FA97633A-EC1C-40CC-965B-83E661D543EE}">
      <dgm:prSet/>
      <dgm:spPr/>
      <dgm:t>
        <a:bodyPr/>
        <a:lstStyle/>
        <a:p>
          <a:endParaRPr lang="en-US"/>
        </a:p>
      </dgm:t>
    </dgm:pt>
    <dgm:pt modelId="{F139BED6-3952-470A-81C3-56F79F762F3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while old miners will mine a</a:t>
          </a:r>
          <a:r>
            <a:rPr lang="tr-TR"/>
            <a:t> </a:t>
          </a:r>
          <a:r>
            <a:rPr lang="en-US"/>
            <a:t>separate chain based on the old rules.</a:t>
          </a:r>
        </a:p>
      </dgm:t>
    </dgm:pt>
    <dgm:pt modelId="{2FBC98E3-5AF9-42B3-8EAC-FFD62C9F955C}" type="parTrans" cxnId="{EECCFAED-6AA4-4F8E-AE8C-96FC5C00846E}">
      <dgm:prSet/>
      <dgm:spPr/>
      <dgm:t>
        <a:bodyPr/>
        <a:lstStyle/>
        <a:p>
          <a:endParaRPr lang="en-US"/>
        </a:p>
      </dgm:t>
    </dgm:pt>
    <dgm:pt modelId="{E8F7148B-7622-4B5C-8D93-99CE681CC3D8}" type="sibTrans" cxnId="{EECCFAED-6AA4-4F8E-AE8C-96FC5C00846E}">
      <dgm:prSet/>
      <dgm:spPr/>
      <dgm:t>
        <a:bodyPr/>
        <a:lstStyle/>
        <a:p>
          <a:endParaRPr lang="en-US"/>
        </a:p>
      </dgm:t>
    </dgm:pt>
    <dgm:pt modelId="{D5E51AE7-D8E4-4704-AC99-FF853385FCE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Chain</a:t>
          </a:r>
          <a:r>
            <a:rPr lang="tr-TR"/>
            <a:t> </a:t>
          </a:r>
          <a:r>
            <a:rPr lang="en-US"/>
            <a:t>fork</a:t>
          </a:r>
        </a:p>
      </dgm:t>
    </dgm:pt>
    <dgm:pt modelId="{F2B72AE1-3B9B-47EB-AB27-9ECC315ACCC6}" type="parTrans" cxnId="{1A904F2F-2C14-413C-B506-1B5664A35E40}">
      <dgm:prSet/>
      <dgm:spPr/>
      <dgm:t>
        <a:bodyPr/>
        <a:lstStyle/>
        <a:p>
          <a:endParaRPr lang="en-US"/>
        </a:p>
      </dgm:t>
    </dgm:pt>
    <dgm:pt modelId="{37DF063F-908A-4391-9B94-68BF264469EB}" type="sibTrans" cxnId="{1A904F2F-2C14-413C-B506-1B5664A35E40}">
      <dgm:prSet/>
      <dgm:spPr/>
      <dgm:t>
        <a:bodyPr/>
        <a:lstStyle/>
        <a:p>
          <a:endParaRPr lang="en-US"/>
        </a:p>
      </dgm:t>
    </dgm:pt>
    <dgm:pt modelId="{1AE3A4A8-726A-402A-919E-519E0943083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single transaction or block based on the new rules will ripple through the network</a:t>
          </a:r>
          <a:r>
            <a:rPr lang="tr-TR"/>
            <a:t> </a:t>
          </a:r>
          <a:endParaRPr lang="en-US"/>
        </a:p>
      </dgm:t>
    </dgm:pt>
    <dgm:pt modelId="{AD328251-9680-4A2A-AED2-E17BE4E91C93}" type="parTrans" cxnId="{D230CCC5-3BC0-40A9-876B-1DFB40787998}">
      <dgm:prSet/>
      <dgm:spPr/>
      <dgm:t>
        <a:bodyPr/>
        <a:lstStyle/>
        <a:p>
          <a:endParaRPr lang="en-US"/>
        </a:p>
      </dgm:t>
    </dgm:pt>
    <dgm:pt modelId="{4F2FD9E5-9BE1-44D5-BED6-C6872FAFC422}" type="sibTrans" cxnId="{D230CCC5-3BC0-40A9-876B-1DFB40787998}">
      <dgm:prSet/>
      <dgm:spPr/>
      <dgm:t>
        <a:bodyPr/>
        <a:lstStyle/>
        <a:p>
          <a:endParaRPr lang="en-US"/>
        </a:p>
      </dgm:t>
    </dgm:pt>
    <dgm:pt modelId="{15A518E9-CA13-4342-B71A-D2D0E1A623C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result in the partition into two networks</a:t>
          </a:r>
        </a:p>
      </dgm:t>
    </dgm:pt>
    <dgm:pt modelId="{36ED0247-BCCA-42D7-8793-933A077ABC2A}" type="parTrans" cxnId="{2130E0E2-03E8-4541-A951-8FE087092A35}">
      <dgm:prSet/>
      <dgm:spPr/>
      <dgm:t>
        <a:bodyPr/>
        <a:lstStyle/>
        <a:p>
          <a:endParaRPr lang="en-US"/>
        </a:p>
      </dgm:t>
    </dgm:pt>
    <dgm:pt modelId="{68B7A589-1DF6-42FC-A693-05ABF49AF0CC}" type="sibTrans" cxnId="{2130E0E2-03E8-4541-A951-8FE087092A35}">
      <dgm:prSet/>
      <dgm:spPr/>
      <dgm:t>
        <a:bodyPr/>
        <a:lstStyle/>
        <a:p>
          <a:endParaRPr lang="en-US"/>
        </a:p>
      </dgm:t>
    </dgm:pt>
    <dgm:pt modelId="{8362C1C2-264F-4407-826D-BF233AD74D74}" type="pres">
      <dgm:prSet presAssocID="{1144E46E-8A05-4B16-B075-FB39940A27ED}" presName="root" presStyleCnt="0">
        <dgm:presLayoutVars>
          <dgm:dir/>
          <dgm:resizeHandles val="exact"/>
        </dgm:presLayoutVars>
      </dgm:prSet>
      <dgm:spPr/>
    </dgm:pt>
    <dgm:pt modelId="{3101CC48-545D-4E8E-BB15-68409A74E95B}" type="pres">
      <dgm:prSet presAssocID="{F4C65E5F-6CD3-437D-B5D2-F121B4F6C9CB}" presName="compNode" presStyleCnt="0"/>
      <dgm:spPr/>
    </dgm:pt>
    <dgm:pt modelId="{432795B5-7E21-4745-AA3F-7AEAD0CBE9AD}" type="pres">
      <dgm:prSet presAssocID="{F4C65E5F-6CD3-437D-B5D2-F121B4F6C9CB}" presName="iconRect" presStyleLbl="node1" presStyleIdx="0" presStyleCnt="4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ork and knife"/>
        </a:ext>
      </dgm:extLst>
    </dgm:pt>
    <dgm:pt modelId="{CD9FAE65-7CBF-4CDC-B3E9-5BE7A1A845C8}" type="pres">
      <dgm:prSet presAssocID="{F4C65E5F-6CD3-437D-B5D2-F121B4F6C9CB}" presName="iconSpace" presStyleCnt="0"/>
      <dgm:spPr/>
    </dgm:pt>
    <dgm:pt modelId="{4A5F25D7-2E53-48FD-B3C8-0CA701A4F6D6}" type="pres">
      <dgm:prSet presAssocID="{F4C65E5F-6CD3-437D-B5D2-F121B4F6C9CB}" presName="parTx" presStyleLbl="revTx" presStyleIdx="0" presStyleCnt="8">
        <dgm:presLayoutVars>
          <dgm:chMax val="0"/>
          <dgm:chPref val="0"/>
        </dgm:presLayoutVars>
      </dgm:prSet>
      <dgm:spPr/>
    </dgm:pt>
    <dgm:pt modelId="{A7E61859-30A7-461B-9645-14B36F794903}" type="pres">
      <dgm:prSet presAssocID="{F4C65E5F-6CD3-437D-B5D2-F121B4F6C9CB}" presName="txSpace" presStyleCnt="0"/>
      <dgm:spPr/>
    </dgm:pt>
    <dgm:pt modelId="{916B172D-53E0-4068-9439-8BC482B3D392}" type="pres">
      <dgm:prSet presAssocID="{F4C65E5F-6CD3-437D-B5D2-F121B4F6C9CB}" presName="desTx" presStyleLbl="revTx" presStyleIdx="1" presStyleCnt="8">
        <dgm:presLayoutVars/>
      </dgm:prSet>
      <dgm:spPr/>
    </dgm:pt>
    <dgm:pt modelId="{0879826A-F726-4D83-9021-51E7150C9BAD}" type="pres">
      <dgm:prSet presAssocID="{D4567FE0-DCE2-4331-B5C5-6618875394A1}" presName="sibTrans" presStyleCnt="0"/>
      <dgm:spPr/>
    </dgm:pt>
    <dgm:pt modelId="{37BED346-6563-48E5-9705-AC9A7D6DDC5E}" type="pres">
      <dgm:prSet presAssocID="{D5E062E7-FF1B-4433-B0F3-66FF48F768D1}" presName="compNode" presStyleCnt="0"/>
      <dgm:spPr/>
    </dgm:pt>
    <dgm:pt modelId="{8FF03558-AC17-4421-AD6F-31C6C20E6BFA}" type="pres">
      <dgm:prSet presAssocID="{D5E062E7-FF1B-4433-B0F3-66FF48F768D1}" presName="iconRect" presStyleLbl="node1" presStyleIdx="1" presStyleCnt="4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mart Phone"/>
        </a:ext>
      </dgm:extLst>
    </dgm:pt>
    <dgm:pt modelId="{2E90752D-9725-48DF-93DB-3E586875572B}" type="pres">
      <dgm:prSet presAssocID="{D5E062E7-FF1B-4433-B0F3-66FF48F768D1}" presName="iconSpace" presStyleCnt="0"/>
      <dgm:spPr/>
    </dgm:pt>
    <dgm:pt modelId="{BB977D1C-C2D7-4442-A9B4-3D0CE22D9021}" type="pres">
      <dgm:prSet presAssocID="{D5E062E7-FF1B-4433-B0F3-66FF48F768D1}" presName="parTx" presStyleLbl="revTx" presStyleIdx="2" presStyleCnt="8">
        <dgm:presLayoutVars>
          <dgm:chMax val="0"/>
          <dgm:chPref val="0"/>
        </dgm:presLayoutVars>
      </dgm:prSet>
      <dgm:spPr/>
    </dgm:pt>
    <dgm:pt modelId="{BBE11405-85E5-4CAE-A8D7-FE34175F8030}" type="pres">
      <dgm:prSet presAssocID="{D5E062E7-FF1B-4433-B0F3-66FF48F768D1}" presName="txSpace" presStyleCnt="0"/>
      <dgm:spPr/>
    </dgm:pt>
    <dgm:pt modelId="{067ADB25-8633-4193-B826-9C72D402EE15}" type="pres">
      <dgm:prSet presAssocID="{D5E062E7-FF1B-4433-B0F3-66FF48F768D1}" presName="desTx" presStyleLbl="revTx" presStyleIdx="3" presStyleCnt="8">
        <dgm:presLayoutVars/>
      </dgm:prSet>
      <dgm:spPr/>
    </dgm:pt>
    <dgm:pt modelId="{AA67F45F-C39A-4F5A-BBF3-50780B170449}" type="pres">
      <dgm:prSet presAssocID="{4CD3CBE0-C729-438B-8560-8B208C60FF55}" presName="sibTrans" presStyleCnt="0"/>
      <dgm:spPr/>
    </dgm:pt>
    <dgm:pt modelId="{3C794EE3-18D9-4FDA-AA8B-3CB7539D97FA}" type="pres">
      <dgm:prSet presAssocID="{60718DBB-8E5F-408C-B424-6259E6672783}" presName="compNode" presStyleCnt="0"/>
      <dgm:spPr/>
    </dgm:pt>
    <dgm:pt modelId="{72280FDC-7598-4440-B9E4-F6D8B34B23BE}" type="pres">
      <dgm:prSet presAssocID="{60718DBB-8E5F-408C-B424-6259E6672783}" presName="iconRect" presStyleLbl="node1" presStyleIdx="2" presStyleCnt="4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ng Tools"/>
        </a:ext>
      </dgm:extLst>
    </dgm:pt>
    <dgm:pt modelId="{320F21B8-66CF-4664-BC11-828D83B29D5F}" type="pres">
      <dgm:prSet presAssocID="{60718DBB-8E5F-408C-B424-6259E6672783}" presName="iconSpace" presStyleCnt="0"/>
      <dgm:spPr/>
    </dgm:pt>
    <dgm:pt modelId="{2692B619-BBE1-416B-B4D0-1E79FABC2E4F}" type="pres">
      <dgm:prSet presAssocID="{60718DBB-8E5F-408C-B424-6259E6672783}" presName="parTx" presStyleLbl="revTx" presStyleIdx="4" presStyleCnt="8">
        <dgm:presLayoutVars>
          <dgm:chMax val="0"/>
          <dgm:chPref val="0"/>
        </dgm:presLayoutVars>
      </dgm:prSet>
      <dgm:spPr/>
    </dgm:pt>
    <dgm:pt modelId="{23D60BD2-836B-446C-856F-9B15F7EA8F8C}" type="pres">
      <dgm:prSet presAssocID="{60718DBB-8E5F-408C-B424-6259E6672783}" presName="txSpace" presStyleCnt="0"/>
      <dgm:spPr/>
    </dgm:pt>
    <dgm:pt modelId="{88C39FAA-588E-45D7-97FA-3AEC20E3ECC6}" type="pres">
      <dgm:prSet presAssocID="{60718DBB-8E5F-408C-B424-6259E6672783}" presName="desTx" presStyleLbl="revTx" presStyleIdx="5" presStyleCnt="8">
        <dgm:presLayoutVars/>
      </dgm:prSet>
      <dgm:spPr/>
    </dgm:pt>
    <dgm:pt modelId="{94E4C53B-A1B1-4D7C-9844-0A46A44BBFAB}" type="pres">
      <dgm:prSet presAssocID="{53582AFD-1E3A-4403-B1B7-F6C1DB6D82D9}" presName="sibTrans" presStyleCnt="0"/>
      <dgm:spPr/>
    </dgm:pt>
    <dgm:pt modelId="{072D0FB8-D8AE-4DBA-93F8-D87BF1FE8B5A}" type="pres">
      <dgm:prSet presAssocID="{D5E51AE7-D8E4-4704-AC99-FF853385FCEC}" presName="compNode" presStyleCnt="0"/>
      <dgm:spPr/>
    </dgm:pt>
    <dgm:pt modelId="{E3D18538-D6AC-41C5-BC4E-5170764C69F3}" type="pres">
      <dgm:prSet presAssocID="{D5E51AE7-D8E4-4704-AC99-FF853385FCEC}" presName="iconRect" presStyleLbl="node1" presStyleIdx="3" presStyleCnt="4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ğlı değil"/>
        </a:ext>
      </dgm:extLst>
    </dgm:pt>
    <dgm:pt modelId="{B0C6F4CB-31E0-446E-B458-8B3C6672B69B}" type="pres">
      <dgm:prSet presAssocID="{D5E51AE7-D8E4-4704-AC99-FF853385FCEC}" presName="iconSpace" presStyleCnt="0"/>
      <dgm:spPr/>
    </dgm:pt>
    <dgm:pt modelId="{A1F2685C-31A2-466D-B457-EB99BD5E6AD2}" type="pres">
      <dgm:prSet presAssocID="{D5E51AE7-D8E4-4704-AC99-FF853385FCEC}" presName="parTx" presStyleLbl="revTx" presStyleIdx="6" presStyleCnt="8">
        <dgm:presLayoutVars>
          <dgm:chMax val="0"/>
          <dgm:chPref val="0"/>
        </dgm:presLayoutVars>
      </dgm:prSet>
      <dgm:spPr/>
    </dgm:pt>
    <dgm:pt modelId="{D706F13E-2E2B-4170-81A7-A320892A4641}" type="pres">
      <dgm:prSet presAssocID="{D5E51AE7-D8E4-4704-AC99-FF853385FCEC}" presName="txSpace" presStyleCnt="0"/>
      <dgm:spPr/>
    </dgm:pt>
    <dgm:pt modelId="{B6133B3A-3646-4475-B15D-0B6FED48EFA5}" type="pres">
      <dgm:prSet presAssocID="{D5E51AE7-D8E4-4704-AC99-FF853385FCEC}" presName="desTx" presStyleLbl="revTx" presStyleIdx="7" presStyleCnt="8">
        <dgm:presLayoutVars/>
      </dgm:prSet>
      <dgm:spPr/>
    </dgm:pt>
  </dgm:ptLst>
  <dgm:cxnLst>
    <dgm:cxn modelId="{02F49720-970E-42B1-BCE8-28BC6779218C}" type="presOf" srcId="{4B3391B9-5DB7-4F36-B5B0-7C2DF5083F78}" destId="{88C39FAA-588E-45D7-97FA-3AEC20E3ECC6}" srcOrd="0" destOrd="0" presId="urn:microsoft.com/office/officeart/2018/5/layout/CenteredIconLabelDescriptionList"/>
    <dgm:cxn modelId="{1A904F2F-2C14-413C-B506-1B5664A35E40}" srcId="{1144E46E-8A05-4B16-B075-FB39940A27ED}" destId="{D5E51AE7-D8E4-4704-AC99-FF853385FCEC}" srcOrd="3" destOrd="0" parTransId="{F2B72AE1-3B9B-47EB-AB27-9ECC315ACCC6}" sibTransId="{37DF063F-908A-4391-9B94-68BF264469EB}"/>
    <dgm:cxn modelId="{BA149F37-87C7-4517-B0D7-D77D56E6B1DD}" type="presOf" srcId="{1144E46E-8A05-4B16-B075-FB39940A27ED}" destId="{8362C1C2-264F-4407-826D-BF233AD74D74}" srcOrd="0" destOrd="0" presId="urn:microsoft.com/office/officeart/2018/5/layout/CenteredIconLabelDescriptionList"/>
    <dgm:cxn modelId="{FA97633A-EC1C-40CC-965B-83E661D543EE}" srcId="{60718DBB-8E5F-408C-B424-6259E6672783}" destId="{D52C80B0-81DF-4D9C-8FC5-E675E7DB9120}" srcOrd="1" destOrd="0" parTransId="{7A6458F8-4ABD-41E1-A4D8-B6CFE8C66910}" sibTransId="{77AE2FC4-09F3-4E25-A08E-73020756A5BB}"/>
    <dgm:cxn modelId="{623BCC3D-DF27-4B89-916D-10A3E6041B72}" srcId="{F4C65E5F-6CD3-437D-B5D2-F121B4F6C9CB}" destId="{8C01B88A-328A-49BC-A165-12F127E5B061}" srcOrd="0" destOrd="0" parTransId="{331AE93C-9D33-4A6A-8994-91EEC4C28DBE}" sibTransId="{8B742205-C7C9-4119-B2F4-3F8137CB67DD}"/>
    <dgm:cxn modelId="{32E14562-4373-4343-AFA1-FC817A0DA020}" type="presOf" srcId="{D5E51AE7-D8E4-4704-AC99-FF853385FCEC}" destId="{A1F2685C-31A2-466D-B457-EB99BD5E6AD2}" srcOrd="0" destOrd="0" presId="urn:microsoft.com/office/officeart/2018/5/layout/CenteredIconLabelDescriptionList"/>
    <dgm:cxn modelId="{F0A0544A-0987-4AE5-BC02-1C315B12FB95}" type="presOf" srcId="{D5E062E7-FF1B-4433-B0F3-66FF48F768D1}" destId="{BB977D1C-C2D7-4442-A9B4-3D0CE22D9021}" srcOrd="0" destOrd="0" presId="urn:microsoft.com/office/officeart/2018/5/layout/CenteredIconLabelDescriptionList"/>
    <dgm:cxn modelId="{895A796B-0918-4165-AA09-B0FC6332C585}" type="presOf" srcId="{15A518E9-CA13-4342-B71A-D2D0E1A623C5}" destId="{B6133B3A-3646-4475-B15D-0B6FED48EFA5}" srcOrd="0" destOrd="1" presId="urn:microsoft.com/office/officeart/2018/5/layout/CenteredIconLabelDescriptionList"/>
    <dgm:cxn modelId="{1732D34E-B343-4505-841D-3B0E753D4621}" srcId="{60718DBB-8E5F-408C-B424-6259E6672783}" destId="{4B3391B9-5DB7-4F36-B5B0-7C2DF5083F78}" srcOrd="0" destOrd="0" parTransId="{B212F587-B76A-43CC-A844-8770F1E600A3}" sibTransId="{73CCD099-DB88-4261-AA6C-804E286463D7}"/>
    <dgm:cxn modelId="{4CD8E880-D9E3-4302-84C1-4EFB66C1A1AF}" type="presOf" srcId="{D52C80B0-81DF-4D9C-8FC5-E675E7DB9120}" destId="{88C39FAA-588E-45D7-97FA-3AEC20E3ECC6}" srcOrd="0" destOrd="1" presId="urn:microsoft.com/office/officeart/2018/5/layout/CenteredIconLabelDescriptionList"/>
    <dgm:cxn modelId="{BFB9A982-A9C8-41D2-BCAE-0AD907BD8166}" type="presOf" srcId="{0ABF7B2E-19EA-42C3-AC77-9CC15E1B81FB}" destId="{067ADB25-8633-4193-B826-9C72D402EE15}" srcOrd="0" destOrd="0" presId="urn:microsoft.com/office/officeart/2018/5/layout/CenteredIconLabelDescriptionList"/>
    <dgm:cxn modelId="{1F87DE8F-8B61-467C-A23A-926BA1B7A950}" type="presOf" srcId="{8C01B88A-328A-49BC-A165-12F127E5B061}" destId="{916B172D-53E0-4068-9439-8BC482B3D392}" srcOrd="0" destOrd="0" presId="urn:microsoft.com/office/officeart/2018/5/layout/CenteredIconLabelDescriptionList"/>
    <dgm:cxn modelId="{4634A1A1-F6E0-46D9-B513-8AE8321FD63E}" srcId="{1144E46E-8A05-4B16-B075-FB39940A27ED}" destId="{D5E062E7-FF1B-4433-B0F3-66FF48F768D1}" srcOrd="1" destOrd="0" parTransId="{C43434E3-5D24-4467-B528-E9BB1E6EC554}" sibTransId="{4CD3CBE0-C729-438B-8560-8B208C60FF55}"/>
    <dgm:cxn modelId="{7E148EA3-7133-4AFB-B847-14A24D7A41BB}" type="presOf" srcId="{1AE3A4A8-726A-402A-919E-519E09430834}" destId="{B6133B3A-3646-4475-B15D-0B6FED48EFA5}" srcOrd="0" destOrd="0" presId="urn:microsoft.com/office/officeart/2018/5/layout/CenteredIconLabelDescriptionList"/>
    <dgm:cxn modelId="{AAEB60A9-3B80-407A-9A2C-C6DE56669EC6}" srcId="{D5E062E7-FF1B-4433-B0F3-66FF48F768D1}" destId="{0ABF7B2E-19EA-42C3-AC77-9CC15E1B81FB}" srcOrd="0" destOrd="0" parTransId="{3295B105-2185-49D0-91A5-2BB5F7637968}" sibTransId="{2834FB74-C2F0-4AB9-87FC-5F8ACD8968C0}"/>
    <dgm:cxn modelId="{DEF7DDBF-3B5A-4574-B3AF-11A552C7CA5A}" srcId="{D5E062E7-FF1B-4433-B0F3-66FF48F768D1}" destId="{D657D8CA-36C7-4271-83AD-33B1C79994E0}" srcOrd="1" destOrd="0" parTransId="{6021621E-C2BE-4E25-81BC-B5AD0628F6A2}" sibTransId="{41EBE185-6D1B-45BC-9879-8663A440B732}"/>
    <dgm:cxn modelId="{D230CCC5-3BC0-40A9-876B-1DFB40787998}" srcId="{D5E51AE7-D8E4-4704-AC99-FF853385FCEC}" destId="{1AE3A4A8-726A-402A-919E-519E09430834}" srcOrd="0" destOrd="0" parTransId="{AD328251-9680-4A2A-AED2-E17BE4E91C93}" sibTransId="{4F2FD9E5-9BE1-44D5-BED6-C6872FAFC422}"/>
    <dgm:cxn modelId="{D4C19CC7-46E5-4DDE-A63D-484130066347}" type="presOf" srcId="{F139BED6-3952-470A-81C3-56F79F762F34}" destId="{88C39FAA-588E-45D7-97FA-3AEC20E3ECC6}" srcOrd="0" destOrd="2" presId="urn:microsoft.com/office/officeart/2018/5/layout/CenteredIconLabelDescriptionList"/>
    <dgm:cxn modelId="{324AA1DD-38EE-4270-8065-703BC2703AE4}" type="presOf" srcId="{60718DBB-8E5F-408C-B424-6259E6672783}" destId="{2692B619-BBE1-416B-B4D0-1E79FABC2E4F}" srcOrd="0" destOrd="0" presId="urn:microsoft.com/office/officeart/2018/5/layout/CenteredIconLabelDescriptionList"/>
    <dgm:cxn modelId="{2130E0E2-03E8-4541-A951-8FE087092A35}" srcId="{D5E51AE7-D8E4-4704-AC99-FF853385FCEC}" destId="{15A518E9-CA13-4342-B71A-D2D0E1A623C5}" srcOrd="1" destOrd="0" parTransId="{36ED0247-BCCA-42D7-8793-933A077ABC2A}" sibTransId="{68B7A589-1DF6-42FC-A693-05ABF49AF0CC}"/>
    <dgm:cxn modelId="{E2C557E5-BA59-4E1D-A47B-B4EF680F56C9}" srcId="{1144E46E-8A05-4B16-B075-FB39940A27ED}" destId="{F4C65E5F-6CD3-437D-B5D2-F121B4F6C9CB}" srcOrd="0" destOrd="0" parTransId="{590F65AC-ABCC-49CC-AAD4-D6190639D346}" sibTransId="{D4567FE0-DCE2-4331-B5C5-6618875394A1}"/>
    <dgm:cxn modelId="{5B6E06ED-E234-4AFD-BFB2-BF4512B9D8BB}" type="presOf" srcId="{F4C65E5F-6CD3-437D-B5D2-F121B4F6C9CB}" destId="{4A5F25D7-2E53-48FD-B3C8-0CA701A4F6D6}" srcOrd="0" destOrd="0" presId="urn:microsoft.com/office/officeart/2018/5/layout/CenteredIconLabelDescriptionList"/>
    <dgm:cxn modelId="{EECCFAED-6AA4-4F8E-AE8C-96FC5C00846E}" srcId="{60718DBB-8E5F-408C-B424-6259E6672783}" destId="{F139BED6-3952-470A-81C3-56F79F762F34}" srcOrd="2" destOrd="0" parTransId="{2FBC98E3-5AF9-42B3-8EAC-FFD62C9F955C}" sibTransId="{E8F7148B-7622-4B5C-8D93-99CE681CC3D8}"/>
    <dgm:cxn modelId="{0AC1EAF4-E115-4FE3-9E2A-55D67902E702}" srcId="{1144E46E-8A05-4B16-B075-FB39940A27ED}" destId="{60718DBB-8E5F-408C-B424-6259E6672783}" srcOrd="2" destOrd="0" parTransId="{7F26D3C8-6F67-4AE2-AF84-C3015125DCA3}" sibTransId="{53582AFD-1E3A-4403-B1B7-F6C1DB6D82D9}"/>
    <dgm:cxn modelId="{971F59FF-AAA8-43B5-A7D5-7676835905CE}" type="presOf" srcId="{D657D8CA-36C7-4271-83AD-33B1C79994E0}" destId="{067ADB25-8633-4193-B826-9C72D402EE15}" srcOrd="0" destOrd="1" presId="urn:microsoft.com/office/officeart/2018/5/layout/CenteredIconLabelDescriptionList"/>
    <dgm:cxn modelId="{256598CA-A985-4706-B352-A5D0BBB28E49}" type="presParOf" srcId="{8362C1C2-264F-4407-826D-BF233AD74D74}" destId="{3101CC48-545D-4E8E-BB15-68409A74E95B}" srcOrd="0" destOrd="0" presId="urn:microsoft.com/office/officeart/2018/5/layout/CenteredIconLabelDescriptionList"/>
    <dgm:cxn modelId="{16626CA7-FB47-4513-B011-B62F9A60828E}" type="presParOf" srcId="{3101CC48-545D-4E8E-BB15-68409A74E95B}" destId="{432795B5-7E21-4745-AA3F-7AEAD0CBE9AD}" srcOrd="0" destOrd="0" presId="urn:microsoft.com/office/officeart/2018/5/layout/CenteredIconLabelDescriptionList"/>
    <dgm:cxn modelId="{DD8F831D-F54C-42D4-97A3-E291412B255B}" type="presParOf" srcId="{3101CC48-545D-4E8E-BB15-68409A74E95B}" destId="{CD9FAE65-7CBF-4CDC-B3E9-5BE7A1A845C8}" srcOrd="1" destOrd="0" presId="urn:microsoft.com/office/officeart/2018/5/layout/CenteredIconLabelDescriptionList"/>
    <dgm:cxn modelId="{D5603E90-459E-4270-9676-3C07BB89CD80}" type="presParOf" srcId="{3101CC48-545D-4E8E-BB15-68409A74E95B}" destId="{4A5F25D7-2E53-48FD-B3C8-0CA701A4F6D6}" srcOrd="2" destOrd="0" presId="urn:microsoft.com/office/officeart/2018/5/layout/CenteredIconLabelDescriptionList"/>
    <dgm:cxn modelId="{F4320802-6D9C-4AF4-96ED-1EA1BF988F5D}" type="presParOf" srcId="{3101CC48-545D-4E8E-BB15-68409A74E95B}" destId="{A7E61859-30A7-461B-9645-14B36F794903}" srcOrd="3" destOrd="0" presId="urn:microsoft.com/office/officeart/2018/5/layout/CenteredIconLabelDescriptionList"/>
    <dgm:cxn modelId="{D5F0D58D-6004-4419-9866-BC641E6660EB}" type="presParOf" srcId="{3101CC48-545D-4E8E-BB15-68409A74E95B}" destId="{916B172D-53E0-4068-9439-8BC482B3D392}" srcOrd="4" destOrd="0" presId="urn:microsoft.com/office/officeart/2018/5/layout/CenteredIconLabelDescriptionList"/>
    <dgm:cxn modelId="{855D623E-FEAA-42FD-89B4-50E0A0F42D32}" type="presParOf" srcId="{8362C1C2-264F-4407-826D-BF233AD74D74}" destId="{0879826A-F726-4D83-9021-51E7150C9BAD}" srcOrd="1" destOrd="0" presId="urn:microsoft.com/office/officeart/2018/5/layout/CenteredIconLabelDescriptionList"/>
    <dgm:cxn modelId="{4BB8B350-562C-47E1-8608-66C89328D294}" type="presParOf" srcId="{8362C1C2-264F-4407-826D-BF233AD74D74}" destId="{37BED346-6563-48E5-9705-AC9A7D6DDC5E}" srcOrd="2" destOrd="0" presId="urn:microsoft.com/office/officeart/2018/5/layout/CenteredIconLabelDescriptionList"/>
    <dgm:cxn modelId="{3FA8A9D0-EA2F-435E-B742-415D5658BE3B}" type="presParOf" srcId="{37BED346-6563-48E5-9705-AC9A7D6DDC5E}" destId="{8FF03558-AC17-4421-AD6F-31C6C20E6BFA}" srcOrd="0" destOrd="0" presId="urn:microsoft.com/office/officeart/2018/5/layout/CenteredIconLabelDescriptionList"/>
    <dgm:cxn modelId="{D93556E0-AD23-49A9-9DB1-24DAA38B0BAA}" type="presParOf" srcId="{37BED346-6563-48E5-9705-AC9A7D6DDC5E}" destId="{2E90752D-9725-48DF-93DB-3E586875572B}" srcOrd="1" destOrd="0" presId="urn:microsoft.com/office/officeart/2018/5/layout/CenteredIconLabelDescriptionList"/>
    <dgm:cxn modelId="{23E6916E-C340-4BD1-891A-1DD409D742D3}" type="presParOf" srcId="{37BED346-6563-48E5-9705-AC9A7D6DDC5E}" destId="{BB977D1C-C2D7-4442-A9B4-3D0CE22D9021}" srcOrd="2" destOrd="0" presId="urn:microsoft.com/office/officeart/2018/5/layout/CenteredIconLabelDescriptionList"/>
    <dgm:cxn modelId="{4758EE41-D340-441B-BB66-C1F749C014EF}" type="presParOf" srcId="{37BED346-6563-48E5-9705-AC9A7D6DDC5E}" destId="{BBE11405-85E5-4CAE-A8D7-FE34175F8030}" srcOrd="3" destOrd="0" presId="urn:microsoft.com/office/officeart/2018/5/layout/CenteredIconLabelDescriptionList"/>
    <dgm:cxn modelId="{78178DFB-9FE5-42E6-81EB-DF55264A1731}" type="presParOf" srcId="{37BED346-6563-48E5-9705-AC9A7D6DDC5E}" destId="{067ADB25-8633-4193-B826-9C72D402EE15}" srcOrd="4" destOrd="0" presId="urn:microsoft.com/office/officeart/2018/5/layout/CenteredIconLabelDescriptionList"/>
    <dgm:cxn modelId="{7BC5D2B7-3747-4FB6-B31A-BC36D69FCF0A}" type="presParOf" srcId="{8362C1C2-264F-4407-826D-BF233AD74D74}" destId="{AA67F45F-C39A-4F5A-BBF3-50780B170449}" srcOrd="3" destOrd="0" presId="urn:microsoft.com/office/officeart/2018/5/layout/CenteredIconLabelDescriptionList"/>
    <dgm:cxn modelId="{F05B7B0B-F1E0-42FE-962E-99BB19457DC8}" type="presParOf" srcId="{8362C1C2-264F-4407-826D-BF233AD74D74}" destId="{3C794EE3-18D9-4FDA-AA8B-3CB7539D97FA}" srcOrd="4" destOrd="0" presId="urn:microsoft.com/office/officeart/2018/5/layout/CenteredIconLabelDescriptionList"/>
    <dgm:cxn modelId="{5D8F1D67-F5EA-4C99-9CE1-0EC8C34636B4}" type="presParOf" srcId="{3C794EE3-18D9-4FDA-AA8B-3CB7539D97FA}" destId="{72280FDC-7598-4440-B9E4-F6D8B34B23BE}" srcOrd="0" destOrd="0" presId="urn:microsoft.com/office/officeart/2018/5/layout/CenteredIconLabelDescriptionList"/>
    <dgm:cxn modelId="{C0816964-4521-4D94-88DD-20F68C475C63}" type="presParOf" srcId="{3C794EE3-18D9-4FDA-AA8B-3CB7539D97FA}" destId="{320F21B8-66CF-4664-BC11-828D83B29D5F}" srcOrd="1" destOrd="0" presId="urn:microsoft.com/office/officeart/2018/5/layout/CenteredIconLabelDescriptionList"/>
    <dgm:cxn modelId="{CD6B9D04-EEEA-4FEF-A8A1-05B258B2AB5F}" type="presParOf" srcId="{3C794EE3-18D9-4FDA-AA8B-3CB7539D97FA}" destId="{2692B619-BBE1-416B-B4D0-1E79FABC2E4F}" srcOrd="2" destOrd="0" presId="urn:microsoft.com/office/officeart/2018/5/layout/CenteredIconLabelDescriptionList"/>
    <dgm:cxn modelId="{1B69D506-439A-42A1-984C-4F5FD7576DFA}" type="presParOf" srcId="{3C794EE3-18D9-4FDA-AA8B-3CB7539D97FA}" destId="{23D60BD2-836B-446C-856F-9B15F7EA8F8C}" srcOrd="3" destOrd="0" presId="urn:microsoft.com/office/officeart/2018/5/layout/CenteredIconLabelDescriptionList"/>
    <dgm:cxn modelId="{63466D50-3B7F-4A0D-B990-F727E50365F8}" type="presParOf" srcId="{3C794EE3-18D9-4FDA-AA8B-3CB7539D97FA}" destId="{88C39FAA-588E-45D7-97FA-3AEC20E3ECC6}" srcOrd="4" destOrd="0" presId="urn:microsoft.com/office/officeart/2018/5/layout/CenteredIconLabelDescriptionList"/>
    <dgm:cxn modelId="{2CDADF7D-5BA7-49D9-AE05-AB0AC2421119}" type="presParOf" srcId="{8362C1C2-264F-4407-826D-BF233AD74D74}" destId="{94E4C53B-A1B1-4D7C-9844-0A46A44BBFAB}" srcOrd="5" destOrd="0" presId="urn:microsoft.com/office/officeart/2018/5/layout/CenteredIconLabelDescriptionList"/>
    <dgm:cxn modelId="{C1B90CC5-FC92-4CB2-B872-B04DDF93ED82}" type="presParOf" srcId="{8362C1C2-264F-4407-826D-BF233AD74D74}" destId="{072D0FB8-D8AE-4DBA-93F8-D87BF1FE8B5A}" srcOrd="6" destOrd="0" presId="urn:microsoft.com/office/officeart/2018/5/layout/CenteredIconLabelDescriptionList"/>
    <dgm:cxn modelId="{928CD968-6229-412B-8669-2BFF96E58D5B}" type="presParOf" srcId="{072D0FB8-D8AE-4DBA-93F8-D87BF1FE8B5A}" destId="{E3D18538-D6AC-41C5-BC4E-5170764C69F3}" srcOrd="0" destOrd="0" presId="urn:microsoft.com/office/officeart/2018/5/layout/CenteredIconLabelDescriptionList"/>
    <dgm:cxn modelId="{FE27BA8B-0258-4E71-B7D3-C653B06BFB8E}" type="presParOf" srcId="{072D0FB8-D8AE-4DBA-93F8-D87BF1FE8B5A}" destId="{B0C6F4CB-31E0-446E-B458-8B3C6672B69B}" srcOrd="1" destOrd="0" presId="urn:microsoft.com/office/officeart/2018/5/layout/CenteredIconLabelDescriptionList"/>
    <dgm:cxn modelId="{306AE54B-C2F2-4E7C-8F90-C4264B2C165F}" type="presParOf" srcId="{072D0FB8-D8AE-4DBA-93F8-D87BF1FE8B5A}" destId="{A1F2685C-31A2-466D-B457-EB99BD5E6AD2}" srcOrd="2" destOrd="0" presId="urn:microsoft.com/office/officeart/2018/5/layout/CenteredIconLabelDescriptionList"/>
    <dgm:cxn modelId="{012370B0-146A-4521-A132-1663DA1DD3AC}" type="presParOf" srcId="{072D0FB8-D8AE-4DBA-93F8-D87BF1FE8B5A}" destId="{D706F13E-2E2B-4170-81A7-A320892A4641}" srcOrd="3" destOrd="0" presId="urn:microsoft.com/office/officeart/2018/5/layout/CenteredIconLabelDescriptionList"/>
    <dgm:cxn modelId="{6B59D896-D8A3-4FB6-99A7-4ECB64FB8863}" type="presParOf" srcId="{072D0FB8-D8AE-4DBA-93F8-D87BF1FE8B5A}" destId="{B6133B3A-3646-4475-B15D-0B6FED48EFA5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3.xml><?xml version="1.0" encoding="utf-8"?>
<dgm:dataModel xmlns:dgm="http://schemas.openxmlformats.org/drawingml/2006/diagram" xmlns:a="http://schemas.openxmlformats.org/drawingml/2006/main">
  <dgm:ptLst>
    <dgm:pt modelId="{865E733C-AD1E-4137-8898-8B4491795EA3}" type="doc">
      <dgm:prSet loTypeId="urn:microsoft.com/office/officeart/2005/8/layout/list1" loCatId="list" qsTypeId="urn:microsoft.com/office/officeart/2005/8/quickstyle/simple1" qsCatId="simple" csTypeId="urn:microsoft.com/office/officeart/2005/8/colors/accent5_2" csCatId="accent5"/>
      <dgm:spPr/>
      <dgm:t>
        <a:bodyPr/>
        <a:lstStyle/>
        <a:p>
          <a:endParaRPr lang="en-US"/>
        </a:p>
      </dgm:t>
    </dgm:pt>
    <dgm:pt modelId="{406D2D21-4686-459D-9C53-ECA05D4D2F83}">
      <dgm:prSet/>
      <dgm:spPr/>
      <dgm:t>
        <a:bodyPr/>
        <a:lstStyle/>
        <a:p>
          <a:r>
            <a:rPr lang="en-US"/>
            <a:t>As miners diverge</a:t>
          </a:r>
        </a:p>
      </dgm:t>
    </dgm:pt>
    <dgm:pt modelId="{E5E19772-A2F9-4C89-BD26-F850A715441F}" type="parTrans" cxnId="{ED574D69-FCC2-4AF1-ADA4-0FC22DB17741}">
      <dgm:prSet/>
      <dgm:spPr/>
      <dgm:t>
        <a:bodyPr/>
        <a:lstStyle/>
        <a:p>
          <a:endParaRPr lang="en-US"/>
        </a:p>
      </dgm:t>
    </dgm:pt>
    <dgm:pt modelId="{CD926EEE-2D32-4511-9CE1-B836745B2653}" type="sibTrans" cxnId="{ED574D69-FCC2-4AF1-ADA4-0FC22DB17741}">
      <dgm:prSet/>
      <dgm:spPr/>
      <dgm:t>
        <a:bodyPr/>
        <a:lstStyle/>
        <a:p>
          <a:endParaRPr lang="en-US"/>
        </a:p>
      </dgm:t>
    </dgm:pt>
    <dgm:pt modelId="{D6AAB1E2-578B-424B-B648-3780C385779F}">
      <dgm:prSet/>
      <dgm:spPr/>
      <dgm:t>
        <a:bodyPr/>
        <a:lstStyle/>
        <a:p>
          <a:r>
            <a:rPr lang="en-US"/>
            <a:t>into mining two different chains, </a:t>
          </a:r>
        </a:p>
      </dgm:t>
    </dgm:pt>
    <dgm:pt modelId="{A93646EC-7F4D-4DA1-8E19-F44985136F70}" type="parTrans" cxnId="{724EC65E-5D37-47F9-9C2A-5C1AD09DF8D8}">
      <dgm:prSet/>
      <dgm:spPr/>
      <dgm:t>
        <a:bodyPr/>
        <a:lstStyle/>
        <a:p>
          <a:endParaRPr lang="en-US"/>
        </a:p>
      </dgm:t>
    </dgm:pt>
    <dgm:pt modelId="{9B6B5611-0114-421C-9553-8442C90D9B1C}" type="sibTrans" cxnId="{724EC65E-5D37-47F9-9C2A-5C1AD09DF8D8}">
      <dgm:prSet/>
      <dgm:spPr/>
      <dgm:t>
        <a:bodyPr/>
        <a:lstStyle/>
        <a:p>
          <a:endParaRPr lang="en-US"/>
        </a:p>
      </dgm:t>
    </dgm:pt>
    <dgm:pt modelId="{FD4C5C0B-D09D-4372-AAF9-6CECCB103F48}">
      <dgm:prSet/>
      <dgm:spPr/>
      <dgm:t>
        <a:bodyPr/>
        <a:lstStyle/>
        <a:p>
          <a:r>
            <a:rPr lang="en-US"/>
            <a:t>the hashing power is split</a:t>
          </a:r>
          <a:r>
            <a:rPr lang="tr-TR"/>
            <a:t> between the chains.</a:t>
          </a:r>
          <a:endParaRPr lang="en-US"/>
        </a:p>
      </dgm:t>
    </dgm:pt>
    <dgm:pt modelId="{11CCC0DF-EC6A-481C-B890-C8C50B43D336}" type="parTrans" cxnId="{6CE3D3C8-276F-4966-93DD-7A4EEC4A4A07}">
      <dgm:prSet/>
      <dgm:spPr/>
      <dgm:t>
        <a:bodyPr/>
        <a:lstStyle/>
        <a:p>
          <a:endParaRPr lang="en-US"/>
        </a:p>
      </dgm:t>
    </dgm:pt>
    <dgm:pt modelId="{7AAF89F5-E412-4978-8C8B-67FE49A1BA9F}" type="sibTrans" cxnId="{6CE3D3C8-276F-4966-93DD-7A4EEC4A4A07}">
      <dgm:prSet/>
      <dgm:spPr/>
      <dgm:t>
        <a:bodyPr/>
        <a:lstStyle/>
        <a:p>
          <a:endParaRPr lang="en-US"/>
        </a:p>
      </dgm:t>
    </dgm:pt>
    <dgm:pt modelId="{F26996E3-4AB7-46B1-A065-0482E41AF01B}">
      <dgm:prSet/>
      <dgm:spPr/>
      <dgm:t>
        <a:bodyPr/>
        <a:lstStyle/>
        <a:p>
          <a:r>
            <a:rPr lang="tr-TR"/>
            <a:t>Example scenario</a:t>
          </a:r>
          <a:endParaRPr lang="en-US"/>
        </a:p>
      </dgm:t>
    </dgm:pt>
    <dgm:pt modelId="{17CE6DC8-952C-4FA2-95BD-FE9A28FC14F7}" type="parTrans" cxnId="{3D77B25E-7856-4BC4-9C3C-01AC43765E59}">
      <dgm:prSet/>
      <dgm:spPr/>
      <dgm:t>
        <a:bodyPr/>
        <a:lstStyle/>
        <a:p>
          <a:endParaRPr lang="en-US"/>
        </a:p>
      </dgm:t>
    </dgm:pt>
    <dgm:pt modelId="{1680BCC5-1BB7-4324-B719-F6FC27F49E32}" type="sibTrans" cxnId="{3D77B25E-7856-4BC4-9C3C-01AC43765E59}">
      <dgm:prSet/>
      <dgm:spPr/>
      <dgm:t>
        <a:bodyPr/>
        <a:lstStyle/>
        <a:p>
          <a:endParaRPr lang="en-US"/>
        </a:p>
      </dgm:t>
    </dgm:pt>
    <dgm:pt modelId="{1722BB0B-EC68-4A3D-B729-29EB9773ACEB}">
      <dgm:prSet/>
      <dgm:spPr/>
      <dgm:t>
        <a:bodyPr/>
        <a:lstStyle/>
        <a:p>
          <a:r>
            <a:rPr lang="tr-TR"/>
            <a:t>80%–20% split</a:t>
          </a:r>
          <a:endParaRPr lang="en-US"/>
        </a:p>
      </dgm:t>
    </dgm:pt>
    <dgm:pt modelId="{C4A70219-CE81-4891-B7F0-201C7FA64C50}" type="parTrans" cxnId="{BC5E8C90-6B14-4009-A513-715536FBB4EB}">
      <dgm:prSet/>
      <dgm:spPr/>
      <dgm:t>
        <a:bodyPr/>
        <a:lstStyle/>
        <a:p>
          <a:endParaRPr lang="en-US"/>
        </a:p>
      </dgm:t>
    </dgm:pt>
    <dgm:pt modelId="{87CA95CD-F193-45FF-80FE-0D05EBAF004F}" type="sibTrans" cxnId="{BC5E8C90-6B14-4009-A513-715536FBB4EB}">
      <dgm:prSet/>
      <dgm:spPr/>
      <dgm:t>
        <a:bodyPr/>
        <a:lstStyle/>
        <a:p>
          <a:endParaRPr lang="en-US"/>
        </a:p>
      </dgm:t>
    </dgm:pt>
    <dgm:pt modelId="{942C46C4-CB47-4274-B7E5-EE7671E93372}" type="pres">
      <dgm:prSet presAssocID="{865E733C-AD1E-4137-8898-8B4491795EA3}" presName="linear" presStyleCnt="0">
        <dgm:presLayoutVars>
          <dgm:dir/>
          <dgm:animLvl val="lvl"/>
          <dgm:resizeHandles val="exact"/>
        </dgm:presLayoutVars>
      </dgm:prSet>
      <dgm:spPr/>
    </dgm:pt>
    <dgm:pt modelId="{C221904B-129D-4E5B-A31E-72DDC2553D4F}" type="pres">
      <dgm:prSet presAssocID="{406D2D21-4686-459D-9C53-ECA05D4D2F83}" presName="parentLin" presStyleCnt="0"/>
      <dgm:spPr/>
    </dgm:pt>
    <dgm:pt modelId="{F8382E66-C15F-4327-AB84-4C51ED5EA6A8}" type="pres">
      <dgm:prSet presAssocID="{406D2D21-4686-459D-9C53-ECA05D4D2F83}" presName="parentLeftMargin" presStyleLbl="node1" presStyleIdx="0" presStyleCnt="2"/>
      <dgm:spPr/>
    </dgm:pt>
    <dgm:pt modelId="{C82D90AA-69BF-46EB-BBEB-54F3F421ADC9}" type="pres">
      <dgm:prSet presAssocID="{406D2D21-4686-459D-9C53-ECA05D4D2F83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1C437096-404A-4C21-977D-60394200BAF7}" type="pres">
      <dgm:prSet presAssocID="{406D2D21-4686-459D-9C53-ECA05D4D2F83}" presName="negativeSpace" presStyleCnt="0"/>
      <dgm:spPr/>
    </dgm:pt>
    <dgm:pt modelId="{5213F78A-C20C-43A4-A787-ACCA83A7137F}" type="pres">
      <dgm:prSet presAssocID="{406D2D21-4686-459D-9C53-ECA05D4D2F83}" presName="childText" presStyleLbl="conFgAcc1" presStyleIdx="0" presStyleCnt="2">
        <dgm:presLayoutVars>
          <dgm:bulletEnabled val="1"/>
        </dgm:presLayoutVars>
      </dgm:prSet>
      <dgm:spPr/>
    </dgm:pt>
    <dgm:pt modelId="{927C5359-18CC-45D4-ADE2-6C8898EDB252}" type="pres">
      <dgm:prSet presAssocID="{CD926EEE-2D32-4511-9CE1-B836745B2653}" presName="spaceBetweenRectangles" presStyleCnt="0"/>
      <dgm:spPr/>
    </dgm:pt>
    <dgm:pt modelId="{D9D6775D-3BB4-4000-9DB7-94532B4F5EE1}" type="pres">
      <dgm:prSet presAssocID="{F26996E3-4AB7-46B1-A065-0482E41AF01B}" presName="parentLin" presStyleCnt="0"/>
      <dgm:spPr/>
    </dgm:pt>
    <dgm:pt modelId="{A7EE5CC1-635B-4B06-957F-65771CF5C343}" type="pres">
      <dgm:prSet presAssocID="{F26996E3-4AB7-46B1-A065-0482E41AF01B}" presName="parentLeftMargin" presStyleLbl="node1" presStyleIdx="0" presStyleCnt="2"/>
      <dgm:spPr/>
    </dgm:pt>
    <dgm:pt modelId="{7C0BDDF6-85F5-414A-963E-7B76DE9A0506}" type="pres">
      <dgm:prSet presAssocID="{F26996E3-4AB7-46B1-A065-0482E41AF01B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E9264E4D-2FF4-4B5D-8966-9E121F78E563}" type="pres">
      <dgm:prSet presAssocID="{F26996E3-4AB7-46B1-A065-0482E41AF01B}" presName="negativeSpace" presStyleCnt="0"/>
      <dgm:spPr/>
    </dgm:pt>
    <dgm:pt modelId="{35F3A319-2559-4F27-A197-64AFD9F104FB}" type="pres">
      <dgm:prSet presAssocID="{F26996E3-4AB7-46B1-A065-0482E41AF01B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A204CB28-59A4-4F94-8B6F-866AE9B71E70}" type="presOf" srcId="{865E733C-AD1E-4137-8898-8B4491795EA3}" destId="{942C46C4-CB47-4274-B7E5-EE7671E93372}" srcOrd="0" destOrd="0" presId="urn:microsoft.com/office/officeart/2005/8/layout/list1"/>
    <dgm:cxn modelId="{3D77B25E-7856-4BC4-9C3C-01AC43765E59}" srcId="{865E733C-AD1E-4137-8898-8B4491795EA3}" destId="{F26996E3-4AB7-46B1-A065-0482E41AF01B}" srcOrd="1" destOrd="0" parTransId="{17CE6DC8-952C-4FA2-95BD-FE9A28FC14F7}" sibTransId="{1680BCC5-1BB7-4324-B719-F6FC27F49E32}"/>
    <dgm:cxn modelId="{724EC65E-5D37-47F9-9C2A-5C1AD09DF8D8}" srcId="{406D2D21-4686-459D-9C53-ECA05D4D2F83}" destId="{D6AAB1E2-578B-424B-B648-3780C385779F}" srcOrd="0" destOrd="0" parTransId="{A93646EC-7F4D-4DA1-8E19-F44985136F70}" sibTransId="{9B6B5611-0114-421C-9553-8442C90D9B1C}"/>
    <dgm:cxn modelId="{ED574D69-FCC2-4AF1-ADA4-0FC22DB17741}" srcId="{865E733C-AD1E-4137-8898-8B4491795EA3}" destId="{406D2D21-4686-459D-9C53-ECA05D4D2F83}" srcOrd="0" destOrd="0" parTransId="{E5E19772-A2F9-4C89-BD26-F850A715441F}" sibTransId="{CD926EEE-2D32-4511-9CE1-B836745B2653}"/>
    <dgm:cxn modelId="{01C1187C-11A4-402D-A6E0-68D6FE100F6A}" type="presOf" srcId="{1722BB0B-EC68-4A3D-B729-29EB9773ACEB}" destId="{35F3A319-2559-4F27-A197-64AFD9F104FB}" srcOrd="0" destOrd="0" presId="urn:microsoft.com/office/officeart/2005/8/layout/list1"/>
    <dgm:cxn modelId="{BC5E8C90-6B14-4009-A513-715536FBB4EB}" srcId="{F26996E3-4AB7-46B1-A065-0482E41AF01B}" destId="{1722BB0B-EC68-4A3D-B729-29EB9773ACEB}" srcOrd="0" destOrd="0" parTransId="{C4A70219-CE81-4891-B7F0-201C7FA64C50}" sibTransId="{87CA95CD-F193-45FF-80FE-0D05EBAF004F}"/>
    <dgm:cxn modelId="{72FA61B0-7829-4CF7-AFD7-8B801E7C350C}" type="presOf" srcId="{406D2D21-4686-459D-9C53-ECA05D4D2F83}" destId="{C82D90AA-69BF-46EB-BBEB-54F3F421ADC9}" srcOrd="1" destOrd="0" presId="urn:microsoft.com/office/officeart/2005/8/layout/list1"/>
    <dgm:cxn modelId="{6B9E6BBE-FDCB-4AB6-A620-A98D9C3E282C}" type="presOf" srcId="{F26996E3-4AB7-46B1-A065-0482E41AF01B}" destId="{7C0BDDF6-85F5-414A-963E-7B76DE9A0506}" srcOrd="1" destOrd="0" presId="urn:microsoft.com/office/officeart/2005/8/layout/list1"/>
    <dgm:cxn modelId="{649972C1-2002-4241-B62B-355DF5AC3291}" type="presOf" srcId="{F26996E3-4AB7-46B1-A065-0482E41AF01B}" destId="{A7EE5CC1-635B-4B06-957F-65771CF5C343}" srcOrd="0" destOrd="0" presId="urn:microsoft.com/office/officeart/2005/8/layout/list1"/>
    <dgm:cxn modelId="{6CE3D3C8-276F-4966-93DD-7A4EEC4A4A07}" srcId="{406D2D21-4686-459D-9C53-ECA05D4D2F83}" destId="{FD4C5C0B-D09D-4372-AAF9-6CECCB103F48}" srcOrd="1" destOrd="0" parTransId="{11CCC0DF-EC6A-481C-B890-C8C50B43D336}" sibTransId="{7AAF89F5-E412-4978-8C8B-67FE49A1BA9F}"/>
    <dgm:cxn modelId="{DC70E4D5-FDAD-401E-9275-AA46198737B0}" type="presOf" srcId="{D6AAB1E2-578B-424B-B648-3780C385779F}" destId="{5213F78A-C20C-43A4-A787-ACCA83A7137F}" srcOrd="0" destOrd="0" presId="urn:microsoft.com/office/officeart/2005/8/layout/list1"/>
    <dgm:cxn modelId="{04AA1FE9-24A5-46DA-BF4A-70394339D265}" type="presOf" srcId="{406D2D21-4686-459D-9C53-ECA05D4D2F83}" destId="{F8382E66-C15F-4327-AB84-4C51ED5EA6A8}" srcOrd="0" destOrd="0" presId="urn:microsoft.com/office/officeart/2005/8/layout/list1"/>
    <dgm:cxn modelId="{064272EE-A451-4E75-8479-A4A6AF4348B4}" type="presOf" srcId="{FD4C5C0B-D09D-4372-AAF9-6CECCB103F48}" destId="{5213F78A-C20C-43A4-A787-ACCA83A7137F}" srcOrd="0" destOrd="1" presId="urn:microsoft.com/office/officeart/2005/8/layout/list1"/>
    <dgm:cxn modelId="{38FF0C72-22D3-4FD9-ABA1-FF3FDFABD145}" type="presParOf" srcId="{942C46C4-CB47-4274-B7E5-EE7671E93372}" destId="{C221904B-129D-4E5B-A31E-72DDC2553D4F}" srcOrd="0" destOrd="0" presId="urn:microsoft.com/office/officeart/2005/8/layout/list1"/>
    <dgm:cxn modelId="{C8353D89-F6BE-484D-8480-B36AD9DC4F88}" type="presParOf" srcId="{C221904B-129D-4E5B-A31E-72DDC2553D4F}" destId="{F8382E66-C15F-4327-AB84-4C51ED5EA6A8}" srcOrd="0" destOrd="0" presId="urn:microsoft.com/office/officeart/2005/8/layout/list1"/>
    <dgm:cxn modelId="{900E1520-455F-46A8-BABB-559686857207}" type="presParOf" srcId="{C221904B-129D-4E5B-A31E-72DDC2553D4F}" destId="{C82D90AA-69BF-46EB-BBEB-54F3F421ADC9}" srcOrd="1" destOrd="0" presId="urn:microsoft.com/office/officeart/2005/8/layout/list1"/>
    <dgm:cxn modelId="{DAC2EE71-52A9-4AD8-AAC7-1C4BFE2EB96A}" type="presParOf" srcId="{942C46C4-CB47-4274-B7E5-EE7671E93372}" destId="{1C437096-404A-4C21-977D-60394200BAF7}" srcOrd="1" destOrd="0" presId="urn:microsoft.com/office/officeart/2005/8/layout/list1"/>
    <dgm:cxn modelId="{2E1A9CA1-DCA0-47D1-8D85-E14F83ADA32F}" type="presParOf" srcId="{942C46C4-CB47-4274-B7E5-EE7671E93372}" destId="{5213F78A-C20C-43A4-A787-ACCA83A7137F}" srcOrd="2" destOrd="0" presId="urn:microsoft.com/office/officeart/2005/8/layout/list1"/>
    <dgm:cxn modelId="{C82528E3-B9BA-48BC-9792-F82D13D33BB6}" type="presParOf" srcId="{942C46C4-CB47-4274-B7E5-EE7671E93372}" destId="{927C5359-18CC-45D4-ADE2-6C8898EDB252}" srcOrd="3" destOrd="0" presId="urn:microsoft.com/office/officeart/2005/8/layout/list1"/>
    <dgm:cxn modelId="{4053DD5C-8F00-4394-86D2-5C1679362932}" type="presParOf" srcId="{942C46C4-CB47-4274-B7E5-EE7671E93372}" destId="{D9D6775D-3BB4-4000-9DB7-94532B4F5EE1}" srcOrd="4" destOrd="0" presId="urn:microsoft.com/office/officeart/2005/8/layout/list1"/>
    <dgm:cxn modelId="{560A8D4F-CAA7-4968-B7ED-0AB5D097821E}" type="presParOf" srcId="{D9D6775D-3BB4-4000-9DB7-94532B4F5EE1}" destId="{A7EE5CC1-635B-4B06-957F-65771CF5C343}" srcOrd="0" destOrd="0" presId="urn:microsoft.com/office/officeart/2005/8/layout/list1"/>
    <dgm:cxn modelId="{FABCDCE6-2970-47DA-A9BB-C3F23CD64AC5}" type="presParOf" srcId="{D9D6775D-3BB4-4000-9DB7-94532B4F5EE1}" destId="{7C0BDDF6-85F5-414A-963E-7B76DE9A0506}" srcOrd="1" destOrd="0" presId="urn:microsoft.com/office/officeart/2005/8/layout/list1"/>
    <dgm:cxn modelId="{B6146AD8-C0C9-4FA7-A51B-62AADB661DFD}" type="presParOf" srcId="{942C46C4-CB47-4274-B7E5-EE7671E93372}" destId="{E9264E4D-2FF4-4B5D-8966-9E121F78E563}" srcOrd="5" destOrd="0" presId="urn:microsoft.com/office/officeart/2005/8/layout/list1"/>
    <dgm:cxn modelId="{D3989A79-DC2A-4C6A-B50C-D4DF4E13668C}" type="presParOf" srcId="{942C46C4-CB47-4274-B7E5-EE7671E93372}" destId="{35F3A319-2559-4F27-A197-64AFD9F104FB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4.xml><?xml version="1.0" encoding="utf-8"?>
<dgm:dataModel xmlns:dgm="http://schemas.openxmlformats.org/drawingml/2006/diagram" xmlns:a="http://schemas.openxmlformats.org/drawingml/2006/main">
  <dgm:ptLst>
    <dgm:pt modelId="{2C01B445-9519-475C-BF4B-C398101CD36B}" type="doc">
      <dgm:prSet loTypeId="urn:microsoft.com/office/officeart/2005/8/layout/list1" loCatId="list" qsTypeId="urn:microsoft.com/office/officeart/2005/8/quickstyle/simple1" qsCatId="simple" csTypeId="urn:microsoft.com/office/officeart/2005/8/colors/accent3_2" csCatId="accent3"/>
      <dgm:spPr/>
      <dgm:t>
        <a:bodyPr/>
        <a:lstStyle/>
        <a:p>
          <a:endParaRPr lang="en-US"/>
        </a:p>
      </dgm:t>
    </dgm:pt>
    <dgm:pt modelId="{684FF617-4437-42F8-8356-1F9429081A78}">
      <dgm:prSet/>
      <dgm:spPr/>
      <dgm:t>
        <a:bodyPr/>
        <a:lstStyle/>
        <a:p>
          <a:r>
            <a:rPr lang="tr-TR"/>
            <a:t>80% chain</a:t>
          </a:r>
          <a:endParaRPr lang="en-US"/>
        </a:p>
      </dgm:t>
    </dgm:pt>
    <dgm:pt modelId="{DC790BB0-1DE7-4E16-913A-2900860421A8}" type="parTrans" cxnId="{C7108BCF-C2B5-4C55-AF74-5B754F2B3DB8}">
      <dgm:prSet/>
      <dgm:spPr/>
      <dgm:t>
        <a:bodyPr/>
        <a:lstStyle/>
        <a:p>
          <a:endParaRPr lang="en-US"/>
        </a:p>
      </dgm:t>
    </dgm:pt>
    <dgm:pt modelId="{984BA367-AF3A-43FF-B724-8DEA208BF8A9}" type="sibTrans" cxnId="{C7108BCF-C2B5-4C55-AF74-5B754F2B3DB8}">
      <dgm:prSet/>
      <dgm:spPr/>
      <dgm:t>
        <a:bodyPr/>
        <a:lstStyle/>
        <a:p>
          <a:endParaRPr lang="en-US"/>
        </a:p>
      </dgm:t>
    </dgm:pt>
    <dgm:pt modelId="{97FF73B8-751B-48E8-B8BE-26D465DBE1A3}">
      <dgm:prSet/>
      <dgm:spPr/>
      <dgm:t>
        <a:bodyPr/>
        <a:lstStyle/>
        <a:p>
          <a:r>
            <a:rPr lang="tr-TR"/>
            <a:t>20% of loss in mining power</a:t>
          </a:r>
          <a:endParaRPr lang="en-US"/>
        </a:p>
      </dgm:t>
    </dgm:pt>
    <dgm:pt modelId="{F3F8032A-B201-4DE8-9DA8-CA4386684DC0}" type="parTrans" cxnId="{4B771709-6CA9-454A-A1A3-6D999157E714}">
      <dgm:prSet/>
      <dgm:spPr/>
      <dgm:t>
        <a:bodyPr/>
        <a:lstStyle/>
        <a:p>
          <a:endParaRPr lang="en-US"/>
        </a:p>
      </dgm:t>
    </dgm:pt>
    <dgm:pt modelId="{6EC5C2BF-40CF-4FBB-941F-C071F5CF26B9}" type="sibTrans" cxnId="{4B771709-6CA9-454A-A1A3-6D999157E714}">
      <dgm:prSet/>
      <dgm:spPr/>
      <dgm:t>
        <a:bodyPr/>
        <a:lstStyle/>
        <a:p>
          <a:endParaRPr lang="en-US"/>
        </a:p>
      </dgm:t>
    </dgm:pt>
    <dgm:pt modelId="{9411B3E5-F294-4A42-A250-6BA2D2B3D580}">
      <dgm:prSet/>
      <dgm:spPr/>
      <dgm:t>
        <a:bodyPr/>
        <a:lstStyle/>
        <a:p>
          <a:r>
            <a:rPr lang="tr-TR"/>
            <a:t>Mining: 12 Minuts/Block</a:t>
          </a:r>
          <a:endParaRPr lang="en-US"/>
        </a:p>
      </dgm:t>
    </dgm:pt>
    <dgm:pt modelId="{5A72BEA8-75C3-4D7A-841A-9D8D10E9174B}" type="parTrans" cxnId="{9510E640-1F7E-407A-97A0-0231B7B2F244}">
      <dgm:prSet/>
      <dgm:spPr/>
      <dgm:t>
        <a:bodyPr/>
        <a:lstStyle/>
        <a:p>
          <a:endParaRPr lang="en-US"/>
        </a:p>
      </dgm:t>
    </dgm:pt>
    <dgm:pt modelId="{EBDB55AB-C71B-4E9D-B4B2-38FCA325B118}" type="sibTrans" cxnId="{9510E640-1F7E-407A-97A0-0231B7B2F244}">
      <dgm:prSet/>
      <dgm:spPr/>
      <dgm:t>
        <a:bodyPr/>
        <a:lstStyle/>
        <a:p>
          <a:endParaRPr lang="en-US"/>
        </a:p>
      </dgm:t>
    </dgm:pt>
    <dgm:pt modelId="{2D88B12F-7E58-447D-B1FC-DCB76FD9A2A9}">
      <dgm:prSet/>
      <dgm:spPr/>
      <dgm:t>
        <a:bodyPr/>
        <a:lstStyle/>
        <a:p>
          <a:r>
            <a:rPr lang="tr-TR"/>
            <a:t>2016 blocks, 24,192 minutes, 16.8 days</a:t>
          </a:r>
          <a:endParaRPr lang="en-US"/>
        </a:p>
      </dgm:t>
    </dgm:pt>
    <dgm:pt modelId="{AFA8EA57-3E72-4C91-BB06-92DF6B8DA331}" type="parTrans" cxnId="{E31E80EE-DA30-4568-A024-AD6E437122A4}">
      <dgm:prSet/>
      <dgm:spPr/>
      <dgm:t>
        <a:bodyPr/>
        <a:lstStyle/>
        <a:p>
          <a:endParaRPr lang="en-US"/>
        </a:p>
      </dgm:t>
    </dgm:pt>
    <dgm:pt modelId="{A4E1EFF2-96FF-49B0-A185-CA4C64680ED7}" type="sibTrans" cxnId="{E31E80EE-DA30-4568-A024-AD6E437122A4}">
      <dgm:prSet/>
      <dgm:spPr/>
      <dgm:t>
        <a:bodyPr/>
        <a:lstStyle/>
        <a:p>
          <a:endParaRPr lang="en-US"/>
        </a:p>
      </dgm:t>
    </dgm:pt>
    <dgm:pt modelId="{790370C3-7871-469A-BC51-13E8A87B1C1D}">
      <dgm:prSet/>
      <dgm:spPr/>
      <dgm:t>
        <a:bodyPr/>
        <a:lstStyle/>
        <a:p>
          <a:r>
            <a:rPr lang="en-US"/>
            <a:t>the difficulty will</a:t>
          </a:r>
          <a:r>
            <a:rPr lang="tr-TR"/>
            <a:t> </a:t>
          </a:r>
          <a:r>
            <a:rPr lang="en-US"/>
            <a:t>adjust (reduced by 20%)</a:t>
          </a:r>
        </a:p>
      </dgm:t>
    </dgm:pt>
    <dgm:pt modelId="{46F66FF3-480A-4463-9C15-3CDC9EB9C958}" type="parTrans" cxnId="{E99A0E91-5921-49E2-A646-D40980247FF9}">
      <dgm:prSet/>
      <dgm:spPr/>
      <dgm:t>
        <a:bodyPr/>
        <a:lstStyle/>
        <a:p>
          <a:endParaRPr lang="en-US"/>
        </a:p>
      </dgm:t>
    </dgm:pt>
    <dgm:pt modelId="{1C10B290-1F81-4B28-824C-411D2A81654A}" type="sibTrans" cxnId="{E99A0E91-5921-49E2-A646-D40980247FF9}">
      <dgm:prSet/>
      <dgm:spPr/>
      <dgm:t>
        <a:bodyPr/>
        <a:lstStyle/>
        <a:p>
          <a:endParaRPr lang="en-US"/>
        </a:p>
      </dgm:t>
    </dgm:pt>
    <dgm:pt modelId="{2D34920A-5536-4104-8A86-6767EA1BCE15}">
      <dgm:prSet/>
      <dgm:spPr/>
      <dgm:t>
        <a:bodyPr/>
        <a:lstStyle/>
        <a:p>
          <a:r>
            <a:rPr lang="tr-TR"/>
            <a:t>20% chain</a:t>
          </a:r>
          <a:endParaRPr lang="en-US"/>
        </a:p>
      </dgm:t>
    </dgm:pt>
    <dgm:pt modelId="{EC60CCAE-71D7-47C1-8ABC-42D7418C8315}" type="parTrans" cxnId="{F8CB7946-FC0A-43C4-A71A-40A817809F7A}">
      <dgm:prSet/>
      <dgm:spPr/>
      <dgm:t>
        <a:bodyPr/>
        <a:lstStyle/>
        <a:p>
          <a:endParaRPr lang="en-US"/>
        </a:p>
      </dgm:t>
    </dgm:pt>
    <dgm:pt modelId="{1E10B3BA-0F74-4B56-AA22-BF472889410B}" type="sibTrans" cxnId="{F8CB7946-FC0A-43C4-A71A-40A817809F7A}">
      <dgm:prSet/>
      <dgm:spPr/>
      <dgm:t>
        <a:bodyPr/>
        <a:lstStyle/>
        <a:p>
          <a:endParaRPr lang="en-US"/>
        </a:p>
      </dgm:t>
    </dgm:pt>
    <dgm:pt modelId="{AE757135-A11B-4D83-AEC1-60DCAC36CB4C}">
      <dgm:prSet/>
      <dgm:spPr/>
      <dgm:t>
        <a:bodyPr/>
        <a:lstStyle/>
        <a:p>
          <a:r>
            <a:rPr lang="tr-TR"/>
            <a:t>80% of loss in mining power</a:t>
          </a:r>
          <a:endParaRPr lang="en-US"/>
        </a:p>
      </dgm:t>
    </dgm:pt>
    <dgm:pt modelId="{25710073-EDB3-4C9E-BC53-EC8E724AC5E1}" type="parTrans" cxnId="{49A3B075-F83C-4976-AC52-ABA7F382CA55}">
      <dgm:prSet/>
      <dgm:spPr/>
      <dgm:t>
        <a:bodyPr/>
        <a:lstStyle/>
        <a:p>
          <a:endParaRPr lang="en-US"/>
        </a:p>
      </dgm:t>
    </dgm:pt>
    <dgm:pt modelId="{8D5C80F3-8E7F-4A15-9399-E02F89A717F1}" type="sibTrans" cxnId="{49A3B075-F83C-4976-AC52-ABA7F382CA55}">
      <dgm:prSet/>
      <dgm:spPr/>
      <dgm:t>
        <a:bodyPr/>
        <a:lstStyle/>
        <a:p>
          <a:endParaRPr lang="en-US"/>
        </a:p>
      </dgm:t>
    </dgm:pt>
    <dgm:pt modelId="{888D9B16-3764-4572-B1EE-3E7E3D70A5F9}">
      <dgm:prSet/>
      <dgm:spPr/>
      <dgm:t>
        <a:bodyPr/>
        <a:lstStyle/>
        <a:p>
          <a:r>
            <a:rPr lang="tr-TR"/>
            <a:t>Mining: 50 Minuts/Block</a:t>
          </a:r>
          <a:endParaRPr lang="en-US"/>
        </a:p>
      </dgm:t>
    </dgm:pt>
    <dgm:pt modelId="{46A509D4-BBE2-47EE-A67F-3CAFCB8DCC91}" type="parTrans" cxnId="{954C9845-7E57-4206-BC3F-7131B99C7A80}">
      <dgm:prSet/>
      <dgm:spPr/>
      <dgm:t>
        <a:bodyPr/>
        <a:lstStyle/>
        <a:p>
          <a:endParaRPr lang="en-US"/>
        </a:p>
      </dgm:t>
    </dgm:pt>
    <dgm:pt modelId="{C57C8790-50D9-4FFB-A722-5BFE3EF03986}" type="sibTrans" cxnId="{954C9845-7E57-4206-BC3F-7131B99C7A80}">
      <dgm:prSet/>
      <dgm:spPr/>
      <dgm:t>
        <a:bodyPr/>
        <a:lstStyle/>
        <a:p>
          <a:endParaRPr lang="en-US"/>
        </a:p>
      </dgm:t>
    </dgm:pt>
    <dgm:pt modelId="{7306CA0C-EFD6-4359-B174-6DB9CEBFD37E}">
      <dgm:prSet/>
      <dgm:spPr/>
      <dgm:t>
        <a:bodyPr/>
        <a:lstStyle/>
        <a:p>
          <a:r>
            <a:rPr lang="tr-TR"/>
            <a:t>2016 blocks, 100,800 minutes, 10 weeks</a:t>
          </a:r>
          <a:endParaRPr lang="en-US"/>
        </a:p>
      </dgm:t>
    </dgm:pt>
    <dgm:pt modelId="{DA9F7049-67A0-47FA-9DB4-F89F44BF5288}" type="parTrans" cxnId="{3447AB52-EA7E-49E9-A8F8-3F1E26094421}">
      <dgm:prSet/>
      <dgm:spPr/>
      <dgm:t>
        <a:bodyPr/>
        <a:lstStyle/>
        <a:p>
          <a:endParaRPr lang="en-US"/>
        </a:p>
      </dgm:t>
    </dgm:pt>
    <dgm:pt modelId="{1BE6612C-493C-4BC5-BEA3-8BE3B0A1446D}" type="sibTrans" cxnId="{3447AB52-EA7E-49E9-A8F8-3F1E26094421}">
      <dgm:prSet/>
      <dgm:spPr/>
      <dgm:t>
        <a:bodyPr/>
        <a:lstStyle/>
        <a:p>
          <a:endParaRPr lang="en-US"/>
        </a:p>
      </dgm:t>
    </dgm:pt>
    <dgm:pt modelId="{101847C6-DEF7-4A35-A630-961FA6199655}">
      <dgm:prSet/>
      <dgm:spPr/>
      <dgm:t>
        <a:bodyPr/>
        <a:lstStyle/>
        <a:p>
          <a:r>
            <a:rPr lang="en-US"/>
            <a:t>the difficulty will</a:t>
          </a:r>
          <a:r>
            <a:rPr lang="tr-TR"/>
            <a:t> </a:t>
          </a:r>
          <a:r>
            <a:rPr lang="en-US"/>
            <a:t>adjust (reduced by </a:t>
          </a:r>
          <a:r>
            <a:rPr lang="tr-TR"/>
            <a:t>8</a:t>
          </a:r>
          <a:r>
            <a:rPr lang="en-US"/>
            <a:t>0%)</a:t>
          </a:r>
        </a:p>
      </dgm:t>
    </dgm:pt>
    <dgm:pt modelId="{833A6BBE-8DB1-4A17-B90C-55AB174EB961}" type="parTrans" cxnId="{4D5E81AD-1EFE-46A4-B2C5-5511E7DDA632}">
      <dgm:prSet/>
      <dgm:spPr/>
      <dgm:t>
        <a:bodyPr/>
        <a:lstStyle/>
        <a:p>
          <a:endParaRPr lang="en-US"/>
        </a:p>
      </dgm:t>
    </dgm:pt>
    <dgm:pt modelId="{1B8D516E-6127-4AA0-A508-9B6039A1DE38}" type="sibTrans" cxnId="{4D5E81AD-1EFE-46A4-B2C5-5511E7DDA632}">
      <dgm:prSet/>
      <dgm:spPr/>
      <dgm:t>
        <a:bodyPr/>
        <a:lstStyle/>
        <a:p>
          <a:endParaRPr lang="en-US"/>
        </a:p>
      </dgm:t>
    </dgm:pt>
    <dgm:pt modelId="{FB35F9A6-CF3D-4ABA-A09C-0DAB7D2CC4BF}" type="pres">
      <dgm:prSet presAssocID="{2C01B445-9519-475C-BF4B-C398101CD36B}" presName="linear" presStyleCnt="0">
        <dgm:presLayoutVars>
          <dgm:dir/>
          <dgm:animLvl val="lvl"/>
          <dgm:resizeHandles val="exact"/>
        </dgm:presLayoutVars>
      </dgm:prSet>
      <dgm:spPr/>
    </dgm:pt>
    <dgm:pt modelId="{B358900C-27A3-4D2D-8C3F-82F7994F86D8}" type="pres">
      <dgm:prSet presAssocID="{684FF617-4437-42F8-8356-1F9429081A78}" presName="parentLin" presStyleCnt="0"/>
      <dgm:spPr/>
    </dgm:pt>
    <dgm:pt modelId="{70B18908-720B-4C8B-9B23-7BB7EC598781}" type="pres">
      <dgm:prSet presAssocID="{684FF617-4437-42F8-8356-1F9429081A78}" presName="parentLeftMargin" presStyleLbl="node1" presStyleIdx="0" presStyleCnt="2"/>
      <dgm:spPr/>
    </dgm:pt>
    <dgm:pt modelId="{EB20D983-BC9A-41A4-A89F-8E23E798C365}" type="pres">
      <dgm:prSet presAssocID="{684FF617-4437-42F8-8356-1F9429081A78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5F344E93-DBA6-472B-BAAA-9FD4B07C0A1F}" type="pres">
      <dgm:prSet presAssocID="{684FF617-4437-42F8-8356-1F9429081A78}" presName="negativeSpace" presStyleCnt="0"/>
      <dgm:spPr/>
    </dgm:pt>
    <dgm:pt modelId="{B01C45EF-72D2-49F8-9BD3-62EE4389891F}" type="pres">
      <dgm:prSet presAssocID="{684FF617-4437-42F8-8356-1F9429081A78}" presName="childText" presStyleLbl="conFgAcc1" presStyleIdx="0" presStyleCnt="2">
        <dgm:presLayoutVars>
          <dgm:bulletEnabled val="1"/>
        </dgm:presLayoutVars>
      </dgm:prSet>
      <dgm:spPr/>
    </dgm:pt>
    <dgm:pt modelId="{D83E6861-1A08-4AC9-AE2E-DA005198037F}" type="pres">
      <dgm:prSet presAssocID="{984BA367-AF3A-43FF-B724-8DEA208BF8A9}" presName="spaceBetweenRectangles" presStyleCnt="0"/>
      <dgm:spPr/>
    </dgm:pt>
    <dgm:pt modelId="{F1689724-CE0F-456D-98B3-6DA33C8BB16B}" type="pres">
      <dgm:prSet presAssocID="{2D34920A-5536-4104-8A86-6767EA1BCE15}" presName="parentLin" presStyleCnt="0"/>
      <dgm:spPr/>
    </dgm:pt>
    <dgm:pt modelId="{917462DD-E764-4B09-8AB4-D4E2E962A8DB}" type="pres">
      <dgm:prSet presAssocID="{2D34920A-5536-4104-8A86-6767EA1BCE15}" presName="parentLeftMargin" presStyleLbl="node1" presStyleIdx="0" presStyleCnt="2"/>
      <dgm:spPr/>
    </dgm:pt>
    <dgm:pt modelId="{F81ECB3A-B9C6-4CCC-9E50-1F2639E7B949}" type="pres">
      <dgm:prSet presAssocID="{2D34920A-5536-4104-8A86-6767EA1BCE15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E535822B-56E4-4A64-A243-EAA964BA5589}" type="pres">
      <dgm:prSet presAssocID="{2D34920A-5536-4104-8A86-6767EA1BCE15}" presName="negativeSpace" presStyleCnt="0"/>
      <dgm:spPr/>
    </dgm:pt>
    <dgm:pt modelId="{90B5A6BF-9AB8-4A24-B54C-AF7DC0CE3CBC}" type="pres">
      <dgm:prSet presAssocID="{2D34920A-5536-4104-8A86-6767EA1BCE15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4B771709-6CA9-454A-A1A3-6D999157E714}" srcId="{684FF617-4437-42F8-8356-1F9429081A78}" destId="{97FF73B8-751B-48E8-B8BE-26D465DBE1A3}" srcOrd="0" destOrd="0" parTransId="{F3F8032A-B201-4DE8-9DA8-CA4386684DC0}" sibTransId="{6EC5C2BF-40CF-4FBB-941F-C071F5CF26B9}"/>
    <dgm:cxn modelId="{7F109933-E999-4734-9990-E1D3616FD500}" type="presOf" srcId="{2D88B12F-7E58-447D-B1FC-DCB76FD9A2A9}" destId="{B01C45EF-72D2-49F8-9BD3-62EE4389891F}" srcOrd="0" destOrd="2" presId="urn:microsoft.com/office/officeart/2005/8/layout/list1"/>
    <dgm:cxn modelId="{BA66FE3B-EA43-415E-B705-B2C86081B473}" type="presOf" srcId="{97FF73B8-751B-48E8-B8BE-26D465DBE1A3}" destId="{B01C45EF-72D2-49F8-9BD3-62EE4389891F}" srcOrd="0" destOrd="0" presId="urn:microsoft.com/office/officeart/2005/8/layout/list1"/>
    <dgm:cxn modelId="{9510E640-1F7E-407A-97A0-0231B7B2F244}" srcId="{684FF617-4437-42F8-8356-1F9429081A78}" destId="{9411B3E5-F294-4A42-A250-6BA2D2B3D580}" srcOrd="1" destOrd="0" parTransId="{5A72BEA8-75C3-4D7A-841A-9D8D10E9174B}" sibTransId="{EBDB55AB-C71B-4E9D-B4B2-38FCA325B118}"/>
    <dgm:cxn modelId="{930ACE5C-2092-4DE2-919B-4FAD068B31AE}" type="presOf" srcId="{AE757135-A11B-4D83-AEC1-60DCAC36CB4C}" destId="{90B5A6BF-9AB8-4A24-B54C-AF7DC0CE3CBC}" srcOrd="0" destOrd="0" presId="urn:microsoft.com/office/officeart/2005/8/layout/list1"/>
    <dgm:cxn modelId="{B4500762-504D-4545-AC49-2286D2EB1B15}" type="presOf" srcId="{888D9B16-3764-4572-B1EE-3E7E3D70A5F9}" destId="{90B5A6BF-9AB8-4A24-B54C-AF7DC0CE3CBC}" srcOrd="0" destOrd="1" presId="urn:microsoft.com/office/officeart/2005/8/layout/list1"/>
    <dgm:cxn modelId="{954C9845-7E57-4206-BC3F-7131B99C7A80}" srcId="{2D34920A-5536-4104-8A86-6767EA1BCE15}" destId="{888D9B16-3764-4572-B1EE-3E7E3D70A5F9}" srcOrd="1" destOrd="0" parTransId="{46A509D4-BBE2-47EE-A67F-3CAFCB8DCC91}" sibTransId="{C57C8790-50D9-4FFB-A722-5BFE3EF03986}"/>
    <dgm:cxn modelId="{F8CB7946-FC0A-43C4-A71A-40A817809F7A}" srcId="{2C01B445-9519-475C-BF4B-C398101CD36B}" destId="{2D34920A-5536-4104-8A86-6767EA1BCE15}" srcOrd="1" destOrd="0" parTransId="{EC60CCAE-71D7-47C1-8ABC-42D7418C8315}" sibTransId="{1E10B3BA-0F74-4B56-AA22-BF472889410B}"/>
    <dgm:cxn modelId="{3447AB52-EA7E-49E9-A8F8-3F1E26094421}" srcId="{2D34920A-5536-4104-8A86-6767EA1BCE15}" destId="{7306CA0C-EFD6-4359-B174-6DB9CEBFD37E}" srcOrd="2" destOrd="0" parTransId="{DA9F7049-67A0-47FA-9DB4-F89F44BF5288}" sibTransId="{1BE6612C-493C-4BC5-BEA3-8BE3B0A1446D}"/>
    <dgm:cxn modelId="{49A3B075-F83C-4976-AC52-ABA7F382CA55}" srcId="{2D34920A-5536-4104-8A86-6767EA1BCE15}" destId="{AE757135-A11B-4D83-AEC1-60DCAC36CB4C}" srcOrd="0" destOrd="0" parTransId="{25710073-EDB3-4C9E-BC53-EC8E724AC5E1}" sibTransId="{8D5C80F3-8E7F-4A15-9399-E02F89A717F1}"/>
    <dgm:cxn modelId="{E99A0E91-5921-49E2-A646-D40980247FF9}" srcId="{684FF617-4437-42F8-8356-1F9429081A78}" destId="{790370C3-7871-469A-BC51-13E8A87B1C1D}" srcOrd="3" destOrd="0" parTransId="{46F66FF3-480A-4463-9C15-3CDC9EB9C958}" sibTransId="{1C10B290-1F81-4B28-824C-411D2A81654A}"/>
    <dgm:cxn modelId="{6D108894-47B2-4E58-BA11-F7D19E9EE117}" type="presOf" srcId="{684FF617-4437-42F8-8356-1F9429081A78}" destId="{70B18908-720B-4C8B-9B23-7BB7EC598781}" srcOrd="0" destOrd="0" presId="urn:microsoft.com/office/officeart/2005/8/layout/list1"/>
    <dgm:cxn modelId="{226AC198-7036-43CF-87C2-F20C93D020A3}" type="presOf" srcId="{7306CA0C-EFD6-4359-B174-6DB9CEBFD37E}" destId="{90B5A6BF-9AB8-4A24-B54C-AF7DC0CE3CBC}" srcOrd="0" destOrd="2" presId="urn:microsoft.com/office/officeart/2005/8/layout/list1"/>
    <dgm:cxn modelId="{858381A2-A2A7-423B-93C1-CDAA79403BED}" type="presOf" srcId="{684FF617-4437-42F8-8356-1F9429081A78}" destId="{EB20D983-BC9A-41A4-A89F-8E23E798C365}" srcOrd="1" destOrd="0" presId="urn:microsoft.com/office/officeart/2005/8/layout/list1"/>
    <dgm:cxn modelId="{8D0567A8-EF0C-4103-9A15-045EF5BDF5A6}" type="presOf" srcId="{101847C6-DEF7-4A35-A630-961FA6199655}" destId="{90B5A6BF-9AB8-4A24-B54C-AF7DC0CE3CBC}" srcOrd="0" destOrd="3" presId="urn:microsoft.com/office/officeart/2005/8/layout/list1"/>
    <dgm:cxn modelId="{4D5E81AD-1EFE-46A4-B2C5-5511E7DDA632}" srcId="{2D34920A-5536-4104-8A86-6767EA1BCE15}" destId="{101847C6-DEF7-4A35-A630-961FA6199655}" srcOrd="3" destOrd="0" parTransId="{833A6BBE-8DB1-4A17-B90C-55AB174EB961}" sibTransId="{1B8D516E-6127-4AA0-A508-9B6039A1DE38}"/>
    <dgm:cxn modelId="{C7108BCF-C2B5-4C55-AF74-5B754F2B3DB8}" srcId="{2C01B445-9519-475C-BF4B-C398101CD36B}" destId="{684FF617-4437-42F8-8356-1F9429081A78}" srcOrd="0" destOrd="0" parTransId="{DC790BB0-1DE7-4E16-913A-2900860421A8}" sibTransId="{984BA367-AF3A-43FF-B724-8DEA208BF8A9}"/>
    <dgm:cxn modelId="{E31E80EE-DA30-4568-A024-AD6E437122A4}" srcId="{684FF617-4437-42F8-8356-1F9429081A78}" destId="{2D88B12F-7E58-447D-B1FC-DCB76FD9A2A9}" srcOrd="2" destOrd="0" parTransId="{AFA8EA57-3E72-4C91-BB06-92DF6B8DA331}" sibTransId="{A4E1EFF2-96FF-49B0-A185-CA4C64680ED7}"/>
    <dgm:cxn modelId="{CD24FEEE-1B69-4598-AAA3-E4C06736F473}" type="presOf" srcId="{2C01B445-9519-475C-BF4B-C398101CD36B}" destId="{FB35F9A6-CF3D-4ABA-A09C-0DAB7D2CC4BF}" srcOrd="0" destOrd="0" presId="urn:microsoft.com/office/officeart/2005/8/layout/list1"/>
    <dgm:cxn modelId="{78618EF0-48CE-4228-AE92-BCD83AF16774}" type="presOf" srcId="{2D34920A-5536-4104-8A86-6767EA1BCE15}" destId="{917462DD-E764-4B09-8AB4-D4E2E962A8DB}" srcOrd="0" destOrd="0" presId="urn:microsoft.com/office/officeart/2005/8/layout/list1"/>
    <dgm:cxn modelId="{D1F68FF4-4105-4AEF-9ACA-2693764D4FCA}" type="presOf" srcId="{790370C3-7871-469A-BC51-13E8A87B1C1D}" destId="{B01C45EF-72D2-49F8-9BD3-62EE4389891F}" srcOrd="0" destOrd="3" presId="urn:microsoft.com/office/officeart/2005/8/layout/list1"/>
    <dgm:cxn modelId="{03B8FEF4-ADB9-4F3C-9B28-5E9065694A10}" type="presOf" srcId="{9411B3E5-F294-4A42-A250-6BA2D2B3D580}" destId="{B01C45EF-72D2-49F8-9BD3-62EE4389891F}" srcOrd="0" destOrd="1" presId="urn:microsoft.com/office/officeart/2005/8/layout/list1"/>
    <dgm:cxn modelId="{CA50FDF8-9811-4164-BD23-3F961538854C}" type="presOf" srcId="{2D34920A-5536-4104-8A86-6767EA1BCE15}" destId="{F81ECB3A-B9C6-4CCC-9E50-1F2639E7B949}" srcOrd="1" destOrd="0" presId="urn:microsoft.com/office/officeart/2005/8/layout/list1"/>
    <dgm:cxn modelId="{25DC507B-792B-4F4F-BE8B-E30F2F4FE70E}" type="presParOf" srcId="{FB35F9A6-CF3D-4ABA-A09C-0DAB7D2CC4BF}" destId="{B358900C-27A3-4D2D-8C3F-82F7994F86D8}" srcOrd="0" destOrd="0" presId="urn:microsoft.com/office/officeart/2005/8/layout/list1"/>
    <dgm:cxn modelId="{E85F56B8-50FC-46D7-84ED-B35329857F84}" type="presParOf" srcId="{B358900C-27A3-4D2D-8C3F-82F7994F86D8}" destId="{70B18908-720B-4C8B-9B23-7BB7EC598781}" srcOrd="0" destOrd="0" presId="urn:microsoft.com/office/officeart/2005/8/layout/list1"/>
    <dgm:cxn modelId="{49AE1A4D-D10C-4444-8D4D-69E2CC5042BB}" type="presParOf" srcId="{B358900C-27A3-4D2D-8C3F-82F7994F86D8}" destId="{EB20D983-BC9A-41A4-A89F-8E23E798C365}" srcOrd="1" destOrd="0" presId="urn:microsoft.com/office/officeart/2005/8/layout/list1"/>
    <dgm:cxn modelId="{20A38F4E-7669-402A-82D0-45EE27DA3CA5}" type="presParOf" srcId="{FB35F9A6-CF3D-4ABA-A09C-0DAB7D2CC4BF}" destId="{5F344E93-DBA6-472B-BAAA-9FD4B07C0A1F}" srcOrd="1" destOrd="0" presId="urn:microsoft.com/office/officeart/2005/8/layout/list1"/>
    <dgm:cxn modelId="{EF58F406-D634-47F1-BCDF-0E1503941023}" type="presParOf" srcId="{FB35F9A6-CF3D-4ABA-A09C-0DAB7D2CC4BF}" destId="{B01C45EF-72D2-49F8-9BD3-62EE4389891F}" srcOrd="2" destOrd="0" presId="urn:microsoft.com/office/officeart/2005/8/layout/list1"/>
    <dgm:cxn modelId="{52EF452A-4C62-4B10-9A6C-ACE939FA9F74}" type="presParOf" srcId="{FB35F9A6-CF3D-4ABA-A09C-0DAB7D2CC4BF}" destId="{D83E6861-1A08-4AC9-AE2E-DA005198037F}" srcOrd="3" destOrd="0" presId="urn:microsoft.com/office/officeart/2005/8/layout/list1"/>
    <dgm:cxn modelId="{7CA383A6-3476-4894-9B1B-55A20952F29D}" type="presParOf" srcId="{FB35F9A6-CF3D-4ABA-A09C-0DAB7D2CC4BF}" destId="{F1689724-CE0F-456D-98B3-6DA33C8BB16B}" srcOrd="4" destOrd="0" presId="urn:microsoft.com/office/officeart/2005/8/layout/list1"/>
    <dgm:cxn modelId="{E6581CBD-0D25-4430-91F0-A07F02688646}" type="presParOf" srcId="{F1689724-CE0F-456D-98B3-6DA33C8BB16B}" destId="{917462DD-E764-4B09-8AB4-D4E2E962A8DB}" srcOrd="0" destOrd="0" presId="urn:microsoft.com/office/officeart/2005/8/layout/list1"/>
    <dgm:cxn modelId="{EC8E2636-DF74-46F2-B15E-4C0FD8400B57}" type="presParOf" srcId="{F1689724-CE0F-456D-98B3-6DA33C8BB16B}" destId="{F81ECB3A-B9C6-4CCC-9E50-1F2639E7B949}" srcOrd="1" destOrd="0" presId="urn:microsoft.com/office/officeart/2005/8/layout/list1"/>
    <dgm:cxn modelId="{52CD85ED-CE85-4A4A-AD62-E45009DCC55A}" type="presParOf" srcId="{FB35F9A6-CF3D-4ABA-A09C-0DAB7D2CC4BF}" destId="{E535822B-56E4-4A64-A243-EAA964BA5589}" srcOrd="5" destOrd="0" presId="urn:microsoft.com/office/officeart/2005/8/layout/list1"/>
    <dgm:cxn modelId="{A5BB3D03-E347-42F7-B7F5-2C19AFDC1956}" type="presParOf" srcId="{FB35F9A6-CF3D-4ABA-A09C-0DAB7D2CC4BF}" destId="{90B5A6BF-9AB8-4A24-B54C-AF7DC0CE3CBC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5.xml><?xml version="1.0" encoding="utf-8"?>
<dgm:dataModel xmlns:dgm="http://schemas.openxmlformats.org/drawingml/2006/diagram" xmlns:a="http://schemas.openxmlformats.org/drawingml/2006/main">
  <dgm:ptLst>
    <dgm:pt modelId="{8DD10BCD-8597-4C53-B427-569AE5FB1A2B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0E2C8B0D-E2C8-462A-841B-6D830BF2187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bitcoin development roadmap, </a:t>
          </a:r>
        </a:p>
      </dgm:t>
    </dgm:pt>
    <dgm:pt modelId="{1ECA60D4-6FE8-4AFA-879F-85C068AE7468}" type="parTrans" cxnId="{C2D3BB53-7335-4810-A095-3D9E0DBCDBF1}">
      <dgm:prSet/>
      <dgm:spPr/>
      <dgm:t>
        <a:bodyPr/>
        <a:lstStyle/>
        <a:p>
          <a:endParaRPr lang="en-US"/>
        </a:p>
      </dgm:t>
    </dgm:pt>
    <dgm:pt modelId="{9F902D1B-BAF3-4EB9-B629-3980B06E0745}" type="sibTrans" cxnId="{C2D3BB53-7335-4810-A095-3D9E0DBCDBF1}">
      <dgm:prSet/>
      <dgm:spPr/>
      <dgm:t>
        <a:bodyPr/>
        <a:lstStyle/>
        <a:p>
          <a:endParaRPr lang="en-US"/>
        </a:p>
      </dgm:t>
    </dgm:pt>
    <dgm:pt modelId="{6AE8CC1C-2781-4EBE-9E70-5AC0E130E05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we will see new</a:t>
          </a:r>
          <a:r>
            <a:rPr lang="tr-TR"/>
            <a:t> </a:t>
          </a:r>
          <a:r>
            <a:rPr lang="en-US"/>
            <a:t>development tools, </a:t>
          </a:r>
        </a:p>
      </dgm:t>
    </dgm:pt>
    <dgm:pt modelId="{B2F546D2-C573-44C3-BE12-43544F1AF12C}" type="parTrans" cxnId="{6C3BA815-9D4F-40D5-B75A-78377347E039}">
      <dgm:prSet/>
      <dgm:spPr/>
      <dgm:t>
        <a:bodyPr/>
        <a:lstStyle/>
        <a:p>
          <a:endParaRPr lang="en-US"/>
        </a:p>
      </dgm:t>
    </dgm:pt>
    <dgm:pt modelId="{3CDF15BA-DA1C-481F-AA73-C15B04632F23}" type="sibTrans" cxnId="{6C3BA815-9D4F-40D5-B75A-78377347E039}">
      <dgm:prSet/>
      <dgm:spPr/>
      <dgm:t>
        <a:bodyPr/>
        <a:lstStyle/>
        <a:p>
          <a:endParaRPr lang="en-US"/>
        </a:p>
      </dgm:t>
    </dgm:pt>
    <dgm:pt modelId="{E4E63937-881C-4479-87F4-C48A8E71E80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practices, methodologies, and communities emerge</a:t>
          </a:r>
        </a:p>
      </dgm:t>
    </dgm:pt>
    <dgm:pt modelId="{D4D59EEC-A4E8-4DBB-B492-FC7B7BA6A338}" type="parTrans" cxnId="{6D1A7185-7540-4001-9261-0E7982091CA7}">
      <dgm:prSet/>
      <dgm:spPr/>
      <dgm:t>
        <a:bodyPr/>
        <a:lstStyle/>
        <a:p>
          <a:endParaRPr lang="en-US"/>
        </a:p>
      </dgm:t>
    </dgm:pt>
    <dgm:pt modelId="{3E2C7C87-D2FF-4819-93AA-328FE0005F9F}" type="sibTrans" cxnId="{6D1A7185-7540-4001-9261-0E7982091CA7}">
      <dgm:prSet/>
      <dgm:spPr/>
      <dgm:t>
        <a:bodyPr/>
        <a:lstStyle/>
        <a:p>
          <a:endParaRPr lang="en-US"/>
        </a:p>
      </dgm:t>
    </dgm:pt>
    <dgm:pt modelId="{4CC13AD9-DCE5-482E-99AD-E209E82B9DD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Vision for hard forks</a:t>
          </a:r>
          <a:endParaRPr lang="en-US"/>
        </a:p>
      </dgm:t>
    </dgm:pt>
    <dgm:pt modelId="{0040716E-A3CF-49B6-8C35-F7FA14136ED6}" type="parTrans" cxnId="{39FDBC65-0334-4AAC-956E-0C3014226FBE}">
      <dgm:prSet/>
      <dgm:spPr/>
      <dgm:t>
        <a:bodyPr/>
        <a:lstStyle/>
        <a:p>
          <a:endParaRPr lang="en-US"/>
        </a:p>
      </dgm:t>
    </dgm:pt>
    <dgm:pt modelId="{3901E785-4F46-4671-8F7D-64C0AD199CA2}" type="sibTrans" cxnId="{39FDBC65-0334-4AAC-956E-0C3014226FBE}">
      <dgm:prSet/>
      <dgm:spPr/>
      <dgm:t>
        <a:bodyPr/>
        <a:lstStyle/>
        <a:p>
          <a:endParaRPr lang="en-US"/>
        </a:p>
      </dgm:t>
    </dgm:pt>
    <dgm:pt modelId="{EC10542B-B7B4-423C-9A2F-67257C37DBB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Various community members have different vision</a:t>
          </a:r>
          <a:endParaRPr lang="en-US"/>
        </a:p>
      </dgm:t>
    </dgm:pt>
    <dgm:pt modelId="{D43B073D-C212-4E3F-9C9E-F0F36CED5CA0}" type="parTrans" cxnId="{DFED92D8-8731-401A-A983-67359BFA9B2C}">
      <dgm:prSet/>
      <dgm:spPr/>
      <dgm:t>
        <a:bodyPr/>
        <a:lstStyle/>
        <a:p>
          <a:endParaRPr lang="en-US"/>
        </a:p>
      </dgm:t>
    </dgm:pt>
    <dgm:pt modelId="{E907D848-9644-4C5E-9A9D-D3D01E7F23EB}" type="sibTrans" cxnId="{DFED92D8-8731-401A-A983-67359BFA9B2C}">
      <dgm:prSet/>
      <dgm:spPr/>
      <dgm:t>
        <a:bodyPr/>
        <a:lstStyle/>
        <a:p>
          <a:endParaRPr lang="en-US"/>
        </a:p>
      </dgm:t>
    </dgm:pt>
    <dgm:pt modelId="{0CEAB97A-553B-4ED9-8EFE-223BE9768CE3}" type="pres">
      <dgm:prSet presAssocID="{8DD10BCD-8597-4C53-B427-569AE5FB1A2B}" presName="root" presStyleCnt="0">
        <dgm:presLayoutVars>
          <dgm:dir/>
          <dgm:resizeHandles val="exact"/>
        </dgm:presLayoutVars>
      </dgm:prSet>
      <dgm:spPr/>
    </dgm:pt>
    <dgm:pt modelId="{4BB1A775-FA61-4F0B-95CC-24E81C9FB356}" type="pres">
      <dgm:prSet presAssocID="{0E2C8B0D-E2C8-462A-841B-6D830BF2187B}" presName="compNode" presStyleCnt="0"/>
      <dgm:spPr/>
    </dgm:pt>
    <dgm:pt modelId="{502726B6-3329-45F6-B791-E9F4D4B47A7D}" type="pres">
      <dgm:prSet presAssocID="{0E2C8B0D-E2C8-462A-841B-6D830BF2187B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DECD0C80-E6D3-4F1D-8FF2-39032D1347CF}" type="pres">
      <dgm:prSet presAssocID="{0E2C8B0D-E2C8-462A-841B-6D830BF2187B}" presName="iconSpace" presStyleCnt="0"/>
      <dgm:spPr/>
    </dgm:pt>
    <dgm:pt modelId="{370CED0C-A7CA-47AD-97F8-5C8B99C7F67E}" type="pres">
      <dgm:prSet presAssocID="{0E2C8B0D-E2C8-462A-841B-6D830BF2187B}" presName="parTx" presStyleLbl="revTx" presStyleIdx="0" presStyleCnt="4">
        <dgm:presLayoutVars>
          <dgm:chMax val="0"/>
          <dgm:chPref val="0"/>
        </dgm:presLayoutVars>
      </dgm:prSet>
      <dgm:spPr/>
    </dgm:pt>
    <dgm:pt modelId="{969F732B-313E-4AAF-8B7D-0B841D02C840}" type="pres">
      <dgm:prSet presAssocID="{0E2C8B0D-E2C8-462A-841B-6D830BF2187B}" presName="txSpace" presStyleCnt="0"/>
      <dgm:spPr/>
    </dgm:pt>
    <dgm:pt modelId="{CF276EC5-F57D-4529-B0BB-97CDCCC90617}" type="pres">
      <dgm:prSet presAssocID="{0E2C8B0D-E2C8-462A-841B-6D830BF2187B}" presName="desTx" presStyleLbl="revTx" presStyleIdx="1" presStyleCnt="4">
        <dgm:presLayoutVars/>
      </dgm:prSet>
      <dgm:spPr/>
    </dgm:pt>
    <dgm:pt modelId="{734AA2C9-7E6D-4C13-97D6-50B09A95C303}" type="pres">
      <dgm:prSet presAssocID="{9F902D1B-BAF3-4EB9-B629-3980B06E0745}" presName="sibTrans" presStyleCnt="0"/>
      <dgm:spPr/>
    </dgm:pt>
    <dgm:pt modelId="{9107A747-C870-4F85-B33E-17B503F1D31C}" type="pres">
      <dgm:prSet presAssocID="{4CC13AD9-DCE5-482E-99AD-E209E82B9DD7}" presName="compNode" presStyleCnt="0"/>
      <dgm:spPr/>
    </dgm:pt>
    <dgm:pt modelId="{48A2D6A9-45B9-44B1-9C31-3B3CDB22651B}" type="pres">
      <dgm:prSet presAssocID="{4CC13AD9-DCE5-482E-99AD-E209E82B9DD7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rup"/>
        </a:ext>
      </dgm:extLst>
    </dgm:pt>
    <dgm:pt modelId="{46CB732F-9004-4CC3-A2B0-469AF3ECE097}" type="pres">
      <dgm:prSet presAssocID="{4CC13AD9-DCE5-482E-99AD-E209E82B9DD7}" presName="iconSpace" presStyleCnt="0"/>
      <dgm:spPr/>
    </dgm:pt>
    <dgm:pt modelId="{65C34CEC-CED7-4AD5-BD8F-2B3209C5095C}" type="pres">
      <dgm:prSet presAssocID="{4CC13AD9-DCE5-482E-99AD-E209E82B9DD7}" presName="parTx" presStyleLbl="revTx" presStyleIdx="2" presStyleCnt="4">
        <dgm:presLayoutVars>
          <dgm:chMax val="0"/>
          <dgm:chPref val="0"/>
        </dgm:presLayoutVars>
      </dgm:prSet>
      <dgm:spPr/>
    </dgm:pt>
    <dgm:pt modelId="{4FB868FA-349A-44F5-BAA2-38C11BF679D2}" type="pres">
      <dgm:prSet presAssocID="{4CC13AD9-DCE5-482E-99AD-E209E82B9DD7}" presName="txSpace" presStyleCnt="0"/>
      <dgm:spPr/>
    </dgm:pt>
    <dgm:pt modelId="{DF5E1EAD-7217-4227-BB3D-B1A7EB68F37F}" type="pres">
      <dgm:prSet presAssocID="{4CC13AD9-DCE5-482E-99AD-E209E82B9DD7}" presName="desTx" presStyleLbl="revTx" presStyleIdx="3" presStyleCnt="4">
        <dgm:presLayoutVars/>
      </dgm:prSet>
      <dgm:spPr/>
    </dgm:pt>
  </dgm:ptLst>
  <dgm:cxnLst>
    <dgm:cxn modelId="{6C3BA815-9D4F-40D5-B75A-78377347E039}" srcId="{0E2C8B0D-E2C8-462A-841B-6D830BF2187B}" destId="{6AE8CC1C-2781-4EBE-9E70-5AC0E130E051}" srcOrd="0" destOrd="0" parTransId="{B2F546D2-C573-44C3-BE12-43544F1AF12C}" sibTransId="{3CDF15BA-DA1C-481F-AA73-C15B04632F23}"/>
    <dgm:cxn modelId="{09670126-95CF-4A75-BFC0-BA2D615B2403}" type="presOf" srcId="{6AE8CC1C-2781-4EBE-9E70-5AC0E130E051}" destId="{CF276EC5-F57D-4529-B0BB-97CDCCC90617}" srcOrd="0" destOrd="0" presId="urn:microsoft.com/office/officeart/2018/2/layout/IconLabelDescriptionList"/>
    <dgm:cxn modelId="{39FDBC65-0334-4AAC-956E-0C3014226FBE}" srcId="{8DD10BCD-8597-4C53-B427-569AE5FB1A2B}" destId="{4CC13AD9-DCE5-482E-99AD-E209E82B9DD7}" srcOrd="1" destOrd="0" parTransId="{0040716E-A3CF-49B6-8C35-F7FA14136ED6}" sibTransId="{3901E785-4F46-4671-8F7D-64C0AD199CA2}"/>
    <dgm:cxn modelId="{9460C965-5715-4B12-ABB7-EEF4FB8D1351}" type="presOf" srcId="{4CC13AD9-DCE5-482E-99AD-E209E82B9DD7}" destId="{65C34CEC-CED7-4AD5-BD8F-2B3209C5095C}" srcOrd="0" destOrd="0" presId="urn:microsoft.com/office/officeart/2018/2/layout/IconLabelDescriptionList"/>
    <dgm:cxn modelId="{C2D3BB53-7335-4810-A095-3D9E0DBCDBF1}" srcId="{8DD10BCD-8597-4C53-B427-569AE5FB1A2B}" destId="{0E2C8B0D-E2C8-462A-841B-6D830BF2187B}" srcOrd="0" destOrd="0" parTransId="{1ECA60D4-6FE8-4AFA-879F-85C068AE7468}" sibTransId="{9F902D1B-BAF3-4EB9-B629-3980B06E0745}"/>
    <dgm:cxn modelId="{8E07265A-A306-4326-AE08-F6A2F27D7F13}" type="presOf" srcId="{8DD10BCD-8597-4C53-B427-569AE5FB1A2B}" destId="{0CEAB97A-553B-4ED9-8EFE-223BE9768CE3}" srcOrd="0" destOrd="0" presId="urn:microsoft.com/office/officeart/2018/2/layout/IconLabelDescriptionList"/>
    <dgm:cxn modelId="{6D1A7185-7540-4001-9261-0E7982091CA7}" srcId="{0E2C8B0D-E2C8-462A-841B-6D830BF2187B}" destId="{E4E63937-881C-4479-87F4-C48A8E71E800}" srcOrd="1" destOrd="0" parTransId="{D4D59EEC-A4E8-4DBB-B492-FC7B7BA6A338}" sibTransId="{3E2C7C87-D2FF-4819-93AA-328FE0005F9F}"/>
    <dgm:cxn modelId="{20FA60A5-2C38-4F98-974A-FD5F7065F043}" type="presOf" srcId="{E4E63937-881C-4479-87F4-C48A8E71E800}" destId="{CF276EC5-F57D-4529-B0BB-97CDCCC90617}" srcOrd="0" destOrd="1" presId="urn:microsoft.com/office/officeart/2018/2/layout/IconLabelDescriptionList"/>
    <dgm:cxn modelId="{C749B6C9-C63C-4754-98C1-F8FABA839C28}" type="presOf" srcId="{0E2C8B0D-E2C8-462A-841B-6D830BF2187B}" destId="{370CED0C-A7CA-47AD-97F8-5C8B99C7F67E}" srcOrd="0" destOrd="0" presId="urn:microsoft.com/office/officeart/2018/2/layout/IconLabelDescriptionList"/>
    <dgm:cxn modelId="{DFED92D8-8731-401A-A983-67359BFA9B2C}" srcId="{4CC13AD9-DCE5-482E-99AD-E209E82B9DD7}" destId="{EC10542B-B7B4-423C-9A2F-67257C37DBB8}" srcOrd="0" destOrd="0" parTransId="{D43B073D-C212-4E3F-9C9E-F0F36CED5CA0}" sibTransId="{E907D848-9644-4C5E-9A9D-D3D01E7F23EB}"/>
    <dgm:cxn modelId="{F6A34EE6-0704-4439-A6E5-63F6FB627BBA}" type="presOf" srcId="{EC10542B-B7B4-423C-9A2F-67257C37DBB8}" destId="{DF5E1EAD-7217-4227-BB3D-B1A7EB68F37F}" srcOrd="0" destOrd="0" presId="urn:microsoft.com/office/officeart/2018/2/layout/IconLabelDescriptionList"/>
    <dgm:cxn modelId="{79AF7D61-DCAF-4133-969D-9D6EBFA68D14}" type="presParOf" srcId="{0CEAB97A-553B-4ED9-8EFE-223BE9768CE3}" destId="{4BB1A775-FA61-4F0B-95CC-24E81C9FB356}" srcOrd="0" destOrd="0" presId="urn:microsoft.com/office/officeart/2018/2/layout/IconLabelDescriptionList"/>
    <dgm:cxn modelId="{89F80991-6283-4306-940A-B2631D5E1AF3}" type="presParOf" srcId="{4BB1A775-FA61-4F0B-95CC-24E81C9FB356}" destId="{502726B6-3329-45F6-B791-E9F4D4B47A7D}" srcOrd="0" destOrd="0" presId="urn:microsoft.com/office/officeart/2018/2/layout/IconLabelDescriptionList"/>
    <dgm:cxn modelId="{E52190D6-4F55-42FF-9390-F26B75A46453}" type="presParOf" srcId="{4BB1A775-FA61-4F0B-95CC-24E81C9FB356}" destId="{DECD0C80-E6D3-4F1D-8FF2-39032D1347CF}" srcOrd="1" destOrd="0" presId="urn:microsoft.com/office/officeart/2018/2/layout/IconLabelDescriptionList"/>
    <dgm:cxn modelId="{1CBE819C-C0DF-4BD7-A09D-87F5D017115C}" type="presParOf" srcId="{4BB1A775-FA61-4F0B-95CC-24E81C9FB356}" destId="{370CED0C-A7CA-47AD-97F8-5C8B99C7F67E}" srcOrd="2" destOrd="0" presId="urn:microsoft.com/office/officeart/2018/2/layout/IconLabelDescriptionList"/>
    <dgm:cxn modelId="{0A6D9E3E-3BA7-40B7-B733-07986E995516}" type="presParOf" srcId="{4BB1A775-FA61-4F0B-95CC-24E81C9FB356}" destId="{969F732B-313E-4AAF-8B7D-0B841D02C840}" srcOrd="3" destOrd="0" presId="urn:microsoft.com/office/officeart/2018/2/layout/IconLabelDescriptionList"/>
    <dgm:cxn modelId="{CB2DCD28-BB60-46E4-AEC4-3DD15749FDC3}" type="presParOf" srcId="{4BB1A775-FA61-4F0B-95CC-24E81C9FB356}" destId="{CF276EC5-F57D-4529-B0BB-97CDCCC90617}" srcOrd="4" destOrd="0" presId="urn:microsoft.com/office/officeart/2018/2/layout/IconLabelDescriptionList"/>
    <dgm:cxn modelId="{D46E0D7E-3351-469E-A72B-54587478DA3C}" type="presParOf" srcId="{0CEAB97A-553B-4ED9-8EFE-223BE9768CE3}" destId="{734AA2C9-7E6D-4C13-97D6-50B09A95C303}" srcOrd="1" destOrd="0" presId="urn:microsoft.com/office/officeart/2018/2/layout/IconLabelDescriptionList"/>
    <dgm:cxn modelId="{0C03F3CC-1D82-45C4-B699-68565A69665D}" type="presParOf" srcId="{0CEAB97A-553B-4ED9-8EFE-223BE9768CE3}" destId="{9107A747-C870-4F85-B33E-17B503F1D31C}" srcOrd="2" destOrd="0" presId="urn:microsoft.com/office/officeart/2018/2/layout/IconLabelDescriptionList"/>
    <dgm:cxn modelId="{B8E2B467-784D-4371-8AA6-7717A7D0BF27}" type="presParOf" srcId="{9107A747-C870-4F85-B33E-17B503F1D31C}" destId="{48A2D6A9-45B9-44B1-9C31-3B3CDB22651B}" srcOrd="0" destOrd="0" presId="urn:microsoft.com/office/officeart/2018/2/layout/IconLabelDescriptionList"/>
    <dgm:cxn modelId="{863F3A99-D2B8-4C5F-BCEC-91745F678097}" type="presParOf" srcId="{9107A747-C870-4F85-B33E-17B503F1D31C}" destId="{46CB732F-9004-4CC3-A2B0-469AF3ECE097}" srcOrd="1" destOrd="0" presId="urn:microsoft.com/office/officeart/2018/2/layout/IconLabelDescriptionList"/>
    <dgm:cxn modelId="{D2336C76-CDF0-46D9-864E-C7AB35B5AC4B}" type="presParOf" srcId="{9107A747-C870-4F85-B33E-17B503F1D31C}" destId="{65C34CEC-CED7-4AD5-BD8F-2B3209C5095C}" srcOrd="2" destOrd="0" presId="urn:microsoft.com/office/officeart/2018/2/layout/IconLabelDescriptionList"/>
    <dgm:cxn modelId="{679E917F-B09B-4481-97E9-4F72B88410AD}" type="presParOf" srcId="{9107A747-C870-4F85-B33E-17B503F1D31C}" destId="{4FB868FA-349A-44F5-BAA2-38C11BF679D2}" srcOrd="3" destOrd="0" presId="urn:microsoft.com/office/officeart/2018/2/layout/IconLabelDescriptionList"/>
    <dgm:cxn modelId="{46E80DBD-0D93-4073-83D5-F9474FDC4038}" type="presParOf" srcId="{9107A747-C870-4F85-B33E-17B503F1D31C}" destId="{DF5E1EAD-7217-4227-BB3D-B1A7EB68F37F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6.xml><?xml version="1.0" encoding="utf-8"?>
<dgm:dataModel xmlns:dgm="http://schemas.openxmlformats.org/drawingml/2006/diagram" xmlns:a="http://schemas.openxmlformats.org/drawingml/2006/main">
  <dgm:ptLst>
    <dgm:pt modelId="{8DD10BCD-8597-4C53-B427-569AE5FB1A2B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B03D2968-6767-467A-ADD9-80E82BC1CC55}">
      <dgm:prSet/>
      <dgm:spPr/>
      <dgm:t>
        <a:bodyPr/>
        <a:lstStyle/>
        <a:p>
          <a:r>
            <a:rPr lang="tr-TR"/>
            <a:t>Risky</a:t>
          </a:r>
          <a:endParaRPr lang="en-US"/>
        </a:p>
      </dgm:t>
    </dgm:pt>
    <dgm:pt modelId="{F3BD4B8E-D5AF-4184-8B56-F3BD3EA60F19}" type="parTrans" cxnId="{DA831C3D-DB7F-4415-BD57-F8F04C3A48FF}">
      <dgm:prSet/>
      <dgm:spPr/>
      <dgm:t>
        <a:bodyPr/>
        <a:lstStyle/>
        <a:p>
          <a:endParaRPr lang="en-US"/>
        </a:p>
      </dgm:t>
    </dgm:pt>
    <dgm:pt modelId="{E67E494A-8BC0-4994-8B41-DFA866AC22E8}" type="sibTrans" cxnId="{DA831C3D-DB7F-4415-BD57-F8F04C3A48FF}">
      <dgm:prSet/>
      <dgm:spPr/>
      <dgm:t>
        <a:bodyPr/>
        <a:lstStyle/>
        <a:p>
          <a:endParaRPr lang="en-US"/>
        </a:p>
      </dgm:t>
    </dgm:pt>
    <dgm:pt modelId="{0F1B247F-A163-475E-9939-D4F02BF5215F}">
      <dgm:prSet/>
      <dgm:spPr/>
      <dgm:t>
        <a:bodyPr/>
        <a:lstStyle/>
        <a:p>
          <a:r>
            <a:rPr lang="en-US"/>
            <a:t>risky </a:t>
          </a:r>
          <a:r>
            <a:rPr lang="tr-TR"/>
            <a:t>and to be avoided since</a:t>
          </a:r>
          <a:r>
            <a:rPr lang="en-US"/>
            <a:t> force a minority </a:t>
          </a:r>
        </a:p>
      </dgm:t>
    </dgm:pt>
    <dgm:pt modelId="{E2378957-AD5D-4BE3-919E-6669077D125A}" type="parTrans" cxnId="{A5E4A708-88C0-45A5-A518-6CDD14CD6828}">
      <dgm:prSet/>
      <dgm:spPr/>
      <dgm:t>
        <a:bodyPr/>
        <a:lstStyle/>
        <a:p>
          <a:endParaRPr lang="en-US"/>
        </a:p>
      </dgm:t>
    </dgm:pt>
    <dgm:pt modelId="{A0DE5092-5029-4E4D-8A05-2E78609ADD26}" type="sibTrans" cxnId="{A5E4A708-88C0-45A5-A518-6CDD14CD6828}">
      <dgm:prSet/>
      <dgm:spPr/>
      <dgm:t>
        <a:bodyPr/>
        <a:lstStyle/>
        <a:p>
          <a:endParaRPr lang="en-US"/>
        </a:p>
      </dgm:t>
    </dgm:pt>
    <dgm:pt modelId="{531887DD-D225-465A-9961-1700F20442FA}">
      <dgm:prSet/>
      <dgm:spPr/>
      <dgm:t>
        <a:bodyPr/>
        <a:lstStyle/>
        <a:p>
          <a:r>
            <a:rPr lang="en-US"/>
            <a:t>to either upgrade or</a:t>
          </a:r>
          <a:r>
            <a:rPr lang="tr-TR"/>
            <a:t> </a:t>
          </a:r>
          <a:r>
            <a:rPr lang="en-US"/>
            <a:t>remain on a minority chain.</a:t>
          </a:r>
        </a:p>
      </dgm:t>
    </dgm:pt>
    <dgm:pt modelId="{0BBA6B06-C649-4858-B7F7-451BE0578208}" type="parTrans" cxnId="{A44C6DB0-3E1B-497F-B00E-180C70E724EF}">
      <dgm:prSet/>
      <dgm:spPr/>
      <dgm:t>
        <a:bodyPr/>
        <a:lstStyle/>
        <a:p>
          <a:endParaRPr lang="en-US"/>
        </a:p>
      </dgm:t>
    </dgm:pt>
    <dgm:pt modelId="{3D86A525-4EB9-4AE9-BC8C-0D96142AB62F}" type="sibTrans" cxnId="{A44C6DB0-3E1B-497F-B00E-180C70E724EF}">
      <dgm:prSet/>
      <dgm:spPr/>
      <dgm:t>
        <a:bodyPr/>
        <a:lstStyle/>
        <a:p>
          <a:endParaRPr lang="en-US"/>
        </a:p>
      </dgm:t>
    </dgm:pt>
    <dgm:pt modelId="{AA24B140-EBB0-429E-BD10-BFC6AEC9D017}">
      <dgm:prSet/>
      <dgm:spPr/>
      <dgm:t>
        <a:bodyPr/>
        <a:lstStyle/>
        <a:p>
          <a:r>
            <a:rPr lang="tr-TR"/>
            <a:t>Essential</a:t>
          </a:r>
          <a:endParaRPr lang="en-US"/>
        </a:p>
      </dgm:t>
    </dgm:pt>
    <dgm:pt modelId="{E79BD695-A072-492A-908F-C958A7C216D5}" type="parTrans" cxnId="{AE5EC6C4-42B7-4E38-BB64-553BF72D0CF2}">
      <dgm:prSet/>
      <dgm:spPr/>
      <dgm:t>
        <a:bodyPr/>
        <a:lstStyle/>
        <a:p>
          <a:endParaRPr lang="en-US"/>
        </a:p>
      </dgm:t>
    </dgm:pt>
    <dgm:pt modelId="{1E4BBFAD-9899-488D-B142-EAB3F213D83F}" type="sibTrans" cxnId="{AE5EC6C4-42B7-4E38-BB64-553BF72D0CF2}">
      <dgm:prSet/>
      <dgm:spPr/>
      <dgm:t>
        <a:bodyPr/>
        <a:lstStyle/>
        <a:p>
          <a:endParaRPr lang="en-US"/>
        </a:p>
      </dgm:t>
    </dgm:pt>
    <dgm:pt modelId="{5E9B5F49-4F8F-456F-8747-2C09F8DA2D18}">
      <dgm:prSet/>
      <dgm:spPr/>
      <dgm:t>
        <a:bodyPr/>
        <a:lstStyle/>
        <a:p>
          <a:r>
            <a:rPr lang="en-US"/>
            <a:t>for upgrading the consensus rules </a:t>
          </a:r>
        </a:p>
      </dgm:t>
    </dgm:pt>
    <dgm:pt modelId="{F298205E-002C-4038-BE37-808029716B7C}" type="parTrans" cxnId="{3CB3F37E-C3B9-4347-96D5-04FDD6091A10}">
      <dgm:prSet/>
      <dgm:spPr/>
      <dgm:t>
        <a:bodyPr/>
        <a:lstStyle/>
        <a:p>
          <a:endParaRPr lang="en-US"/>
        </a:p>
      </dgm:t>
    </dgm:pt>
    <dgm:pt modelId="{3D8CF0E6-07FC-4BD0-855C-2942E06AC86C}" type="sibTrans" cxnId="{3CB3F37E-C3B9-4347-96D5-04FDD6091A10}">
      <dgm:prSet/>
      <dgm:spPr/>
      <dgm:t>
        <a:bodyPr/>
        <a:lstStyle/>
        <a:p>
          <a:endParaRPr lang="en-US"/>
        </a:p>
      </dgm:t>
    </dgm:pt>
    <dgm:pt modelId="{EBE44A4F-5654-45F0-A278-58E2F4AB46FF}">
      <dgm:prSet/>
      <dgm:spPr/>
      <dgm:t>
        <a:bodyPr/>
        <a:lstStyle/>
        <a:p>
          <a:r>
            <a:rPr lang="en-US"/>
            <a:t>provides a</a:t>
          </a:r>
          <a:r>
            <a:rPr lang="tr-TR"/>
            <a:t> </a:t>
          </a:r>
          <a:r>
            <a:rPr lang="en-US"/>
            <a:t>clean break with the past.</a:t>
          </a:r>
        </a:p>
      </dgm:t>
    </dgm:pt>
    <dgm:pt modelId="{14C91663-7673-41FD-89DF-E84B66E6861A}" type="parTrans" cxnId="{8F72D458-A5E0-4452-8DB8-1E73EDAF6148}">
      <dgm:prSet/>
      <dgm:spPr/>
      <dgm:t>
        <a:bodyPr/>
        <a:lstStyle/>
        <a:p>
          <a:endParaRPr lang="en-US"/>
        </a:p>
      </dgm:t>
    </dgm:pt>
    <dgm:pt modelId="{5BDCF2E8-0AA4-423E-A01D-9177125C805A}" type="sibTrans" cxnId="{8F72D458-A5E0-4452-8DB8-1E73EDAF6148}">
      <dgm:prSet/>
      <dgm:spPr/>
      <dgm:t>
        <a:bodyPr/>
        <a:lstStyle/>
        <a:p>
          <a:endParaRPr lang="en-US"/>
        </a:p>
      </dgm:t>
    </dgm:pt>
    <dgm:pt modelId="{AD5CA96B-9E4F-4AF6-B249-C01024DBAD18}">
      <dgm:prSet/>
      <dgm:spPr/>
      <dgm:t>
        <a:bodyPr/>
        <a:lstStyle/>
        <a:p>
          <a:r>
            <a:rPr lang="tr-TR"/>
            <a:t>Rarely used</a:t>
          </a:r>
          <a:endParaRPr lang="en-US"/>
        </a:p>
      </dgm:t>
    </dgm:pt>
    <dgm:pt modelId="{0DF2DAF7-9F63-4836-873F-72193B0F93B5}" type="parTrans" cxnId="{CB8323FA-6D95-454B-9FC7-4B30423DF295}">
      <dgm:prSet/>
      <dgm:spPr/>
      <dgm:t>
        <a:bodyPr/>
        <a:lstStyle/>
        <a:p>
          <a:endParaRPr lang="en-US"/>
        </a:p>
      </dgm:t>
    </dgm:pt>
    <dgm:pt modelId="{A8CF26D9-1963-4357-A706-3D155494A097}" type="sibTrans" cxnId="{CB8323FA-6D95-454B-9FC7-4B30423DF295}">
      <dgm:prSet/>
      <dgm:spPr/>
      <dgm:t>
        <a:bodyPr/>
        <a:lstStyle/>
        <a:p>
          <a:endParaRPr lang="en-US"/>
        </a:p>
      </dgm:t>
    </dgm:pt>
    <dgm:pt modelId="{6E34EEA0-C820-4137-A6DB-8A397F0B8D26}">
      <dgm:prSet/>
      <dgm:spPr/>
      <dgm:t>
        <a:bodyPr/>
        <a:lstStyle/>
        <a:p>
          <a:r>
            <a:rPr lang="en-US"/>
            <a:t>with a lot of advance planning </a:t>
          </a:r>
        </a:p>
      </dgm:t>
    </dgm:pt>
    <dgm:pt modelId="{8F110BE4-9D38-460D-B4C4-F6F7EB4CA6A4}" type="parTrans" cxnId="{6564041F-4DCE-4B63-A1AB-6CC2DF75B7FB}">
      <dgm:prSet/>
      <dgm:spPr/>
      <dgm:t>
        <a:bodyPr/>
        <a:lstStyle/>
        <a:p>
          <a:endParaRPr lang="en-US"/>
        </a:p>
      </dgm:t>
    </dgm:pt>
    <dgm:pt modelId="{A5C39002-04F6-40CC-A9B0-A96BA684964F}" type="sibTrans" cxnId="{6564041F-4DCE-4B63-A1AB-6CC2DF75B7FB}">
      <dgm:prSet/>
      <dgm:spPr/>
      <dgm:t>
        <a:bodyPr/>
        <a:lstStyle/>
        <a:p>
          <a:endParaRPr lang="en-US"/>
        </a:p>
      </dgm:t>
    </dgm:pt>
    <dgm:pt modelId="{41C8319E-56E0-4478-887B-4EDE7AA83497}">
      <dgm:prSet/>
      <dgm:spPr/>
      <dgm:t>
        <a:bodyPr/>
        <a:lstStyle/>
        <a:p>
          <a:r>
            <a:rPr lang="en-US"/>
            <a:t>and only under nearunanimous</a:t>
          </a:r>
          <a:r>
            <a:rPr lang="tr-TR"/>
            <a:t> consensus.</a:t>
          </a:r>
          <a:endParaRPr lang="en-US"/>
        </a:p>
      </dgm:t>
    </dgm:pt>
    <dgm:pt modelId="{DBAE21A0-8920-4D63-80B2-56C1309AC39B}" type="parTrans" cxnId="{100D8AF1-5CC5-44B8-BA7E-83C2AC510747}">
      <dgm:prSet/>
      <dgm:spPr/>
      <dgm:t>
        <a:bodyPr/>
        <a:lstStyle/>
        <a:p>
          <a:endParaRPr lang="en-US"/>
        </a:p>
      </dgm:t>
    </dgm:pt>
    <dgm:pt modelId="{46B5A8C1-B79E-4F5A-80C8-82E2459D4447}" type="sibTrans" cxnId="{100D8AF1-5CC5-44B8-BA7E-83C2AC510747}">
      <dgm:prSet/>
      <dgm:spPr/>
      <dgm:t>
        <a:bodyPr/>
        <a:lstStyle/>
        <a:p>
          <a:endParaRPr lang="en-US"/>
        </a:p>
      </dgm:t>
    </dgm:pt>
    <dgm:pt modelId="{714B9B7C-7D75-482C-A100-D5D67CCDC798}" type="pres">
      <dgm:prSet presAssocID="{8DD10BCD-8597-4C53-B427-569AE5FB1A2B}" presName="linear" presStyleCnt="0">
        <dgm:presLayoutVars>
          <dgm:dir/>
          <dgm:animLvl val="lvl"/>
          <dgm:resizeHandles val="exact"/>
        </dgm:presLayoutVars>
      </dgm:prSet>
      <dgm:spPr/>
    </dgm:pt>
    <dgm:pt modelId="{E3049F0B-4B52-4BAF-A917-FC824F7CABC1}" type="pres">
      <dgm:prSet presAssocID="{B03D2968-6767-467A-ADD9-80E82BC1CC55}" presName="parentLin" presStyleCnt="0"/>
      <dgm:spPr/>
    </dgm:pt>
    <dgm:pt modelId="{5509BFB3-7EEF-4980-A4B8-FFBAF233BFFB}" type="pres">
      <dgm:prSet presAssocID="{B03D2968-6767-467A-ADD9-80E82BC1CC55}" presName="parentLeftMargin" presStyleLbl="node1" presStyleIdx="0" presStyleCnt="3"/>
      <dgm:spPr/>
    </dgm:pt>
    <dgm:pt modelId="{7CA94C41-CE12-46B3-9283-732729B8B0E0}" type="pres">
      <dgm:prSet presAssocID="{B03D2968-6767-467A-ADD9-80E82BC1CC55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47624FFE-9A0E-432F-B8F3-E0379CC2B009}" type="pres">
      <dgm:prSet presAssocID="{B03D2968-6767-467A-ADD9-80E82BC1CC55}" presName="negativeSpace" presStyleCnt="0"/>
      <dgm:spPr/>
    </dgm:pt>
    <dgm:pt modelId="{4E79AAB1-A0B3-442E-A8E6-FE20872D0076}" type="pres">
      <dgm:prSet presAssocID="{B03D2968-6767-467A-ADD9-80E82BC1CC55}" presName="childText" presStyleLbl="conFgAcc1" presStyleIdx="0" presStyleCnt="3">
        <dgm:presLayoutVars>
          <dgm:bulletEnabled val="1"/>
        </dgm:presLayoutVars>
      </dgm:prSet>
      <dgm:spPr/>
    </dgm:pt>
    <dgm:pt modelId="{ABD5B315-2B6B-4018-8330-7496A5AEA5FD}" type="pres">
      <dgm:prSet presAssocID="{E67E494A-8BC0-4994-8B41-DFA866AC22E8}" presName="spaceBetweenRectangles" presStyleCnt="0"/>
      <dgm:spPr/>
    </dgm:pt>
    <dgm:pt modelId="{9C0209EB-6FA5-496D-9DE8-737AFAC7680E}" type="pres">
      <dgm:prSet presAssocID="{AA24B140-EBB0-429E-BD10-BFC6AEC9D017}" presName="parentLin" presStyleCnt="0"/>
      <dgm:spPr/>
    </dgm:pt>
    <dgm:pt modelId="{2C97FA26-0AB6-4476-AE34-CCB58FF0ACC8}" type="pres">
      <dgm:prSet presAssocID="{AA24B140-EBB0-429E-BD10-BFC6AEC9D017}" presName="parentLeftMargin" presStyleLbl="node1" presStyleIdx="0" presStyleCnt="3"/>
      <dgm:spPr/>
    </dgm:pt>
    <dgm:pt modelId="{2A51302B-0EC4-4A9A-A3E4-19C081ED90BF}" type="pres">
      <dgm:prSet presAssocID="{AA24B140-EBB0-429E-BD10-BFC6AEC9D017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D5D3AC6C-7D99-4E63-82FD-12324A8F0919}" type="pres">
      <dgm:prSet presAssocID="{AA24B140-EBB0-429E-BD10-BFC6AEC9D017}" presName="negativeSpace" presStyleCnt="0"/>
      <dgm:spPr/>
    </dgm:pt>
    <dgm:pt modelId="{AF5D5E0F-1052-48D2-869B-FF82BD685D4C}" type="pres">
      <dgm:prSet presAssocID="{AA24B140-EBB0-429E-BD10-BFC6AEC9D017}" presName="childText" presStyleLbl="conFgAcc1" presStyleIdx="1" presStyleCnt="3">
        <dgm:presLayoutVars>
          <dgm:bulletEnabled val="1"/>
        </dgm:presLayoutVars>
      </dgm:prSet>
      <dgm:spPr/>
    </dgm:pt>
    <dgm:pt modelId="{75C17BE9-489B-47A2-B10A-00469B8870CF}" type="pres">
      <dgm:prSet presAssocID="{1E4BBFAD-9899-488D-B142-EAB3F213D83F}" presName="spaceBetweenRectangles" presStyleCnt="0"/>
      <dgm:spPr/>
    </dgm:pt>
    <dgm:pt modelId="{CF74FBE7-8AFE-48C8-A927-28E4C98E520C}" type="pres">
      <dgm:prSet presAssocID="{AD5CA96B-9E4F-4AF6-B249-C01024DBAD18}" presName="parentLin" presStyleCnt="0"/>
      <dgm:spPr/>
    </dgm:pt>
    <dgm:pt modelId="{0C74D325-4685-4B44-8FA6-FD7B22300F9A}" type="pres">
      <dgm:prSet presAssocID="{AD5CA96B-9E4F-4AF6-B249-C01024DBAD18}" presName="parentLeftMargin" presStyleLbl="node1" presStyleIdx="1" presStyleCnt="3"/>
      <dgm:spPr/>
    </dgm:pt>
    <dgm:pt modelId="{A40A6ACC-18DC-4086-A9A1-7C3A7DEDB0E5}" type="pres">
      <dgm:prSet presAssocID="{AD5CA96B-9E4F-4AF6-B249-C01024DBAD18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246C5C25-F0E4-478D-8830-EDD83A579801}" type="pres">
      <dgm:prSet presAssocID="{AD5CA96B-9E4F-4AF6-B249-C01024DBAD18}" presName="negativeSpace" presStyleCnt="0"/>
      <dgm:spPr/>
    </dgm:pt>
    <dgm:pt modelId="{80D1BA6D-BA25-4BFD-B399-6FB26E93BEB5}" type="pres">
      <dgm:prSet presAssocID="{AD5CA96B-9E4F-4AF6-B249-C01024DBAD18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A5E4A708-88C0-45A5-A518-6CDD14CD6828}" srcId="{B03D2968-6767-467A-ADD9-80E82BC1CC55}" destId="{0F1B247F-A163-475E-9939-D4F02BF5215F}" srcOrd="0" destOrd="0" parTransId="{E2378957-AD5D-4BE3-919E-6669077D125A}" sibTransId="{A0DE5092-5029-4E4D-8A05-2E78609ADD26}"/>
    <dgm:cxn modelId="{F4404C13-EF44-49FC-B11B-D4D051DC6931}" type="presOf" srcId="{AD5CA96B-9E4F-4AF6-B249-C01024DBAD18}" destId="{A40A6ACC-18DC-4086-A9A1-7C3A7DEDB0E5}" srcOrd="1" destOrd="0" presId="urn:microsoft.com/office/officeart/2005/8/layout/list1"/>
    <dgm:cxn modelId="{6564041F-4DCE-4B63-A1AB-6CC2DF75B7FB}" srcId="{AD5CA96B-9E4F-4AF6-B249-C01024DBAD18}" destId="{6E34EEA0-C820-4137-A6DB-8A397F0B8D26}" srcOrd="0" destOrd="0" parTransId="{8F110BE4-9D38-460D-B4C4-F6F7EB4CA6A4}" sibTransId="{A5C39002-04F6-40CC-A9B0-A96BA684964F}"/>
    <dgm:cxn modelId="{DA831C3D-DB7F-4415-BD57-F8F04C3A48FF}" srcId="{8DD10BCD-8597-4C53-B427-569AE5FB1A2B}" destId="{B03D2968-6767-467A-ADD9-80E82BC1CC55}" srcOrd="0" destOrd="0" parTransId="{F3BD4B8E-D5AF-4184-8B56-F3BD3EA60F19}" sibTransId="{E67E494A-8BC0-4994-8B41-DFA866AC22E8}"/>
    <dgm:cxn modelId="{48637B3F-06D8-4091-82B4-5923EFB06185}" type="presOf" srcId="{8DD10BCD-8597-4C53-B427-569AE5FB1A2B}" destId="{714B9B7C-7D75-482C-A100-D5D67CCDC798}" srcOrd="0" destOrd="0" presId="urn:microsoft.com/office/officeart/2005/8/layout/list1"/>
    <dgm:cxn modelId="{21EA8A42-06D5-43BD-A6CE-6D3769232129}" type="presOf" srcId="{0F1B247F-A163-475E-9939-D4F02BF5215F}" destId="{4E79AAB1-A0B3-442E-A8E6-FE20872D0076}" srcOrd="0" destOrd="0" presId="urn:microsoft.com/office/officeart/2005/8/layout/list1"/>
    <dgm:cxn modelId="{EFCA6348-0338-4673-8194-4F17605F1AD9}" type="presOf" srcId="{531887DD-D225-465A-9961-1700F20442FA}" destId="{4E79AAB1-A0B3-442E-A8E6-FE20872D0076}" srcOrd="0" destOrd="1" presId="urn:microsoft.com/office/officeart/2005/8/layout/list1"/>
    <dgm:cxn modelId="{D452E769-D7FA-4D4F-81AB-A6D1DB596AF9}" type="presOf" srcId="{41C8319E-56E0-4478-887B-4EDE7AA83497}" destId="{80D1BA6D-BA25-4BFD-B399-6FB26E93BEB5}" srcOrd="0" destOrd="1" presId="urn:microsoft.com/office/officeart/2005/8/layout/list1"/>
    <dgm:cxn modelId="{FE28B74D-F67E-43AB-8911-90B1C20308E1}" type="presOf" srcId="{AD5CA96B-9E4F-4AF6-B249-C01024DBAD18}" destId="{0C74D325-4685-4B44-8FA6-FD7B22300F9A}" srcOrd="0" destOrd="0" presId="urn:microsoft.com/office/officeart/2005/8/layout/list1"/>
    <dgm:cxn modelId="{8F72D458-A5E0-4452-8DB8-1E73EDAF6148}" srcId="{AA24B140-EBB0-429E-BD10-BFC6AEC9D017}" destId="{EBE44A4F-5654-45F0-A278-58E2F4AB46FF}" srcOrd="1" destOrd="0" parTransId="{14C91663-7673-41FD-89DF-E84B66E6861A}" sibTransId="{5BDCF2E8-0AA4-423E-A01D-9177125C805A}"/>
    <dgm:cxn modelId="{89035F59-CC21-4F5E-98AA-8634D449723B}" type="presOf" srcId="{AA24B140-EBB0-429E-BD10-BFC6AEC9D017}" destId="{2C97FA26-0AB6-4476-AE34-CCB58FF0ACC8}" srcOrd="0" destOrd="0" presId="urn:microsoft.com/office/officeart/2005/8/layout/list1"/>
    <dgm:cxn modelId="{3CB3F37E-C3B9-4347-96D5-04FDD6091A10}" srcId="{AA24B140-EBB0-429E-BD10-BFC6AEC9D017}" destId="{5E9B5F49-4F8F-456F-8747-2C09F8DA2D18}" srcOrd="0" destOrd="0" parTransId="{F298205E-002C-4038-BE37-808029716B7C}" sibTransId="{3D8CF0E6-07FC-4BD0-855C-2942E06AC86C}"/>
    <dgm:cxn modelId="{B3AB9F84-5426-4A81-AAF2-D1CDD58C1FE5}" type="presOf" srcId="{AA24B140-EBB0-429E-BD10-BFC6AEC9D017}" destId="{2A51302B-0EC4-4A9A-A3E4-19C081ED90BF}" srcOrd="1" destOrd="0" presId="urn:microsoft.com/office/officeart/2005/8/layout/list1"/>
    <dgm:cxn modelId="{1A41D58D-7B47-4EA4-A460-FA6B763852EB}" type="presOf" srcId="{B03D2968-6767-467A-ADD9-80E82BC1CC55}" destId="{5509BFB3-7EEF-4980-A4B8-FFBAF233BFFB}" srcOrd="0" destOrd="0" presId="urn:microsoft.com/office/officeart/2005/8/layout/list1"/>
    <dgm:cxn modelId="{84DE4C97-C9B6-4C40-92B3-86BC283720D1}" type="presOf" srcId="{EBE44A4F-5654-45F0-A278-58E2F4AB46FF}" destId="{AF5D5E0F-1052-48D2-869B-FF82BD685D4C}" srcOrd="0" destOrd="1" presId="urn:microsoft.com/office/officeart/2005/8/layout/list1"/>
    <dgm:cxn modelId="{A44C6DB0-3E1B-497F-B00E-180C70E724EF}" srcId="{B03D2968-6767-467A-ADD9-80E82BC1CC55}" destId="{531887DD-D225-465A-9961-1700F20442FA}" srcOrd="1" destOrd="0" parTransId="{0BBA6B06-C649-4858-B7F7-451BE0578208}" sibTransId="{3D86A525-4EB9-4AE9-BC8C-0D96142AB62F}"/>
    <dgm:cxn modelId="{AE5EC6C4-42B7-4E38-BB64-553BF72D0CF2}" srcId="{8DD10BCD-8597-4C53-B427-569AE5FB1A2B}" destId="{AA24B140-EBB0-429E-BD10-BFC6AEC9D017}" srcOrd="1" destOrd="0" parTransId="{E79BD695-A072-492A-908F-C958A7C216D5}" sibTransId="{1E4BBFAD-9899-488D-B142-EAB3F213D83F}"/>
    <dgm:cxn modelId="{2BDC29DA-D4FE-4BA7-A859-B5A0252CCE3F}" type="presOf" srcId="{6E34EEA0-C820-4137-A6DB-8A397F0B8D26}" destId="{80D1BA6D-BA25-4BFD-B399-6FB26E93BEB5}" srcOrd="0" destOrd="0" presId="urn:microsoft.com/office/officeart/2005/8/layout/list1"/>
    <dgm:cxn modelId="{281845DF-A946-4C20-8EA1-6CDC51453119}" type="presOf" srcId="{B03D2968-6767-467A-ADD9-80E82BC1CC55}" destId="{7CA94C41-CE12-46B3-9283-732729B8B0E0}" srcOrd="1" destOrd="0" presId="urn:microsoft.com/office/officeart/2005/8/layout/list1"/>
    <dgm:cxn modelId="{4B8989E1-D341-437D-A89F-E135DC54245B}" type="presOf" srcId="{5E9B5F49-4F8F-456F-8747-2C09F8DA2D18}" destId="{AF5D5E0F-1052-48D2-869B-FF82BD685D4C}" srcOrd="0" destOrd="0" presId="urn:microsoft.com/office/officeart/2005/8/layout/list1"/>
    <dgm:cxn modelId="{100D8AF1-5CC5-44B8-BA7E-83C2AC510747}" srcId="{AD5CA96B-9E4F-4AF6-B249-C01024DBAD18}" destId="{41C8319E-56E0-4478-887B-4EDE7AA83497}" srcOrd="1" destOrd="0" parTransId="{DBAE21A0-8920-4D63-80B2-56C1309AC39B}" sibTransId="{46B5A8C1-B79E-4F5A-80C8-82E2459D4447}"/>
    <dgm:cxn modelId="{CB8323FA-6D95-454B-9FC7-4B30423DF295}" srcId="{8DD10BCD-8597-4C53-B427-569AE5FB1A2B}" destId="{AD5CA96B-9E4F-4AF6-B249-C01024DBAD18}" srcOrd="2" destOrd="0" parTransId="{0DF2DAF7-9F63-4836-873F-72193B0F93B5}" sibTransId="{A8CF26D9-1963-4357-A706-3D155494A097}"/>
    <dgm:cxn modelId="{30662D31-62EA-4288-91E0-961415C5DB78}" type="presParOf" srcId="{714B9B7C-7D75-482C-A100-D5D67CCDC798}" destId="{E3049F0B-4B52-4BAF-A917-FC824F7CABC1}" srcOrd="0" destOrd="0" presId="urn:microsoft.com/office/officeart/2005/8/layout/list1"/>
    <dgm:cxn modelId="{767A3EC6-98E2-46E7-B4F6-C666E2B39F0E}" type="presParOf" srcId="{E3049F0B-4B52-4BAF-A917-FC824F7CABC1}" destId="{5509BFB3-7EEF-4980-A4B8-FFBAF233BFFB}" srcOrd="0" destOrd="0" presId="urn:microsoft.com/office/officeart/2005/8/layout/list1"/>
    <dgm:cxn modelId="{10951AA6-A02B-4BE5-A7B6-EB6BD2DBDCD2}" type="presParOf" srcId="{E3049F0B-4B52-4BAF-A917-FC824F7CABC1}" destId="{7CA94C41-CE12-46B3-9283-732729B8B0E0}" srcOrd="1" destOrd="0" presId="urn:microsoft.com/office/officeart/2005/8/layout/list1"/>
    <dgm:cxn modelId="{9A9D9370-84C7-4D82-A114-4C1B37BEE736}" type="presParOf" srcId="{714B9B7C-7D75-482C-A100-D5D67CCDC798}" destId="{47624FFE-9A0E-432F-B8F3-E0379CC2B009}" srcOrd="1" destOrd="0" presId="urn:microsoft.com/office/officeart/2005/8/layout/list1"/>
    <dgm:cxn modelId="{B87A4408-CCB4-4780-9F3E-96C0753B9761}" type="presParOf" srcId="{714B9B7C-7D75-482C-A100-D5D67CCDC798}" destId="{4E79AAB1-A0B3-442E-A8E6-FE20872D0076}" srcOrd="2" destOrd="0" presId="urn:microsoft.com/office/officeart/2005/8/layout/list1"/>
    <dgm:cxn modelId="{14C41DEF-DB14-4456-A30D-A9D14672AFC7}" type="presParOf" srcId="{714B9B7C-7D75-482C-A100-D5D67CCDC798}" destId="{ABD5B315-2B6B-4018-8330-7496A5AEA5FD}" srcOrd="3" destOrd="0" presId="urn:microsoft.com/office/officeart/2005/8/layout/list1"/>
    <dgm:cxn modelId="{2A114C03-CDF5-4704-9C20-5163C645D64D}" type="presParOf" srcId="{714B9B7C-7D75-482C-A100-D5D67CCDC798}" destId="{9C0209EB-6FA5-496D-9DE8-737AFAC7680E}" srcOrd="4" destOrd="0" presId="urn:microsoft.com/office/officeart/2005/8/layout/list1"/>
    <dgm:cxn modelId="{B484A223-4D96-43A5-BA25-B509440241D7}" type="presParOf" srcId="{9C0209EB-6FA5-496D-9DE8-737AFAC7680E}" destId="{2C97FA26-0AB6-4476-AE34-CCB58FF0ACC8}" srcOrd="0" destOrd="0" presId="urn:microsoft.com/office/officeart/2005/8/layout/list1"/>
    <dgm:cxn modelId="{AA96A6E4-B0F0-4500-8B3A-0EE5D4D0DE48}" type="presParOf" srcId="{9C0209EB-6FA5-496D-9DE8-737AFAC7680E}" destId="{2A51302B-0EC4-4A9A-A3E4-19C081ED90BF}" srcOrd="1" destOrd="0" presId="urn:microsoft.com/office/officeart/2005/8/layout/list1"/>
    <dgm:cxn modelId="{ACD9A5F8-5FCC-49C4-836D-E74282872692}" type="presParOf" srcId="{714B9B7C-7D75-482C-A100-D5D67CCDC798}" destId="{D5D3AC6C-7D99-4E63-82FD-12324A8F0919}" srcOrd="5" destOrd="0" presId="urn:microsoft.com/office/officeart/2005/8/layout/list1"/>
    <dgm:cxn modelId="{2B2DE6A1-64D7-43D9-B136-3A9A504DE105}" type="presParOf" srcId="{714B9B7C-7D75-482C-A100-D5D67CCDC798}" destId="{AF5D5E0F-1052-48D2-869B-FF82BD685D4C}" srcOrd="6" destOrd="0" presId="urn:microsoft.com/office/officeart/2005/8/layout/list1"/>
    <dgm:cxn modelId="{B0CB4496-A6BA-4B27-90D8-5FD34D98EF47}" type="presParOf" srcId="{714B9B7C-7D75-482C-A100-D5D67CCDC798}" destId="{75C17BE9-489B-47A2-B10A-00469B8870CF}" srcOrd="7" destOrd="0" presId="urn:microsoft.com/office/officeart/2005/8/layout/list1"/>
    <dgm:cxn modelId="{EDB9C76F-0857-4989-9260-230C7BF5053E}" type="presParOf" srcId="{714B9B7C-7D75-482C-A100-D5D67CCDC798}" destId="{CF74FBE7-8AFE-48C8-A927-28E4C98E520C}" srcOrd="8" destOrd="0" presId="urn:microsoft.com/office/officeart/2005/8/layout/list1"/>
    <dgm:cxn modelId="{5D3B2A6B-EFD1-4E8B-BA78-72ADA30472DF}" type="presParOf" srcId="{CF74FBE7-8AFE-48C8-A927-28E4C98E520C}" destId="{0C74D325-4685-4B44-8FA6-FD7B22300F9A}" srcOrd="0" destOrd="0" presId="urn:microsoft.com/office/officeart/2005/8/layout/list1"/>
    <dgm:cxn modelId="{A0E3CBA4-69A4-414B-9F29-A847F11036EB}" type="presParOf" srcId="{CF74FBE7-8AFE-48C8-A927-28E4C98E520C}" destId="{A40A6ACC-18DC-4086-A9A1-7C3A7DEDB0E5}" srcOrd="1" destOrd="0" presId="urn:microsoft.com/office/officeart/2005/8/layout/list1"/>
    <dgm:cxn modelId="{55167234-AD84-4097-BA86-0A57AFA53B1E}" type="presParOf" srcId="{714B9B7C-7D75-482C-A100-D5D67CCDC798}" destId="{246C5C25-F0E4-478D-8830-EDD83A579801}" srcOrd="9" destOrd="0" presId="urn:microsoft.com/office/officeart/2005/8/layout/list1"/>
    <dgm:cxn modelId="{82F09948-4127-4EFE-B080-D7CC9753321A}" type="presParOf" srcId="{714B9B7C-7D75-482C-A100-D5D67CCDC798}" destId="{80D1BA6D-BA25-4BFD-B399-6FB26E93BEB5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7.xml><?xml version="1.0" encoding="utf-8"?>
<dgm:dataModel xmlns:dgm="http://schemas.openxmlformats.org/drawingml/2006/diagram" xmlns:a="http://schemas.openxmlformats.org/drawingml/2006/main">
  <dgm:ptLst>
    <dgm:pt modelId="{A89DF629-BF21-456C-9EBB-5E4735A8A98D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5A490911-A896-4D66-B5D6-B3E00BE009B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In practice</a:t>
          </a:r>
        </a:p>
      </dgm:t>
    </dgm:pt>
    <dgm:pt modelId="{60EF8247-E9D4-48D1-B26B-97A6959E8A55}" type="parTrans" cxnId="{9689E3D6-DC3D-4C44-BB13-B015B2040031}">
      <dgm:prSet/>
      <dgm:spPr/>
      <dgm:t>
        <a:bodyPr/>
        <a:lstStyle/>
        <a:p>
          <a:endParaRPr lang="en-US"/>
        </a:p>
      </dgm:t>
    </dgm:pt>
    <dgm:pt modelId="{9B91BE41-58EC-4F6F-9F3B-779AAF9D2DA6}" type="sibTrans" cxnId="{9689E3D6-DC3D-4C44-BB13-B015B2040031}">
      <dgm:prSet/>
      <dgm:spPr/>
      <dgm:t>
        <a:bodyPr/>
        <a:lstStyle/>
        <a:p>
          <a:endParaRPr lang="en-US"/>
        </a:p>
      </dgm:t>
    </dgm:pt>
    <dgm:pt modelId="{BF822B2D-AA75-4E96-BA0F-2AAAC74B532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 soft fork is a forward-compatible</a:t>
          </a:r>
          <a:r>
            <a:rPr lang="tr-TR"/>
            <a:t> </a:t>
          </a:r>
          <a:r>
            <a:rPr lang="en-US"/>
            <a:t>change </a:t>
          </a:r>
        </a:p>
      </dgm:t>
    </dgm:pt>
    <dgm:pt modelId="{678E8E09-3A2F-482E-B16D-206ED6BAACA1}" type="parTrans" cxnId="{E28EE08F-1756-4FE8-BF1D-ECF8BC5571F7}">
      <dgm:prSet/>
      <dgm:spPr/>
      <dgm:t>
        <a:bodyPr/>
        <a:lstStyle/>
        <a:p>
          <a:endParaRPr lang="en-US"/>
        </a:p>
      </dgm:t>
    </dgm:pt>
    <dgm:pt modelId="{E7E8D80F-BD6E-4CE6-AC0A-B26536DC98DF}" type="sibTrans" cxnId="{E28EE08F-1756-4FE8-BF1D-ECF8BC5571F7}">
      <dgm:prSet/>
      <dgm:spPr/>
      <dgm:t>
        <a:bodyPr/>
        <a:lstStyle/>
        <a:p>
          <a:endParaRPr lang="en-US"/>
        </a:p>
      </dgm:t>
    </dgm:pt>
    <dgm:pt modelId="{B64B71C8-4170-4AE9-A5FB-8A58ED6DF34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the consensus rules that allows unupgraded clients </a:t>
          </a:r>
        </a:p>
      </dgm:t>
    </dgm:pt>
    <dgm:pt modelId="{CFB837AA-15AD-4F1A-9E6D-F3386BCDFAA2}" type="parTrans" cxnId="{BB41EA7C-A734-4FDD-A8A2-8EAF41CF9EF1}">
      <dgm:prSet/>
      <dgm:spPr/>
      <dgm:t>
        <a:bodyPr/>
        <a:lstStyle/>
        <a:p>
          <a:endParaRPr lang="en-US"/>
        </a:p>
      </dgm:t>
    </dgm:pt>
    <dgm:pt modelId="{CD27DB48-4712-41AB-A7F2-7BA3B2AD0B91}" type="sibTrans" cxnId="{BB41EA7C-A734-4FDD-A8A2-8EAF41CF9EF1}">
      <dgm:prSet/>
      <dgm:spPr/>
      <dgm:t>
        <a:bodyPr/>
        <a:lstStyle/>
        <a:p>
          <a:endParaRPr lang="en-US"/>
        </a:p>
      </dgm:t>
    </dgm:pt>
    <dgm:pt modelId="{3EAA565D-D5D9-4B62-9365-775088E0025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continue to operate</a:t>
          </a:r>
          <a:r>
            <a:rPr lang="tr-TR"/>
            <a:t> </a:t>
          </a:r>
          <a:r>
            <a:rPr lang="en-US"/>
            <a:t>in consensus with the new rules</a:t>
          </a:r>
        </a:p>
      </dgm:t>
    </dgm:pt>
    <dgm:pt modelId="{6F72E2FB-BDB5-4AA8-A4B0-75C07AD81A74}" type="parTrans" cxnId="{2D2E7303-0FEB-43D6-B8F2-21614F710EE5}">
      <dgm:prSet/>
      <dgm:spPr/>
      <dgm:t>
        <a:bodyPr/>
        <a:lstStyle/>
        <a:p>
          <a:endParaRPr lang="en-US"/>
        </a:p>
      </dgm:t>
    </dgm:pt>
    <dgm:pt modelId="{957FF0FA-2375-4895-8D89-305A31706A42}" type="sibTrans" cxnId="{2D2E7303-0FEB-43D6-B8F2-21614F710EE5}">
      <dgm:prSet/>
      <dgm:spPr/>
      <dgm:t>
        <a:bodyPr/>
        <a:lstStyle/>
        <a:p>
          <a:endParaRPr lang="en-US"/>
        </a:p>
      </dgm:t>
    </dgm:pt>
    <dgm:pt modelId="{E9FFDC25-9DB7-4830-AE2D-6C099C57685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soft fork upgrades can </a:t>
          </a:r>
          <a:r>
            <a:rPr lang="en-US"/>
            <a:t>only be used </a:t>
          </a:r>
        </a:p>
      </dgm:t>
    </dgm:pt>
    <dgm:pt modelId="{AAC67D1F-5064-421E-A303-3ED2588F7771}" type="parTrans" cxnId="{89F83DFE-3FF2-4A9E-A1B1-D309B9B772DB}">
      <dgm:prSet/>
      <dgm:spPr/>
      <dgm:t>
        <a:bodyPr/>
        <a:lstStyle/>
        <a:p>
          <a:endParaRPr lang="en-US"/>
        </a:p>
      </dgm:t>
    </dgm:pt>
    <dgm:pt modelId="{18735614-D5CA-4926-A9E5-210B9E68B92C}" type="sibTrans" cxnId="{89F83DFE-3FF2-4A9E-A1B1-D309B9B772DB}">
      <dgm:prSet/>
      <dgm:spPr/>
      <dgm:t>
        <a:bodyPr/>
        <a:lstStyle/>
        <a:p>
          <a:endParaRPr lang="en-US"/>
        </a:p>
      </dgm:t>
    </dgm:pt>
    <dgm:pt modelId="{A74D7987-0232-417E-9D26-A535B57506D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constrain the consensus rules, </a:t>
          </a:r>
        </a:p>
      </dgm:t>
    </dgm:pt>
    <dgm:pt modelId="{547B54C6-629A-407D-81F9-5FBF668BBB0F}" type="parTrans" cxnId="{F1860FFA-0EDF-4907-9BF6-BE4B1BDFCC0B}">
      <dgm:prSet/>
      <dgm:spPr/>
      <dgm:t>
        <a:bodyPr/>
        <a:lstStyle/>
        <a:p>
          <a:endParaRPr lang="en-US"/>
        </a:p>
      </dgm:t>
    </dgm:pt>
    <dgm:pt modelId="{B9BC36C3-5ED6-4BA7-B55C-4E056149661C}" type="sibTrans" cxnId="{F1860FFA-0EDF-4907-9BF6-BE4B1BDFCC0B}">
      <dgm:prSet/>
      <dgm:spPr/>
      <dgm:t>
        <a:bodyPr/>
        <a:lstStyle/>
        <a:p>
          <a:endParaRPr lang="en-US"/>
        </a:p>
      </dgm:t>
    </dgm:pt>
    <dgm:pt modelId="{4540D3B4-9711-43C5-935B-2AAD33EF6E2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not to expand them.</a:t>
          </a:r>
        </a:p>
      </dgm:t>
    </dgm:pt>
    <dgm:pt modelId="{FDADF560-0B8E-4AE5-BBBF-D872ABF4497D}" type="parTrans" cxnId="{4CDDC57A-A68D-4747-8291-E637F9D99D9D}">
      <dgm:prSet/>
      <dgm:spPr/>
      <dgm:t>
        <a:bodyPr/>
        <a:lstStyle/>
        <a:p>
          <a:endParaRPr lang="en-US"/>
        </a:p>
      </dgm:t>
    </dgm:pt>
    <dgm:pt modelId="{1EA36D05-16C7-476E-963A-504A832BFAAB}" type="sibTrans" cxnId="{4CDDC57A-A68D-4747-8291-E637F9D99D9D}">
      <dgm:prSet/>
      <dgm:spPr/>
      <dgm:t>
        <a:bodyPr/>
        <a:lstStyle/>
        <a:p>
          <a:endParaRPr lang="en-US"/>
        </a:p>
      </dgm:t>
    </dgm:pt>
    <dgm:pt modelId="{BD6CA178-F23A-41C8-9E23-B51B01C5651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soft fork is not a fork at all. </a:t>
          </a:r>
        </a:p>
      </dgm:t>
    </dgm:pt>
    <dgm:pt modelId="{B93FEE48-EC32-41EF-BC29-0F4B9AC78EDB}" type="parTrans" cxnId="{8C3BF8E3-723A-4A7A-8692-9C6FCF375692}">
      <dgm:prSet/>
      <dgm:spPr/>
      <dgm:t>
        <a:bodyPr/>
        <a:lstStyle/>
        <a:p>
          <a:endParaRPr lang="en-US"/>
        </a:p>
      </dgm:t>
    </dgm:pt>
    <dgm:pt modelId="{FB8C8202-EDFF-4725-8B72-D23BBBE0D45C}" type="sibTrans" cxnId="{8C3BF8E3-723A-4A7A-8692-9C6FCF375692}">
      <dgm:prSet/>
      <dgm:spPr/>
      <dgm:t>
        <a:bodyPr/>
        <a:lstStyle/>
        <a:p>
          <a:endParaRPr lang="en-US"/>
        </a:p>
      </dgm:t>
    </dgm:pt>
    <dgm:pt modelId="{CAF945A6-77A0-45E1-A917-3C2C47670636}" type="pres">
      <dgm:prSet presAssocID="{A89DF629-BF21-456C-9EBB-5E4735A8A98D}" presName="root" presStyleCnt="0">
        <dgm:presLayoutVars>
          <dgm:dir/>
          <dgm:resizeHandles val="exact"/>
        </dgm:presLayoutVars>
      </dgm:prSet>
      <dgm:spPr/>
    </dgm:pt>
    <dgm:pt modelId="{5C240DB7-6969-41A6-8939-055C6A5F3C74}" type="pres">
      <dgm:prSet presAssocID="{5A490911-A896-4D66-B5D6-B3E00BE009B3}" presName="compNode" presStyleCnt="0"/>
      <dgm:spPr/>
    </dgm:pt>
    <dgm:pt modelId="{0F2C9C6C-B395-41F9-8B0B-ACC846D66EDF}" type="pres">
      <dgm:prSet presAssocID="{5A490911-A896-4D66-B5D6-B3E00BE009B3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ork and knife"/>
        </a:ext>
      </dgm:extLst>
    </dgm:pt>
    <dgm:pt modelId="{DE5B66A7-571C-4D40-B152-BA0A733059ED}" type="pres">
      <dgm:prSet presAssocID="{5A490911-A896-4D66-B5D6-B3E00BE009B3}" presName="iconSpace" presStyleCnt="0"/>
      <dgm:spPr/>
    </dgm:pt>
    <dgm:pt modelId="{74867D16-90EC-4143-B30E-0AAA04D736FA}" type="pres">
      <dgm:prSet presAssocID="{5A490911-A896-4D66-B5D6-B3E00BE009B3}" presName="parTx" presStyleLbl="revTx" presStyleIdx="0" presStyleCnt="6">
        <dgm:presLayoutVars>
          <dgm:chMax val="0"/>
          <dgm:chPref val="0"/>
        </dgm:presLayoutVars>
      </dgm:prSet>
      <dgm:spPr/>
    </dgm:pt>
    <dgm:pt modelId="{E0C4DCA7-BC03-4320-B543-7CD0E86571C3}" type="pres">
      <dgm:prSet presAssocID="{5A490911-A896-4D66-B5D6-B3E00BE009B3}" presName="txSpace" presStyleCnt="0"/>
      <dgm:spPr/>
    </dgm:pt>
    <dgm:pt modelId="{11FBD3A1-FEA0-47F5-9196-B2C1E9C719EE}" type="pres">
      <dgm:prSet presAssocID="{5A490911-A896-4D66-B5D6-B3E00BE009B3}" presName="desTx" presStyleLbl="revTx" presStyleIdx="1" presStyleCnt="6">
        <dgm:presLayoutVars/>
      </dgm:prSet>
      <dgm:spPr/>
    </dgm:pt>
    <dgm:pt modelId="{2DEB0701-5999-4270-9635-341CC65AB0D7}" type="pres">
      <dgm:prSet presAssocID="{9B91BE41-58EC-4F6F-9F3B-779AAF9D2DA6}" presName="sibTrans" presStyleCnt="0"/>
      <dgm:spPr/>
    </dgm:pt>
    <dgm:pt modelId="{B3022D85-7880-4B09-9412-8E7D051F5EE4}" type="pres">
      <dgm:prSet presAssocID="{BF822B2D-AA75-4E96-BA0F-2AAAC74B532A}" presName="compNode" presStyleCnt="0"/>
      <dgm:spPr/>
    </dgm:pt>
    <dgm:pt modelId="{689CC429-C91A-4F39-BE17-56C45F6D486B}" type="pres">
      <dgm:prSet presAssocID="{BF822B2D-AA75-4E96-BA0F-2AAAC74B532A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okalaşma"/>
        </a:ext>
      </dgm:extLst>
    </dgm:pt>
    <dgm:pt modelId="{0ED6ABCB-A4C6-4235-826E-A11E59405B6E}" type="pres">
      <dgm:prSet presAssocID="{BF822B2D-AA75-4E96-BA0F-2AAAC74B532A}" presName="iconSpace" presStyleCnt="0"/>
      <dgm:spPr/>
    </dgm:pt>
    <dgm:pt modelId="{1BDB1C56-5036-4C48-8B15-3A4D41A91CAD}" type="pres">
      <dgm:prSet presAssocID="{BF822B2D-AA75-4E96-BA0F-2AAAC74B532A}" presName="parTx" presStyleLbl="revTx" presStyleIdx="2" presStyleCnt="6">
        <dgm:presLayoutVars>
          <dgm:chMax val="0"/>
          <dgm:chPref val="0"/>
        </dgm:presLayoutVars>
      </dgm:prSet>
      <dgm:spPr/>
    </dgm:pt>
    <dgm:pt modelId="{C8A539BF-34EA-4BBF-8570-E6FC6D8E7A81}" type="pres">
      <dgm:prSet presAssocID="{BF822B2D-AA75-4E96-BA0F-2AAAC74B532A}" presName="txSpace" presStyleCnt="0"/>
      <dgm:spPr/>
    </dgm:pt>
    <dgm:pt modelId="{3B118DB8-6A5C-4201-A400-82322AAE01CF}" type="pres">
      <dgm:prSet presAssocID="{BF822B2D-AA75-4E96-BA0F-2AAAC74B532A}" presName="desTx" presStyleLbl="revTx" presStyleIdx="3" presStyleCnt="6">
        <dgm:presLayoutVars/>
      </dgm:prSet>
      <dgm:spPr/>
    </dgm:pt>
    <dgm:pt modelId="{09FF59D9-A29B-4AFB-A546-6084E41DA057}" type="pres">
      <dgm:prSet presAssocID="{E7E8D80F-BD6E-4CE6-AC0A-B26536DC98DF}" presName="sibTrans" presStyleCnt="0"/>
      <dgm:spPr/>
    </dgm:pt>
    <dgm:pt modelId="{AFFBEC7F-74EF-4446-854A-4C95528AB433}" type="pres">
      <dgm:prSet presAssocID="{E9FFDC25-9DB7-4830-AE2D-6C099C576857}" presName="compNode" presStyleCnt="0"/>
      <dgm:spPr/>
    </dgm:pt>
    <dgm:pt modelId="{7F7FED22-DA92-484C-B1FA-87288C057579}" type="pres">
      <dgm:prSet presAssocID="{E9FFDC25-9DB7-4830-AE2D-6C099C576857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Çatal"/>
        </a:ext>
      </dgm:extLst>
    </dgm:pt>
    <dgm:pt modelId="{E15550B2-0DC8-456C-8C84-938958C08201}" type="pres">
      <dgm:prSet presAssocID="{E9FFDC25-9DB7-4830-AE2D-6C099C576857}" presName="iconSpace" presStyleCnt="0"/>
      <dgm:spPr/>
    </dgm:pt>
    <dgm:pt modelId="{81ACBCB2-4B36-499B-950F-41ABA1312F6F}" type="pres">
      <dgm:prSet presAssocID="{E9FFDC25-9DB7-4830-AE2D-6C099C576857}" presName="parTx" presStyleLbl="revTx" presStyleIdx="4" presStyleCnt="6">
        <dgm:presLayoutVars>
          <dgm:chMax val="0"/>
          <dgm:chPref val="0"/>
        </dgm:presLayoutVars>
      </dgm:prSet>
      <dgm:spPr/>
    </dgm:pt>
    <dgm:pt modelId="{4B8005BA-8606-473A-9990-8367C685FF24}" type="pres">
      <dgm:prSet presAssocID="{E9FFDC25-9DB7-4830-AE2D-6C099C576857}" presName="txSpace" presStyleCnt="0"/>
      <dgm:spPr/>
    </dgm:pt>
    <dgm:pt modelId="{6F297871-F451-4A05-864A-8421EBE96BD9}" type="pres">
      <dgm:prSet presAssocID="{E9FFDC25-9DB7-4830-AE2D-6C099C576857}" presName="desTx" presStyleLbl="revTx" presStyleIdx="5" presStyleCnt="6">
        <dgm:presLayoutVars/>
      </dgm:prSet>
      <dgm:spPr/>
    </dgm:pt>
  </dgm:ptLst>
  <dgm:cxnLst>
    <dgm:cxn modelId="{2D2E7303-0FEB-43D6-B8F2-21614F710EE5}" srcId="{BF822B2D-AA75-4E96-BA0F-2AAAC74B532A}" destId="{3EAA565D-D5D9-4B62-9365-775088E00257}" srcOrd="1" destOrd="0" parTransId="{6F72E2FB-BDB5-4AA8-A4B0-75C07AD81A74}" sibTransId="{957FF0FA-2375-4895-8D89-305A31706A42}"/>
    <dgm:cxn modelId="{10AC3426-7673-4774-BAE1-71DB0F4F01FD}" type="presOf" srcId="{E9FFDC25-9DB7-4830-AE2D-6C099C576857}" destId="{81ACBCB2-4B36-499B-950F-41ABA1312F6F}" srcOrd="0" destOrd="0" presId="urn:microsoft.com/office/officeart/2018/2/layout/IconLabelDescriptionList"/>
    <dgm:cxn modelId="{27FFD434-0C01-4560-9745-AA2EEDAE6F68}" type="presOf" srcId="{BD6CA178-F23A-41C8-9E23-B51B01C56514}" destId="{11FBD3A1-FEA0-47F5-9196-B2C1E9C719EE}" srcOrd="0" destOrd="0" presId="urn:microsoft.com/office/officeart/2018/2/layout/IconLabelDescriptionList"/>
    <dgm:cxn modelId="{9597F83B-87FB-4D62-BB2D-C3F22823AE64}" type="presOf" srcId="{A74D7987-0232-417E-9D26-A535B57506DF}" destId="{6F297871-F451-4A05-864A-8421EBE96BD9}" srcOrd="0" destOrd="0" presId="urn:microsoft.com/office/officeart/2018/2/layout/IconLabelDescriptionList"/>
    <dgm:cxn modelId="{233B106A-1CD3-49FE-8CFD-E3465AD2062E}" type="presOf" srcId="{5A490911-A896-4D66-B5D6-B3E00BE009B3}" destId="{74867D16-90EC-4143-B30E-0AAA04D736FA}" srcOrd="0" destOrd="0" presId="urn:microsoft.com/office/officeart/2018/2/layout/IconLabelDescriptionList"/>
    <dgm:cxn modelId="{4CDDC57A-A68D-4747-8291-E637F9D99D9D}" srcId="{E9FFDC25-9DB7-4830-AE2D-6C099C576857}" destId="{4540D3B4-9711-43C5-935B-2AAD33EF6E21}" srcOrd="1" destOrd="0" parTransId="{FDADF560-0B8E-4AE5-BBBF-D872ABF4497D}" sibTransId="{1EA36D05-16C7-476E-963A-504A832BFAAB}"/>
    <dgm:cxn modelId="{BB41EA7C-A734-4FDD-A8A2-8EAF41CF9EF1}" srcId="{BF822B2D-AA75-4E96-BA0F-2AAAC74B532A}" destId="{B64B71C8-4170-4AE9-A5FB-8A58ED6DF340}" srcOrd="0" destOrd="0" parTransId="{CFB837AA-15AD-4F1A-9E6D-F3386BCDFAA2}" sibTransId="{CD27DB48-4712-41AB-A7F2-7BA3B2AD0B91}"/>
    <dgm:cxn modelId="{E28EE08F-1756-4FE8-BF1D-ECF8BC5571F7}" srcId="{A89DF629-BF21-456C-9EBB-5E4735A8A98D}" destId="{BF822B2D-AA75-4E96-BA0F-2AAAC74B532A}" srcOrd="1" destOrd="0" parTransId="{678E8E09-3A2F-482E-B16D-206ED6BAACA1}" sibTransId="{E7E8D80F-BD6E-4CE6-AC0A-B26536DC98DF}"/>
    <dgm:cxn modelId="{61A00296-9E32-4EC6-9446-75950791D298}" type="presOf" srcId="{A89DF629-BF21-456C-9EBB-5E4735A8A98D}" destId="{CAF945A6-77A0-45E1-A917-3C2C47670636}" srcOrd="0" destOrd="0" presId="urn:microsoft.com/office/officeart/2018/2/layout/IconLabelDescriptionList"/>
    <dgm:cxn modelId="{26BDB5A9-9FB6-47FB-851B-9347F70951BE}" type="presOf" srcId="{B64B71C8-4170-4AE9-A5FB-8A58ED6DF340}" destId="{3B118DB8-6A5C-4201-A400-82322AAE01CF}" srcOrd="0" destOrd="0" presId="urn:microsoft.com/office/officeart/2018/2/layout/IconLabelDescriptionList"/>
    <dgm:cxn modelId="{EDC7E0BD-2F74-4AC2-BD09-CE3578D27CBF}" type="presOf" srcId="{BF822B2D-AA75-4E96-BA0F-2AAAC74B532A}" destId="{1BDB1C56-5036-4C48-8B15-3A4D41A91CAD}" srcOrd="0" destOrd="0" presId="urn:microsoft.com/office/officeart/2018/2/layout/IconLabelDescriptionList"/>
    <dgm:cxn modelId="{3F1BC8C5-B0E7-4333-9483-D433B931223D}" type="presOf" srcId="{3EAA565D-D5D9-4B62-9365-775088E00257}" destId="{3B118DB8-6A5C-4201-A400-82322AAE01CF}" srcOrd="0" destOrd="1" presId="urn:microsoft.com/office/officeart/2018/2/layout/IconLabelDescriptionList"/>
    <dgm:cxn modelId="{9689E3D6-DC3D-4C44-BB13-B015B2040031}" srcId="{A89DF629-BF21-456C-9EBB-5E4735A8A98D}" destId="{5A490911-A896-4D66-B5D6-B3E00BE009B3}" srcOrd="0" destOrd="0" parTransId="{60EF8247-E9D4-48D1-B26B-97A6959E8A55}" sibTransId="{9B91BE41-58EC-4F6F-9F3B-779AAF9D2DA6}"/>
    <dgm:cxn modelId="{8C3BF8E3-723A-4A7A-8692-9C6FCF375692}" srcId="{5A490911-A896-4D66-B5D6-B3E00BE009B3}" destId="{BD6CA178-F23A-41C8-9E23-B51B01C56514}" srcOrd="0" destOrd="0" parTransId="{B93FEE48-EC32-41EF-BC29-0F4B9AC78EDB}" sibTransId="{FB8C8202-EDFF-4725-8B72-D23BBBE0D45C}"/>
    <dgm:cxn modelId="{846855E5-B2FE-4697-91EB-1294D4425912}" type="presOf" srcId="{4540D3B4-9711-43C5-935B-2AAD33EF6E21}" destId="{6F297871-F451-4A05-864A-8421EBE96BD9}" srcOrd="0" destOrd="1" presId="urn:microsoft.com/office/officeart/2018/2/layout/IconLabelDescriptionList"/>
    <dgm:cxn modelId="{F1860FFA-0EDF-4907-9BF6-BE4B1BDFCC0B}" srcId="{E9FFDC25-9DB7-4830-AE2D-6C099C576857}" destId="{A74D7987-0232-417E-9D26-A535B57506DF}" srcOrd="0" destOrd="0" parTransId="{547B54C6-629A-407D-81F9-5FBF668BBB0F}" sibTransId="{B9BC36C3-5ED6-4BA7-B55C-4E056149661C}"/>
    <dgm:cxn modelId="{89F83DFE-3FF2-4A9E-A1B1-D309B9B772DB}" srcId="{A89DF629-BF21-456C-9EBB-5E4735A8A98D}" destId="{E9FFDC25-9DB7-4830-AE2D-6C099C576857}" srcOrd="2" destOrd="0" parTransId="{AAC67D1F-5064-421E-A303-3ED2588F7771}" sibTransId="{18735614-D5CA-4926-A9E5-210B9E68B92C}"/>
    <dgm:cxn modelId="{8EECF615-1300-4FC9-9FD4-7BD74978A234}" type="presParOf" srcId="{CAF945A6-77A0-45E1-A917-3C2C47670636}" destId="{5C240DB7-6969-41A6-8939-055C6A5F3C74}" srcOrd="0" destOrd="0" presId="urn:microsoft.com/office/officeart/2018/2/layout/IconLabelDescriptionList"/>
    <dgm:cxn modelId="{B925847B-0E98-4180-805C-588C851EF78A}" type="presParOf" srcId="{5C240DB7-6969-41A6-8939-055C6A5F3C74}" destId="{0F2C9C6C-B395-41F9-8B0B-ACC846D66EDF}" srcOrd="0" destOrd="0" presId="urn:microsoft.com/office/officeart/2018/2/layout/IconLabelDescriptionList"/>
    <dgm:cxn modelId="{F1B5A8D5-5E5C-4B7A-A79D-3A8A586BE6B9}" type="presParOf" srcId="{5C240DB7-6969-41A6-8939-055C6A5F3C74}" destId="{DE5B66A7-571C-4D40-B152-BA0A733059ED}" srcOrd="1" destOrd="0" presId="urn:microsoft.com/office/officeart/2018/2/layout/IconLabelDescriptionList"/>
    <dgm:cxn modelId="{6F473C4F-E4DD-4A81-98D1-86E438167029}" type="presParOf" srcId="{5C240DB7-6969-41A6-8939-055C6A5F3C74}" destId="{74867D16-90EC-4143-B30E-0AAA04D736FA}" srcOrd="2" destOrd="0" presId="urn:microsoft.com/office/officeart/2018/2/layout/IconLabelDescriptionList"/>
    <dgm:cxn modelId="{99237B29-B25B-437A-B0EA-2F34933A8AF5}" type="presParOf" srcId="{5C240DB7-6969-41A6-8939-055C6A5F3C74}" destId="{E0C4DCA7-BC03-4320-B543-7CD0E86571C3}" srcOrd="3" destOrd="0" presId="urn:microsoft.com/office/officeart/2018/2/layout/IconLabelDescriptionList"/>
    <dgm:cxn modelId="{B74AF1FD-3AF2-4616-AC46-3AB7B3BF39AF}" type="presParOf" srcId="{5C240DB7-6969-41A6-8939-055C6A5F3C74}" destId="{11FBD3A1-FEA0-47F5-9196-B2C1E9C719EE}" srcOrd="4" destOrd="0" presId="urn:microsoft.com/office/officeart/2018/2/layout/IconLabelDescriptionList"/>
    <dgm:cxn modelId="{38442DF3-ED98-4A6F-AD7A-00C1DED62A72}" type="presParOf" srcId="{CAF945A6-77A0-45E1-A917-3C2C47670636}" destId="{2DEB0701-5999-4270-9635-341CC65AB0D7}" srcOrd="1" destOrd="0" presId="urn:microsoft.com/office/officeart/2018/2/layout/IconLabelDescriptionList"/>
    <dgm:cxn modelId="{2FAF08F9-D8A5-4D5B-840D-7B2DD1488B43}" type="presParOf" srcId="{CAF945A6-77A0-45E1-A917-3C2C47670636}" destId="{B3022D85-7880-4B09-9412-8E7D051F5EE4}" srcOrd="2" destOrd="0" presId="urn:microsoft.com/office/officeart/2018/2/layout/IconLabelDescriptionList"/>
    <dgm:cxn modelId="{E7D0E5ED-6782-4728-AC89-A2EAFAC19CD6}" type="presParOf" srcId="{B3022D85-7880-4B09-9412-8E7D051F5EE4}" destId="{689CC429-C91A-4F39-BE17-56C45F6D486B}" srcOrd="0" destOrd="0" presId="urn:microsoft.com/office/officeart/2018/2/layout/IconLabelDescriptionList"/>
    <dgm:cxn modelId="{AB9A8CDC-78DF-43A6-9C77-0E8A708B1A5E}" type="presParOf" srcId="{B3022D85-7880-4B09-9412-8E7D051F5EE4}" destId="{0ED6ABCB-A4C6-4235-826E-A11E59405B6E}" srcOrd="1" destOrd="0" presId="urn:microsoft.com/office/officeart/2018/2/layout/IconLabelDescriptionList"/>
    <dgm:cxn modelId="{7C76E54C-F3F5-4AF7-80B0-FBE60EEDB387}" type="presParOf" srcId="{B3022D85-7880-4B09-9412-8E7D051F5EE4}" destId="{1BDB1C56-5036-4C48-8B15-3A4D41A91CAD}" srcOrd="2" destOrd="0" presId="urn:microsoft.com/office/officeart/2018/2/layout/IconLabelDescriptionList"/>
    <dgm:cxn modelId="{0D4F3D2C-647B-4C13-AC4B-62B07BCC2642}" type="presParOf" srcId="{B3022D85-7880-4B09-9412-8E7D051F5EE4}" destId="{C8A539BF-34EA-4BBF-8570-E6FC6D8E7A81}" srcOrd="3" destOrd="0" presId="urn:microsoft.com/office/officeart/2018/2/layout/IconLabelDescriptionList"/>
    <dgm:cxn modelId="{CCB720CE-5AB4-4A2B-888C-1A64B53DD5DD}" type="presParOf" srcId="{B3022D85-7880-4B09-9412-8E7D051F5EE4}" destId="{3B118DB8-6A5C-4201-A400-82322AAE01CF}" srcOrd="4" destOrd="0" presId="urn:microsoft.com/office/officeart/2018/2/layout/IconLabelDescriptionList"/>
    <dgm:cxn modelId="{50F89342-2D41-434F-87C0-F10C8C890C8E}" type="presParOf" srcId="{CAF945A6-77A0-45E1-A917-3C2C47670636}" destId="{09FF59D9-A29B-4AFB-A546-6084E41DA057}" srcOrd="3" destOrd="0" presId="urn:microsoft.com/office/officeart/2018/2/layout/IconLabelDescriptionList"/>
    <dgm:cxn modelId="{5DE8F0B7-1C42-4201-8D33-EE527263AD16}" type="presParOf" srcId="{CAF945A6-77A0-45E1-A917-3C2C47670636}" destId="{AFFBEC7F-74EF-4446-854A-4C95528AB433}" srcOrd="4" destOrd="0" presId="urn:microsoft.com/office/officeart/2018/2/layout/IconLabelDescriptionList"/>
    <dgm:cxn modelId="{97C6CF1D-F73B-465F-A28D-9D8BB4CA848D}" type="presParOf" srcId="{AFFBEC7F-74EF-4446-854A-4C95528AB433}" destId="{7F7FED22-DA92-484C-B1FA-87288C057579}" srcOrd="0" destOrd="0" presId="urn:microsoft.com/office/officeart/2018/2/layout/IconLabelDescriptionList"/>
    <dgm:cxn modelId="{D5A897CD-CEC7-48A3-B032-BCBE46C4D42E}" type="presParOf" srcId="{AFFBEC7F-74EF-4446-854A-4C95528AB433}" destId="{E15550B2-0DC8-456C-8C84-938958C08201}" srcOrd="1" destOrd="0" presId="urn:microsoft.com/office/officeart/2018/2/layout/IconLabelDescriptionList"/>
    <dgm:cxn modelId="{FC6DA84F-522C-4774-B82F-EB69E69F51F3}" type="presParOf" srcId="{AFFBEC7F-74EF-4446-854A-4C95528AB433}" destId="{81ACBCB2-4B36-499B-950F-41ABA1312F6F}" srcOrd="2" destOrd="0" presId="urn:microsoft.com/office/officeart/2018/2/layout/IconLabelDescriptionList"/>
    <dgm:cxn modelId="{8720D192-433C-4046-ACDE-B24C4202DD59}" type="presParOf" srcId="{AFFBEC7F-74EF-4446-854A-4C95528AB433}" destId="{4B8005BA-8606-473A-9990-8367C685FF24}" srcOrd="3" destOrd="0" presId="urn:microsoft.com/office/officeart/2018/2/layout/IconLabelDescriptionList"/>
    <dgm:cxn modelId="{0685E23A-714B-4C5A-8A54-9881EFB6B67D}" type="presParOf" srcId="{AFFBEC7F-74EF-4446-854A-4C95528AB433}" destId="{6F297871-F451-4A05-864A-8421EBE96BD9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8.xml><?xml version="1.0" encoding="utf-8"?>
<dgm:dataModel xmlns:dgm="http://schemas.openxmlformats.org/drawingml/2006/diagram" xmlns:a="http://schemas.openxmlformats.org/drawingml/2006/main">
  <dgm:ptLst>
    <dgm:pt modelId="{89F794D0-B9D1-46C1-B452-050783F2130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859C4DE5-813D-462E-973A-A04EC0DDCBE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Soft forks redefining NOP opcodes</a:t>
          </a:r>
        </a:p>
      </dgm:t>
    </dgm:pt>
    <dgm:pt modelId="{0C0B3809-E606-4E90-9BC6-F41ADCE45385}" type="parTrans" cxnId="{00669F67-BAD1-4AAE-B471-FC3E05977EC1}">
      <dgm:prSet/>
      <dgm:spPr/>
      <dgm:t>
        <a:bodyPr/>
        <a:lstStyle/>
        <a:p>
          <a:endParaRPr lang="en-US"/>
        </a:p>
      </dgm:t>
    </dgm:pt>
    <dgm:pt modelId="{EB8518CC-AB6B-4FCA-A960-1AA2DC13BCAB}" type="sibTrans" cxnId="{00669F67-BAD1-4AAE-B471-FC3E05977EC1}">
      <dgm:prSet/>
      <dgm:spPr/>
      <dgm:t>
        <a:bodyPr/>
        <a:lstStyle/>
        <a:p>
          <a:endParaRPr lang="en-US"/>
        </a:p>
      </dgm:t>
    </dgm:pt>
    <dgm:pt modelId="{7474DCDD-6D31-49A7-9048-600B9876A79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based on the reinterpretation</a:t>
          </a:r>
          <a:r>
            <a:rPr lang="tr-TR"/>
            <a:t> </a:t>
          </a:r>
          <a:r>
            <a:rPr lang="en-US"/>
            <a:t>of NOP opcodes</a:t>
          </a:r>
        </a:p>
      </dgm:t>
    </dgm:pt>
    <dgm:pt modelId="{AB630506-3CC0-4952-8C26-D24576A877C1}" type="parTrans" cxnId="{B7CBAE26-1B47-48E8-ADD7-CB97549A24FE}">
      <dgm:prSet/>
      <dgm:spPr/>
      <dgm:t>
        <a:bodyPr/>
        <a:lstStyle/>
        <a:p>
          <a:endParaRPr lang="en-US"/>
        </a:p>
      </dgm:t>
    </dgm:pt>
    <dgm:pt modelId="{C71E5B88-A39E-43F0-AC66-BE7444CFD3C5}" type="sibTrans" cxnId="{B7CBAE26-1B47-48E8-ADD7-CB97549A24FE}">
      <dgm:prSet/>
      <dgm:spPr/>
      <dgm:t>
        <a:bodyPr/>
        <a:lstStyle/>
        <a:p>
          <a:endParaRPr lang="en-US"/>
        </a:p>
      </dgm:t>
    </dgm:pt>
    <dgm:pt modelId="{B072868B-5DFD-452B-BA0E-E4A640A4415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Bitcoin Script had ten opcodes reserved for future</a:t>
          </a:r>
          <a:r>
            <a:rPr lang="tr-TR"/>
            <a:t> </a:t>
          </a:r>
          <a:r>
            <a:rPr lang="en-US"/>
            <a:t>use, NOP1 through NOP10</a:t>
          </a:r>
        </a:p>
      </dgm:t>
    </dgm:pt>
    <dgm:pt modelId="{1C1E4143-AD46-45B0-BD27-2E08F9D138FA}" type="parTrans" cxnId="{7EB48FC2-098C-4F7C-AF63-7B460356B837}">
      <dgm:prSet/>
      <dgm:spPr/>
      <dgm:t>
        <a:bodyPr/>
        <a:lstStyle/>
        <a:p>
          <a:endParaRPr lang="en-US"/>
        </a:p>
      </dgm:t>
    </dgm:pt>
    <dgm:pt modelId="{007490A4-879F-4370-8698-69A7A0E2052E}" type="sibTrans" cxnId="{7EB48FC2-098C-4F7C-AF63-7B460356B837}">
      <dgm:prSet/>
      <dgm:spPr/>
      <dgm:t>
        <a:bodyPr/>
        <a:lstStyle/>
        <a:p>
          <a:endParaRPr lang="en-US"/>
        </a:p>
      </dgm:t>
    </dgm:pt>
    <dgm:pt modelId="{0613F33C-3BF4-4370-9104-80D87383C8E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soft fork therefore can modify the semantics of a NOP code to give it new meaning</a:t>
          </a:r>
        </a:p>
      </dgm:t>
    </dgm:pt>
    <dgm:pt modelId="{A0C10682-B9AB-4878-9577-8AF6C403DF8E}" type="parTrans" cxnId="{5507FB18-02EE-4845-A0A6-23E8535C509A}">
      <dgm:prSet/>
      <dgm:spPr/>
      <dgm:t>
        <a:bodyPr/>
        <a:lstStyle/>
        <a:p>
          <a:endParaRPr lang="en-US"/>
        </a:p>
      </dgm:t>
    </dgm:pt>
    <dgm:pt modelId="{5BD540BC-52FE-4ED6-96BE-3EC488C7F31C}" type="sibTrans" cxnId="{5507FB18-02EE-4845-A0A6-23E8535C509A}">
      <dgm:prSet/>
      <dgm:spPr/>
      <dgm:t>
        <a:bodyPr/>
        <a:lstStyle/>
        <a:p>
          <a:endParaRPr lang="en-US"/>
        </a:p>
      </dgm:t>
    </dgm:pt>
    <dgm:pt modelId="{96EE36BE-A4E6-4AD4-9B8F-4F25E28C9F3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Other ways to soft fork upgrade</a:t>
          </a:r>
        </a:p>
      </dgm:t>
    </dgm:pt>
    <dgm:pt modelId="{F2731ABD-F619-4D9E-8E6C-8B60D36F7131}" type="parTrans" cxnId="{29E361B5-B344-4C4B-868A-7B37477A3DC5}">
      <dgm:prSet/>
      <dgm:spPr/>
      <dgm:t>
        <a:bodyPr/>
        <a:lstStyle/>
        <a:p>
          <a:endParaRPr lang="en-US"/>
        </a:p>
      </dgm:t>
    </dgm:pt>
    <dgm:pt modelId="{9F80C579-8A17-49A0-AD1A-DD30E9B42FA9}" type="sibTrans" cxnId="{29E361B5-B344-4C4B-868A-7B37477A3DC5}">
      <dgm:prSet/>
      <dgm:spPr/>
      <dgm:t>
        <a:bodyPr/>
        <a:lstStyle/>
        <a:p>
          <a:endParaRPr lang="en-US"/>
        </a:p>
      </dgm:t>
    </dgm:pt>
    <dgm:pt modelId="{A3E7C293-4BA2-4927-A4F0-E3CDAAF9E52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fork mechanism was</a:t>
          </a:r>
          <a:r>
            <a:rPr lang="tr-TR"/>
            <a:t> </a:t>
          </a:r>
          <a:r>
            <a:rPr lang="en-US"/>
            <a:t>introduced that does not rely on NOP</a:t>
          </a:r>
        </a:p>
      </dgm:t>
    </dgm:pt>
    <dgm:pt modelId="{78538F00-4C6E-4393-A099-97796931205E}" type="parTrans" cxnId="{431B91F2-2902-4364-A9BA-188F40820D2C}">
      <dgm:prSet/>
      <dgm:spPr/>
      <dgm:t>
        <a:bodyPr/>
        <a:lstStyle/>
        <a:p>
          <a:endParaRPr lang="en-US"/>
        </a:p>
      </dgm:t>
    </dgm:pt>
    <dgm:pt modelId="{AD05FDD3-77FA-4EDD-8243-7D46010E98CC}" type="sibTrans" cxnId="{431B91F2-2902-4364-A9BA-188F40820D2C}">
      <dgm:prSet/>
      <dgm:spPr/>
      <dgm:t>
        <a:bodyPr/>
        <a:lstStyle/>
        <a:p>
          <a:endParaRPr lang="en-US"/>
        </a:p>
      </dgm:t>
    </dgm:pt>
    <dgm:pt modelId="{6C102074-D221-4AE1-BB95-04BA0D6D512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In future other methods might be introduced</a:t>
          </a:r>
          <a:endParaRPr lang="en-US"/>
        </a:p>
      </dgm:t>
    </dgm:pt>
    <dgm:pt modelId="{C5810B7D-9DC6-4F28-9EF9-2766F480618A}" type="parTrans" cxnId="{CF6A8729-764A-4EF6-8C0D-814B72B9CA6D}">
      <dgm:prSet/>
      <dgm:spPr/>
      <dgm:t>
        <a:bodyPr/>
        <a:lstStyle/>
        <a:p>
          <a:endParaRPr lang="en-US"/>
        </a:p>
      </dgm:t>
    </dgm:pt>
    <dgm:pt modelId="{A3201D49-8A90-48C3-8C93-D71142B41F37}" type="sibTrans" cxnId="{CF6A8729-764A-4EF6-8C0D-814B72B9CA6D}">
      <dgm:prSet/>
      <dgm:spPr/>
      <dgm:t>
        <a:bodyPr/>
        <a:lstStyle/>
        <a:p>
          <a:endParaRPr lang="en-US"/>
        </a:p>
      </dgm:t>
    </dgm:pt>
    <dgm:pt modelId="{743C1D3D-A1FC-46C5-B43F-3A0FCEB1371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Example</a:t>
          </a:r>
          <a:endParaRPr lang="en-US"/>
        </a:p>
      </dgm:t>
    </dgm:pt>
    <dgm:pt modelId="{44BEA42E-0649-4043-B07A-BF79E2A61FD2}" type="parTrans" cxnId="{E0A6DD96-344D-44F3-A2D2-2C78D1BDDD58}">
      <dgm:prSet/>
      <dgm:spPr/>
      <dgm:t>
        <a:bodyPr/>
        <a:lstStyle/>
        <a:p>
          <a:endParaRPr lang="en-US"/>
        </a:p>
      </dgm:t>
    </dgm:pt>
    <dgm:pt modelId="{B87005B0-4405-4CBC-B9C3-A4B94FF42107}" type="sibTrans" cxnId="{E0A6DD96-344D-44F3-A2D2-2C78D1BDDD58}">
      <dgm:prSet/>
      <dgm:spPr/>
      <dgm:t>
        <a:bodyPr/>
        <a:lstStyle/>
        <a:p>
          <a:endParaRPr lang="en-US"/>
        </a:p>
      </dgm:t>
    </dgm:pt>
    <dgm:pt modelId="{5B4BA3B9-750E-4C4D-8A8F-F3013AF991E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move the unlocking script (witness)</a:t>
          </a:r>
          <a:r>
            <a:rPr lang="tr-TR"/>
            <a:t> </a:t>
          </a:r>
          <a:r>
            <a:rPr lang="en-US"/>
            <a:t>from inside the transaction</a:t>
          </a:r>
        </a:p>
      </dgm:t>
    </dgm:pt>
    <dgm:pt modelId="{04070792-E3A0-4FCB-A413-40DBF81433C4}" type="parTrans" cxnId="{BE67E724-5842-4160-AD5C-A930A73235AA}">
      <dgm:prSet/>
      <dgm:spPr/>
      <dgm:t>
        <a:bodyPr/>
        <a:lstStyle/>
        <a:p>
          <a:endParaRPr lang="en-US"/>
        </a:p>
      </dgm:t>
    </dgm:pt>
    <dgm:pt modelId="{E14E1E8D-6B14-40FB-9083-36BC42836114}" type="sibTrans" cxnId="{BE67E724-5842-4160-AD5C-A930A73235AA}">
      <dgm:prSet/>
      <dgm:spPr/>
      <dgm:t>
        <a:bodyPr/>
        <a:lstStyle/>
        <a:p>
          <a:endParaRPr lang="en-US"/>
        </a:p>
      </dgm:t>
    </dgm:pt>
    <dgm:pt modelId="{1D924082-271B-46AE-960E-64A02E2EB8E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an external data structure</a:t>
          </a:r>
        </a:p>
      </dgm:t>
    </dgm:pt>
    <dgm:pt modelId="{A8520C2C-ABCC-47C5-AF0A-8008B98EF4CD}" type="parTrans" cxnId="{DDD364A8-E1BF-4490-AB90-3416222411DD}">
      <dgm:prSet/>
      <dgm:spPr/>
      <dgm:t>
        <a:bodyPr/>
        <a:lstStyle/>
        <a:p>
          <a:endParaRPr lang="en-US"/>
        </a:p>
      </dgm:t>
    </dgm:pt>
    <dgm:pt modelId="{02DE372D-FC51-4ABC-BC06-708A79EFF274}" type="sibTrans" cxnId="{DDD364A8-E1BF-4490-AB90-3416222411DD}">
      <dgm:prSet/>
      <dgm:spPr/>
      <dgm:t>
        <a:bodyPr/>
        <a:lstStyle/>
        <a:p>
          <a:endParaRPr lang="en-US"/>
        </a:p>
      </dgm:t>
    </dgm:pt>
    <dgm:pt modelId="{D7956183-2280-43ED-9725-4B3F83F498BE}" type="pres">
      <dgm:prSet presAssocID="{89F794D0-B9D1-46C1-B452-050783F21307}" presName="root" presStyleCnt="0">
        <dgm:presLayoutVars>
          <dgm:dir/>
          <dgm:resizeHandles val="exact"/>
        </dgm:presLayoutVars>
      </dgm:prSet>
      <dgm:spPr/>
    </dgm:pt>
    <dgm:pt modelId="{69A6A591-D76E-420E-833A-6666F1D439BD}" type="pres">
      <dgm:prSet presAssocID="{859C4DE5-813D-462E-973A-A04EC0DDCBED}" presName="compNode" presStyleCnt="0"/>
      <dgm:spPr/>
    </dgm:pt>
    <dgm:pt modelId="{DA3A1A8D-16AC-4950-ADD6-32A5CCADCDF9}" type="pres">
      <dgm:prSet presAssocID="{859C4DE5-813D-462E-973A-A04EC0DDCBED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rkod"/>
        </a:ext>
      </dgm:extLst>
    </dgm:pt>
    <dgm:pt modelId="{B5CC1FAE-AB05-4918-907A-9CE6862029AA}" type="pres">
      <dgm:prSet presAssocID="{859C4DE5-813D-462E-973A-A04EC0DDCBED}" presName="iconSpace" presStyleCnt="0"/>
      <dgm:spPr/>
    </dgm:pt>
    <dgm:pt modelId="{3E92A4B0-A6AF-4EB4-9AAD-A21D79ECF8B0}" type="pres">
      <dgm:prSet presAssocID="{859C4DE5-813D-462E-973A-A04EC0DDCBED}" presName="parTx" presStyleLbl="revTx" presStyleIdx="0" presStyleCnt="6">
        <dgm:presLayoutVars>
          <dgm:chMax val="0"/>
          <dgm:chPref val="0"/>
        </dgm:presLayoutVars>
      </dgm:prSet>
      <dgm:spPr/>
    </dgm:pt>
    <dgm:pt modelId="{F78E66C0-3021-46CC-8A25-A6450FB0EE76}" type="pres">
      <dgm:prSet presAssocID="{859C4DE5-813D-462E-973A-A04EC0DDCBED}" presName="txSpace" presStyleCnt="0"/>
      <dgm:spPr/>
    </dgm:pt>
    <dgm:pt modelId="{2712A182-277B-4043-AA99-B5FB1789A179}" type="pres">
      <dgm:prSet presAssocID="{859C4DE5-813D-462E-973A-A04EC0DDCBED}" presName="desTx" presStyleLbl="revTx" presStyleIdx="1" presStyleCnt="6">
        <dgm:presLayoutVars/>
      </dgm:prSet>
      <dgm:spPr/>
    </dgm:pt>
    <dgm:pt modelId="{9488F62C-4752-4CA5-9AD6-2831AD9A1AB7}" type="pres">
      <dgm:prSet presAssocID="{EB8518CC-AB6B-4FCA-A960-1AA2DC13BCAB}" presName="sibTrans" presStyleCnt="0"/>
      <dgm:spPr/>
    </dgm:pt>
    <dgm:pt modelId="{3CD15903-46B4-4BCA-9CC3-752EA2A44338}" type="pres">
      <dgm:prSet presAssocID="{96EE36BE-A4E6-4AD4-9B8F-4F25E28C9F37}" presName="compNode" presStyleCnt="0"/>
      <dgm:spPr/>
    </dgm:pt>
    <dgm:pt modelId="{15D678DF-2126-40EF-A95F-21D0256F5C5E}" type="pres">
      <dgm:prSet presAssocID="{96EE36BE-A4E6-4AD4-9B8F-4F25E28C9F37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ork and knife"/>
        </a:ext>
      </dgm:extLst>
    </dgm:pt>
    <dgm:pt modelId="{65E804E7-F04E-4D56-81E8-94CB3831FD68}" type="pres">
      <dgm:prSet presAssocID="{96EE36BE-A4E6-4AD4-9B8F-4F25E28C9F37}" presName="iconSpace" presStyleCnt="0"/>
      <dgm:spPr/>
    </dgm:pt>
    <dgm:pt modelId="{4375E51C-5B82-4886-93EB-484A7C5E09E5}" type="pres">
      <dgm:prSet presAssocID="{96EE36BE-A4E6-4AD4-9B8F-4F25E28C9F37}" presName="parTx" presStyleLbl="revTx" presStyleIdx="2" presStyleCnt="6">
        <dgm:presLayoutVars>
          <dgm:chMax val="0"/>
          <dgm:chPref val="0"/>
        </dgm:presLayoutVars>
      </dgm:prSet>
      <dgm:spPr/>
    </dgm:pt>
    <dgm:pt modelId="{6492F95F-0FB6-4E44-B01B-5470D4A3F03A}" type="pres">
      <dgm:prSet presAssocID="{96EE36BE-A4E6-4AD4-9B8F-4F25E28C9F37}" presName="txSpace" presStyleCnt="0"/>
      <dgm:spPr/>
    </dgm:pt>
    <dgm:pt modelId="{EF96152E-792F-4251-A5D7-805545A43530}" type="pres">
      <dgm:prSet presAssocID="{96EE36BE-A4E6-4AD4-9B8F-4F25E28C9F37}" presName="desTx" presStyleLbl="revTx" presStyleIdx="3" presStyleCnt="6">
        <dgm:presLayoutVars/>
      </dgm:prSet>
      <dgm:spPr/>
    </dgm:pt>
    <dgm:pt modelId="{D617D447-2FC2-4AAD-BFCE-5214E265EEE0}" type="pres">
      <dgm:prSet presAssocID="{9F80C579-8A17-49A0-AD1A-DD30E9B42FA9}" presName="sibTrans" presStyleCnt="0"/>
      <dgm:spPr/>
    </dgm:pt>
    <dgm:pt modelId="{3DC0DB15-AD0E-440B-BF22-BF2A0476C05D}" type="pres">
      <dgm:prSet presAssocID="{743C1D3D-A1FC-46C5-B43F-3A0FCEB13717}" presName="compNode" presStyleCnt="0"/>
      <dgm:spPr/>
    </dgm:pt>
    <dgm:pt modelId="{829FBFA8-2085-431A-96CC-1D5E52536973}" type="pres">
      <dgm:prSet presAssocID="{743C1D3D-A1FC-46C5-B43F-3A0FCEB13717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ilidi Aç"/>
        </a:ext>
      </dgm:extLst>
    </dgm:pt>
    <dgm:pt modelId="{151D0880-A2F0-4E11-A64A-91915BFE7CAD}" type="pres">
      <dgm:prSet presAssocID="{743C1D3D-A1FC-46C5-B43F-3A0FCEB13717}" presName="iconSpace" presStyleCnt="0"/>
      <dgm:spPr/>
    </dgm:pt>
    <dgm:pt modelId="{73D02CE7-3E4F-426F-9BF6-1303306E3585}" type="pres">
      <dgm:prSet presAssocID="{743C1D3D-A1FC-46C5-B43F-3A0FCEB13717}" presName="parTx" presStyleLbl="revTx" presStyleIdx="4" presStyleCnt="6">
        <dgm:presLayoutVars>
          <dgm:chMax val="0"/>
          <dgm:chPref val="0"/>
        </dgm:presLayoutVars>
      </dgm:prSet>
      <dgm:spPr/>
    </dgm:pt>
    <dgm:pt modelId="{9C7F1380-8E44-4BAE-8129-E88ECEE54072}" type="pres">
      <dgm:prSet presAssocID="{743C1D3D-A1FC-46C5-B43F-3A0FCEB13717}" presName="txSpace" presStyleCnt="0"/>
      <dgm:spPr/>
    </dgm:pt>
    <dgm:pt modelId="{DF4E000D-29A7-4170-A112-F26B957A258A}" type="pres">
      <dgm:prSet presAssocID="{743C1D3D-A1FC-46C5-B43F-3A0FCEB13717}" presName="desTx" presStyleLbl="revTx" presStyleIdx="5" presStyleCnt="6">
        <dgm:presLayoutVars/>
      </dgm:prSet>
      <dgm:spPr/>
    </dgm:pt>
  </dgm:ptLst>
  <dgm:cxnLst>
    <dgm:cxn modelId="{5507FB18-02EE-4845-A0A6-23E8535C509A}" srcId="{859C4DE5-813D-462E-973A-A04EC0DDCBED}" destId="{0613F33C-3BF4-4370-9104-80D87383C8EB}" srcOrd="2" destOrd="0" parTransId="{A0C10682-B9AB-4878-9577-8AF6C403DF8E}" sibTransId="{5BD540BC-52FE-4ED6-96BE-3EC488C7F31C}"/>
    <dgm:cxn modelId="{8D5B551A-2502-4C16-ACF5-D2E9278587DB}" type="presOf" srcId="{859C4DE5-813D-462E-973A-A04EC0DDCBED}" destId="{3E92A4B0-A6AF-4EB4-9AAD-A21D79ECF8B0}" srcOrd="0" destOrd="0" presId="urn:microsoft.com/office/officeart/2018/5/layout/CenteredIconLabelDescriptionList"/>
    <dgm:cxn modelId="{BE67E724-5842-4160-AD5C-A930A73235AA}" srcId="{743C1D3D-A1FC-46C5-B43F-3A0FCEB13717}" destId="{5B4BA3B9-750E-4C4D-8A8F-F3013AF991E6}" srcOrd="0" destOrd="0" parTransId="{04070792-E3A0-4FCB-A413-40DBF81433C4}" sibTransId="{E14E1E8D-6B14-40FB-9083-36BC42836114}"/>
    <dgm:cxn modelId="{B7CBAE26-1B47-48E8-ADD7-CB97549A24FE}" srcId="{859C4DE5-813D-462E-973A-A04EC0DDCBED}" destId="{7474DCDD-6D31-49A7-9048-600B9876A79F}" srcOrd="0" destOrd="0" parTransId="{AB630506-3CC0-4952-8C26-D24576A877C1}" sibTransId="{C71E5B88-A39E-43F0-AC66-BE7444CFD3C5}"/>
    <dgm:cxn modelId="{CF6A8729-764A-4EF6-8C0D-814B72B9CA6D}" srcId="{96EE36BE-A4E6-4AD4-9B8F-4F25E28C9F37}" destId="{6C102074-D221-4AE1-BB95-04BA0D6D5122}" srcOrd="1" destOrd="0" parTransId="{C5810B7D-9DC6-4F28-9EF9-2766F480618A}" sibTransId="{A3201D49-8A90-48C3-8C93-D71142B41F37}"/>
    <dgm:cxn modelId="{E67C9735-339B-469D-A7C7-9451A46D0BFA}" type="presOf" srcId="{6C102074-D221-4AE1-BB95-04BA0D6D5122}" destId="{EF96152E-792F-4251-A5D7-805545A43530}" srcOrd="0" destOrd="1" presId="urn:microsoft.com/office/officeart/2018/5/layout/CenteredIconLabelDescriptionList"/>
    <dgm:cxn modelId="{00669F67-BAD1-4AAE-B471-FC3E05977EC1}" srcId="{89F794D0-B9D1-46C1-B452-050783F21307}" destId="{859C4DE5-813D-462E-973A-A04EC0DDCBED}" srcOrd="0" destOrd="0" parTransId="{0C0B3809-E606-4E90-9BC6-F41ADCE45385}" sibTransId="{EB8518CC-AB6B-4FCA-A960-1AA2DC13BCAB}"/>
    <dgm:cxn modelId="{0A23A553-73C4-4362-B25F-B408B19B3198}" type="presOf" srcId="{1D924082-271B-46AE-960E-64A02E2EB8E9}" destId="{DF4E000D-29A7-4170-A112-F26B957A258A}" srcOrd="0" destOrd="1" presId="urn:microsoft.com/office/officeart/2018/5/layout/CenteredIconLabelDescriptionList"/>
    <dgm:cxn modelId="{E0A6DD96-344D-44F3-A2D2-2C78D1BDDD58}" srcId="{89F794D0-B9D1-46C1-B452-050783F21307}" destId="{743C1D3D-A1FC-46C5-B43F-3A0FCEB13717}" srcOrd="2" destOrd="0" parTransId="{44BEA42E-0649-4043-B07A-BF79E2A61FD2}" sibTransId="{B87005B0-4405-4CBC-B9C3-A4B94FF42107}"/>
    <dgm:cxn modelId="{DDD364A8-E1BF-4490-AB90-3416222411DD}" srcId="{743C1D3D-A1FC-46C5-B43F-3A0FCEB13717}" destId="{1D924082-271B-46AE-960E-64A02E2EB8E9}" srcOrd="1" destOrd="0" parTransId="{A8520C2C-ABCC-47C5-AF0A-8008B98EF4CD}" sibTransId="{02DE372D-FC51-4ABC-BC06-708A79EFF274}"/>
    <dgm:cxn modelId="{A2545CB4-E4C6-4BF2-81D3-A1A68E3C7A54}" type="presOf" srcId="{A3E7C293-4BA2-4927-A4F0-E3CDAAF9E522}" destId="{EF96152E-792F-4251-A5D7-805545A43530}" srcOrd="0" destOrd="0" presId="urn:microsoft.com/office/officeart/2018/5/layout/CenteredIconLabelDescriptionList"/>
    <dgm:cxn modelId="{29E361B5-B344-4C4B-868A-7B37477A3DC5}" srcId="{89F794D0-B9D1-46C1-B452-050783F21307}" destId="{96EE36BE-A4E6-4AD4-9B8F-4F25E28C9F37}" srcOrd="1" destOrd="0" parTransId="{F2731ABD-F619-4D9E-8E6C-8B60D36F7131}" sibTransId="{9F80C579-8A17-49A0-AD1A-DD30E9B42FA9}"/>
    <dgm:cxn modelId="{21FDDDB8-FC59-42CB-8548-AE1B61D6E1DF}" type="presOf" srcId="{89F794D0-B9D1-46C1-B452-050783F21307}" destId="{D7956183-2280-43ED-9725-4B3F83F498BE}" srcOrd="0" destOrd="0" presId="urn:microsoft.com/office/officeart/2018/5/layout/CenteredIconLabelDescriptionList"/>
    <dgm:cxn modelId="{3EF2D2BF-1E37-4A58-BF30-EC400124F8D9}" type="presOf" srcId="{B072868B-5DFD-452B-BA0E-E4A640A4415C}" destId="{2712A182-277B-4043-AA99-B5FB1789A179}" srcOrd="0" destOrd="1" presId="urn:microsoft.com/office/officeart/2018/5/layout/CenteredIconLabelDescriptionList"/>
    <dgm:cxn modelId="{7EB48FC2-098C-4F7C-AF63-7B460356B837}" srcId="{859C4DE5-813D-462E-973A-A04EC0DDCBED}" destId="{B072868B-5DFD-452B-BA0E-E4A640A4415C}" srcOrd="1" destOrd="0" parTransId="{1C1E4143-AD46-45B0-BD27-2E08F9D138FA}" sibTransId="{007490A4-879F-4370-8698-69A7A0E2052E}"/>
    <dgm:cxn modelId="{D27E55C9-C0C4-44AB-8BEF-DD3E07BA0C5A}" type="presOf" srcId="{7474DCDD-6D31-49A7-9048-600B9876A79F}" destId="{2712A182-277B-4043-AA99-B5FB1789A179}" srcOrd="0" destOrd="0" presId="urn:microsoft.com/office/officeart/2018/5/layout/CenteredIconLabelDescriptionList"/>
    <dgm:cxn modelId="{9950AECC-CD44-429F-83E0-3EB94BD4B2B8}" type="presOf" srcId="{0613F33C-3BF4-4370-9104-80D87383C8EB}" destId="{2712A182-277B-4043-AA99-B5FB1789A179}" srcOrd="0" destOrd="2" presId="urn:microsoft.com/office/officeart/2018/5/layout/CenteredIconLabelDescriptionList"/>
    <dgm:cxn modelId="{548EBAD4-FEF2-4E71-8FB1-8A76B5E3C135}" type="presOf" srcId="{96EE36BE-A4E6-4AD4-9B8F-4F25E28C9F37}" destId="{4375E51C-5B82-4886-93EB-484A7C5E09E5}" srcOrd="0" destOrd="0" presId="urn:microsoft.com/office/officeart/2018/5/layout/CenteredIconLabelDescriptionList"/>
    <dgm:cxn modelId="{65B4E5DF-5302-45C0-AF96-F62870D74816}" type="presOf" srcId="{5B4BA3B9-750E-4C4D-8A8F-F3013AF991E6}" destId="{DF4E000D-29A7-4170-A112-F26B957A258A}" srcOrd="0" destOrd="0" presId="urn:microsoft.com/office/officeart/2018/5/layout/CenteredIconLabelDescriptionList"/>
    <dgm:cxn modelId="{431B91F2-2902-4364-A9BA-188F40820D2C}" srcId="{96EE36BE-A4E6-4AD4-9B8F-4F25E28C9F37}" destId="{A3E7C293-4BA2-4927-A4F0-E3CDAAF9E522}" srcOrd="0" destOrd="0" parTransId="{78538F00-4C6E-4393-A099-97796931205E}" sibTransId="{AD05FDD3-77FA-4EDD-8243-7D46010E98CC}"/>
    <dgm:cxn modelId="{011447FB-E257-4551-844A-A4870281F3D8}" type="presOf" srcId="{743C1D3D-A1FC-46C5-B43F-3A0FCEB13717}" destId="{73D02CE7-3E4F-426F-9BF6-1303306E3585}" srcOrd="0" destOrd="0" presId="urn:microsoft.com/office/officeart/2018/5/layout/CenteredIconLabelDescriptionList"/>
    <dgm:cxn modelId="{0A77A05B-8154-48F9-8FC0-9E34A2C0C5B3}" type="presParOf" srcId="{D7956183-2280-43ED-9725-4B3F83F498BE}" destId="{69A6A591-D76E-420E-833A-6666F1D439BD}" srcOrd="0" destOrd="0" presId="urn:microsoft.com/office/officeart/2018/5/layout/CenteredIconLabelDescriptionList"/>
    <dgm:cxn modelId="{8ADDC705-B4F5-4455-B4B7-0DDFA75CA13D}" type="presParOf" srcId="{69A6A591-D76E-420E-833A-6666F1D439BD}" destId="{DA3A1A8D-16AC-4950-ADD6-32A5CCADCDF9}" srcOrd="0" destOrd="0" presId="urn:microsoft.com/office/officeart/2018/5/layout/CenteredIconLabelDescriptionList"/>
    <dgm:cxn modelId="{FAFC3CD5-D8AC-4700-9445-4C0A22E70912}" type="presParOf" srcId="{69A6A591-D76E-420E-833A-6666F1D439BD}" destId="{B5CC1FAE-AB05-4918-907A-9CE6862029AA}" srcOrd="1" destOrd="0" presId="urn:microsoft.com/office/officeart/2018/5/layout/CenteredIconLabelDescriptionList"/>
    <dgm:cxn modelId="{A1A5AC48-1617-4AE0-9FF3-180FC251FF01}" type="presParOf" srcId="{69A6A591-D76E-420E-833A-6666F1D439BD}" destId="{3E92A4B0-A6AF-4EB4-9AAD-A21D79ECF8B0}" srcOrd="2" destOrd="0" presId="urn:microsoft.com/office/officeart/2018/5/layout/CenteredIconLabelDescriptionList"/>
    <dgm:cxn modelId="{25E8F468-1D32-4A5C-81A4-1D8FE9BF27D3}" type="presParOf" srcId="{69A6A591-D76E-420E-833A-6666F1D439BD}" destId="{F78E66C0-3021-46CC-8A25-A6450FB0EE76}" srcOrd="3" destOrd="0" presId="urn:microsoft.com/office/officeart/2018/5/layout/CenteredIconLabelDescriptionList"/>
    <dgm:cxn modelId="{5F1B5CF4-B51A-4CCF-AB18-054EFC6AC8D2}" type="presParOf" srcId="{69A6A591-D76E-420E-833A-6666F1D439BD}" destId="{2712A182-277B-4043-AA99-B5FB1789A179}" srcOrd="4" destOrd="0" presId="urn:microsoft.com/office/officeart/2018/5/layout/CenteredIconLabelDescriptionList"/>
    <dgm:cxn modelId="{2D4185FB-CFD1-48CE-9371-EAA6CC9B4E3E}" type="presParOf" srcId="{D7956183-2280-43ED-9725-4B3F83F498BE}" destId="{9488F62C-4752-4CA5-9AD6-2831AD9A1AB7}" srcOrd="1" destOrd="0" presId="urn:microsoft.com/office/officeart/2018/5/layout/CenteredIconLabelDescriptionList"/>
    <dgm:cxn modelId="{0A401CED-780D-48E1-9CAF-D59781439FB2}" type="presParOf" srcId="{D7956183-2280-43ED-9725-4B3F83F498BE}" destId="{3CD15903-46B4-4BCA-9CC3-752EA2A44338}" srcOrd="2" destOrd="0" presId="urn:microsoft.com/office/officeart/2018/5/layout/CenteredIconLabelDescriptionList"/>
    <dgm:cxn modelId="{F3853E06-4073-4003-9D89-25CC47173004}" type="presParOf" srcId="{3CD15903-46B4-4BCA-9CC3-752EA2A44338}" destId="{15D678DF-2126-40EF-A95F-21D0256F5C5E}" srcOrd="0" destOrd="0" presId="urn:microsoft.com/office/officeart/2018/5/layout/CenteredIconLabelDescriptionList"/>
    <dgm:cxn modelId="{AE266267-7CD5-482A-B645-D7760C302915}" type="presParOf" srcId="{3CD15903-46B4-4BCA-9CC3-752EA2A44338}" destId="{65E804E7-F04E-4D56-81E8-94CB3831FD68}" srcOrd="1" destOrd="0" presId="urn:microsoft.com/office/officeart/2018/5/layout/CenteredIconLabelDescriptionList"/>
    <dgm:cxn modelId="{1ADDC84B-CD38-495A-AB3F-9780B19488CA}" type="presParOf" srcId="{3CD15903-46B4-4BCA-9CC3-752EA2A44338}" destId="{4375E51C-5B82-4886-93EB-484A7C5E09E5}" srcOrd="2" destOrd="0" presId="urn:microsoft.com/office/officeart/2018/5/layout/CenteredIconLabelDescriptionList"/>
    <dgm:cxn modelId="{0F7887C8-353C-4EA0-80E3-D8A366040EBF}" type="presParOf" srcId="{3CD15903-46B4-4BCA-9CC3-752EA2A44338}" destId="{6492F95F-0FB6-4E44-B01B-5470D4A3F03A}" srcOrd="3" destOrd="0" presId="urn:microsoft.com/office/officeart/2018/5/layout/CenteredIconLabelDescriptionList"/>
    <dgm:cxn modelId="{22CE37F9-5A72-4471-B250-2826A52AA198}" type="presParOf" srcId="{3CD15903-46B4-4BCA-9CC3-752EA2A44338}" destId="{EF96152E-792F-4251-A5D7-805545A43530}" srcOrd="4" destOrd="0" presId="urn:microsoft.com/office/officeart/2018/5/layout/CenteredIconLabelDescriptionList"/>
    <dgm:cxn modelId="{F1BF05B1-A6B7-48AB-82DB-C0FDBE7475B8}" type="presParOf" srcId="{D7956183-2280-43ED-9725-4B3F83F498BE}" destId="{D617D447-2FC2-4AAD-BFCE-5214E265EEE0}" srcOrd="3" destOrd="0" presId="urn:microsoft.com/office/officeart/2018/5/layout/CenteredIconLabelDescriptionList"/>
    <dgm:cxn modelId="{CFA3E61A-095A-4822-9C2B-39B4D29D39DB}" type="presParOf" srcId="{D7956183-2280-43ED-9725-4B3F83F498BE}" destId="{3DC0DB15-AD0E-440B-BF22-BF2A0476C05D}" srcOrd="4" destOrd="0" presId="urn:microsoft.com/office/officeart/2018/5/layout/CenteredIconLabelDescriptionList"/>
    <dgm:cxn modelId="{621D8002-B3D8-454C-A3FA-72051FE3A2E0}" type="presParOf" srcId="{3DC0DB15-AD0E-440B-BF22-BF2A0476C05D}" destId="{829FBFA8-2085-431A-96CC-1D5E52536973}" srcOrd="0" destOrd="0" presId="urn:microsoft.com/office/officeart/2018/5/layout/CenteredIconLabelDescriptionList"/>
    <dgm:cxn modelId="{7B892ACA-0531-4590-A06F-832E12456BEC}" type="presParOf" srcId="{3DC0DB15-AD0E-440B-BF22-BF2A0476C05D}" destId="{151D0880-A2F0-4E11-A64A-91915BFE7CAD}" srcOrd="1" destOrd="0" presId="urn:microsoft.com/office/officeart/2018/5/layout/CenteredIconLabelDescriptionList"/>
    <dgm:cxn modelId="{56D783FE-C349-4864-A30E-F73E9982E65B}" type="presParOf" srcId="{3DC0DB15-AD0E-440B-BF22-BF2A0476C05D}" destId="{73D02CE7-3E4F-426F-9BF6-1303306E3585}" srcOrd="2" destOrd="0" presId="urn:microsoft.com/office/officeart/2018/5/layout/CenteredIconLabelDescriptionList"/>
    <dgm:cxn modelId="{A99048F7-5395-4250-9A2A-23D4D81FF6D4}" type="presParOf" srcId="{3DC0DB15-AD0E-440B-BF22-BF2A0476C05D}" destId="{9C7F1380-8E44-4BAE-8129-E88ECEE54072}" srcOrd="3" destOrd="0" presId="urn:microsoft.com/office/officeart/2018/5/layout/CenteredIconLabelDescriptionList"/>
    <dgm:cxn modelId="{DD177F5F-DD66-4A45-A44C-2A02786D78E8}" type="presParOf" srcId="{3DC0DB15-AD0E-440B-BF22-BF2A0476C05D}" destId="{DF4E000D-29A7-4170-A112-F26B957A258A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9.xml><?xml version="1.0" encoding="utf-8"?>
<dgm:dataModel xmlns:dgm="http://schemas.openxmlformats.org/drawingml/2006/diagram" xmlns:a="http://schemas.openxmlformats.org/drawingml/2006/main">
  <dgm:ptLst>
    <dgm:pt modelId="{804EB6F9-FBEC-488C-A24C-91AECE187BFC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321D684D-E29B-49F2-848F-687C8E24147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i="1"/>
            <a:t>Technical debt</a:t>
          </a:r>
          <a:endParaRPr lang="en-US"/>
        </a:p>
      </dgm:t>
    </dgm:pt>
    <dgm:pt modelId="{54ACA3F3-FDA6-4F6E-9A99-8DD496650FA6}" type="parTrans" cxnId="{476197F1-CEBB-439A-8DCD-4616546407CD}">
      <dgm:prSet/>
      <dgm:spPr/>
      <dgm:t>
        <a:bodyPr/>
        <a:lstStyle/>
        <a:p>
          <a:endParaRPr lang="en-US"/>
        </a:p>
      </dgm:t>
    </dgm:pt>
    <dgm:pt modelId="{A6E5192A-1678-4C00-9179-4D7B48F83A55}" type="sibTrans" cxnId="{476197F1-CEBB-439A-8DCD-4616546407CD}">
      <dgm:prSet/>
      <dgm:spPr/>
      <dgm:t>
        <a:bodyPr/>
        <a:lstStyle/>
        <a:p>
          <a:endParaRPr lang="en-US"/>
        </a:p>
      </dgm:t>
    </dgm:pt>
    <dgm:pt modelId="{AE4E2132-7AB9-4F7B-9782-105D9922ED5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soft forks are more technically complex</a:t>
          </a:r>
        </a:p>
      </dgm:t>
    </dgm:pt>
    <dgm:pt modelId="{F463A951-4950-4418-8DA6-EBF258A0F9B4}" type="parTrans" cxnId="{1A0D6B7E-A490-42C3-BF5A-465BB59819E3}">
      <dgm:prSet/>
      <dgm:spPr/>
      <dgm:t>
        <a:bodyPr/>
        <a:lstStyle/>
        <a:p>
          <a:endParaRPr lang="en-US"/>
        </a:p>
      </dgm:t>
    </dgm:pt>
    <dgm:pt modelId="{04DBCAFF-E9A2-42A6-A1EA-4A74A9365568}" type="sibTrans" cxnId="{1A0D6B7E-A490-42C3-BF5A-465BB59819E3}">
      <dgm:prSet/>
      <dgm:spPr/>
      <dgm:t>
        <a:bodyPr/>
        <a:lstStyle/>
        <a:p>
          <a:endParaRPr lang="en-US"/>
        </a:p>
      </dgm:t>
    </dgm:pt>
    <dgm:pt modelId="{62332E61-CC4C-47E3-BC2D-B37CC175EE6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cost of code maintenance</a:t>
          </a:r>
          <a:endParaRPr lang="en-US"/>
        </a:p>
      </dgm:t>
    </dgm:pt>
    <dgm:pt modelId="{D4648D42-9A33-478A-A33F-0FD97748CF85}" type="parTrans" cxnId="{48BF2B42-9731-47F5-A82B-FF3C3CB73B86}">
      <dgm:prSet/>
      <dgm:spPr/>
      <dgm:t>
        <a:bodyPr/>
        <a:lstStyle/>
        <a:p>
          <a:endParaRPr lang="en-US"/>
        </a:p>
      </dgm:t>
    </dgm:pt>
    <dgm:pt modelId="{BF131395-15CA-449B-9CCD-437AC4454323}" type="sibTrans" cxnId="{48BF2B42-9731-47F5-A82B-FF3C3CB73B86}">
      <dgm:prSet/>
      <dgm:spPr/>
      <dgm:t>
        <a:bodyPr/>
        <a:lstStyle/>
        <a:p>
          <a:endParaRPr lang="en-US"/>
        </a:p>
      </dgm:t>
    </dgm:pt>
    <dgm:pt modelId="{3B06A9C0-E8A9-49BC-8D29-8AE93FDE871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likelihood of bugs and security vulnerabilities</a:t>
          </a:r>
        </a:p>
      </dgm:t>
    </dgm:pt>
    <dgm:pt modelId="{A8AC85EE-B1A7-4D2C-805C-04A25D4B3F8D}" type="parTrans" cxnId="{B717D902-069D-4414-A0D4-32F4352E44A0}">
      <dgm:prSet/>
      <dgm:spPr/>
      <dgm:t>
        <a:bodyPr/>
        <a:lstStyle/>
        <a:p>
          <a:endParaRPr lang="en-US"/>
        </a:p>
      </dgm:t>
    </dgm:pt>
    <dgm:pt modelId="{6452843F-1744-4838-B827-52ADCB4DEFBD}" type="sibTrans" cxnId="{B717D902-069D-4414-A0D4-32F4352E44A0}">
      <dgm:prSet/>
      <dgm:spPr/>
      <dgm:t>
        <a:bodyPr/>
        <a:lstStyle/>
        <a:p>
          <a:endParaRPr lang="en-US"/>
        </a:p>
      </dgm:t>
    </dgm:pt>
    <dgm:pt modelId="{E31C5614-D0C4-4071-A3E6-F96CBB044F0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i="1"/>
            <a:t>Validation relaxation</a:t>
          </a:r>
          <a:endParaRPr lang="en-US"/>
        </a:p>
      </dgm:t>
    </dgm:pt>
    <dgm:pt modelId="{7436040D-72C6-4094-8081-63F0C98DA9A9}" type="parTrans" cxnId="{4751D8E2-93E0-45DE-A20F-07E63308F4C3}">
      <dgm:prSet/>
      <dgm:spPr/>
      <dgm:t>
        <a:bodyPr/>
        <a:lstStyle/>
        <a:p>
          <a:endParaRPr lang="en-US"/>
        </a:p>
      </dgm:t>
    </dgm:pt>
    <dgm:pt modelId="{0DD37507-D61D-4486-AC38-536EEA3DF928}" type="sibTrans" cxnId="{4751D8E2-93E0-45DE-A20F-07E63308F4C3}">
      <dgm:prSet/>
      <dgm:spPr/>
      <dgm:t>
        <a:bodyPr/>
        <a:lstStyle/>
        <a:p>
          <a:endParaRPr lang="en-US"/>
        </a:p>
      </dgm:t>
    </dgm:pt>
    <dgm:pt modelId="{7C8A56AF-41FE-4DCD-B641-5F26DC3CD93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Unmodified clients see transactions as valid, </a:t>
          </a:r>
        </a:p>
      </dgm:t>
    </dgm:pt>
    <dgm:pt modelId="{F56E440E-4C9F-4235-BA28-513DC3FF404A}" type="parTrans" cxnId="{5D63BFDC-B01A-42F5-8278-248B012908DF}">
      <dgm:prSet/>
      <dgm:spPr/>
      <dgm:t>
        <a:bodyPr/>
        <a:lstStyle/>
        <a:p>
          <a:endParaRPr lang="en-US"/>
        </a:p>
      </dgm:t>
    </dgm:pt>
    <dgm:pt modelId="{121F2C0B-9D32-46F7-9CFE-66233FBD7BE8}" type="sibTrans" cxnId="{5D63BFDC-B01A-42F5-8278-248B012908DF}">
      <dgm:prSet/>
      <dgm:spPr/>
      <dgm:t>
        <a:bodyPr/>
        <a:lstStyle/>
        <a:p>
          <a:endParaRPr lang="en-US"/>
        </a:p>
      </dgm:t>
    </dgm:pt>
    <dgm:pt modelId="{6433F53D-0D1B-43CA-A880-E1F91371A60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without evaluating the modified</a:t>
          </a:r>
          <a:r>
            <a:rPr lang="tr-TR"/>
            <a:t> </a:t>
          </a:r>
          <a:r>
            <a:rPr lang="en-US"/>
            <a:t>consensus rules</a:t>
          </a:r>
        </a:p>
      </dgm:t>
    </dgm:pt>
    <dgm:pt modelId="{156A6D2A-7913-423D-9029-D1C36108A2B6}" type="parTrans" cxnId="{28246338-D44F-4D78-B39B-32F0462BBF8C}">
      <dgm:prSet/>
      <dgm:spPr/>
      <dgm:t>
        <a:bodyPr/>
        <a:lstStyle/>
        <a:p>
          <a:endParaRPr lang="en-US"/>
        </a:p>
      </dgm:t>
    </dgm:pt>
    <dgm:pt modelId="{E9E63B08-B31E-40ED-A1A5-1699D6986FB0}" type="sibTrans" cxnId="{28246338-D44F-4D78-B39B-32F0462BBF8C}">
      <dgm:prSet/>
      <dgm:spPr/>
      <dgm:t>
        <a:bodyPr/>
        <a:lstStyle/>
        <a:p>
          <a:endParaRPr lang="en-US"/>
        </a:p>
      </dgm:t>
    </dgm:pt>
    <dgm:pt modelId="{1894FB53-29F4-41D0-911D-9F0E262102A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i="1"/>
            <a:t>Irreversible upgrades</a:t>
          </a:r>
          <a:endParaRPr lang="en-US"/>
        </a:p>
      </dgm:t>
    </dgm:pt>
    <dgm:pt modelId="{F244CAA3-4443-4ECF-89F6-D921EDA66446}" type="parTrans" cxnId="{9A3A2039-37FE-467E-8C8B-D890A8F01FA5}">
      <dgm:prSet/>
      <dgm:spPr/>
      <dgm:t>
        <a:bodyPr/>
        <a:lstStyle/>
        <a:p>
          <a:endParaRPr lang="en-US"/>
        </a:p>
      </dgm:t>
    </dgm:pt>
    <dgm:pt modelId="{B6ABC257-889D-4EB3-A51E-A89634424D9F}" type="sibTrans" cxnId="{9A3A2039-37FE-467E-8C8B-D890A8F01FA5}">
      <dgm:prSet/>
      <dgm:spPr/>
      <dgm:t>
        <a:bodyPr/>
        <a:lstStyle/>
        <a:p>
          <a:endParaRPr lang="en-US"/>
        </a:p>
      </dgm:t>
    </dgm:pt>
    <dgm:pt modelId="{BA8BB1B3-30C3-4BDD-AA50-6B1C14D9755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If a soft fork upgrade were to be</a:t>
          </a:r>
          <a:r>
            <a:rPr lang="tr-TR"/>
            <a:t> </a:t>
          </a:r>
          <a:r>
            <a:rPr lang="en-US"/>
            <a:t>reversed after being activated, </a:t>
          </a:r>
        </a:p>
      </dgm:t>
    </dgm:pt>
    <dgm:pt modelId="{B960AC97-2E69-45A0-B9EA-6277072AB9A0}" type="parTrans" cxnId="{499263DC-AB97-40DA-8990-5A6C9B36FFD9}">
      <dgm:prSet/>
      <dgm:spPr/>
      <dgm:t>
        <a:bodyPr/>
        <a:lstStyle/>
        <a:p>
          <a:endParaRPr lang="en-US"/>
        </a:p>
      </dgm:t>
    </dgm:pt>
    <dgm:pt modelId="{44C77759-3027-4E3C-9D1A-BBF778ED2A25}" type="sibTrans" cxnId="{499263DC-AB97-40DA-8990-5A6C9B36FFD9}">
      <dgm:prSet/>
      <dgm:spPr/>
      <dgm:t>
        <a:bodyPr/>
        <a:lstStyle/>
        <a:p>
          <a:endParaRPr lang="en-US"/>
        </a:p>
      </dgm:t>
    </dgm:pt>
    <dgm:pt modelId="{7150E24D-375A-49C4-A450-D7B21E5090A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transactions created under the new rules</a:t>
          </a:r>
        </a:p>
      </dgm:t>
    </dgm:pt>
    <dgm:pt modelId="{8B8579DD-148C-41B1-B671-C10FFFC28109}" type="parTrans" cxnId="{7663A4A2-4FEB-4A77-BE34-E2AB382D029E}">
      <dgm:prSet/>
      <dgm:spPr/>
      <dgm:t>
        <a:bodyPr/>
        <a:lstStyle/>
        <a:p>
          <a:endParaRPr lang="en-US"/>
        </a:p>
      </dgm:t>
    </dgm:pt>
    <dgm:pt modelId="{273F17F8-8A27-4DC8-B242-9A0AF19427BA}" type="sibTrans" cxnId="{7663A4A2-4FEB-4A77-BE34-E2AB382D029E}">
      <dgm:prSet/>
      <dgm:spPr/>
      <dgm:t>
        <a:bodyPr/>
        <a:lstStyle/>
        <a:p>
          <a:endParaRPr lang="en-US"/>
        </a:p>
      </dgm:t>
    </dgm:pt>
    <dgm:pt modelId="{16CF8732-69EB-4B13-AEA5-6BF9D63FF38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could</a:t>
          </a:r>
          <a:r>
            <a:rPr lang="tr-TR"/>
            <a:t> </a:t>
          </a:r>
          <a:r>
            <a:rPr lang="en-US"/>
            <a:t>result in a loss of funds under the old rules.</a:t>
          </a:r>
        </a:p>
      </dgm:t>
    </dgm:pt>
    <dgm:pt modelId="{0A1C55C2-4793-44B0-A485-BECEFEE40A58}" type="parTrans" cxnId="{F5C0F72B-47C6-48AB-9F9C-C0597A5DAB58}">
      <dgm:prSet/>
      <dgm:spPr/>
      <dgm:t>
        <a:bodyPr/>
        <a:lstStyle/>
        <a:p>
          <a:endParaRPr lang="en-US"/>
        </a:p>
      </dgm:t>
    </dgm:pt>
    <dgm:pt modelId="{C1D8D544-F85F-4F0C-A86A-4AC0C247C501}" type="sibTrans" cxnId="{F5C0F72B-47C6-48AB-9F9C-C0597A5DAB58}">
      <dgm:prSet/>
      <dgm:spPr/>
      <dgm:t>
        <a:bodyPr/>
        <a:lstStyle/>
        <a:p>
          <a:endParaRPr lang="en-US"/>
        </a:p>
      </dgm:t>
    </dgm:pt>
    <dgm:pt modelId="{C1B048E8-7554-4ED5-BE49-FD845E54F89B}" type="pres">
      <dgm:prSet presAssocID="{804EB6F9-FBEC-488C-A24C-91AECE187BFC}" presName="root" presStyleCnt="0">
        <dgm:presLayoutVars>
          <dgm:dir/>
          <dgm:resizeHandles val="exact"/>
        </dgm:presLayoutVars>
      </dgm:prSet>
      <dgm:spPr/>
    </dgm:pt>
    <dgm:pt modelId="{85F9B452-F470-4CEF-9BFC-AD7416AA1AC7}" type="pres">
      <dgm:prSet presAssocID="{321D684D-E29B-49F2-848F-687C8E24147E}" presName="compNode" presStyleCnt="0"/>
      <dgm:spPr/>
    </dgm:pt>
    <dgm:pt modelId="{E2AEEE04-FCA6-41BA-A251-9B3FAA0108BF}" type="pres">
      <dgm:prSet presAssocID="{321D684D-E29B-49F2-848F-687C8E24147E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yarı"/>
        </a:ext>
      </dgm:extLst>
    </dgm:pt>
    <dgm:pt modelId="{1E69F34C-9AB0-4BDE-93AF-0438DF188806}" type="pres">
      <dgm:prSet presAssocID="{321D684D-E29B-49F2-848F-687C8E24147E}" presName="iconSpace" presStyleCnt="0"/>
      <dgm:spPr/>
    </dgm:pt>
    <dgm:pt modelId="{7FC33463-FA26-4494-808A-7C35BB7DC94B}" type="pres">
      <dgm:prSet presAssocID="{321D684D-E29B-49F2-848F-687C8E24147E}" presName="parTx" presStyleLbl="revTx" presStyleIdx="0" presStyleCnt="6">
        <dgm:presLayoutVars>
          <dgm:chMax val="0"/>
          <dgm:chPref val="0"/>
        </dgm:presLayoutVars>
      </dgm:prSet>
      <dgm:spPr/>
    </dgm:pt>
    <dgm:pt modelId="{FC9B463C-1838-4DF8-8CB6-5C19ABA3550B}" type="pres">
      <dgm:prSet presAssocID="{321D684D-E29B-49F2-848F-687C8E24147E}" presName="txSpace" presStyleCnt="0"/>
      <dgm:spPr/>
    </dgm:pt>
    <dgm:pt modelId="{7AB2C91D-7666-44AB-AE7B-02986E5A701E}" type="pres">
      <dgm:prSet presAssocID="{321D684D-E29B-49F2-848F-687C8E24147E}" presName="desTx" presStyleLbl="revTx" presStyleIdx="1" presStyleCnt="6">
        <dgm:presLayoutVars/>
      </dgm:prSet>
      <dgm:spPr/>
    </dgm:pt>
    <dgm:pt modelId="{B60CE5B1-A737-49CA-9B7D-E4F085EE39C0}" type="pres">
      <dgm:prSet presAssocID="{A6E5192A-1678-4C00-9179-4D7B48F83A55}" presName="sibTrans" presStyleCnt="0"/>
      <dgm:spPr/>
    </dgm:pt>
    <dgm:pt modelId="{CAE4BA47-102A-41C2-B210-E760D9BCC858}" type="pres">
      <dgm:prSet presAssocID="{E31C5614-D0C4-4071-A3E6-F96CBB044F00}" presName="compNode" presStyleCnt="0"/>
      <dgm:spPr/>
    </dgm:pt>
    <dgm:pt modelId="{B8A139AB-8D76-4A86-A907-2D9185969A0D}" type="pres">
      <dgm:prSet presAssocID="{E31C5614-D0C4-4071-A3E6-F96CBB044F00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nay işareti"/>
        </a:ext>
      </dgm:extLst>
    </dgm:pt>
    <dgm:pt modelId="{EEE875FF-3A15-451B-8785-4B4412F15CC7}" type="pres">
      <dgm:prSet presAssocID="{E31C5614-D0C4-4071-A3E6-F96CBB044F00}" presName="iconSpace" presStyleCnt="0"/>
      <dgm:spPr/>
    </dgm:pt>
    <dgm:pt modelId="{42D21FEC-123D-421F-8EAD-4FD724435123}" type="pres">
      <dgm:prSet presAssocID="{E31C5614-D0C4-4071-A3E6-F96CBB044F00}" presName="parTx" presStyleLbl="revTx" presStyleIdx="2" presStyleCnt="6">
        <dgm:presLayoutVars>
          <dgm:chMax val="0"/>
          <dgm:chPref val="0"/>
        </dgm:presLayoutVars>
      </dgm:prSet>
      <dgm:spPr/>
    </dgm:pt>
    <dgm:pt modelId="{7F8E349E-AE32-4078-A870-09903E3392CB}" type="pres">
      <dgm:prSet presAssocID="{E31C5614-D0C4-4071-A3E6-F96CBB044F00}" presName="txSpace" presStyleCnt="0"/>
      <dgm:spPr/>
    </dgm:pt>
    <dgm:pt modelId="{63CAFE3B-63AF-49A8-A323-90803B3A48B1}" type="pres">
      <dgm:prSet presAssocID="{E31C5614-D0C4-4071-A3E6-F96CBB044F00}" presName="desTx" presStyleLbl="revTx" presStyleIdx="3" presStyleCnt="6">
        <dgm:presLayoutVars/>
      </dgm:prSet>
      <dgm:spPr/>
    </dgm:pt>
    <dgm:pt modelId="{99AA1B5D-CDAA-4D11-A676-7FB0AF395D61}" type="pres">
      <dgm:prSet presAssocID="{0DD37507-D61D-4486-AC38-536EEA3DF928}" presName="sibTrans" presStyleCnt="0"/>
      <dgm:spPr/>
    </dgm:pt>
    <dgm:pt modelId="{DD6F971D-12F9-42F3-BAC0-D5846822F329}" type="pres">
      <dgm:prSet presAssocID="{1894FB53-29F4-41D0-911D-9F0E262102AB}" presName="compNode" presStyleCnt="0"/>
      <dgm:spPr/>
    </dgm:pt>
    <dgm:pt modelId="{613A292C-505D-4D81-8D89-830235D02555}" type="pres">
      <dgm:prSet presAssocID="{1894FB53-29F4-41D0-911D-9F0E262102AB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Yasak"/>
        </a:ext>
      </dgm:extLst>
    </dgm:pt>
    <dgm:pt modelId="{825083BC-5646-449F-B0F2-FCE6DD43EF5B}" type="pres">
      <dgm:prSet presAssocID="{1894FB53-29F4-41D0-911D-9F0E262102AB}" presName="iconSpace" presStyleCnt="0"/>
      <dgm:spPr/>
    </dgm:pt>
    <dgm:pt modelId="{278F5CF1-9818-4F73-8B73-764A61A95600}" type="pres">
      <dgm:prSet presAssocID="{1894FB53-29F4-41D0-911D-9F0E262102AB}" presName="parTx" presStyleLbl="revTx" presStyleIdx="4" presStyleCnt="6">
        <dgm:presLayoutVars>
          <dgm:chMax val="0"/>
          <dgm:chPref val="0"/>
        </dgm:presLayoutVars>
      </dgm:prSet>
      <dgm:spPr/>
    </dgm:pt>
    <dgm:pt modelId="{2F276ED6-3B42-45B7-89E7-07F5A0D6E1AC}" type="pres">
      <dgm:prSet presAssocID="{1894FB53-29F4-41D0-911D-9F0E262102AB}" presName="txSpace" presStyleCnt="0"/>
      <dgm:spPr/>
    </dgm:pt>
    <dgm:pt modelId="{BEE8E2B0-7EA1-4381-A6F9-E3C3542CD424}" type="pres">
      <dgm:prSet presAssocID="{1894FB53-29F4-41D0-911D-9F0E262102AB}" presName="desTx" presStyleLbl="revTx" presStyleIdx="5" presStyleCnt="6">
        <dgm:presLayoutVars/>
      </dgm:prSet>
      <dgm:spPr/>
    </dgm:pt>
  </dgm:ptLst>
  <dgm:cxnLst>
    <dgm:cxn modelId="{B717D902-069D-4414-A0D4-32F4352E44A0}" srcId="{321D684D-E29B-49F2-848F-687C8E24147E}" destId="{3B06A9C0-E8A9-49BC-8D29-8AE93FDE871B}" srcOrd="2" destOrd="0" parTransId="{A8AC85EE-B1A7-4D2C-805C-04A25D4B3F8D}" sibTransId="{6452843F-1744-4838-B827-52ADCB4DEFBD}"/>
    <dgm:cxn modelId="{F5C0F72B-47C6-48AB-9F9C-C0597A5DAB58}" srcId="{1894FB53-29F4-41D0-911D-9F0E262102AB}" destId="{16CF8732-69EB-4B13-AEA5-6BF9D63FF38C}" srcOrd="2" destOrd="0" parTransId="{0A1C55C2-4793-44B0-A485-BECEFEE40A58}" sibTransId="{C1D8D544-F85F-4F0C-A86A-4AC0C247C501}"/>
    <dgm:cxn modelId="{28246338-D44F-4D78-B39B-32F0462BBF8C}" srcId="{E31C5614-D0C4-4071-A3E6-F96CBB044F00}" destId="{6433F53D-0D1B-43CA-A880-E1F91371A606}" srcOrd="1" destOrd="0" parTransId="{156A6D2A-7913-423D-9029-D1C36108A2B6}" sibTransId="{E9E63B08-B31E-40ED-A1A5-1699D6986FB0}"/>
    <dgm:cxn modelId="{9A3A2039-37FE-467E-8C8B-D890A8F01FA5}" srcId="{804EB6F9-FBEC-488C-A24C-91AECE187BFC}" destId="{1894FB53-29F4-41D0-911D-9F0E262102AB}" srcOrd="2" destOrd="0" parTransId="{F244CAA3-4443-4ECF-89F6-D921EDA66446}" sibTransId="{B6ABC257-889D-4EB3-A51E-A89634424D9F}"/>
    <dgm:cxn modelId="{6C32403F-325F-4ECC-8E67-81E6D6518BD9}" type="presOf" srcId="{7C8A56AF-41FE-4DCD-B641-5F26DC3CD93E}" destId="{63CAFE3B-63AF-49A8-A323-90803B3A48B1}" srcOrd="0" destOrd="0" presId="urn:microsoft.com/office/officeart/2018/5/layout/CenteredIconLabelDescriptionList"/>
    <dgm:cxn modelId="{48BF2B42-9731-47F5-A82B-FF3C3CB73B86}" srcId="{321D684D-E29B-49F2-848F-687C8E24147E}" destId="{62332E61-CC4C-47E3-BC2D-B37CC175EE6F}" srcOrd="1" destOrd="0" parTransId="{D4648D42-9A33-478A-A33F-0FD97748CF85}" sibTransId="{BF131395-15CA-449B-9CCD-437AC4454323}"/>
    <dgm:cxn modelId="{9D494846-2CB7-4896-8EDC-73267A2BD615}" type="presOf" srcId="{321D684D-E29B-49F2-848F-687C8E24147E}" destId="{7FC33463-FA26-4494-808A-7C35BB7DC94B}" srcOrd="0" destOrd="0" presId="urn:microsoft.com/office/officeart/2018/5/layout/CenteredIconLabelDescriptionList"/>
    <dgm:cxn modelId="{49F9CE70-99E2-4414-B4C2-EE8F8431D199}" type="presOf" srcId="{BA8BB1B3-30C3-4BDD-AA50-6B1C14D97550}" destId="{BEE8E2B0-7EA1-4381-A6F9-E3C3542CD424}" srcOrd="0" destOrd="0" presId="urn:microsoft.com/office/officeart/2018/5/layout/CenteredIconLabelDescriptionList"/>
    <dgm:cxn modelId="{9154A258-AC23-4C70-BAFA-BE5E50EDDA98}" type="presOf" srcId="{AE4E2132-7AB9-4F7B-9782-105D9922ED58}" destId="{7AB2C91D-7666-44AB-AE7B-02986E5A701E}" srcOrd="0" destOrd="0" presId="urn:microsoft.com/office/officeart/2018/5/layout/CenteredIconLabelDescriptionList"/>
    <dgm:cxn modelId="{1A0D6B7E-A490-42C3-BF5A-465BB59819E3}" srcId="{321D684D-E29B-49F2-848F-687C8E24147E}" destId="{AE4E2132-7AB9-4F7B-9782-105D9922ED58}" srcOrd="0" destOrd="0" parTransId="{F463A951-4950-4418-8DA6-EBF258A0F9B4}" sibTransId="{04DBCAFF-E9A2-42A6-A1EA-4A74A9365568}"/>
    <dgm:cxn modelId="{755DB580-9815-481E-A232-82679E3F0800}" type="presOf" srcId="{16CF8732-69EB-4B13-AEA5-6BF9D63FF38C}" destId="{BEE8E2B0-7EA1-4381-A6F9-E3C3542CD424}" srcOrd="0" destOrd="2" presId="urn:microsoft.com/office/officeart/2018/5/layout/CenteredIconLabelDescriptionList"/>
    <dgm:cxn modelId="{D1C93292-1134-4A27-BF58-0105A60E0B4F}" type="presOf" srcId="{7150E24D-375A-49C4-A450-D7B21E5090AD}" destId="{BEE8E2B0-7EA1-4381-A6F9-E3C3542CD424}" srcOrd="0" destOrd="1" presId="urn:microsoft.com/office/officeart/2018/5/layout/CenteredIconLabelDescriptionList"/>
    <dgm:cxn modelId="{32E5079F-FCAA-44D3-84F0-1E85A1973C00}" type="presOf" srcId="{6433F53D-0D1B-43CA-A880-E1F91371A606}" destId="{63CAFE3B-63AF-49A8-A323-90803B3A48B1}" srcOrd="0" destOrd="1" presId="urn:microsoft.com/office/officeart/2018/5/layout/CenteredIconLabelDescriptionList"/>
    <dgm:cxn modelId="{F61779A0-7D0B-4BE7-B54A-CF32D3922A41}" type="presOf" srcId="{804EB6F9-FBEC-488C-A24C-91AECE187BFC}" destId="{C1B048E8-7554-4ED5-BE49-FD845E54F89B}" srcOrd="0" destOrd="0" presId="urn:microsoft.com/office/officeart/2018/5/layout/CenteredIconLabelDescriptionList"/>
    <dgm:cxn modelId="{7663A4A2-4FEB-4A77-BE34-E2AB382D029E}" srcId="{1894FB53-29F4-41D0-911D-9F0E262102AB}" destId="{7150E24D-375A-49C4-A450-D7B21E5090AD}" srcOrd="1" destOrd="0" parTransId="{8B8579DD-148C-41B1-B671-C10FFFC28109}" sibTransId="{273F17F8-8A27-4DC8-B242-9A0AF19427BA}"/>
    <dgm:cxn modelId="{F78571A3-805B-46B5-8D28-2A2ABECACAF2}" type="presOf" srcId="{62332E61-CC4C-47E3-BC2D-B37CC175EE6F}" destId="{7AB2C91D-7666-44AB-AE7B-02986E5A701E}" srcOrd="0" destOrd="1" presId="urn:microsoft.com/office/officeart/2018/5/layout/CenteredIconLabelDescriptionList"/>
    <dgm:cxn modelId="{236D66AA-BD58-4ACF-AA22-58671768D94A}" type="presOf" srcId="{1894FB53-29F4-41D0-911D-9F0E262102AB}" destId="{278F5CF1-9818-4F73-8B73-764A61A95600}" srcOrd="0" destOrd="0" presId="urn:microsoft.com/office/officeart/2018/5/layout/CenteredIconLabelDescriptionList"/>
    <dgm:cxn modelId="{FBC5C4B5-D21A-4827-8762-2037B9273FB3}" type="presOf" srcId="{3B06A9C0-E8A9-49BC-8D29-8AE93FDE871B}" destId="{7AB2C91D-7666-44AB-AE7B-02986E5A701E}" srcOrd="0" destOrd="2" presId="urn:microsoft.com/office/officeart/2018/5/layout/CenteredIconLabelDescriptionList"/>
    <dgm:cxn modelId="{499263DC-AB97-40DA-8990-5A6C9B36FFD9}" srcId="{1894FB53-29F4-41D0-911D-9F0E262102AB}" destId="{BA8BB1B3-30C3-4BDD-AA50-6B1C14D97550}" srcOrd="0" destOrd="0" parTransId="{B960AC97-2E69-45A0-B9EA-6277072AB9A0}" sibTransId="{44C77759-3027-4E3C-9D1A-BBF778ED2A25}"/>
    <dgm:cxn modelId="{40A1B1DC-FBF9-4742-98C3-9CBE543E0455}" type="presOf" srcId="{E31C5614-D0C4-4071-A3E6-F96CBB044F00}" destId="{42D21FEC-123D-421F-8EAD-4FD724435123}" srcOrd="0" destOrd="0" presId="urn:microsoft.com/office/officeart/2018/5/layout/CenteredIconLabelDescriptionList"/>
    <dgm:cxn modelId="{5D63BFDC-B01A-42F5-8278-248B012908DF}" srcId="{E31C5614-D0C4-4071-A3E6-F96CBB044F00}" destId="{7C8A56AF-41FE-4DCD-B641-5F26DC3CD93E}" srcOrd="0" destOrd="0" parTransId="{F56E440E-4C9F-4235-BA28-513DC3FF404A}" sibTransId="{121F2C0B-9D32-46F7-9CFE-66233FBD7BE8}"/>
    <dgm:cxn modelId="{4751D8E2-93E0-45DE-A20F-07E63308F4C3}" srcId="{804EB6F9-FBEC-488C-A24C-91AECE187BFC}" destId="{E31C5614-D0C4-4071-A3E6-F96CBB044F00}" srcOrd="1" destOrd="0" parTransId="{7436040D-72C6-4094-8081-63F0C98DA9A9}" sibTransId="{0DD37507-D61D-4486-AC38-536EEA3DF928}"/>
    <dgm:cxn modelId="{476197F1-CEBB-439A-8DCD-4616546407CD}" srcId="{804EB6F9-FBEC-488C-A24C-91AECE187BFC}" destId="{321D684D-E29B-49F2-848F-687C8E24147E}" srcOrd="0" destOrd="0" parTransId="{54ACA3F3-FDA6-4F6E-9A99-8DD496650FA6}" sibTransId="{A6E5192A-1678-4C00-9179-4D7B48F83A55}"/>
    <dgm:cxn modelId="{943FF96D-DE95-4784-8BA5-BF1803774754}" type="presParOf" srcId="{C1B048E8-7554-4ED5-BE49-FD845E54F89B}" destId="{85F9B452-F470-4CEF-9BFC-AD7416AA1AC7}" srcOrd="0" destOrd="0" presId="urn:microsoft.com/office/officeart/2018/5/layout/CenteredIconLabelDescriptionList"/>
    <dgm:cxn modelId="{0E7EEF2F-FB68-4AF6-8D35-0FF878167356}" type="presParOf" srcId="{85F9B452-F470-4CEF-9BFC-AD7416AA1AC7}" destId="{E2AEEE04-FCA6-41BA-A251-9B3FAA0108BF}" srcOrd="0" destOrd="0" presId="urn:microsoft.com/office/officeart/2018/5/layout/CenteredIconLabelDescriptionList"/>
    <dgm:cxn modelId="{42E119BB-588F-4D00-A747-6518C91C35B8}" type="presParOf" srcId="{85F9B452-F470-4CEF-9BFC-AD7416AA1AC7}" destId="{1E69F34C-9AB0-4BDE-93AF-0438DF188806}" srcOrd="1" destOrd="0" presId="urn:microsoft.com/office/officeart/2018/5/layout/CenteredIconLabelDescriptionList"/>
    <dgm:cxn modelId="{7EEDE371-1328-46E2-89A0-9C773D17190C}" type="presParOf" srcId="{85F9B452-F470-4CEF-9BFC-AD7416AA1AC7}" destId="{7FC33463-FA26-4494-808A-7C35BB7DC94B}" srcOrd="2" destOrd="0" presId="urn:microsoft.com/office/officeart/2018/5/layout/CenteredIconLabelDescriptionList"/>
    <dgm:cxn modelId="{525C1DAD-BA18-4EF6-8181-19AE993BE345}" type="presParOf" srcId="{85F9B452-F470-4CEF-9BFC-AD7416AA1AC7}" destId="{FC9B463C-1838-4DF8-8CB6-5C19ABA3550B}" srcOrd="3" destOrd="0" presId="urn:microsoft.com/office/officeart/2018/5/layout/CenteredIconLabelDescriptionList"/>
    <dgm:cxn modelId="{4D1CAA50-5075-4F21-9515-F5C9D42436FE}" type="presParOf" srcId="{85F9B452-F470-4CEF-9BFC-AD7416AA1AC7}" destId="{7AB2C91D-7666-44AB-AE7B-02986E5A701E}" srcOrd="4" destOrd="0" presId="urn:microsoft.com/office/officeart/2018/5/layout/CenteredIconLabelDescriptionList"/>
    <dgm:cxn modelId="{44448F29-15A9-4C51-9C5F-091D40ADB481}" type="presParOf" srcId="{C1B048E8-7554-4ED5-BE49-FD845E54F89B}" destId="{B60CE5B1-A737-49CA-9B7D-E4F085EE39C0}" srcOrd="1" destOrd="0" presId="urn:microsoft.com/office/officeart/2018/5/layout/CenteredIconLabelDescriptionList"/>
    <dgm:cxn modelId="{4597D2DA-4210-4FD3-8861-8F896233F05A}" type="presParOf" srcId="{C1B048E8-7554-4ED5-BE49-FD845E54F89B}" destId="{CAE4BA47-102A-41C2-B210-E760D9BCC858}" srcOrd="2" destOrd="0" presId="urn:microsoft.com/office/officeart/2018/5/layout/CenteredIconLabelDescriptionList"/>
    <dgm:cxn modelId="{96DA7E86-B3B9-4ED1-98B4-B7366E283B59}" type="presParOf" srcId="{CAE4BA47-102A-41C2-B210-E760D9BCC858}" destId="{B8A139AB-8D76-4A86-A907-2D9185969A0D}" srcOrd="0" destOrd="0" presId="urn:microsoft.com/office/officeart/2018/5/layout/CenteredIconLabelDescriptionList"/>
    <dgm:cxn modelId="{A478C716-25D7-408E-94E6-E43A19A4975F}" type="presParOf" srcId="{CAE4BA47-102A-41C2-B210-E760D9BCC858}" destId="{EEE875FF-3A15-451B-8785-4B4412F15CC7}" srcOrd="1" destOrd="0" presId="urn:microsoft.com/office/officeart/2018/5/layout/CenteredIconLabelDescriptionList"/>
    <dgm:cxn modelId="{437157AF-E9A5-49DF-B580-AF4AAE0155EA}" type="presParOf" srcId="{CAE4BA47-102A-41C2-B210-E760D9BCC858}" destId="{42D21FEC-123D-421F-8EAD-4FD724435123}" srcOrd="2" destOrd="0" presId="urn:microsoft.com/office/officeart/2018/5/layout/CenteredIconLabelDescriptionList"/>
    <dgm:cxn modelId="{C2FAD864-2B37-4F1C-8336-0E0EE9E46679}" type="presParOf" srcId="{CAE4BA47-102A-41C2-B210-E760D9BCC858}" destId="{7F8E349E-AE32-4078-A870-09903E3392CB}" srcOrd="3" destOrd="0" presId="urn:microsoft.com/office/officeart/2018/5/layout/CenteredIconLabelDescriptionList"/>
    <dgm:cxn modelId="{9D4C4FC5-7B74-4C15-9270-08B7ABEA0F6F}" type="presParOf" srcId="{CAE4BA47-102A-41C2-B210-E760D9BCC858}" destId="{63CAFE3B-63AF-49A8-A323-90803B3A48B1}" srcOrd="4" destOrd="0" presId="urn:microsoft.com/office/officeart/2018/5/layout/CenteredIconLabelDescriptionList"/>
    <dgm:cxn modelId="{075043E0-4ACD-4380-82EF-7829E7DE0E87}" type="presParOf" srcId="{C1B048E8-7554-4ED5-BE49-FD845E54F89B}" destId="{99AA1B5D-CDAA-4D11-A676-7FB0AF395D61}" srcOrd="3" destOrd="0" presId="urn:microsoft.com/office/officeart/2018/5/layout/CenteredIconLabelDescriptionList"/>
    <dgm:cxn modelId="{D4253057-126D-4B8E-A1AD-26B330FCD478}" type="presParOf" srcId="{C1B048E8-7554-4ED5-BE49-FD845E54F89B}" destId="{DD6F971D-12F9-42F3-BAC0-D5846822F329}" srcOrd="4" destOrd="0" presId="urn:microsoft.com/office/officeart/2018/5/layout/CenteredIconLabelDescriptionList"/>
    <dgm:cxn modelId="{E9D138DD-62F1-44C3-A399-B516BB9BEB20}" type="presParOf" srcId="{DD6F971D-12F9-42F3-BAC0-D5846822F329}" destId="{613A292C-505D-4D81-8D89-830235D02555}" srcOrd="0" destOrd="0" presId="urn:microsoft.com/office/officeart/2018/5/layout/CenteredIconLabelDescriptionList"/>
    <dgm:cxn modelId="{920373C0-245E-48DE-B2BA-3239B8DF5ECD}" type="presParOf" srcId="{DD6F971D-12F9-42F3-BAC0-D5846822F329}" destId="{825083BC-5646-449F-B0F2-FCE6DD43EF5B}" srcOrd="1" destOrd="0" presId="urn:microsoft.com/office/officeart/2018/5/layout/CenteredIconLabelDescriptionList"/>
    <dgm:cxn modelId="{3A757E10-DC36-43E4-88A7-F21B70C7CEA8}" type="presParOf" srcId="{DD6F971D-12F9-42F3-BAC0-D5846822F329}" destId="{278F5CF1-9818-4F73-8B73-764A61A95600}" srcOrd="2" destOrd="0" presId="urn:microsoft.com/office/officeart/2018/5/layout/CenteredIconLabelDescriptionList"/>
    <dgm:cxn modelId="{967A6CDA-127E-41B8-962E-BFB53F64409F}" type="presParOf" srcId="{DD6F971D-12F9-42F3-BAC0-D5846822F329}" destId="{2F276ED6-3B42-45B7-89E7-07F5A0D6E1AC}" srcOrd="3" destOrd="0" presId="urn:microsoft.com/office/officeart/2018/5/layout/CenteredIconLabelDescriptionList"/>
    <dgm:cxn modelId="{9E5A4BF7-E3DF-4D52-8394-768E0C4E0485}" type="presParOf" srcId="{DD6F971D-12F9-42F3-BAC0-D5846822F329}" destId="{BEE8E2B0-7EA1-4381-A6F9-E3C3542CD42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0.xml><?xml version="1.0" encoding="utf-8"?>
<dgm:dataModel xmlns:dgm="http://schemas.openxmlformats.org/drawingml/2006/diagram" xmlns:a="http://schemas.openxmlformats.org/drawingml/2006/main">
  <dgm:ptLst>
    <dgm:pt modelId="{11BDB255-CBF5-40C8-B4E9-E50DF40A7ABA}" type="doc">
      <dgm:prSet loTypeId="urn:microsoft.com/office/officeart/2005/8/layout/list1" loCatId="list" qsTypeId="urn:microsoft.com/office/officeart/2005/8/quickstyle/simple1" qsCatId="simple" csTypeId="urn:microsoft.com/office/officeart/2005/8/colors/accent2_2" csCatId="accent2"/>
      <dgm:spPr/>
      <dgm:t>
        <a:bodyPr/>
        <a:lstStyle/>
        <a:p>
          <a:endParaRPr lang="en-US"/>
        </a:p>
      </dgm:t>
    </dgm:pt>
    <dgm:pt modelId="{707DCFFD-E1E4-48B6-BB4F-C36B030E3E6A}">
      <dgm:prSet/>
      <dgm:spPr/>
      <dgm:t>
        <a:bodyPr/>
        <a:lstStyle/>
        <a:p>
          <a:r>
            <a:rPr lang="tr-TR"/>
            <a:t>Majority </a:t>
          </a:r>
          <a:r>
            <a:rPr lang="en-US"/>
            <a:t>of miners must agree </a:t>
          </a:r>
        </a:p>
      </dgm:t>
    </dgm:pt>
    <dgm:pt modelId="{D0CCC887-1614-4CE4-9B69-2FE14677844C}" type="parTrans" cxnId="{42F842EF-BF7F-4406-AFDF-3AE4F3E0EFF2}">
      <dgm:prSet/>
      <dgm:spPr/>
      <dgm:t>
        <a:bodyPr/>
        <a:lstStyle/>
        <a:p>
          <a:endParaRPr lang="en-US"/>
        </a:p>
      </dgm:t>
    </dgm:pt>
    <dgm:pt modelId="{FABB12AE-75A8-4586-A621-85932032F2D5}" type="sibTrans" cxnId="{42F842EF-BF7F-4406-AFDF-3AE4F3E0EFF2}">
      <dgm:prSet/>
      <dgm:spPr/>
      <dgm:t>
        <a:bodyPr/>
        <a:lstStyle/>
        <a:p>
          <a:endParaRPr lang="en-US"/>
        </a:p>
      </dgm:t>
    </dgm:pt>
    <dgm:pt modelId="{477B3996-EFED-49E7-A040-D73B064F4748}">
      <dgm:prSet/>
      <dgm:spPr/>
      <dgm:t>
        <a:bodyPr/>
        <a:lstStyle/>
        <a:p>
          <a:r>
            <a:rPr lang="en-US"/>
            <a:t>they are ready and willing </a:t>
          </a:r>
        </a:p>
      </dgm:t>
    </dgm:pt>
    <dgm:pt modelId="{A5FCDE67-4286-4F8F-A570-1A74769911D5}" type="parTrans" cxnId="{9BC373A4-D7BB-48EE-909F-27D44B5D096E}">
      <dgm:prSet/>
      <dgm:spPr/>
      <dgm:t>
        <a:bodyPr/>
        <a:lstStyle/>
        <a:p>
          <a:endParaRPr lang="en-US"/>
        </a:p>
      </dgm:t>
    </dgm:pt>
    <dgm:pt modelId="{927502B6-29C1-4B1C-9733-CD3D2EFA4C9F}" type="sibTrans" cxnId="{9BC373A4-D7BB-48EE-909F-27D44B5D096E}">
      <dgm:prSet/>
      <dgm:spPr/>
      <dgm:t>
        <a:bodyPr/>
        <a:lstStyle/>
        <a:p>
          <a:endParaRPr lang="en-US"/>
        </a:p>
      </dgm:t>
    </dgm:pt>
    <dgm:pt modelId="{AA500BBA-57E9-4AE7-820A-335B3C6A5546}">
      <dgm:prSet/>
      <dgm:spPr/>
      <dgm:t>
        <a:bodyPr/>
        <a:lstStyle/>
        <a:p>
          <a:r>
            <a:rPr lang="en-US"/>
            <a:t>to enforce the new consensus</a:t>
          </a:r>
          <a:r>
            <a:rPr lang="tr-TR"/>
            <a:t> </a:t>
          </a:r>
          <a:r>
            <a:rPr lang="en-US"/>
            <a:t>rules</a:t>
          </a:r>
        </a:p>
      </dgm:t>
    </dgm:pt>
    <dgm:pt modelId="{50807DA7-85AE-49A4-96B7-EC57D5AC126B}" type="parTrans" cxnId="{40CC6619-25CB-43DE-9C95-6FB3835E473C}">
      <dgm:prSet/>
      <dgm:spPr/>
      <dgm:t>
        <a:bodyPr/>
        <a:lstStyle/>
        <a:p>
          <a:endParaRPr lang="en-US"/>
        </a:p>
      </dgm:t>
    </dgm:pt>
    <dgm:pt modelId="{135D6A81-DA24-4B29-ACDA-A310D6C9B378}" type="sibTrans" cxnId="{40CC6619-25CB-43DE-9C95-6FB3835E473C}">
      <dgm:prSet/>
      <dgm:spPr/>
      <dgm:t>
        <a:bodyPr/>
        <a:lstStyle/>
        <a:p>
          <a:endParaRPr lang="en-US"/>
        </a:p>
      </dgm:t>
    </dgm:pt>
    <dgm:pt modelId="{59E01F6E-A047-4B34-8B1E-69F91EAEE125}">
      <dgm:prSet/>
      <dgm:spPr/>
      <dgm:t>
        <a:bodyPr/>
        <a:lstStyle/>
        <a:p>
          <a:r>
            <a:rPr lang="en-US"/>
            <a:t>To coordinate </a:t>
          </a:r>
          <a:r>
            <a:rPr lang="tr-TR"/>
            <a:t>the operation</a:t>
          </a:r>
          <a:endParaRPr lang="en-US"/>
        </a:p>
      </dgm:t>
    </dgm:pt>
    <dgm:pt modelId="{669BD17A-0584-4553-883D-520EB9732389}" type="parTrans" cxnId="{0125404D-C8BD-41DD-8C0F-8B94C868C907}">
      <dgm:prSet/>
      <dgm:spPr/>
      <dgm:t>
        <a:bodyPr/>
        <a:lstStyle/>
        <a:p>
          <a:endParaRPr lang="en-US"/>
        </a:p>
      </dgm:t>
    </dgm:pt>
    <dgm:pt modelId="{8D7EDDA5-8FB8-4B19-8CC5-DC1731FD45A7}" type="sibTrans" cxnId="{0125404D-C8BD-41DD-8C0F-8B94C868C907}">
      <dgm:prSet/>
      <dgm:spPr/>
      <dgm:t>
        <a:bodyPr/>
        <a:lstStyle/>
        <a:p>
          <a:endParaRPr lang="en-US"/>
        </a:p>
      </dgm:t>
    </dgm:pt>
    <dgm:pt modelId="{CAA6773D-823F-4A74-BF0B-A2AE453C494E}">
      <dgm:prSet/>
      <dgm:spPr/>
      <dgm:t>
        <a:bodyPr/>
        <a:lstStyle/>
        <a:p>
          <a:r>
            <a:rPr lang="en-US"/>
            <a:t>there is a signaling mechanism </a:t>
          </a:r>
        </a:p>
      </dgm:t>
    </dgm:pt>
    <dgm:pt modelId="{EB7651AF-0515-4708-8DB1-0FB497138223}" type="parTrans" cxnId="{247CC5C1-C22D-4752-911E-42C79644DC4C}">
      <dgm:prSet/>
      <dgm:spPr/>
      <dgm:t>
        <a:bodyPr/>
        <a:lstStyle/>
        <a:p>
          <a:endParaRPr lang="en-US"/>
        </a:p>
      </dgm:t>
    </dgm:pt>
    <dgm:pt modelId="{CD593B73-F516-4A6C-83F9-EDA1C9C0CD96}" type="sibTrans" cxnId="{247CC5C1-C22D-4752-911E-42C79644DC4C}">
      <dgm:prSet/>
      <dgm:spPr/>
      <dgm:t>
        <a:bodyPr/>
        <a:lstStyle/>
        <a:p>
          <a:endParaRPr lang="en-US"/>
        </a:p>
      </dgm:t>
    </dgm:pt>
    <dgm:pt modelId="{DB2A564E-95C8-4907-8595-5D9FB58CCEDF}">
      <dgm:prSet/>
      <dgm:spPr/>
      <dgm:t>
        <a:bodyPr/>
        <a:lstStyle/>
        <a:p>
          <a:r>
            <a:rPr lang="en-US"/>
            <a:t>to</a:t>
          </a:r>
          <a:r>
            <a:rPr lang="tr-TR"/>
            <a:t> </a:t>
          </a:r>
          <a:r>
            <a:rPr lang="en-US"/>
            <a:t>show </a:t>
          </a:r>
          <a:r>
            <a:rPr lang="tr-TR"/>
            <a:t>the</a:t>
          </a:r>
          <a:r>
            <a:rPr lang="en-US"/>
            <a:t> support for a consensus rule change</a:t>
          </a:r>
        </a:p>
      </dgm:t>
    </dgm:pt>
    <dgm:pt modelId="{FFBDB73C-1D0D-4CBD-A113-9D24EC71835E}" type="parTrans" cxnId="{49C4D3B6-BFA3-41F9-9DA9-2C74F50AB41C}">
      <dgm:prSet/>
      <dgm:spPr/>
      <dgm:t>
        <a:bodyPr/>
        <a:lstStyle/>
        <a:p>
          <a:endParaRPr lang="en-US"/>
        </a:p>
      </dgm:t>
    </dgm:pt>
    <dgm:pt modelId="{EAC81884-704C-492C-8D03-F7EF94241D10}" type="sibTrans" cxnId="{49C4D3B6-BFA3-41F9-9DA9-2C74F50AB41C}">
      <dgm:prSet/>
      <dgm:spPr/>
      <dgm:t>
        <a:bodyPr/>
        <a:lstStyle/>
        <a:p>
          <a:endParaRPr lang="en-US"/>
        </a:p>
      </dgm:t>
    </dgm:pt>
    <dgm:pt modelId="{D0E50250-D250-4258-97DA-818E67053168}">
      <dgm:prSet/>
      <dgm:spPr/>
      <dgm:t>
        <a:bodyPr/>
        <a:lstStyle/>
        <a:p>
          <a:r>
            <a:rPr lang="en-US"/>
            <a:t>mechanism was introduced</a:t>
          </a:r>
          <a:r>
            <a:rPr lang="tr-TR"/>
            <a:t> </a:t>
          </a:r>
          <a:endParaRPr lang="en-US"/>
        </a:p>
      </dgm:t>
    </dgm:pt>
    <dgm:pt modelId="{9F6C9DE4-AAD8-49AD-8D08-EB1B6404CE25}" type="parTrans" cxnId="{EDED29A3-00EC-4FA3-B4B5-0CC28EB4D2F6}">
      <dgm:prSet/>
      <dgm:spPr/>
      <dgm:t>
        <a:bodyPr/>
        <a:lstStyle/>
        <a:p>
          <a:endParaRPr lang="en-US"/>
        </a:p>
      </dgm:t>
    </dgm:pt>
    <dgm:pt modelId="{A5099864-097D-4429-82E6-66587BB3A5AB}" type="sibTrans" cxnId="{EDED29A3-00EC-4FA3-B4B5-0CC28EB4D2F6}">
      <dgm:prSet/>
      <dgm:spPr/>
      <dgm:t>
        <a:bodyPr/>
        <a:lstStyle/>
        <a:p>
          <a:endParaRPr lang="en-US"/>
        </a:p>
      </dgm:t>
    </dgm:pt>
    <dgm:pt modelId="{9A247146-A883-41C0-929A-19D73C8BCE1E}">
      <dgm:prSet/>
      <dgm:spPr/>
      <dgm:t>
        <a:bodyPr/>
        <a:lstStyle/>
        <a:p>
          <a:r>
            <a:rPr lang="en-US"/>
            <a:t>with the activation of BIP-34 in March 2013</a:t>
          </a:r>
        </a:p>
      </dgm:t>
    </dgm:pt>
    <dgm:pt modelId="{807CEA4B-CE13-47C4-9273-39EC52B7BA42}" type="parTrans" cxnId="{172BBDC7-A28E-4DC4-9D23-EBC75BC69C0C}">
      <dgm:prSet/>
      <dgm:spPr/>
      <dgm:t>
        <a:bodyPr/>
        <a:lstStyle/>
        <a:p>
          <a:endParaRPr lang="en-US"/>
        </a:p>
      </dgm:t>
    </dgm:pt>
    <dgm:pt modelId="{8741C8B4-F3CB-4CDA-A834-CFFE97909622}" type="sibTrans" cxnId="{172BBDC7-A28E-4DC4-9D23-EBC75BC69C0C}">
      <dgm:prSet/>
      <dgm:spPr/>
      <dgm:t>
        <a:bodyPr/>
        <a:lstStyle/>
        <a:p>
          <a:endParaRPr lang="en-US"/>
        </a:p>
      </dgm:t>
    </dgm:pt>
    <dgm:pt modelId="{EBBAF7C8-6F28-4ABA-A7FC-71693BD60458}">
      <dgm:prSet/>
      <dgm:spPr/>
      <dgm:t>
        <a:bodyPr/>
        <a:lstStyle/>
        <a:p>
          <a:r>
            <a:rPr lang="en-US"/>
            <a:t>and replaced by the activation of BIP-9</a:t>
          </a:r>
          <a:r>
            <a:rPr lang="tr-TR"/>
            <a:t> </a:t>
          </a:r>
          <a:r>
            <a:rPr lang="en-US"/>
            <a:t>in July 2016.</a:t>
          </a:r>
        </a:p>
      </dgm:t>
    </dgm:pt>
    <dgm:pt modelId="{365AD405-5E62-4808-89BE-34E95DD38F8D}" type="parTrans" cxnId="{C2C9212C-D8FE-4FBC-84BF-DC0143602EA6}">
      <dgm:prSet/>
      <dgm:spPr/>
      <dgm:t>
        <a:bodyPr/>
        <a:lstStyle/>
        <a:p>
          <a:endParaRPr lang="en-US"/>
        </a:p>
      </dgm:t>
    </dgm:pt>
    <dgm:pt modelId="{61725CBB-78A5-4078-B5D9-D6C8F2F102E9}" type="sibTrans" cxnId="{C2C9212C-D8FE-4FBC-84BF-DC0143602EA6}">
      <dgm:prSet/>
      <dgm:spPr/>
      <dgm:t>
        <a:bodyPr/>
        <a:lstStyle/>
        <a:p>
          <a:endParaRPr lang="en-US"/>
        </a:p>
      </dgm:t>
    </dgm:pt>
    <dgm:pt modelId="{9F18CF97-3665-4D74-9070-FCDE42275919}" type="pres">
      <dgm:prSet presAssocID="{11BDB255-CBF5-40C8-B4E9-E50DF40A7ABA}" presName="linear" presStyleCnt="0">
        <dgm:presLayoutVars>
          <dgm:dir/>
          <dgm:animLvl val="lvl"/>
          <dgm:resizeHandles val="exact"/>
        </dgm:presLayoutVars>
      </dgm:prSet>
      <dgm:spPr/>
    </dgm:pt>
    <dgm:pt modelId="{B8B5E84C-C068-4B25-9F0C-C371D0F5C2A9}" type="pres">
      <dgm:prSet presAssocID="{707DCFFD-E1E4-48B6-BB4F-C36B030E3E6A}" presName="parentLin" presStyleCnt="0"/>
      <dgm:spPr/>
    </dgm:pt>
    <dgm:pt modelId="{EA20114A-7B65-4DC2-A155-EA529C0A2F27}" type="pres">
      <dgm:prSet presAssocID="{707DCFFD-E1E4-48B6-BB4F-C36B030E3E6A}" presName="parentLeftMargin" presStyleLbl="node1" presStyleIdx="0" presStyleCnt="3"/>
      <dgm:spPr/>
    </dgm:pt>
    <dgm:pt modelId="{8D7782D4-B9A3-4EF1-BF77-F46DDB3866AA}" type="pres">
      <dgm:prSet presAssocID="{707DCFFD-E1E4-48B6-BB4F-C36B030E3E6A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9D523ED7-D375-442E-A2C4-1DA7A7D6446D}" type="pres">
      <dgm:prSet presAssocID="{707DCFFD-E1E4-48B6-BB4F-C36B030E3E6A}" presName="negativeSpace" presStyleCnt="0"/>
      <dgm:spPr/>
    </dgm:pt>
    <dgm:pt modelId="{5ED2A90B-0803-4F79-BC42-80D447DA5223}" type="pres">
      <dgm:prSet presAssocID="{707DCFFD-E1E4-48B6-BB4F-C36B030E3E6A}" presName="childText" presStyleLbl="conFgAcc1" presStyleIdx="0" presStyleCnt="3">
        <dgm:presLayoutVars>
          <dgm:bulletEnabled val="1"/>
        </dgm:presLayoutVars>
      </dgm:prSet>
      <dgm:spPr/>
    </dgm:pt>
    <dgm:pt modelId="{66948220-8893-46B0-945D-BA86306B87A1}" type="pres">
      <dgm:prSet presAssocID="{FABB12AE-75A8-4586-A621-85932032F2D5}" presName="spaceBetweenRectangles" presStyleCnt="0"/>
      <dgm:spPr/>
    </dgm:pt>
    <dgm:pt modelId="{DF18E8A2-268D-42ED-9F90-20603D0563DE}" type="pres">
      <dgm:prSet presAssocID="{59E01F6E-A047-4B34-8B1E-69F91EAEE125}" presName="parentLin" presStyleCnt="0"/>
      <dgm:spPr/>
    </dgm:pt>
    <dgm:pt modelId="{57A2228E-0C54-4AFC-BE31-7F1F2D6DFD6E}" type="pres">
      <dgm:prSet presAssocID="{59E01F6E-A047-4B34-8B1E-69F91EAEE125}" presName="parentLeftMargin" presStyleLbl="node1" presStyleIdx="0" presStyleCnt="3"/>
      <dgm:spPr/>
    </dgm:pt>
    <dgm:pt modelId="{A2BF347C-4BA6-4BE6-8924-3DD8C213349B}" type="pres">
      <dgm:prSet presAssocID="{59E01F6E-A047-4B34-8B1E-69F91EAEE125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FBE3A73F-491C-4E06-8C0D-E7208B187522}" type="pres">
      <dgm:prSet presAssocID="{59E01F6E-A047-4B34-8B1E-69F91EAEE125}" presName="negativeSpace" presStyleCnt="0"/>
      <dgm:spPr/>
    </dgm:pt>
    <dgm:pt modelId="{E7FAFB8B-A51E-42B1-9E54-47ABEEBB031A}" type="pres">
      <dgm:prSet presAssocID="{59E01F6E-A047-4B34-8B1E-69F91EAEE125}" presName="childText" presStyleLbl="conFgAcc1" presStyleIdx="1" presStyleCnt="3">
        <dgm:presLayoutVars>
          <dgm:bulletEnabled val="1"/>
        </dgm:presLayoutVars>
      </dgm:prSet>
      <dgm:spPr/>
    </dgm:pt>
    <dgm:pt modelId="{C4191AF2-DA47-408B-8718-DE8E38250493}" type="pres">
      <dgm:prSet presAssocID="{8D7EDDA5-8FB8-4B19-8CC5-DC1731FD45A7}" presName="spaceBetweenRectangles" presStyleCnt="0"/>
      <dgm:spPr/>
    </dgm:pt>
    <dgm:pt modelId="{F0316C72-34FF-4715-874B-229F06E11AC7}" type="pres">
      <dgm:prSet presAssocID="{D0E50250-D250-4258-97DA-818E67053168}" presName="parentLin" presStyleCnt="0"/>
      <dgm:spPr/>
    </dgm:pt>
    <dgm:pt modelId="{F161648E-E8AE-4523-8153-2650BDFA725E}" type="pres">
      <dgm:prSet presAssocID="{D0E50250-D250-4258-97DA-818E67053168}" presName="parentLeftMargin" presStyleLbl="node1" presStyleIdx="1" presStyleCnt="3"/>
      <dgm:spPr/>
    </dgm:pt>
    <dgm:pt modelId="{3DE28444-A76A-4BE4-8F8F-D32DEB8ED7CC}" type="pres">
      <dgm:prSet presAssocID="{D0E50250-D250-4258-97DA-818E67053168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384B7D56-EF85-4862-9FAC-192BC3EA3ADA}" type="pres">
      <dgm:prSet presAssocID="{D0E50250-D250-4258-97DA-818E67053168}" presName="negativeSpace" presStyleCnt="0"/>
      <dgm:spPr/>
    </dgm:pt>
    <dgm:pt modelId="{3BBE9F09-CDF0-443C-8F17-C909B2A7BDAE}" type="pres">
      <dgm:prSet presAssocID="{D0E50250-D250-4258-97DA-818E67053168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4BA8DE00-B7AC-46DE-9B11-9A1F5920DA37}" type="presOf" srcId="{11BDB255-CBF5-40C8-B4E9-E50DF40A7ABA}" destId="{9F18CF97-3665-4D74-9070-FCDE42275919}" srcOrd="0" destOrd="0" presId="urn:microsoft.com/office/officeart/2005/8/layout/list1"/>
    <dgm:cxn modelId="{14E14B09-FADE-4A2C-982D-75EE758ECA5E}" type="presOf" srcId="{CAA6773D-823F-4A74-BF0B-A2AE453C494E}" destId="{E7FAFB8B-A51E-42B1-9E54-47ABEEBB031A}" srcOrd="0" destOrd="0" presId="urn:microsoft.com/office/officeart/2005/8/layout/list1"/>
    <dgm:cxn modelId="{51E72C16-F428-47E2-BB2E-617E6E488B3F}" type="presOf" srcId="{DB2A564E-95C8-4907-8595-5D9FB58CCEDF}" destId="{E7FAFB8B-A51E-42B1-9E54-47ABEEBB031A}" srcOrd="0" destOrd="1" presId="urn:microsoft.com/office/officeart/2005/8/layout/list1"/>
    <dgm:cxn modelId="{40CC6619-25CB-43DE-9C95-6FB3835E473C}" srcId="{707DCFFD-E1E4-48B6-BB4F-C36B030E3E6A}" destId="{AA500BBA-57E9-4AE7-820A-335B3C6A5546}" srcOrd="1" destOrd="0" parTransId="{50807DA7-85AE-49A4-96B7-EC57D5AC126B}" sibTransId="{135D6A81-DA24-4B29-ACDA-A310D6C9B378}"/>
    <dgm:cxn modelId="{C2C9212C-D8FE-4FBC-84BF-DC0143602EA6}" srcId="{D0E50250-D250-4258-97DA-818E67053168}" destId="{EBBAF7C8-6F28-4ABA-A7FC-71693BD60458}" srcOrd="1" destOrd="0" parTransId="{365AD405-5E62-4808-89BE-34E95DD38F8D}" sibTransId="{61725CBB-78A5-4078-B5D9-D6C8F2F102E9}"/>
    <dgm:cxn modelId="{0125404D-C8BD-41DD-8C0F-8B94C868C907}" srcId="{11BDB255-CBF5-40C8-B4E9-E50DF40A7ABA}" destId="{59E01F6E-A047-4B34-8B1E-69F91EAEE125}" srcOrd="1" destOrd="0" parTransId="{669BD17A-0584-4553-883D-520EB9732389}" sibTransId="{8D7EDDA5-8FB8-4B19-8CC5-DC1731FD45A7}"/>
    <dgm:cxn modelId="{DF264154-2991-4866-BD32-A7EAC6018DE2}" type="presOf" srcId="{477B3996-EFED-49E7-A040-D73B064F4748}" destId="{5ED2A90B-0803-4F79-BC42-80D447DA5223}" srcOrd="0" destOrd="0" presId="urn:microsoft.com/office/officeart/2005/8/layout/list1"/>
    <dgm:cxn modelId="{C4E60090-9BE9-4FE0-BE00-95DE0073AC47}" type="presOf" srcId="{707DCFFD-E1E4-48B6-BB4F-C36B030E3E6A}" destId="{EA20114A-7B65-4DC2-A155-EA529C0A2F27}" srcOrd="0" destOrd="0" presId="urn:microsoft.com/office/officeart/2005/8/layout/list1"/>
    <dgm:cxn modelId="{BED6779C-AAD9-4F03-9200-2533B3FC0648}" type="presOf" srcId="{D0E50250-D250-4258-97DA-818E67053168}" destId="{3DE28444-A76A-4BE4-8F8F-D32DEB8ED7CC}" srcOrd="1" destOrd="0" presId="urn:microsoft.com/office/officeart/2005/8/layout/list1"/>
    <dgm:cxn modelId="{F2F006A0-7EF5-4274-BE89-43E20C7DC91D}" type="presOf" srcId="{707DCFFD-E1E4-48B6-BB4F-C36B030E3E6A}" destId="{8D7782D4-B9A3-4EF1-BF77-F46DDB3866AA}" srcOrd="1" destOrd="0" presId="urn:microsoft.com/office/officeart/2005/8/layout/list1"/>
    <dgm:cxn modelId="{EDED29A3-00EC-4FA3-B4B5-0CC28EB4D2F6}" srcId="{11BDB255-CBF5-40C8-B4E9-E50DF40A7ABA}" destId="{D0E50250-D250-4258-97DA-818E67053168}" srcOrd="2" destOrd="0" parTransId="{9F6C9DE4-AAD8-49AD-8D08-EB1B6404CE25}" sibTransId="{A5099864-097D-4429-82E6-66587BB3A5AB}"/>
    <dgm:cxn modelId="{9BC373A4-D7BB-48EE-909F-27D44B5D096E}" srcId="{707DCFFD-E1E4-48B6-BB4F-C36B030E3E6A}" destId="{477B3996-EFED-49E7-A040-D73B064F4748}" srcOrd="0" destOrd="0" parTransId="{A5FCDE67-4286-4F8F-A570-1A74769911D5}" sibTransId="{927502B6-29C1-4B1C-9733-CD3D2EFA4C9F}"/>
    <dgm:cxn modelId="{49C4D3B6-BFA3-41F9-9DA9-2C74F50AB41C}" srcId="{59E01F6E-A047-4B34-8B1E-69F91EAEE125}" destId="{DB2A564E-95C8-4907-8595-5D9FB58CCEDF}" srcOrd="1" destOrd="0" parTransId="{FFBDB73C-1D0D-4CBD-A113-9D24EC71835E}" sibTransId="{EAC81884-704C-492C-8D03-F7EF94241D10}"/>
    <dgm:cxn modelId="{BBBA17BA-24D8-434C-8C3A-492CBEBFF66C}" type="presOf" srcId="{D0E50250-D250-4258-97DA-818E67053168}" destId="{F161648E-E8AE-4523-8153-2650BDFA725E}" srcOrd="0" destOrd="0" presId="urn:microsoft.com/office/officeart/2005/8/layout/list1"/>
    <dgm:cxn modelId="{7B8343BE-0C95-4412-8F6B-1FB63D6649E5}" type="presOf" srcId="{59E01F6E-A047-4B34-8B1E-69F91EAEE125}" destId="{57A2228E-0C54-4AFC-BE31-7F1F2D6DFD6E}" srcOrd="0" destOrd="0" presId="urn:microsoft.com/office/officeart/2005/8/layout/list1"/>
    <dgm:cxn modelId="{247CC5C1-C22D-4752-911E-42C79644DC4C}" srcId="{59E01F6E-A047-4B34-8B1E-69F91EAEE125}" destId="{CAA6773D-823F-4A74-BF0B-A2AE453C494E}" srcOrd="0" destOrd="0" parTransId="{EB7651AF-0515-4708-8DB1-0FB497138223}" sibTransId="{CD593B73-F516-4A6C-83F9-EDA1C9C0CD96}"/>
    <dgm:cxn modelId="{172BBDC7-A28E-4DC4-9D23-EBC75BC69C0C}" srcId="{D0E50250-D250-4258-97DA-818E67053168}" destId="{9A247146-A883-41C0-929A-19D73C8BCE1E}" srcOrd="0" destOrd="0" parTransId="{807CEA4B-CE13-47C4-9273-39EC52B7BA42}" sibTransId="{8741C8B4-F3CB-4CDA-A834-CFFE97909622}"/>
    <dgm:cxn modelId="{32D60DCA-0427-4B04-8806-5B670E1F6A2A}" type="presOf" srcId="{AA500BBA-57E9-4AE7-820A-335B3C6A5546}" destId="{5ED2A90B-0803-4F79-BC42-80D447DA5223}" srcOrd="0" destOrd="1" presId="urn:microsoft.com/office/officeart/2005/8/layout/list1"/>
    <dgm:cxn modelId="{88F2C9D5-FBBB-45EC-9B3F-06E54815326A}" type="presOf" srcId="{9A247146-A883-41C0-929A-19D73C8BCE1E}" destId="{3BBE9F09-CDF0-443C-8F17-C909B2A7BDAE}" srcOrd="0" destOrd="0" presId="urn:microsoft.com/office/officeart/2005/8/layout/list1"/>
    <dgm:cxn modelId="{0B8190DA-8E66-4100-98AD-A44DBDD9FF65}" type="presOf" srcId="{59E01F6E-A047-4B34-8B1E-69F91EAEE125}" destId="{A2BF347C-4BA6-4BE6-8924-3DD8C213349B}" srcOrd="1" destOrd="0" presId="urn:microsoft.com/office/officeart/2005/8/layout/list1"/>
    <dgm:cxn modelId="{763858E7-70B3-4F90-BD18-BD11C357C18E}" type="presOf" srcId="{EBBAF7C8-6F28-4ABA-A7FC-71693BD60458}" destId="{3BBE9F09-CDF0-443C-8F17-C909B2A7BDAE}" srcOrd="0" destOrd="1" presId="urn:microsoft.com/office/officeart/2005/8/layout/list1"/>
    <dgm:cxn modelId="{42F842EF-BF7F-4406-AFDF-3AE4F3E0EFF2}" srcId="{11BDB255-CBF5-40C8-B4E9-E50DF40A7ABA}" destId="{707DCFFD-E1E4-48B6-BB4F-C36B030E3E6A}" srcOrd="0" destOrd="0" parTransId="{D0CCC887-1614-4CE4-9B69-2FE14677844C}" sibTransId="{FABB12AE-75A8-4586-A621-85932032F2D5}"/>
    <dgm:cxn modelId="{6EE03AF1-9D7A-4F6E-A8C3-5BFB3FA35D1F}" type="presParOf" srcId="{9F18CF97-3665-4D74-9070-FCDE42275919}" destId="{B8B5E84C-C068-4B25-9F0C-C371D0F5C2A9}" srcOrd="0" destOrd="0" presId="urn:microsoft.com/office/officeart/2005/8/layout/list1"/>
    <dgm:cxn modelId="{47741435-FA45-47AF-9EFF-E7D8A893BB08}" type="presParOf" srcId="{B8B5E84C-C068-4B25-9F0C-C371D0F5C2A9}" destId="{EA20114A-7B65-4DC2-A155-EA529C0A2F27}" srcOrd="0" destOrd="0" presId="urn:microsoft.com/office/officeart/2005/8/layout/list1"/>
    <dgm:cxn modelId="{1F9CB1B3-9ABD-46DB-A344-A774CD26AAEA}" type="presParOf" srcId="{B8B5E84C-C068-4B25-9F0C-C371D0F5C2A9}" destId="{8D7782D4-B9A3-4EF1-BF77-F46DDB3866AA}" srcOrd="1" destOrd="0" presId="urn:microsoft.com/office/officeart/2005/8/layout/list1"/>
    <dgm:cxn modelId="{9D367452-2F58-43FC-BD1C-8DE9C9E91B7D}" type="presParOf" srcId="{9F18CF97-3665-4D74-9070-FCDE42275919}" destId="{9D523ED7-D375-442E-A2C4-1DA7A7D6446D}" srcOrd="1" destOrd="0" presId="urn:microsoft.com/office/officeart/2005/8/layout/list1"/>
    <dgm:cxn modelId="{272FBB0E-7A4B-45D6-BE89-4C35729B43D3}" type="presParOf" srcId="{9F18CF97-3665-4D74-9070-FCDE42275919}" destId="{5ED2A90B-0803-4F79-BC42-80D447DA5223}" srcOrd="2" destOrd="0" presId="urn:microsoft.com/office/officeart/2005/8/layout/list1"/>
    <dgm:cxn modelId="{1F9D25FB-78C3-49CC-A40F-78BB6DBA66A1}" type="presParOf" srcId="{9F18CF97-3665-4D74-9070-FCDE42275919}" destId="{66948220-8893-46B0-945D-BA86306B87A1}" srcOrd="3" destOrd="0" presId="urn:microsoft.com/office/officeart/2005/8/layout/list1"/>
    <dgm:cxn modelId="{70B83A56-FCE4-4AC6-AE03-B689EBACBFEE}" type="presParOf" srcId="{9F18CF97-3665-4D74-9070-FCDE42275919}" destId="{DF18E8A2-268D-42ED-9F90-20603D0563DE}" srcOrd="4" destOrd="0" presId="urn:microsoft.com/office/officeart/2005/8/layout/list1"/>
    <dgm:cxn modelId="{E2ED18F6-342D-4CF8-9AB8-36755CA7D0D6}" type="presParOf" srcId="{DF18E8A2-268D-42ED-9F90-20603D0563DE}" destId="{57A2228E-0C54-4AFC-BE31-7F1F2D6DFD6E}" srcOrd="0" destOrd="0" presId="urn:microsoft.com/office/officeart/2005/8/layout/list1"/>
    <dgm:cxn modelId="{320D3F8E-FB91-4329-B9D8-FC55F193A3F9}" type="presParOf" srcId="{DF18E8A2-268D-42ED-9F90-20603D0563DE}" destId="{A2BF347C-4BA6-4BE6-8924-3DD8C213349B}" srcOrd="1" destOrd="0" presId="urn:microsoft.com/office/officeart/2005/8/layout/list1"/>
    <dgm:cxn modelId="{9F2B5F39-5EBE-4A63-9136-7A067B3FB468}" type="presParOf" srcId="{9F18CF97-3665-4D74-9070-FCDE42275919}" destId="{FBE3A73F-491C-4E06-8C0D-E7208B187522}" srcOrd="5" destOrd="0" presId="urn:microsoft.com/office/officeart/2005/8/layout/list1"/>
    <dgm:cxn modelId="{8E1E2637-F52B-432B-9DBB-4173CEE2E904}" type="presParOf" srcId="{9F18CF97-3665-4D74-9070-FCDE42275919}" destId="{E7FAFB8B-A51E-42B1-9E54-47ABEEBB031A}" srcOrd="6" destOrd="0" presId="urn:microsoft.com/office/officeart/2005/8/layout/list1"/>
    <dgm:cxn modelId="{3AA40366-8DEB-4C16-989B-A1CFA1E0625D}" type="presParOf" srcId="{9F18CF97-3665-4D74-9070-FCDE42275919}" destId="{C4191AF2-DA47-408B-8718-DE8E38250493}" srcOrd="7" destOrd="0" presId="urn:microsoft.com/office/officeart/2005/8/layout/list1"/>
    <dgm:cxn modelId="{65579430-13BC-4800-8712-C53A7294BD7C}" type="presParOf" srcId="{9F18CF97-3665-4D74-9070-FCDE42275919}" destId="{F0316C72-34FF-4715-874B-229F06E11AC7}" srcOrd="8" destOrd="0" presId="urn:microsoft.com/office/officeart/2005/8/layout/list1"/>
    <dgm:cxn modelId="{06E5350B-7599-45FE-8D98-ACC65916C888}" type="presParOf" srcId="{F0316C72-34FF-4715-874B-229F06E11AC7}" destId="{F161648E-E8AE-4523-8153-2650BDFA725E}" srcOrd="0" destOrd="0" presId="urn:microsoft.com/office/officeart/2005/8/layout/list1"/>
    <dgm:cxn modelId="{0C6B4866-42B5-4846-A0BB-B5125A481018}" type="presParOf" srcId="{F0316C72-34FF-4715-874B-229F06E11AC7}" destId="{3DE28444-A76A-4BE4-8F8F-D32DEB8ED7CC}" srcOrd="1" destOrd="0" presId="urn:microsoft.com/office/officeart/2005/8/layout/list1"/>
    <dgm:cxn modelId="{4B050EFD-BAEC-4683-8732-4F728C2837D8}" type="presParOf" srcId="{9F18CF97-3665-4D74-9070-FCDE42275919}" destId="{384B7D56-EF85-4862-9FAC-192BC3EA3ADA}" srcOrd="9" destOrd="0" presId="urn:microsoft.com/office/officeart/2005/8/layout/list1"/>
    <dgm:cxn modelId="{BD13F215-60A5-46C5-8855-1DBCF7FDDA96}" type="presParOf" srcId="{9F18CF97-3665-4D74-9070-FCDE42275919}" destId="{3BBE9F09-CDF0-443C-8F17-C909B2A7BDAE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1.xml><?xml version="1.0" encoding="utf-8"?>
<dgm:dataModel xmlns:dgm="http://schemas.openxmlformats.org/drawingml/2006/diagram" xmlns:a="http://schemas.openxmlformats.org/drawingml/2006/main">
  <dgm:ptLst>
    <dgm:pt modelId="{B17B9BD3-DD65-466C-B45D-8DF605B48B98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4462B88E-992A-45C5-89AF-55E0019A1FE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used the block version field </a:t>
          </a:r>
        </a:p>
      </dgm:t>
    </dgm:pt>
    <dgm:pt modelId="{0BA4C20B-0172-49CF-A86F-8E53A38576BA}" type="parTrans" cxnId="{CA8F9B44-B6EA-43BC-BF26-0FD93BE86268}">
      <dgm:prSet/>
      <dgm:spPr/>
      <dgm:t>
        <a:bodyPr/>
        <a:lstStyle/>
        <a:p>
          <a:endParaRPr lang="en-US"/>
        </a:p>
      </dgm:t>
    </dgm:pt>
    <dgm:pt modelId="{1052ADC1-04AD-486D-B17B-1AAC03893C91}" type="sibTrans" cxnId="{CA8F9B44-B6EA-43BC-BF26-0FD93BE86268}">
      <dgm:prSet/>
      <dgm:spPr/>
      <dgm:t>
        <a:bodyPr/>
        <a:lstStyle/>
        <a:p>
          <a:endParaRPr lang="en-US"/>
        </a:p>
      </dgm:t>
    </dgm:pt>
    <dgm:pt modelId="{5CF69F1A-3EE3-4275-B962-F60659B0917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allow miners to</a:t>
          </a:r>
          <a:r>
            <a:rPr lang="tr-TR"/>
            <a:t> </a:t>
          </a:r>
          <a:r>
            <a:rPr lang="en-US"/>
            <a:t>signal readiness </a:t>
          </a:r>
        </a:p>
      </dgm:t>
    </dgm:pt>
    <dgm:pt modelId="{D26B2F2C-48BC-4406-BCE4-DBCBC0C13190}" type="parTrans" cxnId="{F9D751E0-5C5A-4DF0-A772-AC6E9D22B232}">
      <dgm:prSet/>
      <dgm:spPr/>
      <dgm:t>
        <a:bodyPr/>
        <a:lstStyle/>
        <a:p>
          <a:endParaRPr lang="en-US"/>
        </a:p>
      </dgm:t>
    </dgm:pt>
    <dgm:pt modelId="{72D2712D-441A-418E-8ED8-B23B968F5A58}" type="sibTrans" cxnId="{F9D751E0-5C5A-4DF0-A772-AC6E9D22B232}">
      <dgm:prSet/>
      <dgm:spPr/>
      <dgm:t>
        <a:bodyPr/>
        <a:lstStyle/>
        <a:p>
          <a:endParaRPr lang="en-US"/>
        </a:p>
      </dgm:t>
    </dgm:pt>
    <dgm:pt modelId="{CC502365-E514-4717-9625-522E8F2698C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for a specific consensus rule change</a:t>
          </a:r>
          <a:r>
            <a:rPr lang="tr-TR"/>
            <a:t> </a:t>
          </a:r>
          <a:endParaRPr lang="en-US"/>
        </a:p>
      </dgm:t>
    </dgm:pt>
    <dgm:pt modelId="{3C008A85-AD16-4D06-BA46-0D7A2F7E5816}" type="parTrans" cxnId="{C8D88A54-C171-4D56-80E5-861D8BEC13E4}">
      <dgm:prSet/>
      <dgm:spPr/>
      <dgm:t>
        <a:bodyPr/>
        <a:lstStyle/>
        <a:p>
          <a:endParaRPr lang="en-US"/>
        </a:p>
      </dgm:t>
    </dgm:pt>
    <dgm:pt modelId="{4AFC23AC-0181-46E6-BE62-2E587F6894C9}" type="sibTrans" cxnId="{C8D88A54-C171-4D56-80E5-861D8BEC13E4}">
      <dgm:prSet/>
      <dgm:spPr/>
      <dgm:t>
        <a:bodyPr/>
        <a:lstStyle/>
        <a:p>
          <a:endParaRPr lang="en-US"/>
        </a:p>
      </dgm:t>
    </dgm:pt>
    <dgm:pt modelId="{22D670D3-EECC-4B5A-B8D1-3710D212FAA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To signal the change and activation of BIP-34, </a:t>
          </a:r>
        </a:p>
      </dgm:t>
    </dgm:pt>
    <dgm:pt modelId="{7D26003C-03A3-4184-9F9E-1C0DEF7F77B6}" type="parTrans" cxnId="{11BD14CC-F83C-40C2-ABE1-037F99C2840A}">
      <dgm:prSet/>
      <dgm:spPr/>
      <dgm:t>
        <a:bodyPr/>
        <a:lstStyle/>
        <a:p>
          <a:endParaRPr lang="en-US"/>
        </a:p>
      </dgm:t>
    </dgm:pt>
    <dgm:pt modelId="{7CAA6CCC-D118-450D-A875-C2EEB95D0AA1}" type="sibTrans" cxnId="{11BD14CC-F83C-40C2-ABE1-037F99C2840A}">
      <dgm:prSet/>
      <dgm:spPr/>
      <dgm:t>
        <a:bodyPr/>
        <a:lstStyle/>
        <a:p>
          <a:endParaRPr lang="en-US"/>
        </a:p>
      </dgm:t>
    </dgm:pt>
    <dgm:pt modelId="{FA3294A5-9E72-4905-B40D-C4607EF7734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miners set the block version to “2”</a:t>
          </a:r>
          <a:r>
            <a:rPr lang="tr-TR"/>
            <a:t> </a:t>
          </a:r>
          <a:r>
            <a:rPr lang="en-US"/>
            <a:t>instead of “1”</a:t>
          </a:r>
        </a:p>
      </dgm:t>
    </dgm:pt>
    <dgm:pt modelId="{AD001FAA-F2AC-4061-AD45-F53D6A701814}" type="parTrans" cxnId="{CF872843-3062-4130-8E01-4DD0FD94E7A1}">
      <dgm:prSet/>
      <dgm:spPr/>
      <dgm:t>
        <a:bodyPr/>
        <a:lstStyle/>
        <a:p>
          <a:endParaRPr lang="en-US"/>
        </a:p>
      </dgm:t>
    </dgm:pt>
    <dgm:pt modelId="{AD17E257-88A3-4295-A994-3071E041B110}" type="sibTrans" cxnId="{CF872843-3062-4130-8E01-4DD0FD94E7A1}">
      <dgm:prSet/>
      <dgm:spPr/>
      <dgm:t>
        <a:bodyPr/>
        <a:lstStyle/>
        <a:p>
          <a:endParaRPr lang="en-US"/>
        </a:p>
      </dgm:t>
    </dgm:pt>
    <dgm:pt modelId="{0D70C9F6-3CA4-429A-8338-2F14BC623EEE}" type="pres">
      <dgm:prSet presAssocID="{B17B9BD3-DD65-466C-B45D-8DF605B48B98}" presName="root" presStyleCnt="0">
        <dgm:presLayoutVars>
          <dgm:dir/>
          <dgm:resizeHandles val="exact"/>
        </dgm:presLayoutVars>
      </dgm:prSet>
      <dgm:spPr/>
    </dgm:pt>
    <dgm:pt modelId="{B3896953-CCE7-46BC-8117-194C57B052AA}" type="pres">
      <dgm:prSet presAssocID="{4462B88E-992A-45C5-89AF-55E0019A1FE7}" presName="compNode" presStyleCnt="0"/>
      <dgm:spPr/>
    </dgm:pt>
    <dgm:pt modelId="{E409023C-0C52-4AAE-A462-C6A3A73EF045}" type="pres">
      <dgm:prSet presAssocID="{4462B88E-992A-45C5-89AF-55E0019A1FE7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Yasak"/>
        </a:ext>
      </dgm:extLst>
    </dgm:pt>
    <dgm:pt modelId="{4E5B6B77-82D7-42F6-9E42-F0C7CE397572}" type="pres">
      <dgm:prSet presAssocID="{4462B88E-992A-45C5-89AF-55E0019A1FE7}" presName="iconSpace" presStyleCnt="0"/>
      <dgm:spPr/>
    </dgm:pt>
    <dgm:pt modelId="{557E17C7-2517-4A88-B893-E38874DCE5AA}" type="pres">
      <dgm:prSet presAssocID="{4462B88E-992A-45C5-89AF-55E0019A1FE7}" presName="parTx" presStyleLbl="revTx" presStyleIdx="0" presStyleCnt="4">
        <dgm:presLayoutVars>
          <dgm:chMax val="0"/>
          <dgm:chPref val="0"/>
        </dgm:presLayoutVars>
      </dgm:prSet>
      <dgm:spPr/>
    </dgm:pt>
    <dgm:pt modelId="{B4F554A1-F819-4CB8-AD73-30BF026FCAE8}" type="pres">
      <dgm:prSet presAssocID="{4462B88E-992A-45C5-89AF-55E0019A1FE7}" presName="txSpace" presStyleCnt="0"/>
      <dgm:spPr/>
    </dgm:pt>
    <dgm:pt modelId="{EFEC1590-C2F9-4D8B-A29C-34EB09363D44}" type="pres">
      <dgm:prSet presAssocID="{4462B88E-992A-45C5-89AF-55E0019A1FE7}" presName="desTx" presStyleLbl="revTx" presStyleIdx="1" presStyleCnt="4">
        <dgm:presLayoutVars/>
      </dgm:prSet>
      <dgm:spPr/>
    </dgm:pt>
    <dgm:pt modelId="{426FB3DD-0E2E-4157-9FAA-A8F2A5D0D383}" type="pres">
      <dgm:prSet presAssocID="{1052ADC1-04AD-486D-B17B-1AAC03893C91}" presName="sibTrans" presStyleCnt="0"/>
      <dgm:spPr/>
    </dgm:pt>
    <dgm:pt modelId="{F145D77B-7E0C-4CA6-A7DA-E6F612C46E16}" type="pres">
      <dgm:prSet presAssocID="{22D670D3-EECC-4B5A-B8D1-3710D212FAA6}" presName="compNode" presStyleCnt="0"/>
      <dgm:spPr/>
    </dgm:pt>
    <dgm:pt modelId="{C20AA1D4-1E94-4E2C-8B91-D0EC1B23D402}" type="pres">
      <dgm:prSet presAssocID="{22D670D3-EECC-4B5A-B8D1-3710D212FAA6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arm scene"/>
        </a:ext>
      </dgm:extLst>
    </dgm:pt>
    <dgm:pt modelId="{76E3F3E6-1D4F-4253-94CE-7C2D5E80E472}" type="pres">
      <dgm:prSet presAssocID="{22D670D3-EECC-4B5A-B8D1-3710D212FAA6}" presName="iconSpace" presStyleCnt="0"/>
      <dgm:spPr/>
    </dgm:pt>
    <dgm:pt modelId="{E68295B6-BC3B-4023-90F0-3BA2C53B3056}" type="pres">
      <dgm:prSet presAssocID="{22D670D3-EECC-4B5A-B8D1-3710D212FAA6}" presName="parTx" presStyleLbl="revTx" presStyleIdx="2" presStyleCnt="4">
        <dgm:presLayoutVars>
          <dgm:chMax val="0"/>
          <dgm:chPref val="0"/>
        </dgm:presLayoutVars>
      </dgm:prSet>
      <dgm:spPr/>
    </dgm:pt>
    <dgm:pt modelId="{5D9EA429-D5B4-46C8-A860-13018195D2D2}" type="pres">
      <dgm:prSet presAssocID="{22D670D3-EECC-4B5A-B8D1-3710D212FAA6}" presName="txSpace" presStyleCnt="0"/>
      <dgm:spPr/>
    </dgm:pt>
    <dgm:pt modelId="{DC8999E9-4F6C-40F8-B4E2-768988FAA019}" type="pres">
      <dgm:prSet presAssocID="{22D670D3-EECC-4B5A-B8D1-3710D212FAA6}" presName="desTx" presStyleLbl="revTx" presStyleIdx="3" presStyleCnt="4">
        <dgm:presLayoutVars/>
      </dgm:prSet>
      <dgm:spPr/>
    </dgm:pt>
  </dgm:ptLst>
  <dgm:cxnLst>
    <dgm:cxn modelId="{CF872843-3062-4130-8E01-4DD0FD94E7A1}" srcId="{22D670D3-EECC-4B5A-B8D1-3710D212FAA6}" destId="{FA3294A5-9E72-4905-B40D-C4607EF7734C}" srcOrd="0" destOrd="0" parTransId="{AD001FAA-F2AC-4061-AD45-F53D6A701814}" sibTransId="{AD17E257-88A3-4295-A994-3071E041B110}"/>
    <dgm:cxn modelId="{CA8F9B44-B6EA-43BC-BF26-0FD93BE86268}" srcId="{B17B9BD3-DD65-466C-B45D-8DF605B48B98}" destId="{4462B88E-992A-45C5-89AF-55E0019A1FE7}" srcOrd="0" destOrd="0" parTransId="{0BA4C20B-0172-49CF-A86F-8E53A38576BA}" sibTransId="{1052ADC1-04AD-486D-B17B-1AAC03893C91}"/>
    <dgm:cxn modelId="{3B35044B-4E80-44A0-9F7E-4257743C0FFD}" type="presOf" srcId="{CC502365-E514-4717-9625-522E8F2698C4}" destId="{EFEC1590-C2F9-4D8B-A29C-34EB09363D44}" srcOrd="0" destOrd="1" presId="urn:microsoft.com/office/officeart/2018/5/layout/CenteredIconLabelDescriptionList"/>
    <dgm:cxn modelId="{C8D88A54-C171-4D56-80E5-861D8BEC13E4}" srcId="{4462B88E-992A-45C5-89AF-55E0019A1FE7}" destId="{CC502365-E514-4717-9625-522E8F2698C4}" srcOrd="1" destOrd="0" parTransId="{3C008A85-AD16-4D06-BA46-0D7A2F7E5816}" sibTransId="{4AFC23AC-0181-46E6-BE62-2E587F6894C9}"/>
    <dgm:cxn modelId="{28E6EE80-7A1F-482A-8AE5-359B4A96B700}" type="presOf" srcId="{5CF69F1A-3EE3-4275-B962-F60659B0917C}" destId="{EFEC1590-C2F9-4D8B-A29C-34EB09363D44}" srcOrd="0" destOrd="0" presId="urn:microsoft.com/office/officeart/2018/5/layout/CenteredIconLabelDescriptionList"/>
    <dgm:cxn modelId="{E931489B-5C17-416B-A259-3596351FAA4D}" type="presOf" srcId="{4462B88E-992A-45C5-89AF-55E0019A1FE7}" destId="{557E17C7-2517-4A88-B893-E38874DCE5AA}" srcOrd="0" destOrd="0" presId="urn:microsoft.com/office/officeart/2018/5/layout/CenteredIconLabelDescriptionList"/>
    <dgm:cxn modelId="{FACCAF9D-2BE2-46A6-A7CC-1F51E5129BFA}" type="presOf" srcId="{B17B9BD3-DD65-466C-B45D-8DF605B48B98}" destId="{0D70C9F6-3CA4-429A-8338-2F14BC623EEE}" srcOrd="0" destOrd="0" presId="urn:microsoft.com/office/officeart/2018/5/layout/CenteredIconLabelDescriptionList"/>
    <dgm:cxn modelId="{F8FD00BD-8891-4ED4-B213-A370867DF477}" type="presOf" srcId="{22D670D3-EECC-4B5A-B8D1-3710D212FAA6}" destId="{E68295B6-BC3B-4023-90F0-3BA2C53B3056}" srcOrd="0" destOrd="0" presId="urn:microsoft.com/office/officeart/2018/5/layout/CenteredIconLabelDescriptionList"/>
    <dgm:cxn modelId="{11BD14CC-F83C-40C2-ABE1-037F99C2840A}" srcId="{B17B9BD3-DD65-466C-B45D-8DF605B48B98}" destId="{22D670D3-EECC-4B5A-B8D1-3710D212FAA6}" srcOrd="1" destOrd="0" parTransId="{7D26003C-03A3-4184-9F9E-1C0DEF7F77B6}" sibTransId="{7CAA6CCC-D118-450D-A875-C2EEB95D0AA1}"/>
    <dgm:cxn modelId="{F9D751E0-5C5A-4DF0-A772-AC6E9D22B232}" srcId="{4462B88E-992A-45C5-89AF-55E0019A1FE7}" destId="{5CF69F1A-3EE3-4275-B962-F60659B0917C}" srcOrd="0" destOrd="0" parTransId="{D26B2F2C-48BC-4406-BCE4-DBCBC0C13190}" sibTransId="{72D2712D-441A-418E-8ED8-B23B968F5A58}"/>
    <dgm:cxn modelId="{26C03BE8-2E39-4CCF-BB9E-9ED86CE7772D}" type="presOf" srcId="{FA3294A5-9E72-4905-B40D-C4607EF7734C}" destId="{DC8999E9-4F6C-40F8-B4E2-768988FAA019}" srcOrd="0" destOrd="0" presId="urn:microsoft.com/office/officeart/2018/5/layout/CenteredIconLabelDescriptionList"/>
    <dgm:cxn modelId="{0ED3B551-FE12-474D-B3C5-E3970018B8CB}" type="presParOf" srcId="{0D70C9F6-3CA4-429A-8338-2F14BC623EEE}" destId="{B3896953-CCE7-46BC-8117-194C57B052AA}" srcOrd="0" destOrd="0" presId="urn:microsoft.com/office/officeart/2018/5/layout/CenteredIconLabelDescriptionList"/>
    <dgm:cxn modelId="{8B93157C-CDF9-4DEC-B519-C9419B06C69A}" type="presParOf" srcId="{B3896953-CCE7-46BC-8117-194C57B052AA}" destId="{E409023C-0C52-4AAE-A462-C6A3A73EF045}" srcOrd="0" destOrd="0" presId="urn:microsoft.com/office/officeart/2018/5/layout/CenteredIconLabelDescriptionList"/>
    <dgm:cxn modelId="{32DB656B-32C0-4AD7-BFEC-78FCD35962F4}" type="presParOf" srcId="{B3896953-CCE7-46BC-8117-194C57B052AA}" destId="{4E5B6B77-82D7-42F6-9E42-F0C7CE397572}" srcOrd="1" destOrd="0" presId="urn:microsoft.com/office/officeart/2018/5/layout/CenteredIconLabelDescriptionList"/>
    <dgm:cxn modelId="{D8D03950-62D1-4801-983F-3F86B09C4175}" type="presParOf" srcId="{B3896953-CCE7-46BC-8117-194C57B052AA}" destId="{557E17C7-2517-4A88-B893-E38874DCE5AA}" srcOrd="2" destOrd="0" presId="urn:microsoft.com/office/officeart/2018/5/layout/CenteredIconLabelDescriptionList"/>
    <dgm:cxn modelId="{5A5595C8-3E4E-456F-B0BF-AAB16DE9DA5A}" type="presParOf" srcId="{B3896953-CCE7-46BC-8117-194C57B052AA}" destId="{B4F554A1-F819-4CB8-AD73-30BF026FCAE8}" srcOrd="3" destOrd="0" presId="urn:microsoft.com/office/officeart/2018/5/layout/CenteredIconLabelDescriptionList"/>
    <dgm:cxn modelId="{26666319-81BB-4FAD-B36C-B681FDC69A3E}" type="presParOf" srcId="{B3896953-CCE7-46BC-8117-194C57B052AA}" destId="{EFEC1590-C2F9-4D8B-A29C-34EB09363D44}" srcOrd="4" destOrd="0" presId="urn:microsoft.com/office/officeart/2018/5/layout/CenteredIconLabelDescriptionList"/>
    <dgm:cxn modelId="{21634071-3644-43CD-9C3C-C8060E0F936F}" type="presParOf" srcId="{0D70C9F6-3CA4-429A-8338-2F14BC623EEE}" destId="{426FB3DD-0E2E-4157-9FAA-A8F2A5D0D383}" srcOrd="1" destOrd="0" presId="urn:microsoft.com/office/officeart/2018/5/layout/CenteredIconLabelDescriptionList"/>
    <dgm:cxn modelId="{8AEA2ED5-1009-44DE-A0EB-D78D9786461A}" type="presParOf" srcId="{0D70C9F6-3CA4-429A-8338-2F14BC623EEE}" destId="{F145D77B-7E0C-4CA6-A7DA-E6F612C46E16}" srcOrd="2" destOrd="0" presId="urn:microsoft.com/office/officeart/2018/5/layout/CenteredIconLabelDescriptionList"/>
    <dgm:cxn modelId="{F48AC402-D93A-4678-AF09-A6201A42D65E}" type="presParOf" srcId="{F145D77B-7E0C-4CA6-A7DA-E6F612C46E16}" destId="{C20AA1D4-1E94-4E2C-8B91-D0EC1B23D402}" srcOrd="0" destOrd="0" presId="urn:microsoft.com/office/officeart/2018/5/layout/CenteredIconLabelDescriptionList"/>
    <dgm:cxn modelId="{74261789-B657-428F-BF1C-D5140957663A}" type="presParOf" srcId="{F145D77B-7E0C-4CA6-A7DA-E6F612C46E16}" destId="{76E3F3E6-1D4F-4253-94CE-7C2D5E80E472}" srcOrd="1" destOrd="0" presId="urn:microsoft.com/office/officeart/2018/5/layout/CenteredIconLabelDescriptionList"/>
    <dgm:cxn modelId="{AA1DC8AB-1D93-40D0-A70C-367B612EBEAE}" type="presParOf" srcId="{F145D77B-7E0C-4CA6-A7DA-E6F612C46E16}" destId="{E68295B6-BC3B-4023-90F0-3BA2C53B3056}" srcOrd="2" destOrd="0" presId="urn:microsoft.com/office/officeart/2018/5/layout/CenteredIconLabelDescriptionList"/>
    <dgm:cxn modelId="{A0DD8802-2964-4684-BC3B-AA1899C30D9B}" type="presParOf" srcId="{F145D77B-7E0C-4CA6-A7DA-E6F612C46E16}" destId="{5D9EA429-D5B4-46C8-A860-13018195D2D2}" srcOrd="3" destOrd="0" presId="urn:microsoft.com/office/officeart/2018/5/layout/CenteredIconLabelDescriptionList"/>
    <dgm:cxn modelId="{07B293C5-6369-472B-ADB1-54B8FEFF3D79}" type="presParOf" srcId="{F145D77B-7E0C-4CA6-A7DA-E6F612C46E16}" destId="{DC8999E9-4F6C-40F8-B4E2-768988FAA019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2.xml><?xml version="1.0" encoding="utf-8"?>
<dgm:dataModel xmlns:dgm="http://schemas.openxmlformats.org/drawingml/2006/diagram" xmlns:a="http://schemas.openxmlformats.org/drawingml/2006/main">
  <dgm:ptLst>
    <dgm:pt modelId="{4C570B26-DBDD-4201-BF3E-EFDE8D4044C5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05017588-42FA-4BDD-BF55-4BC0666DE26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If 75%</a:t>
          </a:r>
        </a:p>
      </dgm:t>
    </dgm:pt>
    <dgm:pt modelId="{ACC85230-8F95-40FD-B283-A1B4199F68B8}" type="parTrans" cxnId="{4F218530-EC4E-45D8-8075-540FE6E6F305}">
      <dgm:prSet/>
      <dgm:spPr/>
      <dgm:t>
        <a:bodyPr/>
        <a:lstStyle/>
        <a:p>
          <a:endParaRPr lang="en-US"/>
        </a:p>
      </dgm:t>
    </dgm:pt>
    <dgm:pt modelId="{F884C7A6-9337-4DB1-AE54-4107E2F849C8}" type="sibTrans" cxnId="{4F218530-EC4E-45D8-8075-540FE6E6F305}">
      <dgm:prSet/>
      <dgm:spPr/>
      <dgm:t>
        <a:bodyPr/>
        <a:lstStyle/>
        <a:p>
          <a:endParaRPr lang="en-US"/>
        </a:p>
      </dgm:t>
    </dgm:pt>
    <dgm:pt modelId="{91BDE97E-33A5-45DF-8B70-D439D397AFB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Then</a:t>
          </a:r>
          <a:r>
            <a:rPr lang="tr-TR"/>
            <a:t> </a:t>
          </a:r>
          <a:r>
            <a:rPr lang="en-US"/>
            <a:t>version “2” blocks must contain block height in the coinbase transaction </a:t>
          </a:r>
        </a:p>
      </dgm:t>
    </dgm:pt>
    <dgm:pt modelId="{E418968E-7254-4644-8527-09CC641EB009}" type="parTrans" cxnId="{38F6EE65-8A11-41B2-854D-628A76EF48AA}">
      <dgm:prSet/>
      <dgm:spPr/>
      <dgm:t>
        <a:bodyPr/>
        <a:lstStyle/>
        <a:p>
          <a:endParaRPr lang="en-US"/>
        </a:p>
      </dgm:t>
    </dgm:pt>
    <dgm:pt modelId="{B38F3F5C-4B74-4212-9C6F-3871AF9D3A11}" type="sibTrans" cxnId="{38F6EE65-8A11-41B2-854D-628A76EF48AA}">
      <dgm:prSet/>
      <dgm:spPr/>
      <dgm:t>
        <a:bodyPr/>
        <a:lstStyle/>
        <a:p>
          <a:endParaRPr lang="en-US"/>
        </a:p>
      </dgm:t>
    </dgm:pt>
    <dgm:pt modelId="{407C2825-E96E-435D-8CC2-F9CCCC587C2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or they</a:t>
          </a:r>
          <a:r>
            <a:rPr lang="tr-TR"/>
            <a:t> are rejected as invalid.</a:t>
          </a:r>
          <a:endParaRPr lang="en-US"/>
        </a:p>
      </dgm:t>
    </dgm:pt>
    <dgm:pt modelId="{421A1C4A-832B-43D3-8CB2-A4237EDFEF14}" type="parTrans" cxnId="{9031B3F3-A868-41C3-821B-0BEB9D7C6B5C}">
      <dgm:prSet/>
      <dgm:spPr/>
      <dgm:t>
        <a:bodyPr/>
        <a:lstStyle/>
        <a:p>
          <a:endParaRPr lang="en-US"/>
        </a:p>
      </dgm:t>
    </dgm:pt>
    <dgm:pt modelId="{E4BFA00D-E5C3-406F-942E-91A2F2E0F3FD}" type="sibTrans" cxnId="{9031B3F3-A868-41C3-821B-0BEB9D7C6B5C}">
      <dgm:prSet/>
      <dgm:spPr/>
      <dgm:t>
        <a:bodyPr/>
        <a:lstStyle/>
        <a:p>
          <a:endParaRPr lang="en-US"/>
        </a:p>
      </dgm:t>
    </dgm:pt>
    <dgm:pt modelId="{4316D48A-AB36-401E-8BD0-9F4C1E3C76C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Version “1” blocks are still accepted</a:t>
          </a:r>
        </a:p>
      </dgm:t>
    </dgm:pt>
    <dgm:pt modelId="{1A52E381-AE9B-472D-9929-FAF469E597B5}" type="parTrans" cxnId="{722BC63C-DA05-46C0-B2A9-444CEDA88175}">
      <dgm:prSet/>
      <dgm:spPr/>
      <dgm:t>
        <a:bodyPr/>
        <a:lstStyle/>
        <a:p>
          <a:endParaRPr lang="en-US"/>
        </a:p>
      </dgm:t>
    </dgm:pt>
    <dgm:pt modelId="{F58DAC5B-7877-4C9B-AD8C-3FF00C8C01DA}" type="sibTrans" cxnId="{722BC63C-DA05-46C0-B2A9-444CEDA88175}">
      <dgm:prSet/>
      <dgm:spPr/>
      <dgm:t>
        <a:bodyPr/>
        <a:lstStyle/>
        <a:p>
          <a:endParaRPr lang="en-US"/>
        </a:p>
      </dgm:t>
    </dgm:pt>
    <dgm:pt modelId="{F40F78F7-116E-4DF0-A36A-A337C30C7F4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When 95% (950 of the most recent 1000 blocks) are version “2,” </a:t>
          </a:r>
        </a:p>
      </dgm:t>
    </dgm:pt>
    <dgm:pt modelId="{21583A44-CAE7-42EF-95BA-97EB7EFEAE1E}" type="parTrans" cxnId="{2FDBF09D-85F5-47FD-A224-A54C8D0C1762}">
      <dgm:prSet/>
      <dgm:spPr/>
      <dgm:t>
        <a:bodyPr/>
        <a:lstStyle/>
        <a:p>
          <a:endParaRPr lang="en-US"/>
        </a:p>
      </dgm:t>
    </dgm:pt>
    <dgm:pt modelId="{243D4E4B-DA6B-404F-B78B-0DDDCF289789}" type="sibTrans" cxnId="{2FDBF09D-85F5-47FD-A224-A54C8D0C1762}">
      <dgm:prSet/>
      <dgm:spPr/>
      <dgm:t>
        <a:bodyPr/>
        <a:lstStyle/>
        <a:p>
          <a:endParaRPr lang="en-US"/>
        </a:p>
      </dgm:t>
    </dgm:pt>
    <dgm:pt modelId="{DBC4EA54-1DC1-4FFE-8B26-7C5EE89D531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version “1”</a:t>
          </a:r>
          <a:r>
            <a:rPr lang="tr-TR"/>
            <a:t> </a:t>
          </a:r>
          <a:r>
            <a:rPr lang="en-US"/>
            <a:t>blocks are no longer considered valid.</a:t>
          </a:r>
        </a:p>
      </dgm:t>
    </dgm:pt>
    <dgm:pt modelId="{15DDA36E-2C9D-453B-9E08-C8827EBABDF9}" type="parTrans" cxnId="{972E64B6-E5C6-469E-BA90-34198E91C8A3}">
      <dgm:prSet/>
      <dgm:spPr/>
      <dgm:t>
        <a:bodyPr/>
        <a:lstStyle/>
        <a:p>
          <a:endParaRPr lang="en-US"/>
        </a:p>
      </dgm:t>
    </dgm:pt>
    <dgm:pt modelId="{5D8B4A6F-8ACE-4560-A990-1D686F278A3E}" type="sibTrans" cxnId="{972E64B6-E5C6-469E-BA90-34198E91C8A3}">
      <dgm:prSet/>
      <dgm:spPr/>
      <dgm:t>
        <a:bodyPr/>
        <a:lstStyle/>
        <a:p>
          <a:endParaRPr lang="en-US"/>
        </a:p>
      </dgm:t>
    </dgm:pt>
    <dgm:pt modelId="{74585D3C-44EB-4EB2-B036-6672FF5F22F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Version “2” blocks are valid only if they</a:t>
          </a:r>
          <a:r>
            <a:rPr lang="tr-TR"/>
            <a:t> </a:t>
          </a:r>
          <a:r>
            <a:rPr lang="en-US"/>
            <a:t>contain the block-height in the coinbase</a:t>
          </a:r>
        </a:p>
      </dgm:t>
    </dgm:pt>
    <dgm:pt modelId="{728161A5-4FDE-4F6F-AEE2-5EB5B8836D71}" type="parTrans" cxnId="{375676BA-803B-45BB-BEF9-33E793FDFF0A}">
      <dgm:prSet/>
      <dgm:spPr/>
      <dgm:t>
        <a:bodyPr/>
        <a:lstStyle/>
        <a:p>
          <a:endParaRPr lang="en-US"/>
        </a:p>
      </dgm:t>
    </dgm:pt>
    <dgm:pt modelId="{5796B32C-FBC0-43C2-A9E1-EBC581831D2F}" type="sibTrans" cxnId="{375676BA-803B-45BB-BEF9-33E793FDFF0A}">
      <dgm:prSet/>
      <dgm:spPr/>
      <dgm:t>
        <a:bodyPr/>
        <a:lstStyle/>
        <a:p>
          <a:endParaRPr lang="en-US"/>
        </a:p>
      </dgm:t>
    </dgm:pt>
    <dgm:pt modelId="{B1F40FDE-DA04-48A5-B8FF-D035FF91367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750 of the most recent 1000 blocks are marked with version “2,”</a:t>
          </a:r>
        </a:p>
      </dgm:t>
    </dgm:pt>
    <dgm:pt modelId="{39EB32D0-538C-4ED2-8299-175F44AEF39E}" type="parTrans" cxnId="{C32398E3-8D06-419B-8BC0-C34D1140340D}">
      <dgm:prSet/>
      <dgm:spPr/>
    </dgm:pt>
    <dgm:pt modelId="{102BF42C-5C7C-4E9C-A85E-E3F9BD377C45}" type="sibTrans" cxnId="{C32398E3-8D06-419B-8BC0-C34D1140340D}">
      <dgm:prSet/>
      <dgm:spPr/>
    </dgm:pt>
    <dgm:pt modelId="{49DA6EB6-9EE4-4B0E-8FCB-09B91818BD67}" type="pres">
      <dgm:prSet presAssocID="{4C570B26-DBDD-4201-BF3E-EFDE8D4044C5}" presName="root" presStyleCnt="0">
        <dgm:presLayoutVars>
          <dgm:dir/>
          <dgm:resizeHandles val="exact"/>
        </dgm:presLayoutVars>
      </dgm:prSet>
      <dgm:spPr/>
    </dgm:pt>
    <dgm:pt modelId="{EEF2FED7-1AD4-4042-9C3E-201768E6C972}" type="pres">
      <dgm:prSet presAssocID="{05017588-42FA-4BDD-BF55-4BC0666DE264}" presName="compNode" presStyleCnt="0"/>
      <dgm:spPr/>
    </dgm:pt>
    <dgm:pt modelId="{F04ADBF9-6127-4535-BC2F-C5C4A45A6458}" type="pres">
      <dgm:prSet presAssocID="{05017588-42FA-4BDD-BF55-4BC0666DE264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ng Tools"/>
        </a:ext>
      </dgm:extLst>
    </dgm:pt>
    <dgm:pt modelId="{19E7A297-8B59-4893-97E3-CFFDEC668DE1}" type="pres">
      <dgm:prSet presAssocID="{05017588-42FA-4BDD-BF55-4BC0666DE264}" presName="iconSpace" presStyleCnt="0"/>
      <dgm:spPr/>
    </dgm:pt>
    <dgm:pt modelId="{45F9389A-6977-4279-B13C-32C6FE6EF261}" type="pres">
      <dgm:prSet presAssocID="{05017588-42FA-4BDD-BF55-4BC0666DE264}" presName="parTx" presStyleLbl="revTx" presStyleIdx="0" presStyleCnt="4">
        <dgm:presLayoutVars>
          <dgm:chMax val="0"/>
          <dgm:chPref val="0"/>
        </dgm:presLayoutVars>
      </dgm:prSet>
      <dgm:spPr/>
    </dgm:pt>
    <dgm:pt modelId="{B46B05B5-B722-4C12-BF80-F3F78812CEDD}" type="pres">
      <dgm:prSet presAssocID="{05017588-42FA-4BDD-BF55-4BC0666DE264}" presName="txSpace" presStyleCnt="0"/>
      <dgm:spPr/>
    </dgm:pt>
    <dgm:pt modelId="{E29CCD46-303C-4D32-B004-2EBF3367D3DD}" type="pres">
      <dgm:prSet presAssocID="{05017588-42FA-4BDD-BF55-4BC0666DE264}" presName="desTx" presStyleLbl="revTx" presStyleIdx="1" presStyleCnt="4">
        <dgm:presLayoutVars/>
      </dgm:prSet>
      <dgm:spPr/>
    </dgm:pt>
    <dgm:pt modelId="{A818529A-A7EA-4A5B-86D2-C76A0F3B36B0}" type="pres">
      <dgm:prSet presAssocID="{F884C7A6-9337-4DB1-AE54-4107E2F849C8}" presName="sibTrans" presStyleCnt="0"/>
      <dgm:spPr/>
    </dgm:pt>
    <dgm:pt modelId="{8607681B-411B-44EB-B4F7-9D26609E3D5D}" type="pres">
      <dgm:prSet presAssocID="{F40F78F7-116E-4DF0-A36A-A337C30C7F43}" presName="compNode" presStyleCnt="0"/>
      <dgm:spPr/>
    </dgm:pt>
    <dgm:pt modelId="{AB81AA95-CD88-4D30-AC9E-C2C89E64287D}" type="pres">
      <dgm:prSet presAssocID="{F40F78F7-116E-4DF0-A36A-A337C30C7F43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yrak"/>
        </a:ext>
      </dgm:extLst>
    </dgm:pt>
    <dgm:pt modelId="{51D2EC01-A456-4C67-8EC5-B8410544FD54}" type="pres">
      <dgm:prSet presAssocID="{F40F78F7-116E-4DF0-A36A-A337C30C7F43}" presName="iconSpace" presStyleCnt="0"/>
      <dgm:spPr/>
    </dgm:pt>
    <dgm:pt modelId="{1ED6F886-B673-43ED-9FDC-2BD73902452B}" type="pres">
      <dgm:prSet presAssocID="{F40F78F7-116E-4DF0-A36A-A337C30C7F43}" presName="parTx" presStyleLbl="revTx" presStyleIdx="2" presStyleCnt="4">
        <dgm:presLayoutVars>
          <dgm:chMax val="0"/>
          <dgm:chPref val="0"/>
        </dgm:presLayoutVars>
      </dgm:prSet>
      <dgm:spPr/>
    </dgm:pt>
    <dgm:pt modelId="{6BDB22B3-EE12-40CB-892C-DC4A77D8E9AD}" type="pres">
      <dgm:prSet presAssocID="{F40F78F7-116E-4DF0-A36A-A337C30C7F43}" presName="txSpace" presStyleCnt="0"/>
      <dgm:spPr/>
    </dgm:pt>
    <dgm:pt modelId="{5C2E54BB-51A9-4D83-9C41-EB19885A09AC}" type="pres">
      <dgm:prSet presAssocID="{F40F78F7-116E-4DF0-A36A-A337C30C7F43}" presName="desTx" presStyleLbl="revTx" presStyleIdx="3" presStyleCnt="4">
        <dgm:presLayoutVars/>
      </dgm:prSet>
      <dgm:spPr/>
    </dgm:pt>
  </dgm:ptLst>
  <dgm:cxnLst>
    <dgm:cxn modelId="{610B871B-158B-4E3C-99FC-235836A0C631}" type="presOf" srcId="{74585D3C-44EB-4EB2-B036-6672FF5F22F9}" destId="{5C2E54BB-51A9-4D83-9C41-EB19885A09AC}" srcOrd="0" destOrd="1" presId="urn:microsoft.com/office/officeart/2018/5/layout/CenteredIconLabelDescriptionList"/>
    <dgm:cxn modelId="{2CF34C2F-41B8-42A9-A6E4-417AB1E20D80}" type="presOf" srcId="{05017588-42FA-4BDD-BF55-4BC0666DE264}" destId="{45F9389A-6977-4279-B13C-32C6FE6EF261}" srcOrd="0" destOrd="0" presId="urn:microsoft.com/office/officeart/2018/5/layout/CenteredIconLabelDescriptionList"/>
    <dgm:cxn modelId="{4F218530-EC4E-45D8-8075-540FE6E6F305}" srcId="{4C570B26-DBDD-4201-BF3E-EFDE8D4044C5}" destId="{05017588-42FA-4BDD-BF55-4BC0666DE264}" srcOrd="0" destOrd="0" parTransId="{ACC85230-8F95-40FD-B283-A1B4199F68B8}" sibTransId="{F884C7A6-9337-4DB1-AE54-4107E2F849C8}"/>
    <dgm:cxn modelId="{722BC63C-DA05-46C0-B2A9-444CEDA88175}" srcId="{05017588-42FA-4BDD-BF55-4BC0666DE264}" destId="{4316D48A-AB36-401E-8BD0-9F4C1E3C76CC}" srcOrd="3" destOrd="0" parTransId="{1A52E381-AE9B-472D-9929-FAF469E597B5}" sibTransId="{F58DAC5B-7877-4C9B-AD8C-3FF00C8C01DA}"/>
    <dgm:cxn modelId="{38F6EE65-8A11-41B2-854D-628A76EF48AA}" srcId="{05017588-42FA-4BDD-BF55-4BC0666DE264}" destId="{91BDE97E-33A5-45DF-8B70-D439D397AFBA}" srcOrd="1" destOrd="0" parTransId="{E418968E-7254-4644-8527-09CC641EB009}" sibTransId="{B38F3F5C-4B74-4212-9C6F-3871AF9D3A11}"/>
    <dgm:cxn modelId="{37516C68-A909-4AAE-A156-378D91EDE044}" type="presOf" srcId="{407C2825-E96E-435D-8CC2-F9CCCC587C20}" destId="{E29CCD46-303C-4D32-B004-2EBF3367D3DD}" srcOrd="0" destOrd="2" presId="urn:microsoft.com/office/officeart/2018/5/layout/CenteredIconLabelDescriptionList"/>
    <dgm:cxn modelId="{917DE854-1A7E-4BD1-BE72-486804473C22}" type="presOf" srcId="{B1F40FDE-DA04-48A5-B8FF-D035FF91367D}" destId="{E29CCD46-303C-4D32-B004-2EBF3367D3DD}" srcOrd="0" destOrd="0" presId="urn:microsoft.com/office/officeart/2018/5/layout/CenteredIconLabelDescriptionList"/>
    <dgm:cxn modelId="{79E4E477-7453-49BF-94CC-0BA430CED690}" type="presOf" srcId="{4C570B26-DBDD-4201-BF3E-EFDE8D4044C5}" destId="{49DA6EB6-9EE4-4B0E-8FCB-09B91818BD67}" srcOrd="0" destOrd="0" presId="urn:microsoft.com/office/officeart/2018/5/layout/CenteredIconLabelDescriptionList"/>
    <dgm:cxn modelId="{DF911F7D-7F53-4297-9F82-A3097DA52FC4}" type="presOf" srcId="{4316D48A-AB36-401E-8BD0-9F4C1E3C76CC}" destId="{E29CCD46-303C-4D32-B004-2EBF3367D3DD}" srcOrd="0" destOrd="3" presId="urn:microsoft.com/office/officeart/2018/5/layout/CenteredIconLabelDescriptionList"/>
    <dgm:cxn modelId="{35205B96-C9E6-4F65-A81E-79060B1693DF}" type="presOf" srcId="{F40F78F7-116E-4DF0-A36A-A337C30C7F43}" destId="{1ED6F886-B673-43ED-9FDC-2BD73902452B}" srcOrd="0" destOrd="0" presId="urn:microsoft.com/office/officeart/2018/5/layout/CenteredIconLabelDescriptionList"/>
    <dgm:cxn modelId="{2FDBF09D-85F5-47FD-A224-A54C8D0C1762}" srcId="{4C570B26-DBDD-4201-BF3E-EFDE8D4044C5}" destId="{F40F78F7-116E-4DF0-A36A-A337C30C7F43}" srcOrd="1" destOrd="0" parTransId="{21583A44-CAE7-42EF-95BA-97EB7EFEAE1E}" sibTransId="{243D4E4B-DA6B-404F-B78B-0DDDCF289789}"/>
    <dgm:cxn modelId="{5AE7E0AD-63B4-4EAA-90C0-195E00859A8D}" type="presOf" srcId="{DBC4EA54-1DC1-4FFE-8B26-7C5EE89D5314}" destId="{5C2E54BB-51A9-4D83-9C41-EB19885A09AC}" srcOrd="0" destOrd="0" presId="urn:microsoft.com/office/officeart/2018/5/layout/CenteredIconLabelDescriptionList"/>
    <dgm:cxn modelId="{7CC939AF-516D-4844-9B6C-3040A12536BD}" type="presOf" srcId="{91BDE97E-33A5-45DF-8B70-D439D397AFBA}" destId="{E29CCD46-303C-4D32-B004-2EBF3367D3DD}" srcOrd="0" destOrd="1" presId="urn:microsoft.com/office/officeart/2018/5/layout/CenteredIconLabelDescriptionList"/>
    <dgm:cxn modelId="{972E64B6-E5C6-469E-BA90-34198E91C8A3}" srcId="{F40F78F7-116E-4DF0-A36A-A337C30C7F43}" destId="{DBC4EA54-1DC1-4FFE-8B26-7C5EE89D5314}" srcOrd="0" destOrd="0" parTransId="{15DDA36E-2C9D-453B-9E08-C8827EBABDF9}" sibTransId="{5D8B4A6F-8ACE-4560-A990-1D686F278A3E}"/>
    <dgm:cxn modelId="{375676BA-803B-45BB-BEF9-33E793FDFF0A}" srcId="{F40F78F7-116E-4DF0-A36A-A337C30C7F43}" destId="{74585D3C-44EB-4EB2-B036-6672FF5F22F9}" srcOrd="1" destOrd="0" parTransId="{728161A5-4FDE-4F6F-AEE2-5EB5B8836D71}" sibTransId="{5796B32C-FBC0-43C2-A9E1-EBC581831D2F}"/>
    <dgm:cxn modelId="{C32398E3-8D06-419B-8BC0-C34D1140340D}" srcId="{05017588-42FA-4BDD-BF55-4BC0666DE264}" destId="{B1F40FDE-DA04-48A5-B8FF-D035FF91367D}" srcOrd="0" destOrd="0" parTransId="{39EB32D0-538C-4ED2-8299-175F44AEF39E}" sibTransId="{102BF42C-5C7C-4E9C-A85E-E3F9BD377C45}"/>
    <dgm:cxn modelId="{9031B3F3-A868-41C3-821B-0BEB9D7C6B5C}" srcId="{05017588-42FA-4BDD-BF55-4BC0666DE264}" destId="{407C2825-E96E-435D-8CC2-F9CCCC587C20}" srcOrd="2" destOrd="0" parTransId="{421A1C4A-832B-43D3-8CB2-A4237EDFEF14}" sibTransId="{E4BFA00D-E5C3-406F-942E-91A2F2E0F3FD}"/>
    <dgm:cxn modelId="{3B716D95-AEF7-40FC-850C-41B89090E620}" type="presParOf" srcId="{49DA6EB6-9EE4-4B0E-8FCB-09B91818BD67}" destId="{EEF2FED7-1AD4-4042-9C3E-201768E6C972}" srcOrd="0" destOrd="0" presId="urn:microsoft.com/office/officeart/2018/5/layout/CenteredIconLabelDescriptionList"/>
    <dgm:cxn modelId="{005C3F12-4F6B-404E-A977-0833780DC5A0}" type="presParOf" srcId="{EEF2FED7-1AD4-4042-9C3E-201768E6C972}" destId="{F04ADBF9-6127-4535-BC2F-C5C4A45A6458}" srcOrd="0" destOrd="0" presId="urn:microsoft.com/office/officeart/2018/5/layout/CenteredIconLabelDescriptionList"/>
    <dgm:cxn modelId="{EA917AF8-D0DB-4471-86FE-88D4ADE3516D}" type="presParOf" srcId="{EEF2FED7-1AD4-4042-9C3E-201768E6C972}" destId="{19E7A297-8B59-4893-97E3-CFFDEC668DE1}" srcOrd="1" destOrd="0" presId="urn:microsoft.com/office/officeart/2018/5/layout/CenteredIconLabelDescriptionList"/>
    <dgm:cxn modelId="{F5D81897-FBCD-4ECF-8639-83DE42B7F769}" type="presParOf" srcId="{EEF2FED7-1AD4-4042-9C3E-201768E6C972}" destId="{45F9389A-6977-4279-B13C-32C6FE6EF261}" srcOrd="2" destOrd="0" presId="urn:microsoft.com/office/officeart/2018/5/layout/CenteredIconLabelDescriptionList"/>
    <dgm:cxn modelId="{A15D0AB9-E6AA-412A-9EB6-9ED6CCAAE5A7}" type="presParOf" srcId="{EEF2FED7-1AD4-4042-9C3E-201768E6C972}" destId="{B46B05B5-B722-4C12-BF80-F3F78812CEDD}" srcOrd="3" destOrd="0" presId="urn:microsoft.com/office/officeart/2018/5/layout/CenteredIconLabelDescriptionList"/>
    <dgm:cxn modelId="{5F2C3361-9EAC-447B-B2B0-7D09B55FE38C}" type="presParOf" srcId="{EEF2FED7-1AD4-4042-9C3E-201768E6C972}" destId="{E29CCD46-303C-4D32-B004-2EBF3367D3DD}" srcOrd="4" destOrd="0" presId="urn:microsoft.com/office/officeart/2018/5/layout/CenteredIconLabelDescriptionList"/>
    <dgm:cxn modelId="{8FDD617D-DAC9-46F3-A113-25B511C7701A}" type="presParOf" srcId="{49DA6EB6-9EE4-4B0E-8FCB-09B91818BD67}" destId="{A818529A-A7EA-4A5B-86D2-C76A0F3B36B0}" srcOrd="1" destOrd="0" presId="urn:microsoft.com/office/officeart/2018/5/layout/CenteredIconLabelDescriptionList"/>
    <dgm:cxn modelId="{70E22D14-25DC-4D35-98F7-097D9D721898}" type="presParOf" srcId="{49DA6EB6-9EE4-4B0E-8FCB-09B91818BD67}" destId="{8607681B-411B-44EB-B4F7-9D26609E3D5D}" srcOrd="2" destOrd="0" presId="urn:microsoft.com/office/officeart/2018/5/layout/CenteredIconLabelDescriptionList"/>
    <dgm:cxn modelId="{16684925-49B5-4DDF-BA54-4647669CD3A9}" type="presParOf" srcId="{8607681B-411B-44EB-B4F7-9D26609E3D5D}" destId="{AB81AA95-CD88-4D30-AC9E-C2C89E64287D}" srcOrd="0" destOrd="0" presId="urn:microsoft.com/office/officeart/2018/5/layout/CenteredIconLabelDescriptionList"/>
    <dgm:cxn modelId="{AD28587E-BD16-457D-A231-C0127797AE58}" type="presParOf" srcId="{8607681B-411B-44EB-B4F7-9D26609E3D5D}" destId="{51D2EC01-A456-4C67-8EC5-B8410544FD54}" srcOrd="1" destOrd="0" presId="urn:microsoft.com/office/officeart/2018/5/layout/CenteredIconLabelDescriptionList"/>
    <dgm:cxn modelId="{9970B56B-0942-44A0-B85E-B481871F1BAF}" type="presParOf" srcId="{8607681B-411B-44EB-B4F7-9D26609E3D5D}" destId="{1ED6F886-B673-43ED-9FDC-2BD73902452B}" srcOrd="2" destOrd="0" presId="urn:microsoft.com/office/officeart/2018/5/layout/CenteredIconLabelDescriptionList"/>
    <dgm:cxn modelId="{74C4957B-A7F0-42DB-BAA1-0EF6076D2F6D}" type="presParOf" srcId="{8607681B-411B-44EB-B4F7-9D26609E3D5D}" destId="{6BDB22B3-EE12-40CB-892C-DC4A77D8E9AD}" srcOrd="3" destOrd="0" presId="urn:microsoft.com/office/officeart/2018/5/layout/CenteredIconLabelDescriptionList"/>
    <dgm:cxn modelId="{9E13724F-F0C5-4369-8F0D-149BB32F1857}" type="presParOf" srcId="{8607681B-411B-44EB-B4F7-9D26609E3D5D}" destId="{5C2E54BB-51A9-4D83-9C41-EB19885A09A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3.xml><?xml version="1.0" encoding="utf-8"?>
<dgm:dataModel xmlns:dgm="http://schemas.openxmlformats.org/drawingml/2006/diagram" xmlns:a="http://schemas.openxmlformats.org/drawingml/2006/main">
  <dgm:ptLst>
    <dgm:pt modelId="{ACA91E4C-6206-4282-A543-F552FBA15F2F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730383FB-E2FB-4E10-B8F2-857314135EC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BIP-66 Strict DER Encoding of Signatures </a:t>
          </a:r>
        </a:p>
      </dgm:t>
    </dgm:pt>
    <dgm:pt modelId="{CAC21E29-6A08-4C38-BB0F-B3FA3098D148}" type="parTrans" cxnId="{6902DE20-78AB-4F97-B499-73CD0ACBAE6B}">
      <dgm:prSet/>
      <dgm:spPr/>
      <dgm:t>
        <a:bodyPr/>
        <a:lstStyle/>
        <a:p>
          <a:endParaRPr lang="en-US"/>
        </a:p>
      </dgm:t>
    </dgm:pt>
    <dgm:pt modelId="{0B212D7B-D100-42C8-8F57-7E2E63AE0AA7}" type="sibTrans" cxnId="{6902DE20-78AB-4F97-B499-73CD0ACBAE6B}">
      <dgm:prSet/>
      <dgm:spPr/>
      <dgm:t>
        <a:bodyPr/>
        <a:lstStyle/>
        <a:p>
          <a:endParaRPr lang="en-US"/>
        </a:p>
      </dgm:t>
    </dgm:pt>
    <dgm:pt modelId="{3E52F322-B28A-4314-9D49-89413067C84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was activated by BIP-34 style signaling</a:t>
          </a:r>
          <a:r>
            <a:rPr lang="tr-TR"/>
            <a:t> </a:t>
          </a:r>
          <a:endParaRPr lang="en-US"/>
        </a:p>
      </dgm:t>
    </dgm:pt>
    <dgm:pt modelId="{A557E8F9-2414-4525-8BF2-EEDE055BC820}" type="parTrans" cxnId="{7FED3F1D-1910-4ADA-B654-FD8915E947E3}">
      <dgm:prSet/>
      <dgm:spPr/>
      <dgm:t>
        <a:bodyPr/>
        <a:lstStyle/>
        <a:p>
          <a:endParaRPr lang="en-US"/>
        </a:p>
      </dgm:t>
    </dgm:pt>
    <dgm:pt modelId="{C095E109-ACA8-41A4-98B7-B97C28CB170A}" type="sibTrans" cxnId="{7FED3F1D-1910-4ADA-B654-FD8915E947E3}">
      <dgm:prSet/>
      <dgm:spPr/>
      <dgm:t>
        <a:bodyPr/>
        <a:lstStyle/>
        <a:p>
          <a:endParaRPr lang="en-US"/>
        </a:p>
      </dgm:t>
    </dgm:pt>
    <dgm:pt modelId="{991D3019-56D0-4C0F-8D25-531321113E9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 a block version “3” and invalidating version “2” blocks</a:t>
          </a:r>
        </a:p>
      </dgm:t>
    </dgm:pt>
    <dgm:pt modelId="{198F8DC6-C5DC-4595-8705-08D24F653240}" type="parTrans" cxnId="{059D4CB8-ED4D-47F9-9742-EA6AD5F6AB8F}">
      <dgm:prSet/>
      <dgm:spPr/>
      <dgm:t>
        <a:bodyPr/>
        <a:lstStyle/>
        <a:p>
          <a:endParaRPr lang="en-US"/>
        </a:p>
      </dgm:t>
    </dgm:pt>
    <dgm:pt modelId="{33A841DB-1C21-43FD-AD88-D52E8E7B0AAC}" type="sibTrans" cxnId="{059D4CB8-ED4D-47F9-9742-EA6AD5F6AB8F}">
      <dgm:prSet/>
      <dgm:spPr/>
      <dgm:t>
        <a:bodyPr/>
        <a:lstStyle/>
        <a:p>
          <a:endParaRPr lang="en-US"/>
        </a:p>
      </dgm:t>
    </dgm:pt>
    <dgm:pt modelId="{D48D451C-6A7D-4FDB-8F6A-E19ED207973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BIP-65 CHECKLOCKTIMEVERIFY </a:t>
          </a:r>
        </a:p>
      </dgm:t>
    </dgm:pt>
    <dgm:pt modelId="{67FC2893-3C64-4D9E-B947-AD87B4E4F67A}" type="parTrans" cxnId="{CFF3CA2F-9AC0-4C5D-864E-B3AC04022152}">
      <dgm:prSet/>
      <dgm:spPr/>
      <dgm:t>
        <a:bodyPr/>
        <a:lstStyle/>
        <a:p>
          <a:endParaRPr lang="en-US"/>
        </a:p>
      </dgm:t>
    </dgm:pt>
    <dgm:pt modelId="{3EFBC585-5A39-4B10-9E2A-67FC221FC0F6}" type="sibTrans" cxnId="{CFF3CA2F-9AC0-4C5D-864E-B3AC04022152}">
      <dgm:prSet/>
      <dgm:spPr/>
      <dgm:t>
        <a:bodyPr/>
        <a:lstStyle/>
        <a:p>
          <a:endParaRPr lang="en-US"/>
        </a:p>
      </dgm:t>
    </dgm:pt>
    <dgm:pt modelId="{82F325AD-2313-47AE-8C2F-B6CC71A98EC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was activated by BIP-34 style signaling </a:t>
          </a:r>
        </a:p>
      </dgm:t>
    </dgm:pt>
    <dgm:pt modelId="{A6AA4DFF-1A1C-4576-B49B-34E0AF10AD4E}" type="parTrans" cxnId="{869AB6D4-B42D-4606-8E9F-FDB406C8FD77}">
      <dgm:prSet/>
      <dgm:spPr/>
      <dgm:t>
        <a:bodyPr/>
        <a:lstStyle/>
        <a:p>
          <a:endParaRPr lang="en-US"/>
        </a:p>
      </dgm:t>
    </dgm:pt>
    <dgm:pt modelId="{4A292598-D7B2-4346-9B78-55BF70D3783E}" type="sibTrans" cxnId="{869AB6D4-B42D-4606-8E9F-FDB406C8FD77}">
      <dgm:prSet/>
      <dgm:spPr/>
      <dgm:t>
        <a:bodyPr/>
        <a:lstStyle/>
        <a:p>
          <a:endParaRPr lang="en-US"/>
        </a:p>
      </dgm:t>
    </dgm:pt>
    <dgm:pt modelId="{4BDD7AF5-1FB5-43AD-BF07-501CF550AC4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 a</a:t>
          </a:r>
          <a:r>
            <a:rPr lang="tr-TR"/>
            <a:t> </a:t>
          </a:r>
          <a:r>
            <a:rPr lang="en-US"/>
            <a:t>block version “4” and invalidating version “3” blocks</a:t>
          </a:r>
        </a:p>
      </dgm:t>
    </dgm:pt>
    <dgm:pt modelId="{7F1B1E94-D75F-42CD-A6F7-F271D5739FE3}" type="parTrans" cxnId="{E470EA36-9922-47F8-8FA3-2CB3D687D82D}">
      <dgm:prSet/>
      <dgm:spPr/>
      <dgm:t>
        <a:bodyPr/>
        <a:lstStyle/>
        <a:p>
          <a:endParaRPr lang="en-US"/>
        </a:p>
      </dgm:t>
    </dgm:pt>
    <dgm:pt modelId="{20A2BFFB-F83A-4D79-9A02-9F41BEEAD4AC}" type="sibTrans" cxnId="{E470EA36-9922-47F8-8FA3-2CB3D687D82D}">
      <dgm:prSet/>
      <dgm:spPr/>
      <dgm:t>
        <a:bodyPr/>
        <a:lstStyle/>
        <a:p>
          <a:endParaRPr lang="en-US"/>
        </a:p>
      </dgm:t>
    </dgm:pt>
    <dgm:pt modelId="{B115E42C-C3B5-4D7A-92B6-2B7F6D0CD74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Retire of BIP-34</a:t>
          </a:r>
          <a:endParaRPr lang="en-US"/>
        </a:p>
      </dgm:t>
    </dgm:pt>
    <dgm:pt modelId="{B43E0CB4-AC5C-4B94-9A3C-1E8E1DBD70CD}" type="parTrans" cxnId="{241BE01B-7F4F-4FF4-B189-369FE7864156}">
      <dgm:prSet/>
      <dgm:spPr/>
      <dgm:t>
        <a:bodyPr/>
        <a:lstStyle/>
        <a:p>
          <a:endParaRPr lang="en-US"/>
        </a:p>
      </dgm:t>
    </dgm:pt>
    <dgm:pt modelId="{BBD7F9D4-BFE4-4543-B362-B983376CFF5F}" type="sibTrans" cxnId="{241BE01B-7F4F-4FF4-B189-369FE7864156}">
      <dgm:prSet/>
      <dgm:spPr/>
      <dgm:t>
        <a:bodyPr/>
        <a:lstStyle/>
        <a:p>
          <a:endParaRPr lang="en-US"/>
        </a:p>
      </dgm:t>
    </dgm:pt>
    <dgm:pt modelId="{947253A3-3D19-4680-9F6C-23F75A26787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After the activation of BIP-65,</a:t>
          </a:r>
        </a:p>
      </dgm:t>
    </dgm:pt>
    <dgm:pt modelId="{815F5FED-3A0E-4CA2-B800-12CF05565AAB}" type="parTrans" cxnId="{F93CA442-F06D-47D1-AFD3-C839203A304C}">
      <dgm:prSet/>
      <dgm:spPr/>
      <dgm:t>
        <a:bodyPr/>
        <a:lstStyle/>
        <a:p>
          <a:endParaRPr lang="en-US"/>
        </a:p>
      </dgm:t>
    </dgm:pt>
    <dgm:pt modelId="{755F15A0-563C-4FEF-8413-04545ABD2393}" type="sibTrans" cxnId="{F93CA442-F06D-47D1-AFD3-C839203A304C}">
      <dgm:prSet/>
      <dgm:spPr/>
      <dgm:t>
        <a:bodyPr/>
        <a:lstStyle/>
        <a:p>
          <a:endParaRPr lang="en-US"/>
        </a:p>
      </dgm:t>
    </dgm:pt>
    <dgm:pt modelId="{96648E0C-6619-439B-8181-D8EEC342CB2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signaling and activation mechanism of BIP-34 was</a:t>
          </a:r>
          <a:r>
            <a:rPr lang="tr-TR"/>
            <a:t> </a:t>
          </a:r>
          <a:r>
            <a:rPr lang="en-US"/>
            <a:t>retired</a:t>
          </a:r>
        </a:p>
      </dgm:t>
    </dgm:pt>
    <dgm:pt modelId="{41F37659-B6DF-454D-9512-70D8EBED7386}" type="parTrans" cxnId="{F47E1113-B581-4140-8379-584C470448F3}">
      <dgm:prSet/>
      <dgm:spPr/>
      <dgm:t>
        <a:bodyPr/>
        <a:lstStyle/>
        <a:p>
          <a:endParaRPr lang="en-US"/>
        </a:p>
      </dgm:t>
    </dgm:pt>
    <dgm:pt modelId="{C3C765D3-F316-4A58-9980-0A19EABFFB18}" type="sibTrans" cxnId="{F47E1113-B581-4140-8379-584C470448F3}">
      <dgm:prSet/>
      <dgm:spPr/>
      <dgm:t>
        <a:bodyPr/>
        <a:lstStyle/>
        <a:p>
          <a:endParaRPr lang="en-US"/>
        </a:p>
      </dgm:t>
    </dgm:pt>
    <dgm:pt modelId="{2C93CD5F-5332-4E18-831C-014E7294BFD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replaced with the BIP-9 signaling mechanism</a:t>
          </a:r>
        </a:p>
      </dgm:t>
    </dgm:pt>
    <dgm:pt modelId="{8E7587BD-5B04-47F4-81AC-918844209E0E}" type="parTrans" cxnId="{7506E96F-5B2F-4C5C-BB22-9E395DDC79A5}">
      <dgm:prSet/>
      <dgm:spPr/>
      <dgm:t>
        <a:bodyPr/>
        <a:lstStyle/>
        <a:p>
          <a:endParaRPr lang="en-US"/>
        </a:p>
      </dgm:t>
    </dgm:pt>
    <dgm:pt modelId="{1408749A-1F27-47A0-A1A5-6AD13E74CCC2}" type="sibTrans" cxnId="{7506E96F-5B2F-4C5C-BB22-9E395DDC79A5}">
      <dgm:prSet/>
      <dgm:spPr/>
      <dgm:t>
        <a:bodyPr/>
        <a:lstStyle/>
        <a:p>
          <a:endParaRPr lang="en-US"/>
        </a:p>
      </dgm:t>
    </dgm:pt>
    <dgm:pt modelId="{08F360DB-49F6-479F-8BF1-1F62F75F6549}" type="pres">
      <dgm:prSet presAssocID="{ACA91E4C-6206-4282-A543-F552FBA15F2F}" presName="root" presStyleCnt="0">
        <dgm:presLayoutVars>
          <dgm:dir/>
          <dgm:resizeHandles val="exact"/>
        </dgm:presLayoutVars>
      </dgm:prSet>
      <dgm:spPr/>
    </dgm:pt>
    <dgm:pt modelId="{C84E924C-FC07-4974-BBE9-48A2315A4232}" type="pres">
      <dgm:prSet presAssocID="{730383FB-E2FB-4E10-B8F2-857314135ECF}" presName="compNode" presStyleCnt="0"/>
      <dgm:spPr/>
    </dgm:pt>
    <dgm:pt modelId="{A6362625-240F-4E25-BD2A-B43647833104}" type="pres">
      <dgm:prSet presAssocID="{730383FB-E2FB-4E10-B8F2-857314135ECF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ağıt Öğütücü"/>
        </a:ext>
      </dgm:extLst>
    </dgm:pt>
    <dgm:pt modelId="{DE13A28A-81CF-49CA-B65C-3460F77F698C}" type="pres">
      <dgm:prSet presAssocID="{730383FB-E2FB-4E10-B8F2-857314135ECF}" presName="iconSpace" presStyleCnt="0"/>
      <dgm:spPr/>
    </dgm:pt>
    <dgm:pt modelId="{FB9496B3-A325-4C55-9AC1-FCE2EBAC776F}" type="pres">
      <dgm:prSet presAssocID="{730383FB-E2FB-4E10-B8F2-857314135ECF}" presName="parTx" presStyleLbl="revTx" presStyleIdx="0" presStyleCnt="6">
        <dgm:presLayoutVars>
          <dgm:chMax val="0"/>
          <dgm:chPref val="0"/>
        </dgm:presLayoutVars>
      </dgm:prSet>
      <dgm:spPr/>
    </dgm:pt>
    <dgm:pt modelId="{4151D089-7B67-4E47-87F4-6C3879D334E0}" type="pres">
      <dgm:prSet presAssocID="{730383FB-E2FB-4E10-B8F2-857314135ECF}" presName="txSpace" presStyleCnt="0"/>
      <dgm:spPr/>
    </dgm:pt>
    <dgm:pt modelId="{AFCD771C-C003-4564-86A5-20688E31625D}" type="pres">
      <dgm:prSet presAssocID="{730383FB-E2FB-4E10-B8F2-857314135ECF}" presName="desTx" presStyleLbl="revTx" presStyleIdx="1" presStyleCnt="6">
        <dgm:presLayoutVars/>
      </dgm:prSet>
      <dgm:spPr/>
    </dgm:pt>
    <dgm:pt modelId="{A365EDB0-25E5-4475-8496-03EB63D6A5FF}" type="pres">
      <dgm:prSet presAssocID="{0B212D7B-D100-42C8-8F57-7E2E63AE0AA7}" presName="sibTrans" presStyleCnt="0"/>
      <dgm:spPr/>
    </dgm:pt>
    <dgm:pt modelId="{BD3926C7-D4D6-4F32-8FCD-791921755412}" type="pres">
      <dgm:prSet presAssocID="{D48D451C-6A7D-4FDB-8F6A-E19ED2079730}" presName="compNode" presStyleCnt="0"/>
      <dgm:spPr/>
    </dgm:pt>
    <dgm:pt modelId="{4C4E5C3D-A514-4866-A7CA-3936831EF215}" type="pres">
      <dgm:prSet presAssocID="{D48D451C-6A7D-4FDB-8F6A-E19ED2079730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unucu"/>
        </a:ext>
      </dgm:extLst>
    </dgm:pt>
    <dgm:pt modelId="{86B1D0D8-B719-44DD-BF8F-FD7501B6317E}" type="pres">
      <dgm:prSet presAssocID="{D48D451C-6A7D-4FDB-8F6A-E19ED2079730}" presName="iconSpace" presStyleCnt="0"/>
      <dgm:spPr/>
    </dgm:pt>
    <dgm:pt modelId="{056EE85F-9BE4-4D50-8DB9-A6C920BECFD9}" type="pres">
      <dgm:prSet presAssocID="{D48D451C-6A7D-4FDB-8F6A-E19ED2079730}" presName="parTx" presStyleLbl="revTx" presStyleIdx="2" presStyleCnt="6">
        <dgm:presLayoutVars>
          <dgm:chMax val="0"/>
          <dgm:chPref val="0"/>
        </dgm:presLayoutVars>
      </dgm:prSet>
      <dgm:spPr/>
    </dgm:pt>
    <dgm:pt modelId="{CFB8CF2A-DF18-41DC-9890-888F2C74A53B}" type="pres">
      <dgm:prSet presAssocID="{D48D451C-6A7D-4FDB-8F6A-E19ED2079730}" presName="txSpace" presStyleCnt="0"/>
      <dgm:spPr/>
    </dgm:pt>
    <dgm:pt modelId="{15211D51-7B83-482D-97B1-9F01B4550F3A}" type="pres">
      <dgm:prSet presAssocID="{D48D451C-6A7D-4FDB-8F6A-E19ED2079730}" presName="desTx" presStyleLbl="revTx" presStyleIdx="3" presStyleCnt="6">
        <dgm:presLayoutVars/>
      </dgm:prSet>
      <dgm:spPr/>
    </dgm:pt>
    <dgm:pt modelId="{6DB6FA72-F781-4A54-9E3E-11C39E811C7A}" type="pres">
      <dgm:prSet presAssocID="{3EFBC585-5A39-4B10-9E2A-67FC221FC0F6}" presName="sibTrans" presStyleCnt="0"/>
      <dgm:spPr/>
    </dgm:pt>
    <dgm:pt modelId="{2DD2A724-A503-4F0A-B1BE-CC55E0743C5A}" type="pres">
      <dgm:prSet presAssocID="{B115E42C-C3B5-4D7A-92B6-2B7F6D0CD740}" presName="compNode" presStyleCnt="0"/>
      <dgm:spPr/>
    </dgm:pt>
    <dgm:pt modelId="{A9E05DCF-2915-42EA-B84B-3A1B7A33F924}" type="pres">
      <dgm:prSet presAssocID="{B115E42C-C3B5-4D7A-92B6-2B7F6D0CD740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nay işareti"/>
        </a:ext>
      </dgm:extLst>
    </dgm:pt>
    <dgm:pt modelId="{2CBA13D3-8B84-4028-9E54-D29F6AE4EC4C}" type="pres">
      <dgm:prSet presAssocID="{B115E42C-C3B5-4D7A-92B6-2B7F6D0CD740}" presName="iconSpace" presStyleCnt="0"/>
      <dgm:spPr/>
    </dgm:pt>
    <dgm:pt modelId="{B7205CF2-263F-4ECB-95F5-220A4EDD28BA}" type="pres">
      <dgm:prSet presAssocID="{B115E42C-C3B5-4D7A-92B6-2B7F6D0CD740}" presName="parTx" presStyleLbl="revTx" presStyleIdx="4" presStyleCnt="6">
        <dgm:presLayoutVars>
          <dgm:chMax val="0"/>
          <dgm:chPref val="0"/>
        </dgm:presLayoutVars>
      </dgm:prSet>
      <dgm:spPr/>
    </dgm:pt>
    <dgm:pt modelId="{A9245F35-6F74-4A3A-8D97-85A16FE3B302}" type="pres">
      <dgm:prSet presAssocID="{B115E42C-C3B5-4D7A-92B6-2B7F6D0CD740}" presName="txSpace" presStyleCnt="0"/>
      <dgm:spPr/>
    </dgm:pt>
    <dgm:pt modelId="{2A88D8BB-17AB-409F-B8F9-2B90CAB33464}" type="pres">
      <dgm:prSet presAssocID="{B115E42C-C3B5-4D7A-92B6-2B7F6D0CD740}" presName="desTx" presStyleLbl="revTx" presStyleIdx="5" presStyleCnt="6">
        <dgm:presLayoutVars/>
      </dgm:prSet>
      <dgm:spPr/>
    </dgm:pt>
  </dgm:ptLst>
  <dgm:cxnLst>
    <dgm:cxn modelId="{FC2F0903-D782-4978-BD3C-AD99225831F7}" type="presOf" srcId="{3E52F322-B28A-4314-9D49-89413067C840}" destId="{AFCD771C-C003-4564-86A5-20688E31625D}" srcOrd="0" destOrd="0" presId="urn:microsoft.com/office/officeart/2018/5/layout/CenteredIconLabelDescriptionList"/>
    <dgm:cxn modelId="{F47E1113-B581-4140-8379-584C470448F3}" srcId="{B115E42C-C3B5-4D7A-92B6-2B7F6D0CD740}" destId="{96648E0C-6619-439B-8181-D8EEC342CB27}" srcOrd="1" destOrd="0" parTransId="{41F37659-B6DF-454D-9512-70D8EBED7386}" sibTransId="{C3C765D3-F316-4A58-9980-0A19EABFFB18}"/>
    <dgm:cxn modelId="{241BE01B-7F4F-4FF4-B189-369FE7864156}" srcId="{ACA91E4C-6206-4282-A543-F552FBA15F2F}" destId="{B115E42C-C3B5-4D7A-92B6-2B7F6D0CD740}" srcOrd="2" destOrd="0" parTransId="{B43E0CB4-AC5C-4B94-9A3C-1E8E1DBD70CD}" sibTransId="{BBD7F9D4-BFE4-4543-B362-B983376CFF5F}"/>
    <dgm:cxn modelId="{7FED3F1D-1910-4ADA-B654-FD8915E947E3}" srcId="{730383FB-E2FB-4E10-B8F2-857314135ECF}" destId="{3E52F322-B28A-4314-9D49-89413067C840}" srcOrd="0" destOrd="0" parTransId="{A557E8F9-2414-4525-8BF2-EEDE055BC820}" sibTransId="{C095E109-ACA8-41A4-98B7-B97C28CB170A}"/>
    <dgm:cxn modelId="{7047451F-E626-476D-8B3E-EF105D5668BC}" type="presOf" srcId="{ACA91E4C-6206-4282-A543-F552FBA15F2F}" destId="{08F360DB-49F6-479F-8BF1-1F62F75F6549}" srcOrd="0" destOrd="0" presId="urn:microsoft.com/office/officeart/2018/5/layout/CenteredIconLabelDescriptionList"/>
    <dgm:cxn modelId="{6902DE20-78AB-4F97-B499-73CD0ACBAE6B}" srcId="{ACA91E4C-6206-4282-A543-F552FBA15F2F}" destId="{730383FB-E2FB-4E10-B8F2-857314135ECF}" srcOrd="0" destOrd="0" parTransId="{CAC21E29-6A08-4C38-BB0F-B3FA3098D148}" sibTransId="{0B212D7B-D100-42C8-8F57-7E2E63AE0AA7}"/>
    <dgm:cxn modelId="{CFF3CA2F-9AC0-4C5D-864E-B3AC04022152}" srcId="{ACA91E4C-6206-4282-A543-F552FBA15F2F}" destId="{D48D451C-6A7D-4FDB-8F6A-E19ED2079730}" srcOrd="1" destOrd="0" parTransId="{67FC2893-3C64-4D9E-B947-AD87B4E4F67A}" sibTransId="{3EFBC585-5A39-4B10-9E2A-67FC221FC0F6}"/>
    <dgm:cxn modelId="{E470EA36-9922-47F8-8FA3-2CB3D687D82D}" srcId="{D48D451C-6A7D-4FDB-8F6A-E19ED2079730}" destId="{4BDD7AF5-1FB5-43AD-BF07-501CF550AC42}" srcOrd="1" destOrd="0" parTransId="{7F1B1E94-D75F-42CD-A6F7-F271D5739FE3}" sibTransId="{20A2BFFB-F83A-4D79-9A02-9F41BEEAD4AC}"/>
    <dgm:cxn modelId="{F93CA442-F06D-47D1-AFD3-C839203A304C}" srcId="{B115E42C-C3B5-4D7A-92B6-2B7F6D0CD740}" destId="{947253A3-3D19-4680-9F6C-23F75A26787E}" srcOrd="0" destOrd="0" parTransId="{815F5FED-3A0E-4CA2-B800-12CF05565AAB}" sibTransId="{755F15A0-563C-4FEF-8413-04545ABD2393}"/>
    <dgm:cxn modelId="{54FC3A6E-0CDB-4E84-B751-DB1D7BAA80AC}" type="presOf" srcId="{82F325AD-2313-47AE-8C2F-B6CC71A98ECA}" destId="{15211D51-7B83-482D-97B1-9F01B4550F3A}" srcOrd="0" destOrd="0" presId="urn:microsoft.com/office/officeart/2018/5/layout/CenteredIconLabelDescriptionList"/>
    <dgm:cxn modelId="{7506E96F-5B2F-4C5C-BB22-9E395DDC79A5}" srcId="{B115E42C-C3B5-4D7A-92B6-2B7F6D0CD740}" destId="{2C93CD5F-5332-4E18-831C-014E7294BFD2}" srcOrd="2" destOrd="0" parTransId="{8E7587BD-5B04-47F4-81AC-918844209E0E}" sibTransId="{1408749A-1F27-47A0-A1A5-6AD13E74CCC2}"/>
    <dgm:cxn modelId="{D866D172-DC97-4FD6-A664-A151A31F3C0F}" type="presOf" srcId="{D48D451C-6A7D-4FDB-8F6A-E19ED2079730}" destId="{056EE85F-9BE4-4D50-8DB9-A6C920BECFD9}" srcOrd="0" destOrd="0" presId="urn:microsoft.com/office/officeart/2018/5/layout/CenteredIconLabelDescriptionList"/>
    <dgm:cxn modelId="{50395986-1098-48D1-973F-0239AD15E954}" type="presOf" srcId="{4BDD7AF5-1FB5-43AD-BF07-501CF550AC42}" destId="{15211D51-7B83-482D-97B1-9F01B4550F3A}" srcOrd="0" destOrd="1" presId="urn:microsoft.com/office/officeart/2018/5/layout/CenteredIconLabelDescriptionList"/>
    <dgm:cxn modelId="{0794D194-EB01-4622-8D90-0008DC59742B}" type="presOf" srcId="{2C93CD5F-5332-4E18-831C-014E7294BFD2}" destId="{2A88D8BB-17AB-409F-B8F9-2B90CAB33464}" srcOrd="0" destOrd="2" presId="urn:microsoft.com/office/officeart/2018/5/layout/CenteredIconLabelDescriptionList"/>
    <dgm:cxn modelId="{9B710BB8-E868-4F8E-9406-7F4245257B14}" type="presOf" srcId="{991D3019-56D0-4C0F-8D25-531321113E9B}" destId="{AFCD771C-C003-4564-86A5-20688E31625D}" srcOrd="0" destOrd="1" presId="urn:microsoft.com/office/officeart/2018/5/layout/CenteredIconLabelDescriptionList"/>
    <dgm:cxn modelId="{059D4CB8-ED4D-47F9-9742-EA6AD5F6AB8F}" srcId="{730383FB-E2FB-4E10-B8F2-857314135ECF}" destId="{991D3019-56D0-4C0F-8D25-531321113E9B}" srcOrd="1" destOrd="0" parTransId="{198F8DC6-C5DC-4595-8705-08D24F653240}" sibTransId="{33A841DB-1C21-43FD-AD88-D52E8E7B0AAC}"/>
    <dgm:cxn modelId="{5DB3D7B8-D11B-4475-9087-2525CC75168D}" type="presOf" srcId="{96648E0C-6619-439B-8181-D8EEC342CB27}" destId="{2A88D8BB-17AB-409F-B8F9-2B90CAB33464}" srcOrd="0" destOrd="1" presId="urn:microsoft.com/office/officeart/2018/5/layout/CenteredIconLabelDescriptionList"/>
    <dgm:cxn modelId="{1F078EBD-8B69-4367-B64A-4BF3FEEB2124}" type="presOf" srcId="{947253A3-3D19-4680-9F6C-23F75A26787E}" destId="{2A88D8BB-17AB-409F-B8F9-2B90CAB33464}" srcOrd="0" destOrd="0" presId="urn:microsoft.com/office/officeart/2018/5/layout/CenteredIconLabelDescriptionList"/>
    <dgm:cxn modelId="{B2B299CD-5076-4FB7-BAD4-EB5A2A37F4D1}" type="presOf" srcId="{730383FB-E2FB-4E10-B8F2-857314135ECF}" destId="{FB9496B3-A325-4C55-9AC1-FCE2EBAC776F}" srcOrd="0" destOrd="0" presId="urn:microsoft.com/office/officeart/2018/5/layout/CenteredIconLabelDescriptionList"/>
    <dgm:cxn modelId="{869AB6D4-B42D-4606-8E9F-FDB406C8FD77}" srcId="{D48D451C-6A7D-4FDB-8F6A-E19ED2079730}" destId="{82F325AD-2313-47AE-8C2F-B6CC71A98ECA}" srcOrd="0" destOrd="0" parTransId="{A6AA4DFF-1A1C-4576-B49B-34E0AF10AD4E}" sibTransId="{4A292598-D7B2-4346-9B78-55BF70D3783E}"/>
    <dgm:cxn modelId="{345118E1-4812-4A90-B629-87A00ACBB791}" type="presOf" srcId="{B115E42C-C3B5-4D7A-92B6-2B7F6D0CD740}" destId="{B7205CF2-263F-4ECB-95F5-220A4EDD28BA}" srcOrd="0" destOrd="0" presId="urn:microsoft.com/office/officeart/2018/5/layout/CenteredIconLabelDescriptionList"/>
    <dgm:cxn modelId="{A0FDAF49-71E3-4267-A744-CDC32E909134}" type="presParOf" srcId="{08F360DB-49F6-479F-8BF1-1F62F75F6549}" destId="{C84E924C-FC07-4974-BBE9-48A2315A4232}" srcOrd="0" destOrd="0" presId="urn:microsoft.com/office/officeart/2018/5/layout/CenteredIconLabelDescriptionList"/>
    <dgm:cxn modelId="{70875497-D62E-494D-A5F1-6484D2421A01}" type="presParOf" srcId="{C84E924C-FC07-4974-BBE9-48A2315A4232}" destId="{A6362625-240F-4E25-BD2A-B43647833104}" srcOrd="0" destOrd="0" presId="urn:microsoft.com/office/officeart/2018/5/layout/CenteredIconLabelDescriptionList"/>
    <dgm:cxn modelId="{8D3F9787-5D91-4DF8-A0A8-C5421AAA0AD9}" type="presParOf" srcId="{C84E924C-FC07-4974-BBE9-48A2315A4232}" destId="{DE13A28A-81CF-49CA-B65C-3460F77F698C}" srcOrd="1" destOrd="0" presId="urn:microsoft.com/office/officeart/2018/5/layout/CenteredIconLabelDescriptionList"/>
    <dgm:cxn modelId="{F12BB0A1-2D2F-446B-B274-1EA724709D86}" type="presParOf" srcId="{C84E924C-FC07-4974-BBE9-48A2315A4232}" destId="{FB9496B3-A325-4C55-9AC1-FCE2EBAC776F}" srcOrd="2" destOrd="0" presId="urn:microsoft.com/office/officeart/2018/5/layout/CenteredIconLabelDescriptionList"/>
    <dgm:cxn modelId="{30D93EF0-BFEE-4787-8710-EC86DAA5D010}" type="presParOf" srcId="{C84E924C-FC07-4974-BBE9-48A2315A4232}" destId="{4151D089-7B67-4E47-87F4-6C3879D334E0}" srcOrd="3" destOrd="0" presId="urn:microsoft.com/office/officeart/2018/5/layout/CenteredIconLabelDescriptionList"/>
    <dgm:cxn modelId="{71FA9F66-80CC-47B8-8783-DC68A7B970D6}" type="presParOf" srcId="{C84E924C-FC07-4974-BBE9-48A2315A4232}" destId="{AFCD771C-C003-4564-86A5-20688E31625D}" srcOrd="4" destOrd="0" presId="urn:microsoft.com/office/officeart/2018/5/layout/CenteredIconLabelDescriptionList"/>
    <dgm:cxn modelId="{73717B52-791E-4262-993E-409FAEA3AC5E}" type="presParOf" srcId="{08F360DB-49F6-479F-8BF1-1F62F75F6549}" destId="{A365EDB0-25E5-4475-8496-03EB63D6A5FF}" srcOrd="1" destOrd="0" presId="urn:microsoft.com/office/officeart/2018/5/layout/CenteredIconLabelDescriptionList"/>
    <dgm:cxn modelId="{EC86B20E-CFE6-40B8-BCFA-4DE4349A1E81}" type="presParOf" srcId="{08F360DB-49F6-479F-8BF1-1F62F75F6549}" destId="{BD3926C7-D4D6-4F32-8FCD-791921755412}" srcOrd="2" destOrd="0" presId="urn:microsoft.com/office/officeart/2018/5/layout/CenteredIconLabelDescriptionList"/>
    <dgm:cxn modelId="{58598CCB-B661-45FA-819F-131C30460568}" type="presParOf" srcId="{BD3926C7-D4D6-4F32-8FCD-791921755412}" destId="{4C4E5C3D-A514-4866-A7CA-3936831EF215}" srcOrd="0" destOrd="0" presId="urn:microsoft.com/office/officeart/2018/5/layout/CenteredIconLabelDescriptionList"/>
    <dgm:cxn modelId="{A414E642-9FD4-419E-B730-4B425FDDE0CA}" type="presParOf" srcId="{BD3926C7-D4D6-4F32-8FCD-791921755412}" destId="{86B1D0D8-B719-44DD-BF8F-FD7501B6317E}" srcOrd="1" destOrd="0" presId="urn:microsoft.com/office/officeart/2018/5/layout/CenteredIconLabelDescriptionList"/>
    <dgm:cxn modelId="{4955D5CC-A3E4-40C1-8FCD-1E4F401CCD93}" type="presParOf" srcId="{BD3926C7-D4D6-4F32-8FCD-791921755412}" destId="{056EE85F-9BE4-4D50-8DB9-A6C920BECFD9}" srcOrd="2" destOrd="0" presId="urn:microsoft.com/office/officeart/2018/5/layout/CenteredIconLabelDescriptionList"/>
    <dgm:cxn modelId="{0707C4B4-87F7-4AAD-A1CC-84EFEFB4B70F}" type="presParOf" srcId="{BD3926C7-D4D6-4F32-8FCD-791921755412}" destId="{CFB8CF2A-DF18-41DC-9890-888F2C74A53B}" srcOrd="3" destOrd="0" presId="urn:microsoft.com/office/officeart/2018/5/layout/CenteredIconLabelDescriptionList"/>
    <dgm:cxn modelId="{4B1D39E7-69ED-437D-8EE9-6BB5D74C060C}" type="presParOf" srcId="{BD3926C7-D4D6-4F32-8FCD-791921755412}" destId="{15211D51-7B83-482D-97B1-9F01B4550F3A}" srcOrd="4" destOrd="0" presId="urn:microsoft.com/office/officeart/2018/5/layout/CenteredIconLabelDescriptionList"/>
    <dgm:cxn modelId="{897D8F94-A14E-4CD3-8AF5-8A475365AED0}" type="presParOf" srcId="{08F360DB-49F6-479F-8BF1-1F62F75F6549}" destId="{6DB6FA72-F781-4A54-9E3E-11C39E811C7A}" srcOrd="3" destOrd="0" presId="urn:microsoft.com/office/officeart/2018/5/layout/CenteredIconLabelDescriptionList"/>
    <dgm:cxn modelId="{4CB1E2B2-5892-46E0-959F-394101C45888}" type="presParOf" srcId="{08F360DB-49F6-479F-8BF1-1F62F75F6549}" destId="{2DD2A724-A503-4F0A-B1BE-CC55E0743C5A}" srcOrd="4" destOrd="0" presId="urn:microsoft.com/office/officeart/2018/5/layout/CenteredIconLabelDescriptionList"/>
    <dgm:cxn modelId="{DAAF7F28-DE67-4121-8769-6885F5EE99A4}" type="presParOf" srcId="{2DD2A724-A503-4F0A-B1BE-CC55E0743C5A}" destId="{A9E05DCF-2915-42EA-B84B-3A1B7A33F924}" srcOrd="0" destOrd="0" presId="urn:microsoft.com/office/officeart/2018/5/layout/CenteredIconLabelDescriptionList"/>
    <dgm:cxn modelId="{2E3C62AF-D821-4A2C-A5AE-E87FBDF00444}" type="presParOf" srcId="{2DD2A724-A503-4F0A-B1BE-CC55E0743C5A}" destId="{2CBA13D3-8B84-4028-9E54-D29F6AE4EC4C}" srcOrd="1" destOrd="0" presId="urn:microsoft.com/office/officeart/2018/5/layout/CenteredIconLabelDescriptionList"/>
    <dgm:cxn modelId="{D0F86E04-E95C-410A-897D-AAD42DE8C40F}" type="presParOf" srcId="{2DD2A724-A503-4F0A-B1BE-CC55E0743C5A}" destId="{B7205CF2-263F-4ECB-95F5-220A4EDD28BA}" srcOrd="2" destOrd="0" presId="urn:microsoft.com/office/officeart/2018/5/layout/CenteredIconLabelDescriptionList"/>
    <dgm:cxn modelId="{9BECFCEE-E7F1-4317-B29A-F991206DD54C}" type="presParOf" srcId="{2DD2A724-A503-4F0A-B1BE-CC55E0743C5A}" destId="{A9245F35-6F74-4A3A-8D97-85A16FE3B302}" srcOrd="3" destOrd="0" presId="urn:microsoft.com/office/officeart/2018/5/layout/CenteredIconLabelDescriptionList"/>
    <dgm:cxn modelId="{A6A7DE66-5FCA-4A80-B805-8D33B72B5E23}" type="presParOf" srcId="{2DD2A724-A503-4F0A-B1BE-CC55E0743C5A}" destId="{2A88D8BB-17AB-409F-B8F9-2B90CAB3346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4.xml><?xml version="1.0" encoding="utf-8"?>
<dgm:dataModel xmlns:dgm="http://schemas.openxmlformats.org/drawingml/2006/diagram" xmlns:a="http://schemas.openxmlformats.org/drawingml/2006/main">
  <dgm:ptLst>
    <dgm:pt modelId="{22A0A69C-086A-4BE7-A761-F67EABDBA448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976F4BF1-4AEB-4F9D-AA0E-5AB107E17A1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Limitations of </a:t>
          </a:r>
          <a:r>
            <a:rPr lang="en-US"/>
            <a:t>mechanism </a:t>
          </a:r>
        </a:p>
      </dgm:t>
    </dgm:pt>
    <dgm:pt modelId="{80AB3783-0E09-4332-8C0D-041F2514C7FD}" type="parTrans" cxnId="{B4BF06BA-2BEE-49C1-A775-35A7E816F253}">
      <dgm:prSet/>
      <dgm:spPr/>
      <dgm:t>
        <a:bodyPr/>
        <a:lstStyle/>
        <a:p>
          <a:endParaRPr lang="en-US"/>
        </a:p>
      </dgm:t>
    </dgm:pt>
    <dgm:pt modelId="{48BA3A99-FF3F-4395-AEFC-308997DC128A}" type="sibTrans" cxnId="{B4BF06BA-2BEE-49C1-A775-35A7E816F253}">
      <dgm:prSet/>
      <dgm:spPr/>
      <dgm:t>
        <a:bodyPr/>
        <a:lstStyle/>
        <a:p>
          <a:endParaRPr lang="en-US"/>
        </a:p>
      </dgm:t>
    </dgm:pt>
    <dgm:pt modelId="{48D7930D-8C2E-43A8-AEDD-50E712495BB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used by BIP-34, BIP-66, and BIP-65</a:t>
          </a:r>
        </a:p>
      </dgm:t>
    </dgm:pt>
    <dgm:pt modelId="{BB39844D-5A0D-4546-9C6E-CFAF26A59CA4}" type="parTrans" cxnId="{95A011A8-C745-4E18-B178-188296372455}">
      <dgm:prSet/>
      <dgm:spPr/>
      <dgm:t>
        <a:bodyPr/>
        <a:lstStyle/>
        <a:p>
          <a:endParaRPr lang="en-US"/>
        </a:p>
      </dgm:t>
    </dgm:pt>
    <dgm:pt modelId="{DF6D0D99-D14B-406C-9479-DF236B4A02E1}" type="sibTrans" cxnId="{95A011A8-C745-4E18-B178-188296372455}">
      <dgm:prSet/>
      <dgm:spPr/>
      <dgm:t>
        <a:bodyPr/>
        <a:lstStyle/>
        <a:p>
          <a:endParaRPr lang="en-US"/>
        </a:p>
      </dgm:t>
    </dgm:pt>
    <dgm:pt modelId="{CFE9830A-0685-4989-B4DC-F0922694A38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By using the integer value of the block version, </a:t>
          </a:r>
        </a:p>
      </dgm:t>
    </dgm:pt>
    <dgm:pt modelId="{3A9B94DC-B6AB-4D9F-BC51-33C26235C0C6}" type="parTrans" cxnId="{8F7F0674-EB01-4050-B661-CDD0B5E9AE69}">
      <dgm:prSet/>
      <dgm:spPr/>
      <dgm:t>
        <a:bodyPr/>
        <a:lstStyle/>
        <a:p>
          <a:endParaRPr lang="en-US"/>
        </a:p>
      </dgm:t>
    </dgm:pt>
    <dgm:pt modelId="{A0CE767C-7444-4B3F-9F9E-1546B22151C4}" type="sibTrans" cxnId="{8F7F0674-EB01-4050-B661-CDD0B5E9AE69}">
      <dgm:prSet/>
      <dgm:spPr/>
      <dgm:t>
        <a:bodyPr/>
        <a:lstStyle/>
        <a:p>
          <a:endParaRPr lang="en-US"/>
        </a:p>
      </dgm:t>
    </dgm:pt>
    <dgm:pt modelId="{C070B73D-9B3C-42D5-B546-11D68612584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only one soft fork could be activated</a:t>
          </a:r>
          <a:r>
            <a:rPr lang="tr-TR"/>
            <a:t> </a:t>
          </a:r>
          <a:r>
            <a:rPr lang="en-US"/>
            <a:t>at a time</a:t>
          </a:r>
        </a:p>
      </dgm:t>
    </dgm:pt>
    <dgm:pt modelId="{9FBB7D8E-4694-48AB-9567-B23E0355EC40}" type="parTrans" cxnId="{9AF7411C-D75D-4D4A-A565-FA730489E2F6}">
      <dgm:prSet/>
      <dgm:spPr/>
      <dgm:t>
        <a:bodyPr/>
        <a:lstStyle/>
        <a:p>
          <a:endParaRPr lang="en-US"/>
        </a:p>
      </dgm:t>
    </dgm:pt>
    <dgm:pt modelId="{113CA59B-7B14-4CFD-856D-FA8A6BEB351E}" type="sibTrans" cxnId="{9AF7411C-D75D-4D4A-A565-FA730489E2F6}">
      <dgm:prSet/>
      <dgm:spPr/>
      <dgm:t>
        <a:bodyPr/>
        <a:lstStyle/>
        <a:p>
          <a:endParaRPr lang="en-US"/>
        </a:p>
      </dgm:t>
    </dgm:pt>
    <dgm:pt modelId="{C9622FC3-1D94-43E1-80CD-1AA36FB0CEE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mechanism didn’t</a:t>
          </a:r>
          <a:r>
            <a:rPr lang="tr-TR"/>
            <a:t> </a:t>
          </a:r>
          <a:r>
            <a:rPr lang="en-US"/>
            <a:t>offer a straightforward way </a:t>
          </a:r>
        </a:p>
      </dgm:t>
    </dgm:pt>
    <dgm:pt modelId="{50243E30-6F2A-4A4A-ABD0-C24F02474970}" type="parTrans" cxnId="{31730D93-3893-4A5E-85A9-4182C6295F87}">
      <dgm:prSet/>
      <dgm:spPr/>
      <dgm:t>
        <a:bodyPr/>
        <a:lstStyle/>
        <a:p>
          <a:endParaRPr lang="en-US"/>
        </a:p>
      </dgm:t>
    </dgm:pt>
    <dgm:pt modelId="{492DA126-39FF-4F77-A8A2-2A13B0388A43}" type="sibTrans" cxnId="{31730D93-3893-4A5E-85A9-4182C6295F87}">
      <dgm:prSet/>
      <dgm:spPr/>
      <dgm:t>
        <a:bodyPr/>
        <a:lstStyle/>
        <a:p>
          <a:endParaRPr lang="en-US"/>
        </a:p>
      </dgm:t>
    </dgm:pt>
    <dgm:pt modelId="{B87FD63D-C723-490F-93DB-B3124A3D1C0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reject a change and then propose a different one</a:t>
          </a:r>
        </a:p>
      </dgm:t>
    </dgm:pt>
    <dgm:pt modelId="{586CEF2A-61AF-4CEB-8170-9B633A3C7C6D}" type="parTrans" cxnId="{044068EF-4F66-4C35-944D-E8BCC9C9B0FA}">
      <dgm:prSet/>
      <dgm:spPr/>
      <dgm:t>
        <a:bodyPr/>
        <a:lstStyle/>
        <a:p>
          <a:endParaRPr lang="en-US"/>
        </a:p>
      </dgm:t>
    </dgm:pt>
    <dgm:pt modelId="{4069222A-EA38-4418-BB43-6CAFB00333A9}" type="sibTrans" cxnId="{044068EF-4F66-4C35-944D-E8BCC9C9B0FA}">
      <dgm:prSet/>
      <dgm:spPr/>
      <dgm:t>
        <a:bodyPr/>
        <a:lstStyle/>
        <a:p>
          <a:endParaRPr lang="en-US"/>
        </a:p>
      </dgm:t>
    </dgm:pt>
    <dgm:pt modelId="{D91399F5-60A6-4AD5-BB04-9EE6C17E15A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since </a:t>
          </a:r>
          <a:r>
            <a:rPr lang="en-US"/>
            <a:t>the block version was incremented</a:t>
          </a:r>
        </a:p>
      </dgm:t>
    </dgm:pt>
    <dgm:pt modelId="{4C9AE672-2FB7-4A9E-8AD7-929241C834C4}" type="parTrans" cxnId="{EF093407-3DB1-4C0E-95BA-485327641156}">
      <dgm:prSet/>
      <dgm:spPr/>
      <dgm:t>
        <a:bodyPr/>
        <a:lstStyle/>
        <a:p>
          <a:endParaRPr lang="en-US"/>
        </a:p>
      </dgm:t>
    </dgm:pt>
    <dgm:pt modelId="{88840BBC-8973-4E2B-936F-093D18346842}" type="sibTrans" cxnId="{EF093407-3DB1-4C0E-95BA-485327641156}">
      <dgm:prSet/>
      <dgm:spPr/>
      <dgm:t>
        <a:bodyPr/>
        <a:lstStyle/>
        <a:p>
          <a:endParaRPr lang="en-US"/>
        </a:p>
      </dgm:t>
    </dgm:pt>
    <dgm:pt modelId="{09892A71-955E-40D1-80A1-5789C4F3A0B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Each new change irrevocably reduced </a:t>
          </a:r>
        </a:p>
      </dgm:t>
    </dgm:pt>
    <dgm:pt modelId="{E8CC8920-534D-4582-A16C-EB9F1928690E}" type="parTrans" cxnId="{E0A0CA50-C5F5-4F02-A3FC-16BA34F5873D}">
      <dgm:prSet/>
      <dgm:spPr/>
      <dgm:t>
        <a:bodyPr/>
        <a:lstStyle/>
        <a:p>
          <a:endParaRPr lang="en-US"/>
        </a:p>
      </dgm:t>
    </dgm:pt>
    <dgm:pt modelId="{A9D4895C-8881-469B-921E-0FB0A7486752}" type="sibTrans" cxnId="{E0A0CA50-C5F5-4F02-A3FC-16BA34F5873D}">
      <dgm:prSet/>
      <dgm:spPr/>
      <dgm:t>
        <a:bodyPr/>
        <a:lstStyle/>
        <a:p>
          <a:endParaRPr lang="en-US"/>
        </a:p>
      </dgm:t>
    </dgm:pt>
    <dgm:pt modelId="{3B289233-A1AD-485B-ABED-BC10DC83CE7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available block versions for future</a:t>
          </a:r>
          <a:r>
            <a:rPr lang="tr-TR"/>
            <a:t> </a:t>
          </a:r>
          <a:r>
            <a:rPr lang="en-US"/>
            <a:t>changes.</a:t>
          </a:r>
        </a:p>
      </dgm:t>
    </dgm:pt>
    <dgm:pt modelId="{FFB19F4A-2D9B-45ED-9306-0023A7674585}" type="parTrans" cxnId="{6A9F833F-86EA-45B6-A3D6-1AC386DF0BAA}">
      <dgm:prSet/>
      <dgm:spPr/>
      <dgm:t>
        <a:bodyPr/>
        <a:lstStyle/>
        <a:p>
          <a:endParaRPr lang="en-US"/>
        </a:p>
      </dgm:t>
    </dgm:pt>
    <dgm:pt modelId="{A68CA6A0-986C-45E7-91CE-DE222C1D47C4}" type="sibTrans" cxnId="{6A9F833F-86EA-45B6-A3D6-1AC386DF0BAA}">
      <dgm:prSet/>
      <dgm:spPr/>
      <dgm:t>
        <a:bodyPr/>
        <a:lstStyle/>
        <a:p>
          <a:endParaRPr lang="en-US"/>
        </a:p>
      </dgm:t>
    </dgm:pt>
    <dgm:pt modelId="{094F1B59-F4BC-4970-8B94-31C7DC678190}" type="pres">
      <dgm:prSet presAssocID="{22A0A69C-086A-4BE7-A761-F67EABDBA448}" presName="root" presStyleCnt="0">
        <dgm:presLayoutVars>
          <dgm:dir/>
          <dgm:resizeHandles val="exact"/>
        </dgm:presLayoutVars>
      </dgm:prSet>
      <dgm:spPr/>
    </dgm:pt>
    <dgm:pt modelId="{1EA54DFA-CCFD-4B78-B096-13A140E6C554}" type="pres">
      <dgm:prSet presAssocID="{976F4BF1-4AEB-4F9D-AA0E-5AB107E17A14}" presName="compNode" presStyleCnt="0"/>
      <dgm:spPr/>
    </dgm:pt>
    <dgm:pt modelId="{DE3D9BB3-F653-4124-B901-2FAEB7B54428}" type="pres">
      <dgm:prSet presAssocID="{976F4BF1-4AEB-4F9D-AA0E-5AB107E17A14}" presName="iconRect" presStyleLbl="node1" presStyleIdx="0" presStyleCnt="4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nay işareti"/>
        </a:ext>
      </dgm:extLst>
    </dgm:pt>
    <dgm:pt modelId="{AA693B0C-F4A8-43DC-B0AD-D48A28EC8CB9}" type="pres">
      <dgm:prSet presAssocID="{976F4BF1-4AEB-4F9D-AA0E-5AB107E17A14}" presName="iconSpace" presStyleCnt="0"/>
      <dgm:spPr/>
    </dgm:pt>
    <dgm:pt modelId="{9E425C93-4B31-4BF5-9B0F-2DC47F62DE9D}" type="pres">
      <dgm:prSet presAssocID="{976F4BF1-4AEB-4F9D-AA0E-5AB107E17A14}" presName="parTx" presStyleLbl="revTx" presStyleIdx="0" presStyleCnt="8">
        <dgm:presLayoutVars>
          <dgm:chMax val="0"/>
          <dgm:chPref val="0"/>
        </dgm:presLayoutVars>
      </dgm:prSet>
      <dgm:spPr/>
    </dgm:pt>
    <dgm:pt modelId="{03959DE8-D19D-4522-84AE-26D2D15A4F83}" type="pres">
      <dgm:prSet presAssocID="{976F4BF1-4AEB-4F9D-AA0E-5AB107E17A14}" presName="txSpace" presStyleCnt="0"/>
      <dgm:spPr/>
    </dgm:pt>
    <dgm:pt modelId="{7291B0E3-6982-445C-9F28-77F4F71B45AD}" type="pres">
      <dgm:prSet presAssocID="{976F4BF1-4AEB-4F9D-AA0E-5AB107E17A14}" presName="desTx" presStyleLbl="revTx" presStyleIdx="1" presStyleCnt="8">
        <dgm:presLayoutVars/>
      </dgm:prSet>
      <dgm:spPr/>
    </dgm:pt>
    <dgm:pt modelId="{B9915C2B-13BC-48B2-8156-CAE7E1542F06}" type="pres">
      <dgm:prSet presAssocID="{48BA3A99-FF3F-4395-AEFC-308997DC128A}" presName="sibTrans" presStyleCnt="0"/>
      <dgm:spPr/>
    </dgm:pt>
    <dgm:pt modelId="{CF969541-0D54-431F-97AE-9A0E4C435D6B}" type="pres">
      <dgm:prSet presAssocID="{CFE9830A-0685-4989-B4DC-F0922694A381}" presName="compNode" presStyleCnt="0"/>
      <dgm:spPr/>
    </dgm:pt>
    <dgm:pt modelId="{97A6A7A2-A9CA-48A1-BAA8-D67E2324DB51}" type="pres">
      <dgm:prSet presAssocID="{CFE9830A-0685-4989-B4DC-F0922694A381}" presName="iconRect" presStyleLbl="node1" presStyleIdx="1" presStyleCnt="4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İşlemci"/>
        </a:ext>
      </dgm:extLst>
    </dgm:pt>
    <dgm:pt modelId="{36D5A91C-1D04-4178-9D55-C1942DE57898}" type="pres">
      <dgm:prSet presAssocID="{CFE9830A-0685-4989-B4DC-F0922694A381}" presName="iconSpace" presStyleCnt="0"/>
      <dgm:spPr/>
    </dgm:pt>
    <dgm:pt modelId="{5343FCB4-F1D8-41F1-8D51-2988062081C4}" type="pres">
      <dgm:prSet presAssocID="{CFE9830A-0685-4989-B4DC-F0922694A381}" presName="parTx" presStyleLbl="revTx" presStyleIdx="2" presStyleCnt="8">
        <dgm:presLayoutVars>
          <dgm:chMax val="0"/>
          <dgm:chPref val="0"/>
        </dgm:presLayoutVars>
      </dgm:prSet>
      <dgm:spPr/>
    </dgm:pt>
    <dgm:pt modelId="{DF004A9F-8457-4CF3-ABB2-C347FB53152C}" type="pres">
      <dgm:prSet presAssocID="{CFE9830A-0685-4989-B4DC-F0922694A381}" presName="txSpace" presStyleCnt="0"/>
      <dgm:spPr/>
    </dgm:pt>
    <dgm:pt modelId="{DFB4B090-8489-4897-AE2C-682D1B143738}" type="pres">
      <dgm:prSet presAssocID="{CFE9830A-0685-4989-B4DC-F0922694A381}" presName="desTx" presStyleLbl="revTx" presStyleIdx="3" presStyleCnt="8">
        <dgm:presLayoutVars/>
      </dgm:prSet>
      <dgm:spPr/>
    </dgm:pt>
    <dgm:pt modelId="{92BCD78E-5FA7-4001-A202-8F13329E678C}" type="pres">
      <dgm:prSet presAssocID="{A0CE767C-7444-4B3F-9F9E-1546B22151C4}" presName="sibTrans" presStyleCnt="0"/>
      <dgm:spPr/>
    </dgm:pt>
    <dgm:pt modelId="{CF75F83B-8375-4C1F-B72E-DE85C8B2A99B}" type="pres">
      <dgm:prSet presAssocID="{C9622FC3-1D94-43E1-80CD-1AA36FB0CEE6}" presName="compNode" presStyleCnt="0"/>
      <dgm:spPr/>
    </dgm:pt>
    <dgm:pt modelId="{B8E6AA6C-9489-468D-92C1-C75ECBE578B8}" type="pres">
      <dgm:prSet presAssocID="{C9622FC3-1D94-43E1-80CD-1AA36FB0CEE6}" presName="iconRect" presStyleLbl="node1" presStyleIdx="2" presStyleCnt="4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ahriş edici"/>
        </a:ext>
      </dgm:extLst>
    </dgm:pt>
    <dgm:pt modelId="{DF14EF2E-7B3A-4F21-9701-7B7CDE3F1C2C}" type="pres">
      <dgm:prSet presAssocID="{C9622FC3-1D94-43E1-80CD-1AA36FB0CEE6}" presName="iconSpace" presStyleCnt="0"/>
      <dgm:spPr/>
    </dgm:pt>
    <dgm:pt modelId="{9CD22E0B-8928-4335-9336-300D049FB17D}" type="pres">
      <dgm:prSet presAssocID="{C9622FC3-1D94-43E1-80CD-1AA36FB0CEE6}" presName="parTx" presStyleLbl="revTx" presStyleIdx="4" presStyleCnt="8">
        <dgm:presLayoutVars>
          <dgm:chMax val="0"/>
          <dgm:chPref val="0"/>
        </dgm:presLayoutVars>
      </dgm:prSet>
      <dgm:spPr/>
    </dgm:pt>
    <dgm:pt modelId="{8B2B56EE-F131-40B4-A354-C430D8FD8B1B}" type="pres">
      <dgm:prSet presAssocID="{C9622FC3-1D94-43E1-80CD-1AA36FB0CEE6}" presName="txSpace" presStyleCnt="0"/>
      <dgm:spPr/>
    </dgm:pt>
    <dgm:pt modelId="{43988759-44DC-474B-8EEA-8EF4F8BD7A3C}" type="pres">
      <dgm:prSet presAssocID="{C9622FC3-1D94-43E1-80CD-1AA36FB0CEE6}" presName="desTx" presStyleLbl="revTx" presStyleIdx="5" presStyleCnt="8">
        <dgm:presLayoutVars/>
      </dgm:prSet>
      <dgm:spPr/>
    </dgm:pt>
    <dgm:pt modelId="{F48F20D4-BEF1-4757-8FA6-8AA517DC2B7E}" type="pres">
      <dgm:prSet presAssocID="{492DA126-39FF-4F77-A8A2-2A13B0388A43}" presName="sibTrans" presStyleCnt="0"/>
      <dgm:spPr/>
    </dgm:pt>
    <dgm:pt modelId="{42368283-A389-4633-A483-F4DB4B32D397}" type="pres">
      <dgm:prSet presAssocID="{09892A71-955E-40D1-80A1-5789C4F3A0B1}" presName="compNode" presStyleCnt="0"/>
      <dgm:spPr/>
    </dgm:pt>
    <dgm:pt modelId="{A5FB30EE-64D1-415A-8CBE-7D51CD3E7D24}" type="pres">
      <dgm:prSet presAssocID="{09892A71-955E-40D1-80A1-5789C4F3A0B1}" presName="iconRect" presStyleLbl="node1" presStyleIdx="3" presStyleCnt="4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ck"/>
        </a:ext>
      </dgm:extLst>
    </dgm:pt>
    <dgm:pt modelId="{09D97FD8-CA67-4865-B1FB-693490DB90F9}" type="pres">
      <dgm:prSet presAssocID="{09892A71-955E-40D1-80A1-5789C4F3A0B1}" presName="iconSpace" presStyleCnt="0"/>
      <dgm:spPr/>
    </dgm:pt>
    <dgm:pt modelId="{E4E0895F-FDD4-4BD3-81E1-99BC911710E4}" type="pres">
      <dgm:prSet presAssocID="{09892A71-955E-40D1-80A1-5789C4F3A0B1}" presName="parTx" presStyleLbl="revTx" presStyleIdx="6" presStyleCnt="8">
        <dgm:presLayoutVars>
          <dgm:chMax val="0"/>
          <dgm:chPref val="0"/>
        </dgm:presLayoutVars>
      </dgm:prSet>
      <dgm:spPr/>
    </dgm:pt>
    <dgm:pt modelId="{85EFA209-5497-449F-8124-6CD34FCBC562}" type="pres">
      <dgm:prSet presAssocID="{09892A71-955E-40D1-80A1-5789C4F3A0B1}" presName="txSpace" presStyleCnt="0"/>
      <dgm:spPr/>
    </dgm:pt>
    <dgm:pt modelId="{BFB42286-791B-438D-BB76-7031D6FD410F}" type="pres">
      <dgm:prSet presAssocID="{09892A71-955E-40D1-80A1-5789C4F3A0B1}" presName="desTx" presStyleLbl="revTx" presStyleIdx="7" presStyleCnt="8">
        <dgm:presLayoutVars/>
      </dgm:prSet>
      <dgm:spPr/>
    </dgm:pt>
  </dgm:ptLst>
  <dgm:cxnLst>
    <dgm:cxn modelId="{EF093407-3DB1-4C0E-95BA-485327641156}" srcId="{C9622FC3-1D94-43E1-80CD-1AA36FB0CEE6}" destId="{D91399F5-60A6-4AD5-BB04-9EE6C17E15A9}" srcOrd="1" destOrd="0" parTransId="{4C9AE672-2FB7-4A9E-8AD7-929241C834C4}" sibTransId="{88840BBC-8973-4E2B-936F-093D18346842}"/>
    <dgm:cxn modelId="{9AF7411C-D75D-4D4A-A565-FA730489E2F6}" srcId="{CFE9830A-0685-4989-B4DC-F0922694A381}" destId="{C070B73D-9B3C-42D5-B546-11D686125846}" srcOrd="0" destOrd="0" parTransId="{9FBB7D8E-4694-48AB-9567-B23E0355EC40}" sibTransId="{113CA59B-7B14-4CFD-856D-FA8A6BEB351E}"/>
    <dgm:cxn modelId="{6A9F833F-86EA-45B6-A3D6-1AC386DF0BAA}" srcId="{09892A71-955E-40D1-80A1-5789C4F3A0B1}" destId="{3B289233-A1AD-485B-ABED-BC10DC83CE7A}" srcOrd="0" destOrd="0" parTransId="{FFB19F4A-2D9B-45ED-9306-0023A7674585}" sibTransId="{A68CA6A0-986C-45E7-91CE-DE222C1D47C4}"/>
    <dgm:cxn modelId="{2D4FF45D-D523-48E6-BD67-E1FF1B4695E3}" type="presOf" srcId="{09892A71-955E-40D1-80A1-5789C4F3A0B1}" destId="{E4E0895F-FDD4-4BD3-81E1-99BC911710E4}" srcOrd="0" destOrd="0" presId="urn:microsoft.com/office/officeart/2018/5/layout/CenteredIconLabelDescriptionList"/>
    <dgm:cxn modelId="{6F6A1167-FE92-4742-8FAF-1253EE95B032}" type="presOf" srcId="{48D7930D-8C2E-43A8-AEDD-50E712495BBE}" destId="{7291B0E3-6982-445C-9F28-77F4F71B45AD}" srcOrd="0" destOrd="0" presId="urn:microsoft.com/office/officeart/2018/5/layout/CenteredIconLabelDescriptionList"/>
    <dgm:cxn modelId="{58119069-59BE-4966-9ACB-0B487888AF94}" type="presOf" srcId="{C070B73D-9B3C-42D5-B546-11D686125846}" destId="{DFB4B090-8489-4897-AE2C-682D1B143738}" srcOrd="0" destOrd="0" presId="urn:microsoft.com/office/officeart/2018/5/layout/CenteredIconLabelDescriptionList"/>
    <dgm:cxn modelId="{E0A0CA50-C5F5-4F02-A3FC-16BA34F5873D}" srcId="{22A0A69C-086A-4BE7-A761-F67EABDBA448}" destId="{09892A71-955E-40D1-80A1-5789C4F3A0B1}" srcOrd="3" destOrd="0" parTransId="{E8CC8920-534D-4582-A16C-EB9F1928690E}" sibTransId="{A9D4895C-8881-469B-921E-0FB0A7486752}"/>
    <dgm:cxn modelId="{8F7F0674-EB01-4050-B661-CDD0B5E9AE69}" srcId="{22A0A69C-086A-4BE7-A761-F67EABDBA448}" destId="{CFE9830A-0685-4989-B4DC-F0922694A381}" srcOrd="1" destOrd="0" parTransId="{3A9B94DC-B6AB-4D9F-BC51-33C26235C0C6}" sibTransId="{A0CE767C-7444-4B3F-9F9E-1546B22151C4}"/>
    <dgm:cxn modelId="{4BAF1C7D-6573-4E91-ABDB-0C94D27C74C4}" type="presOf" srcId="{976F4BF1-4AEB-4F9D-AA0E-5AB107E17A14}" destId="{9E425C93-4B31-4BF5-9B0F-2DC47F62DE9D}" srcOrd="0" destOrd="0" presId="urn:microsoft.com/office/officeart/2018/5/layout/CenteredIconLabelDescriptionList"/>
    <dgm:cxn modelId="{AE5EBA85-0667-447F-9D55-D4218D2A42FA}" type="presOf" srcId="{3B289233-A1AD-485B-ABED-BC10DC83CE7A}" destId="{BFB42286-791B-438D-BB76-7031D6FD410F}" srcOrd="0" destOrd="0" presId="urn:microsoft.com/office/officeart/2018/5/layout/CenteredIconLabelDescriptionList"/>
    <dgm:cxn modelId="{9A0D6887-2B0D-47DF-973E-1C97CEDBCF52}" type="presOf" srcId="{22A0A69C-086A-4BE7-A761-F67EABDBA448}" destId="{094F1B59-F4BC-4970-8B94-31C7DC678190}" srcOrd="0" destOrd="0" presId="urn:microsoft.com/office/officeart/2018/5/layout/CenteredIconLabelDescriptionList"/>
    <dgm:cxn modelId="{31730D93-3893-4A5E-85A9-4182C6295F87}" srcId="{22A0A69C-086A-4BE7-A761-F67EABDBA448}" destId="{C9622FC3-1D94-43E1-80CD-1AA36FB0CEE6}" srcOrd="2" destOrd="0" parTransId="{50243E30-6F2A-4A4A-ABD0-C24F02474970}" sibTransId="{492DA126-39FF-4F77-A8A2-2A13B0388A43}"/>
    <dgm:cxn modelId="{95A011A8-C745-4E18-B178-188296372455}" srcId="{976F4BF1-4AEB-4F9D-AA0E-5AB107E17A14}" destId="{48D7930D-8C2E-43A8-AEDD-50E712495BBE}" srcOrd="0" destOrd="0" parTransId="{BB39844D-5A0D-4546-9C6E-CFAF26A59CA4}" sibTransId="{DF6D0D99-D14B-406C-9479-DF236B4A02E1}"/>
    <dgm:cxn modelId="{B4BF06BA-2BEE-49C1-A775-35A7E816F253}" srcId="{22A0A69C-086A-4BE7-A761-F67EABDBA448}" destId="{976F4BF1-4AEB-4F9D-AA0E-5AB107E17A14}" srcOrd="0" destOrd="0" parTransId="{80AB3783-0E09-4332-8C0D-041F2514C7FD}" sibTransId="{48BA3A99-FF3F-4395-AEFC-308997DC128A}"/>
    <dgm:cxn modelId="{A6C996D5-64E8-45D3-B4C1-D2ABA2E1C7C7}" type="presOf" srcId="{C9622FC3-1D94-43E1-80CD-1AA36FB0CEE6}" destId="{9CD22E0B-8928-4335-9336-300D049FB17D}" srcOrd="0" destOrd="0" presId="urn:microsoft.com/office/officeart/2018/5/layout/CenteredIconLabelDescriptionList"/>
    <dgm:cxn modelId="{D24A13D6-3E94-404D-8DDE-75739075FC52}" type="presOf" srcId="{B87FD63D-C723-490F-93DB-B3124A3D1C0D}" destId="{43988759-44DC-474B-8EEA-8EF4F8BD7A3C}" srcOrd="0" destOrd="0" presId="urn:microsoft.com/office/officeart/2018/5/layout/CenteredIconLabelDescriptionList"/>
    <dgm:cxn modelId="{32E9BCD9-54AA-4EAE-9200-649C4D7936DE}" type="presOf" srcId="{CFE9830A-0685-4989-B4DC-F0922694A381}" destId="{5343FCB4-F1D8-41F1-8D51-2988062081C4}" srcOrd="0" destOrd="0" presId="urn:microsoft.com/office/officeart/2018/5/layout/CenteredIconLabelDescriptionList"/>
    <dgm:cxn modelId="{8F3B07EE-B5F1-4F84-A046-4C3CEBAB746F}" type="presOf" srcId="{D91399F5-60A6-4AD5-BB04-9EE6C17E15A9}" destId="{43988759-44DC-474B-8EEA-8EF4F8BD7A3C}" srcOrd="0" destOrd="1" presId="urn:microsoft.com/office/officeart/2018/5/layout/CenteredIconLabelDescriptionList"/>
    <dgm:cxn modelId="{044068EF-4F66-4C35-944D-E8BCC9C9B0FA}" srcId="{C9622FC3-1D94-43E1-80CD-1AA36FB0CEE6}" destId="{B87FD63D-C723-490F-93DB-B3124A3D1C0D}" srcOrd="0" destOrd="0" parTransId="{586CEF2A-61AF-4CEB-8170-9B633A3C7C6D}" sibTransId="{4069222A-EA38-4418-BB43-6CAFB00333A9}"/>
    <dgm:cxn modelId="{9121E6CA-8996-4E4E-A2E4-F28E12C1BFBB}" type="presParOf" srcId="{094F1B59-F4BC-4970-8B94-31C7DC678190}" destId="{1EA54DFA-CCFD-4B78-B096-13A140E6C554}" srcOrd="0" destOrd="0" presId="urn:microsoft.com/office/officeart/2018/5/layout/CenteredIconLabelDescriptionList"/>
    <dgm:cxn modelId="{BBE09B71-154E-46D7-AA5E-7FBD2A3363AB}" type="presParOf" srcId="{1EA54DFA-CCFD-4B78-B096-13A140E6C554}" destId="{DE3D9BB3-F653-4124-B901-2FAEB7B54428}" srcOrd="0" destOrd="0" presId="urn:microsoft.com/office/officeart/2018/5/layout/CenteredIconLabelDescriptionList"/>
    <dgm:cxn modelId="{FC9E0E2E-1512-4E63-BB09-CA41B2257096}" type="presParOf" srcId="{1EA54DFA-CCFD-4B78-B096-13A140E6C554}" destId="{AA693B0C-F4A8-43DC-B0AD-D48A28EC8CB9}" srcOrd="1" destOrd="0" presId="urn:microsoft.com/office/officeart/2018/5/layout/CenteredIconLabelDescriptionList"/>
    <dgm:cxn modelId="{B3B6FE78-A0EC-4F63-8305-A7E55ECCC89E}" type="presParOf" srcId="{1EA54DFA-CCFD-4B78-B096-13A140E6C554}" destId="{9E425C93-4B31-4BF5-9B0F-2DC47F62DE9D}" srcOrd="2" destOrd="0" presId="urn:microsoft.com/office/officeart/2018/5/layout/CenteredIconLabelDescriptionList"/>
    <dgm:cxn modelId="{78B52721-515E-4F71-BA61-9C1A63D37A73}" type="presParOf" srcId="{1EA54DFA-CCFD-4B78-B096-13A140E6C554}" destId="{03959DE8-D19D-4522-84AE-26D2D15A4F83}" srcOrd="3" destOrd="0" presId="urn:microsoft.com/office/officeart/2018/5/layout/CenteredIconLabelDescriptionList"/>
    <dgm:cxn modelId="{3AC51C31-FA0F-4495-98DC-68DAE019082A}" type="presParOf" srcId="{1EA54DFA-CCFD-4B78-B096-13A140E6C554}" destId="{7291B0E3-6982-445C-9F28-77F4F71B45AD}" srcOrd="4" destOrd="0" presId="urn:microsoft.com/office/officeart/2018/5/layout/CenteredIconLabelDescriptionList"/>
    <dgm:cxn modelId="{F320207C-C229-415A-926A-FC5EE2E91A32}" type="presParOf" srcId="{094F1B59-F4BC-4970-8B94-31C7DC678190}" destId="{B9915C2B-13BC-48B2-8156-CAE7E1542F06}" srcOrd="1" destOrd="0" presId="urn:microsoft.com/office/officeart/2018/5/layout/CenteredIconLabelDescriptionList"/>
    <dgm:cxn modelId="{D896D740-03D6-49B5-86D3-4B23784DEF4F}" type="presParOf" srcId="{094F1B59-F4BC-4970-8B94-31C7DC678190}" destId="{CF969541-0D54-431F-97AE-9A0E4C435D6B}" srcOrd="2" destOrd="0" presId="urn:microsoft.com/office/officeart/2018/5/layout/CenteredIconLabelDescriptionList"/>
    <dgm:cxn modelId="{827AE353-9EE2-46E6-AC2F-65488FDF7038}" type="presParOf" srcId="{CF969541-0D54-431F-97AE-9A0E4C435D6B}" destId="{97A6A7A2-A9CA-48A1-BAA8-D67E2324DB51}" srcOrd="0" destOrd="0" presId="urn:microsoft.com/office/officeart/2018/5/layout/CenteredIconLabelDescriptionList"/>
    <dgm:cxn modelId="{18D4028C-39B4-4F6C-874D-EAD401B07F93}" type="presParOf" srcId="{CF969541-0D54-431F-97AE-9A0E4C435D6B}" destId="{36D5A91C-1D04-4178-9D55-C1942DE57898}" srcOrd="1" destOrd="0" presId="urn:microsoft.com/office/officeart/2018/5/layout/CenteredIconLabelDescriptionList"/>
    <dgm:cxn modelId="{482A8DC2-D474-4B5C-9F83-7E261F70B170}" type="presParOf" srcId="{CF969541-0D54-431F-97AE-9A0E4C435D6B}" destId="{5343FCB4-F1D8-41F1-8D51-2988062081C4}" srcOrd="2" destOrd="0" presId="urn:microsoft.com/office/officeart/2018/5/layout/CenteredIconLabelDescriptionList"/>
    <dgm:cxn modelId="{6B43F751-7B3C-4E04-8F2E-85D68CFF951A}" type="presParOf" srcId="{CF969541-0D54-431F-97AE-9A0E4C435D6B}" destId="{DF004A9F-8457-4CF3-ABB2-C347FB53152C}" srcOrd="3" destOrd="0" presId="urn:microsoft.com/office/officeart/2018/5/layout/CenteredIconLabelDescriptionList"/>
    <dgm:cxn modelId="{418CB7E2-6E36-4E59-B56C-FD51D5AC3D3E}" type="presParOf" srcId="{CF969541-0D54-431F-97AE-9A0E4C435D6B}" destId="{DFB4B090-8489-4897-AE2C-682D1B143738}" srcOrd="4" destOrd="0" presId="urn:microsoft.com/office/officeart/2018/5/layout/CenteredIconLabelDescriptionList"/>
    <dgm:cxn modelId="{6BF7118C-D08A-4DB0-BA83-946475A65412}" type="presParOf" srcId="{094F1B59-F4BC-4970-8B94-31C7DC678190}" destId="{92BCD78E-5FA7-4001-A202-8F13329E678C}" srcOrd="3" destOrd="0" presId="urn:microsoft.com/office/officeart/2018/5/layout/CenteredIconLabelDescriptionList"/>
    <dgm:cxn modelId="{44DFD3FB-7243-4E2C-926B-785C19A727DC}" type="presParOf" srcId="{094F1B59-F4BC-4970-8B94-31C7DC678190}" destId="{CF75F83B-8375-4C1F-B72E-DE85C8B2A99B}" srcOrd="4" destOrd="0" presId="urn:microsoft.com/office/officeart/2018/5/layout/CenteredIconLabelDescriptionList"/>
    <dgm:cxn modelId="{678EA238-4C01-457D-8EEF-7FA0753DDB56}" type="presParOf" srcId="{CF75F83B-8375-4C1F-B72E-DE85C8B2A99B}" destId="{B8E6AA6C-9489-468D-92C1-C75ECBE578B8}" srcOrd="0" destOrd="0" presId="urn:microsoft.com/office/officeart/2018/5/layout/CenteredIconLabelDescriptionList"/>
    <dgm:cxn modelId="{BD3ADD74-F71A-4F98-94F2-2246DD6FE1E8}" type="presParOf" srcId="{CF75F83B-8375-4C1F-B72E-DE85C8B2A99B}" destId="{DF14EF2E-7B3A-4F21-9701-7B7CDE3F1C2C}" srcOrd="1" destOrd="0" presId="urn:microsoft.com/office/officeart/2018/5/layout/CenteredIconLabelDescriptionList"/>
    <dgm:cxn modelId="{A952FFB7-C3D8-4E04-9554-9E1AC5FCDE87}" type="presParOf" srcId="{CF75F83B-8375-4C1F-B72E-DE85C8B2A99B}" destId="{9CD22E0B-8928-4335-9336-300D049FB17D}" srcOrd="2" destOrd="0" presId="urn:microsoft.com/office/officeart/2018/5/layout/CenteredIconLabelDescriptionList"/>
    <dgm:cxn modelId="{7A2C27DE-5938-4CE0-875D-46F3DD928674}" type="presParOf" srcId="{CF75F83B-8375-4C1F-B72E-DE85C8B2A99B}" destId="{8B2B56EE-F131-40B4-A354-C430D8FD8B1B}" srcOrd="3" destOrd="0" presId="urn:microsoft.com/office/officeart/2018/5/layout/CenteredIconLabelDescriptionList"/>
    <dgm:cxn modelId="{6388A662-A189-4F68-B3F0-F743E088DA58}" type="presParOf" srcId="{CF75F83B-8375-4C1F-B72E-DE85C8B2A99B}" destId="{43988759-44DC-474B-8EEA-8EF4F8BD7A3C}" srcOrd="4" destOrd="0" presId="urn:microsoft.com/office/officeart/2018/5/layout/CenteredIconLabelDescriptionList"/>
    <dgm:cxn modelId="{F245D620-E1F8-4EEE-8D72-D8EED7BD57B4}" type="presParOf" srcId="{094F1B59-F4BC-4970-8B94-31C7DC678190}" destId="{F48F20D4-BEF1-4757-8FA6-8AA517DC2B7E}" srcOrd="5" destOrd="0" presId="urn:microsoft.com/office/officeart/2018/5/layout/CenteredIconLabelDescriptionList"/>
    <dgm:cxn modelId="{3A4A48D2-4820-4A01-A886-0C5DEBA399E9}" type="presParOf" srcId="{094F1B59-F4BC-4970-8B94-31C7DC678190}" destId="{42368283-A389-4633-A483-F4DB4B32D397}" srcOrd="6" destOrd="0" presId="urn:microsoft.com/office/officeart/2018/5/layout/CenteredIconLabelDescriptionList"/>
    <dgm:cxn modelId="{76E895F1-F88E-489D-988A-2367361F4090}" type="presParOf" srcId="{42368283-A389-4633-A483-F4DB4B32D397}" destId="{A5FB30EE-64D1-415A-8CBE-7D51CD3E7D24}" srcOrd="0" destOrd="0" presId="urn:microsoft.com/office/officeart/2018/5/layout/CenteredIconLabelDescriptionList"/>
    <dgm:cxn modelId="{C9AEADF4-B08E-40CF-808F-BE86E1B953BA}" type="presParOf" srcId="{42368283-A389-4633-A483-F4DB4B32D397}" destId="{09D97FD8-CA67-4865-B1FB-693490DB90F9}" srcOrd="1" destOrd="0" presId="urn:microsoft.com/office/officeart/2018/5/layout/CenteredIconLabelDescriptionList"/>
    <dgm:cxn modelId="{056B7D1A-5E59-45D9-9BE8-A004C57D7FD4}" type="presParOf" srcId="{42368283-A389-4633-A483-F4DB4B32D397}" destId="{E4E0895F-FDD4-4BD3-81E1-99BC911710E4}" srcOrd="2" destOrd="0" presId="urn:microsoft.com/office/officeart/2018/5/layout/CenteredIconLabelDescriptionList"/>
    <dgm:cxn modelId="{00A37510-F847-4C12-B072-8F3F3DCC5B5C}" type="presParOf" srcId="{42368283-A389-4633-A483-F4DB4B32D397}" destId="{85EFA209-5497-449F-8124-6CD34FCBC562}" srcOrd="3" destOrd="0" presId="urn:microsoft.com/office/officeart/2018/5/layout/CenteredIconLabelDescriptionList"/>
    <dgm:cxn modelId="{1DBBCA07-9E2F-4FBE-B2F8-1C3DD1ADF5CD}" type="presParOf" srcId="{42368283-A389-4633-A483-F4DB4B32D397}" destId="{BFB42286-791B-438D-BB76-7031D6FD410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5.xml><?xml version="1.0" encoding="utf-8"?>
<dgm:dataModel xmlns:dgm="http://schemas.openxmlformats.org/drawingml/2006/diagram" xmlns:a="http://schemas.openxmlformats.org/drawingml/2006/main">
  <dgm:ptLst>
    <dgm:pt modelId="{065F1F4C-F330-4019-A0D4-2DE6EAD23D62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D04BEBA4-AB5B-4325-9C1C-CF5C7E3974B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BIP-9 interprets the block version </a:t>
          </a:r>
        </a:p>
      </dgm:t>
    </dgm:pt>
    <dgm:pt modelId="{12192296-2C94-4856-9902-BAB441509C9C}" type="parTrans" cxnId="{3ED00C2C-1C5E-4B6E-ADE0-38EFC5BCB860}">
      <dgm:prSet/>
      <dgm:spPr/>
      <dgm:t>
        <a:bodyPr/>
        <a:lstStyle/>
        <a:p>
          <a:endParaRPr lang="en-US"/>
        </a:p>
      </dgm:t>
    </dgm:pt>
    <dgm:pt modelId="{D8F36ED5-0103-46D6-8111-50BCB9C72CFF}" type="sibTrans" cxnId="{3ED00C2C-1C5E-4B6E-ADE0-38EFC5BCB860}">
      <dgm:prSet/>
      <dgm:spPr/>
      <dgm:t>
        <a:bodyPr/>
        <a:lstStyle/>
        <a:p>
          <a:endParaRPr lang="en-US"/>
        </a:p>
      </dgm:t>
    </dgm:pt>
    <dgm:pt modelId="{77D9AF64-9AC7-4E2B-8DE0-D458EA22D85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as a bit field instead of an integer</a:t>
          </a:r>
        </a:p>
      </dgm:t>
    </dgm:pt>
    <dgm:pt modelId="{E2207497-87A4-406A-BE95-A1A968D38225}" type="parTrans" cxnId="{6B1EE0EC-A66B-443E-9BED-85701FA11D53}">
      <dgm:prSet/>
      <dgm:spPr/>
      <dgm:t>
        <a:bodyPr/>
        <a:lstStyle/>
        <a:p>
          <a:endParaRPr lang="en-US"/>
        </a:p>
      </dgm:t>
    </dgm:pt>
    <dgm:pt modelId="{4DCD974D-3F88-4722-ADB3-F109397E5B92}" type="sibTrans" cxnId="{6B1EE0EC-A66B-443E-9BED-85701FA11D53}">
      <dgm:prSet/>
      <dgm:spPr/>
      <dgm:t>
        <a:bodyPr/>
        <a:lstStyle/>
        <a:p>
          <a:endParaRPr lang="en-US"/>
        </a:p>
      </dgm:t>
    </dgm:pt>
    <dgm:pt modelId="{2C746CB8-76FA-4F0D-9C71-972483AB349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1-4 are already been used</a:t>
          </a:r>
          <a:endParaRPr lang="en-US"/>
        </a:p>
      </dgm:t>
    </dgm:pt>
    <dgm:pt modelId="{1942F9C9-9BF4-45EF-B156-B01F1ACC7DB4}" type="parTrans" cxnId="{2E3048B2-704B-4024-A010-DF3F9400EC2B}">
      <dgm:prSet/>
      <dgm:spPr/>
      <dgm:t>
        <a:bodyPr/>
        <a:lstStyle/>
        <a:p>
          <a:endParaRPr lang="en-US"/>
        </a:p>
      </dgm:t>
    </dgm:pt>
    <dgm:pt modelId="{5381E289-9E2B-411C-A5D5-2C415DFDE482}" type="sibTrans" cxnId="{2E3048B2-704B-4024-A010-DF3F9400EC2B}">
      <dgm:prSet/>
      <dgm:spPr/>
      <dgm:t>
        <a:bodyPr/>
        <a:lstStyle/>
        <a:p>
          <a:endParaRPr lang="en-US"/>
        </a:p>
      </dgm:t>
    </dgm:pt>
    <dgm:pt modelId="{0F509B8F-586E-416E-9FE3-6F3480B01C2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only 29 bits</a:t>
          </a:r>
          <a:r>
            <a:rPr lang="tr-TR"/>
            <a:t> </a:t>
          </a:r>
          <a:r>
            <a:rPr lang="en-US"/>
            <a:t>remain available to be used as a bit field</a:t>
          </a:r>
        </a:p>
      </dgm:t>
    </dgm:pt>
    <dgm:pt modelId="{3D790384-A3BB-4A37-99BA-E55588C3AB63}" type="parTrans" cxnId="{0ACF1DE8-08CD-4789-8FFF-0DC9610F1916}">
      <dgm:prSet/>
      <dgm:spPr/>
      <dgm:t>
        <a:bodyPr/>
        <a:lstStyle/>
        <a:p>
          <a:endParaRPr lang="en-US"/>
        </a:p>
      </dgm:t>
    </dgm:pt>
    <dgm:pt modelId="{EE16E0BA-5E07-4856-86C4-2AF502337D72}" type="sibTrans" cxnId="{0ACF1DE8-08CD-4789-8FFF-0DC9610F1916}">
      <dgm:prSet/>
      <dgm:spPr/>
      <dgm:t>
        <a:bodyPr/>
        <a:lstStyle/>
        <a:p>
          <a:endParaRPr lang="en-US"/>
        </a:p>
      </dgm:t>
    </dgm:pt>
    <dgm:pt modelId="{50D706A2-2F0E-4A0A-B877-311384F5F4A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BIP-9 also sets </a:t>
          </a:r>
        </a:p>
      </dgm:t>
    </dgm:pt>
    <dgm:pt modelId="{1B6F40F9-1A06-4ED2-9129-30D86F8F3E11}" type="parTrans" cxnId="{90D187F9-9417-441F-9F0E-BCA424882ACE}">
      <dgm:prSet/>
      <dgm:spPr/>
      <dgm:t>
        <a:bodyPr/>
        <a:lstStyle/>
        <a:p>
          <a:endParaRPr lang="en-US"/>
        </a:p>
      </dgm:t>
    </dgm:pt>
    <dgm:pt modelId="{42ABA609-D0D6-42CB-A076-E05F98EAA7AD}" type="sibTrans" cxnId="{90D187F9-9417-441F-9F0E-BCA424882ACE}">
      <dgm:prSet/>
      <dgm:spPr/>
      <dgm:t>
        <a:bodyPr/>
        <a:lstStyle/>
        <a:p>
          <a:endParaRPr lang="en-US"/>
        </a:p>
      </dgm:t>
    </dgm:pt>
    <dgm:pt modelId="{E2CBD4D9-159F-4BFC-B0E5-97B8F1C2A2F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maximum time for signaling and activation</a:t>
          </a:r>
        </a:p>
      </dgm:t>
    </dgm:pt>
    <dgm:pt modelId="{D4094C21-8761-4EAC-B5AA-A60C6386956F}" type="parTrans" cxnId="{067B64A7-F195-4329-AFD7-0176ACC8E99C}">
      <dgm:prSet/>
      <dgm:spPr/>
      <dgm:t>
        <a:bodyPr/>
        <a:lstStyle/>
        <a:p>
          <a:endParaRPr lang="en-US"/>
        </a:p>
      </dgm:t>
    </dgm:pt>
    <dgm:pt modelId="{54E88413-3F2E-49A5-929A-38EDA323A9F1}" type="sibTrans" cxnId="{067B64A7-F195-4329-AFD7-0176ACC8E99C}">
      <dgm:prSet/>
      <dgm:spPr/>
      <dgm:t>
        <a:bodyPr/>
        <a:lstStyle/>
        <a:p>
          <a:endParaRPr lang="en-US"/>
        </a:p>
      </dgm:t>
    </dgm:pt>
    <dgm:pt modelId="{0B04CE62-A6C7-4EC9-8B89-F8DCBA2AECF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proposal is considered rejected</a:t>
          </a:r>
        </a:p>
      </dgm:t>
    </dgm:pt>
    <dgm:pt modelId="{FC2E8100-A02D-4C0C-98EA-ECB9C2EEDB0F}" type="parTrans" cxnId="{17B63A35-97B7-4055-9593-64B6A4DDE483}">
      <dgm:prSet/>
      <dgm:spPr/>
      <dgm:t>
        <a:bodyPr/>
        <a:lstStyle/>
        <a:p>
          <a:endParaRPr lang="en-US"/>
        </a:p>
      </dgm:t>
    </dgm:pt>
    <dgm:pt modelId="{21183FD7-6324-43C1-B008-C4E9712CAA7B}" type="sibTrans" cxnId="{17B63A35-97B7-4055-9593-64B6A4DDE483}">
      <dgm:prSet/>
      <dgm:spPr/>
      <dgm:t>
        <a:bodyPr/>
        <a:lstStyle/>
        <a:p>
          <a:endParaRPr lang="en-US"/>
        </a:p>
      </dgm:t>
    </dgm:pt>
    <dgm:pt modelId="{E8EDADCF-AA68-4337-86AB-ADDF2946C42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If a proposal is not activated within the TIMEOUT period</a:t>
          </a:r>
        </a:p>
      </dgm:t>
    </dgm:pt>
    <dgm:pt modelId="{F65AAF5E-8F3A-41D3-A47C-D0CC1DFA9C2C}" type="parTrans" cxnId="{A9B67255-7730-44CA-99FB-C6B8A17B56C3}">
      <dgm:prSet/>
      <dgm:spPr/>
      <dgm:t>
        <a:bodyPr/>
        <a:lstStyle/>
        <a:p>
          <a:endParaRPr lang="en-US"/>
        </a:p>
      </dgm:t>
    </dgm:pt>
    <dgm:pt modelId="{79A6430E-D924-4993-BC1D-08AEC33B5045}" type="sibTrans" cxnId="{A9B67255-7730-44CA-99FB-C6B8A17B56C3}">
      <dgm:prSet/>
      <dgm:spPr/>
      <dgm:t>
        <a:bodyPr/>
        <a:lstStyle/>
        <a:p>
          <a:endParaRPr lang="en-US"/>
        </a:p>
      </dgm:t>
    </dgm:pt>
    <dgm:pt modelId="{B3A48286-0166-4563-95EC-2B2D7ADFE86B}" type="pres">
      <dgm:prSet presAssocID="{065F1F4C-F330-4019-A0D4-2DE6EAD23D62}" presName="root" presStyleCnt="0">
        <dgm:presLayoutVars>
          <dgm:dir/>
          <dgm:resizeHandles val="exact"/>
        </dgm:presLayoutVars>
      </dgm:prSet>
      <dgm:spPr/>
    </dgm:pt>
    <dgm:pt modelId="{11716EE6-2F84-49C3-93DD-2F83982AD133}" type="pres">
      <dgm:prSet presAssocID="{D04BEBA4-AB5B-4325-9C1C-CF5C7E3974BB}" presName="compNode" presStyleCnt="0"/>
      <dgm:spPr/>
    </dgm:pt>
    <dgm:pt modelId="{ED3A6A13-6085-48B9-9FCC-B0701E87DD31}" type="pres">
      <dgm:prSet presAssocID="{D04BEBA4-AB5B-4325-9C1C-CF5C7E3974BB}" presName="iconRect" presStyleLbl="node1" presStyleIdx="0" presStyleCnt="4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nay işareti"/>
        </a:ext>
      </dgm:extLst>
    </dgm:pt>
    <dgm:pt modelId="{82348FCE-6D7D-4206-AD0A-67A0B59B494F}" type="pres">
      <dgm:prSet presAssocID="{D04BEBA4-AB5B-4325-9C1C-CF5C7E3974BB}" presName="iconSpace" presStyleCnt="0"/>
      <dgm:spPr/>
    </dgm:pt>
    <dgm:pt modelId="{6F36320F-9A13-4079-8DBA-F489D1BD8838}" type="pres">
      <dgm:prSet presAssocID="{D04BEBA4-AB5B-4325-9C1C-CF5C7E3974BB}" presName="parTx" presStyleLbl="revTx" presStyleIdx="0" presStyleCnt="8">
        <dgm:presLayoutVars>
          <dgm:chMax val="0"/>
          <dgm:chPref val="0"/>
        </dgm:presLayoutVars>
      </dgm:prSet>
      <dgm:spPr/>
    </dgm:pt>
    <dgm:pt modelId="{D2BD8D82-B010-42ED-8C91-E5417EA29BB9}" type="pres">
      <dgm:prSet presAssocID="{D04BEBA4-AB5B-4325-9C1C-CF5C7E3974BB}" presName="txSpace" presStyleCnt="0"/>
      <dgm:spPr/>
    </dgm:pt>
    <dgm:pt modelId="{8A344BF1-A71E-492A-890B-DBC766743864}" type="pres">
      <dgm:prSet presAssocID="{D04BEBA4-AB5B-4325-9C1C-CF5C7E3974BB}" presName="desTx" presStyleLbl="revTx" presStyleIdx="1" presStyleCnt="8">
        <dgm:presLayoutVars/>
      </dgm:prSet>
      <dgm:spPr/>
    </dgm:pt>
    <dgm:pt modelId="{5D8C2F1E-3C99-4081-8597-C952C75C3D91}" type="pres">
      <dgm:prSet presAssocID="{D8F36ED5-0103-46D6-8111-50BCB9C72CFF}" presName="sibTrans" presStyleCnt="0"/>
      <dgm:spPr/>
    </dgm:pt>
    <dgm:pt modelId="{E8C938A1-8086-4F85-AAD6-03FE28B6B8D0}" type="pres">
      <dgm:prSet presAssocID="{2C746CB8-76FA-4F0D-9C71-972483AB349E}" presName="compNode" presStyleCnt="0"/>
      <dgm:spPr/>
    </dgm:pt>
    <dgm:pt modelId="{8893F8F9-D6D4-45CF-B7E9-C66B15FF81C5}" type="pres">
      <dgm:prSet presAssocID="{2C746CB8-76FA-4F0D-9C71-972483AB349E}" presName="iconRect" presStyleLbl="node1" presStyleIdx="1" presStyleCnt="4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İşlemci"/>
        </a:ext>
      </dgm:extLst>
    </dgm:pt>
    <dgm:pt modelId="{57980F33-F085-42D7-BCD7-7303D110986C}" type="pres">
      <dgm:prSet presAssocID="{2C746CB8-76FA-4F0D-9C71-972483AB349E}" presName="iconSpace" presStyleCnt="0"/>
      <dgm:spPr/>
    </dgm:pt>
    <dgm:pt modelId="{B7D3B0CA-1E02-47C9-9B9D-C999E9D8E1F9}" type="pres">
      <dgm:prSet presAssocID="{2C746CB8-76FA-4F0D-9C71-972483AB349E}" presName="parTx" presStyleLbl="revTx" presStyleIdx="2" presStyleCnt="8">
        <dgm:presLayoutVars>
          <dgm:chMax val="0"/>
          <dgm:chPref val="0"/>
        </dgm:presLayoutVars>
      </dgm:prSet>
      <dgm:spPr/>
    </dgm:pt>
    <dgm:pt modelId="{5EE5CB87-F9A0-4D28-8931-36DBB1BE3186}" type="pres">
      <dgm:prSet presAssocID="{2C746CB8-76FA-4F0D-9C71-972483AB349E}" presName="txSpace" presStyleCnt="0"/>
      <dgm:spPr/>
    </dgm:pt>
    <dgm:pt modelId="{DE53C822-5B0E-4A2E-BD8D-6EEC51D9A4C7}" type="pres">
      <dgm:prSet presAssocID="{2C746CB8-76FA-4F0D-9C71-972483AB349E}" presName="desTx" presStyleLbl="revTx" presStyleIdx="3" presStyleCnt="8">
        <dgm:presLayoutVars/>
      </dgm:prSet>
      <dgm:spPr/>
    </dgm:pt>
    <dgm:pt modelId="{A8E900E4-39FD-410D-8626-0207C9CFBEAC}" type="pres">
      <dgm:prSet presAssocID="{5381E289-9E2B-411C-A5D5-2C415DFDE482}" presName="sibTrans" presStyleCnt="0"/>
      <dgm:spPr/>
    </dgm:pt>
    <dgm:pt modelId="{667D8845-21F5-4132-A073-CD33073BE492}" type="pres">
      <dgm:prSet presAssocID="{50D706A2-2F0E-4A0A-B877-311384F5F4AC}" presName="compNode" presStyleCnt="0"/>
      <dgm:spPr/>
    </dgm:pt>
    <dgm:pt modelId="{6379BC39-E31C-4D77-872C-0DCA8D4C5691}" type="pres">
      <dgm:prSet presAssocID="{50D706A2-2F0E-4A0A-B877-311384F5F4AC}" presName="iconRect" presStyleLbl="node1" presStyleIdx="2" presStyleCnt="4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ireless router"/>
        </a:ext>
      </dgm:extLst>
    </dgm:pt>
    <dgm:pt modelId="{173AAF17-1221-46DC-934B-4D241A5FA33F}" type="pres">
      <dgm:prSet presAssocID="{50D706A2-2F0E-4A0A-B877-311384F5F4AC}" presName="iconSpace" presStyleCnt="0"/>
      <dgm:spPr/>
    </dgm:pt>
    <dgm:pt modelId="{E74454C5-BBEA-4EEA-90B2-52609B58080C}" type="pres">
      <dgm:prSet presAssocID="{50D706A2-2F0E-4A0A-B877-311384F5F4AC}" presName="parTx" presStyleLbl="revTx" presStyleIdx="4" presStyleCnt="8">
        <dgm:presLayoutVars>
          <dgm:chMax val="0"/>
          <dgm:chPref val="0"/>
        </dgm:presLayoutVars>
      </dgm:prSet>
      <dgm:spPr/>
    </dgm:pt>
    <dgm:pt modelId="{CE25F574-9337-478B-B110-49C9B199626A}" type="pres">
      <dgm:prSet presAssocID="{50D706A2-2F0E-4A0A-B877-311384F5F4AC}" presName="txSpace" presStyleCnt="0"/>
      <dgm:spPr/>
    </dgm:pt>
    <dgm:pt modelId="{DE228150-11D2-4545-9F10-45D7140498CD}" type="pres">
      <dgm:prSet presAssocID="{50D706A2-2F0E-4A0A-B877-311384F5F4AC}" presName="desTx" presStyleLbl="revTx" presStyleIdx="5" presStyleCnt="8">
        <dgm:presLayoutVars/>
      </dgm:prSet>
      <dgm:spPr/>
    </dgm:pt>
    <dgm:pt modelId="{80BABCE4-3038-4710-9670-85A78E1A2415}" type="pres">
      <dgm:prSet presAssocID="{42ABA609-D0D6-42CB-A076-E05F98EAA7AD}" presName="sibTrans" presStyleCnt="0"/>
      <dgm:spPr/>
    </dgm:pt>
    <dgm:pt modelId="{54EE4A61-499E-4111-92F7-55D38627E02C}" type="pres">
      <dgm:prSet presAssocID="{0B04CE62-A6C7-4EC9-8B89-F8DCBA2AECF0}" presName="compNode" presStyleCnt="0"/>
      <dgm:spPr/>
    </dgm:pt>
    <dgm:pt modelId="{2BF08566-9B7E-46EC-8E97-91980081826F}" type="pres">
      <dgm:prSet presAssocID="{0B04CE62-A6C7-4EC9-8B89-F8DCBA2AECF0}" presName="iconRect" presStyleLbl="node1" presStyleIdx="3" presStyleCnt="4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ronometre"/>
        </a:ext>
      </dgm:extLst>
    </dgm:pt>
    <dgm:pt modelId="{37A0FD91-D454-407B-AD7B-7209497DA5A6}" type="pres">
      <dgm:prSet presAssocID="{0B04CE62-A6C7-4EC9-8B89-F8DCBA2AECF0}" presName="iconSpace" presStyleCnt="0"/>
      <dgm:spPr/>
    </dgm:pt>
    <dgm:pt modelId="{8610D81A-67E0-4D48-8C87-9B614F5AE726}" type="pres">
      <dgm:prSet presAssocID="{0B04CE62-A6C7-4EC9-8B89-F8DCBA2AECF0}" presName="parTx" presStyleLbl="revTx" presStyleIdx="6" presStyleCnt="8">
        <dgm:presLayoutVars>
          <dgm:chMax val="0"/>
          <dgm:chPref val="0"/>
        </dgm:presLayoutVars>
      </dgm:prSet>
      <dgm:spPr/>
    </dgm:pt>
    <dgm:pt modelId="{07A786C4-318B-4C1E-A766-1B59A04D2879}" type="pres">
      <dgm:prSet presAssocID="{0B04CE62-A6C7-4EC9-8B89-F8DCBA2AECF0}" presName="txSpace" presStyleCnt="0"/>
      <dgm:spPr/>
    </dgm:pt>
    <dgm:pt modelId="{3E917FEB-29E0-4A93-8C97-F27160383A5F}" type="pres">
      <dgm:prSet presAssocID="{0B04CE62-A6C7-4EC9-8B89-F8DCBA2AECF0}" presName="desTx" presStyleLbl="revTx" presStyleIdx="7" presStyleCnt="8">
        <dgm:presLayoutVars/>
      </dgm:prSet>
      <dgm:spPr/>
    </dgm:pt>
  </dgm:ptLst>
  <dgm:cxnLst>
    <dgm:cxn modelId="{C46FFB0E-2365-4741-8804-3BEF622363E1}" type="presOf" srcId="{E2CBD4D9-159F-4BFC-B0E5-97B8F1C2A2F5}" destId="{DE228150-11D2-4545-9F10-45D7140498CD}" srcOrd="0" destOrd="0" presId="urn:microsoft.com/office/officeart/2018/5/layout/CenteredIconLabelDescriptionList"/>
    <dgm:cxn modelId="{3ED00C2C-1C5E-4B6E-ADE0-38EFC5BCB860}" srcId="{065F1F4C-F330-4019-A0D4-2DE6EAD23D62}" destId="{D04BEBA4-AB5B-4325-9C1C-CF5C7E3974BB}" srcOrd="0" destOrd="0" parTransId="{12192296-2C94-4856-9902-BAB441509C9C}" sibTransId="{D8F36ED5-0103-46D6-8111-50BCB9C72CFF}"/>
    <dgm:cxn modelId="{17B63A35-97B7-4055-9593-64B6A4DDE483}" srcId="{065F1F4C-F330-4019-A0D4-2DE6EAD23D62}" destId="{0B04CE62-A6C7-4EC9-8B89-F8DCBA2AECF0}" srcOrd="3" destOrd="0" parTransId="{FC2E8100-A02D-4C0C-98EA-ECB9C2EEDB0F}" sibTransId="{21183FD7-6324-43C1-B008-C4E9712CAA7B}"/>
    <dgm:cxn modelId="{A47E2D39-A994-46E2-B3DE-EF6C801977EF}" type="presOf" srcId="{065F1F4C-F330-4019-A0D4-2DE6EAD23D62}" destId="{B3A48286-0166-4563-95EC-2B2D7ADFE86B}" srcOrd="0" destOrd="0" presId="urn:microsoft.com/office/officeart/2018/5/layout/CenteredIconLabelDescriptionList"/>
    <dgm:cxn modelId="{561EC94A-9DE6-4AE5-83FA-FF9DF4F1061F}" type="presOf" srcId="{2C746CB8-76FA-4F0D-9C71-972483AB349E}" destId="{B7D3B0CA-1E02-47C9-9B9D-C999E9D8E1F9}" srcOrd="0" destOrd="0" presId="urn:microsoft.com/office/officeart/2018/5/layout/CenteredIconLabelDescriptionList"/>
    <dgm:cxn modelId="{A9B67255-7730-44CA-99FB-C6B8A17B56C3}" srcId="{0B04CE62-A6C7-4EC9-8B89-F8DCBA2AECF0}" destId="{E8EDADCF-AA68-4337-86AB-ADDF2946C427}" srcOrd="0" destOrd="0" parTransId="{F65AAF5E-8F3A-41D3-A47C-D0CC1DFA9C2C}" sibTransId="{79A6430E-D924-4993-BC1D-08AEC33B5045}"/>
    <dgm:cxn modelId="{F6B39275-D051-45AA-B33E-259DC5784315}" type="presOf" srcId="{0F509B8F-586E-416E-9FE3-6F3480B01C2E}" destId="{DE53C822-5B0E-4A2E-BD8D-6EEC51D9A4C7}" srcOrd="0" destOrd="0" presId="urn:microsoft.com/office/officeart/2018/5/layout/CenteredIconLabelDescriptionList"/>
    <dgm:cxn modelId="{2020D68D-4F20-44EF-9457-64335794A930}" type="presOf" srcId="{E8EDADCF-AA68-4337-86AB-ADDF2946C427}" destId="{3E917FEB-29E0-4A93-8C97-F27160383A5F}" srcOrd="0" destOrd="0" presId="urn:microsoft.com/office/officeart/2018/5/layout/CenteredIconLabelDescriptionList"/>
    <dgm:cxn modelId="{067B64A7-F195-4329-AFD7-0176ACC8E99C}" srcId="{50D706A2-2F0E-4A0A-B877-311384F5F4AC}" destId="{E2CBD4D9-159F-4BFC-B0E5-97B8F1C2A2F5}" srcOrd="0" destOrd="0" parTransId="{D4094C21-8761-4EAC-B5AA-A60C6386956F}" sibTransId="{54E88413-3F2E-49A5-929A-38EDA323A9F1}"/>
    <dgm:cxn modelId="{7AFEA6B0-8B53-413F-9142-EFF839A65ADD}" type="presOf" srcId="{77D9AF64-9AC7-4E2B-8DE0-D458EA22D856}" destId="{8A344BF1-A71E-492A-890B-DBC766743864}" srcOrd="0" destOrd="0" presId="urn:microsoft.com/office/officeart/2018/5/layout/CenteredIconLabelDescriptionList"/>
    <dgm:cxn modelId="{2E3048B2-704B-4024-A010-DF3F9400EC2B}" srcId="{065F1F4C-F330-4019-A0D4-2DE6EAD23D62}" destId="{2C746CB8-76FA-4F0D-9C71-972483AB349E}" srcOrd="1" destOrd="0" parTransId="{1942F9C9-9BF4-45EF-B156-B01F1ACC7DB4}" sibTransId="{5381E289-9E2B-411C-A5D5-2C415DFDE482}"/>
    <dgm:cxn modelId="{BF42E0BD-C924-444A-8778-CF883EB8F169}" type="presOf" srcId="{D04BEBA4-AB5B-4325-9C1C-CF5C7E3974BB}" destId="{6F36320F-9A13-4079-8DBA-F489D1BD8838}" srcOrd="0" destOrd="0" presId="urn:microsoft.com/office/officeart/2018/5/layout/CenteredIconLabelDescriptionList"/>
    <dgm:cxn modelId="{70C32BC3-4A71-4B13-B3E7-BDF8772DA3A6}" type="presOf" srcId="{0B04CE62-A6C7-4EC9-8B89-F8DCBA2AECF0}" destId="{8610D81A-67E0-4D48-8C87-9B614F5AE726}" srcOrd="0" destOrd="0" presId="urn:microsoft.com/office/officeart/2018/5/layout/CenteredIconLabelDescriptionList"/>
    <dgm:cxn modelId="{46962DCC-E44B-4C32-96C6-11F49B7C0B93}" type="presOf" srcId="{50D706A2-2F0E-4A0A-B877-311384F5F4AC}" destId="{E74454C5-BBEA-4EEA-90B2-52609B58080C}" srcOrd="0" destOrd="0" presId="urn:microsoft.com/office/officeart/2018/5/layout/CenteredIconLabelDescriptionList"/>
    <dgm:cxn modelId="{0ACF1DE8-08CD-4789-8FFF-0DC9610F1916}" srcId="{2C746CB8-76FA-4F0D-9C71-972483AB349E}" destId="{0F509B8F-586E-416E-9FE3-6F3480B01C2E}" srcOrd="0" destOrd="0" parTransId="{3D790384-A3BB-4A37-99BA-E55588C3AB63}" sibTransId="{EE16E0BA-5E07-4856-86C4-2AF502337D72}"/>
    <dgm:cxn modelId="{6B1EE0EC-A66B-443E-9BED-85701FA11D53}" srcId="{D04BEBA4-AB5B-4325-9C1C-CF5C7E3974BB}" destId="{77D9AF64-9AC7-4E2B-8DE0-D458EA22D856}" srcOrd="0" destOrd="0" parTransId="{E2207497-87A4-406A-BE95-A1A968D38225}" sibTransId="{4DCD974D-3F88-4722-ADB3-F109397E5B92}"/>
    <dgm:cxn modelId="{90D187F9-9417-441F-9F0E-BCA424882ACE}" srcId="{065F1F4C-F330-4019-A0D4-2DE6EAD23D62}" destId="{50D706A2-2F0E-4A0A-B877-311384F5F4AC}" srcOrd="2" destOrd="0" parTransId="{1B6F40F9-1A06-4ED2-9129-30D86F8F3E11}" sibTransId="{42ABA609-D0D6-42CB-A076-E05F98EAA7AD}"/>
    <dgm:cxn modelId="{0E33C243-049F-45B1-9260-03F0E05DF70C}" type="presParOf" srcId="{B3A48286-0166-4563-95EC-2B2D7ADFE86B}" destId="{11716EE6-2F84-49C3-93DD-2F83982AD133}" srcOrd="0" destOrd="0" presId="urn:microsoft.com/office/officeart/2018/5/layout/CenteredIconLabelDescriptionList"/>
    <dgm:cxn modelId="{A26E6CA8-6826-431A-8213-64BE6DD52F9F}" type="presParOf" srcId="{11716EE6-2F84-49C3-93DD-2F83982AD133}" destId="{ED3A6A13-6085-48B9-9FCC-B0701E87DD31}" srcOrd="0" destOrd="0" presId="urn:microsoft.com/office/officeart/2018/5/layout/CenteredIconLabelDescriptionList"/>
    <dgm:cxn modelId="{CDE3073A-CD97-4C0D-B6B2-ADF578418470}" type="presParOf" srcId="{11716EE6-2F84-49C3-93DD-2F83982AD133}" destId="{82348FCE-6D7D-4206-AD0A-67A0B59B494F}" srcOrd="1" destOrd="0" presId="urn:microsoft.com/office/officeart/2018/5/layout/CenteredIconLabelDescriptionList"/>
    <dgm:cxn modelId="{E9281F51-51BB-4DCB-82BF-D7C604C4F39A}" type="presParOf" srcId="{11716EE6-2F84-49C3-93DD-2F83982AD133}" destId="{6F36320F-9A13-4079-8DBA-F489D1BD8838}" srcOrd="2" destOrd="0" presId="urn:microsoft.com/office/officeart/2018/5/layout/CenteredIconLabelDescriptionList"/>
    <dgm:cxn modelId="{121F09CD-8765-4EB2-9011-D65FC076FB2A}" type="presParOf" srcId="{11716EE6-2F84-49C3-93DD-2F83982AD133}" destId="{D2BD8D82-B010-42ED-8C91-E5417EA29BB9}" srcOrd="3" destOrd="0" presId="urn:microsoft.com/office/officeart/2018/5/layout/CenteredIconLabelDescriptionList"/>
    <dgm:cxn modelId="{47558AED-F893-4108-B53E-D063D50BD344}" type="presParOf" srcId="{11716EE6-2F84-49C3-93DD-2F83982AD133}" destId="{8A344BF1-A71E-492A-890B-DBC766743864}" srcOrd="4" destOrd="0" presId="urn:microsoft.com/office/officeart/2018/5/layout/CenteredIconLabelDescriptionList"/>
    <dgm:cxn modelId="{6BA48F0F-1D15-4CE3-B1BA-BA38B8E35619}" type="presParOf" srcId="{B3A48286-0166-4563-95EC-2B2D7ADFE86B}" destId="{5D8C2F1E-3C99-4081-8597-C952C75C3D91}" srcOrd="1" destOrd="0" presId="urn:microsoft.com/office/officeart/2018/5/layout/CenteredIconLabelDescriptionList"/>
    <dgm:cxn modelId="{B4B8A96A-CCEB-4917-BD5D-AAFB81786943}" type="presParOf" srcId="{B3A48286-0166-4563-95EC-2B2D7ADFE86B}" destId="{E8C938A1-8086-4F85-AAD6-03FE28B6B8D0}" srcOrd="2" destOrd="0" presId="urn:microsoft.com/office/officeart/2018/5/layout/CenteredIconLabelDescriptionList"/>
    <dgm:cxn modelId="{051F896D-0943-4FD7-98E4-759693711260}" type="presParOf" srcId="{E8C938A1-8086-4F85-AAD6-03FE28B6B8D0}" destId="{8893F8F9-D6D4-45CF-B7E9-C66B15FF81C5}" srcOrd="0" destOrd="0" presId="urn:microsoft.com/office/officeart/2018/5/layout/CenteredIconLabelDescriptionList"/>
    <dgm:cxn modelId="{747318D7-E032-42DA-B677-BE304C031FDC}" type="presParOf" srcId="{E8C938A1-8086-4F85-AAD6-03FE28B6B8D0}" destId="{57980F33-F085-42D7-BCD7-7303D110986C}" srcOrd="1" destOrd="0" presId="urn:microsoft.com/office/officeart/2018/5/layout/CenteredIconLabelDescriptionList"/>
    <dgm:cxn modelId="{314F861F-5D6A-4CC1-BA5C-91FC9DDFB4F4}" type="presParOf" srcId="{E8C938A1-8086-4F85-AAD6-03FE28B6B8D0}" destId="{B7D3B0CA-1E02-47C9-9B9D-C999E9D8E1F9}" srcOrd="2" destOrd="0" presId="urn:microsoft.com/office/officeart/2018/5/layout/CenteredIconLabelDescriptionList"/>
    <dgm:cxn modelId="{CD086CC1-6027-4ED3-854A-5D4E23982A94}" type="presParOf" srcId="{E8C938A1-8086-4F85-AAD6-03FE28B6B8D0}" destId="{5EE5CB87-F9A0-4D28-8931-36DBB1BE3186}" srcOrd="3" destOrd="0" presId="urn:microsoft.com/office/officeart/2018/5/layout/CenteredIconLabelDescriptionList"/>
    <dgm:cxn modelId="{4E7640A1-EE78-4BA7-BA13-F2C588B35B8D}" type="presParOf" srcId="{E8C938A1-8086-4F85-AAD6-03FE28B6B8D0}" destId="{DE53C822-5B0E-4A2E-BD8D-6EEC51D9A4C7}" srcOrd="4" destOrd="0" presId="urn:microsoft.com/office/officeart/2018/5/layout/CenteredIconLabelDescriptionList"/>
    <dgm:cxn modelId="{46F2BB14-1587-4757-BB2F-4DF6A5963594}" type="presParOf" srcId="{B3A48286-0166-4563-95EC-2B2D7ADFE86B}" destId="{A8E900E4-39FD-410D-8626-0207C9CFBEAC}" srcOrd="3" destOrd="0" presId="urn:microsoft.com/office/officeart/2018/5/layout/CenteredIconLabelDescriptionList"/>
    <dgm:cxn modelId="{46B4D7B0-59C5-4189-A8BF-B93CAA97AC75}" type="presParOf" srcId="{B3A48286-0166-4563-95EC-2B2D7ADFE86B}" destId="{667D8845-21F5-4132-A073-CD33073BE492}" srcOrd="4" destOrd="0" presId="urn:microsoft.com/office/officeart/2018/5/layout/CenteredIconLabelDescriptionList"/>
    <dgm:cxn modelId="{BAA7F952-C552-44F6-925D-53214AD58D5B}" type="presParOf" srcId="{667D8845-21F5-4132-A073-CD33073BE492}" destId="{6379BC39-E31C-4D77-872C-0DCA8D4C5691}" srcOrd="0" destOrd="0" presId="urn:microsoft.com/office/officeart/2018/5/layout/CenteredIconLabelDescriptionList"/>
    <dgm:cxn modelId="{7B054520-A458-4E99-8EA7-DA8FD45C8C05}" type="presParOf" srcId="{667D8845-21F5-4132-A073-CD33073BE492}" destId="{173AAF17-1221-46DC-934B-4D241A5FA33F}" srcOrd="1" destOrd="0" presId="urn:microsoft.com/office/officeart/2018/5/layout/CenteredIconLabelDescriptionList"/>
    <dgm:cxn modelId="{29EDEFC5-6A5D-4D35-9512-D5F683A48A58}" type="presParOf" srcId="{667D8845-21F5-4132-A073-CD33073BE492}" destId="{E74454C5-BBEA-4EEA-90B2-52609B58080C}" srcOrd="2" destOrd="0" presId="urn:microsoft.com/office/officeart/2018/5/layout/CenteredIconLabelDescriptionList"/>
    <dgm:cxn modelId="{08B5B27D-C40D-426D-BFBE-7E827CD39139}" type="presParOf" srcId="{667D8845-21F5-4132-A073-CD33073BE492}" destId="{CE25F574-9337-478B-B110-49C9B199626A}" srcOrd="3" destOrd="0" presId="urn:microsoft.com/office/officeart/2018/5/layout/CenteredIconLabelDescriptionList"/>
    <dgm:cxn modelId="{0ED295A5-7D51-419C-A75B-B6AA9D92FED0}" type="presParOf" srcId="{667D8845-21F5-4132-A073-CD33073BE492}" destId="{DE228150-11D2-4545-9F10-45D7140498CD}" srcOrd="4" destOrd="0" presId="urn:microsoft.com/office/officeart/2018/5/layout/CenteredIconLabelDescriptionList"/>
    <dgm:cxn modelId="{7BB1964C-6F07-4E3B-A3DF-C91AAD3F2EB7}" type="presParOf" srcId="{B3A48286-0166-4563-95EC-2B2D7ADFE86B}" destId="{80BABCE4-3038-4710-9670-85A78E1A2415}" srcOrd="5" destOrd="0" presId="urn:microsoft.com/office/officeart/2018/5/layout/CenteredIconLabelDescriptionList"/>
    <dgm:cxn modelId="{77CD5169-33C1-4E3C-A29F-7868463B827E}" type="presParOf" srcId="{B3A48286-0166-4563-95EC-2B2D7ADFE86B}" destId="{54EE4A61-499E-4111-92F7-55D38627E02C}" srcOrd="6" destOrd="0" presId="urn:microsoft.com/office/officeart/2018/5/layout/CenteredIconLabelDescriptionList"/>
    <dgm:cxn modelId="{119EF7CF-9099-4E44-B48B-9A714ED225A4}" type="presParOf" srcId="{54EE4A61-499E-4111-92F7-55D38627E02C}" destId="{2BF08566-9B7E-46EC-8E97-91980081826F}" srcOrd="0" destOrd="0" presId="urn:microsoft.com/office/officeart/2018/5/layout/CenteredIconLabelDescriptionList"/>
    <dgm:cxn modelId="{4BBB5489-6927-4DCD-BE5F-8C875BC36E2C}" type="presParOf" srcId="{54EE4A61-499E-4111-92F7-55D38627E02C}" destId="{37A0FD91-D454-407B-AD7B-7209497DA5A6}" srcOrd="1" destOrd="0" presId="urn:microsoft.com/office/officeart/2018/5/layout/CenteredIconLabelDescriptionList"/>
    <dgm:cxn modelId="{E9B49514-0CC5-458F-B43A-8E7AB8A27B16}" type="presParOf" srcId="{54EE4A61-499E-4111-92F7-55D38627E02C}" destId="{8610D81A-67E0-4D48-8C87-9B614F5AE726}" srcOrd="2" destOrd="0" presId="urn:microsoft.com/office/officeart/2018/5/layout/CenteredIconLabelDescriptionList"/>
    <dgm:cxn modelId="{267A2AFA-64B6-41E6-854D-B03B33D43A7D}" type="presParOf" srcId="{54EE4A61-499E-4111-92F7-55D38627E02C}" destId="{07A786C4-318B-4C1E-A766-1B59A04D2879}" srcOrd="3" destOrd="0" presId="urn:microsoft.com/office/officeart/2018/5/layout/CenteredIconLabelDescriptionList"/>
    <dgm:cxn modelId="{2A224229-0F19-4066-8169-F8BEFCCDE5CB}" type="presParOf" srcId="{54EE4A61-499E-4111-92F7-55D38627E02C}" destId="{3E917FEB-29E0-4A93-8C97-F27160383A5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6.xml><?xml version="1.0" encoding="utf-8"?>
<dgm:dataModel xmlns:dgm="http://schemas.openxmlformats.org/drawingml/2006/diagram" xmlns:a="http://schemas.openxmlformats.org/drawingml/2006/main">
  <dgm:ptLst>
    <dgm:pt modelId="{1E6399AC-ABAD-4BB8-BCD2-2DFBAEE4095B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96D984CA-C181-4BE1-80A7-6F8FFB042BE6}">
      <dgm:prSet/>
      <dgm:spPr/>
      <dgm:t>
        <a:bodyPr/>
        <a:lstStyle/>
        <a:p>
          <a:r>
            <a:rPr lang="tr-TR"/>
            <a:t>Bitcoin as</a:t>
          </a:r>
          <a:r>
            <a:rPr lang="en-US"/>
            <a:t> a decentralized</a:t>
          </a:r>
          <a:r>
            <a:rPr lang="tr-TR"/>
            <a:t> </a:t>
          </a:r>
          <a:r>
            <a:rPr lang="en-US"/>
            <a:t>system,</a:t>
          </a:r>
        </a:p>
      </dgm:t>
    </dgm:pt>
    <dgm:pt modelId="{3B039BC0-C598-479B-B642-0DD2EAFD24CB}" type="parTrans" cxnId="{96C8775F-DC1A-4586-8ED5-AAD5EF17188D}">
      <dgm:prSet/>
      <dgm:spPr/>
      <dgm:t>
        <a:bodyPr/>
        <a:lstStyle/>
        <a:p>
          <a:endParaRPr lang="en-US"/>
        </a:p>
      </dgm:t>
    </dgm:pt>
    <dgm:pt modelId="{0C6814E7-AC53-45F0-8ABC-B75638FD377B}" type="sibTrans" cxnId="{96C8775F-DC1A-4586-8ED5-AAD5EF17188D}">
      <dgm:prSet/>
      <dgm:spPr/>
      <dgm:t>
        <a:bodyPr/>
        <a:lstStyle/>
        <a:p>
          <a:endParaRPr lang="en-US"/>
        </a:p>
      </dgm:t>
    </dgm:pt>
    <dgm:pt modelId="{208F4FDC-3429-4E99-8E83-B9F022CF1BC5}">
      <dgm:prSet/>
      <dgm:spPr/>
      <dgm:t>
        <a:bodyPr/>
        <a:lstStyle/>
        <a:p>
          <a:r>
            <a:rPr lang="en-US" dirty="0"/>
            <a:t>it has no “authority”</a:t>
          </a:r>
        </a:p>
      </dgm:t>
    </dgm:pt>
    <dgm:pt modelId="{EC168E43-DFDA-49AB-A74D-FE21050E8EFD}" type="parTrans" cxnId="{6B5267CD-F240-4945-9FCC-A1353CCE7E30}">
      <dgm:prSet/>
      <dgm:spPr/>
      <dgm:t>
        <a:bodyPr/>
        <a:lstStyle/>
        <a:p>
          <a:endParaRPr lang="en-US"/>
        </a:p>
      </dgm:t>
    </dgm:pt>
    <dgm:pt modelId="{47EBA446-FC0C-47D9-B982-235A1D6B4968}" type="sibTrans" cxnId="{6B5267CD-F240-4945-9FCC-A1353CCE7E30}">
      <dgm:prSet/>
      <dgm:spPr/>
      <dgm:t>
        <a:bodyPr/>
        <a:lstStyle/>
        <a:p>
          <a:endParaRPr lang="en-US"/>
        </a:p>
      </dgm:t>
    </dgm:pt>
    <dgm:pt modelId="{4DA499D1-761C-4725-AD5D-D64F69482521}">
      <dgm:prSet/>
      <dgm:spPr/>
      <dgm:t>
        <a:bodyPr/>
        <a:lstStyle/>
        <a:p>
          <a:r>
            <a:rPr lang="tr-TR" dirty="0" err="1"/>
            <a:t>Diffusion</a:t>
          </a:r>
          <a:r>
            <a:rPr lang="tr-TR" dirty="0"/>
            <a:t> of </a:t>
          </a:r>
          <a:r>
            <a:rPr lang="tr-TR" dirty="0" err="1"/>
            <a:t>power</a:t>
          </a:r>
          <a:endParaRPr lang="en-US" dirty="0"/>
        </a:p>
      </dgm:t>
    </dgm:pt>
    <dgm:pt modelId="{95FD86C8-619C-492B-A0A9-B8452595A520}" type="parTrans" cxnId="{178E5C1C-266A-4D45-9B47-6E0CE6DBAE9A}">
      <dgm:prSet/>
      <dgm:spPr/>
      <dgm:t>
        <a:bodyPr/>
        <a:lstStyle/>
        <a:p>
          <a:endParaRPr lang="en-US"/>
        </a:p>
      </dgm:t>
    </dgm:pt>
    <dgm:pt modelId="{0CD466D1-CC0B-4883-9EC9-2D20617E9F5A}" type="sibTrans" cxnId="{178E5C1C-266A-4D45-9B47-6E0CE6DBAE9A}">
      <dgm:prSet/>
      <dgm:spPr/>
      <dgm:t>
        <a:bodyPr/>
        <a:lstStyle/>
        <a:p>
          <a:endParaRPr lang="en-US"/>
        </a:p>
      </dgm:t>
    </dgm:pt>
    <dgm:pt modelId="{5D29F7E3-8C33-4111-9CAD-55BEFBD9F225}">
      <dgm:prSet/>
      <dgm:spPr/>
      <dgm:t>
        <a:bodyPr/>
        <a:lstStyle/>
        <a:p>
          <a:r>
            <a:rPr lang="tr-TR" dirty="0" err="1"/>
            <a:t>to</a:t>
          </a:r>
          <a:r>
            <a:rPr lang="en-US" dirty="0"/>
            <a:t> impose its will</a:t>
          </a:r>
        </a:p>
      </dgm:t>
    </dgm:pt>
    <dgm:pt modelId="{218C6F47-C74C-4288-9D8E-3ED18E5B6DA6}" type="parTrans" cxnId="{66DE2F11-5D7A-4EC4-A98D-35157BAAF233}">
      <dgm:prSet/>
      <dgm:spPr/>
    </dgm:pt>
    <dgm:pt modelId="{4FD74F72-5131-4C50-8CE9-71CFFDE9394A}" type="sibTrans" cxnId="{66DE2F11-5D7A-4EC4-A98D-35157BAAF233}">
      <dgm:prSet/>
      <dgm:spPr/>
    </dgm:pt>
    <dgm:pt modelId="{772B49BB-6C24-4F34-80C5-2C1EC89C8086}">
      <dgm:prSet/>
      <dgm:spPr/>
      <dgm:t>
        <a:bodyPr/>
        <a:lstStyle/>
        <a:p>
          <a:r>
            <a:rPr lang="en-US" dirty="0"/>
            <a:t>on the participants of the</a:t>
          </a:r>
          <a:r>
            <a:rPr lang="tr-TR" dirty="0"/>
            <a:t> </a:t>
          </a:r>
          <a:r>
            <a:rPr lang="en-US" dirty="0"/>
            <a:t>network</a:t>
          </a:r>
        </a:p>
      </dgm:t>
    </dgm:pt>
    <dgm:pt modelId="{5A586255-E4FE-418A-8C8F-EB884CED8729}" type="parTrans" cxnId="{0F2715E0-2725-4DBE-9D66-2DE9632D3245}">
      <dgm:prSet/>
      <dgm:spPr/>
    </dgm:pt>
    <dgm:pt modelId="{9B716FED-3C90-4E8E-B606-C0CCC15AC125}" type="sibTrans" cxnId="{0F2715E0-2725-4DBE-9D66-2DE9632D3245}">
      <dgm:prSet/>
      <dgm:spPr/>
    </dgm:pt>
    <dgm:pt modelId="{2F3BAB4B-2D1B-49DD-A603-9514A96B0C2D}">
      <dgm:prSet/>
      <dgm:spPr/>
      <dgm:t>
        <a:bodyPr/>
        <a:lstStyle/>
        <a:p>
          <a:r>
            <a:rPr lang="en-US" dirty="0"/>
            <a:t>Power is diffused</a:t>
          </a:r>
        </a:p>
      </dgm:t>
    </dgm:pt>
    <dgm:pt modelId="{61D9C5BB-AF1A-4EC8-9E94-1D96068EB075}" type="parTrans" cxnId="{8FAD94D6-744E-41B3-A509-79CC42122656}">
      <dgm:prSet/>
      <dgm:spPr/>
    </dgm:pt>
    <dgm:pt modelId="{52BF8977-3690-4EE6-8F59-C8BDBDDE2646}" type="sibTrans" cxnId="{8FAD94D6-744E-41B3-A509-79CC42122656}">
      <dgm:prSet/>
      <dgm:spPr/>
    </dgm:pt>
    <dgm:pt modelId="{143E4CBE-BEF9-431A-B0BF-B2E6F602AD4A}">
      <dgm:prSet/>
      <dgm:spPr/>
      <dgm:t>
        <a:bodyPr/>
        <a:lstStyle/>
        <a:p>
          <a:r>
            <a:rPr lang="en-US"/>
            <a:t>between </a:t>
          </a:r>
          <a:r>
            <a:rPr lang="en-US" dirty="0"/>
            <a:t>multiple constituencies</a:t>
          </a:r>
        </a:p>
      </dgm:t>
    </dgm:pt>
    <dgm:pt modelId="{95F25D57-822A-4D65-AF1B-A98C72D1F255}" type="parTrans" cxnId="{F1EC112E-BB03-4D6C-908B-CC0633375683}">
      <dgm:prSet/>
      <dgm:spPr/>
    </dgm:pt>
    <dgm:pt modelId="{E43095C3-5AC3-4200-B212-0C57A21FEFEF}" type="sibTrans" cxnId="{F1EC112E-BB03-4D6C-908B-CC0633375683}">
      <dgm:prSet/>
      <dgm:spPr/>
    </dgm:pt>
    <dgm:pt modelId="{9FBF3AB6-D413-406B-AB3A-F3B308A6DCB4}" type="pres">
      <dgm:prSet presAssocID="{1E6399AC-ABAD-4BB8-BCD2-2DFBAEE4095B}" presName="linear" presStyleCnt="0">
        <dgm:presLayoutVars>
          <dgm:dir/>
          <dgm:animLvl val="lvl"/>
          <dgm:resizeHandles val="exact"/>
        </dgm:presLayoutVars>
      </dgm:prSet>
      <dgm:spPr/>
    </dgm:pt>
    <dgm:pt modelId="{91F06600-9DF5-4C35-A46A-340FAA711078}" type="pres">
      <dgm:prSet presAssocID="{96D984CA-C181-4BE1-80A7-6F8FFB042BE6}" presName="parentLin" presStyleCnt="0"/>
      <dgm:spPr/>
    </dgm:pt>
    <dgm:pt modelId="{89791E3A-4FB7-4B47-A876-F3333F6E150B}" type="pres">
      <dgm:prSet presAssocID="{96D984CA-C181-4BE1-80A7-6F8FFB042BE6}" presName="parentLeftMargin" presStyleLbl="node1" presStyleIdx="0" presStyleCnt="2"/>
      <dgm:spPr/>
    </dgm:pt>
    <dgm:pt modelId="{5878A0C6-D9A1-483E-B8D9-5537491151A4}" type="pres">
      <dgm:prSet presAssocID="{96D984CA-C181-4BE1-80A7-6F8FFB042BE6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41FBE5C2-9DBF-4AF9-9D0F-3C75CCFB26FC}" type="pres">
      <dgm:prSet presAssocID="{96D984CA-C181-4BE1-80A7-6F8FFB042BE6}" presName="negativeSpace" presStyleCnt="0"/>
      <dgm:spPr/>
    </dgm:pt>
    <dgm:pt modelId="{7DBE0A8D-EB18-4CE7-8BAF-7380B845A45B}" type="pres">
      <dgm:prSet presAssocID="{96D984CA-C181-4BE1-80A7-6F8FFB042BE6}" presName="childText" presStyleLbl="conFgAcc1" presStyleIdx="0" presStyleCnt="2">
        <dgm:presLayoutVars>
          <dgm:bulletEnabled val="1"/>
        </dgm:presLayoutVars>
      </dgm:prSet>
      <dgm:spPr/>
    </dgm:pt>
    <dgm:pt modelId="{0E71B156-E903-493F-83EF-15FDBC91CF5C}" type="pres">
      <dgm:prSet presAssocID="{0C6814E7-AC53-45F0-8ABC-B75638FD377B}" presName="spaceBetweenRectangles" presStyleCnt="0"/>
      <dgm:spPr/>
    </dgm:pt>
    <dgm:pt modelId="{14FDFC33-7A2A-4400-BCFA-68BF45D3297D}" type="pres">
      <dgm:prSet presAssocID="{4DA499D1-761C-4725-AD5D-D64F69482521}" presName="parentLin" presStyleCnt="0"/>
      <dgm:spPr/>
    </dgm:pt>
    <dgm:pt modelId="{50AD6419-2EDD-4B21-8B7F-3F6FEC8B0638}" type="pres">
      <dgm:prSet presAssocID="{4DA499D1-761C-4725-AD5D-D64F69482521}" presName="parentLeftMargin" presStyleLbl="node1" presStyleIdx="0" presStyleCnt="2"/>
      <dgm:spPr/>
    </dgm:pt>
    <dgm:pt modelId="{77E8E8A3-93BE-46E0-9970-925F1CB9AEAE}" type="pres">
      <dgm:prSet presAssocID="{4DA499D1-761C-4725-AD5D-D64F69482521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0EEB4516-FFC3-440F-91F3-CE99242A889F}" type="pres">
      <dgm:prSet presAssocID="{4DA499D1-761C-4725-AD5D-D64F69482521}" presName="negativeSpace" presStyleCnt="0"/>
      <dgm:spPr/>
    </dgm:pt>
    <dgm:pt modelId="{713AD14F-5F83-43C8-B4A7-706E20A97DEE}" type="pres">
      <dgm:prSet presAssocID="{4DA499D1-761C-4725-AD5D-D64F69482521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3CABA201-1049-484B-8E68-CE2C662DDED3}" type="presOf" srcId="{2F3BAB4B-2D1B-49DD-A603-9514A96B0C2D}" destId="{713AD14F-5F83-43C8-B4A7-706E20A97DEE}" srcOrd="0" destOrd="0" presId="urn:microsoft.com/office/officeart/2005/8/layout/list1"/>
    <dgm:cxn modelId="{6F5B1303-0011-483F-9AAF-5E1712F7B039}" type="presOf" srcId="{96D984CA-C181-4BE1-80A7-6F8FFB042BE6}" destId="{89791E3A-4FB7-4B47-A876-F3333F6E150B}" srcOrd="0" destOrd="0" presId="urn:microsoft.com/office/officeart/2005/8/layout/list1"/>
    <dgm:cxn modelId="{CD01290E-BCFB-4721-8820-84A57B46132E}" type="presOf" srcId="{143E4CBE-BEF9-431A-B0BF-B2E6F602AD4A}" destId="{713AD14F-5F83-43C8-B4A7-706E20A97DEE}" srcOrd="0" destOrd="1" presId="urn:microsoft.com/office/officeart/2005/8/layout/list1"/>
    <dgm:cxn modelId="{66DE2F11-5D7A-4EC4-A98D-35157BAAF233}" srcId="{96D984CA-C181-4BE1-80A7-6F8FFB042BE6}" destId="{5D29F7E3-8C33-4111-9CAD-55BEFBD9F225}" srcOrd="1" destOrd="0" parTransId="{218C6F47-C74C-4288-9D8E-3ED18E5B6DA6}" sibTransId="{4FD74F72-5131-4C50-8CE9-71CFFDE9394A}"/>
    <dgm:cxn modelId="{635E9B1B-A396-420A-86C6-D5F4AF245C3D}" type="presOf" srcId="{4DA499D1-761C-4725-AD5D-D64F69482521}" destId="{77E8E8A3-93BE-46E0-9970-925F1CB9AEAE}" srcOrd="1" destOrd="0" presId="urn:microsoft.com/office/officeart/2005/8/layout/list1"/>
    <dgm:cxn modelId="{178E5C1C-266A-4D45-9B47-6E0CE6DBAE9A}" srcId="{1E6399AC-ABAD-4BB8-BCD2-2DFBAEE4095B}" destId="{4DA499D1-761C-4725-AD5D-D64F69482521}" srcOrd="1" destOrd="0" parTransId="{95FD86C8-619C-492B-A0A9-B8452595A520}" sibTransId="{0CD466D1-CC0B-4883-9EC9-2D20617E9F5A}"/>
    <dgm:cxn modelId="{BCAF9C1F-437E-4351-9803-AE60ECF77207}" type="presOf" srcId="{96D984CA-C181-4BE1-80A7-6F8FFB042BE6}" destId="{5878A0C6-D9A1-483E-B8D9-5537491151A4}" srcOrd="1" destOrd="0" presId="urn:microsoft.com/office/officeart/2005/8/layout/list1"/>
    <dgm:cxn modelId="{F1EC112E-BB03-4D6C-908B-CC0633375683}" srcId="{4DA499D1-761C-4725-AD5D-D64F69482521}" destId="{143E4CBE-BEF9-431A-B0BF-B2E6F602AD4A}" srcOrd="1" destOrd="0" parTransId="{95F25D57-822A-4D65-AF1B-A98C72D1F255}" sibTransId="{E43095C3-5AC3-4200-B212-0C57A21FEFEF}"/>
    <dgm:cxn modelId="{96C8775F-DC1A-4586-8ED5-AAD5EF17188D}" srcId="{1E6399AC-ABAD-4BB8-BCD2-2DFBAEE4095B}" destId="{96D984CA-C181-4BE1-80A7-6F8FFB042BE6}" srcOrd="0" destOrd="0" parTransId="{3B039BC0-C598-479B-B642-0DD2EAFD24CB}" sibTransId="{0C6814E7-AC53-45F0-8ABC-B75638FD377B}"/>
    <dgm:cxn modelId="{234F6C7A-6BD6-43E4-ADAB-F13FF66CB54B}" type="presOf" srcId="{208F4FDC-3429-4E99-8E83-B9F022CF1BC5}" destId="{7DBE0A8D-EB18-4CE7-8BAF-7380B845A45B}" srcOrd="0" destOrd="0" presId="urn:microsoft.com/office/officeart/2005/8/layout/list1"/>
    <dgm:cxn modelId="{EBC952A0-9BF4-435F-ACC9-59366A6784CA}" type="presOf" srcId="{5D29F7E3-8C33-4111-9CAD-55BEFBD9F225}" destId="{7DBE0A8D-EB18-4CE7-8BAF-7380B845A45B}" srcOrd="0" destOrd="1" presId="urn:microsoft.com/office/officeart/2005/8/layout/list1"/>
    <dgm:cxn modelId="{4CEB05B4-8EE5-4769-832E-6F82505ABD77}" type="presOf" srcId="{772B49BB-6C24-4F34-80C5-2C1EC89C8086}" destId="{7DBE0A8D-EB18-4CE7-8BAF-7380B845A45B}" srcOrd="0" destOrd="2" presId="urn:microsoft.com/office/officeart/2005/8/layout/list1"/>
    <dgm:cxn modelId="{4CD6E7BD-4D97-408A-9F0F-91D52E2CDDCA}" type="presOf" srcId="{4DA499D1-761C-4725-AD5D-D64F69482521}" destId="{50AD6419-2EDD-4B21-8B7F-3F6FEC8B0638}" srcOrd="0" destOrd="0" presId="urn:microsoft.com/office/officeart/2005/8/layout/list1"/>
    <dgm:cxn modelId="{6B5267CD-F240-4945-9FCC-A1353CCE7E30}" srcId="{96D984CA-C181-4BE1-80A7-6F8FFB042BE6}" destId="{208F4FDC-3429-4E99-8E83-B9F022CF1BC5}" srcOrd="0" destOrd="0" parTransId="{EC168E43-DFDA-49AB-A74D-FE21050E8EFD}" sibTransId="{47EBA446-FC0C-47D9-B982-235A1D6B4968}"/>
    <dgm:cxn modelId="{BEEF63CF-1F8E-48AA-89A8-1E1ABB094E64}" type="presOf" srcId="{1E6399AC-ABAD-4BB8-BCD2-2DFBAEE4095B}" destId="{9FBF3AB6-D413-406B-AB3A-F3B308A6DCB4}" srcOrd="0" destOrd="0" presId="urn:microsoft.com/office/officeart/2005/8/layout/list1"/>
    <dgm:cxn modelId="{8FAD94D6-744E-41B3-A509-79CC42122656}" srcId="{4DA499D1-761C-4725-AD5D-D64F69482521}" destId="{2F3BAB4B-2D1B-49DD-A603-9514A96B0C2D}" srcOrd="0" destOrd="0" parTransId="{61D9C5BB-AF1A-4EC8-9E94-1D96068EB075}" sibTransId="{52BF8977-3690-4EE6-8F59-C8BDBDDE2646}"/>
    <dgm:cxn modelId="{0F2715E0-2725-4DBE-9D66-2DE9632D3245}" srcId="{96D984CA-C181-4BE1-80A7-6F8FFB042BE6}" destId="{772B49BB-6C24-4F34-80C5-2C1EC89C8086}" srcOrd="2" destOrd="0" parTransId="{5A586255-E4FE-418A-8C8F-EB884CED8729}" sibTransId="{9B716FED-3C90-4E8E-B606-C0CCC15AC125}"/>
    <dgm:cxn modelId="{9F8AD6E1-7D28-4448-8D81-CA31EE9833B5}" type="presParOf" srcId="{9FBF3AB6-D413-406B-AB3A-F3B308A6DCB4}" destId="{91F06600-9DF5-4C35-A46A-340FAA711078}" srcOrd="0" destOrd="0" presId="urn:microsoft.com/office/officeart/2005/8/layout/list1"/>
    <dgm:cxn modelId="{49FA7BA5-446A-4052-A59B-1239CF66946F}" type="presParOf" srcId="{91F06600-9DF5-4C35-A46A-340FAA711078}" destId="{89791E3A-4FB7-4B47-A876-F3333F6E150B}" srcOrd="0" destOrd="0" presId="urn:microsoft.com/office/officeart/2005/8/layout/list1"/>
    <dgm:cxn modelId="{499790D8-9D52-4FCE-98FF-DAE66D9DFCB8}" type="presParOf" srcId="{91F06600-9DF5-4C35-A46A-340FAA711078}" destId="{5878A0C6-D9A1-483E-B8D9-5537491151A4}" srcOrd="1" destOrd="0" presId="urn:microsoft.com/office/officeart/2005/8/layout/list1"/>
    <dgm:cxn modelId="{5394AF2E-7326-425E-B0FA-400764199674}" type="presParOf" srcId="{9FBF3AB6-D413-406B-AB3A-F3B308A6DCB4}" destId="{41FBE5C2-9DBF-4AF9-9D0F-3C75CCFB26FC}" srcOrd="1" destOrd="0" presId="urn:microsoft.com/office/officeart/2005/8/layout/list1"/>
    <dgm:cxn modelId="{B2FC8622-C63A-4019-A2BD-7F37CCD76FC5}" type="presParOf" srcId="{9FBF3AB6-D413-406B-AB3A-F3B308A6DCB4}" destId="{7DBE0A8D-EB18-4CE7-8BAF-7380B845A45B}" srcOrd="2" destOrd="0" presId="urn:microsoft.com/office/officeart/2005/8/layout/list1"/>
    <dgm:cxn modelId="{A11FCB66-C00C-4E9E-BCA8-463A3EE15E08}" type="presParOf" srcId="{9FBF3AB6-D413-406B-AB3A-F3B308A6DCB4}" destId="{0E71B156-E903-493F-83EF-15FDBC91CF5C}" srcOrd="3" destOrd="0" presId="urn:microsoft.com/office/officeart/2005/8/layout/list1"/>
    <dgm:cxn modelId="{273C4C89-3993-430A-A093-947EE7D5DC95}" type="presParOf" srcId="{9FBF3AB6-D413-406B-AB3A-F3B308A6DCB4}" destId="{14FDFC33-7A2A-4400-BCFA-68BF45D3297D}" srcOrd="4" destOrd="0" presId="urn:microsoft.com/office/officeart/2005/8/layout/list1"/>
    <dgm:cxn modelId="{F019A74F-305D-4218-8F54-FD098DDFFBC7}" type="presParOf" srcId="{14FDFC33-7A2A-4400-BCFA-68BF45D3297D}" destId="{50AD6419-2EDD-4B21-8B7F-3F6FEC8B0638}" srcOrd="0" destOrd="0" presId="urn:microsoft.com/office/officeart/2005/8/layout/list1"/>
    <dgm:cxn modelId="{8E350D90-C179-484D-850A-3315F7CF2F97}" type="presParOf" srcId="{14FDFC33-7A2A-4400-BCFA-68BF45D3297D}" destId="{77E8E8A3-93BE-46E0-9970-925F1CB9AEAE}" srcOrd="1" destOrd="0" presId="urn:microsoft.com/office/officeart/2005/8/layout/list1"/>
    <dgm:cxn modelId="{01EB1446-241A-4394-AB1C-A71CF26F0A80}" type="presParOf" srcId="{9FBF3AB6-D413-406B-AB3A-F3B308A6DCB4}" destId="{0EEB4516-FFC3-440F-91F3-CE99242A889F}" srcOrd="5" destOrd="0" presId="urn:microsoft.com/office/officeart/2005/8/layout/list1"/>
    <dgm:cxn modelId="{37BECE7E-2F7F-47F0-AFA1-9A4049A07A65}" type="presParOf" srcId="{9FBF3AB6-D413-406B-AB3A-F3B308A6DCB4}" destId="{713AD14F-5F83-43C8-B4A7-706E20A97DEE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7.xml><?xml version="1.0" encoding="utf-8"?>
<dgm:dataModel xmlns:dgm="http://schemas.openxmlformats.org/drawingml/2006/diagram" xmlns:a="http://schemas.openxmlformats.org/drawingml/2006/main">
  <dgm:ptLst>
    <dgm:pt modelId="{1E6399AC-ABAD-4BB8-BCD2-2DFBAEE4095B}" type="doc">
      <dgm:prSet loTypeId="urn:microsoft.com/office/officeart/2005/8/layout/list1" loCatId="list" qsTypeId="urn:microsoft.com/office/officeart/2005/8/quickstyle/simple1" qsCatId="simple" csTypeId="urn:microsoft.com/office/officeart/2005/8/colors/accent2_2" csCatId="accent2" phldr="1"/>
      <dgm:spPr/>
      <dgm:t>
        <a:bodyPr/>
        <a:lstStyle/>
        <a:p>
          <a:endParaRPr lang="en-US"/>
        </a:p>
      </dgm:t>
    </dgm:pt>
    <dgm:pt modelId="{4A138EFF-0E81-4949-B810-875D34018ECB}">
      <dgm:prSet/>
      <dgm:spPr/>
      <dgm:t>
        <a:bodyPr/>
        <a:lstStyle/>
        <a:p>
          <a:r>
            <a:rPr lang="en-US" dirty="0"/>
            <a:t>miners,</a:t>
          </a:r>
        </a:p>
      </dgm:t>
    </dgm:pt>
    <dgm:pt modelId="{8587101B-FE33-4A8B-8E04-BC254F56AC57}" type="parTrans" cxnId="{DF1149E8-AF8D-4555-BEF2-7BD67DF848F0}">
      <dgm:prSet/>
      <dgm:spPr/>
      <dgm:t>
        <a:bodyPr/>
        <a:lstStyle/>
        <a:p>
          <a:endParaRPr lang="en-US"/>
        </a:p>
      </dgm:t>
    </dgm:pt>
    <dgm:pt modelId="{94EACE50-AB13-41C3-840B-5FDC47E59FA9}" type="sibTrans" cxnId="{DF1149E8-AF8D-4555-BEF2-7BD67DF848F0}">
      <dgm:prSet/>
      <dgm:spPr/>
      <dgm:t>
        <a:bodyPr/>
        <a:lstStyle/>
        <a:p>
          <a:endParaRPr lang="en-US"/>
        </a:p>
      </dgm:t>
    </dgm:pt>
    <dgm:pt modelId="{9C98A023-4982-454E-8AFB-EEDF05462187}">
      <dgm:prSet/>
      <dgm:spPr/>
      <dgm:t>
        <a:bodyPr/>
        <a:lstStyle/>
        <a:p>
          <a:r>
            <a:rPr lang="en-US"/>
            <a:t>Core</a:t>
          </a:r>
          <a:r>
            <a:rPr lang="tr-TR"/>
            <a:t> </a:t>
          </a:r>
          <a:r>
            <a:rPr lang="en-US"/>
            <a:t>developers, </a:t>
          </a:r>
        </a:p>
      </dgm:t>
    </dgm:pt>
    <dgm:pt modelId="{BD6A8548-0E92-4780-ACD3-16FAF9595419}" type="parTrans" cxnId="{C2BB8FAD-8842-4078-A259-C970143C22DC}">
      <dgm:prSet/>
      <dgm:spPr/>
      <dgm:t>
        <a:bodyPr/>
        <a:lstStyle/>
        <a:p>
          <a:endParaRPr lang="en-US"/>
        </a:p>
      </dgm:t>
    </dgm:pt>
    <dgm:pt modelId="{4B566A49-E67B-4828-978F-585D005D9F9D}" type="sibTrans" cxnId="{C2BB8FAD-8842-4078-A259-C970143C22DC}">
      <dgm:prSet/>
      <dgm:spPr/>
      <dgm:t>
        <a:bodyPr/>
        <a:lstStyle/>
        <a:p>
          <a:endParaRPr lang="en-US"/>
        </a:p>
      </dgm:t>
    </dgm:pt>
    <dgm:pt modelId="{5C505AD4-CA90-465C-A20D-3951EE9D6B35}">
      <dgm:prSet/>
      <dgm:spPr/>
      <dgm:t>
        <a:bodyPr/>
        <a:lstStyle/>
        <a:p>
          <a:r>
            <a:rPr lang="en-US"/>
            <a:t>wallet developers, </a:t>
          </a:r>
        </a:p>
      </dgm:t>
    </dgm:pt>
    <dgm:pt modelId="{60F4F790-C77C-438E-A200-4143C50114D7}" type="parTrans" cxnId="{19B0774D-B377-47A0-BB13-B388D7D7A380}">
      <dgm:prSet/>
      <dgm:spPr/>
      <dgm:t>
        <a:bodyPr/>
        <a:lstStyle/>
        <a:p>
          <a:endParaRPr lang="en-US"/>
        </a:p>
      </dgm:t>
    </dgm:pt>
    <dgm:pt modelId="{6E3A551F-7729-4938-B59C-D7839F2D1395}" type="sibTrans" cxnId="{19B0774D-B377-47A0-BB13-B388D7D7A380}">
      <dgm:prSet/>
      <dgm:spPr/>
      <dgm:t>
        <a:bodyPr/>
        <a:lstStyle/>
        <a:p>
          <a:endParaRPr lang="en-US"/>
        </a:p>
      </dgm:t>
    </dgm:pt>
    <dgm:pt modelId="{0F13E34D-9582-490D-A57D-DCD5C73922E4}">
      <dgm:prSet/>
      <dgm:spPr/>
      <dgm:t>
        <a:bodyPr/>
        <a:lstStyle/>
        <a:p>
          <a:r>
            <a:rPr lang="en-US"/>
            <a:t>exchanges, </a:t>
          </a:r>
        </a:p>
      </dgm:t>
    </dgm:pt>
    <dgm:pt modelId="{7368AE68-6B12-4117-A0DA-F0527AAD26D5}" type="parTrans" cxnId="{0E906ACE-4F64-4846-9B6A-880CCEE7B09A}">
      <dgm:prSet/>
      <dgm:spPr/>
      <dgm:t>
        <a:bodyPr/>
        <a:lstStyle/>
        <a:p>
          <a:endParaRPr lang="en-US"/>
        </a:p>
      </dgm:t>
    </dgm:pt>
    <dgm:pt modelId="{B24849AD-6A44-4CDF-9A26-3A0E07F3B041}" type="sibTrans" cxnId="{0E906ACE-4F64-4846-9B6A-880CCEE7B09A}">
      <dgm:prSet/>
      <dgm:spPr/>
      <dgm:t>
        <a:bodyPr/>
        <a:lstStyle/>
        <a:p>
          <a:endParaRPr lang="en-US"/>
        </a:p>
      </dgm:t>
    </dgm:pt>
    <dgm:pt modelId="{4AE58403-CEAD-4F1B-8C93-ED5E0FD1D062}">
      <dgm:prSet/>
      <dgm:spPr/>
      <dgm:t>
        <a:bodyPr/>
        <a:lstStyle/>
        <a:p>
          <a:r>
            <a:rPr lang="en-US"/>
            <a:t>merchants, </a:t>
          </a:r>
        </a:p>
      </dgm:t>
    </dgm:pt>
    <dgm:pt modelId="{9339D1AB-59DE-4580-B195-A34B2406F2F9}" type="parTrans" cxnId="{2EEC943A-3D23-4C1C-A8F9-B11D3133B18D}">
      <dgm:prSet/>
      <dgm:spPr/>
      <dgm:t>
        <a:bodyPr/>
        <a:lstStyle/>
        <a:p>
          <a:endParaRPr lang="en-US"/>
        </a:p>
      </dgm:t>
    </dgm:pt>
    <dgm:pt modelId="{4E556ECF-9AC6-4363-9783-F4526032B0F3}" type="sibTrans" cxnId="{2EEC943A-3D23-4C1C-A8F9-B11D3133B18D}">
      <dgm:prSet/>
      <dgm:spPr/>
      <dgm:t>
        <a:bodyPr/>
        <a:lstStyle/>
        <a:p>
          <a:endParaRPr lang="en-US"/>
        </a:p>
      </dgm:t>
    </dgm:pt>
    <dgm:pt modelId="{A101320F-B69B-4E84-BD13-A3EC0538C38B}">
      <dgm:prSet/>
      <dgm:spPr/>
      <dgm:t>
        <a:bodyPr/>
        <a:lstStyle/>
        <a:p>
          <a:r>
            <a:rPr lang="en-US"/>
            <a:t>end users</a:t>
          </a:r>
        </a:p>
      </dgm:t>
    </dgm:pt>
    <dgm:pt modelId="{937F9DA4-9D87-4922-81CF-E0D6E8D752FB}" type="parTrans" cxnId="{8E76A1B9-D838-4986-A9EF-CF716FA47988}">
      <dgm:prSet/>
      <dgm:spPr/>
      <dgm:t>
        <a:bodyPr/>
        <a:lstStyle/>
        <a:p>
          <a:endParaRPr lang="en-US"/>
        </a:p>
      </dgm:t>
    </dgm:pt>
    <dgm:pt modelId="{8CB23624-2FFB-4B81-BA4D-995533269CAA}" type="sibTrans" cxnId="{8E76A1B9-D838-4986-A9EF-CF716FA47988}">
      <dgm:prSet/>
      <dgm:spPr/>
      <dgm:t>
        <a:bodyPr/>
        <a:lstStyle/>
        <a:p>
          <a:endParaRPr lang="en-US"/>
        </a:p>
      </dgm:t>
    </dgm:pt>
    <dgm:pt modelId="{33DE9511-B025-4D8C-A875-E0F307E58C64}">
      <dgm:prSet/>
      <dgm:spPr/>
      <dgm:t>
        <a:bodyPr/>
        <a:lstStyle/>
        <a:p>
          <a:r>
            <a:rPr lang="tr-TR" dirty="0" err="1"/>
            <a:t>Common</a:t>
          </a:r>
          <a:r>
            <a:rPr lang="tr-TR" dirty="0"/>
            <a:t> </a:t>
          </a:r>
          <a:r>
            <a:rPr lang="tr-TR" dirty="0" err="1"/>
            <a:t>decision</a:t>
          </a:r>
          <a:endParaRPr lang="en-US" dirty="0"/>
        </a:p>
      </dgm:t>
    </dgm:pt>
    <dgm:pt modelId="{07F3594D-054D-459D-94A9-0660C2FA3E36}" type="parTrans" cxnId="{DB97F34C-F597-438D-8DD3-42423702388F}">
      <dgm:prSet/>
      <dgm:spPr/>
      <dgm:t>
        <a:bodyPr/>
        <a:lstStyle/>
        <a:p>
          <a:endParaRPr lang="en-US"/>
        </a:p>
      </dgm:t>
    </dgm:pt>
    <dgm:pt modelId="{C6F32D65-5523-4AB6-946F-68196614B95F}" type="sibTrans" cxnId="{DB97F34C-F597-438D-8DD3-42423702388F}">
      <dgm:prSet/>
      <dgm:spPr/>
      <dgm:t>
        <a:bodyPr/>
        <a:lstStyle/>
        <a:p>
          <a:endParaRPr lang="en-US"/>
        </a:p>
      </dgm:t>
    </dgm:pt>
    <dgm:pt modelId="{4BFDC3FF-75E0-4060-8DD5-80D472CA3985}">
      <dgm:prSet/>
      <dgm:spPr/>
      <dgm:t>
        <a:bodyPr/>
        <a:lstStyle/>
        <a:p>
          <a:r>
            <a:rPr lang="en-US"/>
            <a:t>by any of these constituencies</a:t>
          </a:r>
        </a:p>
      </dgm:t>
    </dgm:pt>
    <dgm:pt modelId="{4F931D8C-73B1-40D2-97FF-87A299E2929A}" type="parTrans" cxnId="{C6189738-50BD-4F97-B6FC-A497E25BFD40}">
      <dgm:prSet/>
      <dgm:spPr/>
      <dgm:t>
        <a:bodyPr/>
        <a:lstStyle/>
        <a:p>
          <a:endParaRPr lang="en-US"/>
        </a:p>
      </dgm:t>
    </dgm:pt>
    <dgm:pt modelId="{33EB39BB-EA73-4930-A821-0D3032D7145F}" type="sibTrans" cxnId="{C6189738-50BD-4F97-B6FC-A497E25BFD40}">
      <dgm:prSet/>
      <dgm:spPr/>
      <dgm:t>
        <a:bodyPr/>
        <a:lstStyle/>
        <a:p>
          <a:endParaRPr lang="en-US"/>
        </a:p>
      </dgm:t>
    </dgm:pt>
    <dgm:pt modelId="{03A931C0-44C5-4FFC-9471-A35211824A6B}">
      <dgm:prSet/>
      <dgm:spPr/>
      <dgm:t>
        <a:bodyPr/>
        <a:lstStyle/>
        <a:p>
          <a:r>
            <a:rPr lang="tr-TR" dirty="0" err="1"/>
            <a:t>Power</a:t>
          </a:r>
          <a:r>
            <a:rPr lang="tr-TR" dirty="0"/>
            <a:t> </a:t>
          </a:r>
          <a:r>
            <a:rPr lang="tr-TR" dirty="0" err="1"/>
            <a:t>holders</a:t>
          </a:r>
          <a:endParaRPr lang="en-US" dirty="0"/>
        </a:p>
      </dgm:t>
    </dgm:pt>
    <dgm:pt modelId="{711E9DF9-C6F3-4E1C-B85B-856203106F17}" type="parTrans" cxnId="{C4B9EEAD-1260-4578-BC02-5229D40DC3E4}">
      <dgm:prSet/>
      <dgm:spPr/>
    </dgm:pt>
    <dgm:pt modelId="{F6A52E57-B11E-4217-85FD-1A8D7CE37427}" type="sibTrans" cxnId="{C4B9EEAD-1260-4578-BC02-5229D40DC3E4}">
      <dgm:prSet/>
      <dgm:spPr/>
    </dgm:pt>
    <dgm:pt modelId="{8E355AD8-8B06-41EE-A022-65CC8F11BEF1}">
      <dgm:prSet/>
      <dgm:spPr/>
      <dgm:t>
        <a:bodyPr/>
        <a:lstStyle/>
        <a:p>
          <a:r>
            <a:rPr lang="tr-TR"/>
            <a:t>Decisions </a:t>
          </a:r>
          <a:r>
            <a:rPr lang="tr-TR" dirty="0" err="1"/>
            <a:t>cannot</a:t>
          </a:r>
          <a:r>
            <a:rPr lang="tr-TR" dirty="0"/>
            <a:t> </a:t>
          </a:r>
          <a:r>
            <a:rPr lang="en-US" dirty="0"/>
            <a:t>be made unilaterally </a:t>
          </a:r>
        </a:p>
      </dgm:t>
    </dgm:pt>
    <dgm:pt modelId="{8E9C1AEC-87C7-462A-A0FF-C9F4988CF421}" type="parTrans" cxnId="{436B7968-8862-49FE-A76A-F57448A97AE7}">
      <dgm:prSet/>
      <dgm:spPr/>
    </dgm:pt>
    <dgm:pt modelId="{93B95A2D-3B5D-473F-A714-1EB12C5A8208}" type="sibTrans" cxnId="{436B7968-8862-49FE-A76A-F57448A97AE7}">
      <dgm:prSet/>
      <dgm:spPr/>
    </dgm:pt>
    <dgm:pt modelId="{289F92F2-2395-4AC4-8B97-F2418B12C3BF}" type="pres">
      <dgm:prSet presAssocID="{1E6399AC-ABAD-4BB8-BCD2-2DFBAEE4095B}" presName="linear" presStyleCnt="0">
        <dgm:presLayoutVars>
          <dgm:dir/>
          <dgm:animLvl val="lvl"/>
          <dgm:resizeHandles val="exact"/>
        </dgm:presLayoutVars>
      </dgm:prSet>
      <dgm:spPr/>
    </dgm:pt>
    <dgm:pt modelId="{54A5BAF5-2B07-4D21-90FB-714300284C88}" type="pres">
      <dgm:prSet presAssocID="{03A931C0-44C5-4FFC-9471-A35211824A6B}" presName="parentLin" presStyleCnt="0"/>
      <dgm:spPr/>
    </dgm:pt>
    <dgm:pt modelId="{C06532CF-10EA-4CB7-8EF3-44F73419F547}" type="pres">
      <dgm:prSet presAssocID="{03A931C0-44C5-4FFC-9471-A35211824A6B}" presName="parentLeftMargin" presStyleLbl="node1" presStyleIdx="0" presStyleCnt="2"/>
      <dgm:spPr/>
    </dgm:pt>
    <dgm:pt modelId="{703E9A26-60CE-411E-ADA6-76787B5C7D05}" type="pres">
      <dgm:prSet presAssocID="{03A931C0-44C5-4FFC-9471-A35211824A6B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D98A9E06-0F92-4180-928B-756CDF659D65}" type="pres">
      <dgm:prSet presAssocID="{03A931C0-44C5-4FFC-9471-A35211824A6B}" presName="negativeSpace" presStyleCnt="0"/>
      <dgm:spPr/>
    </dgm:pt>
    <dgm:pt modelId="{4546218F-6B29-463B-989F-22CF3120BE69}" type="pres">
      <dgm:prSet presAssocID="{03A931C0-44C5-4FFC-9471-A35211824A6B}" presName="childText" presStyleLbl="conFgAcc1" presStyleIdx="0" presStyleCnt="2">
        <dgm:presLayoutVars>
          <dgm:bulletEnabled val="1"/>
        </dgm:presLayoutVars>
      </dgm:prSet>
      <dgm:spPr/>
    </dgm:pt>
    <dgm:pt modelId="{02A432A8-22E6-42AF-9D1F-CD584785353D}" type="pres">
      <dgm:prSet presAssocID="{F6A52E57-B11E-4217-85FD-1A8D7CE37427}" presName="spaceBetweenRectangles" presStyleCnt="0"/>
      <dgm:spPr/>
    </dgm:pt>
    <dgm:pt modelId="{196E490F-4A9B-4777-A390-EFF34DD6C64B}" type="pres">
      <dgm:prSet presAssocID="{33DE9511-B025-4D8C-A875-E0F307E58C64}" presName="parentLin" presStyleCnt="0"/>
      <dgm:spPr/>
    </dgm:pt>
    <dgm:pt modelId="{05E2473E-99CF-4CFD-BA99-3945736BFCF9}" type="pres">
      <dgm:prSet presAssocID="{33DE9511-B025-4D8C-A875-E0F307E58C64}" presName="parentLeftMargin" presStyleLbl="node1" presStyleIdx="0" presStyleCnt="2"/>
      <dgm:spPr/>
    </dgm:pt>
    <dgm:pt modelId="{33578145-98AC-4E38-A5BA-062BD7C1E165}" type="pres">
      <dgm:prSet presAssocID="{33DE9511-B025-4D8C-A875-E0F307E58C64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EF01A186-04FE-4B8E-A644-B91BEED5A59C}" type="pres">
      <dgm:prSet presAssocID="{33DE9511-B025-4D8C-A875-E0F307E58C64}" presName="negativeSpace" presStyleCnt="0"/>
      <dgm:spPr/>
    </dgm:pt>
    <dgm:pt modelId="{13980F51-CD92-422F-835F-55F93D20632D}" type="pres">
      <dgm:prSet presAssocID="{33DE9511-B025-4D8C-A875-E0F307E58C64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BF7A171E-3584-44BB-99DD-A9F100D28701}" type="presOf" srcId="{4A138EFF-0E81-4949-B810-875D34018ECB}" destId="{4546218F-6B29-463B-989F-22CF3120BE69}" srcOrd="0" destOrd="0" presId="urn:microsoft.com/office/officeart/2005/8/layout/list1"/>
    <dgm:cxn modelId="{EA4AAF25-58B3-4487-A4E4-14F41EF1D2CC}" type="presOf" srcId="{03A931C0-44C5-4FFC-9471-A35211824A6B}" destId="{703E9A26-60CE-411E-ADA6-76787B5C7D05}" srcOrd="1" destOrd="0" presId="urn:microsoft.com/office/officeart/2005/8/layout/list1"/>
    <dgm:cxn modelId="{C6189738-50BD-4F97-B6FC-A497E25BFD40}" srcId="{33DE9511-B025-4D8C-A875-E0F307E58C64}" destId="{4BFDC3FF-75E0-4060-8DD5-80D472CA3985}" srcOrd="1" destOrd="0" parTransId="{4F931D8C-73B1-40D2-97FF-87A299E2929A}" sibTransId="{33EB39BB-EA73-4930-A821-0D3032D7145F}"/>
    <dgm:cxn modelId="{2EEC943A-3D23-4C1C-A8F9-B11D3133B18D}" srcId="{03A931C0-44C5-4FFC-9471-A35211824A6B}" destId="{4AE58403-CEAD-4F1B-8C93-ED5E0FD1D062}" srcOrd="4" destOrd="0" parTransId="{9339D1AB-59DE-4580-B195-A34B2406F2F9}" sibTransId="{4E556ECF-9AC6-4363-9783-F4526032B0F3}"/>
    <dgm:cxn modelId="{4BF1073C-2F70-459B-8DC8-CB4E8C39EB5D}" type="presOf" srcId="{4BFDC3FF-75E0-4060-8DD5-80D472CA3985}" destId="{13980F51-CD92-422F-835F-55F93D20632D}" srcOrd="0" destOrd="1" presId="urn:microsoft.com/office/officeart/2005/8/layout/list1"/>
    <dgm:cxn modelId="{0FA09F60-CC74-484E-A905-D538CABE6D0F}" type="presOf" srcId="{8E355AD8-8B06-41EE-A022-65CC8F11BEF1}" destId="{13980F51-CD92-422F-835F-55F93D20632D}" srcOrd="0" destOrd="0" presId="urn:microsoft.com/office/officeart/2005/8/layout/list1"/>
    <dgm:cxn modelId="{EC9B8663-608D-4D6D-B3F2-0DA9F78A7FAD}" type="presOf" srcId="{4AE58403-CEAD-4F1B-8C93-ED5E0FD1D062}" destId="{4546218F-6B29-463B-989F-22CF3120BE69}" srcOrd="0" destOrd="4" presId="urn:microsoft.com/office/officeart/2005/8/layout/list1"/>
    <dgm:cxn modelId="{436B7968-8862-49FE-A76A-F57448A97AE7}" srcId="{33DE9511-B025-4D8C-A875-E0F307E58C64}" destId="{8E355AD8-8B06-41EE-A022-65CC8F11BEF1}" srcOrd="0" destOrd="0" parTransId="{8E9C1AEC-87C7-462A-A0FF-C9F4988CF421}" sibTransId="{93B95A2D-3B5D-473F-A714-1EB12C5A8208}"/>
    <dgm:cxn modelId="{DB97F34C-F597-438D-8DD3-42423702388F}" srcId="{1E6399AC-ABAD-4BB8-BCD2-2DFBAEE4095B}" destId="{33DE9511-B025-4D8C-A875-E0F307E58C64}" srcOrd="1" destOrd="0" parTransId="{07F3594D-054D-459D-94A9-0660C2FA3E36}" sibTransId="{C6F32D65-5523-4AB6-946F-68196614B95F}"/>
    <dgm:cxn modelId="{19B0774D-B377-47A0-BB13-B388D7D7A380}" srcId="{03A931C0-44C5-4FFC-9471-A35211824A6B}" destId="{5C505AD4-CA90-465C-A20D-3951EE9D6B35}" srcOrd="2" destOrd="0" parTransId="{60F4F790-C77C-438E-A200-4143C50114D7}" sibTransId="{6E3A551F-7729-4938-B59C-D7839F2D1395}"/>
    <dgm:cxn modelId="{37FADD6E-F99C-4AAB-8FE9-D16569BFF8C9}" type="presOf" srcId="{A101320F-B69B-4E84-BD13-A3EC0538C38B}" destId="{4546218F-6B29-463B-989F-22CF3120BE69}" srcOrd="0" destOrd="5" presId="urn:microsoft.com/office/officeart/2005/8/layout/list1"/>
    <dgm:cxn modelId="{6CA64E50-9D69-4D47-9D9B-3CF8206A9E74}" type="presOf" srcId="{33DE9511-B025-4D8C-A875-E0F307E58C64}" destId="{05E2473E-99CF-4CFD-BA99-3945736BFCF9}" srcOrd="0" destOrd="0" presId="urn:microsoft.com/office/officeart/2005/8/layout/list1"/>
    <dgm:cxn modelId="{6D904A80-8C78-4598-8D17-9271170EBBFD}" type="presOf" srcId="{9C98A023-4982-454E-8AFB-EEDF05462187}" destId="{4546218F-6B29-463B-989F-22CF3120BE69}" srcOrd="0" destOrd="1" presId="urn:microsoft.com/office/officeart/2005/8/layout/list1"/>
    <dgm:cxn modelId="{C2BB8FAD-8842-4078-A259-C970143C22DC}" srcId="{03A931C0-44C5-4FFC-9471-A35211824A6B}" destId="{9C98A023-4982-454E-8AFB-EEDF05462187}" srcOrd="1" destOrd="0" parTransId="{BD6A8548-0E92-4780-ACD3-16FAF9595419}" sibTransId="{4B566A49-E67B-4828-978F-585D005D9F9D}"/>
    <dgm:cxn modelId="{C4B9EEAD-1260-4578-BC02-5229D40DC3E4}" srcId="{1E6399AC-ABAD-4BB8-BCD2-2DFBAEE4095B}" destId="{03A931C0-44C5-4FFC-9471-A35211824A6B}" srcOrd="0" destOrd="0" parTransId="{711E9DF9-C6F3-4E1C-B85B-856203106F17}" sibTransId="{F6A52E57-B11E-4217-85FD-1A8D7CE37427}"/>
    <dgm:cxn modelId="{8E76A1B9-D838-4986-A9EF-CF716FA47988}" srcId="{03A931C0-44C5-4FFC-9471-A35211824A6B}" destId="{A101320F-B69B-4E84-BD13-A3EC0538C38B}" srcOrd="5" destOrd="0" parTransId="{937F9DA4-9D87-4922-81CF-E0D6E8D752FB}" sibTransId="{8CB23624-2FFB-4B81-BA4D-995533269CAA}"/>
    <dgm:cxn modelId="{7DF920BE-83EB-41E4-87AF-B70D7DCCA48E}" type="presOf" srcId="{5C505AD4-CA90-465C-A20D-3951EE9D6B35}" destId="{4546218F-6B29-463B-989F-22CF3120BE69}" srcOrd="0" destOrd="2" presId="urn:microsoft.com/office/officeart/2005/8/layout/list1"/>
    <dgm:cxn modelId="{0E906ACE-4F64-4846-9B6A-880CCEE7B09A}" srcId="{03A931C0-44C5-4FFC-9471-A35211824A6B}" destId="{0F13E34D-9582-490D-A57D-DCD5C73922E4}" srcOrd="3" destOrd="0" parTransId="{7368AE68-6B12-4117-A0DA-F0527AAD26D5}" sibTransId="{B24849AD-6A44-4CDF-9A26-3A0E07F3B041}"/>
    <dgm:cxn modelId="{AF9A7BE2-C194-4352-883C-26E99E108142}" type="presOf" srcId="{03A931C0-44C5-4FFC-9471-A35211824A6B}" destId="{C06532CF-10EA-4CB7-8EF3-44F73419F547}" srcOrd="0" destOrd="0" presId="urn:microsoft.com/office/officeart/2005/8/layout/list1"/>
    <dgm:cxn modelId="{58B7D9E4-96C1-4F48-9B67-699AED4C0F32}" type="presOf" srcId="{33DE9511-B025-4D8C-A875-E0F307E58C64}" destId="{33578145-98AC-4E38-A5BA-062BD7C1E165}" srcOrd="1" destOrd="0" presId="urn:microsoft.com/office/officeart/2005/8/layout/list1"/>
    <dgm:cxn modelId="{DF1149E8-AF8D-4555-BEF2-7BD67DF848F0}" srcId="{03A931C0-44C5-4FFC-9471-A35211824A6B}" destId="{4A138EFF-0E81-4949-B810-875D34018ECB}" srcOrd="0" destOrd="0" parTransId="{8587101B-FE33-4A8B-8E04-BC254F56AC57}" sibTransId="{94EACE50-AB13-41C3-840B-5FDC47E59FA9}"/>
    <dgm:cxn modelId="{990D10EC-5458-4065-9CAB-EE1E9C33FC91}" type="presOf" srcId="{1E6399AC-ABAD-4BB8-BCD2-2DFBAEE4095B}" destId="{289F92F2-2395-4AC4-8B97-F2418B12C3BF}" srcOrd="0" destOrd="0" presId="urn:microsoft.com/office/officeart/2005/8/layout/list1"/>
    <dgm:cxn modelId="{1F3C8AF4-00D6-40D3-9E33-C720C0817CDC}" type="presOf" srcId="{0F13E34D-9582-490D-A57D-DCD5C73922E4}" destId="{4546218F-6B29-463B-989F-22CF3120BE69}" srcOrd="0" destOrd="3" presId="urn:microsoft.com/office/officeart/2005/8/layout/list1"/>
    <dgm:cxn modelId="{321AFD36-7C9C-4D6D-B0D7-42115A3A8AD4}" type="presParOf" srcId="{289F92F2-2395-4AC4-8B97-F2418B12C3BF}" destId="{54A5BAF5-2B07-4D21-90FB-714300284C88}" srcOrd="0" destOrd="0" presId="urn:microsoft.com/office/officeart/2005/8/layout/list1"/>
    <dgm:cxn modelId="{CF80ED64-5172-4794-A9F4-33A256FBB64C}" type="presParOf" srcId="{54A5BAF5-2B07-4D21-90FB-714300284C88}" destId="{C06532CF-10EA-4CB7-8EF3-44F73419F547}" srcOrd="0" destOrd="0" presId="urn:microsoft.com/office/officeart/2005/8/layout/list1"/>
    <dgm:cxn modelId="{5A4B5C04-2CE2-4AA9-A917-38D35C3A3E20}" type="presParOf" srcId="{54A5BAF5-2B07-4D21-90FB-714300284C88}" destId="{703E9A26-60CE-411E-ADA6-76787B5C7D05}" srcOrd="1" destOrd="0" presId="urn:microsoft.com/office/officeart/2005/8/layout/list1"/>
    <dgm:cxn modelId="{6BFE1BEA-4DE1-4AEA-B503-14AD152A8604}" type="presParOf" srcId="{289F92F2-2395-4AC4-8B97-F2418B12C3BF}" destId="{D98A9E06-0F92-4180-928B-756CDF659D65}" srcOrd="1" destOrd="0" presId="urn:microsoft.com/office/officeart/2005/8/layout/list1"/>
    <dgm:cxn modelId="{7B2FCAC4-27B0-42D1-870C-E851DC9175DE}" type="presParOf" srcId="{289F92F2-2395-4AC4-8B97-F2418B12C3BF}" destId="{4546218F-6B29-463B-989F-22CF3120BE69}" srcOrd="2" destOrd="0" presId="urn:microsoft.com/office/officeart/2005/8/layout/list1"/>
    <dgm:cxn modelId="{995972E9-6075-4329-AB7A-82B0DE7F574E}" type="presParOf" srcId="{289F92F2-2395-4AC4-8B97-F2418B12C3BF}" destId="{02A432A8-22E6-42AF-9D1F-CD584785353D}" srcOrd="3" destOrd="0" presId="urn:microsoft.com/office/officeart/2005/8/layout/list1"/>
    <dgm:cxn modelId="{CCBCB591-7F79-4187-BC6E-4703B5474CD7}" type="presParOf" srcId="{289F92F2-2395-4AC4-8B97-F2418B12C3BF}" destId="{196E490F-4A9B-4777-A390-EFF34DD6C64B}" srcOrd="4" destOrd="0" presId="urn:microsoft.com/office/officeart/2005/8/layout/list1"/>
    <dgm:cxn modelId="{77272F00-C59F-44EC-9EDB-EC963EC410FE}" type="presParOf" srcId="{196E490F-4A9B-4777-A390-EFF34DD6C64B}" destId="{05E2473E-99CF-4CFD-BA99-3945736BFCF9}" srcOrd="0" destOrd="0" presId="urn:microsoft.com/office/officeart/2005/8/layout/list1"/>
    <dgm:cxn modelId="{473E4381-0608-4D74-9803-E429522C7972}" type="presParOf" srcId="{196E490F-4A9B-4777-A390-EFF34DD6C64B}" destId="{33578145-98AC-4E38-A5BA-062BD7C1E165}" srcOrd="1" destOrd="0" presId="urn:microsoft.com/office/officeart/2005/8/layout/list1"/>
    <dgm:cxn modelId="{6E8A7535-5477-4AE7-AE50-9BB3D0FCD356}" type="presParOf" srcId="{289F92F2-2395-4AC4-8B97-F2418B12C3BF}" destId="{EF01A186-04FE-4B8E-A644-B91BEED5A59C}" srcOrd="5" destOrd="0" presId="urn:microsoft.com/office/officeart/2005/8/layout/list1"/>
    <dgm:cxn modelId="{3ACCE636-0FA9-40C8-B309-E47DB721C42D}" type="presParOf" srcId="{289F92F2-2395-4AC4-8B97-F2418B12C3BF}" destId="{13980F51-CD92-422F-835F-55F93D20632D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8.xml><?xml version="1.0" encoding="utf-8"?>
<dgm:dataModel xmlns:dgm="http://schemas.openxmlformats.org/drawingml/2006/diagram" xmlns:a="http://schemas.openxmlformats.org/drawingml/2006/main">
  <dgm:ptLst>
    <dgm:pt modelId="{B20E6761-A54B-4180-811E-2971DADDA91F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3ACF8CA7-609A-4AA9-9963-F562B6F76BF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there is no perfect solution </a:t>
          </a:r>
        </a:p>
      </dgm:t>
    </dgm:pt>
    <dgm:pt modelId="{B62783EA-339C-4566-A23E-4732FC6ADA8F}" type="parTrans" cxnId="{1956D2BB-78D0-497E-8393-91B543CDD5CE}">
      <dgm:prSet/>
      <dgm:spPr/>
      <dgm:t>
        <a:bodyPr/>
        <a:lstStyle/>
        <a:p>
          <a:endParaRPr lang="en-US"/>
        </a:p>
      </dgm:t>
    </dgm:pt>
    <dgm:pt modelId="{F7A5332D-BEEE-4FBD-B087-2F046AF47BE0}" type="sibTrans" cxnId="{1956D2BB-78D0-497E-8393-91B543CDD5CE}">
      <dgm:prSet/>
      <dgm:spPr/>
      <dgm:t>
        <a:bodyPr/>
        <a:lstStyle/>
        <a:p>
          <a:endParaRPr lang="en-US"/>
        </a:p>
      </dgm:t>
    </dgm:pt>
    <dgm:pt modelId="{895F564C-544E-4C70-AD6B-7765520A309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for consensus development</a:t>
          </a:r>
        </a:p>
      </dgm:t>
    </dgm:pt>
    <dgm:pt modelId="{51BF3D77-7B4D-4E09-BDB7-161B71026D72}" type="parTrans" cxnId="{CCF1E61F-3D0B-4C52-93B1-C359D4FD1D38}">
      <dgm:prSet/>
      <dgm:spPr/>
      <dgm:t>
        <a:bodyPr/>
        <a:lstStyle/>
        <a:p>
          <a:endParaRPr lang="en-US"/>
        </a:p>
      </dgm:t>
    </dgm:pt>
    <dgm:pt modelId="{0E9833C0-E03B-4084-92B5-62581D2BF133}" type="sibTrans" cxnId="{CCF1E61F-3D0B-4C52-93B1-C359D4FD1D38}">
      <dgm:prSet/>
      <dgm:spPr/>
      <dgm:t>
        <a:bodyPr/>
        <a:lstStyle/>
        <a:p>
          <a:endParaRPr lang="en-US"/>
        </a:p>
      </dgm:t>
    </dgm:pt>
    <dgm:pt modelId="{6A7E9E8C-65B4-4694-9A9B-233887997DF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change is difficult</a:t>
          </a:r>
        </a:p>
      </dgm:t>
    </dgm:pt>
    <dgm:pt modelId="{7D590B83-6AA4-4426-98CC-8CF555A1DDDD}" type="parTrans" cxnId="{99631CEE-785D-440F-B2D3-32C92103AF78}">
      <dgm:prSet/>
      <dgm:spPr/>
      <dgm:t>
        <a:bodyPr/>
        <a:lstStyle/>
        <a:p>
          <a:endParaRPr lang="en-US"/>
        </a:p>
      </dgm:t>
    </dgm:pt>
    <dgm:pt modelId="{12818FEF-43B9-4559-8B41-5CACDDED6096}" type="sibTrans" cxnId="{99631CEE-785D-440F-B2D3-32C92103AF78}">
      <dgm:prSet/>
      <dgm:spPr/>
      <dgm:t>
        <a:bodyPr/>
        <a:lstStyle/>
        <a:p>
          <a:endParaRPr lang="en-US"/>
        </a:p>
      </dgm:t>
    </dgm:pt>
    <dgm:pt modelId="{AB4941A0-5A59-40BA-ACBE-03D0B103C32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consensus forces compromise</a:t>
          </a:r>
        </a:p>
      </dgm:t>
    </dgm:pt>
    <dgm:pt modelId="{B0828053-54AE-46AD-BBD8-A45C400013FD}" type="parTrans" cxnId="{2248153A-DD98-4BB6-BABF-32305B37247C}">
      <dgm:prSet/>
      <dgm:spPr/>
      <dgm:t>
        <a:bodyPr/>
        <a:lstStyle/>
        <a:p>
          <a:endParaRPr lang="en-US"/>
        </a:p>
      </dgm:t>
    </dgm:pt>
    <dgm:pt modelId="{855D601A-1DC3-4A68-9637-A290FB4DDF99}" type="sibTrans" cxnId="{2248153A-DD98-4BB6-BABF-32305B37247C}">
      <dgm:prSet/>
      <dgm:spPr/>
      <dgm:t>
        <a:bodyPr/>
        <a:lstStyle/>
        <a:p>
          <a:endParaRPr lang="en-US"/>
        </a:p>
      </dgm:t>
    </dgm:pt>
    <dgm:pt modelId="{6D231926-609D-45E3-8E39-0F6C7E0E1B5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one constant characteristic of consensus</a:t>
          </a:r>
          <a:r>
            <a:rPr lang="tr-TR"/>
            <a:t> </a:t>
          </a:r>
          <a:r>
            <a:rPr lang="en-US"/>
            <a:t>software development</a:t>
          </a:r>
        </a:p>
      </dgm:t>
    </dgm:pt>
    <dgm:pt modelId="{2E2D94DB-3593-4804-B5F9-B68EAC2E2B54}" type="parTrans" cxnId="{78C3E9C4-D4CB-4C12-8C9D-A274AFE16F3C}">
      <dgm:prSet/>
      <dgm:spPr/>
      <dgm:t>
        <a:bodyPr/>
        <a:lstStyle/>
        <a:p>
          <a:endParaRPr lang="en-US"/>
        </a:p>
      </dgm:t>
    </dgm:pt>
    <dgm:pt modelId="{0F609AA4-AB08-4D24-B1E0-BFEFDCF010A6}" type="sibTrans" cxnId="{78C3E9C4-D4CB-4C12-8C9D-A274AFE16F3C}">
      <dgm:prSet/>
      <dgm:spPr/>
      <dgm:t>
        <a:bodyPr/>
        <a:lstStyle/>
        <a:p>
          <a:endParaRPr lang="en-US"/>
        </a:p>
      </dgm:t>
    </dgm:pt>
    <dgm:pt modelId="{37DAB2DC-CA56-43BD-AC0B-55D7A896B02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Weakness or Strength?</a:t>
          </a:r>
          <a:endParaRPr lang="en-US"/>
        </a:p>
      </dgm:t>
    </dgm:pt>
    <dgm:pt modelId="{45EE8AE9-0F4C-4F7A-9069-D3E5E2D6711A}" type="parTrans" cxnId="{90BF9A71-E8D0-4C5C-9B98-622D46E7AF5C}">
      <dgm:prSet/>
      <dgm:spPr/>
      <dgm:t>
        <a:bodyPr/>
        <a:lstStyle/>
        <a:p>
          <a:endParaRPr lang="en-US"/>
        </a:p>
      </dgm:t>
    </dgm:pt>
    <dgm:pt modelId="{4C227CC0-64BF-4A44-9CC7-3447CD5AD3BC}" type="sibTrans" cxnId="{90BF9A71-E8D0-4C5C-9B98-622D46E7AF5C}">
      <dgm:prSet/>
      <dgm:spPr/>
      <dgm:t>
        <a:bodyPr/>
        <a:lstStyle/>
        <a:p>
          <a:endParaRPr lang="en-US"/>
        </a:p>
      </dgm:t>
    </dgm:pt>
    <dgm:pt modelId="{DD581A67-BBAD-4973-8916-0047778265B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Some see this as a weakness of consensus systems. </a:t>
          </a:r>
        </a:p>
      </dgm:t>
    </dgm:pt>
    <dgm:pt modelId="{1BFCC73E-3016-409D-A2B9-2B96553B92DB}" type="parTrans" cxnId="{0AF1FA4E-8AC1-4A3F-AC7D-4D1E6114FC89}">
      <dgm:prSet/>
      <dgm:spPr/>
      <dgm:t>
        <a:bodyPr/>
        <a:lstStyle/>
        <a:p>
          <a:endParaRPr lang="en-US"/>
        </a:p>
      </dgm:t>
    </dgm:pt>
    <dgm:pt modelId="{A3E0858A-599E-4172-921D-D95581C9B64C}" type="sibTrans" cxnId="{0AF1FA4E-8AC1-4A3F-AC7D-4D1E6114FC89}">
      <dgm:prSet/>
      <dgm:spPr/>
      <dgm:t>
        <a:bodyPr/>
        <a:lstStyle/>
        <a:p>
          <a:endParaRPr lang="en-US"/>
        </a:p>
      </dgm:t>
    </dgm:pt>
    <dgm:pt modelId="{4056F6F0-957D-42E5-9DFC-8D0305EE8CC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Some others</a:t>
          </a:r>
          <a:r>
            <a:rPr lang="en-US"/>
            <a:t> see it, as the system’s greatest strength.</a:t>
          </a:r>
        </a:p>
      </dgm:t>
    </dgm:pt>
    <dgm:pt modelId="{23BF49DF-D221-4E86-94CE-2730E84B31D2}" type="parTrans" cxnId="{54383D3C-215A-4B2F-B85A-6873D05E6B9A}">
      <dgm:prSet/>
      <dgm:spPr/>
      <dgm:t>
        <a:bodyPr/>
        <a:lstStyle/>
        <a:p>
          <a:endParaRPr lang="en-US"/>
        </a:p>
      </dgm:t>
    </dgm:pt>
    <dgm:pt modelId="{1538EBD6-87D7-40DE-9911-EAD3EF1DF18C}" type="sibTrans" cxnId="{54383D3C-215A-4B2F-B85A-6873D05E6B9A}">
      <dgm:prSet/>
      <dgm:spPr/>
      <dgm:t>
        <a:bodyPr/>
        <a:lstStyle/>
        <a:p>
          <a:endParaRPr lang="en-US"/>
        </a:p>
      </dgm:t>
    </dgm:pt>
    <dgm:pt modelId="{D3D9963B-C032-4409-A472-6412072944EA}" type="pres">
      <dgm:prSet presAssocID="{B20E6761-A54B-4180-811E-2971DADDA91F}" presName="root" presStyleCnt="0">
        <dgm:presLayoutVars>
          <dgm:dir/>
          <dgm:resizeHandles val="exact"/>
        </dgm:presLayoutVars>
      </dgm:prSet>
      <dgm:spPr/>
    </dgm:pt>
    <dgm:pt modelId="{8164D3D4-53BC-448C-9E62-0CF07C0C414D}" type="pres">
      <dgm:prSet presAssocID="{3ACF8CA7-609A-4AA9-9963-F562B6F76BF4}" presName="compNode" presStyleCnt="0"/>
      <dgm:spPr/>
    </dgm:pt>
    <dgm:pt modelId="{061EBFC3-8495-4C79-AEA8-A8DDCB60046D}" type="pres">
      <dgm:prSet presAssocID="{3ACF8CA7-609A-4AA9-9963-F562B6F76BF4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nay işareti"/>
        </a:ext>
      </dgm:extLst>
    </dgm:pt>
    <dgm:pt modelId="{35A40D02-0C59-4AB8-AEB0-E70A771AB383}" type="pres">
      <dgm:prSet presAssocID="{3ACF8CA7-609A-4AA9-9963-F562B6F76BF4}" presName="iconSpace" presStyleCnt="0"/>
      <dgm:spPr/>
    </dgm:pt>
    <dgm:pt modelId="{F57C048C-A760-4E29-8DBA-1C1BCF480208}" type="pres">
      <dgm:prSet presAssocID="{3ACF8CA7-609A-4AA9-9963-F562B6F76BF4}" presName="parTx" presStyleLbl="revTx" presStyleIdx="0" presStyleCnt="6">
        <dgm:presLayoutVars>
          <dgm:chMax val="0"/>
          <dgm:chPref val="0"/>
        </dgm:presLayoutVars>
      </dgm:prSet>
      <dgm:spPr/>
    </dgm:pt>
    <dgm:pt modelId="{F9EFE21C-1F4D-4C9B-83B4-524CEC4C9C5C}" type="pres">
      <dgm:prSet presAssocID="{3ACF8CA7-609A-4AA9-9963-F562B6F76BF4}" presName="txSpace" presStyleCnt="0"/>
      <dgm:spPr/>
    </dgm:pt>
    <dgm:pt modelId="{C92BA455-2726-4A68-B0A2-3808741F08EA}" type="pres">
      <dgm:prSet presAssocID="{3ACF8CA7-609A-4AA9-9963-F562B6F76BF4}" presName="desTx" presStyleLbl="revTx" presStyleIdx="1" presStyleCnt="6">
        <dgm:presLayoutVars/>
      </dgm:prSet>
      <dgm:spPr/>
    </dgm:pt>
    <dgm:pt modelId="{D6BA6D0D-F8D4-4DE3-865E-6A2EB7B504F1}" type="pres">
      <dgm:prSet presAssocID="{F7A5332D-BEEE-4FBD-B087-2F046AF47BE0}" presName="sibTrans" presStyleCnt="0"/>
      <dgm:spPr/>
    </dgm:pt>
    <dgm:pt modelId="{A448F4CB-BA2F-429B-BEF8-B3AF478727E7}" type="pres">
      <dgm:prSet presAssocID="{6A7E9E8C-65B4-4694-9A9B-233887997DF7}" presName="compNode" presStyleCnt="0"/>
      <dgm:spPr/>
    </dgm:pt>
    <dgm:pt modelId="{EB02605F-74C7-4167-BE01-2F3EC2439600}" type="pres">
      <dgm:prSet presAssocID="{6A7E9E8C-65B4-4694-9A9B-233887997DF7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Head with Gears"/>
        </a:ext>
      </dgm:extLst>
    </dgm:pt>
    <dgm:pt modelId="{2C115F53-7388-4997-BA29-6A49FC520C6B}" type="pres">
      <dgm:prSet presAssocID="{6A7E9E8C-65B4-4694-9A9B-233887997DF7}" presName="iconSpace" presStyleCnt="0"/>
      <dgm:spPr/>
    </dgm:pt>
    <dgm:pt modelId="{853D4B64-AC70-4BD9-84D1-DE55EE048A1E}" type="pres">
      <dgm:prSet presAssocID="{6A7E9E8C-65B4-4694-9A9B-233887997DF7}" presName="parTx" presStyleLbl="revTx" presStyleIdx="2" presStyleCnt="6">
        <dgm:presLayoutVars>
          <dgm:chMax val="0"/>
          <dgm:chPref val="0"/>
        </dgm:presLayoutVars>
      </dgm:prSet>
      <dgm:spPr/>
    </dgm:pt>
    <dgm:pt modelId="{709D3BB1-899B-4A5D-8FF3-F7A5D0617CA2}" type="pres">
      <dgm:prSet presAssocID="{6A7E9E8C-65B4-4694-9A9B-233887997DF7}" presName="txSpace" presStyleCnt="0"/>
      <dgm:spPr/>
    </dgm:pt>
    <dgm:pt modelId="{5B0037AD-2664-48D2-8AE8-CEA3969243C7}" type="pres">
      <dgm:prSet presAssocID="{6A7E9E8C-65B4-4694-9A9B-233887997DF7}" presName="desTx" presStyleLbl="revTx" presStyleIdx="3" presStyleCnt="6">
        <dgm:presLayoutVars/>
      </dgm:prSet>
      <dgm:spPr/>
    </dgm:pt>
    <dgm:pt modelId="{E9E13FE0-2666-4F17-91AA-104BC597F121}" type="pres">
      <dgm:prSet presAssocID="{12818FEF-43B9-4559-8B41-5CACDDED6096}" presName="sibTrans" presStyleCnt="0"/>
      <dgm:spPr/>
    </dgm:pt>
    <dgm:pt modelId="{5279530E-64F5-4AD8-9617-E7809E5E5E7A}" type="pres">
      <dgm:prSet presAssocID="{37DAB2DC-CA56-43BD-AC0B-55D7A896B025}" presName="compNode" presStyleCnt="0"/>
      <dgm:spPr/>
    </dgm:pt>
    <dgm:pt modelId="{3B9BC60E-36A7-4FDE-9688-D3366539F1C0}" type="pres">
      <dgm:prSet presAssocID="{37DAB2DC-CA56-43BD-AC0B-55D7A896B025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uscle Arm"/>
        </a:ext>
      </dgm:extLst>
    </dgm:pt>
    <dgm:pt modelId="{D7EB1A01-44EE-4BD5-9A24-28A0E5584B9C}" type="pres">
      <dgm:prSet presAssocID="{37DAB2DC-CA56-43BD-AC0B-55D7A896B025}" presName="iconSpace" presStyleCnt="0"/>
      <dgm:spPr/>
    </dgm:pt>
    <dgm:pt modelId="{A65F17DC-9858-4078-8AA1-CBABAB1E1C66}" type="pres">
      <dgm:prSet presAssocID="{37DAB2DC-CA56-43BD-AC0B-55D7A896B025}" presName="parTx" presStyleLbl="revTx" presStyleIdx="4" presStyleCnt="6">
        <dgm:presLayoutVars>
          <dgm:chMax val="0"/>
          <dgm:chPref val="0"/>
        </dgm:presLayoutVars>
      </dgm:prSet>
      <dgm:spPr/>
    </dgm:pt>
    <dgm:pt modelId="{7DD23CDB-D823-4924-A73B-574F37BCD2EC}" type="pres">
      <dgm:prSet presAssocID="{37DAB2DC-CA56-43BD-AC0B-55D7A896B025}" presName="txSpace" presStyleCnt="0"/>
      <dgm:spPr/>
    </dgm:pt>
    <dgm:pt modelId="{6870FE22-88A0-498B-BF75-7E9C3F628E76}" type="pres">
      <dgm:prSet presAssocID="{37DAB2DC-CA56-43BD-AC0B-55D7A896B025}" presName="desTx" presStyleLbl="revTx" presStyleIdx="5" presStyleCnt="6">
        <dgm:presLayoutVars/>
      </dgm:prSet>
      <dgm:spPr/>
    </dgm:pt>
  </dgm:ptLst>
  <dgm:cxnLst>
    <dgm:cxn modelId="{B616DB13-CEE1-4040-A56C-FD020B8CB2CC}" type="presOf" srcId="{6D231926-609D-45E3-8E39-0F6C7E0E1B50}" destId="{5B0037AD-2664-48D2-8AE8-CEA3969243C7}" srcOrd="0" destOrd="1" presId="urn:microsoft.com/office/officeart/2018/5/layout/CenteredIconLabelDescriptionList"/>
    <dgm:cxn modelId="{CCF1E61F-3D0B-4C52-93B1-C359D4FD1D38}" srcId="{3ACF8CA7-609A-4AA9-9963-F562B6F76BF4}" destId="{895F564C-544E-4C70-AD6B-7765520A3090}" srcOrd="0" destOrd="0" parTransId="{51BF3D77-7B4D-4E09-BDB7-161B71026D72}" sibTransId="{0E9833C0-E03B-4084-92B5-62581D2BF133}"/>
    <dgm:cxn modelId="{2248153A-DD98-4BB6-BABF-32305B37247C}" srcId="{6A7E9E8C-65B4-4694-9A9B-233887997DF7}" destId="{AB4941A0-5A59-40BA-ACBE-03D0B103C323}" srcOrd="0" destOrd="0" parTransId="{B0828053-54AE-46AD-BBD8-A45C400013FD}" sibTransId="{855D601A-1DC3-4A68-9637-A290FB4DDF99}"/>
    <dgm:cxn modelId="{54383D3C-215A-4B2F-B85A-6873D05E6B9A}" srcId="{37DAB2DC-CA56-43BD-AC0B-55D7A896B025}" destId="{4056F6F0-957D-42E5-9DFC-8D0305EE8CCC}" srcOrd="1" destOrd="0" parTransId="{23BF49DF-D221-4E86-94CE-2730E84B31D2}" sibTransId="{1538EBD6-87D7-40DE-9911-EAD3EF1DF18C}"/>
    <dgm:cxn modelId="{E6ACB74E-C1C8-44AE-BB4B-95E5FCBCF382}" type="presOf" srcId="{6A7E9E8C-65B4-4694-9A9B-233887997DF7}" destId="{853D4B64-AC70-4BD9-84D1-DE55EE048A1E}" srcOrd="0" destOrd="0" presId="urn:microsoft.com/office/officeart/2018/5/layout/CenteredIconLabelDescriptionList"/>
    <dgm:cxn modelId="{0AF1FA4E-8AC1-4A3F-AC7D-4D1E6114FC89}" srcId="{37DAB2DC-CA56-43BD-AC0B-55D7A896B025}" destId="{DD581A67-BBAD-4973-8916-0047778265B8}" srcOrd="0" destOrd="0" parTransId="{1BFCC73E-3016-409D-A2B9-2B96553B92DB}" sibTransId="{A3E0858A-599E-4172-921D-D95581C9B64C}"/>
    <dgm:cxn modelId="{90BF9A71-E8D0-4C5C-9B98-622D46E7AF5C}" srcId="{B20E6761-A54B-4180-811E-2971DADDA91F}" destId="{37DAB2DC-CA56-43BD-AC0B-55D7A896B025}" srcOrd="2" destOrd="0" parTransId="{45EE8AE9-0F4C-4F7A-9069-D3E5E2D6711A}" sibTransId="{4C227CC0-64BF-4A44-9CC7-3447CD5AD3BC}"/>
    <dgm:cxn modelId="{07C59F72-215B-48F4-BE2F-3FD2B79167AB}" type="presOf" srcId="{B20E6761-A54B-4180-811E-2971DADDA91F}" destId="{D3D9963B-C032-4409-A472-6412072944EA}" srcOrd="0" destOrd="0" presId="urn:microsoft.com/office/officeart/2018/5/layout/CenteredIconLabelDescriptionList"/>
    <dgm:cxn modelId="{D8CEB68E-2F98-4C65-B0CB-950A80F6C9AA}" type="presOf" srcId="{3ACF8CA7-609A-4AA9-9963-F562B6F76BF4}" destId="{F57C048C-A760-4E29-8DBA-1C1BCF480208}" srcOrd="0" destOrd="0" presId="urn:microsoft.com/office/officeart/2018/5/layout/CenteredIconLabelDescriptionList"/>
    <dgm:cxn modelId="{5E968592-EE41-4C11-9B67-B7C6A81A9788}" type="presOf" srcId="{AB4941A0-5A59-40BA-ACBE-03D0B103C323}" destId="{5B0037AD-2664-48D2-8AE8-CEA3969243C7}" srcOrd="0" destOrd="0" presId="urn:microsoft.com/office/officeart/2018/5/layout/CenteredIconLabelDescriptionList"/>
    <dgm:cxn modelId="{1956D2BB-78D0-497E-8393-91B543CDD5CE}" srcId="{B20E6761-A54B-4180-811E-2971DADDA91F}" destId="{3ACF8CA7-609A-4AA9-9963-F562B6F76BF4}" srcOrd="0" destOrd="0" parTransId="{B62783EA-339C-4566-A23E-4732FC6ADA8F}" sibTransId="{F7A5332D-BEEE-4FBD-B087-2F046AF47BE0}"/>
    <dgm:cxn modelId="{78C3E9C4-D4CB-4C12-8C9D-A274AFE16F3C}" srcId="{6A7E9E8C-65B4-4694-9A9B-233887997DF7}" destId="{6D231926-609D-45E3-8E39-0F6C7E0E1B50}" srcOrd="1" destOrd="0" parTransId="{2E2D94DB-3593-4804-B5F9-B68EAC2E2B54}" sibTransId="{0F609AA4-AB08-4D24-B1E0-BFEFDCF010A6}"/>
    <dgm:cxn modelId="{23A40BC8-B705-46CB-B566-F0F1FAC2AA0F}" type="presOf" srcId="{4056F6F0-957D-42E5-9DFC-8D0305EE8CCC}" destId="{6870FE22-88A0-498B-BF75-7E9C3F628E76}" srcOrd="0" destOrd="1" presId="urn:microsoft.com/office/officeart/2018/5/layout/CenteredIconLabelDescriptionList"/>
    <dgm:cxn modelId="{99631CEE-785D-440F-B2D3-32C92103AF78}" srcId="{B20E6761-A54B-4180-811E-2971DADDA91F}" destId="{6A7E9E8C-65B4-4694-9A9B-233887997DF7}" srcOrd="1" destOrd="0" parTransId="{7D590B83-6AA4-4426-98CC-8CF555A1DDDD}" sibTransId="{12818FEF-43B9-4559-8B41-5CACDDED6096}"/>
    <dgm:cxn modelId="{290717F1-13CB-40F2-B6C3-B8A8CE4B8BC9}" type="presOf" srcId="{37DAB2DC-CA56-43BD-AC0B-55D7A896B025}" destId="{A65F17DC-9858-4078-8AA1-CBABAB1E1C66}" srcOrd="0" destOrd="0" presId="urn:microsoft.com/office/officeart/2018/5/layout/CenteredIconLabelDescriptionList"/>
    <dgm:cxn modelId="{438977FD-86E5-47D7-A291-31798973795D}" type="presOf" srcId="{DD581A67-BBAD-4973-8916-0047778265B8}" destId="{6870FE22-88A0-498B-BF75-7E9C3F628E76}" srcOrd="0" destOrd="0" presId="urn:microsoft.com/office/officeart/2018/5/layout/CenteredIconLabelDescriptionList"/>
    <dgm:cxn modelId="{07E77FFF-0FA8-4BDE-93A4-82CB4EC5C9E2}" type="presOf" srcId="{895F564C-544E-4C70-AD6B-7765520A3090}" destId="{C92BA455-2726-4A68-B0A2-3808741F08EA}" srcOrd="0" destOrd="0" presId="urn:microsoft.com/office/officeart/2018/5/layout/CenteredIconLabelDescriptionList"/>
    <dgm:cxn modelId="{3CF29C1D-B13C-44D7-B29A-872D8A215125}" type="presParOf" srcId="{D3D9963B-C032-4409-A472-6412072944EA}" destId="{8164D3D4-53BC-448C-9E62-0CF07C0C414D}" srcOrd="0" destOrd="0" presId="urn:microsoft.com/office/officeart/2018/5/layout/CenteredIconLabelDescriptionList"/>
    <dgm:cxn modelId="{515A1CF7-2CE5-44FB-BEF6-C8F98A564E22}" type="presParOf" srcId="{8164D3D4-53BC-448C-9E62-0CF07C0C414D}" destId="{061EBFC3-8495-4C79-AEA8-A8DDCB60046D}" srcOrd="0" destOrd="0" presId="urn:microsoft.com/office/officeart/2018/5/layout/CenteredIconLabelDescriptionList"/>
    <dgm:cxn modelId="{D6C993E8-B67C-49A1-80DC-EE4DC4C4968C}" type="presParOf" srcId="{8164D3D4-53BC-448C-9E62-0CF07C0C414D}" destId="{35A40D02-0C59-4AB8-AEB0-E70A771AB383}" srcOrd="1" destOrd="0" presId="urn:microsoft.com/office/officeart/2018/5/layout/CenteredIconLabelDescriptionList"/>
    <dgm:cxn modelId="{D28F8112-A18A-4C3B-A7BA-BC375F449D7B}" type="presParOf" srcId="{8164D3D4-53BC-448C-9E62-0CF07C0C414D}" destId="{F57C048C-A760-4E29-8DBA-1C1BCF480208}" srcOrd="2" destOrd="0" presId="urn:microsoft.com/office/officeart/2018/5/layout/CenteredIconLabelDescriptionList"/>
    <dgm:cxn modelId="{AF1415E8-1974-48FD-B57C-AAF00C4B6202}" type="presParOf" srcId="{8164D3D4-53BC-448C-9E62-0CF07C0C414D}" destId="{F9EFE21C-1F4D-4C9B-83B4-524CEC4C9C5C}" srcOrd="3" destOrd="0" presId="urn:microsoft.com/office/officeart/2018/5/layout/CenteredIconLabelDescriptionList"/>
    <dgm:cxn modelId="{4DF72C63-23D8-47EA-8566-11ABA199CC7E}" type="presParOf" srcId="{8164D3D4-53BC-448C-9E62-0CF07C0C414D}" destId="{C92BA455-2726-4A68-B0A2-3808741F08EA}" srcOrd="4" destOrd="0" presId="urn:microsoft.com/office/officeart/2018/5/layout/CenteredIconLabelDescriptionList"/>
    <dgm:cxn modelId="{35A14752-EAF6-4E43-BB5C-E1B16C98F245}" type="presParOf" srcId="{D3D9963B-C032-4409-A472-6412072944EA}" destId="{D6BA6D0D-F8D4-4DE3-865E-6A2EB7B504F1}" srcOrd="1" destOrd="0" presId="urn:microsoft.com/office/officeart/2018/5/layout/CenteredIconLabelDescriptionList"/>
    <dgm:cxn modelId="{4C973F80-85DF-4105-BC21-75D3BD477C5B}" type="presParOf" srcId="{D3D9963B-C032-4409-A472-6412072944EA}" destId="{A448F4CB-BA2F-429B-BEF8-B3AF478727E7}" srcOrd="2" destOrd="0" presId="urn:microsoft.com/office/officeart/2018/5/layout/CenteredIconLabelDescriptionList"/>
    <dgm:cxn modelId="{B93DB12E-F99E-4662-81B4-219BA2F812B6}" type="presParOf" srcId="{A448F4CB-BA2F-429B-BEF8-B3AF478727E7}" destId="{EB02605F-74C7-4167-BE01-2F3EC2439600}" srcOrd="0" destOrd="0" presId="urn:microsoft.com/office/officeart/2018/5/layout/CenteredIconLabelDescriptionList"/>
    <dgm:cxn modelId="{92C3A17B-EF99-4586-984B-6FB8A27A1951}" type="presParOf" srcId="{A448F4CB-BA2F-429B-BEF8-B3AF478727E7}" destId="{2C115F53-7388-4997-BA29-6A49FC520C6B}" srcOrd="1" destOrd="0" presId="urn:microsoft.com/office/officeart/2018/5/layout/CenteredIconLabelDescriptionList"/>
    <dgm:cxn modelId="{5E711586-C732-4994-8687-04A984F2930C}" type="presParOf" srcId="{A448F4CB-BA2F-429B-BEF8-B3AF478727E7}" destId="{853D4B64-AC70-4BD9-84D1-DE55EE048A1E}" srcOrd="2" destOrd="0" presId="urn:microsoft.com/office/officeart/2018/5/layout/CenteredIconLabelDescriptionList"/>
    <dgm:cxn modelId="{F9125DBC-489B-452F-BECF-3AC6E1E9D8E3}" type="presParOf" srcId="{A448F4CB-BA2F-429B-BEF8-B3AF478727E7}" destId="{709D3BB1-899B-4A5D-8FF3-F7A5D0617CA2}" srcOrd="3" destOrd="0" presId="urn:microsoft.com/office/officeart/2018/5/layout/CenteredIconLabelDescriptionList"/>
    <dgm:cxn modelId="{3359BAE9-EC8C-431D-AEBF-67BBFBF4E6B8}" type="presParOf" srcId="{A448F4CB-BA2F-429B-BEF8-B3AF478727E7}" destId="{5B0037AD-2664-48D2-8AE8-CEA3969243C7}" srcOrd="4" destOrd="0" presId="urn:microsoft.com/office/officeart/2018/5/layout/CenteredIconLabelDescriptionList"/>
    <dgm:cxn modelId="{B733E6D9-500E-4821-B789-5532ADDC416B}" type="presParOf" srcId="{D3D9963B-C032-4409-A472-6412072944EA}" destId="{E9E13FE0-2666-4F17-91AA-104BC597F121}" srcOrd="3" destOrd="0" presId="urn:microsoft.com/office/officeart/2018/5/layout/CenteredIconLabelDescriptionList"/>
    <dgm:cxn modelId="{A6B870BE-C29F-4A7A-B83E-B3B03DA58835}" type="presParOf" srcId="{D3D9963B-C032-4409-A472-6412072944EA}" destId="{5279530E-64F5-4AD8-9617-E7809E5E5E7A}" srcOrd="4" destOrd="0" presId="urn:microsoft.com/office/officeart/2018/5/layout/CenteredIconLabelDescriptionList"/>
    <dgm:cxn modelId="{F57FCB91-B126-4595-9D54-894329F23C25}" type="presParOf" srcId="{5279530E-64F5-4AD8-9617-E7809E5E5E7A}" destId="{3B9BC60E-36A7-4FDE-9688-D3366539F1C0}" srcOrd="0" destOrd="0" presId="urn:microsoft.com/office/officeart/2018/5/layout/CenteredIconLabelDescriptionList"/>
    <dgm:cxn modelId="{750179D5-639A-456C-81FB-A7E0CE29D64E}" type="presParOf" srcId="{5279530E-64F5-4AD8-9617-E7809E5E5E7A}" destId="{D7EB1A01-44EE-4BD5-9A24-28A0E5584B9C}" srcOrd="1" destOrd="0" presId="urn:microsoft.com/office/officeart/2018/5/layout/CenteredIconLabelDescriptionList"/>
    <dgm:cxn modelId="{87261E24-B55E-4A8E-991E-BC58085E978E}" type="presParOf" srcId="{5279530E-64F5-4AD8-9617-E7809E5E5E7A}" destId="{A65F17DC-9858-4078-8AA1-CBABAB1E1C66}" srcOrd="2" destOrd="0" presId="urn:microsoft.com/office/officeart/2018/5/layout/CenteredIconLabelDescriptionList"/>
    <dgm:cxn modelId="{2CF4CCBC-74BA-4FE3-A96F-76AF606277B6}" type="presParOf" srcId="{5279530E-64F5-4AD8-9617-E7809E5E5E7A}" destId="{7DD23CDB-D823-4924-A73B-574F37BCD2EC}" srcOrd="3" destOrd="0" presId="urn:microsoft.com/office/officeart/2018/5/layout/CenteredIconLabelDescriptionList"/>
    <dgm:cxn modelId="{E53B0358-A870-4A09-AD96-339023228E39}" type="presParOf" srcId="{5279530E-64F5-4AD8-9617-E7809E5E5E7A}" destId="{6870FE22-88A0-498B-BF75-7E9C3F628E76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9.xml><?xml version="1.0" encoding="utf-8"?>
<dgm:dataModel xmlns:dgm="http://schemas.openxmlformats.org/drawingml/2006/diagram" xmlns:a="http://schemas.openxmlformats.org/drawingml/2006/main">
  <dgm:ptLst>
    <dgm:pt modelId="{B56EFF07-F619-44CF-9BAA-6C7D336F5420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tr-TR"/>
        </a:p>
      </dgm:t>
    </dgm:pt>
    <dgm:pt modelId="{C39B30A5-73B7-415C-B676-12BF6CB4007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Your opinion</a:t>
          </a:r>
        </a:p>
      </dgm:t>
    </dgm:pt>
    <dgm:pt modelId="{64B03A6B-5C2C-450A-9F2E-2FC84E9A4BE3}" type="parTrans" cxnId="{24B9AC7B-4026-46FA-8EAB-EA72A6A5F2DB}">
      <dgm:prSet/>
      <dgm:spPr/>
      <dgm:t>
        <a:bodyPr/>
        <a:lstStyle/>
        <a:p>
          <a:endParaRPr lang="tr-TR"/>
        </a:p>
      </dgm:t>
    </dgm:pt>
    <dgm:pt modelId="{52881BA2-E7AE-42C4-94D6-6579828C2B87}" type="sibTrans" cxnId="{24B9AC7B-4026-46FA-8EAB-EA72A6A5F2DB}">
      <dgm:prSet/>
      <dgm:spPr/>
      <dgm:t>
        <a:bodyPr/>
        <a:lstStyle/>
        <a:p>
          <a:endParaRPr lang="tr-TR"/>
        </a:p>
      </dgm:t>
    </dgm:pt>
    <dgm:pt modelId="{8841368A-36B1-48FC-A2A5-5D1EB738126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Challenging</a:t>
          </a:r>
        </a:p>
      </dgm:t>
    </dgm:pt>
    <dgm:pt modelId="{E54B16FF-61D9-47D5-ABE3-235F1A0D04A3}" type="parTrans" cxnId="{7F6132E2-89E3-4DDC-9C9D-176A50345F17}">
      <dgm:prSet/>
      <dgm:spPr/>
      <dgm:t>
        <a:bodyPr/>
        <a:lstStyle/>
        <a:p>
          <a:endParaRPr lang="tr-TR"/>
        </a:p>
      </dgm:t>
    </dgm:pt>
    <dgm:pt modelId="{4DB2FC51-182E-41E0-8584-5BB6B1D5B605}" type="sibTrans" cxnId="{7F6132E2-89E3-4DDC-9C9D-176A50345F17}">
      <dgm:prSet/>
      <dgm:spPr/>
      <dgm:t>
        <a:bodyPr/>
        <a:lstStyle/>
        <a:p>
          <a:endParaRPr lang="tr-TR"/>
        </a:p>
      </dgm:t>
    </dgm:pt>
    <dgm:pt modelId="{0849733B-2445-43CF-AD92-CD3266E42B5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Clarification</a:t>
          </a:r>
        </a:p>
      </dgm:t>
    </dgm:pt>
    <dgm:pt modelId="{3BD14DE0-CED7-4B8C-B815-ED18A6A9F9AD}" type="parTrans" cxnId="{846B5234-B264-4DB9-930B-B894DFBCFBB6}">
      <dgm:prSet/>
      <dgm:spPr/>
      <dgm:t>
        <a:bodyPr/>
        <a:lstStyle/>
        <a:p>
          <a:endParaRPr lang="tr-TR"/>
        </a:p>
      </dgm:t>
    </dgm:pt>
    <dgm:pt modelId="{6F437F73-7249-423F-A6B6-08814B24D355}" type="sibTrans" cxnId="{846B5234-B264-4DB9-930B-B894DFBCFBB6}">
      <dgm:prSet/>
      <dgm:spPr/>
      <dgm:t>
        <a:bodyPr/>
        <a:lstStyle/>
        <a:p>
          <a:endParaRPr lang="tr-TR"/>
        </a:p>
      </dgm:t>
    </dgm:pt>
    <dgm:pt modelId="{732EB7B2-2BCB-44B9-95EB-32AEB4DF179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Critical issue</a:t>
          </a:r>
        </a:p>
      </dgm:t>
    </dgm:pt>
    <dgm:pt modelId="{8CE98A37-CA36-4F01-A7EC-15B7D03350F8}" type="parTrans" cxnId="{AEBA1F83-A57A-41DC-8471-30B2A81DE615}">
      <dgm:prSet/>
      <dgm:spPr/>
      <dgm:t>
        <a:bodyPr/>
        <a:lstStyle/>
        <a:p>
          <a:endParaRPr lang="tr-TR"/>
        </a:p>
      </dgm:t>
    </dgm:pt>
    <dgm:pt modelId="{6AFEBCBB-C74E-4589-962E-49FB4A9948F4}" type="sibTrans" cxnId="{AEBA1F83-A57A-41DC-8471-30B2A81DE615}">
      <dgm:prSet/>
      <dgm:spPr/>
      <dgm:t>
        <a:bodyPr/>
        <a:lstStyle/>
        <a:p>
          <a:endParaRPr lang="tr-TR"/>
        </a:p>
      </dgm:t>
    </dgm:pt>
    <dgm:pt modelId="{0C44AAE8-30E4-46E9-ABB1-7C04744FE14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What do you think on this chapter?</a:t>
          </a:r>
          <a:endParaRPr lang="tr-TR"/>
        </a:p>
      </dgm:t>
    </dgm:pt>
    <dgm:pt modelId="{2D00B61B-145C-45FB-B68B-07C28FE7D437}" type="parTrans" cxnId="{E083FBEB-65BE-4ED8-B591-E6E52AF361FD}">
      <dgm:prSet/>
      <dgm:spPr/>
      <dgm:t>
        <a:bodyPr/>
        <a:lstStyle/>
        <a:p>
          <a:endParaRPr lang="tr-TR"/>
        </a:p>
      </dgm:t>
    </dgm:pt>
    <dgm:pt modelId="{DBEFD1DD-AEF4-4349-B4A8-A82A54C69C58}" type="sibTrans" cxnId="{E083FBEB-65BE-4ED8-B591-E6E52AF361FD}">
      <dgm:prSet/>
      <dgm:spPr/>
      <dgm:t>
        <a:bodyPr/>
        <a:lstStyle/>
        <a:p>
          <a:endParaRPr lang="tr-TR"/>
        </a:p>
      </dgm:t>
    </dgm:pt>
    <dgm:pt modelId="{051E10DC-E74A-4906-8F74-B1A3B09A193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What is the most interesting point?</a:t>
          </a:r>
          <a:endParaRPr lang="tr-TR"/>
        </a:p>
      </dgm:t>
    </dgm:pt>
    <dgm:pt modelId="{402AF6CE-A044-4123-8ABD-7A77874723CD}" type="parTrans" cxnId="{F818F593-C936-45B8-AA4C-740B26E81D16}">
      <dgm:prSet/>
      <dgm:spPr/>
      <dgm:t>
        <a:bodyPr/>
        <a:lstStyle/>
        <a:p>
          <a:endParaRPr lang="tr-TR"/>
        </a:p>
      </dgm:t>
    </dgm:pt>
    <dgm:pt modelId="{580C0F77-AD2B-4079-9F03-CC28D940F8E3}" type="sibTrans" cxnId="{F818F593-C936-45B8-AA4C-740B26E81D16}">
      <dgm:prSet/>
      <dgm:spPr/>
      <dgm:t>
        <a:bodyPr/>
        <a:lstStyle/>
        <a:p>
          <a:endParaRPr lang="tr-TR"/>
        </a:p>
      </dgm:t>
    </dgm:pt>
    <dgm:pt modelId="{E5389173-720E-4683-BC63-1EF88F29E56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What are the unclarified points?</a:t>
          </a:r>
          <a:endParaRPr lang="tr-TR"/>
        </a:p>
      </dgm:t>
    </dgm:pt>
    <dgm:pt modelId="{34DF1CA1-71D7-4667-99B4-00390D793BD4}" type="parTrans" cxnId="{6A7DCE53-D748-4B65-A773-407BB0F445D3}">
      <dgm:prSet/>
      <dgm:spPr/>
      <dgm:t>
        <a:bodyPr/>
        <a:lstStyle/>
        <a:p>
          <a:endParaRPr lang="tr-TR"/>
        </a:p>
      </dgm:t>
    </dgm:pt>
    <dgm:pt modelId="{7BDB82B9-CAD6-46EA-AC0B-F9A469F62595}" type="sibTrans" cxnId="{6A7DCE53-D748-4B65-A773-407BB0F445D3}">
      <dgm:prSet/>
      <dgm:spPr/>
      <dgm:t>
        <a:bodyPr/>
        <a:lstStyle/>
        <a:p>
          <a:endParaRPr lang="tr-TR"/>
        </a:p>
      </dgm:t>
    </dgm:pt>
    <dgm:pt modelId="{8F873442-61B3-4E56-B25A-2ECB6D315DD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Select and explain a critical </a:t>
          </a:r>
          <a:r>
            <a:rPr lang="en-US" dirty="0" err="1"/>
            <a:t>issu</a:t>
          </a:r>
          <a:r>
            <a:rPr lang="en-US" dirty="0"/>
            <a:t> in this chapter</a:t>
          </a:r>
          <a:endParaRPr lang="tr-TR" dirty="0"/>
        </a:p>
      </dgm:t>
    </dgm:pt>
    <dgm:pt modelId="{8F228638-2AFD-4BEB-B25E-4627DD3D305C}" type="parTrans" cxnId="{27B8C1B9-5A76-450D-8397-E3BE45F16056}">
      <dgm:prSet/>
      <dgm:spPr/>
      <dgm:t>
        <a:bodyPr/>
        <a:lstStyle/>
        <a:p>
          <a:endParaRPr lang="tr-TR"/>
        </a:p>
      </dgm:t>
    </dgm:pt>
    <dgm:pt modelId="{C60EE264-730D-426A-A73E-2BB71EF85F8D}" type="sibTrans" cxnId="{27B8C1B9-5A76-450D-8397-E3BE45F16056}">
      <dgm:prSet/>
      <dgm:spPr/>
      <dgm:t>
        <a:bodyPr/>
        <a:lstStyle/>
        <a:p>
          <a:endParaRPr lang="tr-TR"/>
        </a:p>
      </dgm:t>
    </dgm:pt>
    <dgm:pt modelId="{F6E6DCCC-F1D7-4CD3-BC1E-9F1C3BB99CC5}" type="pres">
      <dgm:prSet presAssocID="{B56EFF07-F619-44CF-9BAA-6C7D336F5420}" presName="root" presStyleCnt="0">
        <dgm:presLayoutVars>
          <dgm:dir/>
          <dgm:resizeHandles val="exact"/>
        </dgm:presLayoutVars>
      </dgm:prSet>
      <dgm:spPr/>
    </dgm:pt>
    <dgm:pt modelId="{82C93A11-5434-43F5-AF34-F358B3E1417A}" type="pres">
      <dgm:prSet presAssocID="{C39B30A5-73B7-415C-B676-12BF6CB4007C}" presName="compNode" presStyleCnt="0"/>
      <dgm:spPr/>
    </dgm:pt>
    <dgm:pt modelId="{21342365-8139-44CC-9018-0EC0A6E492F0}" type="pres">
      <dgm:prSet presAssocID="{C39B30A5-73B7-415C-B676-12BF6CB4007C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Questions"/>
        </a:ext>
      </dgm:extLst>
    </dgm:pt>
    <dgm:pt modelId="{41A5523A-49C6-40F6-AD18-5C8ED26D05B4}" type="pres">
      <dgm:prSet presAssocID="{C39B30A5-73B7-415C-B676-12BF6CB4007C}" presName="iconSpace" presStyleCnt="0"/>
      <dgm:spPr/>
    </dgm:pt>
    <dgm:pt modelId="{DEA29564-C127-45C9-84FD-FB0D6745C519}" type="pres">
      <dgm:prSet presAssocID="{C39B30A5-73B7-415C-B676-12BF6CB4007C}" presName="parTx" presStyleLbl="revTx" presStyleIdx="0" presStyleCnt="8">
        <dgm:presLayoutVars>
          <dgm:chMax val="0"/>
          <dgm:chPref val="0"/>
        </dgm:presLayoutVars>
      </dgm:prSet>
      <dgm:spPr/>
    </dgm:pt>
    <dgm:pt modelId="{D0399131-81C3-4377-AE9C-B8549CB6F41E}" type="pres">
      <dgm:prSet presAssocID="{C39B30A5-73B7-415C-B676-12BF6CB4007C}" presName="txSpace" presStyleCnt="0"/>
      <dgm:spPr/>
    </dgm:pt>
    <dgm:pt modelId="{7EDEF049-F1A9-4E28-B579-BFFC13E86FAC}" type="pres">
      <dgm:prSet presAssocID="{C39B30A5-73B7-415C-B676-12BF6CB4007C}" presName="desTx" presStyleLbl="revTx" presStyleIdx="1" presStyleCnt="8">
        <dgm:presLayoutVars/>
      </dgm:prSet>
      <dgm:spPr/>
    </dgm:pt>
    <dgm:pt modelId="{64CB4BFC-63C6-4E37-928A-8709BE462918}" type="pres">
      <dgm:prSet presAssocID="{52881BA2-E7AE-42C4-94D6-6579828C2B87}" presName="sibTrans" presStyleCnt="0"/>
      <dgm:spPr/>
    </dgm:pt>
    <dgm:pt modelId="{112265CF-F005-4F97-AFA2-A4862E75FDB9}" type="pres">
      <dgm:prSet presAssocID="{8841368A-36B1-48FC-A2A5-5D1EB7381265}" presName="compNode" presStyleCnt="0"/>
      <dgm:spPr/>
    </dgm:pt>
    <dgm:pt modelId="{5E8F8A7A-9490-44FC-A7E8-40D0F10C7CCC}" type="pres">
      <dgm:prSet presAssocID="{8841368A-36B1-48FC-A2A5-5D1EB7381265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ze"/>
        </a:ext>
      </dgm:extLst>
    </dgm:pt>
    <dgm:pt modelId="{2FDCA40F-6985-40F1-BA7F-D3407B367D32}" type="pres">
      <dgm:prSet presAssocID="{8841368A-36B1-48FC-A2A5-5D1EB7381265}" presName="iconSpace" presStyleCnt="0"/>
      <dgm:spPr/>
    </dgm:pt>
    <dgm:pt modelId="{B3186365-AB58-491B-A0A1-62063495E1FB}" type="pres">
      <dgm:prSet presAssocID="{8841368A-36B1-48FC-A2A5-5D1EB7381265}" presName="parTx" presStyleLbl="revTx" presStyleIdx="2" presStyleCnt="8">
        <dgm:presLayoutVars>
          <dgm:chMax val="0"/>
          <dgm:chPref val="0"/>
        </dgm:presLayoutVars>
      </dgm:prSet>
      <dgm:spPr/>
    </dgm:pt>
    <dgm:pt modelId="{169BFA6B-D171-499C-9118-A72B394E41E4}" type="pres">
      <dgm:prSet presAssocID="{8841368A-36B1-48FC-A2A5-5D1EB7381265}" presName="txSpace" presStyleCnt="0"/>
      <dgm:spPr/>
    </dgm:pt>
    <dgm:pt modelId="{503F28B4-419F-4189-8EF1-3AAA5AC2C057}" type="pres">
      <dgm:prSet presAssocID="{8841368A-36B1-48FC-A2A5-5D1EB7381265}" presName="desTx" presStyleLbl="revTx" presStyleIdx="3" presStyleCnt="8">
        <dgm:presLayoutVars/>
      </dgm:prSet>
      <dgm:spPr/>
    </dgm:pt>
    <dgm:pt modelId="{F2AB4FB1-D57C-4C08-8C82-D2BE1613797F}" type="pres">
      <dgm:prSet presAssocID="{4DB2FC51-182E-41E0-8584-5BB6B1D5B605}" presName="sibTrans" presStyleCnt="0"/>
      <dgm:spPr/>
    </dgm:pt>
    <dgm:pt modelId="{775C5914-16C8-429B-A5E7-4D1D04248368}" type="pres">
      <dgm:prSet presAssocID="{0849733B-2445-43CF-AD92-CD3266E42B5C}" presName="compNode" presStyleCnt="0"/>
      <dgm:spPr/>
    </dgm:pt>
    <dgm:pt modelId="{0D1F16E1-001C-4F4B-B5B5-C8F578729E73}" type="pres">
      <dgm:prSet presAssocID="{0849733B-2445-43CF-AD92-CD3266E42B5C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Question mark"/>
        </a:ext>
      </dgm:extLst>
    </dgm:pt>
    <dgm:pt modelId="{BC830D53-6C14-4FE9-82C9-6FCCFA0EA126}" type="pres">
      <dgm:prSet presAssocID="{0849733B-2445-43CF-AD92-CD3266E42B5C}" presName="iconSpace" presStyleCnt="0"/>
      <dgm:spPr/>
    </dgm:pt>
    <dgm:pt modelId="{3365F64B-08E0-451E-8E23-DCA274503F61}" type="pres">
      <dgm:prSet presAssocID="{0849733B-2445-43CF-AD92-CD3266E42B5C}" presName="parTx" presStyleLbl="revTx" presStyleIdx="4" presStyleCnt="8">
        <dgm:presLayoutVars>
          <dgm:chMax val="0"/>
          <dgm:chPref val="0"/>
        </dgm:presLayoutVars>
      </dgm:prSet>
      <dgm:spPr/>
    </dgm:pt>
    <dgm:pt modelId="{96FD95E1-8664-477F-868B-96E4705D05DE}" type="pres">
      <dgm:prSet presAssocID="{0849733B-2445-43CF-AD92-CD3266E42B5C}" presName="txSpace" presStyleCnt="0"/>
      <dgm:spPr/>
    </dgm:pt>
    <dgm:pt modelId="{6D129A52-35D1-46AF-B09A-DCBC4FE80DBE}" type="pres">
      <dgm:prSet presAssocID="{0849733B-2445-43CF-AD92-CD3266E42B5C}" presName="desTx" presStyleLbl="revTx" presStyleIdx="5" presStyleCnt="8">
        <dgm:presLayoutVars/>
      </dgm:prSet>
      <dgm:spPr/>
    </dgm:pt>
    <dgm:pt modelId="{7F2ABB1B-5674-4600-AF83-D3412F44C875}" type="pres">
      <dgm:prSet presAssocID="{6F437F73-7249-423F-A6B6-08814B24D355}" presName="sibTrans" presStyleCnt="0"/>
      <dgm:spPr/>
    </dgm:pt>
    <dgm:pt modelId="{832D3AE9-724C-4C7F-9316-F0226612D743}" type="pres">
      <dgm:prSet presAssocID="{732EB7B2-2BCB-44B9-95EB-32AEB4DF1799}" presName="compNode" presStyleCnt="0"/>
      <dgm:spPr/>
    </dgm:pt>
    <dgm:pt modelId="{5C86ECA9-317D-4F01-A593-EB77CE907331}" type="pres">
      <dgm:prSet presAssocID="{732EB7B2-2BCB-44B9-95EB-32AEB4DF1799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6242B411-8FD6-4360-8C8E-E817B6B95DB1}" type="pres">
      <dgm:prSet presAssocID="{732EB7B2-2BCB-44B9-95EB-32AEB4DF1799}" presName="iconSpace" presStyleCnt="0"/>
      <dgm:spPr/>
    </dgm:pt>
    <dgm:pt modelId="{82A97F6A-D049-4802-804D-F4BD9FCB5565}" type="pres">
      <dgm:prSet presAssocID="{732EB7B2-2BCB-44B9-95EB-32AEB4DF1799}" presName="parTx" presStyleLbl="revTx" presStyleIdx="6" presStyleCnt="8">
        <dgm:presLayoutVars>
          <dgm:chMax val="0"/>
          <dgm:chPref val="0"/>
        </dgm:presLayoutVars>
      </dgm:prSet>
      <dgm:spPr/>
    </dgm:pt>
    <dgm:pt modelId="{28FF8D36-55EC-4516-9076-31C7930C6CF9}" type="pres">
      <dgm:prSet presAssocID="{732EB7B2-2BCB-44B9-95EB-32AEB4DF1799}" presName="txSpace" presStyleCnt="0"/>
      <dgm:spPr/>
    </dgm:pt>
    <dgm:pt modelId="{2295EE30-76A9-431A-BE94-B9A9D43B841E}" type="pres">
      <dgm:prSet presAssocID="{732EB7B2-2BCB-44B9-95EB-32AEB4DF1799}" presName="desTx" presStyleLbl="revTx" presStyleIdx="7" presStyleCnt="8">
        <dgm:presLayoutVars/>
      </dgm:prSet>
      <dgm:spPr/>
    </dgm:pt>
  </dgm:ptLst>
  <dgm:cxnLst>
    <dgm:cxn modelId="{5C066B05-1418-4D2B-B050-D86AE53DE4F7}" type="presOf" srcId="{8F873442-61B3-4E56-B25A-2ECB6D315DD7}" destId="{2295EE30-76A9-431A-BE94-B9A9D43B841E}" srcOrd="0" destOrd="0" presId="urn:microsoft.com/office/officeart/2018/2/layout/IconLabelDescriptionList"/>
    <dgm:cxn modelId="{A319A30E-2852-4FF6-B748-FFC2BABDC6E1}" type="presOf" srcId="{E5389173-720E-4683-BC63-1EF88F29E563}" destId="{6D129A52-35D1-46AF-B09A-DCBC4FE80DBE}" srcOrd="0" destOrd="0" presId="urn:microsoft.com/office/officeart/2018/2/layout/IconLabelDescriptionList"/>
    <dgm:cxn modelId="{A99AE80F-985E-4919-BEA1-678DF689D54B}" type="presOf" srcId="{C39B30A5-73B7-415C-B676-12BF6CB4007C}" destId="{DEA29564-C127-45C9-84FD-FB0D6745C519}" srcOrd="0" destOrd="0" presId="urn:microsoft.com/office/officeart/2018/2/layout/IconLabelDescriptionList"/>
    <dgm:cxn modelId="{CE077826-4BBA-4E22-8C9D-13B938B3C45E}" type="presOf" srcId="{0C44AAE8-30E4-46E9-ABB1-7C04744FE14C}" destId="{7EDEF049-F1A9-4E28-B579-BFFC13E86FAC}" srcOrd="0" destOrd="0" presId="urn:microsoft.com/office/officeart/2018/2/layout/IconLabelDescriptionList"/>
    <dgm:cxn modelId="{846B5234-B264-4DB9-930B-B894DFBCFBB6}" srcId="{B56EFF07-F619-44CF-9BAA-6C7D336F5420}" destId="{0849733B-2445-43CF-AD92-CD3266E42B5C}" srcOrd="2" destOrd="0" parTransId="{3BD14DE0-CED7-4B8C-B815-ED18A6A9F9AD}" sibTransId="{6F437F73-7249-423F-A6B6-08814B24D355}"/>
    <dgm:cxn modelId="{690B1539-9912-4CAE-891E-1C3783FEF98E}" type="presOf" srcId="{0849733B-2445-43CF-AD92-CD3266E42B5C}" destId="{3365F64B-08E0-451E-8E23-DCA274503F61}" srcOrd="0" destOrd="0" presId="urn:microsoft.com/office/officeart/2018/2/layout/IconLabelDescriptionList"/>
    <dgm:cxn modelId="{5B65AB3C-BF3B-4DB8-8827-440E20737F5C}" type="presOf" srcId="{732EB7B2-2BCB-44B9-95EB-32AEB4DF1799}" destId="{82A97F6A-D049-4802-804D-F4BD9FCB5565}" srcOrd="0" destOrd="0" presId="urn:microsoft.com/office/officeart/2018/2/layout/IconLabelDescriptionList"/>
    <dgm:cxn modelId="{F39B6E61-FFDE-46B5-9480-ACE5B6C4CDAA}" type="presOf" srcId="{B56EFF07-F619-44CF-9BAA-6C7D336F5420}" destId="{F6E6DCCC-F1D7-4CD3-BC1E-9F1C3BB99CC5}" srcOrd="0" destOrd="0" presId="urn:microsoft.com/office/officeart/2018/2/layout/IconLabelDescriptionList"/>
    <dgm:cxn modelId="{AE41D452-CF30-4E5B-AA27-DE864E4A71AC}" type="presOf" srcId="{051E10DC-E74A-4906-8F74-B1A3B09A1930}" destId="{503F28B4-419F-4189-8EF1-3AAA5AC2C057}" srcOrd="0" destOrd="0" presId="urn:microsoft.com/office/officeart/2018/2/layout/IconLabelDescriptionList"/>
    <dgm:cxn modelId="{6A7DCE53-D748-4B65-A773-407BB0F445D3}" srcId="{0849733B-2445-43CF-AD92-CD3266E42B5C}" destId="{E5389173-720E-4683-BC63-1EF88F29E563}" srcOrd="0" destOrd="0" parTransId="{34DF1CA1-71D7-4667-99B4-00390D793BD4}" sibTransId="{7BDB82B9-CAD6-46EA-AC0B-F9A469F62595}"/>
    <dgm:cxn modelId="{24B9AC7B-4026-46FA-8EAB-EA72A6A5F2DB}" srcId="{B56EFF07-F619-44CF-9BAA-6C7D336F5420}" destId="{C39B30A5-73B7-415C-B676-12BF6CB4007C}" srcOrd="0" destOrd="0" parTransId="{64B03A6B-5C2C-450A-9F2E-2FC84E9A4BE3}" sibTransId="{52881BA2-E7AE-42C4-94D6-6579828C2B87}"/>
    <dgm:cxn modelId="{AEBA1F83-A57A-41DC-8471-30B2A81DE615}" srcId="{B56EFF07-F619-44CF-9BAA-6C7D336F5420}" destId="{732EB7B2-2BCB-44B9-95EB-32AEB4DF1799}" srcOrd="3" destOrd="0" parTransId="{8CE98A37-CA36-4F01-A7EC-15B7D03350F8}" sibTransId="{6AFEBCBB-C74E-4589-962E-49FB4A9948F4}"/>
    <dgm:cxn modelId="{F818F593-C936-45B8-AA4C-740B26E81D16}" srcId="{8841368A-36B1-48FC-A2A5-5D1EB7381265}" destId="{051E10DC-E74A-4906-8F74-B1A3B09A1930}" srcOrd="0" destOrd="0" parTransId="{402AF6CE-A044-4123-8ABD-7A77874723CD}" sibTransId="{580C0F77-AD2B-4079-9F03-CC28D940F8E3}"/>
    <dgm:cxn modelId="{0B73749B-8F2E-4EF8-ABED-5B8B3A199172}" type="presOf" srcId="{8841368A-36B1-48FC-A2A5-5D1EB7381265}" destId="{B3186365-AB58-491B-A0A1-62063495E1FB}" srcOrd="0" destOrd="0" presId="urn:microsoft.com/office/officeart/2018/2/layout/IconLabelDescriptionList"/>
    <dgm:cxn modelId="{27B8C1B9-5A76-450D-8397-E3BE45F16056}" srcId="{732EB7B2-2BCB-44B9-95EB-32AEB4DF1799}" destId="{8F873442-61B3-4E56-B25A-2ECB6D315DD7}" srcOrd="0" destOrd="0" parTransId="{8F228638-2AFD-4BEB-B25E-4627DD3D305C}" sibTransId="{C60EE264-730D-426A-A73E-2BB71EF85F8D}"/>
    <dgm:cxn modelId="{7F6132E2-89E3-4DDC-9C9D-176A50345F17}" srcId="{B56EFF07-F619-44CF-9BAA-6C7D336F5420}" destId="{8841368A-36B1-48FC-A2A5-5D1EB7381265}" srcOrd="1" destOrd="0" parTransId="{E54B16FF-61D9-47D5-ABE3-235F1A0D04A3}" sibTransId="{4DB2FC51-182E-41E0-8584-5BB6B1D5B605}"/>
    <dgm:cxn modelId="{E083FBEB-65BE-4ED8-B591-E6E52AF361FD}" srcId="{C39B30A5-73B7-415C-B676-12BF6CB4007C}" destId="{0C44AAE8-30E4-46E9-ABB1-7C04744FE14C}" srcOrd="0" destOrd="0" parTransId="{2D00B61B-145C-45FB-B68B-07C28FE7D437}" sibTransId="{DBEFD1DD-AEF4-4349-B4A8-A82A54C69C58}"/>
    <dgm:cxn modelId="{646B6BAD-4B36-4E97-9CAC-6A921C880097}" type="presParOf" srcId="{F6E6DCCC-F1D7-4CD3-BC1E-9F1C3BB99CC5}" destId="{82C93A11-5434-43F5-AF34-F358B3E1417A}" srcOrd="0" destOrd="0" presId="urn:microsoft.com/office/officeart/2018/2/layout/IconLabelDescriptionList"/>
    <dgm:cxn modelId="{BDF7FF8A-AAFE-4EEA-A3C5-A6023F785BC4}" type="presParOf" srcId="{82C93A11-5434-43F5-AF34-F358B3E1417A}" destId="{21342365-8139-44CC-9018-0EC0A6E492F0}" srcOrd="0" destOrd="0" presId="urn:microsoft.com/office/officeart/2018/2/layout/IconLabelDescriptionList"/>
    <dgm:cxn modelId="{FF887E34-9868-4C50-AB5E-FF1B689B4232}" type="presParOf" srcId="{82C93A11-5434-43F5-AF34-F358B3E1417A}" destId="{41A5523A-49C6-40F6-AD18-5C8ED26D05B4}" srcOrd="1" destOrd="0" presId="urn:microsoft.com/office/officeart/2018/2/layout/IconLabelDescriptionList"/>
    <dgm:cxn modelId="{5811DDAF-6A25-4B4A-B4D8-6F392EBC09BB}" type="presParOf" srcId="{82C93A11-5434-43F5-AF34-F358B3E1417A}" destId="{DEA29564-C127-45C9-84FD-FB0D6745C519}" srcOrd="2" destOrd="0" presId="urn:microsoft.com/office/officeart/2018/2/layout/IconLabelDescriptionList"/>
    <dgm:cxn modelId="{624190FB-1942-46C7-A7EA-EFACC778BFA4}" type="presParOf" srcId="{82C93A11-5434-43F5-AF34-F358B3E1417A}" destId="{D0399131-81C3-4377-AE9C-B8549CB6F41E}" srcOrd="3" destOrd="0" presId="urn:microsoft.com/office/officeart/2018/2/layout/IconLabelDescriptionList"/>
    <dgm:cxn modelId="{7354A42D-EF4F-42E5-BC24-AC96059ECD7E}" type="presParOf" srcId="{82C93A11-5434-43F5-AF34-F358B3E1417A}" destId="{7EDEF049-F1A9-4E28-B579-BFFC13E86FAC}" srcOrd="4" destOrd="0" presId="urn:microsoft.com/office/officeart/2018/2/layout/IconLabelDescriptionList"/>
    <dgm:cxn modelId="{D5CBAAD7-59B5-4F29-92EC-D3339A36505F}" type="presParOf" srcId="{F6E6DCCC-F1D7-4CD3-BC1E-9F1C3BB99CC5}" destId="{64CB4BFC-63C6-4E37-928A-8709BE462918}" srcOrd="1" destOrd="0" presId="urn:microsoft.com/office/officeart/2018/2/layout/IconLabelDescriptionList"/>
    <dgm:cxn modelId="{6597CB6D-66F7-4F3C-AEBE-F8BE9BAACC2B}" type="presParOf" srcId="{F6E6DCCC-F1D7-4CD3-BC1E-9F1C3BB99CC5}" destId="{112265CF-F005-4F97-AFA2-A4862E75FDB9}" srcOrd="2" destOrd="0" presId="urn:microsoft.com/office/officeart/2018/2/layout/IconLabelDescriptionList"/>
    <dgm:cxn modelId="{67AE2875-7F60-4071-AD0D-B1B3A85EA311}" type="presParOf" srcId="{112265CF-F005-4F97-AFA2-A4862E75FDB9}" destId="{5E8F8A7A-9490-44FC-A7E8-40D0F10C7CCC}" srcOrd="0" destOrd="0" presId="urn:microsoft.com/office/officeart/2018/2/layout/IconLabelDescriptionList"/>
    <dgm:cxn modelId="{1F63DE5F-CF0D-4734-9CA6-BB62A4CAB860}" type="presParOf" srcId="{112265CF-F005-4F97-AFA2-A4862E75FDB9}" destId="{2FDCA40F-6985-40F1-BA7F-D3407B367D32}" srcOrd="1" destOrd="0" presId="urn:microsoft.com/office/officeart/2018/2/layout/IconLabelDescriptionList"/>
    <dgm:cxn modelId="{0AC7ED5D-E009-44BB-9C1A-841D5A425E3A}" type="presParOf" srcId="{112265CF-F005-4F97-AFA2-A4862E75FDB9}" destId="{B3186365-AB58-491B-A0A1-62063495E1FB}" srcOrd="2" destOrd="0" presId="urn:microsoft.com/office/officeart/2018/2/layout/IconLabelDescriptionList"/>
    <dgm:cxn modelId="{C06FD05E-EFAC-4726-BB60-B0D71645409F}" type="presParOf" srcId="{112265CF-F005-4F97-AFA2-A4862E75FDB9}" destId="{169BFA6B-D171-499C-9118-A72B394E41E4}" srcOrd="3" destOrd="0" presId="urn:microsoft.com/office/officeart/2018/2/layout/IconLabelDescriptionList"/>
    <dgm:cxn modelId="{AD3424EB-28D7-4BC7-97CD-CCA4BAC6DFD8}" type="presParOf" srcId="{112265CF-F005-4F97-AFA2-A4862E75FDB9}" destId="{503F28B4-419F-4189-8EF1-3AAA5AC2C057}" srcOrd="4" destOrd="0" presId="urn:microsoft.com/office/officeart/2018/2/layout/IconLabelDescriptionList"/>
    <dgm:cxn modelId="{92F5F187-9B77-4D37-8F76-DE9F9C45D58B}" type="presParOf" srcId="{F6E6DCCC-F1D7-4CD3-BC1E-9F1C3BB99CC5}" destId="{F2AB4FB1-D57C-4C08-8C82-D2BE1613797F}" srcOrd="3" destOrd="0" presId="urn:microsoft.com/office/officeart/2018/2/layout/IconLabelDescriptionList"/>
    <dgm:cxn modelId="{F0CDA6BE-3AD2-4D90-8674-C70CA440F95B}" type="presParOf" srcId="{F6E6DCCC-F1D7-4CD3-BC1E-9F1C3BB99CC5}" destId="{775C5914-16C8-429B-A5E7-4D1D04248368}" srcOrd="4" destOrd="0" presId="urn:microsoft.com/office/officeart/2018/2/layout/IconLabelDescriptionList"/>
    <dgm:cxn modelId="{97AA41A6-7BDC-45DA-9A1F-0BBCA93470D7}" type="presParOf" srcId="{775C5914-16C8-429B-A5E7-4D1D04248368}" destId="{0D1F16E1-001C-4F4B-B5B5-C8F578729E73}" srcOrd="0" destOrd="0" presId="urn:microsoft.com/office/officeart/2018/2/layout/IconLabelDescriptionList"/>
    <dgm:cxn modelId="{0AEF75FA-3E60-4DDA-BCF6-079646678427}" type="presParOf" srcId="{775C5914-16C8-429B-A5E7-4D1D04248368}" destId="{BC830D53-6C14-4FE9-82C9-6FCCFA0EA126}" srcOrd="1" destOrd="0" presId="urn:microsoft.com/office/officeart/2018/2/layout/IconLabelDescriptionList"/>
    <dgm:cxn modelId="{D55C29E9-B37E-45E5-B2BC-E50126B99F90}" type="presParOf" srcId="{775C5914-16C8-429B-A5E7-4D1D04248368}" destId="{3365F64B-08E0-451E-8E23-DCA274503F61}" srcOrd="2" destOrd="0" presId="urn:microsoft.com/office/officeart/2018/2/layout/IconLabelDescriptionList"/>
    <dgm:cxn modelId="{3AA99617-257B-49A6-A741-68663CEBA929}" type="presParOf" srcId="{775C5914-16C8-429B-A5E7-4D1D04248368}" destId="{96FD95E1-8664-477F-868B-96E4705D05DE}" srcOrd="3" destOrd="0" presId="urn:microsoft.com/office/officeart/2018/2/layout/IconLabelDescriptionList"/>
    <dgm:cxn modelId="{32FF883D-F76A-497C-8490-A852F5B4143D}" type="presParOf" srcId="{775C5914-16C8-429B-A5E7-4D1D04248368}" destId="{6D129A52-35D1-46AF-B09A-DCBC4FE80DBE}" srcOrd="4" destOrd="0" presId="urn:microsoft.com/office/officeart/2018/2/layout/IconLabelDescriptionList"/>
    <dgm:cxn modelId="{38BE690F-4C09-455C-9E22-52048FA1B0E9}" type="presParOf" srcId="{F6E6DCCC-F1D7-4CD3-BC1E-9F1C3BB99CC5}" destId="{7F2ABB1B-5674-4600-AF83-D3412F44C875}" srcOrd="5" destOrd="0" presId="urn:microsoft.com/office/officeart/2018/2/layout/IconLabelDescriptionList"/>
    <dgm:cxn modelId="{CE558498-71AD-424C-97F6-62753C5CB43C}" type="presParOf" srcId="{F6E6DCCC-F1D7-4CD3-BC1E-9F1C3BB99CC5}" destId="{832D3AE9-724C-4C7F-9316-F0226612D743}" srcOrd="6" destOrd="0" presId="urn:microsoft.com/office/officeart/2018/2/layout/IconLabelDescriptionList"/>
    <dgm:cxn modelId="{E3803FCA-F1DB-43A3-A7FD-851DC304B5C4}" type="presParOf" srcId="{832D3AE9-724C-4C7F-9316-F0226612D743}" destId="{5C86ECA9-317D-4F01-A593-EB77CE907331}" srcOrd="0" destOrd="0" presId="urn:microsoft.com/office/officeart/2018/2/layout/IconLabelDescriptionList"/>
    <dgm:cxn modelId="{C3B9DDB3-A70D-4635-90C9-A8C83F1C4DD9}" type="presParOf" srcId="{832D3AE9-724C-4C7F-9316-F0226612D743}" destId="{6242B411-8FD6-4360-8C8E-E817B6B95DB1}" srcOrd="1" destOrd="0" presId="urn:microsoft.com/office/officeart/2018/2/layout/IconLabelDescriptionList"/>
    <dgm:cxn modelId="{335CC69C-5EBF-4819-8D13-50092AAA84D3}" type="presParOf" srcId="{832D3AE9-724C-4C7F-9316-F0226612D743}" destId="{82A97F6A-D049-4802-804D-F4BD9FCB5565}" srcOrd="2" destOrd="0" presId="urn:microsoft.com/office/officeart/2018/2/layout/IconLabelDescriptionList"/>
    <dgm:cxn modelId="{3D8DC25A-0710-4BA9-9C88-B51E28B8C328}" type="presParOf" srcId="{832D3AE9-724C-4C7F-9316-F0226612D743}" destId="{28FF8D36-55EC-4516-9076-31C7930C6CF9}" srcOrd="3" destOrd="0" presId="urn:microsoft.com/office/officeart/2018/2/layout/IconLabelDescriptionList"/>
    <dgm:cxn modelId="{C2DFAA3E-158B-416C-95CF-96B69F2F6F9C}" type="presParOf" srcId="{832D3AE9-724C-4C7F-9316-F0226612D743}" destId="{2295EE30-76A9-431A-BE94-B9A9D43B841E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F61D6AA-F154-4C02-BF89-4E959692B186}">
      <dsp:nvSpPr>
        <dsp:cNvPr id="0" name=""/>
        <dsp:cNvSpPr/>
      </dsp:nvSpPr>
      <dsp:spPr>
        <a:xfrm>
          <a:off x="0" y="80"/>
          <a:ext cx="7657782" cy="355865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25FDDA82-91D8-49E1-957E-8CD51BB0AAA7}">
      <dsp:nvSpPr>
        <dsp:cNvPr id="0" name=""/>
        <dsp:cNvSpPr/>
      </dsp:nvSpPr>
      <dsp:spPr>
        <a:xfrm>
          <a:off x="107649" y="80150"/>
          <a:ext cx="195726" cy="195726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7086D05-00DC-42E7-ABA8-F28AAB22342B}">
      <dsp:nvSpPr>
        <dsp:cNvPr id="0" name=""/>
        <dsp:cNvSpPr/>
      </dsp:nvSpPr>
      <dsp:spPr>
        <a:xfrm>
          <a:off x="411024" y="80"/>
          <a:ext cx="7246757" cy="3558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7662" tIns="37662" rIns="37662" bIns="37662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Introduction</a:t>
          </a:r>
          <a:endParaRPr lang="en-US" sz="1600" kern="1200" dirty="0"/>
        </a:p>
      </dsp:txBody>
      <dsp:txXfrm>
        <a:off x="411024" y="80"/>
        <a:ext cx="7246757" cy="355865"/>
      </dsp:txXfrm>
    </dsp:sp>
    <dsp:sp modelId="{D1487E42-5347-4917-A547-B6247069761E}">
      <dsp:nvSpPr>
        <dsp:cNvPr id="0" name=""/>
        <dsp:cNvSpPr/>
      </dsp:nvSpPr>
      <dsp:spPr>
        <a:xfrm>
          <a:off x="0" y="444912"/>
          <a:ext cx="7657782" cy="355865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9BED550D-DDE5-432F-AF0B-0B919FA6F804}">
      <dsp:nvSpPr>
        <dsp:cNvPr id="0" name=""/>
        <dsp:cNvSpPr/>
      </dsp:nvSpPr>
      <dsp:spPr>
        <a:xfrm>
          <a:off x="107649" y="524982"/>
          <a:ext cx="195726" cy="195726"/>
        </a:xfrm>
        <a:prstGeom prst="rect">
          <a:avLst/>
        </a:prstGeom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93F12BC-9B5A-4FC5-9ED2-15C7A5E4F01B}">
      <dsp:nvSpPr>
        <dsp:cNvPr id="0" name=""/>
        <dsp:cNvSpPr/>
      </dsp:nvSpPr>
      <dsp:spPr>
        <a:xfrm>
          <a:off x="411024" y="444912"/>
          <a:ext cx="7246757" cy="3558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7662" tIns="37662" rIns="37662" bIns="37662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/>
            <a:t>Decentralized Consensus</a:t>
          </a:r>
          <a:endParaRPr lang="en-US" sz="1600" kern="1200" dirty="0"/>
        </a:p>
      </dsp:txBody>
      <dsp:txXfrm>
        <a:off x="411024" y="444912"/>
        <a:ext cx="7246757" cy="355865"/>
      </dsp:txXfrm>
    </dsp:sp>
    <dsp:sp modelId="{02955DCD-3C66-43F6-A554-A02E91A6DD5C}">
      <dsp:nvSpPr>
        <dsp:cNvPr id="0" name=""/>
        <dsp:cNvSpPr/>
      </dsp:nvSpPr>
      <dsp:spPr>
        <a:xfrm>
          <a:off x="0" y="889744"/>
          <a:ext cx="7657782" cy="355865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D0FC0BB7-6302-4836-9874-441AA4F67078}">
      <dsp:nvSpPr>
        <dsp:cNvPr id="0" name=""/>
        <dsp:cNvSpPr/>
      </dsp:nvSpPr>
      <dsp:spPr>
        <a:xfrm>
          <a:off x="107649" y="969814"/>
          <a:ext cx="195726" cy="195726"/>
        </a:xfrm>
        <a:prstGeom prst="rect">
          <a:avLst/>
        </a:prstGeom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11E8ABB-3C4B-4458-90DA-BDE74B116744}">
      <dsp:nvSpPr>
        <dsp:cNvPr id="0" name=""/>
        <dsp:cNvSpPr/>
      </dsp:nvSpPr>
      <dsp:spPr>
        <a:xfrm>
          <a:off x="411024" y="889744"/>
          <a:ext cx="7246757" cy="3558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7662" tIns="37662" rIns="37662" bIns="37662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/>
            <a:t>Independent Verification of Transactions</a:t>
          </a:r>
          <a:endParaRPr lang="en-US" sz="1600" kern="1200" dirty="0"/>
        </a:p>
      </dsp:txBody>
      <dsp:txXfrm>
        <a:off x="411024" y="889744"/>
        <a:ext cx="7246757" cy="355865"/>
      </dsp:txXfrm>
    </dsp:sp>
    <dsp:sp modelId="{6D359034-B760-4960-A96A-A1F4FB72570A}">
      <dsp:nvSpPr>
        <dsp:cNvPr id="0" name=""/>
        <dsp:cNvSpPr/>
      </dsp:nvSpPr>
      <dsp:spPr>
        <a:xfrm>
          <a:off x="0" y="1334576"/>
          <a:ext cx="7657782" cy="355865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D585B13E-226D-4852-A038-EA40961AB95F}">
      <dsp:nvSpPr>
        <dsp:cNvPr id="0" name=""/>
        <dsp:cNvSpPr/>
      </dsp:nvSpPr>
      <dsp:spPr>
        <a:xfrm>
          <a:off x="107649" y="1414646"/>
          <a:ext cx="195726" cy="195726"/>
        </a:xfrm>
        <a:prstGeom prst="rect">
          <a:avLst/>
        </a:prstGeom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A64EC4C-59FB-4DAD-B23A-8ECA911B4BC1}">
      <dsp:nvSpPr>
        <dsp:cNvPr id="0" name=""/>
        <dsp:cNvSpPr/>
      </dsp:nvSpPr>
      <dsp:spPr>
        <a:xfrm>
          <a:off x="411024" y="1334576"/>
          <a:ext cx="7246757" cy="3558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7662" tIns="37662" rIns="37662" bIns="37662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/>
            <a:t>Mining Nodes</a:t>
          </a:r>
          <a:endParaRPr lang="en-US" sz="1600" kern="1200" dirty="0"/>
        </a:p>
      </dsp:txBody>
      <dsp:txXfrm>
        <a:off x="411024" y="1334576"/>
        <a:ext cx="7246757" cy="355865"/>
      </dsp:txXfrm>
    </dsp:sp>
    <dsp:sp modelId="{5BE9AB06-D09A-4094-9185-E7B0F40157CB}">
      <dsp:nvSpPr>
        <dsp:cNvPr id="0" name=""/>
        <dsp:cNvSpPr/>
      </dsp:nvSpPr>
      <dsp:spPr>
        <a:xfrm>
          <a:off x="0" y="1779408"/>
          <a:ext cx="7657782" cy="355865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29746BCB-A26E-49FD-B7E2-EF167D04CDE2}">
      <dsp:nvSpPr>
        <dsp:cNvPr id="0" name=""/>
        <dsp:cNvSpPr/>
      </dsp:nvSpPr>
      <dsp:spPr>
        <a:xfrm>
          <a:off x="107649" y="1859478"/>
          <a:ext cx="195726" cy="195726"/>
        </a:xfrm>
        <a:prstGeom prst="rect">
          <a:avLst/>
        </a:prstGeom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EBDE30E-CEF7-42FB-BA79-46869F1E8939}">
      <dsp:nvSpPr>
        <dsp:cNvPr id="0" name=""/>
        <dsp:cNvSpPr/>
      </dsp:nvSpPr>
      <dsp:spPr>
        <a:xfrm>
          <a:off x="411024" y="1779408"/>
          <a:ext cx="7246757" cy="3558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7662" tIns="37662" rIns="37662" bIns="37662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/>
            <a:t>Aggregating Transactions into Blocks</a:t>
          </a:r>
          <a:endParaRPr lang="en-US" sz="1600" kern="1200" dirty="0"/>
        </a:p>
      </dsp:txBody>
      <dsp:txXfrm>
        <a:off x="411024" y="1779408"/>
        <a:ext cx="7246757" cy="355865"/>
      </dsp:txXfrm>
    </dsp:sp>
    <dsp:sp modelId="{FF4D5F07-66C4-45A5-ABC2-709D6324F911}">
      <dsp:nvSpPr>
        <dsp:cNvPr id="0" name=""/>
        <dsp:cNvSpPr/>
      </dsp:nvSpPr>
      <dsp:spPr>
        <a:xfrm>
          <a:off x="0" y="2224240"/>
          <a:ext cx="7657782" cy="355865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34593E5D-2FC1-4C8A-8B19-421FB0A42F2C}">
      <dsp:nvSpPr>
        <dsp:cNvPr id="0" name=""/>
        <dsp:cNvSpPr/>
      </dsp:nvSpPr>
      <dsp:spPr>
        <a:xfrm>
          <a:off x="107649" y="2304310"/>
          <a:ext cx="195726" cy="195726"/>
        </a:xfrm>
        <a:prstGeom prst="rect">
          <a:avLst/>
        </a:prstGeom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15C062B-D355-41AA-8AA8-39DE89203F94}">
      <dsp:nvSpPr>
        <dsp:cNvPr id="0" name=""/>
        <dsp:cNvSpPr/>
      </dsp:nvSpPr>
      <dsp:spPr>
        <a:xfrm>
          <a:off x="411024" y="2224240"/>
          <a:ext cx="7246757" cy="3558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7662" tIns="37662" rIns="37662" bIns="37662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/>
            <a:t>Constructing the Block Header</a:t>
          </a:r>
          <a:endParaRPr lang="en-US" sz="1600" kern="1200" dirty="0"/>
        </a:p>
      </dsp:txBody>
      <dsp:txXfrm>
        <a:off x="411024" y="2224240"/>
        <a:ext cx="7246757" cy="355865"/>
      </dsp:txXfrm>
    </dsp:sp>
    <dsp:sp modelId="{B16A03AC-03E2-4A3B-92E0-6FA04B54FE28}">
      <dsp:nvSpPr>
        <dsp:cNvPr id="0" name=""/>
        <dsp:cNvSpPr/>
      </dsp:nvSpPr>
      <dsp:spPr>
        <a:xfrm>
          <a:off x="0" y="2669073"/>
          <a:ext cx="7657782" cy="355865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7C9BE215-E658-41F8-A0DA-A552B1AE7CA9}">
      <dsp:nvSpPr>
        <dsp:cNvPr id="0" name=""/>
        <dsp:cNvSpPr/>
      </dsp:nvSpPr>
      <dsp:spPr>
        <a:xfrm>
          <a:off x="107649" y="2749142"/>
          <a:ext cx="195726" cy="195726"/>
        </a:xfrm>
        <a:prstGeom prst="rect">
          <a:avLst/>
        </a:prstGeom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05F8D75-CAA3-42BE-BF05-823E66EF1DD1}">
      <dsp:nvSpPr>
        <dsp:cNvPr id="0" name=""/>
        <dsp:cNvSpPr/>
      </dsp:nvSpPr>
      <dsp:spPr>
        <a:xfrm>
          <a:off x="411024" y="2669073"/>
          <a:ext cx="7246757" cy="3558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7662" tIns="37662" rIns="37662" bIns="37662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/>
            <a:t>Mining the Block</a:t>
          </a:r>
          <a:endParaRPr lang="en-US" sz="1600" kern="1200" dirty="0"/>
        </a:p>
      </dsp:txBody>
      <dsp:txXfrm>
        <a:off x="411024" y="2669073"/>
        <a:ext cx="7246757" cy="355865"/>
      </dsp:txXfrm>
    </dsp:sp>
    <dsp:sp modelId="{C8DEAFEE-DEE3-4128-AEC7-C74802641A14}">
      <dsp:nvSpPr>
        <dsp:cNvPr id="0" name=""/>
        <dsp:cNvSpPr/>
      </dsp:nvSpPr>
      <dsp:spPr>
        <a:xfrm>
          <a:off x="0" y="3113905"/>
          <a:ext cx="7657782" cy="355865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566F69F8-E7BA-47F3-AA96-45120B769D7F}">
      <dsp:nvSpPr>
        <dsp:cNvPr id="0" name=""/>
        <dsp:cNvSpPr/>
      </dsp:nvSpPr>
      <dsp:spPr>
        <a:xfrm>
          <a:off x="107649" y="3193974"/>
          <a:ext cx="195726" cy="195726"/>
        </a:xfrm>
        <a:prstGeom prst="rect">
          <a:avLst/>
        </a:prstGeom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EDB96A7-C1E2-4DB0-BE1D-A59E3C6F2A0E}">
      <dsp:nvSpPr>
        <dsp:cNvPr id="0" name=""/>
        <dsp:cNvSpPr/>
      </dsp:nvSpPr>
      <dsp:spPr>
        <a:xfrm>
          <a:off x="411024" y="3113905"/>
          <a:ext cx="7246757" cy="3558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7662" tIns="37662" rIns="37662" bIns="37662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 err="1"/>
            <a:t>Successfully</a:t>
          </a:r>
          <a:r>
            <a:rPr lang="tr-TR" sz="1600" kern="1200" dirty="0"/>
            <a:t> </a:t>
          </a:r>
          <a:r>
            <a:rPr lang="tr-TR" sz="1600" kern="1200" dirty="0" err="1"/>
            <a:t>Mining</a:t>
          </a:r>
          <a:r>
            <a:rPr lang="tr-TR" sz="1600" kern="1200" dirty="0"/>
            <a:t> </a:t>
          </a:r>
          <a:r>
            <a:rPr lang="tr-TR" sz="1600" kern="1200" dirty="0" err="1"/>
            <a:t>the</a:t>
          </a:r>
          <a:r>
            <a:rPr lang="tr-TR" sz="1600" kern="1200" dirty="0"/>
            <a:t> </a:t>
          </a:r>
          <a:r>
            <a:rPr lang="tr-TR" sz="1600" kern="1200" dirty="0" err="1"/>
            <a:t>Block</a:t>
          </a:r>
          <a:endParaRPr lang="en-US" sz="1600" kern="1200" dirty="0"/>
        </a:p>
      </dsp:txBody>
      <dsp:txXfrm>
        <a:off x="411024" y="3113905"/>
        <a:ext cx="7246757" cy="355865"/>
      </dsp:txXfrm>
    </dsp:sp>
    <dsp:sp modelId="{1A98300E-DC63-4E9B-BA7A-215C274296D6}">
      <dsp:nvSpPr>
        <dsp:cNvPr id="0" name=""/>
        <dsp:cNvSpPr/>
      </dsp:nvSpPr>
      <dsp:spPr>
        <a:xfrm>
          <a:off x="0" y="3558737"/>
          <a:ext cx="7657782" cy="355865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AF7E95B-874C-4A6F-896D-BB3AE4FB6DA5}">
      <dsp:nvSpPr>
        <dsp:cNvPr id="0" name=""/>
        <dsp:cNvSpPr/>
      </dsp:nvSpPr>
      <dsp:spPr>
        <a:xfrm>
          <a:off x="107649" y="3638807"/>
          <a:ext cx="195726" cy="195726"/>
        </a:xfrm>
        <a:prstGeom prst="rect">
          <a:avLst/>
        </a:prstGeom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A293B90-CC78-4CFE-9B7B-74F7FE5FB360}">
      <dsp:nvSpPr>
        <dsp:cNvPr id="0" name=""/>
        <dsp:cNvSpPr/>
      </dsp:nvSpPr>
      <dsp:spPr>
        <a:xfrm>
          <a:off x="411024" y="3558737"/>
          <a:ext cx="7246757" cy="3558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7662" tIns="37662" rIns="37662" bIns="37662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/>
            <a:t>Validating a New Block</a:t>
          </a:r>
          <a:endParaRPr lang="en-US" sz="1600" kern="1200" dirty="0"/>
        </a:p>
      </dsp:txBody>
      <dsp:txXfrm>
        <a:off x="411024" y="3558737"/>
        <a:ext cx="7246757" cy="355865"/>
      </dsp:txXfrm>
    </dsp:sp>
    <dsp:sp modelId="{B15940A8-7991-4DCC-8035-AB91B4DC14B9}">
      <dsp:nvSpPr>
        <dsp:cNvPr id="0" name=""/>
        <dsp:cNvSpPr/>
      </dsp:nvSpPr>
      <dsp:spPr>
        <a:xfrm>
          <a:off x="0" y="4003569"/>
          <a:ext cx="7657782" cy="355865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29863B75-93EB-4AE0-9D8F-BE50A4DA3684}">
      <dsp:nvSpPr>
        <dsp:cNvPr id="0" name=""/>
        <dsp:cNvSpPr/>
      </dsp:nvSpPr>
      <dsp:spPr>
        <a:xfrm>
          <a:off x="107649" y="4083639"/>
          <a:ext cx="195726" cy="195726"/>
        </a:xfrm>
        <a:prstGeom prst="rect">
          <a:avLst/>
        </a:prstGeom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0377F50-4C6E-4206-A9FE-F09BA9F777F7}">
      <dsp:nvSpPr>
        <dsp:cNvPr id="0" name=""/>
        <dsp:cNvSpPr/>
      </dsp:nvSpPr>
      <dsp:spPr>
        <a:xfrm>
          <a:off x="411024" y="4003569"/>
          <a:ext cx="7246757" cy="3558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7662" tIns="37662" rIns="37662" bIns="37662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Assembling and Selecting Chains of Blocks</a:t>
          </a:r>
        </a:p>
      </dsp:txBody>
      <dsp:txXfrm>
        <a:off x="411024" y="4003569"/>
        <a:ext cx="7246757" cy="355865"/>
      </dsp:txXfrm>
    </dsp:sp>
    <dsp:sp modelId="{96EC0379-B6BC-4164-A55F-CFFF1149616C}">
      <dsp:nvSpPr>
        <dsp:cNvPr id="0" name=""/>
        <dsp:cNvSpPr/>
      </dsp:nvSpPr>
      <dsp:spPr>
        <a:xfrm>
          <a:off x="0" y="4448401"/>
          <a:ext cx="7657782" cy="355865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1E0C92C-5A72-401F-9CBF-72E33CDF0050}">
      <dsp:nvSpPr>
        <dsp:cNvPr id="0" name=""/>
        <dsp:cNvSpPr/>
      </dsp:nvSpPr>
      <dsp:spPr>
        <a:xfrm>
          <a:off x="107649" y="4528471"/>
          <a:ext cx="195726" cy="195726"/>
        </a:xfrm>
        <a:prstGeom prst="rect">
          <a:avLst/>
        </a:prstGeom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053CFEE-D28A-4E96-A877-F93395B7623E}">
      <dsp:nvSpPr>
        <dsp:cNvPr id="0" name=""/>
        <dsp:cNvSpPr/>
      </dsp:nvSpPr>
      <dsp:spPr>
        <a:xfrm>
          <a:off x="411024" y="4448401"/>
          <a:ext cx="7246757" cy="3558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7662" tIns="37662" rIns="37662" bIns="37662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Mining and the Hashing Race</a:t>
          </a:r>
          <a:endParaRPr lang="en-US" sz="1600" kern="1200" dirty="0"/>
        </a:p>
      </dsp:txBody>
      <dsp:txXfrm>
        <a:off x="411024" y="4448401"/>
        <a:ext cx="7246757" cy="355865"/>
      </dsp:txXfrm>
    </dsp:sp>
    <dsp:sp modelId="{58C09792-1089-415A-A060-AB84D8393ED9}">
      <dsp:nvSpPr>
        <dsp:cNvPr id="0" name=""/>
        <dsp:cNvSpPr/>
      </dsp:nvSpPr>
      <dsp:spPr>
        <a:xfrm>
          <a:off x="0" y="4893233"/>
          <a:ext cx="7657782" cy="355865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4F7DADC9-3D3A-4693-A9E1-437E8D0B4A22}">
      <dsp:nvSpPr>
        <dsp:cNvPr id="0" name=""/>
        <dsp:cNvSpPr/>
      </dsp:nvSpPr>
      <dsp:spPr>
        <a:xfrm>
          <a:off x="107649" y="4973303"/>
          <a:ext cx="195726" cy="195726"/>
        </a:xfrm>
        <a:prstGeom prst="rect">
          <a:avLst/>
        </a:prstGeom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9AE8753-A44A-4580-B9E4-2DCCC232CC64}">
      <dsp:nvSpPr>
        <dsp:cNvPr id="0" name=""/>
        <dsp:cNvSpPr/>
      </dsp:nvSpPr>
      <dsp:spPr>
        <a:xfrm>
          <a:off x="411024" y="4893233"/>
          <a:ext cx="7246757" cy="3558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7662" tIns="37662" rIns="37662" bIns="37662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/>
            <a:t>Consensus Attacks</a:t>
          </a:r>
          <a:endParaRPr lang="en-US" sz="1600" kern="1200" dirty="0"/>
        </a:p>
      </dsp:txBody>
      <dsp:txXfrm>
        <a:off x="411024" y="4893233"/>
        <a:ext cx="7246757" cy="355865"/>
      </dsp:txXfrm>
    </dsp:sp>
    <dsp:sp modelId="{A1283F2B-DD5F-47E8-8361-88BEF19E2225}">
      <dsp:nvSpPr>
        <dsp:cNvPr id="0" name=""/>
        <dsp:cNvSpPr/>
      </dsp:nvSpPr>
      <dsp:spPr>
        <a:xfrm>
          <a:off x="0" y="5338065"/>
          <a:ext cx="7657782" cy="355865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B323DBC0-31E1-459A-97CD-2C21905C8FEC}">
      <dsp:nvSpPr>
        <dsp:cNvPr id="0" name=""/>
        <dsp:cNvSpPr/>
      </dsp:nvSpPr>
      <dsp:spPr>
        <a:xfrm>
          <a:off x="107649" y="5418135"/>
          <a:ext cx="195726" cy="195726"/>
        </a:xfrm>
        <a:prstGeom prst="rect">
          <a:avLst/>
        </a:prstGeom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47E7124-9C0C-4E09-A25E-D75B094C5CE5}">
      <dsp:nvSpPr>
        <dsp:cNvPr id="0" name=""/>
        <dsp:cNvSpPr/>
      </dsp:nvSpPr>
      <dsp:spPr>
        <a:xfrm>
          <a:off x="411024" y="5338065"/>
          <a:ext cx="7246757" cy="3558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7662" tIns="37662" rIns="37662" bIns="37662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 err="1"/>
            <a:t>Changing</a:t>
          </a:r>
          <a:r>
            <a:rPr lang="tr-TR" sz="1600" kern="1200" dirty="0"/>
            <a:t> </a:t>
          </a:r>
          <a:r>
            <a:rPr lang="tr-TR" sz="1600" kern="1200" dirty="0" err="1"/>
            <a:t>the</a:t>
          </a:r>
          <a:r>
            <a:rPr lang="tr-TR" sz="1600" kern="1200" dirty="0"/>
            <a:t> </a:t>
          </a:r>
          <a:r>
            <a:rPr lang="tr-TR" sz="1600" kern="1200" dirty="0" err="1"/>
            <a:t>Consensus</a:t>
          </a:r>
          <a:r>
            <a:rPr lang="tr-TR" sz="1600" kern="1200" dirty="0"/>
            <a:t> Rules</a:t>
          </a:r>
          <a:endParaRPr lang="en-US" sz="1600" kern="1200" dirty="0"/>
        </a:p>
      </dsp:txBody>
      <dsp:txXfrm>
        <a:off x="411024" y="5338065"/>
        <a:ext cx="7246757" cy="355865"/>
      </dsp:txXfrm>
    </dsp:sp>
    <dsp:sp modelId="{04AF0FD4-6D66-42CC-9D03-A19417A66EC2}">
      <dsp:nvSpPr>
        <dsp:cNvPr id="0" name=""/>
        <dsp:cNvSpPr/>
      </dsp:nvSpPr>
      <dsp:spPr>
        <a:xfrm>
          <a:off x="0" y="5782897"/>
          <a:ext cx="7657782" cy="355865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545B1932-2F10-4BEA-8EED-27BC2B228356}">
      <dsp:nvSpPr>
        <dsp:cNvPr id="0" name=""/>
        <dsp:cNvSpPr/>
      </dsp:nvSpPr>
      <dsp:spPr>
        <a:xfrm>
          <a:off x="107649" y="5862967"/>
          <a:ext cx="195726" cy="195726"/>
        </a:xfrm>
        <a:prstGeom prst="rect">
          <a:avLst/>
        </a:prstGeom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CC0F895-3150-4D98-81C6-2BBD65058B0D}">
      <dsp:nvSpPr>
        <dsp:cNvPr id="0" name=""/>
        <dsp:cNvSpPr/>
      </dsp:nvSpPr>
      <dsp:spPr>
        <a:xfrm>
          <a:off x="411024" y="5782897"/>
          <a:ext cx="7246757" cy="3558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7662" tIns="37662" rIns="37662" bIns="37662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Soft Fork Signaling with Block Version</a:t>
          </a:r>
        </a:p>
      </dsp:txBody>
      <dsp:txXfrm>
        <a:off x="411024" y="5782897"/>
        <a:ext cx="7246757" cy="355865"/>
      </dsp:txXfrm>
    </dsp:sp>
    <dsp:sp modelId="{E7883625-AB34-4725-ACBA-8193206CE016}">
      <dsp:nvSpPr>
        <dsp:cNvPr id="0" name=""/>
        <dsp:cNvSpPr/>
      </dsp:nvSpPr>
      <dsp:spPr>
        <a:xfrm>
          <a:off x="0" y="6227729"/>
          <a:ext cx="7657782" cy="355865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9B45604F-6946-43E8-A61A-2B85FF3D7E96}">
      <dsp:nvSpPr>
        <dsp:cNvPr id="0" name=""/>
        <dsp:cNvSpPr/>
      </dsp:nvSpPr>
      <dsp:spPr>
        <a:xfrm>
          <a:off x="107649" y="6307799"/>
          <a:ext cx="195726" cy="195726"/>
        </a:xfrm>
        <a:prstGeom prst="rect">
          <a:avLst/>
        </a:prstGeom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6F9DD82-7CB6-4CCE-8437-F0867B1BBE23}">
      <dsp:nvSpPr>
        <dsp:cNvPr id="0" name=""/>
        <dsp:cNvSpPr/>
      </dsp:nvSpPr>
      <dsp:spPr>
        <a:xfrm>
          <a:off x="411024" y="6227729"/>
          <a:ext cx="7246757" cy="3558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7662" tIns="37662" rIns="37662" bIns="37662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/>
            <a:t>Consensus Software Development</a:t>
          </a:r>
          <a:endParaRPr lang="en-US" sz="1600" kern="1200" dirty="0"/>
        </a:p>
      </dsp:txBody>
      <dsp:txXfrm>
        <a:off x="411024" y="6227729"/>
        <a:ext cx="7246757" cy="355865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EBB4337-8F02-43D8-BD82-C6700331BED1}">
      <dsp:nvSpPr>
        <dsp:cNvPr id="0" name=""/>
        <dsp:cNvSpPr/>
      </dsp:nvSpPr>
      <dsp:spPr>
        <a:xfrm>
          <a:off x="943992" y="436081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D134932-3894-4878-8285-44F9BAE705CB}">
      <dsp:nvSpPr>
        <dsp:cNvPr id="0" name=""/>
        <dsp:cNvSpPr/>
      </dsp:nvSpPr>
      <dsp:spPr>
        <a:xfrm>
          <a:off x="3421" y="156850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 dirty="0" err="1"/>
            <a:t>word</a:t>
          </a:r>
          <a:r>
            <a:rPr lang="tr-TR" sz="2500" kern="1200" dirty="0"/>
            <a:t> «</a:t>
          </a:r>
          <a:r>
            <a:rPr lang="tr-TR" sz="2500" kern="1200" dirty="0" err="1"/>
            <a:t>Mining</a:t>
          </a:r>
          <a:r>
            <a:rPr lang="tr-TR" sz="2500" kern="1200" dirty="0"/>
            <a:t>»</a:t>
          </a:r>
          <a:endParaRPr lang="en-US" sz="2500" kern="1200" dirty="0"/>
        </a:p>
      </dsp:txBody>
      <dsp:txXfrm>
        <a:off x="3421" y="1568504"/>
        <a:ext cx="2894062" cy="434109"/>
      </dsp:txXfrm>
    </dsp:sp>
    <dsp:sp modelId="{0AEF39B2-DCDC-40CD-843C-869D374C2166}">
      <dsp:nvSpPr>
        <dsp:cNvPr id="0" name=""/>
        <dsp:cNvSpPr/>
      </dsp:nvSpPr>
      <dsp:spPr>
        <a:xfrm>
          <a:off x="3421" y="2058195"/>
          <a:ext cx="2894062" cy="11569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Evoking</a:t>
          </a:r>
          <a:r>
            <a:rPr lang="tr-TR" sz="1700" kern="1200" dirty="0"/>
            <a:t> </a:t>
          </a:r>
          <a:r>
            <a:rPr lang="tr-TR" sz="1700" kern="1200" dirty="0" err="1"/>
            <a:t>the</a:t>
          </a:r>
          <a:r>
            <a:rPr lang="tr-TR" sz="1700" kern="1200" dirty="0"/>
            <a:t> </a:t>
          </a:r>
          <a:r>
            <a:rPr lang="tr-TR" sz="1700" kern="1200" dirty="0" err="1"/>
            <a:t>extraction</a:t>
          </a:r>
          <a:r>
            <a:rPr lang="tr-TR" sz="1700" kern="1200" dirty="0"/>
            <a:t> of </a:t>
          </a:r>
          <a:r>
            <a:rPr lang="tr-TR" sz="1700" kern="1200" dirty="0" err="1"/>
            <a:t>precious</a:t>
          </a:r>
          <a:r>
            <a:rPr lang="tr-TR" sz="1700" kern="1200" dirty="0"/>
            <a:t> </a:t>
          </a:r>
          <a:r>
            <a:rPr lang="tr-TR" sz="1700" kern="1200" dirty="0" err="1"/>
            <a:t>metals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Focus</a:t>
          </a:r>
          <a:r>
            <a:rPr lang="tr-TR" sz="1700" kern="1200" dirty="0"/>
            <a:t> </a:t>
          </a:r>
          <a:r>
            <a:rPr lang="tr-TR" sz="1700" kern="1200" dirty="0" err="1"/>
            <a:t>the</a:t>
          </a:r>
          <a:r>
            <a:rPr lang="tr-TR" sz="1700" kern="1200" dirty="0"/>
            <a:t> </a:t>
          </a:r>
          <a:r>
            <a:rPr lang="tr-TR" sz="1700" kern="1200" dirty="0" err="1"/>
            <a:t>attention</a:t>
          </a:r>
          <a:r>
            <a:rPr lang="tr-TR" sz="1700" kern="1200" dirty="0"/>
            <a:t> on </a:t>
          </a:r>
          <a:r>
            <a:rPr lang="tr-TR" sz="1700" kern="1200" dirty="0" err="1"/>
            <a:t>the</a:t>
          </a:r>
          <a:r>
            <a:rPr lang="tr-TR" sz="1700" kern="1200" dirty="0"/>
            <a:t> </a:t>
          </a:r>
          <a:r>
            <a:rPr lang="tr-TR" sz="1700" kern="1200" dirty="0" err="1"/>
            <a:t>reward</a:t>
          </a:r>
          <a:r>
            <a:rPr lang="tr-TR" sz="1700" kern="1200" dirty="0"/>
            <a:t> of </a:t>
          </a:r>
          <a:r>
            <a:rPr lang="tr-TR" sz="1700" kern="1200" dirty="0" err="1"/>
            <a:t>mining</a:t>
          </a:r>
          <a:endParaRPr lang="en-US" sz="1700" kern="1200" dirty="0"/>
        </a:p>
      </dsp:txBody>
      <dsp:txXfrm>
        <a:off x="3421" y="2058195"/>
        <a:ext cx="2894062" cy="1156972"/>
      </dsp:txXfrm>
    </dsp:sp>
    <dsp:sp modelId="{201F6C7F-992A-49AE-96C4-7E09CCA638D9}">
      <dsp:nvSpPr>
        <dsp:cNvPr id="0" name=""/>
        <dsp:cNvSpPr/>
      </dsp:nvSpPr>
      <dsp:spPr>
        <a:xfrm>
          <a:off x="4344515" y="436081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E0B3322-E737-4930-A870-B8612CBDB637}">
      <dsp:nvSpPr>
        <dsp:cNvPr id="0" name=""/>
        <dsp:cNvSpPr/>
      </dsp:nvSpPr>
      <dsp:spPr>
        <a:xfrm>
          <a:off x="3403945" y="156850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Primary purpose</a:t>
          </a:r>
          <a:endParaRPr lang="en-US" sz="2500" kern="1200"/>
        </a:p>
      </dsp:txBody>
      <dsp:txXfrm>
        <a:off x="3403945" y="1568504"/>
        <a:ext cx="2894062" cy="434109"/>
      </dsp:txXfrm>
    </dsp:sp>
    <dsp:sp modelId="{84ED53E2-3110-4905-9275-D13B25668C9A}">
      <dsp:nvSpPr>
        <dsp:cNvPr id="0" name=""/>
        <dsp:cNvSpPr/>
      </dsp:nvSpPr>
      <dsp:spPr>
        <a:xfrm>
          <a:off x="3403945" y="2058195"/>
          <a:ext cx="2894062" cy="11569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Validation of transactions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Mechanism underpins decentralized clearinghouse</a:t>
          </a:r>
          <a:endParaRPr lang="en-US" sz="1700" kern="1200"/>
        </a:p>
      </dsp:txBody>
      <dsp:txXfrm>
        <a:off x="3403945" y="2058195"/>
        <a:ext cx="2894062" cy="1156972"/>
      </dsp:txXfrm>
    </dsp:sp>
    <dsp:sp modelId="{4A03D44D-FD1F-4E20-8E7E-F7F2ED44BC6D}">
      <dsp:nvSpPr>
        <dsp:cNvPr id="0" name=""/>
        <dsp:cNvSpPr/>
      </dsp:nvSpPr>
      <dsp:spPr>
        <a:xfrm>
          <a:off x="7745039" y="436081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B6C9230-E932-444D-8CB8-3E041B076036}">
      <dsp:nvSpPr>
        <dsp:cNvPr id="0" name=""/>
        <dsp:cNvSpPr/>
      </dsp:nvSpPr>
      <dsp:spPr>
        <a:xfrm>
          <a:off x="6804468" y="156850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Makes bitcoin special</a:t>
          </a:r>
          <a:endParaRPr lang="en-US" sz="2500" kern="1200"/>
        </a:p>
      </dsp:txBody>
      <dsp:txXfrm>
        <a:off x="6804468" y="1568504"/>
        <a:ext cx="2894062" cy="434109"/>
      </dsp:txXfrm>
    </dsp:sp>
    <dsp:sp modelId="{3B3D69B2-37AD-44F7-915B-40F00AEF016A}">
      <dsp:nvSpPr>
        <dsp:cNvPr id="0" name=""/>
        <dsp:cNvSpPr/>
      </dsp:nvSpPr>
      <dsp:spPr>
        <a:xfrm>
          <a:off x="6804468" y="2058195"/>
          <a:ext cx="2894062" cy="11569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Decentralized security mechanism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is the basis for P2P digital cash</a:t>
          </a:r>
          <a:endParaRPr lang="en-US" sz="1700" kern="1200"/>
        </a:p>
      </dsp:txBody>
      <dsp:txXfrm>
        <a:off x="6804468" y="2058195"/>
        <a:ext cx="2894062" cy="1156972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788693E-E380-4C4E-8720-770F0B3C28BE}">
      <dsp:nvSpPr>
        <dsp:cNvPr id="0" name=""/>
        <dsp:cNvSpPr/>
      </dsp:nvSpPr>
      <dsp:spPr>
        <a:xfrm>
          <a:off x="943992" y="571666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7587631-D946-4701-B4F8-9AEE6DF3137F}">
      <dsp:nvSpPr>
        <dsp:cNvPr id="0" name=""/>
        <dsp:cNvSpPr/>
      </dsp:nvSpPr>
      <dsp:spPr>
        <a:xfrm>
          <a:off x="3421" y="1692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Benefits of Mining</a:t>
          </a:r>
          <a:endParaRPr lang="en-US" sz="2800" kern="1200"/>
        </a:p>
      </dsp:txBody>
      <dsp:txXfrm>
        <a:off x="3421" y="1692428"/>
        <a:ext cx="2894062" cy="434109"/>
      </dsp:txXfrm>
    </dsp:sp>
    <dsp:sp modelId="{8E1FE5A7-A0ED-45C2-B8E7-642D372A86E1}">
      <dsp:nvSpPr>
        <dsp:cNvPr id="0" name=""/>
        <dsp:cNvSpPr/>
      </dsp:nvSpPr>
      <dsp:spPr>
        <a:xfrm>
          <a:off x="3421" y="2176696"/>
          <a:ext cx="2894062" cy="9028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Secures the bitcoin system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Enables network wide consensus without central authority</a:t>
          </a:r>
          <a:endParaRPr lang="en-US" sz="1700" kern="1200"/>
        </a:p>
      </dsp:txBody>
      <dsp:txXfrm>
        <a:off x="3421" y="2176696"/>
        <a:ext cx="2894062" cy="902886"/>
      </dsp:txXfrm>
    </dsp:sp>
    <dsp:sp modelId="{BBA7A3E7-613B-45B9-AEE0-59466BE249E6}">
      <dsp:nvSpPr>
        <dsp:cNvPr id="0" name=""/>
        <dsp:cNvSpPr/>
      </dsp:nvSpPr>
      <dsp:spPr>
        <a:xfrm>
          <a:off x="4344515" y="571666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B896029-DEAD-49CF-9273-869A74271AD9}">
      <dsp:nvSpPr>
        <dsp:cNvPr id="0" name=""/>
        <dsp:cNvSpPr/>
      </dsp:nvSpPr>
      <dsp:spPr>
        <a:xfrm>
          <a:off x="3403945" y="1692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Incentives</a:t>
          </a:r>
          <a:endParaRPr lang="en-US" sz="2800" kern="1200"/>
        </a:p>
      </dsp:txBody>
      <dsp:txXfrm>
        <a:off x="3403945" y="1692428"/>
        <a:ext cx="2894062" cy="434109"/>
      </dsp:txXfrm>
    </dsp:sp>
    <dsp:sp modelId="{E8A72E20-E4AA-451C-8833-B11AB231D8F0}">
      <dsp:nvSpPr>
        <dsp:cNvPr id="0" name=""/>
        <dsp:cNvSpPr/>
      </dsp:nvSpPr>
      <dsp:spPr>
        <a:xfrm>
          <a:off x="3403945" y="2176696"/>
          <a:ext cx="2894062" cy="9028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Newly minted coins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Transaction fees</a:t>
          </a:r>
          <a:endParaRPr lang="en-US" sz="1700" kern="1200"/>
        </a:p>
      </dsp:txBody>
      <dsp:txXfrm>
        <a:off x="3403945" y="2176696"/>
        <a:ext cx="2894062" cy="902886"/>
      </dsp:txXfrm>
    </dsp:sp>
    <dsp:sp modelId="{4CF308F6-6554-4367-8095-6AFFC5DA1304}">
      <dsp:nvSpPr>
        <dsp:cNvPr id="0" name=""/>
        <dsp:cNvSpPr/>
      </dsp:nvSpPr>
      <dsp:spPr>
        <a:xfrm>
          <a:off x="7745039" y="571666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41611E0-6E7D-4033-B848-574262EC2EA7}">
      <dsp:nvSpPr>
        <dsp:cNvPr id="0" name=""/>
        <dsp:cNvSpPr/>
      </dsp:nvSpPr>
      <dsp:spPr>
        <a:xfrm>
          <a:off x="6804468" y="1692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Miners</a:t>
          </a:r>
          <a:endParaRPr lang="en-US" sz="2800" kern="1200"/>
        </a:p>
      </dsp:txBody>
      <dsp:txXfrm>
        <a:off x="6804468" y="1692428"/>
        <a:ext cx="2894062" cy="434109"/>
      </dsp:txXfrm>
    </dsp:sp>
    <dsp:sp modelId="{65CC328A-A9EB-4BD0-9775-1514F5D5F253}">
      <dsp:nvSpPr>
        <dsp:cNvPr id="0" name=""/>
        <dsp:cNvSpPr/>
      </dsp:nvSpPr>
      <dsp:spPr>
        <a:xfrm>
          <a:off x="6804468" y="2176696"/>
          <a:ext cx="2894062" cy="9028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Validate transactions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Record them on the global ledger</a:t>
          </a:r>
          <a:endParaRPr lang="en-US" sz="1700" kern="1200"/>
        </a:p>
      </dsp:txBody>
      <dsp:txXfrm>
        <a:off x="6804468" y="2176696"/>
        <a:ext cx="2894062" cy="902886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0A11805-A41D-4551-B458-22BB7AD3A455}">
      <dsp:nvSpPr>
        <dsp:cNvPr id="0" name=""/>
        <dsp:cNvSpPr/>
      </dsp:nvSpPr>
      <dsp:spPr>
        <a:xfrm>
          <a:off x="698671" y="855672"/>
          <a:ext cx="750093" cy="750093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E68B075-7C2F-4697-BC6B-52D50EF80E8B}">
      <dsp:nvSpPr>
        <dsp:cNvPr id="0" name=""/>
        <dsp:cNvSpPr/>
      </dsp:nvSpPr>
      <dsp:spPr>
        <a:xfrm>
          <a:off x="2156" y="168918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10 minutes</a:t>
          </a:r>
          <a:endParaRPr lang="en-US" sz="1500" kern="1200"/>
        </a:p>
      </dsp:txBody>
      <dsp:txXfrm>
        <a:off x="2156" y="1689182"/>
        <a:ext cx="2143124" cy="321468"/>
      </dsp:txXfrm>
    </dsp:sp>
    <dsp:sp modelId="{A96E75B9-6234-4AD8-8B1D-2CE3A764F8AA}">
      <dsp:nvSpPr>
        <dsp:cNvPr id="0" name=""/>
        <dsp:cNvSpPr/>
      </dsp:nvSpPr>
      <dsp:spPr>
        <a:xfrm>
          <a:off x="2156" y="2049449"/>
          <a:ext cx="2143124" cy="7461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A new block is mined on 10 minutes on average</a:t>
          </a:r>
          <a:endParaRPr lang="en-US" sz="1100" kern="1200"/>
        </a:p>
      </dsp:txBody>
      <dsp:txXfrm>
        <a:off x="2156" y="2049449"/>
        <a:ext cx="2143124" cy="746128"/>
      </dsp:txXfrm>
    </dsp:sp>
    <dsp:sp modelId="{851BE9E3-7AC7-4760-A1BB-F1314F04CEC8}">
      <dsp:nvSpPr>
        <dsp:cNvPr id="0" name=""/>
        <dsp:cNvSpPr/>
      </dsp:nvSpPr>
      <dsp:spPr>
        <a:xfrm>
          <a:off x="3216843" y="855672"/>
          <a:ext cx="750093" cy="750093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EBEA239-A156-4B2B-9350-4322A9D4510F}">
      <dsp:nvSpPr>
        <dsp:cNvPr id="0" name=""/>
        <dsp:cNvSpPr/>
      </dsp:nvSpPr>
      <dsp:spPr>
        <a:xfrm>
          <a:off x="2520328" y="168918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«Confirmed» Transactions</a:t>
          </a:r>
          <a:endParaRPr lang="en-US" sz="1500" kern="1200"/>
        </a:p>
      </dsp:txBody>
      <dsp:txXfrm>
        <a:off x="2520328" y="1689182"/>
        <a:ext cx="2143124" cy="321468"/>
      </dsp:txXfrm>
    </dsp:sp>
    <dsp:sp modelId="{496EA3AE-8B33-4502-B5E8-8ABAD08697A9}">
      <dsp:nvSpPr>
        <dsp:cNvPr id="0" name=""/>
        <dsp:cNvSpPr/>
      </dsp:nvSpPr>
      <dsp:spPr>
        <a:xfrm>
          <a:off x="2520328" y="2049449"/>
          <a:ext cx="2143124" cy="7461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become part of a block</a:t>
          </a:r>
          <a:r>
            <a:rPr lang="tr-TR" sz="1100" kern="1200"/>
            <a:t> </a:t>
          </a:r>
          <a:r>
            <a:rPr lang="en-US" sz="1100" kern="1200"/>
            <a:t>added to the blockchain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New owners of the bitcoin are allowed to spend</a:t>
          </a:r>
          <a:endParaRPr lang="en-US" sz="1100" kern="1200"/>
        </a:p>
      </dsp:txBody>
      <dsp:txXfrm>
        <a:off x="2520328" y="2049449"/>
        <a:ext cx="2143124" cy="746128"/>
      </dsp:txXfrm>
    </dsp:sp>
    <dsp:sp modelId="{763D407B-9AE4-4814-8BE4-AAAAE7460DEA}">
      <dsp:nvSpPr>
        <dsp:cNvPr id="0" name=""/>
        <dsp:cNvSpPr/>
      </dsp:nvSpPr>
      <dsp:spPr>
        <a:xfrm>
          <a:off x="5735015" y="855672"/>
          <a:ext cx="750093" cy="750093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76248C7-45B3-4864-89EF-DB6F6BAF799B}">
      <dsp:nvSpPr>
        <dsp:cNvPr id="0" name=""/>
        <dsp:cNvSpPr/>
      </dsp:nvSpPr>
      <dsp:spPr>
        <a:xfrm>
          <a:off x="5038499" y="168918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Rewards of miners</a:t>
          </a:r>
          <a:endParaRPr lang="en-US" sz="1500" kern="1200"/>
        </a:p>
      </dsp:txBody>
      <dsp:txXfrm>
        <a:off x="5038499" y="1689182"/>
        <a:ext cx="2143124" cy="321468"/>
      </dsp:txXfrm>
    </dsp:sp>
    <dsp:sp modelId="{3935F23C-2E20-416C-9CE8-674F59792174}">
      <dsp:nvSpPr>
        <dsp:cNvPr id="0" name=""/>
        <dsp:cNvSpPr/>
      </dsp:nvSpPr>
      <dsp:spPr>
        <a:xfrm>
          <a:off x="5038499" y="2049449"/>
          <a:ext cx="2143124" cy="7461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New coins created with each new block</a:t>
          </a:r>
          <a:endParaRPr lang="en-US" sz="1100" kern="1200"/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Transaction fees from all transactions in the block</a:t>
          </a:r>
          <a:endParaRPr lang="en-US" sz="1100" kern="1200"/>
        </a:p>
      </dsp:txBody>
      <dsp:txXfrm>
        <a:off x="5038499" y="2049449"/>
        <a:ext cx="2143124" cy="746128"/>
      </dsp:txXfrm>
    </dsp:sp>
    <dsp:sp modelId="{E64A01EF-6F51-45DC-BE71-8A56861C31E5}">
      <dsp:nvSpPr>
        <dsp:cNvPr id="0" name=""/>
        <dsp:cNvSpPr/>
      </dsp:nvSpPr>
      <dsp:spPr>
        <a:xfrm>
          <a:off x="8253187" y="855672"/>
          <a:ext cx="750093" cy="750093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E610C7B-3E7A-490E-9ACB-E0BE2AA0156D}">
      <dsp:nvSpPr>
        <dsp:cNvPr id="0" name=""/>
        <dsp:cNvSpPr/>
      </dsp:nvSpPr>
      <dsp:spPr>
        <a:xfrm>
          <a:off x="7556671" y="168918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Reason of reward</a:t>
          </a:r>
          <a:endParaRPr lang="en-US" sz="1500" kern="1200"/>
        </a:p>
      </dsp:txBody>
      <dsp:txXfrm>
        <a:off x="7556671" y="1689182"/>
        <a:ext cx="2143124" cy="321468"/>
      </dsp:txXfrm>
    </dsp:sp>
    <dsp:sp modelId="{34BEE8D5-AC28-493C-A5A3-3214EACD0E68}">
      <dsp:nvSpPr>
        <dsp:cNvPr id="0" name=""/>
        <dsp:cNvSpPr/>
      </dsp:nvSpPr>
      <dsp:spPr>
        <a:xfrm>
          <a:off x="7556671" y="2049449"/>
          <a:ext cx="2143124" cy="7461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Miners provide security to blockchain</a:t>
          </a:r>
          <a:endParaRPr lang="en-US" sz="1100" kern="1200"/>
        </a:p>
      </dsp:txBody>
      <dsp:txXfrm>
        <a:off x="7556671" y="2049449"/>
        <a:ext cx="2143124" cy="746128"/>
      </dsp:txXfrm>
    </dsp:sp>
  </dsp:spTree>
</dsp:drawing>
</file>

<file path=ppt/diagrams/drawing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FDB791D-8E81-4BE2-922E-45C7177617F3}">
      <dsp:nvSpPr>
        <dsp:cNvPr id="0" name=""/>
        <dsp:cNvSpPr/>
      </dsp:nvSpPr>
      <dsp:spPr>
        <a:xfrm>
          <a:off x="3421" y="62140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51AB15B-C999-4D26-9031-4A482DA1395A}">
      <dsp:nvSpPr>
        <dsp:cNvPr id="0" name=""/>
        <dsp:cNvSpPr/>
      </dsp:nvSpPr>
      <dsp:spPr>
        <a:xfrm>
          <a:off x="3421" y="1737892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Secure transactions</a:t>
          </a:r>
          <a:endParaRPr lang="en-US" sz="2800" kern="1200"/>
        </a:p>
      </dsp:txBody>
      <dsp:txXfrm>
        <a:off x="3421" y="1737892"/>
        <a:ext cx="2894062" cy="434109"/>
      </dsp:txXfrm>
    </dsp:sp>
    <dsp:sp modelId="{56902AE9-F330-47DE-AD84-3512F6E8902F}">
      <dsp:nvSpPr>
        <dsp:cNvPr id="0" name=""/>
        <dsp:cNvSpPr/>
      </dsp:nvSpPr>
      <dsp:spPr>
        <a:xfrm>
          <a:off x="3421" y="2220170"/>
          <a:ext cx="2894062" cy="8096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acts as a proof mechanism </a:t>
          </a:r>
          <a:endParaRPr lang="en-US" sz="1700" kern="1200"/>
        </a:p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to secure the transactions included in the block</a:t>
          </a:r>
          <a:endParaRPr lang="en-US" sz="1700" kern="1200"/>
        </a:p>
      </dsp:txBody>
      <dsp:txXfrm>
        <a:off x="3421" y="2220170"/>
        <a:ext cx="2894062" cy="809671"/>
      </dsp:txXfrm>
    </dsp:sp>
    <dsp:sp modelId="{23C25470-303A-4749-85F1-7D465363B2CB}">
      <dsp:nvSpPr>
        <dsp:cNvPr id="0" name=""/>
        <dsp:cNvSpPr/>
      </dsp:nvSpPr>
      <dsp:spPr>
        <a:xfrm>
          <a:off x="3403945" y="62140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835BAC4-0260-42C1-B0F0-8F7C09B750D6}">
      <dsp:nvSpPr>
        <dsp:cNvPr id="0" name=""/>
        <dsp:cNvSpPr/>
      </dsp:nvSpPr>
      <dsp:spPr>
        <a:xfrm>
          <a:off x="3403945" y="1737892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Proof-of-Work</a:t>
          </a:r>
          <a:endParaRPr lang="en-US" sz="2800" kern="1200"/>
        </a:p>
      </dsp:txBody>
      <dsp:txXfrm>
        <a:off x="3403945" y="1737892"/>
        <a:ext cx="2894062" cy="434109"/>
      </dsp:txXfrm>
    </dsp:sp>
    <dsp:sp modelId="{25C052FF-F3DD-46B3-B734-084B9ECB60C8}">
      <dsp:nvSpPr>
        <dsp:cNvPr id="0" name=""/>
        <dsp:cNvSpPr/>
      </dsp:nvSpPr>
      <dsp:spPr>
        <a:xfrm>
          <a:off x="3403945" y="2220170"/>
          <a:ext cx="2894062" cy="8096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The solution to the difficult mathematical problem</a:t>
          </a:r>
          <a:endParaRPr lang="en-US" sz="1700" kern="1200"/>
        </a:p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Included</a:t>
          </a:r>
          <a:r>
            <a:rPr lang="tr-TR" sz="1700" kern="1200" dirty="0"/>
            <a:t> in </a:t>
          </a:r>
          <a:r>
            <a:rPr lang="tr-TR" sz="1700" kern="1200" dirty="0" err="1"/>
            <a:t>the</a:t>
          </a:r>
          <a:r>
            <a:rPr lang="tr-TR" sz="1700" kern="1200" dirty="0"/>
            <a:t> </a:t>
          </a:r>
          <a:r>
            <a:rPr lang="tr-TR" sz="1700" kern="1200" dirty="0" err="1"/>
            <a:t>block</a:t>
          </a:r>
          <a:endParaRPr lang="en-US" sz="1700" kern="1200" dirty="0"/>
        </a:p>
      </dsp:txBody>
      <dsp:txXfrm>
        <a:off x="3403945" y="2220170"/>
        <a:ext cx="2894062" cy="809671"/>
      </dsp:txXfrm>
    </dsp:sp>
    <dsp:sp modelId="{704ED56F-3859-4EA4-A766-3D9C743C616C}">
      <dsp:nvSpPr>
        <dsp:cNvPr id="0" name=""/>
        <dsp:cNvSpPr/>
      </dsp:nvSpPr>
      <dsp:spPr>
        <a:xfrm>
          <a:off x="6804468" y="621407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0024FFE-C1E0-4DEB-85D5-699EF6ABB4DB}">
      <dsp:nvSpPr>
        <dsp:cNvPr id="0" name=""/>
        <dsp:cNvSpPr/>
      </dsp:nvSpPr>
      <dsp:spPr>
        <a:xfrm>
          <a:off x="6804468" y="1737892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Competition</a:t>
          </a:r>
          <a:endParaRPr lang="en-US" sz="2800" kern="1200"/>
        </a:p>
      </dsp:txBody>
      <dsp:txXfrm>
        <a:off x="6804468" y="1737892"/>
        <a:ext cx="2894062" cy="434109"/>
      </dsp:txXfrm>
    </dsp:sp>
    <dsp:sp modelId="{EA4BE844-25CF-43A0-B26D-E227393F60B6}">
      <dsp:nvSpPr>
        <dsp:cNvPr id="0" name=""/>
        <dsp:cNvSpPr/>
      </dsp:nvSpPr>
      <dsp:spPr>
        <a:xfrm>
          <a:off x="6804468" y="2220170"/>
          <a:ext cx="2894062" cy="8096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Miners compete to solve a cryptographic hash algorithm</a:t>
          </a:r>
        </a:p>
      </dsp:txBody>
      <dsp:txXfrm>
        <a:off x="6804468" y="2220170"/>
        <a:ext cx="2894062" cy="809671"/>
      </dsp:txXfrm>
    </dsp:sp>
  </dsp:spTree>
</dsp:drawing>
</file>

<file path=ppt/diagrams/drawing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A77E281-D561-44E8-9EC0-44F480D973AC}">
      <dsp:nvSpPr>
        <dsp:cNvPr id="0" name=""/>
        <dsp:cNvSpPr/>
      </dsp:nvSpPr>
      <dsp:spPr>
        <a:xfrm>
          <a:off x="947807" y="270372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0476304-132D-47FE-9DDE-68FC28AA293D}">
      <dsp:nvSpPr>
        <dsp:cNvPr id="0" name=""/>
        <dsp:cNvSpPr/>
      </dsp:nvSpPr>
      <dsp:spPr>
        <a:xfrm>
          <a:off x="8155" y="1416057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Bitcoin’s money supply</a:t>
          </a:r>
          <a:endParaRPr lang="en-US" sz="1800" kern="1200"/>
        </a:p>
      </dsp:txBody>
      <dsp:txXfrm>
        <a:off x="8155" y="1416057"/>
        <a:ext cx="2891236" cy="433685"/>
      </dsp:txXfrm>
    </dsp:sp>
    <dsp:sp modelId="{89FDABA7-4ECB-4528-9E10-941ADDCD3753}">
      <dsp:nvSpPr>
        <dsp:cNvPr id="0" name=""/>
        <dsp:cNvSpPr/>
      </dsp:nvSpPr>
      <dsp:spPr>
        <a:xfrm>
          <a:off x="8155" y="1911952"/>
          <a:ext cx="2891236" cy="146892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Created by mining process</a:t>
          </a:r>
          <a:endParaRPr lang="en-US" sz="1400" kern="1200"/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Similar to central banks issuing new money</a:t>
          </a:r>
          <a:endParaRPr lang="en-US" sz="1400" kern="1200"/>
        </a:p>
      </dsp:txBody>
      <dsp:txXfrm>
        <a:off x="8155" y="1911952"/>
        <a:ext cx="2891236" cy="1468924"/>
      </dsp:txXfrm>
    </dsp:sp>
    <dsp:sp modelId="{5A2A0021-0768-4EEF-9862-4F45A365A4EB}">
      <dsp:nvSpPr>
        <dsp:cNvPr id="0" name=""/>
        <dsp:cNvSpPr/>
      </dsp:nvSpPr>
      <dsp:spPr>
        <a:xfrm>
          <a:off x="4345010" y="270372"/>
          <a:ext cx="1011932" cy="101193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BDA243B-8C41-4493-BC71-BD547AF5059D}">
      <dsp:nvSpPr>
        <dsp:cNvPr id="0" name=""/>
        <dsp:cNvSpPr/>
      </dsp:nvSpPr>
      <dsp:spPr>
        <a:xfrm>
          <a:off x="3405358" y="1416057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Decrease of bitcoin per block</a:t>
          </a:r>
          <a:endParaRPr lang="en-US" sz="1800" kern="1200"/>
        </a:p>
      </dsp:txBody>
      <dsp:txXfrm>
        <a:off x="3405358" y="1416057"/>
        <a:ext cx="2891236" cy="433685"/>
      </dsp:txXfrm>
    </dsp:sp>
    <dsp:sp modelId="{8FC44715-5A23-400D-B46A-8087069E5092}">
      <dsp:nvSpPr>
        <dsp:cNvPr id="0" name=""/>
        <dsp:cNvSpPr/>
      </dsp:nvSpPr>
      <dsp:spPr>
        <a:xfrm>
          <a:off x="3405358" y="1911952"/>
          <a:ext cx="2891236" cy="146892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It started at 50 bitcoin per block in January of 2009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halved to 25 bitcoin</a:t>
          </a:r>
          <a:r>
            <a:rPr lang="tr-TR" sz="1400" kern="1200"/>
            <a:t> </a:t>
          </a:r>
          <a:r>
            <a:rPr lang="en-US" sz="1400" kern="1200"/>
            <a:t>per block in November of 2012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It halved again to 12.5 bitcoin in July 2016</a:t>
          </a:r>
        </a:p>
      </dsp:txBody>
      <dsp:txXfrm>
        <a:off x="3405358" y="1911952"/>
        <a:ext cx="2891236" cy="1468924"/>
      </dsp:txXfrm>
    </dsp:sp>
    <dsp:sp modelId="{F2AB622D-E2AF-4B9E-B7DC-4EB9D4F36637}">
      <dsp:nvSpPr>
        <dsp:cNvPr id="0" name=""/>
        <dsp:cNvSpPr/>
      </dsp:nvSpPr>
      <dsp:spPr>
        <a:xfrm>
          <a:off x="7742212" y="270372"/>
          <a:ext cx="1011932" cy="101193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33478DB-1A0D-4489-A217-7304DF508129}">
      <dsp:nvSpPr>
        <dsp:cNvPr id="0" name=""/>
        <dsp:cNvSpPr/>
      </dsp:nvSpPr>
      <dsp:spPr>
        <a:xfrm>
          <a:off x="6802560" y="1416057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2140</a:t>
          </a:r>
          <a:endParaRPr lang="en-US" sz="1800" kern="1200"/>
        </a:p>
      </dsp:txBody>
      <dsp:txXfrm>
        <a:off x="6802560" y="1416057"/>
        <a:ext cx="2891236" cy="433685"/>
      </dsp:txXfrm>
    </dsp:sp>
    <dsp:sp modelId="{CD2A6339-5467-4EED-BA89-365647B4512C}">
      <dsp:nvSpPr>
        <dsp:cNvPr id="0" name=""/>
        <dsp:cNvSpPr/>
      </dsp:nvSpPr>
      <dsp:spPr>
        <a:xfrm>
          <a:off x="6802560" y="1911952"/>
          <a:ext cx="2891236" cy="146892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Decrease is exponential by half every 4 years</a:t>
          </a:r>
          <a:endParaRPr lang="en-US" sz="1400" kern="1200"/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 dirty="0" err="1"/>
            <a:t>All</a:t>
          </a:r>
          <a:r>
            <a:rPr lang="tr-TR" sz="1400" kern="1200" dirty="0"/>
            <a:t> 20.99999998 </a:t>
          </a:r>
          <a:r>
            <a:rPr lang="tr-TR" sz="1400" kern="1200" dirty="0" err="1"/>
            <a:t>million</a:t>
          </a:r>
          <a:r>
            <a:rPr lang="tr-TR" sz="1400" kern="1200" dirty="0"/>
            <a:t> </a:t>
          </a:r>
          <a:r>
            <a:rPr lang="tr-TR" sz="1400" kern="1200" dirty="0" err="1"/>
            <a:t>bitcoin</a:t>
          </a:r>
          <a:endParaRPr lang="en-US" sz="1400" kern="1200" dirty="0"/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 dirty="0" err="1"/>
            <a:t>will</a:t>
          </a:r>
          <a:r>
            <a:rPr lang="tr-TR" sz="1400" kern="1200" dirty="0"/>
            <a:t> </a:t>
          </a:r>
          <a:r>
            <a:rPr lang="tr-TR" sz="1400" kern="1200" dirty="0" err="1"/>
            <a:t>have</a:t>
          </a:r>
          <a:r>
            <a:rPr lang="tr-TR" sz="1400" kern="1200" dirty="0"/>
            <a:t> </a:t>
          </a:r>
          <a:r>
            <a:rPr lang="tr-TR" sz="1400" kern="1200" dirty="0" err="1"/>
            <a:t>been</a:t>
          </a:r>
          <a:r>
            <a:rPr lang="tr-TR" sz="1400" kern="1200" dirty="0"/>
            <a:t> </a:t>
          </a:r>
          <a:r>
            <a:rPr lang="tr-TR" sz="1400" kern="1200" dirty="0" err="1"/>
            <a:t>issued</a:t>
          </a:r>
          <a:endParaRPr lang="en-US" sz="1400" kern="1200" dirty="0"/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approximately </a:t>
          </a:r>
          <a:r>
            <a:rPr lang="tr-TR" sz="1400" kern="1200" dirty="0" err="1"/>
            <a:t>the</a:t>
          </a:r>
          <a:r>
            <a:rPr lang="tr-TR" sz="1400" kern="1200" dirty="0"/>
            <a:t> </a:t>
          </a:r>
          <a:r>
            <a:rPr lang="tr-TR" sz="1400" kern="1200" dirty="0" err="1"/>
            <a:t>year</a:t>
          </a:r>
          <a:r>
            <a:rPr lang="tr-TR" sz="1400" kern="1200" dirty="0"/>
            <a:t> 2140</a:t>
          </a:r>
          <a:endParaRPr lang="en-US" sz="1400" kern="1200" dirty="0"/>
        </a:p>
      </dsp:txBody>
      <dsp:txXfrm>
        <a:off x="6802560" y="1911952"/>
        <a:ext cx="2891236" cy="1468924"/>
      </dsp:txXfrm>
    </dsp:sp>
  </dsp:spTree>
</dsp:drawing>
</file>

<file path=ppt/diagrams/drawing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E6C9F9F-4751-403E-BC47-197F5B175C30}">
      <dsp:nvSpPr>
        <dsp:cNvPr id="0" name=""/>
        <dsp:cNvSpPr/>
      </dsp:nvSpPr>
      <dsp:spPr>
        <a:xfrm>
          <a:off x="947807" y="339808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13E5D94-49A3-4E72-82A4-E6E63411BA70}">
      <dsp:nvSpPr>
        <dsp:cNvPr id="0" name=""/>
        <dsp:cNvSpPr/>
      </dsp:nvSpPr>
      <dsp:spPr>
        <a:xfrm>
          <a:off x="8155" y="1479521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 dirty="0" err="1"/>
            <a:t>Minting</a:t>
          </a:r>
          <a:r>
            <a:rPr lang="tr-TR" sz="2500" kern="1200" dirty="0"/>
            <a:t> rate</a:t>
          </a:r>
          <a:endParaRPr lang="en-US" sz="2500" kern="1200" dirty="0"/>
        </a:p>
      </dsp:txBody>
      <dsp:txXfrm>
        <a:off x="8155" y="1479521"/>
        <a:ext cx="2891236" cy="433685"/>
      </dsp:txXfrm>
    </dsp:sp>
    <dsp:sp modelId="{E8CFFCA9-8643-4055-8557-C7CDD260B9E1}">
      <dsp:nvSpPr>
        <dsp:cNvPr id="0" name=""/>
        <dsp:cNvSpPr/>
      </dsp:nvSpPr>
      <dsp:spPr>
        <a:xfrm>
          <a:off x="8155" y="1972639"/>
          <a:ext cx="2891236" cy="133880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Bitcoin are “minted”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during the creation of each block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at a </a:t>
          </a:r>
          <a:r>
            <a:rPr lang="en-US" sz="1700" b="1" kern="1200" dirty="0"/>
            <a:t>fixed</a:t>
          </a:r>
          <a:r>
            <a:rPr lang="en-US" sz="1700" kern="1200" dirty="0"/>
            <a:t> and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b="1" kern="1200" dirty="0"/>
            <a:t>diminishing</a:t>
          </a:r>
          <a:r>
            <a:rPr lang="tr-TR" sz="1700" kern="1200" dirty="0"/>
            <a:t> rate</a:t>
          </a:r>
          <a:endParaRPr lang="en-US" sz="1700" kern="1200" dirty="0"/>
        </a:p>
      </dsp:txBody>
      <dsp:txXfrm>
        <a:off x="8155" y="1972639"/>
        <a:ext cx="2891236" cy="1338801"/>
      </dsp:txXfrm>
    </dsp:sp>
    <dsp:sp modelId="{1D2AB26D-6F7D-4CC9-AD5C-AB6D36178AC0}">
      <dsp:nvSpPr>
        <dsp:cNvPr id="0" name=""/>
        <dsp:cNvSpPr/>
      </dsp:nvSpPr>
      <dsp:spPr>
        <a:xfrm>
          <a:off x="4345010" y="339808"/>
          <a:ext cx="1011932" cy="101193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2ABC573-395C-412E-83AF-8CFE21BC3A24}">
      <dsp:nvSpPr>
        <dsp:cNvPr id="0" name=""/>
        <dsp:cNvSpPr/>
      </dsp:nvSpPr>
      <dsp:spPr>
        <a:xfrm>
          <a:off x="3405358" y="1479521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10 Minutes per Block</a:t>
          </a:r>
          <a:endParaRPr lang="en-US" sz="2500" kern="1200"/>
        </a:p>
      </dsp:txBody>
      <dsp:txXfrm>
        <a:off x="3405358" y="1479521"/>
        <a:ext cx="2891236" cy="433685"/>
      </dsp:txXfrm>
    </dsp:sp>
    <dsp:sp modelId="{1BE90B1E-670B-42FE-A3E5-8B7E6D6BA018}">
      <dsp:nvSpPr>
        <dsp:cNvPr id="0" name=""/>
        <dsp:cNvSpPr/>
      </dsp:nvSpPr>
      <dsp:spPr>
        <a:xfrm>
          <a:off x="3405358" y="1972639"/>
          <a:ext cx="2891236" cy="133880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Each block, generated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on average every </a:t>
          </a:r>
          <a:r>
            <a:rPr lang="en-US" sz="1700" b="1" kern="1200" dirty="0"/>
            <a:t>10 minutes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contains entirely new bitcoin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created from nothing. </a:t>
          </a:r>
        </a:p>
      </dsp:txBody>
      <dsp:txXfrm>
        <a:off x="3405358" y="1972639"/>
        <a:ext cx="2891236" cy="1338801"/>
      </dsp:txXfrm>
    </dsp:sp>
    <dsp:sp modelId="{001619C3-2B46-4EFA-BA55-A7D766259148}">
      <dsp:nvSpPr>
        <dsp:cNvPr id="0" name=""/>
        <dsp:cNvSpPr/>
      </dsp:nvSpPr>
      <dsp:spPr>
        <a:xfrm>
          <a:off x="7742212" y="339808"/>
          <a:ext cx="1011932" cy="101193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BC0C4C1-6AF8-47A5-A6DA-C65CB2DBF62C}">
      <dsp:nvSpPr>
        <dsp:cNvPr id="0" name=""/>
        <dsp:cNvSpPr/>
      </dsp:nvSpPr>
      <dsp:spPr>
        <a:xfrm>
          <a:off x="6802560" y="1479521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 dirty="0"/>
            <a:t>210 000 </a:t>
          </a:r>
          <a:r>
            <a:rPr lang="tr-TR" sz="2500" kern="1200" dirty="0" err="1"/>
            <a:t>blocks</a:t>
          </a:r>
          <a:endParaRPr lang="en-US" sz="2500" kern="1200" dirty="0"/>
        </a:p>
      </dsp:txBody>
      <dsp:txXfrm>
        <a:off x="6802560" y="1479521"/>
        <a:ext cx="2891236" cy="433685"/>
      </dsp:txXfrm>
    </dsp:sp>
    <dsp:sp modelId="{7A0CCB0B-DA4B-4AD6-8AA5-5176458250F6}">
      <dsp:nvSpPr>
        <dsp:cNvPr id="0" name=""/>
        <dsp:cNvSpPr/>
      </dsp:nvSpPr>
      <dsp:spPr>
        <a:xfrm>
          <a:off x="6802560" y="1972639"/>
          <a:ext cx="2891236" cy="133880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Every 210,000 blocks,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approximately every </a:t>
          </a:r>
          <a:r>
            <a:rPr lang="tr-TR" sz="1700" kern="1200" dirty="0"/>
            <a:t>4</a:t>
          </a:r>
          <a:r>
            <a:rPr lang="en-US" sz="1700" kern="1200" dirty="0"/>
            <a:t> years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currency issuance rate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is </a:t>
          </a:r>
          <a:r>
            <a:rPr lang="en-US" sz="1700" kern="1200" dirty="0"/>
            <a:t>decreased by 50%.</a:t>
          </a:r>
        </a:p>
      </dsp:txBody>
      <dsp:txXfrm>
        <a:off x="6802560" y="1972639"/>
        <a:ext cx="2891236" cy="1338801"/>
      </dsp:txXfrm>
    </dsp:sp>
  </dsp:spTree>
</dsp:drawing>
</file>

<file path=ppt/diagrams/drawing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FD59363-E72C-4B74-9ED8-81450BEF6784}">
      <dsp:nvSpPr>
        <dsp:cNvPr id="0" name=""/>
        <dsp:cNvSpPr/>
      </dsp:nvSpPr>
      <dsp:spPr>
        <a:xfrm>
          <a:off x="0" y="1260909"/>
          <a:ext cx="11351345" cy="1681212"/>
        </a:xfrm>
        <a:prstGeom prst="notchedRightArrow">
          <a:avLst/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F38D6DBA-21FF-49AF-8191-110F05F318B7}">
      <dsp:nvSpPr>
        <dsp:cNvPr id="0" name=""/>
        <dsp:cNvSpPr/>
      </dsp:nvSpPr>
      <dsp:spPr>
        <a:xfrm>
          <a:off x="284" y="0"/>
          <a:ext cx="1146081" cy="16812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42240" tIns="142240" rIns="142240" bIns="142240" numCol="1" spcCol="1270" anchor="b" anchorCtr="1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/>
            <a:t>2009</a:t>
          </a:r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200" kern="1200"/>
            <a:t>50 bitcoins</a:t>
          </a:r>
        </a:p>
      </dsp:txBody>
      <dsp:txXfrm>
        <a:off x="284" y="0"/>
        <a:ext cx="1146081" cy="1681212"/>
      </dsp:txXfrm>
    </dsp:sp>
    <dsp:sp modelId="{9054778B-B306-47F0-9A45-55FEEC744284}">
      <dsp:nvSpPr>
        <dsp:cNvPr id="0" name=""/>
        <dsp:cNvSpPr/>
      </dsp:nvSpPr>
      <dsp:spPr>
        <a:xfrm>
          <a:off x="363173" y="1891364"/>
          <a:ext cx="420303" cy="420303"/>
        </a:xfrm>
        <a:prstGeom prst="ellips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771753B-2621-4064-BF7E-26F3E8186BD9}">
      <dsp:nvSpPr>
        <dsp:cNvPr id="0" name=""/>
        <dsp:cNvSpPr/>
      </dsp:nvSpPr>
      <dsp:spPr>
        <a:xfrm>
          <a:off x="1203670" y="2521819"/>
          <a:ext cx="1146081" cy="16812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42240" tIns="142240" rIns="142240" bIns="142240" numCol="1" spcCol="1270" anchor="t" anchorCtr="1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/>
            <a:t>2012</a:t>
          </a:r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200" kern="1200"/>
            <a:t>25 bitcoins</a:t>
          </a:r>
        </a:p>
      </dsp:txBody>
      <dsp:txXfrm>
        <a:off x="1203670" y="2521819"/>
        <a:ext cx="1146081" cy="1681212"/>
      </dsp:txXfrm>
    </dsp:sp>
    <dsp:sp modelId="{2B37639B-0FE3-455B-BC26-0A6D4B6B037E}">
      <dsp:nvSpPr>
        <dsp:cNvPr id="0" name=""/>
        <dsp:cNvSpPr/>
      </dsp:nvSpPr>
      <dsp:spPr>
        <a:xfrm>
          <a:off x="1566559" y="1891364"/>
          <a:ext cx="420303" cy="420303"/>
        </a:xfrm>
        <a:prstGeom prst="ellips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DBEBC53-326C-4A3E-88BA-6E90DBC7D530}">
      <dsp:nvSpPr>
        <dsp:cNvPr id="0" name=""/>
        <dsp:cNvSpPr/>
      </dsp:nvSpPr>
      <dsp:spPr>
        <a:xfrm>
          <a:off x="2407055" y="0"/>
          <a:ext cx="1146081" cy="16812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42240" tIns="142240" rIns="142240" bIns="142240" numCol="1" spcCol="1270" anchor="b" anchorCtr="1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/>
            <a:t>2016</a:t>
          </a:r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200" kern="1200"/>
            <a:t>12.5 bitcoins</a:t>
          </a:r>
        </a:p>
      </dsp:txBody>
      <dsp:txXfrm>
        <a:off x="2407055" y="0"/>
        <a:ext cx="1146081" cy="1681212"/>
      </dsp:txXfrm>
    </dsp:sp>
    <dsp:sp modelId="{0A75D595-1693-479C-A547-D564146298D5}">
      <dsp:nvSpPr>
        <dsp:cNvPr id="0" name=""/>
        <dsp:cNvSpPr/>
      </dsp:nvSpPr>
      <dsp:spPr>
        <a:xfrm>
          <a:off x="2769944" y="1891364"/>
          <a:ext cx="420303" cy="420303"/>
        </a:xfrm>
        <a:prstGeom prst="ellips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E574F6C-3A90-4190-B060-BD531E2A7A31}">
      <dsp:nvSpPr>
        <dsp:cNvPr id="0" name=""/>
        <dsp:cNvSpPr/>
      </dsp:nvSpPr>
      <dsp:spPr>
        <a:xfrm>
          <a:off x="3610440" y="2521819"/>
          <a:ext cx="1691650" cy="16812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42240" tIns="142240" rIns="142240" bIns="142240" numCol="1" spcCol="1270" anchor="t" anchorCtr="1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/>
            <a:t>2020</a:t>
          </a:r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200" kern="1200" dirty="0"/>
            <a:t>Block 630,000</a:t>
          </a:r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200" kern="1200" dirty="0"/>
            <a:t>6,25 bitcoins</a:t>
          </a:r>
        </a:p>
      </dsp:txBody>
      <dsp:txXfrm>
        <a:off x="3610440" y="2521819"/>
        <a:ext cx="1691650" cy="1681212"/>
      </dsp:txXfrm>
    </dsp:sp>
    <dsp:sp modelId="{260703F7-09AB-447D-B61D-EA522F063C7E}">
      <dsp:nvSpPr>
        <dsp:cNvPr id="0" name=""/>
        <dsp:cNvSpPr/>
      </dsp:nvSpPr>
      <dsp:spPr>
        <a:xfrm>
          <a:off x="4246114" y="1891364"/>
          <a:ext cx="420303" cy="420303"/>
        </a:xfrm>
        <a:prstGeom prst="ellips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95A63F6-0287-4F33-A279-B2654BF75AF9}">
      <dsp:nvSpPr>
        <dsp:cNvPr id="0" name=""/>
        <dsp:cNvSpPr/>
      </dsp:nvSpPr>
      <dsp:spPr>
        <a:xfrm>
          <a:off x="5359395" y="0"/>
          <a:ext cx="1146081" cy="16812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42240" tIns="142240" rIns="142240" bIns="142240" numCol="1" spcCol="1270" anchor="b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/>
            <a:t>…</a:t>
          </a:r>
        </a:p>
      </dsp:txBody>
      <dsp:txXfrm>
        <a:off x="5359395" y="0"/>
        <a:ext cx="1146081" cy="1681212"/>
      </dsp:txXfrm>
    </dsp:sp>
    <dsp:sp modelId="{FA3EB241-BA40-4396-948E-C90B0C41AA49}">
      <dsp:nvSpPr>
        <dsp:cNvPr id="0" name=""/>
        <dsp:cNvSpPr/>
      </dsp:nvSpPr>
      <dsp:spPr>
        <a:xfrm>
          <a:off x="5722284" y="1891364"/>
          <a:ext cx="420303" cy="420303"/>
        </a:xfrm>
        <a:prstGeom prst="ellips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04E83D3-D6FD-4B21-B815-61446B7836B7}">
      <dsp:nvSpPr>
        <dsp:cNvPr id="0" name=""/>
        <dsp:cNvSpPr/>
      </dsp:nvSpPr>
      <dsp:spPr>
        <a:xfrm>
          <a:off x="6562780" y="2521819"/>
          <a:ext cx="1504575" cy="16812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42240" tIns="142240" rIns="142240" bIns="142240" numCol="1" spcCol="1270" anchor="t" anchorCtr="1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/>
            <a:t>2137</a:t>
          </a:r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200" kern="1200" dirty="0"/>
            <a:t>Block 6,720,000</a:t>
          </a:r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200" kern="1200"/>
            <a:t>1 Satoshi</a:t>
          </a:r>
        </a:p>
      </dsp:txBody>
      <dsp:txXfrm>
        <a:off x="6562780" y="2521819"/>
        <a:ext cx="1504575" cy="1681212"/>
      </dsp:txXfrm>
    </dsp:sp>
    <dsp:sp modelId="{B2202EB8-AA8B-4CF9-B4CB-A4C941095649}">
      <dsp:nvSpPr>
        <dsp:cNvPr id="0" name=""/>
        <dsp:cNvSpPr/>
      </dsp:nvSpPr>
      <dsp:spPr>
        <a:xfrm>
          <a:off x="7104917" y="1891364"/>
          <a:ext cx="420303" cy="420303"/>
        </a:xfrm>
        <a:prstGeom prst="ellips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3DAC4D7-C84B-4B2B-9B2C-4560DB278A41}">
      <dsp:nvSpPr>
        <dsp:cNvPr id="0" name=""/>
        <dsp:cNvSpPr/>
      </dsp:nvSpPr>
      <dsp:spPr>
        <a:xfrm>
          <a:off x="8124660" y="0"/>
          <a:ext cx="2091266" cy="16812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42240" tIns="142240" rIns="142240" bIns="142240" numCol="1" spcCol="1270" anchor="b" anchorCtr="1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/>
            <a:t>2140</a:t>
          </a:r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200" kern="1200" dirty="0"/>
            <a:t>2,099,999,997,690,000 satoshis</a:t>
          </a:r>
        </a:p>
      </dsp:txBody>
      <dsp:txXfrm>
        <a:off x="8124660" y="0"/>
        <a:ext cx="2091266" cy="1681212"/>
      </dsp:txXfrm>
    </dsp:sp>
    <dsp:sp modelId="{5EE2AA87-8194-40BD-BF46-8BADAE63BF2C}">
      <dsp:nvSpPr>
        <dsp:cNvPr id="0" name=""/>
        <dsp:cNvSpPr/>
      </dsp:nvSpPr>
      <dsp:spPr>
        <a:xfrm>
          <a:off x="8960141" y="1891364"/>
          <a:ext cx="420303" cy="420303"/>
        </a:xfrm>
        <a:prstGeom prst="ellips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</dsp:spTree>
</dsp:drawing>
</file>

<file path=ppt/diagrams/drawing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E6C9F9F-4751-403E-BC47-197F5B175C30}">
      <dsp:nvSpPr>
        <dsp:cNvPr id="0" name=""/>
        <dsp:cNvSpPr/>
      </dsp:nvSpPr>
      <dsp:spPr>
        <a:xfrm>
          <a:off x="698671" y="862893"/>
          <a:ext cx="750093" cy="750093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13E5D94-49A3-4E72-82A4-E6E63411BA70}">
      <dsp:nvSpPr>
        <dsp:cNvPr id="0" name=""/>
        <dsp:cNvSpPr/>
      </dsp:nvSpPr>
      <dsp:spPr>
        <a:xfrm>
          <a:off x="2156" y="1695781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Bitcoin is deflationary</a:t>
          </a:r>
          <a:endParaRPr lang="en-US" sz="1800" kern="1200"/>
        </a:p>
      </dsp:txBody>
      <dsp:txXfrm>
        <a:off x="2156" y="1695781"/>
        <a:ext cx="2143124" cy="321468"/>
      </dsp:txXfrm>
    </dsp:sp>
    <dsp:sp modelId="{E8CFFCA9-8643-4055-8557-C7CDD260B9E1}">
      <dsp:nvSpPr>
        <dsp:cNvPr id="0" name=""/>
        <dsp:cNvSpPr/>
      </dsp:nvSpPr>
      <dsp:spPr>
        <a:xfrm>
          <a:off x="2156" y="2055759"/>
          <a:ext cx="2143124" cy="73259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The opposite of inflation 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more purchasing power over time</a:t>
          </a:r>
        </a:p>
      </dsp:txBody>
      <dsp:txXfrm>
        <a:off x="2156" y="2055759"/>
        <a:ext cx="2143124" cy="732597"/>
      </dsp:txXfrm>
    </dsp:sp>
    <dsp:sp modelId="{CF0D78D4-47EC-4F86-A676-C93646A061B0}">
      <dsp:nvSpPr>
        <dsp:cNvPr id="0" name=""/>
        <dsp:cNvSpPr/>
      </dsp:nvSpPr>
      <dsp:spPr>
        <a:xfrm>
          <a:off x="3216843" y="862893"/>
          <a:ext cx="750093" cy="750093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224D889-0659-437B-9F15-E49FD03A08BA}">
      <dsp:nvSpPr>
        <dsp:cNvPr id="0" name=""/>
        <dsp:cNvSpPr/>
      </dsp:nvSpPr>
      <dsp:spPr>
        <a:xfrm>
          <a:off x="2520328" y="1695781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err="1"/>
            <a:t>Consequences</a:t>
          </a:r>
          <a:r>
            <a:rPr lang="tr-TR" sz="1800" kern="1200"/>
            <a:t> of</a:t>
          </a:r>
          <a:endParaRPr lang="en-US" sz="1800" kern="1200"/>
        </a:p>
      </dsp:txBody>
      <dsp:txXfrm>
        <a:off x="2520328" y="1695781"/>
        <a:ext cx="2143124" cy="321468"/>
      </dsp:txXfrm>
    </dsp:sp>
    <dsp:sp modelId="{D84E1A36-5C90-48B9-9C98-F654897682B6}">
      <dsp:nvSpPr>
        <dsp:cNvPr id="0" name=""/>
        <dsp:cNvSpPr/>
      </dsp:nvSpPr>
      <dsp:spPr>
        <a:xfrm>
          <a:off x="2520328" y="2055759"/>
          <a:ext cx="2143124" cy="73259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fixed and diminishing monetary</a:t>
          </a:r>
          <a:r>
            <a:rPr lang="tr-TR" sz="1400" kern="1200"/>
            <a:t> </a:t>
          </a:r>
          <a:r>
            <a:rPr lang="en-US" sz="1400" kern="1200"/>
            <a:t>issuance</a:t>
          </a:r>
        </a:p>
      </dsp:txBody>
      <dsp:txXfrm>
        <a:off x="2520328" y="2055759"/>
        <a:ext cx="2143124" cy="732597"/>
      </dsp:txXfrm>
    </dsp:sp>
    <dsp:sp modelId="{8344BCC9-2CF6-4CED-88B5-94DD33314F78}">
      <dsp:nvSpPr>
        <dsp:cNvPr id="0" name=""/>
        <dsp:cNvSpPr/>
      </dsp:nvSpPr>
      <dsp:spPr>
        <a:xfrm>
          <a:off x="5735015" y="862893"/>
          <a:ext cx="750093" cy="750093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F5DC884-AA18-4839-924A-CDDB26597499}">
      <dsp:nvSpPr>
        <dsp:cNvPr id="0" name=""/>
        <dsp:cNvSpPr/>
      </dsp:nvSpPr>
      <dsp:spPr>
        <a:xfrm>
          <a:off x="5038499" y="1695781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err="1"/>
            <a:t>Supply</a:t>
          </a:r>
          <a:r>
            <a:rPr lang="tr-TR" sz="1800" kern="1200"/>
            <a:t> vs. </a:t>
          </a:r>
          <a:r>
            <a:rPr lang="tr-TR" sz="1800" kern="1200" err="1"/>
            <a:t>Demand</a:t>
          </a:r>
          <a:endParaRPr lang="en-US" sz="1800" kern="1200"/>
        </a:p>
      </dsp:txBody>
      <dsp:txXfrm>
        <a:off x="5038499" y="1695781"/>
        <a:ext cx="2143124" cy="321468"/>
      </dsp:txXfrm>
    </dsp:sp>
    <dsp:sp modelId="{92C14709-79FC-4ED6-8E5E-36A106FA0299}">
      <dsp:nvSpPr>
        <dsp:cNvPr id="0" name=""/>
        <dsp:cNvSpPr/>
      </dsp:nvSpPr>
      <dsp:spPr>
        <a:xfrm>
          <a:off x="5038499" y="2055759"/>
          <a:ext cx="2143124" cy="73259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 err="1"/>
            <a:t>produces</a:t>
          </a:r>
          <a:r>
            <a:rPr lang="en-US" sz="1400" kern="1200"/>
            <a:t> a mismatch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İn</a:t>
          </a:r>
          <a:r>
            <a:rPr lang="tr-TR" sz="1400" kern="1200"/>
            <a:t> </a:t>
          </a:r>
          <a:r>
            <a:rPr lang="en-US" sz="1400" kern="1200"/>
            <a:t>supply and demand </a:t>
          </a:r>
        </a:p>
      </dsp:txBody>
      <dsp:txXfrm>
        <a:off x="5038499" y="2055759"/>
        <a:ext cx="2143124" cy="732597"/>
      </dsp:txXfrm>
    </dsp:sp>
    <dsp:sp modelId="{7E3F829C-64EA-41E2-8EF0-AFA5AC1B824A}">
      <dsp:nvSpPr>
        <dsp:cNvPr id="0" name=""/>
        <dsp:cNvSpPr/>
      </dsp:nvSpPr>
      <dsp:spPr>
        <a:xfrm>
          <a:off x="8253187" y="862893"/>
          <a:ext cx="750093" cy="750093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68CE9FA-7D65-4B35-829A-DBC8619CBD59}">
      <dsp:nvSpPr>
        <dsp:cNvPr id="0" name=""/>
        <dsp:cNvSpPr/>
      </dsp:nvSpPr>
      <dsp:spPr>
        <a:xfrm>
          <a:off x="7556671" y="1695781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Results in</a:t>
          </a:r>
          <a:endParaRPr lang="en-US" sz="1800" kern="1200"/>
        </a:p>
      </dsp:txBody>
      <dsp:txXfrm>
        <a:off x="7556671" y="1695781"/>
        <a:ext cx="2143124" cy="321468"/>
      </dsp:txXfrm>
    </dsp:sp>
    <dsp:sp modelId="{3DA3D60A-4E7C-42DA-9FAA-AE179B7ED9A7}">
      <dsp:nvSpPr>
        <dsp:cNvPr id="0" name=""/>
        <dsp:cNvSpPr/>
      </dsp:nvSpPr>
      <dsp:spPr>
        <a:xfrm>
          <a:off x="7556671" y="2055759"/>
          <a:ext cx="2143124" cy="73259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drives up the value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and exchange rate of a currency</a:t>
          </a:r>
          <a:endParaRPr lang="tr-TR" sz="1400" kern="1200"/>
        </a:p>
      </dsp:txBody>
      <dsp:txXfrm>
        <a:off x="7556671" y="2055759"/>
        <a:ext cx="2143124" cy="732597"/>
      </dsp:txXfrm>
    </dsp:sp>
  </dsp:spTree>
</dsp:drawing>
</file>

<file path=ppt/diagrams/drawing1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E6C9F9F-4751-403E-BC47-197F5B175C30}">
      <dsp:nvSpPr>
        <dsp:cNvPr id="0" name=""/>
        <dsp:cNvSpPr/>
      </dsp:nvSpPr>
      <dsp:spPr>
        <a:xfrm>
          <a:off x="943992" y="571666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13E5D94-49A3-4E72-82A4-E6E63411BA70}">
      <dsp:nvSpPr>
        <dsp:cNvPr id="0" name=""/>
        <dsp:cNvSpPr/>
      </dsp:nvSpPr>
      <dsp:spPr>
        <a:xfrm>
          <a:off x="3421" y="1692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 err="1"/>
            <a:t>Keep</a:t>
          </a:r>
          <a:r>
            <a:rPr lang="tr-TR" sz="2400" kern="1200"/>
            <a:t> </a:t>
          </a:r>
          <a:r>
            <a:rPr lang="tr-TR" sz="2400" kern="1200" err="1"/>
            <a:t>instead</a:t>
          </a:r>
          <a:r>
            <a:rPr lang="tr-TR" sz="2400" kern="1200"/>
            <a:t> of </a:t>
          </a:r>
          <a:r>
            <a:rPr lang="tr-TR" sz="2400" kern="1200" err="1"/>
            <a:t>spend</a:t>
          </a:r>
          <a:endParaRPr lang="en-US" sz="2400" kern="1200"/>
        </a:p>
      </dsp:txBody>
      <dsp:txXfrm>
        <a:off x="3421" y="1692428"/>
        <a:ext cx="2894062" cy="434109"/>
      </dsp:txXfrm>
    </dsp:sp>
    <dsp:sp modelId="{E8CFFCA9-8643-4055-8557-C7CDD260B9E1}">
      <dsp:nvSpPr>
        <dsp:cNvPr id="0" name=""/>
        <dsp:cNvSpPr/>
      </dsp:nvSpPr>
      <dsp:spPr>
        <a:xfrm>
          <a:off x="3421" y="2176696"/>
          <a:ext cx="2894062" cy="9028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people</a:t>
          </a:r>
          <a:r>
            <a:rPr lang="tr-TR" sz="1700" kern="1200"/>
            <a:t> </a:t>
          </a:r>
          <a:r>
            <a:rPr lang="en-US" sz="1700" kern="1200"/>
            <a:t>hop</a:t>
          </a:r>
          <a:r>
            <a:rPr lang="tr-TR" sz="1700" kern="1200"/>
            <a:t>e</a:t>
          </a:r>
          <a:r>
            <a:rPr lang="en-US" sz="1700" kern="1200"/>
            <a:t> prices will fall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tend to hoard</a:t>
          </a:r>
          <a:r>
            <a:rPr lang="tr-TR" sz="1700" kern="1200"/>
            <a:t> </a:t>
          </a:r>
          <a:r>
            <a:rPr lang="en-US" sz="1700" kern="1200"/>
            <a:t>money instead of spending it</a:t>
          </a:r>
        </a:p>
      </dsp:txBody>
      <dsp:txXfrm>
        <a:off x="3421" y="2176696"/>
        <a:ext cx="2894062" cy="902886"/>
      </dsp:txXfrm>
    </dsp:sp>
    <dsp:sp modelId="{520CBDFD-DF7E-4EA2-96FE-30FEDF7D1769}">
      <dsp:nvSpPr>
        <dsp:cNvPr id="0" name=""/>
        <dsp:cNvSpPr/>
      </dsp:nvSpPr>
      <dsp:spPr>
        <a:xfrm>
          <a:off x="4344515" y="571666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37B5DEA-ABD4-4424-A8DF-D813BC6D0468}">
      <dsp:nvSpPr>
        <dsp:cNvPr id="0" name=""/>
        <dsp:cNvSpPr/>
      </dsp:nvSpPr>
      <dsp:spPr>
        <a:xfrm>
          <a:off x="3403945" y="1692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400" kern="1200"/>
            <a:t>“Lost Decade” </a:t>
          </a:r>
        </a:p>
      </dsp:txBody>
      <dsp:txXfrm>
        <a:off x="3403945" y="1692428"/>
        <a:ext cx="2894062" cy="434109"/>
      </dsp:txXfrm>
    </dsp:sp>
    <dsp:sp modelId="{2E64338C-0F50-40E7-B038-811B454E2D7E}">
      <dsp:nvSpPr>
        <dsp:cNvPr id="0" name=""/>
        <dsp:cNvSpPr/>
      </dsp:nvSpPr>
      <dsp:spPr>
        <a:xfrm>
          <a:off x="3403945" y="2176696"/>
          <a:ext cx="2894062" cy="9028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Such a phenomenon unfolded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during Japan’s “Lost Decade,” </a:t>
          </a:r>
        </a:p>
      </dsp:txBody>
      <dsp:txXfrm>
        <a:off x="3403945" y="2176696"/>
        <a:ext cx="2894062" cy="902886"/>
      </dsp:txXfrm>
    </dsp:sp>
    <dsp:sp modelId="{11CC587E-6A8C-4494-A4F1-ACB1BAA867C8}">
      <dsp:nvSpPr>
        <dsp:cNvPr id="0" name=""/>
        <dsp:cNvSpPr/>
      </dsp:nvSpPr>
      <dsp:spPr>
        <a:xfrm>
          <a:off x="7745039" y="571666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3DBDEA6-E801-4A28-BCC2-F388BC3BC3B5}">
      <dsp:nvSpPr>
        <dsp:cNvPr id="0" name=""/>
        <dsp:cNvSpPr/>
      </dsp:nvSpPr>
      <dsp:spPr>
        <a:xfrm>
          <a:off x="6804468" y="1692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400" kern="1200"/>
            <a:t>Deflationary</a:t>
          </a:r>
          <a:r>
            <a:rPr lang="tr-TR" sz="2400" kern="1200"/>
            <a:t> </a:t>
          </a:r>
          <a:r>
            <a:rPr lang="en-US" sz="2400" kern="1200"/>
            <a:t>spiral</a:t>
          </a:r>
        </a:p>
      </dsp:txBody>
      <dsp:txXfrm>
        <a:off x="6804468" y="1692428"/>
        <a:ext cx="2894062" cy="434109"/>
      </dsp:txXfrm>
    </dsp:sp>
    <dsp:sp modelId="{72133F2B-FFCD-4DAC-837C-4133DBB27558}">
      <dsp:nvSpPr>
        <dsp:cNvPr id="0" name=""/>
        <dsp:cNvSpPr/>
      </dsp:nvSpPr>
      <dsp:spPr>
        <a:xfrm>
          <a:off x="6804468" y="2176696"/>
          <a:ext cx="2894062" cy="9028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complete collapse of demand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</a:t>
          </a:r>
          <a:r>
            <a:rPr lang="tr-TR" sz="1700" kern="1200"/>
            <a:t> </a:t>
          </a:r>
          <a:r>
            <a:rPr lang="en-US" sz="1700" kern="1200"/>
            <a:t>currency </a:t>
          </a:r>
          <a:r>
            <a:rPr lang="tr-TR" sz="1700" kern="1200"/>
            <a:t>is </a:t>
          </a:r>
          <a:r>
            <a:rPr lang="tr-TR" sz="1700" kern="1200" err="1"/>
            <a:t>pushed</a:t>
          </a:r>
          <a:r>
            <a:rPr lang="tr-TR" sz="1700" kern="1200"/>
            <a:t> </a:t>
          </a:r>
          <a:r>
            <a:rPr lang="en-US" sz="1700" kern="1200"/>
            <a:t>into a deflationary spiral.</a:t>
          </a:r>
        </a:p>
      </dsp:txBody>
      <dsp:txXfrm>
        <a:off x="6804468" y="2176696"/>
        <a:ext cx="2894062" cy="902886"/>
      </dsp:txXfrm>
    </dsp:sp>
  </dsp:spTree>
</dsp:drawing>
</file>

<file path=ppt/diagrams/drawing1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E6C9F9F-4751-403E-BC47-197F5B175C30}">
      <dsp:nvSpPr>
        <dsp:cNvPr id="0" name=""/>
        <dsp:cNvSpPr/>
      </dsp:nvSpPr>
      <dsp:spPr>
        <a:xfrm>
          <a:off x="943992" y="436081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13E5D94-49A3-4E72-82A4-E6E63411BA70}">
      <dsp:nvSpPr>
        <dsp:cNvPr id="0" name=""/>
        <dsp:cNvSpPr/>
      </dsp:nvSpPr>
      <dsp:spPr>
        <a:xfrm>
          <a:off x="3421" y="156850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/>
            <a:t>Inflationary </a:t>
          </a:r>
          <a:r>
            <a:rPr lang="en-US" sz="2200" kern="1200"/>
            <a:t>fiat currency</a:t>
          </a:r>
        </a:p>
      </dsp:txBody>
      <dsp:txXfrm>
        <a:off x="3421" y="1568504"/>
        <a:ext cx="2894062" cy="434109"/>
      </dsp:txXfrm>
    </dsp:sp>
    <dsp:sp modelId="{E8CFFCA9-8643-4055-8557-C7CDD260B9E1}">
      <dsp:nvSpPr>
        <dsp:cNvPr id="0" name=""/>
        <dsp:cNvSpPr/>
      </dsp:nvSpPr>
      <dsp:spPr>
        <a:xfrm>
          <a:off x="3421" y="2058195"/>
          <a:ext cx="2894062" cy="11569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very difficult to</a:t>
          </a:r>
          <a:r>
            <a:rPr lang="tr-TR" sz="1700" kern="1200"/>
            <a:t> </a:t>
          </a:r>
          <a:r>
            <a:rPr lang="en-US" sz="1700" kern="1200"/>
            <a:t>enter a deflationary spiral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with the possibility of unlimited printing</a:t>
          </a:r>
        </a:p>
      </dsp:txBody>
      <dsp:txXfrm>
        <a:off x="3421" y="2058195"/>
        <a:ext cx="2894062" cy="1156972"/>
      </dsp:txXfrm>
    </dsp:sp>
    <dsp:sp modelId="{03AC48B3-BD28-44B8-B3C3-E8FA719490DF}">
      <dsp:nvSpPr>
        <dsp:cNvPr id="0" name=""/>
        <dsp:cNvSpPr/>
      </dsp:nvSpPr>
      <dsp:spPr>
        <a:xfrm>
          <a:off x="4344515" y="436081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BE21704-2C8F-4D6B-BC5F-BF08CA8C6331}">
      <dsp:nvSpPr>
        <dsp:cNvPr id="0" name=""/>
        <dsp:cNvSpPr/>
      </dsp:nvSpPr>
      <dsp:spPr>
        <a:xfrm>
          <a:off x="3403945" y="156850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 err="1"/>
            <a:t>Still</a:t>
          </a:r>
          <a:r>
            <a:rPr lang="tr-TR" sz="2200" kern="1200"/>
            <a:t> </a:t>
          </a:r>
          <a:r>
            <a:rPr lang="tr-TR" sz="2200" kern="1200" err="1"/>
            <a:t>deflation</a:t>
          </a:r>
          <a:r>
            <a:rPr lang="tr-TR" sz="2200" kern="1200"/>
            <a:t> </a:t>
          </a:r>
          <a:r>
            <a:rPr lang="tr-TR" sz="2200" kern="1200" err="1"/>
            <a:t>possible</a:t>
          </a:r>
          <a:r>
            <a:rPr lang="tr-TR" sz="2200" kern="1200"/>
            <a:t>? </a:t>
          </a:r>
          <a:endParaRPr lang="en-US" sz="2200" kern="1200"/>
        </a:p>
      </dsp:txBody>
      <dsp:txXfrm>
        <a:off x="3403945" y="1568504"/>
        <a:ext cx="2894062" cy="434109"/>
      </dsp:txXfrm>
    </dsp:sp>
    <dsp:sp modelId="{8EAE520D-E05A-4615-BF62-B556DF51A334}">
      <dsp:nvSpPr>
        <dsp:cNvPr id="0" name=""/>
        <dsp:cNvSpPr/>
      </dsp:nvSpPr>
      <dsp:spPr>
        <a:xfrm>
          <a:off x="3403945" y="2058195"/>
          <a:ext cx="2894062" cy="11569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if</a:t>
          </a:r>
          <a:r>
            <a:rPr lang="en-US" sz="1700" kern="1200"/>
            <a:t> there is a complete collapse in demand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and an</a:t>
          </a:r>
          <a:r>
            <a:rPr lang="tr-TR" sz="1700" kern="1200"/>
            <a:t> unwillingness to print money</a:t>
          </a:r>
          <a:endParaRPr lang="en-US" sz="1700" kern="1200"/>
        </a:p>
      </dsp:txBody>
      <dsp:txXfrm>
        <a:off x="3403945" y="2058195"/>
        <a:ext cx="2894062" cy="1156972"/>
      </dsp:txXfrm>
    </dsp:sp>
    <dsp:sp modelId="{B17AA9F4-FB3E-466A-A8B3-8BC9C4C191DD}">
      <dsp:nvSpPr>
        <dsp:cNvPr id="0" name=""/>
        <dsp:cNvSpPr/>
      </dsp:nvSpPr>
      <dsp:spPr>
        <a:xfrm>
          <a:off x="7745039" y="436081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E8C2C38-0A95-492E-9D7D-938711ADB0D1}">
      <dsp:nvSpPr>
        <dsp:cNvPr id="0" name=""/>
        <dsp:cNvSpPr/>
      </dsp:nvSpPr>
      <dsp:spPr>
        <a:xfrm>
          <a:off x="6804468" y="156850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200" kern="1200"/>
            <a:t>Deflation in bitcoin </a:t>
          </a:r>
        </a:p>
      </dsp:txBody>
      <dsp:txXfrm>
        <a:off x="6804468" y="1568504"/>
        <a:ext cx="2894062" cy="434109"/>
      </dsp:txXfrm>
    </dsp:sp>
    <dsp:sp modelId="{30DC1A04-4B74-4D64-8AD7-1EBC3398E9E8}">
      <dsp:nvSpPr>
        <dsp:cNvPr id="0" name=""/>
        <dsp:cNvSpPr/>
      </dsp:nvSpPr>
      <dsp:spPr>
        <a:xfrm>
          <a:off x="6804468" y="2058195"/>
          <a:ext cx="2894062" cy="11569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is not caused by a collapse in</a:t>
          </a:r>
          <a:r>
            <a:rPr lang="tr-TR" sz="1700" kern="1200"/>
            <a:t> </a:t>
          </a:r>
          <a:r>
            <a:rPr lang="en-US" sz="1700" kern="1200"/>
            <a:t>demand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but by a predictably constrained supply</a:t>
          </a:r>
        </a:p>
      </dsp:txBody>
      <dsp:txXfrm>
        <a:off x="6804468" y="2058195"/>
        <a:ext cx="2894062" cy="1156972"/>
      </dsp:txXfrm>
    </dsp:sp>
  </dsp:spTree>
</dsp:drawing>
</file>

<file path=ppt/diagrams/drawing1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E6C9F9F-4751-403E-BC47-197F5B175C30}">
      <dsp:nvSpPr>
        <dsp:cNvPr id="0" name=""/>
        <dsp:cNvSpPr/>
      </dsp:nvSpPr>
      <dsp:spPr>
        <a:xfrm>
          <a:off x="1101639" y="458367"/>
          <a:ext cx="1184203" cy="1184203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13E5D94-49A3-4E72-82A4-E6E63411BA70}">
      <dsp:nvSpPr>
        <dsp:cNvPr id="0" name=""/>
        <dsp:cNvSpPr/>
      </dsp:nvSpPr>
      <dsp:spPr>
        <a:xfrm>
          <a:off x="2022" y="1785525"/>
          <a:ext cx="3383437" cy="5075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 dirty="0" err="1"/>
            <a:t>Inflation</a:t>
          </a:r>
          <a:r>
            <a:rPr lang="tr-TR" sz="2200" kern="1200" dirty="0"/>
            <a:t>: </a:t>
          </a:r>
          <a:r>
            <a:rPr lang="tr-TR" sz="2200" kern="1200" dirty="0" err="1"/>
            <a:t>Hidden</a:t>
          </a:r>
          <a:r>
            <a:rPr lang="tr-TR" sz="2200" kern="1200" dirty="0"/>
            <a:t> </a:t>
          </a:r>
          <a:r>
            <a:rPr lang="tr-TR" sz="2200" kern="1200" dirty="0" err="1"/>
            <a:t>taxation</a:t>
          </a:r>
          <a:endParaRPr lang="en-US" sz="2200" kern="1200" dirty="0"/>
        </a:p>
      </dsp:txBody>
      <dsp:txXfrm>
        <a:off x="2022" y="1785525"/>
        <a:ext cx="3383437" cy="507515"/>
      </dsp:txXfrm>
    </dsp:sp>
    <dsp:sp modelId="{E8CFFCA9-8643-4055-8557-C7CDD260B9E1}">
      <dsp:nvSpPr>
        <dsp:cNvPr id="0" name=""/>
        <dsp:cNvSpPr/>
      </dsp:nvSpPr>
      <dsp:spPr>
        <a:xfrm>
          <a:off x="2022" y="2359531"/>
          <a:ext cx="3383437" cy="14233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 err="1"/>
            <a:t>Inflation</a:t>
          </a:r>
          <a:r>
            <a:rPr lang="tr-TR" sz="1600" kern="1200" dirty="0"/>
            <a:t> </a:t>
          </a:r>
          <a:r>
            <a:rPr lang="en-US" sz="1600" kern="1200" dirty="0"/>
            <a:t>causes</a:t>
          </a:r>
          <a:r>
            <a:rPr lang="tr-TR" sz="1600" kern="1200" dirty="0"/>
            <a:t> </a:t>
          </a:r>
          <a:r>
            <a:rPr lang="en-US" sz="1600" kern="1200" dirty="0"/>
            <a:t>a slow but inevitable debasement of currency 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resulting in a form of hidden</a:t>
          </a:r>
          <a:r>
            <a:rPr lang="tr-TR" sz="1600" kern="1200"/>
            <a:t> </a:t>
          </a:r>
          <a:r>
            <a:rPr lang="en-US" sz="1600" kern="1200"/>
            <a:t>taxation </a:t>
          </a:r>
        </a:p>
      </dsp:txBody>
      <dsp:txXfrm>
        <a:off x="2022" y="2359531"/>
        <a:ext cx="3383437" cy="1423360"/>
      </dsp:txXfrm>
    </dsp:sp>
    <dsp:sp modelId="{C65D0A52-327E-41D1-B184-ADDF5C6A02AB}">
      <dsp:nvSpPr>
        <dsp:cNvPr id="0" name=""/>
        <dsp:cNvSpPr/>
      </dsp:nvSpPr>
      <dsp:spPr>
        <a:xfrm>
          <a:off x="5077178" y="458367"/>
          <a:ext cx="1184203" cy="1184203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6D876D8-1C30-4061-8A6B-DC5DD4C52D5C}">
      <dsp:nvSpPr>
        <dsp:cNvPr id="0" name=""/>
        <dsp:cNvSpPr/>
      </dsp:nvSpPr>
      <dsp:spPr>
        <a:xfrm>
          <a:off x="3977561" y="1785525"/>
          <a:ext cx="3383437" cy="5075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 dirty="0" err="1"/>
            <a:t>Inflation</a:t>
          </a:r>
          <a:r>
            <a:rPr lang="tr-TR" sz="2200" kern="1200" dirty="0"/>
            <a:t>: </a:t>
          </a:r>
          <a:r>
            <a:rPr lang="tr-TR" sz="2200" kern="1200" dirty="0" err="1"/>
            <a:t>savers</a:t>
          </a:r>
          <a:r>
            <a:rPr lang="tr-TR" sz="2200" kern="1200" dirty="0"/>
            <a:t> </a:t>
          </a:r>
          <a:r>
            <a:rPr lang="en-US" sz="2200" kern="1200" dirty="0"/>
            <a:t>punish</a:t>
          </a:r>
          <a:r>
            <a:rPr lang="tr-TR" sz="2200" kern="1200" dirty="0" err="1"/>
            <a:t>ment</a:t>
          </a:r>
          <a:r>
            <a:rPr lang="en-US" sz="2200" kern="1200" dirty="0"/>
            <a:t> </a:t>
          </a:r>
        </a:p>
      </dsp:txBody>
      <dsp:txXfrm>
        <a:off x="3977561" y="1785525"/>
        <a:ext cx="3383437" cy="507515"/>
      </dsp:txXfrm>
    </dsp:sp>
    <dsp:sp modelId="{E9A28B5A-5204-42AA-B333-B92637FB1D28}">
      <dsp:nvSpPr>
        <dsp:cNvPr id="0" name=""/>
        <dsp:cNvSpPr/>
      </dsp:nvSpPr>
      <dsp:spPr>
        <a:xfrm>
          <a:off x="3977561" y="2359531"/>
          <a:ext cx="3383437" cy="14233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to bail out debtors 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including the biggest</a:t>
          </a:r>
          <a:r>
            <a:rPr lang="tr-TR" sz="1600" kern="1200" dirty="0"/>
            <a:t> </a:t>
          </a:r>
          <a:r>
            <a:rPr lang="en-US" sz="1600" kern="1200" dirty="0"/>
            <a:t>debtors</a:t>
          </a:r>
          <a:r>
            <a:rPr lang="tr-TR" sz="1600" kern="1200" dirty="0"/>
            <a:t>:</a:t>
          </a:r>
          <a:r>
            <a:rPr lang="en-US" sz="1600" kern="1200" dirty="0"/>
            <a:t> governments themselves</a:t>
          </a:r>
        </a:p>
      </dsp:txBody>
      <dsp:txXfrm>
        <a:off x="3977561" y="2359531"/>
        <a:ext cx="3383437" cy="1423360"/>
      </dsp:txXfrm>
    </dsp:sp>
    <dsp:sp modelId="{829897D8-8E54-45A6-AB7F-64504A686897}">
      <dsp:nvSpPr>
        <dsp:cNvPr id="0" name=""/>
        <dsp:cNvSpPr/>
      </dsp:nvSpPr>
      <dsp:spPr>
        <a:xfrm>
          <a:off x="9052717" y="458367"/>
          <a:ext cx="1184203" cy="1184203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6CC7172-BE5F-4E51-AAEE-881EC014AE51}">
      <dsp:nvSpPr>
        <dsp:cNvPr id="0" name=""/>
        <dsp:cNvSpPr/>
      </dsp:nvSpPr>
      <dsp:spPr>
        <a:xfrm>
          <a:off x="7953100" y="1785525"/>
          <a:ext cx="3383437" cy="5075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/>
            <a:t>Moral hazard</a:t>
          </a:r>
          <a:endParaRPr lang="en-US" sz="2200" kern="1200"/>
        </a:p>
      </dsp:txBody>
      <dsp:txXfrm>
        <a:off x="7953100" y="1785525"/>
        <a:ext cx="3383437" cy="507515"/>
      </dsp:txXfrm>
    </dsp:sp>
    <dsp:sp modelId="{7238F0E5-EBE8-457B-9D47-6DEF3891604F}">
      <dsp:nvSpPr>
        <dsp:cNvPr id="0" name=""/>
        <dsp:cNvSpPr/>
      </dsp:nvSpPr>
      <dsp:spPr>
        <a:xfrm>
          <a:off x="7953100" y="2359531"/>
          <a:ext cx="3383437" cy="14233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Currencies under government control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suffer </a:t>
          </a:r>
          <a:r>
            <a:rPr lang="tr-TR" sz="1600" kern="1200" dirty="0"/>
            <a:t> </a:t>
          </a:r>
          <a:r>
            <a:rPr lang="en-US" sz="1600" kern="1200" dirty="0"/>
            <a:t>from</a:t>
          </a:r>
          <a:r>
            <a:rPr lang="tr-TR" sz="1600" kern="1200" dirty="0"/>
            <a:t> </a:t>
          </a:r>
          <a:r>
            <a:rPr lang="en-US" sz="1600" kern="1200" dirty="0"/>
            <a:t>the moral hazard of easy debt issuance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can later be erased through debasement at</a:t>
          </a:r>
          <a:r>
            <a:rPr lang="tr-TR" sz="1600" kern="1200"/>
            <a:t> </a:t>
          </a:r>
          <a:r>
            <a:rPr lang="tr-TR" sz="1600" kern="1200" err="1"/>
            <a:t>the</a:t>
          </a:r>
          <a:r>
            <a:rPr lang="tr-TR" sz="1600" kern="1200"/>
            <a:t> </a:t>
          </a:r>
          <a:r>
            <a:rPr lang="tr-TR" sz="1600" kern="1200" err="1"/>
            <a:t>expense</a:t>
          </a:r>
          <a:r>
            <a:rPr lang="tr-TR" sz="1600" kern="1200"/>
            <a:t> of </a:t>
          </a:r>
          <a:r>
            <a:rPr lang="tr-TR" sz="1600" kern="1200" err="1"/>
            <a:t>savers</a:t>
          </a:r>
          <a:r>
            <a:rPr lang="tr-TR" sz="1600" kern="1200"/>
            <a:t>.</a:t>
          </a:r>
          <a:endParaRPr lang="en-US" sz="1600" kern="1200"/>
        </a:p>
      </dsp:txBody>
      <dsp:txXfrm>
        <a:off x="7953100" y="2359531"/>
        <a:ext cx="3383437" cy="1423360"/>
      </dsp:txXfrm>
    </dsp:sp>
  </dsp:spTree>
</dsp:drawing>
</file>

<file path=ppt/diagrams/drawing1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E6C9F9F-4751-403E-BC47-197F5B175C30}">
      <dsp:nvSpPr>
        <dsp:cNvPr id="0" name=""/>
        <dsp:cNvSpPr/>
      </dsp:nvSpPr>
      <dsp:spPr>
        <a:xfrm>
          <a:off x="943992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13E5D94-49A3-4E72-82A4-E6E63411BA70}">
      <dsp:nvSpPr>
        <dsp:cNvPr id="0" name=""/>
        <dsp:cNvSpPr/>
      </dsp:nvSpPr>
      <dsp:spPr>
        <a:xfrm>
          <a:off x="3421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 err="1"/>
            <a:t>Deflation</a:t>
          </a:r>
          <a:r>
            <a:rPr lang="tr-TR" sz="2400" kern="1200"/>
            <a:t> is a problem</a:t>
          </a:r>
          <a:endParaRPr lang="en-US" sz="2400" kern="1200"/>
        </a:p>
      </dsp:txBody>
      <dsp:txXfrm>
        <a:off x="3421" y="1828085"/>
        <a:ext cx="2894062" cy="434109"/>
      </dsp:txXfrm>
    </dsp:sp>
    <dsp:sp modelId="{E8CFFCA9-8643-4055-8557-C7CDD260B9E1}">
      <dsp:nvSpPr>
        <dsp:cNvPr id="0" name=""/>
        <dsp:cNvSpPr/>
      </dsp:nvSpPr>
      <dsp:spPr>
        <a:xfrm>
          <a:off x="3421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when it is not driven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by rapid economic retraction</a:t>
          </a:r>
        </a:p>
      </dsp:txBody>
      <dsp:txXfrm>
        <a:off x="3421" y="2306416"/>
        <a:ext cx="2894062" cy="624745"/>
      </dsp:txXfrm>
    </dsp:sp>
    <dsp:sp modelId="{6561D5CC-772C-490A-A7F4-8D1A5F32CF27}">
      <dsp:nvSpPr>
        <dsp:cNvPr id="0" name=""/>
        <dsp:cNvSpPr/>
      </dsp:nvSpPr>
      <dsp:spPr>
        <a:xfrm>
          <a:off x="4344515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D5A9E87-7F69-4E9F-B49D-133637E16DFB}">
      <dsp:nvSpPr>
        <dsp:cNvPr id="0" name=""/>
        <dsp:cNvSpPr/>
      </dsp:nvSpPr>
      <dsp:spPr>
        <a:xfrm>
          <a:off x="3403945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/>
            <a:t>Advantage</a:t>
          </a:r>
          <a:endParaRPr lang="en-US" sz="2400" kern="1200"/>
        </a:p>
      </dsp:txBody>
      <dsp:txXfrm>
        <a:off x="3403945" y="1828085"/>
        <a:ext cx="2894062" cy="434109"/>
      </dsp:txXfrm>
    </dsp:sp>
    <dsp:sp modelId="{F2AF05E7-4EE5-43B1-8BEA-0CB42584F668}">
      <dsp:nvSpPr>
        <dsp:cNvPr id="0" name=""/>
        <dsp:cNvSpPr/>
      </dsp:nvSpPr>
      <dsp:spPr>
        <a:xfrm>
          <a:off x="3403945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because the protection</a:t>
          </a:r>
          <a:r>
            <a:rPr lang="tr-TR" sz="1700" kern="1200"/>
            <a:t> </a:t>
          </a:r>
          <a:r>
            <a:rPr lang="en-US" sz="1700" kern="1200"/>
            <a:t>from inflation</a:t>
          </a:r>
        </a:p>
      </dsp:txBody>
      <dsp:txXfrm>
        <a:off x="3403945" y="2306416"/>
        <a:ext cx="2894062" cy="624745"/>
      </dsp:txXfrm>
    </dsp:sp>
    <dsp:sp modelId="{C68D78CE-EA75-4797-BDAB-99B10379777B}">
      <dsp:nvSpPr>
        <dsp:cNvPr id="0" name=""/>
        <dsp:cNvSpPr/>
      </dsp:nvSpPr>
      <dsp:spPr>
        <a:xfrm>
          <a:off x="7745039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B0FEBCC-8683-4093-A313-894C79052A38}">
      <dsp:nvSpPr>
        <dsp:cNvPr id="0" name=""/>
        <dsp:cNvSpPr/>
      </dsp:nvSpPr>
      <dsp:spPr>
        <a:xfrm>
          <a:off x="6804468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 err="1"/>
            <a:t>Reflection</a:t>
          </a:r>
          <a:endParaRPr lang="en-US" sz="2400" kern="1200"/>
        </a:p>
      </dsp:txBody>
      <dsp:txXfrm>
        <a:off x="6804468" y="1828085"/>
        <a:ext cx="2894062" cy="434109"/>
      </dsp:txXfrm>
    </dsp:sp>
    <dsp:sp modelId="{AAF7CA4E-3683-454D-B0E6-A05177921233}">
      <dsp:nvSpPr>
        <dsp:cNvPr id="0" name=""/>
        <dsp:cNvSpPr/>
      </dsp:nvSpPr>
      <dsp:spPr>
        <a:xfrm>
          <a:off x="6804468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err="1"/>
            <a:t>Currency</a:t>
          </a:r>
          <a:r>
            <a:rPr lang="tr-TR" sz="1700" kern="1200"/>
            <a:t> </a:t>
          </a:r>
          <a:r>
            <a:rPr lang="tr-TR" sz="1700" kern="1200" err="1"/>
            <a:t>should</a:t>
          </a:r>
          <a:r>
            <a:rPr lang="tr-TR" sz="1700" kern="1200"/>
            <a:t> </a:t>
          </a:r>
          <a:r>
            <a:rPr lang="tr-TR" sz="1700" kern="1200" err="1"/>
            <a:t>reflect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the </a:t>
          </a:r>
          <a:r>
            <a:rPr lang="tr-TR" sz="1700" kern="1200" err="1"/>
            <a:t>economical</a:t>
          </a:r>
          <a:r>
            <a:rPr lang="tr-TR" sz="1700" kern="1200"/>
            <a:t> </a:t>
          </a:r>
          <a:r>
            <a:rPr lang="tr-TR" sz="1700" kern="1200" err="1"/>
            <a:t>conditions</a:t>
          </a:r>
          <a:endParaRPr lang="en-US" sz="1700" kern="1200"/>
        </a:p>
      </dsp:txBody>
      <dsp:txXfrm>
        <a:off x="6804468" y="2306416"/>
        <a:ext cx="2894062" cy="624745"/>
      </dsp:txXfrm>
    </dsp:sp>
  </dsp:spTree>
</dsp:drawing>
</file>

<file path=ppt/diagrams/drawing1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0C0930D-9526-47EB-BD5F-10215318F98B}">
      <dsp:nvSpPr>
        <dsp:cNvPr id="0" name=""/>
        <dsp:cNvSpPr/>
      </dsp:nvSpPr>
      <dsp:spPr>
        <a:xfrm>
          <a:off x="3421" y="715575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C5227E6-9AEB-49E7-934D-CF4E1B4E8ACE}">
      <dsp:nvSpPr>
        <dsp:cNvPr id="0" name=""/>
        <dsp:cNvSpPr/>
      </dsp:nvSpPr>
      <dsp:spPr>
        <a:xfrm>
          <a:off x="3421" y="182396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Clearinghouse</a:t>
          </a:r>
          <a:endParaRPr lang="en-US" sz="2800" kern="1200"/>
        </a:p>
      </dsp:txBody>
      <dsp:txXfrm>
        <a:off x="3421" y="1823961"/>
        <a:ext cx="2894062" cy="434109"/>
      </dsp:txXfrm>
    </dsp:sp>
    <dsp:sp modelId="{A61F1B91-2807-445F-8BEE-625C802E14DA}">
      <dsp:nvSpPr>
        <dsp:cNvPr id="0" name=""/>
        <dsp:cNvSpPr/>
      </dsp:nvSpPr>
      <dsp:spPr>
        <a:xfrm>
          <a:off x="3421" y="2302472"/>
          <a:ext cx="2894062" cy="63320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basically</a:t>
          </a:r>
          <a:r>
            <a:rPr lang="tr-TR" sz="1700" kern="1200"/>
            <a:t> </a:t>
          </a:r>
          <a:r>
            <a:rPr lang="en-US" sz="1700" kern="1200"/>
            <a:t>verifying and clearing all transactions</a:t>
          </a:r>
        </a:p>
      </dsp:txBody>
      <dsp:txXfrm>
        <a:off x="3421" y="2302472"/>
        <a:ext cx="2894062" cy="633202"/>
      </dsp:txXfrm>
    </dsp:sp>
    <dsp:sp modelId="{EDD9E9EF-F311-486F-950F-BF46D70B2F6A}">
      <dsp:nvSpPr>
        <dsp:cNvPr id="0" name=""/>
        <dsp:cNvSpPr/>
      </dsp:nvSpPr>
      <dsp:spPr>
        <a:xfrm>
          <a:off x="3403945" y="715575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EFEA085-6EF6-45C4-A683-297218A92502}">
      <dsp:nvSpPr>
        <dsp:cNvPr id="0" name=""/>
        <dsp:cNvSpPr/>
      </dsp:nvSpPr>
      <dsp:spPr>
        <a:xfrm>
          <a:off x="3403945" y="182396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err="1"/>
            <a:t>Traditional</a:t>
          </a:r>
          <a:endParaRPr lang="en-US" sz="2800" kern="1200"/>
        </a:p>
      </dsp:txBody>
      <dsp:txXfrm>
        <a:off x="3403945" y="1823961"/>
        <a:ext cx="2894062" cy="434109"/>
      </dsp:txXfrm>
    </dsp:sp>
    <dsp:sp modelId="{30861D9E-B420-42D0-AF8D-F7312AA22A14}">
      <dsp:nvSpPr>
        <dsp:cNvPr id="0" name=""/>
        <dsp:cNvSpPr/>
      </dsp:nvSpPr>
      <dsp:spPr>
        <a:xfrm>
          <a:off x="3403945" y="2302472"/>
          <a:ext cx="2894062" cy="63320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traditional payment systems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depend</a:t>
          </a:r>
          <a:r>
            <a:rPr lang="tr-TR" sz="1700" kern="1200"/>
            <a:t> </a:t>
          </a:r>
          <a:r>
            <a:rPr lang="en-US" sz="1700" kern="1200"/>
            <a:t>on a trust model</a:t>
          </a:r>
        </a:p>
      </dsp:txBody>
      <dsp:txXfrm>
        <a:off x="3403945" y="2302472"/>
        <a:ext cx="2894062" cy="633202"/>
      </dsp:txXfrm>
    </dsp:sp>
    <dsp:sp modelId="{0AC80A38-036D-416C-861B-45D66C29A131}">
      <dsp:nvSpPr>
        <dsp:cNvPr id="0" name=""/>
        <dsp:cNvSpPr/>
      </dsp:nvSpPr>
      <dsp:spPr>
        <a:xfrm>
          <a:off x="6804468" y="715575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6F8044C-2D27-4A37-87F4-2769511DBA1E}">
      <dsp:nvSpPr>
        <dsp:cNvPr id="0" name=""/>
        <dsp:cNvSpPr/>
      </dsp:nvSpPr>
      <dsp:spPr>
        <a:xfrm>
          <a:off x="6804468" y="182396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800" kern="1200"/>
            <a:t>Central</a:t>
          </a:r>
          <a:r>
            <a:rPr lang="tr-TR" sz="2800" kern="1200"/>
            <a:t> </a:t>
          </a:r>
          <a:r>
            <a:rPr lang="en-US" sz="2800" kern="1200"/>
            <a:t>authority</a:t>
          </a:r>
        </a:p>
      </dsp:txBody>
      <dsp:txXfrm>
        <a:off x="6804468" y="1823961"/>
        <a:ext cx="2894062" cy="434109"/>
      </dsp:txXfrm>
    </dsp:sp>
    <dsp:sp modelId="{DEB7959D-6213-438B-8EAA-6E843E9B4ACD}">
      <dsp:nvSpPr>
        <dsp:cNvPr id="0" name=""/>
        <dsp:cNvSpPr/>
      </dsp:nvSpPr>
      <dsp:spPr>
        <a:xfrm>
          <a:off x="6804468" y="2302472"/>
          <a:ext cx="2894062" cy="63320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err="1"/>
            <a:t>provid</a:t>
          </a:r>
          <a:r>
            <a:rPr lang="tr-TR" sz="1700" kern="1200"/>
            <a:t>e</a:t>
          </a:r>
          <a:r>
            <a:rPr lang="en-US" sz="1700" kern="1200"/>
            <a:t> a clearinghouse service</a:t>
          </a:r>
        </a:p>
      </dsp:txBody>
      <dsp:txXfrm>
        <a:off x="6804468" y="2302472"/>
        <a:ext cx="2894062" cy="633202"/>
      </dsp:txXfrm>
    </dsp:sp>
  </dsp:spTree>
</dsp:drawing>
</file>

<file path=ppt/diagrams/drawing1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0C0930D-9526-47EB-BD5F-10215318F98B}">
      <dsp:nvSpPr>
        <dsp:cNvPr id="0" name=""/>
        <dsp:cNvSpPr/>
      </dsp:nvSpPr>
      <dsp:spPr>
        <a:xfrm>
          <a:off x="3421" y="572819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C5227E6-9AEB-49E7-934D-CF4E1B4E8ACE}">
      <dsp:nvSpPr>
        <dsp:cNvPr id="0" name=""/>
        <dsp:cNvSpPr/>
      </dsp:nvSpPr>
      <dsp:spPr>
        <a:xfrm>
          <a:off x="3421" y="169348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Bitcoin</a:t>
          </a:r>
          <a:endParaRPr lang="en-US" sz="2700" kern="1200"/>
        </a:p>
      </dsp:txBody>
      <dsp:txXfrm>
        <a:off x="3421" y="1693483"/>
        <a:ext cx="2894062" cy="434109"/>
      </dsp:txXfrm>
    </dsp:sp>
    <dsp:sp modelId="{A61F1B91-2807-445F-8BEE-625C802E14DA}">
      <dsp:nvSpPr>
        <dsp:cNvPr id="0" name=""/>
        <dsp:cNvSpPr/>
      </dsp:nvSpPr>
      <dsp:spPr>
        <a:xfrm>
          <a:off x="3421" y="2177704"/>
          <a:ext cx="2894062" cy="90072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has no central authority</a:t>
          </a:r>
        </a:p>
      </dsp:txBody>
      <dsp:txXfrm>
        <a:off x="3421" y="2177704"/>
        <a:ext cx="2894062" cy="900725"/>
      </dsp:txXfrm>
    </dsp:sp>
    <dsp:sp modelId="{E6C3BEAB-0265-49DD-96D8-A5FA02E79BEB}">
      <dsp:nvSpPr>
        <dsp:cNvPr id="0" name=""/>
        <dsp:cNvSpPr/>
      </dsp:nvSpPr>
      <dsp:spPr>
        <a:xfrm>
          <a:off x="3403945" y="572819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4A08B84-E71F-4049-AC52-6F94C08F650B}">
      <dsp:nvSpPr>
        <dsp:cNvPr id="0" name=""/>
        <dsp:cNvSpPr/>
      </dsp:nvSpPr>
      <dsp:spPr>
        <a:xfrm>
          <a:off x="3403945" y="169348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 err="1"/>
            <a:t>Trust</a:t>
          </a:r>
          <a:r>
            <a:rPr lang="tr-TR" sz="2700" kern="1200"/>
            <a:t> </a:t>
          </a:r>
          <a:r>
            <a:rPr lang="tr-TR" sz="2700" kern="1200" err="1"/>
            <a:t>to</a:t>
          </a:r>
          <a:r>
            <a:rPr lang="tr-TR" sz="2700" kern="1200"/>
            <a:t> </a:t>
          </a:r>
          <a:r>
            <a:rPr lang="tr-TR" sz="2700" kern="1200" err="1"/>
            <a:t>full</a:t>
          </a:r>
          <a:r>
            <a:rPr lang="tr-TR" sz="2700" kern="1200"/>
            <a:t> </a:t>
          </a:r>
          <a:r>
            <a:rPr lang="tr-TR" sz="2700" kern="1200" err="1"/>
            <a:t>node</a:t>
          </a:r>
          <a:endParaRPr lang="en-US" sz="2700" kern="1200"/>
        </a:p>
      </dsp:txBody>
      <dsp:txXfrm>
        <a:off x="3403945" y="1693483"/>
        <a:ext cx="2894062" cy="434109"/>
      </dsp:txXfrm>
    </dsp:sp>
    <dsp:sp modelId="{53C94C1F-B1D9-4E36-9708-8ECB988B9C42}">
      <dsp:nvSpPr>
        <dsp:cNvPr id="0" name=""/>
        <dsp:cNvSpPr/>
      </dsp:nvSpPr>
      <dsp:spPr>
        <a:xfrm>
          <a:off x="3403945" y="2177704"/>
          <a:ext cx="2894062" cy="90072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Full node itself as the authority</a:t>
          </a:r>
          <a:endParaRPr lang="en-US" sz="1700" kern="1200"/>
        </a:p>
      </dsp:txBody>
      <dsp:txXfrm>
        <a:off x="3403945" y="2177704"/>
        <a:ext cx="2894062" cy="900725"/>
      </dsp:txXfrm>
    </dsp:sp>
    <dsp:sp modelId="{435AF45F-FF32-4180-BF2A-305A297A285E}">
      <dsp:nvSpPr>
        <dsp:cNvPr id="0" name=""/>
        <dsp:cNvSpPr/>
      </dsp:nvSpPr>
      <dsp:spPr>
        <a:xfrm>
          <a:off x="6804468" y="572819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C242FDF-7BD8-47A4-80B9-BC8796D51BBA}">
      <dsp:nvSpPr>
        <dsp:cNvPr id="0" name=""/>
        <dsp:cNvSpPr/>
      </dsp:nvSpPr>
      <dsp:spPr>
        <a:xfrm>
          <a:off x="6804468" y="169348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 dirty="0" err="1"/>
            <a:t>Exact</a:t>
          </a:r>
          <a:r>
            <a:rPr lang="tr-TR" sz="2700" kern="1200" dirty="0"/>
            <a:t> </a:t>
          </a:r>
          <a:r>
            <a:rPr lang="tr-TR" sz="2700" kern="1200" dirty="0" err="1"/>
            <a:t>copy</a:t>
          </a:r>
          <a:r>
            <a:rPr lang="tr-TR" sz="2700" kern="1200" dirty="0"/>
            <a:t> of </a:t>
          </a:r>
          <a:r>
            <a:rPr lang="tr-TR" sz="2700" kern="1200" dirty="0" err="1"/>
            <a:t>ledger</a:t>
          </a:r>
          <a:endParaRPr lang="en-US" sz="2700" kern="1200" dirty="0"/>
        </a:p>
      </dsp:txBody>
      <dsp:txXfrm>
        <a:off x="6804468" y="1693483"/>
        <a:ext cx="2894062" cy="434109"/>
      </dsp:txXfrm>
    </dsp:sp>
    <dsp:sp modelId="{380CE73B-2251-42BD-AFB0-3971F2C1DCE3}">
      <dsp:nvSpPr>
        <dsp:cNvPr id="0" name=""/>
        <dsp:cNvSpPr/>
      </dsp:nvSpPr>
      <dsp:spPr>
        <a:xfrm>
          <a:off x="6804468" y="2177704"/>
          <a:ext cx="2894062" cy="90072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every full node has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 complete copy of a public ledger</a:t>
          </a:r>
        </a:p>
      </dsp:txBody>
      <dsp:txXfrm>
        <a:off x="6804468" y="2177704"/>
        <a:ext cx="2894062" cy="900725"/>
      </dsp:txXfrm>
    </dsp:sp>
  </dsp:spTree>
</dsp:drawing>
</file>

<file path=ppt/diagrams/drawing1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0C0930D-9526-47EB-BD5F-10215318F98B}">
      <dsp:nvSpPr>
        <dsp:cNvPr id="0" name=""/>
        <dsp:cNvSpPr/>
      </dsp:nvSpPr>
      <dsp:spPr>
        <a:xfrm>
          <a:off x="5531" y="962375"/>
          <a:ext cx="595054" cy="595054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C5227E6-9AEB-49E7-934D-CF4E1B4E8ACE}">
      <dsp:nvSpPr>
        <dsp:cNvPr id="0" name=""/>
        <dsp:cNvSpPr/>
      </dsp:nvSpPr>
      <dsp:spPr>
        <a:xfrm>
          <a:off x="5531" y="1631669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Consensus</a:t>
          </a:r>
          <a:endParaRPr lang="en-US" sz="1400" kern="1200"/>
        </a:p>
      </dsp:txBody>
      <dsp:txXfrm>
        <a:off x="5531" y="1631669"/>
        <a:ext cx="1700156" cy="438321"/>
      </dsp:txXfrm>
    </dsp:sp>
    <dsp:sp modelId="{A61F1B91-2807-445F-8BEE-625C802E14DA}">
      <dsp:nvSpPr>
        <dsp:cNvPr id="0" name=""/>
        <dsp:cNvSpPr/>
      </dsp:nvSpPr>
      <dsp:spPr>
        <a:xfrm>
          <a:off x="5531" y="2104521"/>
          <a:ext cx="1700156" cy="5843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 err="1"/>
            <a:t>Decentralized</a:t>
          </a:r>
          <a:endParaRPr lang="en-US" sz="1100" kern="1200"/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 err="1"/>
            <a:t>Emergent</a:t>
          </a:r>
          <a:endParaRPr lang="en-US" sz="1100" kern="1200"/>
        </a:p>
      </dsp:txBody>
      <dsp:txXfrm>
        <a:off x="5531" y="2104521"/>
        <a:ext cx="1700156" cy="584353"/>
      </dsp:txXfrm>
    </dsp:sp>
    <dsp:sp modelId="{4C258A1F-0489-42A8-A611-5438630AE208}">
      <dsp:nvSpPr>
        <dsp:cNvPr id="0" name=""/>
        <dsp:cNvSpPr/>
      </dsp:nvSpPr>
      <dsp:spPr>
        <a:xfrm>
          <a:off x="2003214" y="962375"/>
          <a:ext cx="595054" cy="595054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8A53B70-252F-48E8-BB9D-1879FFAC0E75}">
      <dsp:nvSpPr>
        <dsp:cNvPr id="0" name=""/>
        <dsp:cNvSpPr/>
      </dsp:nvSpPr>
      <dsp:spPr>
        <a:xfrm>
          <a:off x="2003214" y="1631669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 err="1"/>
            <a:t>Decentralized</a:t>
          </a:r>
          <a:r>
            <a:rPr lang="tr-TR" sz="1400" kern="1200"/>
            <a:t> </a:t>
          </a:r>
          <a:r>
            <a:rPr lang="tr-TR" sz="1400" kern="1200" err="1"/>
            <a:t>consensus</a:t>
          </a:r>
          <a:endParaRPr lang="en-US" sz="1400" kern="1200"/>
        </a:p>
      </dsp:txBody>
      <dsp:txXfrm>
        <a:off x="2003214" y="1631669"/>
        <a:ext cx="1700156" cy="438321"/>
      </dsp:txXfrm>
    </dsp:sp>
    <dsp:sp modelId="{AC25FD37-8511-455F-8A98-AC8B2C6B0F51}">
      <dsp:nvSpPr>
        <dsp:cNvPr id="0" name=""/>
        <dsp:cNvSpPr/>
      </dsp:nvSpPr>
      <dsp:spPr>
        <a:xfrm>
          <a:off x="2003214" y="2104521"/>
          <a:ext cx="1700156" cy="5843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 err="1"/>
            <a:t>Different</a:t>
          </a:r>
          <a:r>
            <a:rPr lang="tr-TR" sz="1100" kern="1200"/>
            <a:t> </a:t>
          </a:r>
          <a:r>
            <a:rPr lang="tr-TR" sz="1100" kern="1200" err="1"/>
            <a:t>nodes</a:t>
          </a:r>
          <a:endParaRPr lang="en-US" sz="1100" kern="1200"/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the </a:t>
          </a:r>
          <a:r>
            <a:rPr lang="tr-TR" sz="1100" kern="1200" err="1"/>
            <a:t>same</a:t>
          </a:r>
          <a:r>
            <a:rPr lang="tr-TR" sz="1100" kern="1200"/>
            <a:t> </a:t>
          </a:r>
          <a:r>
            <a:rPr lang="tr-TR" sz="1100" kern="1200" err="1"/>
            <a:t>conclusion</a:t>
          </a:r>
          <a:endParaRPr lang="en-US" sz="1100" kern="1200"/>
        </a:p>
      </dsp:txBody>
      <dsp:txXfrm>
        <a:off x="2003214" y="2104521"/>
        <a:ext cx="1700156" cy="584353"/>
      </dsp:txXfrm>
    </dsp:sp>
    <dsp:sp modelId="{DBE25727-A39A-4CF4-9915-E53344AEBB7C}">
      <dsp:nvSpPr>
        <dsp:cNvPr id="0" name=""/>
        <dsp:cNvSpPr/>
      </dsp:nvSpPr>
      <dsp:spPr>
        <a:xfrm>
          <a:off x="4000898" y="962375"/>
          <a:ext cx="595054" cy="595054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AB79BEB-841E-4D5D-BA7F-C0B230F86351}">
      <dsp:nvSpPr>
        <dsp:cNvPr id="0" name=""/>
        <dsp:cNvSpPr/>
      </dsp:nvSpPr>
      <dsp:spPr>
        <a:xfrm>
          <a:off x="4000898" y="1631669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 err="1"/>
            <a:t>Mechanism</a:t>
          </a:r>
          <a:endParaRPr lang="en-US" sz="1400" kern="1200"/>
        </a:p>
      </dsp:txBody>
      <dsp:txXfrm>
        <a:off x="4000898" y="1631669"/>
        <a:ext cx="1700156" cy="438321"/>
      </dsp:txXfrm>
    </dsp:sp>
    <dsp:sp modelId="{DF42417E-A78C-46A7-943A-A8B33603E264}">
      <dsp:nvSpPr>
        <dsp:cNvPr id="0" name=""/>
        <dsp:cNvSpPr/>
      </dsp:nvSpPr>
      <dsp:spPr>
        <a:xfrm>
          <a:off x="4000898" y="2104521"/>
          <a:ext cx="1700156" cy="5843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every node in the</a:t>
          </a:r>
          <a:r>
            <a:rPr lang="tr-TR" sz="1100" kern="1200"/>
            <a:t> </a:t>
          </a:r>
          <a:r>
            <a:rPr lang="en-US" sz="1100" kern="1200"/>
            <a:t>network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arrive at the same conclusion</a:t>
          </a:r>
        </a:p>
      </dsp:txBody>
      <dsp:txXfrm>
        <a:off x="4000898" y="2104521"/>
        <a:ext cx="1700156" cy="584353"/>
      </dsp:txXfrm>
    </dsp:sp>
    <dsp:sp modelId="{15E64B8F-37D8-49B5-BA5F-012C077F8F98}">
      <dsp:nvSpPr>
        <dsp:cNvPr id="0" name=""/>
        <dsp:cNvSpPr/>
      </dsp:nvSpPr>
      <dsp:spPr>
        <a:xfrm>
          <a:off x="5998581" y="962375"/>
          <a:ext cx="595054" cy="595054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476CBFE-3B78-4F70-8D2F-E894BAF52492}">
      <dsp:nvSpPr>
        <dsp:cNvPr id="0" name=""/>
        <dsp:cNvSpPr/>
      </dsp:nvSpPr>
      <dsp:spPr>
        <a:xfrm>
          <a:off x="5998581" y="1631669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Emergent</a:t>
          </a:r>
          <a:r>
            <a:rPr lang="tr-TR" sz="1400" kern="1200"/>
            <a:t> </a:t>
          </a:r>
          <a:r>
            <a:rPr lang="tr-TR" sz="1400" kern="1200" err="1"/>
            <a:t>consensus</a:t>
          </a:r>
          <a:endParaRPr lang="en-US" sz="1400" kern="1200"/>
        </a:p>
      </dsp:txBody>
      <dsp:txXfrm>
        <a:off x="5998581" y="1631669"/>
        <a:ext cx="1700156" cy="438321"/>
      </dsp:txXfrm>
    </dsp:sp>
    <dsp:sp modelId="{A240698B-6165-4B9F-B34E-093AFA310433}">
      <dsp:nvSpPr>
        <dsp:cNvPr id="0" name=""/>
        <dsp:cNvSpPr/>
      </dsp:nvSpPr>
      <dsp:spPr>
        <a:xfrm>
          <a:off x="5998581" y="2104521"/>
          <a:ext cx="1700156" cy="5843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consensus is not achieved explicitly</a:t>
          </a:r>
        </a:p>
      </dsp:txBody>
      <dsp:txXfrm>
        <a:off x="5998581" y="2104521"/>
        <a:ext cx="1700156" cy="584353"/>
      </dsp:txXfrm>
    </dsp:sp>
    <dsp:sp modelId="{1BE15E95-1862-4C9A-BC76-F389141F5E12}">
      <dsp:nvSpPr>
        <dsp:cNvPr id="0" name=""/>
        <dsp:cNvSpPr/>
      </dsp:nvSpPr>
      <dsp:spPr>
        <a:xfrm>
          <a:off x="7996265" y="962375"/>
          <a:ext cx="595054" cy="595054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AE7C90D-A706-4EEC-8505-3C7F17DA1AF3}">
      <dsp:nvSpPr>
        <dsp:cNvPr id="0" name=""/>
        <dsp:cNvSpPr/>
      </dsp:nvSpPr>
      <dsp:spPr>
        <a:xfrm>
          <a:off x="7996265" y="1631669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 err="1"/>
            <a:t>Election</a:t>
          </a:r>
          <a:r>
            <a:rPr lang="tr-TR" sz="1400" kern="1200"/>
            <a:t> &amp; moment</a:t>
          </a:r>
          <a:endParaRPr lang="en-US" sz="1400" kern="1200"/>
        </a:p>
      </dsp:txBody>
      <dsp:txXfrm>
        <a:off x="7996265" y="1631669"/>
        <a:ext cx="1700156" cy="438321"/>
      </dsp:txXfrm>
    </dsp:sp>
    <dsp:sp modelId="{FEA48BC1-CD78-4474-BC02-43C167D65F1F}">
      <dsp:nvSpPr>
        <dsp:cNvPr id="0" name=""/>
        <dsp:cNvSpPr/>
      </dsp:nvSpPr>
      <dsp:spPr>
        <a:xfrm>
          <a:off x="7996265" y="2104521"/>
          <a:ext cx="1700156" cy="5843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there is no election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 err="1"/>
            <a:t>no</a:t>
          </a:r>
          <a:r>
            <a:rPr lang="tr-TR" sz="1100" kern="1200"/>
            <a:t> </a:t>
          </a:r>
          <a:r>
            <a:rPr lang="en-US" sz="1100" kern="1200"/>
            <a:t>fixed moment when consensus occurs</a:t>
          </a:r>
        </a:p>
      </dsp:txBody>
      <dsp:txXfrm>
        <a:off x="7996265" y="2104521"/>
        <a:ext cx="1700156" cy="584353"/>
      </dsp:txXfrm>
    </dsp:sp>
  </dsp:spTree>
</dsp:drawing>
</file>

<file path=ppt/diagrams/drawing1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D79468E-8D79-4D84-A6BF-850AB3A27DCF}">
      <dsp:nvSpPr>
        <dsp:cNvPr id="0" name=""/>
        <dsp:cNvSpPr/>
      </dsp:nvSpPr>
      <dsp:spPr>
        <a:xfrm>
          <a:off x="947807" y="370072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FBF1619-FD02-49F7-9398-8BD684020EDB}">
      <dsp:nvSpPr>
        <dsp:cNvPr id="0" name=""/>
        <dsp:cNvSpPr/>
      </dsp:nvSpPr>
      <dsp:spPr>
        <a:xfrm>
          <a:off x="8155" y="1507182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 err="1"/>
            <a:t>Asynchronous</a:t>
          </a:r>
          <a:r>
            <a:rPr lang="tr-TR" sz="2100" kern="1200"/>
            <a:t> </a:t>
          </a:r>
          <a:r>
            <a:rPr lang="tr-TR" sz="2100" kern="1200" err="1"/>
            <a:t>interaction</a:t>
          </a:r>
          <a:endParaRPr lang="en-US" sz="2100" kern="1200"/>
        </a:p>
      </dsp:txBody>
      <dsp:txXfrm>
        <a:off x="8155" y="1507182"/>
        <a:ext cx="2891236" cy="433685"/>
      </dsp:txXfrm>
    </dsp:sp>
    <dsp:sp modelId="{BCA4B88E-0A15-4582-BD2F-EC6C54F52FF4}">
      <dsp:nvSpPr>
        <dsp:cNvPr id="0" name=""/>
        <dsp:cNvSpPr/>
      </dsp:nvSpPr>
      <dsp:spPr>
        <a:xfrm>
          <a:off x="8155" y="1999090"/>
          <a:ext cx="2891236" cy="12820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thousands of independent nodes, 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following</a:t>
          </a:r>
          <a:r>
            <a:rPr lang="tr-TR" sz="1600" kern="1200"/>
            <a:t> </a:t>
          </a:r>
          <a:r>
            <a:rPr lang="en-US" sz="1600" kern="1200"/>
            <a:t>simple rules</a:t>
          </a:r>
        </a:p>
      </dsp:txBody>
      <dsp:txXfrm>
        <a:off x="8155" y="1999090"/>
        <a:ext cx="2891236" cy="1282087"/>
      </dsp:txXfrm>
    </dsp:sp>
    <dsp:sp modelId="{5885DF99-E377-49D7-920C-4E8E695F9B06}">
      <dsp:nvSpPr>
        <dsp:cNvPr id="0" name=""/>
        <dsp:cNvSpPr/>
      </dsp:nvSpPr>
      <dsp:spPr>
        <a:xfrm>
          <a:off x="4345010" y="370072"/>
          <a:ext cx="1011932" cy="101193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96A79F9-6344-425C-9776-FCA70C166A90}">
      <dsp:nvSpPr>
        <dsp:cNvPr id="0" name=""/>
        <dsp:cNvSpPr/>
      </dsp:nvSpPr>
      <dsp:spPr>
        <a:xfrm>
          <a:off x="3405358" y="1507182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 err="1"/>
            <a:t>Emergent</a:t>
          </a:r>
          <a:r>
            <a:rPr lang="tr-TR" sz="2100" kern="1200"/>
            <a:t> </a:t>
          </a:r>
          <a:r>
            <a:rPr lang="tr-TR" sz="2100" kern="1200" err="1"/>
            <a:t>artifacts</a:t>
          </a:r>
          <a:endParaRPr lang="en-US" sz="2100" kern="1200"/>
        </a:p>
      </dsp:txBody>
      <dsp:txXfrm>
        <a:off x="3405358" y="1507182"/>
        <a:ext cx="2891236" cy="433685"/>
      </dsp:txXfrm>
    </dsp:sp>
    <dsp:sp modelId="{A293BD6A-5EE7-4E3A-8309-5EF0D7785691}">
      <dsp:nvSpPr>
        <dsp:cNvPr id="0" name=""/>
        <dsp:cNvSpPr/>
      </dsp:nvSpPr>
      <dsp:spPr>
        <a:xfrm>
          <a:off x="3405358" y="1999090"/>
          <a:ext cx="2891236" cy="12820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currency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transactions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payments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the security model</a:t>
          </a:r>
        </a:p>
      </dsp:txBody>
      <dsp:txXfrm>
        <a:off x="3405358" y="1999090"/>
        <a:ext cx="2891236" cy="1282087"/>
      </dsp:txXfrm>
    </dsp:sp>
    <dsp:sp modelId="{7D52F200-469F-475E-BBF2-3C4595CDB11D}">
      <dsp:nvSpPr>
        <dsp:cNvPr id="0" name=""/>
        <dsp:cNvSpPr/>
      </dsp:nvSpPr>
      <dsp:spPr>
        <a:xfrm>
          <a:off x="7742212" y="370072"/>
          <a:ext cx="1011932" cy="101193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4A654DB-32AF-427E-9A35-A17592749F63}">
      <dsp:nvSpPr>
        <dsp:cNvPr id="0" name=""/>
        <dsp:cNvSpPr/>
      </dsp:nvSpPr>
      <dsp:spPr>
        <a:xfrm>
          <a:off x="6802560" y="1507182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 err="1"/>
            <a:t>Decentralized</a:t>
          </a:r>
          <a:endParaRPr lang="en-US" sz="2100" kern="1200"/>
        </a:p>
      </dsp:txBody>
      <dsp:txXfrm>
        <a:off x="6802560" y="1507182"/>
        <a:ext cx="2891236" cy="433685"/>
      </dsp:txXfrm>
    </dsp:sp>
    <dsp:sp modelId="{DF0D2B09-8574-476B-BAFA-1F166E868BD5}">
      <dsp:nvSpPr>
        <dsp:cNvPr id="0" name=""/>
        <dsp:cNvSpPr/>
      </dsp:nvSpPr>
      <dsp:spPr>
        <a:xfrm>
          <a:off x="6802560" y="1999090"/>
          <a:ext cx="2891236" cy="12820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err="1"/>
            <a:t>no</a:t>
          </a:r>
          <a:r>
            <a:rPr lang="en-US" sz="1600" kern="1200"/>
            <a:t> central authority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No</a:t>
          </a:r>
          <a:r>
            <a:rPr lang="en-US" sz="1600" kern="1200"/>
            <a:t> </a:t>
          </a:r>
          <a:r>
            <a:rPr lang="tr-TR" sz="1600" kern="1200" err="1"/>
            <a:t>central</a:t>
          </a:r>
          <a:r>
            <a:rPr lang="tr-TR" sz="1600" kern="1200"/>
            <a:t> </a:t>
          </a:r>
          <a:r>
            <a:rPr lang="en-US" sz="1600" kern="1200"/>
            <a:t>trust</a:t>
          </a:r>
        </a:p>
      </dsp:txBody>
      <dsp:txXfrm>
        <a:off x="6802560" y="1999090"/>
        <a:ext cx="2891236" cy="1282087"/>
      </dsp:txXfrm>
    </dsp:sp>
  </dsp:spTree>
</dsp:drawing>
</file>

<file path=ppt/diagrams/drawing1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3196C8E-FAC8-4BCF-A4EC-F831F2FA96E5}">
      <dsp:nvSpPr>
        <dsp:cNvPr id="0" name=""/>
        <dsp:cNvSpPr/>
      </dsp:nvSpPr>
      <dsp:spPr>
        <a:xfrm>
          <a:off x="943992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1FEB299-262D-4AFB-B949-F0469B1A45B7}">
      <dsp:nvSpPr>
        <dsp:cNvPr id="0" name=""/>
        <dsp:cNvSpPr/>
      </dsp:nvSpPr>
      <dsp:spPr>
        <a:xfrm>
          <a:off x="3421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 err="1"/>
            <a:t>Principles</a:t>
          </a:r>
          <a:endParaRPr lang="en-US" sz="2800" kern="1200" dirty="0"/>
        </a:p>
      </dsp:txBody>
      <dsp:txXfrm>
        <a:off x="3421" y="1828085"/>
        <a:ext cx="2894062" cy="434109"/>
      </dsp:txXfrm>
    </dsp:sp>
    <dsp:sp modelId="{17BDC911-6444-4BC4-95E7-831FF34D0C0C}">
      <dsp:nvSpPr>
        <dsp:cNvPr id="0" name=""/>
        <dsp:cNvSpPr/>
      </dsp:nvSpPr>
      <dsp:spPr>
        <a:xfrm>
          <a:off x="3421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Independent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Verification</a:t>
          </a:r>
          <a:r>
            <a:rPr lang="tr-TR" sz="1700" kern="1200" dirty="0"/>
            <a:t> </a:t>
          </a:r>
          <a:endParaRPr lang="en-US" sz="1700" kern="1200" dirty="0"/>
        </a:p>
      </dsp:txBody>
      <dsp:txXfrm>
        <a:off x="3421" y="2306416"/>
        <a:ext cx="2894062" cy="624745"/>
      </dsp:txXfrm>
    </dsp:sp>
    <dsp:sp modelId="{3D713FBC-81C8-4F74-9BF0-716D22DB112C}">
      <dsp:nvSpPr>
        <dsp:cNvPr id="0" name=""/>
        <dsp:cNvSpPr/>
      </dsp:nvSpPr>
      <dsp:spPr>
        <a:xfrm>
          <a:off x="4344515" y="720087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77F2871-56B5-47C8-A884-6E75C62A52C8}">
      <dsp:nvSpPr>
        <dsp:cNvPr id="0" name=""/>
        <dsp:cNvSpPr/>
      </dsp:nvSpPr>
      <dsp:spPr>
        <a:xfrm>
          <a:off x="3403945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 err="1"/>
            <a:t>Transactions</a:t>
          </a:r>
          <a:endParaRPr lang="en-US" sz="2800" kern="1200" dirty="0"/>
        </a:p>
      </dsp:txBody>
      <dsp:txXfrm>
        <a:off x="3403945" y="1828085"/>
        <a:ext cx="2894062" cy="434109"/>
      </dsp:txXfrm>
    </dsp:sp>
    <dsp:sp modelId="{10070C69-9793-424F-B46E-FC61DE69EC0B}">
      <dsp:nvSpPr>
        <dsp:cNvPr id="0" name=""/>
        <dsp:cNvSpPr/>
      </dsp:nvSpPr>
      <dsp:spPr>
        <a:xfrm>
          <a:off x="3403945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each transaction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is </a:t>
          </a:r>
          <a:r>
            <a:rPr lang="tr-TR" sz="1700" kern="1200" dirty="0" err="1"/>
            <a:t>verified</a:t>
          </a:r>
          <a:r>
            <a:rPr lang="tr-TR" sz="1700" kern="1200" dirty="0"/>
            <a:t> </a:t>
          </a:r>
          <a:r>
            <a:rPr lang="en-US" sz="1700" kern="1200" dirty="0"/>
            <a:t>by </a:t>
          </a:r>
          <a:r>
            <a:rPr lang="en-US" sz="1700" b="1" u="none" kern="1200" dirty="0"/>
            <a:t>every</a:t>
          </a:r>
          <a:r>
            <a:rPr lang="en-US" sz="1700" kern="1200" dirty="0"/>
            <a:t> full node </a:t>
          </a:r>
        </a:p>
      </dsp:txBody>
      <dsp:txXfrm>
        <a:off x="3403945" y="2306416"/>
        <a:ext cx="2894062" cy="624745"/>
      </dsp:txXfrm>
    </dsp:sp>
    <dsp:sp modelId="{79802D4D-4CB8-4912-8828-6BBD1AA25078}">
      <dsp:nvSpPr>
        <dsp:cNvPr id="0" name=""/>
        <dsp:cNvSpPr/>
      </dsp:nvSpPr>
      <dsp:spPr>
        <a:xfrm>
          <a:off x="7745039" y="720087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FADC449-6275-4C15-A6F8-4E5588D6D049}">
      <dsp:nvSpPr>
        <dsp:cNvPr id="0" name=""/>
        <dsp:cNvSpPr/>
      </dsp:nvSpPr>
      <dsp:spPr>
        <a:xfrm>
          <a:off x="6804468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 err="1"/>
            <a:t>Criteria</a:t>
          </a:r>
          <a:endParaRPr lang="en-US" sz="2800" kern="1200" dirty="0"/>
        </a:p>
      </dsp:txBody>
      <dsp:txXfrm>
        <a:off x="6804468" y="1828085"/>
        <a:ext cx="2894062" cy="434109"/>
      </dsp:txXfrm>
    </dsp:sp>
    <dsp:sp modelId="{A458C461-DB77-4B37-A254-C1C2ECC174CD}">
      <dsp:nvSpPr>
        <dsp:cNvPr id="0" name=""/>
        <dsp:cNvSpPr/>
      </dsp:nvSpPr>
      <dsp:spPr>
        <a:xfrm>
          <a:off x="6804468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Verification</a:t>
          </a:r>
          <a:r>
            <a:rPr lang="tr-TR" sz="1700" kern="1200" dirty="0"/>
            <a:t> is </a:t>
          </a:r>
          <a:r>
            <a:rPr lang="en-US" sz="1700" kern="1200" dirty="0"/>
            <a:t>based on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 comprehensive</a:t>
          </a:r>
          <a:r>
            <a:rPr lang="tr-TR" sz="1700" kern="1200" dirty="0"/>
            <a:t> </a:t>
          </a:r>
          <a:r>
            <a:rPr lang="en-US" sz="1700" kern="1200" dirty="0"/>
            <a:t>list of criteria</a:t>
          </a:r>
        </a:p>
      </dsp:txBody>
      <dsp:txXfrm>
        <a:off x="6804468" y="2306416"/>
        <a:ext cx="2894062" cy="624745"/>
      </dsp:txXfrm>
    </dsp:sp>
  </dsp:spTree>
</dsp:drawing>
</file>

<file path=ppt/diagrams/drawing1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FBBA265-265F-4FE6-9798-4E7B98AE133D}">
      <dsp:nvSpPr>
        <dsp:cNvPr id="0" name=""/>
        <dsp:cNvSpPr/>
      </dsp:nvSpPr>
      <dsp:spPr>
        <a:xfrm>
          <a:off x="943992" y="571666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4C92404-DA15-4DFF-8ADC-BA45DFCDD78B}">
      <dsp:nvSpPr>
        <dsp:cNvPr id="0" name=""/>
        <dsp:cNvSpPr/>
      </dsp:nvSpPr>
      <dsp:spPr>
        <a:xfrm>
          <a:off x="3421" y="1692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200" kern="1200"/>
            <a:t>Proof-of-Work algorithm </a:t>
          </a:r>
        </a:p>
      </dsp:txBody>
      <dsp:txXfrm>
        <a:off x="3421" y="1692428"/>
        <a:ext cx="2894062" cy="434109"/>
      </dsp:txXfrm>
    </dsp:sp>
    <dsp:sp modelId="{BB2B6508-54D3-4B98-9107-B152C63A59EF}">
      <dsp:nvSpPr>
        <dsp:cNvPr id="0" name=""/>
        <dsp:cNvSpPr/>
      </dsp:nvSpPr>
      <dsp:spPr>
        <a:xfrm>
          <a:off x="3421" y="2176696"/>
          <a:ext cx="2894062" cy="9028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Independent aggregation of transactions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into new blocks</a:t>
          </a:r>
        </a:p>
      </dsp:txBody>
      <dsp:txXfrm>
        <a:off x="3421" y="2176696"/>
        <a:ext cx="2894062" cy="902886"/>
      </dsp:txXfrm>
    </dsp:sp>
    <dsp:sp modelId="{F62E7B2A-4D56-4105-832C-48E930F90153}">
      <dsp:nvSpPr>
        <dsp:cNvPr id="0" name=""/>
        <dsp:cNvSpPr/>
      </dsp:nvSpPr>
      <dsp:spPr>
        <a:xfrm>
          <a:off x="4344515" y="571666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DB462C8-5B34-46FE-BE28-D9AED3EB253B}">
      <dsp:nvSpPr>
        <dsp:cNvPr id="0" name=""/>
        <dsp:cNvSpPr/>
      </dsp:nvSpPr>
      <dsp:spPr>
        <a:xfrm>
          <a:off x="3403945" y="1692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 err="1"/>
            <a:t>Mining</a:t>
          </a:r>
          <a:endParaRPr lang="en-US" sz="2200" kern="1200"/>
        </a:p>
      </dsp:txBody>
      <dsp:txXfrm>
        <a:off x="3403945" y="1692428"/>
        <a:ext cx="2894062" cy="434109"/>
      </dsp:txXfrm>
    </dsp:sp>
    <dsp:sp modelId="{64CBC5E8-4851-48FA-A202-77F9368B173C}">
      <dsp:nvSpPr>
        <dsp:cNvPr id="0" name=""/>
        <dsp:cNvSpPr/>
      </dsp:nvSpPr>
      <dsp:spPr>
        <a:xfrm>
          <a:off x="3403945" y="2176696"/>
          <a:ext cx="2894062" cy="9028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err="1"/>
            <a:t>The</a:t>
          </a:r>
          <a:r>
            <a:rPr lang="tr-TR" sz="1700" kern="1200"/>
            <a:t> </a:t>
          </a:r>
          <a:r>
            <a:rPr lang="tr-TR" sz="1700" kern="1200" err="1"/>
            <a:t>process</a:t>
          </a:r>
          <a:r>
            <a:rPr lang="tr-TR" sz="1700" kern="1200"/>
            <a:t> is </a:t>
          </a:r>
          <a:r>
            <a:rPr lang="tr-TR" sz="1700" kern="1200" err="1"/>
            <a:t>called</a:t>
          </a:r>
          <a:r>
            <a:rPr lang="tr-TR" sz="1700" kern="1200"/>
            <a:t> </a:t>
          </a:r>
          <a:r>
            <a:rPr lang="tr-TR" sz="1700" kern="1200" err="1"/>
            <a:t>mining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err="1"/>
            <a:t>Performed</a:t>
          </a:r>
          <a:r>
            <a:rPr lang="tr-TR" sz="1700" kern="1200"/>
            <a:t> </a:t>
          </a:r>
          <a:r>
            <a:rPr lang="en-US" sz="1700" kern="1200"/>
            <a:t>by mining nodes</a:t>
          </a:r>
        </a:p>
      </dsp:txBody>
      <dsp:txXfrm>
        <a:off x="3403945" y="2176696"/>
        <a:ext cx="2894062" cy="902886"/>
      </dsp:txXfrm>
    </dsp:sp>
    <dsp:sp modelId="{D67E978C-672A-47EB-ADF7-CC716E80E520}">
      <dsp:nvSpPr>
        <dsp:cNvPr id="0" name=""/>
        <dsp:cNvSpPr/>
      </dsp:nvSpPr>
      <dsp:spPr>
        <a:xfrm>
          <a:off x="7745039" y="571666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747CE3B-4D75-4F69-A8FB-DE73A47C60A1}">
      <dsp:nvSpPr>
        <dsp:cNvPr id="0" name=""/>
        <dsp:cNvSpPr/>
      </dsp:nvSpPr>
      <dsp:spPr>
        <a:xfrm>
          <a:off x="6804468" y="1692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 err="1"/>
            <a:t>Verificaation</a:t>
          </a:r>
          <a:r>
            <a:rPr lang="tr-TR" sz="2200" kern="1200"/>
            <a:t> of </a:t>
          </a:r>
          <a:r>
            <a:rPr lang="tr-TR" sz="2200" kern="1200" err="1"/>
            <a:t>blocks</a:t>
          </a:r>
          <a:endParaRPr lang="en-US" sz="2200" kern="1200"/>
        </a:p>
      </dsp:txBody>
      <dsp:txXfrm>
        <a:off x="6804468" y="1692428"/>
        <a:ext cx="2894062" cy="434109"/>
      </dsp:txXfrm>
    </dsp:sp>
    <dsp:sp modelId="{76BB6E35-A4DE-4A34-B3F7-B32085CE00AF}">
      <dsp:nvSpPr>
        <dsp:cNvPr id="0" name=""/>
        <dsp:cNvSpPr/>
      </dsp:nvSpPr>
      <dsp:spPr>
        <a:xfrm>
          <a:off x="6804468" y="2176696"/>
          <a:ext cx="2894062" cy="9028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Independent verification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by every node</a:t>
          </a:r>
        </a:p>
      </dsp:txBody>
      <dsp:txXfrm>
        <a:off x="6804468" y="2176696"/>
        <a:ext cx="2894062" cy="902886"/>
      </dsp:txXfrm>
    </dsp:sp>
  </dsp:spTree>
</dsp:drawing>
</file>

<file path=ppt/diagrams/drawing2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2C1ED7A-2A55-469C-972F-0C7931B33FDC}">
      <dsp:nvSpPr>
        <dsp:cNvPr id="0" name=""/>
        <dsp:cNvSpPr/>
      </dsp:nvSpPr>
      <dsp:spPr>
        <a:xfrm>
          <a:off x="943992" y="837220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9DC1A8C-C5FB-4C29-B5D8-86190C80B52F}">
      <dsp:nvSpPr>
        <dsp:cNvPr id="0" name=""/>
        <dsp:cNvSpPr/>
      </dsp:nvSpPr>
      <dsp:spPr>
        <a:xfrm>
          <a:off x="3421" y="193514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 dirty="0" err="1"/>
            <a:t>Nodes</a:t>
          </a:r>
          <a:r>
            <a:rPr lang="tr-TR" sz="1400" kern="1200" dirty="0"/>
            <a:t> </a:t>
          </a:r>
          <a:r>
            <a:rPr lang="tr-TR" sz="1400" kern="1200" dirty="0" err="1"/>
            <a:t>verify</a:t>
          </a:r>
          <a:r>
            <a:rPr lang="tr-TR" sz="1400" kern="1200" dirty="0"/>
            <a:t> </a:t>
          </a:r>
          <a:r>
            <a:rPr lang="tr-TR" sz="1400" kern="1200" dirty="0" err="1"/>
            <a:t>transactions</a:t>
          </a:r>
          <a:endParaRPr lang="en-US" sz="1400" kern="1200" dirty="0"/>
        </a:p>
      </dsp:txBody>
      <dsp:txXfrm>
        <a:off x="3421" y="1935144"/>
        <a:ext cx="2894062" cy="434109"/>
      </dsp:txXfrm>
    </dsp:sp>
    <dsp:sp modelId="{45B537F1-91F2-4E76-BE64-EF615A506BE5}">
      <dsp:nvSpPr>
        <dsp:cNvPr id="0" name=""/>
        <dsp:cNvSpPr/>
      </dsp:nvSpPr>
      <dsp:spPr>
        <a:xfrm>
          <a:off x="3421" y="2408790"/>
          <a:ext cx="2894062" cy="4052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every bitcoin node that</a:t>
          </a:r>
          <a:r>
            <a:rPr lang="tr-TR" sz="1100" kern="1200"/>
            <a:t> </a:t>
          </a:r>
          <a:r>
            <a:rPr lang="en-US" sz="1100" kern="1200"/>
            <a:t>receives a transaction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will first verify the transaction</a:t>
          </a:r>
        </a:p>
      </dsp:txBody>
      <dsp:txXfrm>
        <a:off x="3421" y="2408790"/>
        <a:ext cx="2894062" cy="405239"/>
      </dsp:txXfrm>
    </dsp:sp>
    <dsp:sp modelId="{845BFAB4-7F88-416A-8893-E9FD84928083}">
      <dsp:nvSpPr>
        <dsp:cNvPr id="0" name=""/>
        <dsp:cNvSpPr/>
      </dsp:nvSpPr>
      <dsp:spPr>
        <a:xfrm>
          <a:off x="4344515" y="837220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6EFC660-A485-4EE7-A2F8-FA6B4C03AA1D}">
      <dsp:nvSpPr>
        <dsp:cNvPr id="0" name=""/>
        <dsp:cNvSpPr/>
      </dsp:nvSpPr>
      <dsp:spPr>
        <a:xfrm>
          <a:off x="3403945" y="193514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Only valid transactions are propagated</a:t>
          </a:r>
          <a:endParaRPr lang="en-US" sz="1400" kern="1200"/>
        </a:p>
      </dsp:txBody>
      <dsp:txXfrm>
        <a:off x="3403945" y="1935144"/>
        <a:ext cx="2894062" cy="434109"/>
      </dsp:txXfrm>
    </dsp:sp>
    <dsp:sp modelId="{20AB2FB5-A19D-4AE6-90B3-992EA27F6B0E}">
      <dsp:nvSpPr>
        <dsp:cNvPr id="0" name=""/>
        <dsp:cNvSpPr/>
      </dsp:nvSpPr>
      <dsp:spPr>
        <a:xfrm>
          <a:off x="3403945" y="2408790"/>
          <a:ext cx="2894062" cy="4052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This ensures that only valid</a:t>
          </a:r>
          <a:r>
            <a:rPr lang="tr-TR" sz="1100" kern="1200"/>
            <a:t> </a:t>
          </a:r>
          <a:r>
            <a:rPr lang="en-US" sz="1100" kern="1200"/>
            <a:t>transactions are propagated across the network, </a:t>
          </a:r>
        </a:p>
      </dsp:txBody>
      <dsp:txXfrm>
        <a:off x="3403945" y="2408790"/>
        <a:ext cx="2894062" cy="405239"/>
      </dsp:txXfrm>
    </dsp:sp>
    <dsp:sp modelId="{3F570019-8525-4355-8913-4F3A6B384404}">
      <dsp:nvSpPr>
        <dsp:cNvPr id="0" name=""/>
        <dsp:cNvSpPr/>
      </dsp:nvSpPr>
      <dsp:spPr>
        <a:xfrm>
          <a:off x="7745039" y="837220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15F938D-77AF-4988-BD76-B260FCBB6BBE}">
      <dsp:nvSpPr>
        <dsp:cNvPr id="0" name=""/>
        <dsp:cNvSpPr/>
      </dsp:nvSpPr>
      <dsp:spPr>
        <a:xfrm>
          <a:off x="6804468" y="193514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Others are discarded</a:t>
          </a:r>
          <a:endParaRPr lang="en-US" sz="1400" kern="1200"/>
        </a:p>
      </dsp:txBody>
      <dsp:txXfrm>
        <a:off x="6804468" y="1935144"/>
        <a:ext cx="2894062" cy="434109"/>
      </dsp:txXfrm>
    </dsp:sp>
    <dsp:sp modelId="{8C1A2269-5942-4EED-A484-39CFCAF81443}">
      <dsp:nvSpPr>
        <dsp:cNvPr id="0" name=""/>
        <dsp:cNvSpPr/>
      </dsp:nvSpPr>
      <dsp:spPr>
        <a:xfrm>
          <a:off x="6804468" y="2408790"/>
          <a:ext cx="2894062" cy="4052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while invalid transactions are discarded</a:t>
          </a:r>
          <a:r>
            <a:rPr lang="tr-TR" sz="1100" kern="1200"/>
            <a:t> </a:t>
          </a:r>
          <a:endParaRPr lang="en-US" sz="1100" kern="1200"/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at the first node that encounters them.</a:t>
          </a:r>
        </a:p>
      </dsp:txBody>
      <dsp:txXfrm>
        <a:off x="6804468" y="2408790"/>
        <a:ext cx="2894062" cy="405239"/>
      </dsp:txXfrm>
    </dsp:sp>
  </dsp:spTree>
</dsp:drawing>
</file>

<file path=ppt/diagrams/drawing2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5DB369F-1E43-45BE-803D-B121F8720200}">
      <dsp:nvSpPr>
        <dsp:cNvPr id="0" name=""/>
        <dsp:cNvSpPr/>
      </dsp:nvSpPr>
      <dsp:spPr>
        <a:xfrm>
          <a:off x="285427" y="262530"/>
          <a:ext cx="3987869" cy="1246209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44099" tIns="64770" rIns="64770" bIns="64770" numCol="1" spcCol="1270" anchor="t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Syntax</a:t>
          </a:r>
          <a:endParaRPr lang="en-US" sz="1700" kern="1200" dirty="0"/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The transaction’s syntax and data structure must be correct.</a:t>
          </a:r>
        </a:p>
      </dsp:txBody>
      <dsp:txXfrm>
        <a:off x="285427" y="262530"/>
        <a:ext cx="3987869" cy="1246209"/>
      </dsp:txXfrm>
    </dsp:sp>
    <dsp:sp modelId="{AEE6E9B0-B819-42E3-8166-21F074657875}">
      <dsp:nvSpPr>
        <dsp:cNvPr id="0" name=""/>
        <dsp:cNvSpPr/>
      </dsp:nvSpPr>
      <dsp:spPr>
        <a:xfrm>
          <a:off x="119266" y="82522"/>
          <a:ext cx="872346" cy="1308519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48784A2E-0B4A-49D9-B03E-10D0661A99DA}">
      <dsp:nvSpPr>
        <dsp:cNvPr id="0" name=""/>
        <dsp:cNvSpPr/>
      </dsp:nvSpPr>
      <dsp:spPr>
        <a:xfrm>
          <a:off x="4663435" y="262530"/>
          <a:ext cx="3987869" cy="1246209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44099" tIns="64770" rIns="64770" bIns="64770" numCol="1" spcCol="1270" anchor="t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Empty</a:t>
          </a:r>
          <a:r>
            <a:rPr lang="tr-TR" sz="1700" kern="1200" dirty="0"/>
            <a:t> I/O</a:t>
          </a:r>
          <a:endParaRPr lang="en-US" sz="1700" kern="1200" dirty="0"/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Neither </a:t>
          </a:r>
          <a:r>
            <a:rPr lang="en-US" sz="1300" kern="1200" dirty="0"/>
            <a:t>lists of inputs or outputs are empty.</a:t>
          </a:r>
        </a:p>
      </dsp:txBody>
      <dsp:txXfrm>
        <a:off x="4663435" y="262530"/>
        <a:ext cx="3987869" cy="1246209"/>
      </dsp:txXfrm>
    </dsp:sp>
    <dsp:sp modelId="{06CEF5BD-AAA7-4601-B4EA-1E6AE4DE9A48}">
      <dsp:nvSpPr>
        <dsp:cNvPr id="0" name=""/>
        <dsp:cNvSpPr/>
      </dsp:nvSpPr>
      <dsp:spPr>
        <a:xfrm>
          <a:off x="4497274" y="82522"/>
          <a:ext cx="872346" cy="1308519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3BC3C5CC-F223-4B39-B432-0CEB9B25CC2A}">
      <dsp:nvSpPr>
        <dsp:cNvPr id="0" name=""/>
        <dsp:cNvSpPr/>
      </dsp:nvSpPr>
      <dsp:spPr>
        <a:xfrm>
          <a:off x="285427" y="1831368"/>
          <a:ext cx="3987869" cy="1246209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44099" tIns="64770" rIns="64770" bIns="64770" numCol="1" spcCol="1270" anchor="t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Transactions</a:t>
          </a:r>
          <a:r>
            <a:rPr lang="tr-TR" sz="1700" kern="1200" dirty="0"/>
            <a:t> Size</a:t>
          </a:r>
          <a:endParaRPr lang="en-US" sz="1700" kern="1200" dirty="0"/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The </a:t>
          </a:r>
          <a:r>
            <a:rPr lang="en-US" sz="1300" kern="1200" dirty="0"/>
            <a:t>transaction size in bytes is less than MAX_BLOCK_SIZE.</a:t>
          </a:r>
        </a:p>
      </dsp:txBody>
      <dsp:txXfrm>
        <a:off x="285427" y="1831368"/>
        <a:ext cx="3987869" cy="1246209"/>
      </dsp:txXfrm>
    </dsp:sp>
    <dsp:sp modelId="{2FE9EAAB-ABD1-4329-B885-414F5CAAE09B}">
      <dsp:nvSpPr>
        <dsp:cNvPr id="0" name=""/>
        <dsp:cNvSpPr/>
      </dsp:nvSpPr>
      <dsp:spPr>
        <a:xfrm>
          <a:off x="119266" y="1651360"/>
          <a:ext cx="872346" cy="1308519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E8CD2A3-6B41-429F-8177-9626EB7AB17A}">
      <dsp:nvSpPr>
        <dsp:cNvPr id="0" name=""/>
        <dsp:cNvSpPr/>
      </dsp:nvSpPr>
      <dsp:spPr>
        <a:xfrm>
          <a:off x="4663435" y="1831368"/>
          <a:ext cx="3987869" cy="1246209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44099" tIns="64770" rIns="64770" bIns="64770" numCol="1" spcCol="1270" anchor="t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Range</a:t>
          </a:r>
          <a:r>
            <a:rPr lang="tr-TR" sz="1700" kern="1200" dirty="0"/>
            <a:t> of </a:t>
          </a:r>
          <a:r>
            <a:rPr lang="tr-TR" sz="1700" kern="1200" dirty="0" err="1"/>
            <a:t>Values</a:t>
          </a:r>
          <a:endParaRPr lang="en-US" sz="1700" kern="1200" dirty="0"/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Each output value, as well as the total, must be within the allowed range of values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less than 21m coins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more than the </a:t>
          </a:r>
          <a:r>
            <a:rPr lang="en-US" sz="1300" i="1" kern="1200" dirty="0"/>
            <a:t>dust </a:t>
          </a:r>
          <a:r>
            <a:rPr lang="en-US" sz="1300" kern="1200" dirty="0"/>
            <a:t>threshold</a:t>
          </a:r>
        </a:p>
      </dsp:txBody>
      <dsp:txXfrm>
        <a:off x="4663435" y="1831368"/>
        <a:ext cx="3987869" cy="1246209"/>
      </dsp:txXfrm>
    </dsp:sp>
    <dsp:sp modelId="{07DA1CB4-94E8-41D3-AFA7-1E87AF41FB02}">
      <dsp:nvSpPr>
        <dsp:cNvPr id="0" name=""/>
        <dsp:cNvSpPr/>
      </dsp:nvSpPr>
      <dsp:spPr>
        <a:xfrm>
          <a:off x="4497274" y="1651360"/>
          <a:ext cx="872346" cy="1308519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75AAF6A5-4F27-4585-AA51-2515834F752B}">
      <dsp:nvSpPr>
        <dsp:cNvPr id="0" name=""/>
        <dsp:cNvSpPr/>
      </dsp:nvSpPr>
      <dsp:spPr>
        <a:xfrm>
          <a:off x="2474431" y="3400207"/>
          <a:ext cx="3987869" cy="1246209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44099" tIns="64770" rIns="64770" bIns="64770" numCol="1" spcCol="1270" anchor="t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Input</a:t>
          </a:r>
          <a:r>
            <a:rPr lang="tr-TR" sz="1700" kern="1200" dirty="0"/>
            <a:t> </a:t>
          </a:r>
          <a:r>
            <a:rPr lang="tr-TR" sz="1700" kern="1200" dirty="0" err="1"/>
            <a:t>Hashes</a:t>
          </a:r>
          <a:endParaRPr lang="en-US" sz="1700" kern="1200" dirty="0"/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None of the inputs have hash=0, N=–1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 err="1"/>
            <a:t>coinbase</a:t>
          </a:r>
          <a:r>
            <a:rPr lang="en-US" sz="1300" kern="1200" dirty="0"/>
            <a:t> transactions should not be</a:t>
          </a:r>
          <a:r>
            <a:rPr lang="tr-TR" sz="1300" kern="1200" dirty="0"/>
            <a:t> </a:t>
          </a:r>
          <a:r>
            <a:rPr lang="tr-TR" sz="1300" kern="1200" dirty="0" err="1"/>
            <a:t>relayed</a:t>
          </a:r>
          <a:endParaRPr lang="en-US" sz="1300" kern="1200" dirty="0"/>
        </a:p>
      </dsp:txBody>
      <dsp:txXfrm>
        <a:off x="2474431" y="3400207"/>
        <a:ext cx="3987869" cy="1246209"/>
      </dsp:txXfrm>
    </dsp:sp>
    <dsp:sp modelId="{7BA18485-FE3E-4B19-B85B-A8947CED408D}">
      <dsp:nvSpPr>
        <dsp:cNvPr id="0" name=""/>
        <dsp:cNvSpPr/>
      </dsp:nvSpPr>
      <dsp:spPr>
        <a:xfrm>
          <a:off x="2308270" y="3220199"/>
          <a:ext cx="872346" cy="1308519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2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2020B72-5C1D-488B-B749-5B1E6586A1A7}">
      <dsp:nvSpPr>
        <dsp:cNvPr id="0" name=""/>
        <dsp:cNvSpPr/>
      </dsp:nvSpPr>
      <dsp:spPr>
        <a:xfrm>
          <a:off x="205462" y="705309"/>
          <a:ext cx="4851800" cy="1516187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26964" tIns="64770" rIns="64770" bIns="64770" numCol="1" spcCol="1270" anchor="t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Time</a:t>
          </a:r>
          <a:endParaRPr lang="en-US" sz="1700" kern="1200"/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nLocktime is equal to INT_MAX, 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or nLocktime and nSequence values are satisfied</a:t>
          </a:r>
          <a:r>
            <a:rPr lang="tr-TR" sz="1300" kern="1200"/>
            <a:t> according to MedianTimePast.</a:t>
          </a:r>
          <a:endParaRPr lang="en-US" sz="1300" kern="1200"/>
        </a:p>
      </dsp:txBody>
      <dsp:txXfrm>
        <a:off x="205462" y="705309"/>
        <a:ext cx="4851800" cy="1516187"/>
      </dsp:txXfrm>
    </dsp:sp>
    <dsp:sp modelId="{9A3CC958-E6D1-441D-AD88-70CF31B0E36C}">
      <dsp:nvSpPr>
        <dsp:cNvPr id="0" name=""/>
        <dsp:cNvSpPr/>
      </dsp:nvSpPr>
      <dsp:spPr>
        <a:xfrm>
          <a:off x="3304" y="486304"/>
          <a:ext cx="1061331" cy="1591996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D87BC588-EEC1-4477-9CBB-A825AF0DE4DE}">
      <dsp:nvSpPr>
        <dsp:cNvPr id="0" name=""/>
        <dsp:cNvSpPr/>
      </dsp:nvSpPr>
      <dsp:spPr>
        <a:xfrm>
          <a:off x="5485062" y="705309"/>
          <a:ext cx="4851800" cy="1516187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26964" tIns="64770" rIns="64770" bIns="64770" numCol="1" spcCol="1270" anchor="t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Transactions size</a:t>
          </a:r>
          <a:endParaRPr lang="en-US" sz="1700" kern="1200"/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The transaction size in bytes is greater than or equal to 100.</a:t>
          </a:r>
        </a:p>
      </dsp:txBody>
      <dsp:txXfrm>
        <a:off x="5485062" y="705309"/>
        <a:ext cx="4851800" cy="1516187"/>
      </dsp:txXfrm>
    </dsp:sp>
    <dsp:sp modelId="{AC888FA2-EA54-472A-8AD5-581656922802}">
      <dsp:nvSpPr>
        <dsp:cNvPr id="0" name=""/>
        <dsp:cNvSpPr/>
      </dsp:nvSpPr>
      <dsp:spPr>
        <a:xfrm>
          <a:off x="5282904" y="486304"/>
          <a:ext cx="1061331" cy="1591996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14663419-41FE-4773-A76D-9EC68C8CDF6D}">
      <dsp:nvSpPr>
        <dsp:cNvPr id="0" name=""/>
        <dsp:cNvSpPr/>
      </dsp:nvSpPr>
      <dsp:spPr>
        <a:xfrm>
          <a:off x="205462" y="2614020"/>
          <a:ext cx="4851800" cy="1516187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26964" tIns="64770" rIns="64770" bIns="64770" numCol="1" spcCol="1270" anchor="t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Signatura operations</a:t>
          </a:r>
          <a:endParaRPr lang="en-US" sz="1700" kern="1200"/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The number of signature operations (SIGOPS) contained in the transaction 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is</a:t>
          </a:r>
          <a:r>
            <a:rPr lang="tr-TR" sz="1300" kern="1200"/>
            <a:t> </a:t>
          </a:r>
          <a:r>
            <a:rPr lang="en-US" sz="1300" kern="1200"/>
            <a:t>less than the signature operation limit.</a:t>
          </a:r>
        </a:p>
      </dsp:txBody>
      <dsp:txXfrm>
        <a:off x="205462" y="2614020"/>
        <a:ext cx="4851800" cy="1516187"/>
      </dsp:txXfrm>
    </dsp:sp>
    <dsp:sp modelId="{2B208113-B05B-4476-9C92-250EEE1411D6}">
      <dsp:nvSpPr>
        <dsp:cNvPr id="0" name=""/>
        <dsp:cNvSpPr/>
      </dsp:nvSpPr>
      <dsp:spPr>
        <a:xfrm>
          <a:off x="3304" y="2395016"/>
          <a:ext cx="1061331" cy="1591996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AC4E2F92-1119-4CA4-BA3D-C9B04E9671D6}">
      <dsp:nvSpPr>
        <dsp:cNvPr id="0" name=""/>
        <dsp:cNvSpPr/>
      </dsp:nvSpPr>
      <dsp:spPr>
        <a:xfrm>
          <a:off x="5485062" y="2614020"/>
          <a:ext cx="4851800" cy="1516187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26964" tIns="64770" rIns="64770" bIns="64770" numCol="1" spcCol="1270" anchor="t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Unlocking Script</a:t>
          </a:r>
          <a:endParaRPr lang="en-US" sz="1700" kern="1200"/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The unlocking script (scriptSig) can only push numbers on the stack,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and the</a:t>
          </a:r>
          <a:r>
            <a:rPr lang="tr-TR" sz="1300" kern="1200"/>
            <a:t> </a:t>
          </a:r>
          <a:r>
            <a:rPr lang="en-US" sz="1300" kern="1200"/>
            <a:t>locking script (scriptPubkey) must match isStandard forms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this rejects</a:t>
          </a:r>
          <a:r>
            <a:rPr lang="tr-TR" sz="1300" kern="1200"/>
            <a:t> </a:t>
          </a:r>
          <a:r>
            <a:rPr lang="en-US" sz="1300" kern="1200"/>
            <a:t>“nonstandard”</a:t>
          </a:r>
          <a:r>
            <a:rPr lang="tr-TR" sz="1300" kern="1200"/>
            <a:t> transactions</a:t>
          </a:r>
          <a:endParaRPr lang="en-US" sz="1300" kern="1200"/>
        </a:p>
      </dsp:txBody>
      <dsp:txXfrm>
        <a:off x="5485062" y="2614020"/>
        <a:ext cx="4851800" cy="1516187"/>
      </dsp:txXfrm>
    </dsp:sp>
    <dsp:sp modelId="{292A7436-1183-4954-A1C8-82CC856783C2}">
      <dsp:nvSpPr>
        <dsp:cNvPr id="0" name=""/>
        <dsp:cNvSpPr/>
      </dsp:nvSpPr>
      <dsp:spPr>
        <a:xfrm>
          <a:off x="5282904" y="2395016"/>
          <a:ext cx="1061331" cy="1591996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2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60CB130-D93A-4EDB-9459-D7EE4DEACDC4}">
      <dsp:nvSpPr>
        <dsp:cNvPr id="0" name=""/>
        <dsp:cNvSpPr/>
      </dsp:nvSpPr>
      <dsp:spPr>
        <a:xfrm>
          <a:off x="172897" y="801673"/>
          <a:ext cx="4107093" cy="1283466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69335" tIns="49530" rIns="49530" bIns="49530" numCol="1" spcCol="1270" anchor="t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Matching transaction</a:t>
          </a:r>
          <a:endParaRPr lang="en-US" sz="1300" kern="1200"/>
        </a:p>
        <a:p>
          <a:pPr marL="57150" lvl="1" indent="-57150" algn="l" defTabSz="4445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000" kern="1200"/>
            <a:t>A matching transaction in the pool, or in a block in the main branch, must exist.</a:t>
          </a:r>
        </a:p>
      </dsp:txBody>
      <dsp:txXfrm>
        <a:off x="172897" y="801673"/>
        <a:ext cx="4107093" cy="1283466"/>
      </dsp:txXfrm>
    </dsp:sp>
    <dsp:sp modelId="{775A7955-0B7D-4EAB-8C8C-35B7D710E823}">
      <dsp:nvSpPr>
        <dsp:cNvPr id="0" name=""/>
        <dsp:cNvSpPr/>
      </dsp:nvSpPr>
      <dsp:spPr>
        <a:xfrm>
          <a:off x="1768" y="616284"/>
          <a:ext cx="898426" cy="1347640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4DC33262-FB0D-4B62-BBF2-648FA31BB098}">
      <dsp:nvSpPr>
        <dsp:cNvPr id="0" name=""/>
        <dsp:cNvSpPr/>
      </dsp:nvSpPr>
      <dsp:spPr>
        <a:xfrm>
          <a:off x="4661708" y="801673"/>
          <a:ext cx="4107093" cy="1283466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69335" tIns="49530" rIns="49530" bIns="49530" numCol="1" spcCol="1270" anchor="t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Input vs Output</a:t>
          </a:r>
          <a:endParaRPr lang="en-US" sz="1300" kern="1200"/>
        </a:p>
        <a:p>
          <a:pPr marL="57150" lvl="1" indent="-57150" algn="l" defTabSz="4445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000" kern="1200"/>
            <a:t>For each input, if the referenced output exists in any other transaction in the</a:t>
          </a:r>
          <a:r>
            <a:rPr lang="tr-TR" sz="1000" kern="1200"/>
            <a:t> </a:t>
          </a:r>
          <a:r>
            <a:rPr lang="en-US" sz="1000" kern="1200"/>
            <a:t>pool, </a:t>
          </a:r>
        </a:p>
        <a:p>
          <a:pPr marL="57150" lvl="1" indent="-57150" algn="l" defTabSz="4445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000" kern="1200"/>
            <a:t>the transaction must be rejected.</a:t>
          </a:r>
        </a:p>
      </dsp:txBody>
      <dsp:txXfrm>
        <a:off x="4661708" y="801673"/>
        <a:ext cx="4107093" cy="1283466"/>
      </dsp:txXfrm>
    </dsp:sp>
    <dsp:sp modelId="{751F04B2-6ADD-412A-9BBC-B7933EECED1A}">
      <dsp:nvSpPr>
        <dsp:cNvPr id="0" name=""/>
        <dsp:cNvSpPr/>
      </dsp:nvSpPr>
      <dsp:spPr>
        <a:xfrm>
          <a:off x="4490579" y="616284"/>
          <a:ext cx="898426" cy="1347640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7BDD0BC0-6658-4F58-A2E3-89C87272EC12}">
      <dsp:nvSpPr>
        <dsp:cNvPr id="0" name=""/>
        <dsp:cNvSpPr/>
      </dsp:nvSpPr>
      <dsp:spPr>
        <a:xfrm>
          <a:off x="2417302" y="2417415"/>
          <a:ext cx="4107093" cy="1283466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69335" tIns="49530" rIns="49530" bIns="49530" numCol="1" spcCol="1270" anchor="t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Referenced output transaction</a:t>
          </a:r>
          <a:endParaRPr lang="en-US" sz="1300" kern="1200"/>
        </a:p>
        <a:p>
          <a:pPr marL="57150" lvl="1" indent="-57150" algn="l" defTabSz="4445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000" kern="1200"/>
            <a:t>For each input, look in the main branch and the transaction pool to find the referenced</a:t>
          </a:r>
          <a:r>
            <a:rPr lang="tr-TR" sz="1000" kern="1200"/>
            <a:t> </a:t>
          </a:r>
          <a:r>
            <a:rPr lang="en-US" sz="1000" kern="1200"/>
            <a:t>output transaction. </a:t>
          </a:r>
        </a:p>
        <a:p>
          <a:pPr marL="57150" lvl="1" indent="-57150" algn="l" defTabSz="4445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000" kern="1200"/>
            <a:t>If the output transaction is missing for any input,</a:t>
          </a:r>
          <a:r>
            <a:rPr lang="tr-TR" sz="1000" kern="1200"/>
            <a:t> </a:t>
          </a:r>
          <a:r>
            <a:rPr lang="en-US" sz="1000" kern="1200"/>
            <a:t>this will be an orphan transaction. </a:t>
          </a:r>
        </a:p>
        <a:p>
          <a:pPr marL="57150" lvl="1" indent="-57150" algn="l" defTabSz="4445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000" kern="1200"/>
            <a:t>Add to the orphan transactions pool, if a</a:t>
          </a:r>
          <a:r>
            <a:rPr lang="tr-TR" sz="1000" kern="1200"/>
            <a:t> </a:t>
          </a:r>
          <a:r>
            <a:rPr lang="en-US" sz="1000" kern="1200"/>
            <a:t>matching transaction is not already in the pool.</a:t>
          </a:r>
        </a:p>
      </dsp:txBody>
      <dsp:txXfrm>
        <a:off x="2417302" y="2417415"/>
        <a:ext cx="4107093" cy="1283466"/>
      </dsp:txXfrm>
    </dsp:sp>
    <dsp:sp modelId="{DDCD5A46-90E9-4F2A-9421-80DA2133FA9E}">
      <dsp:nvSpPr>
        <dsp:cNvPr id="0" name=""/>
        <dsp:cNvSpPr/>
      </dsp:nvSpPr>
      <dsp:spPr>
        <a:xfrm>
          <a:off x="2246174" y="2232026"/>
          <a:ext cx="898426" cy="1347640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2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3475F66-92DF-40FD-8F24-1CDD110879F7}">
      <dsp:nvSpPr>
        <dsp:cNvPr id="0" name=""/>
        <dsp:cNvSpPr/>
      </dsp:nvSpPr>
      <dsp:spPr>
        <a:xfrm>
          <a:off x="172331" y="463409"/>
          <a:ext cx="4123538" cy="1288605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72816" tIns="53340" rIns="53340" bIns="53340" numCol="1" spcCol="1270" anchor="t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b="1" kern="1200"/>
            <a:t>Maturity confirmation</a:t>
          </a:r>
          <a:endParaRPr lang="tr-TR" sz="1400" kern="1200"/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100" kern="1200"/>
            <a:t>For each input, if the referenced output transaction is a coinbase output</a:t>
          </a:r>
          <a:endParaRPr lang="tr-TR" sz="1100" kern="1200"/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100" kern="1200"/>
            <a:t>it must</a:t>
          </a:r>
          <a:r>
            <a:rPr lang="tr-TR" sz="1100" kern="1200"/>
            <a:t> </a:t>
          </a:r>
          <a:r>
            <a:rPr lang="en-US" sz="1100" kern="1200"/>
            <a:t>have at least COINBASE_MATURITY (100) confirmations.</a:t>
          </a:r>
          <a:endParaRPr lang="tr-TR" sz="1100" kern="1200"/>
        </a:p>
      </dsp:txBody>
      <dsp:txXfrm>
        <a:off x="172331" y="463409"/>
        <a:ext cx="4123538" cy="1288605"/>
      </dsp:txXfrm>
    </dsp:sp>
    <dsp:sp modelId="{43C1A1E5-C07D-43BE-A04D-073806AC284C}">
      <dsp:nvSpPr>
        <dsp:cNvPr id="0" name=""/>
        <dsp:cNvSpPr/>
      </dsp:nvSpPr>
      <dsp:spPr>
        <a:xfrm>
          <a:off x="517" y="277277"/>
          <a:ext cx="902024" cy="1353036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470394BC-EB74-4E57-8FD5-C881E7B58BDB}">
      <dsp:nvSpPr>
        <dsp:cNvPr id="0" name=""/>
        <dsp:cNvSpPr/>
      </dsp:nvSpPr>
      <dsp:spPr>
        <a:xfrm>
          <a:off x="4646515" y="463409"/>
          <a:ext cx="4123538" cy="1288605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72816" tIns="53340" rIns="53340" bIns="53340" numCol="1" spcCol="1270" anchor="t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b="1" kern="1200"/>
            <a:t>Unspent Output Transaction</a:t>
          </a:r>
          <a:endParaRPr lang="tr-TR" sz="1400" kern="1200"/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100" kern="1200"/>
            <a:t>For each input, the referenced output must exist and cannot already be spent.</a:t>
          </a:r>
          <a:endParaRPr lang="tr-TR" sz="1100" kern="1200"/>
        </a:p>
      </dsp:txBody>
      <dsp:txXfrm>
        <a:off x="4646515" y="463409"/>
        <a:ext cx="4123538" cy="1288605"/>
      </dsp:txXfrm>
    </dsp:sp>
    <dsp:sp modelId="{2E5783AC-350D-4797-A4F6-0871BD97EA3F}">
      <dsp:nvSpPr>
        <dsp:cNvPr id="0" name=""/>
        <dsp:cNvSpPr/>
      </dsp:nvSpPr>
      <dsp:spPr>
        <a:xfrm>
          <a:off x="4474700" y="277277"/>
          <a:ext cx="902024" cy="1353036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CF3D5E42-C47F-4862-855D-D27180B0931B}">
      <dsp:nvSpPr>
        <dsp:cNvPr id="0" name=""/>
        <dsp:cNvSpPr/>
      </dsp:nvSpPr>
      <dsp:spPr>
        <a:xfrm>
          <a:off x="2409423" y="2085620"/>
          <a:ext cx="4123538" cy="1288605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72816" tIns="53340" rIns="53340" bIns="53340" numCol="1" spcCol="1270" anchor="t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b="1" kern="1200"/>
            <a:t>Allowed value ranges</a:t>
          </a:r>
          <a:endParaRPr lang="tr-TR" sz="1400" kern="1200"/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100" kern="1200"/>
            <a:t>Using the referenced output transactions to get input values, </a:t>
          </a:r>
          <a:endParaRPr lang="tr-TR" sz="1100" kern="1200"/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100" kern="1200"/>
            <a:t>check that each</a:t>
          </a:r>
          <a:r>
            <a:rPr lang="tr-TR" sz="1100" kern="1200"/>
            <a:t> </a:t>
          </a:r>
          <a:r>
            <a:rPr lang="en-US" sz="1100" kern="1200"/>
            <a:t>input value, as well as the sum, </a:t>
          </a:r>
          <a:endParaRPr lang="tr-TR" sz="1100" kern="1200"/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100" kern="1200"/>
            <a:t>are in the allowed range of values (less than 21m</a:t>
          </a:r>
          <a:r>
            <a:rPr lang="tr-TR" sz="1100" kern="1200"/>
            <a:t> coins, more than 0).</a:t>
          </a:r>
        </a:p>
      </dsp:txBody>
      <dsp:txXfrm>
        <a:off x="2409423" y="2085620"/>
        <a:ext cx="4123538" cy="1288605"/>
      </dsp:txXfrm>
    </dsp:sp>
    <dsp:sp modelId="{358DEC65-DD59-4D20-9820-3F172AF04195}">
      <dsp:nvSpPr>
        <dsp:cNvPr id="0" name=""/>
        <dsp:cNvSpPr/>
      </dsp:nvSpPr>
      <dsp:spPr>
        <a:xfrm>
          <a:off x="2237609" y="1899488"/>
          <a:ext cx="902024" cy="1353036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2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3475F66-92DF-40FD-8F24-1CDD110879F7}">
      <dsp:nvSpPr>
        <dsp:cNvPr id="0" name=""/>
        <dsp:cNvSpPr/>
      </dsp:nvSpPr>
      <dsp:spPr>
        <a:xfrm>
          <a:off x="172331" y="463409"/>
          <a:ext cx="4123538" cy="1288605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72816" tIns="72390" rIns="72390" bIns="72390" numCol="1" spcCol="1270" anchor="t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Input value&lt;Output values</a:t>
          </a:r>
          <a:endParaRPr lang="tr-TR" sz="1900" kern="1200" dirty="0"/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 dirty="0"/>
            <a:t>Reject if the sum of input values is less than sum of output values.</a:t>
          </a:r>
        </a:p>
      </dsp:txBody>
      <dsp:txXfrm>
        <a:off x="172331" y="463409"/>
        <a:ext cx="4123538" cy="1288605"/>
      </dsp:txXfrm>
    </dsp:sp>
    <dsp:sp modelId="{43C1A1E5-C07D-43BE-A04D-073806AC284C}">
      <dsp:nvSpPr>
        <dsp:cNvPr id="0" name=""/>
        <dsp:cNvSpPr/>
      </dsp:nvSpPr>
      <dsp:spPr>
        <a:xfrm>
          <a:off x="517" y="277277"/>
          <a:ext cx="902024" cy="1353036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2E8C5FF6-09A1-41DC-AE06-312B58870FAF}">
      <dsp:nvSpPr>
        <dsp:cNvPr id="0" name=""/>
        <dsp:cNvSpPr/>
      </dsp:nvSpPr>
      <dsp:spPr>
        <a:xfrm>
          <a:off x="4646515" y="463409"/>
          <a:ext cx="4123538" cy="1288605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72816" tIns="72390" rIns="72390" bIns="72390" numCol="1" spcCol="1270" anchor="t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/>
            <a:t>Too low transaction fee</a:t>
          </a:r>
          <a:endParaRPr lang="en-US" sz="1900" kern="1200"/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Reject if transaction fee would be too low (minRelayTxFee)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to get into an empty</a:t>
          </a:r>
          <a:r>
            <a:rPr lang="tr-TR" sz="1500" kern="1200"/>
            <a:t> block.</a:t>
          </a:r>
          <a:endParaRPr lang="en-US" sz="1500" kern="1200"/>
        </a:p>
      </dsp:txBody>
      <dsp:txXfrm>
        <a:off x="4646515" y="463409"/>
        <a:ext cx="4123538" cy="1288605"/>
      </dsp:txXfrm>
    </dsp:sp>
    <dsp:sp modelId="{940804E4-E717-48C7-BAA4-06B27CFB816D}">
      <dsp:nvSpPr>
        <dsp:cNvPr id="0" name=""/>
        <dsp:cNvSpPr/>
      </dsp:nvSpPr>
      <dsp:spPr>
        <a:xfrm>
          <a:off x="4474700" y="277277"/>
          <a:ext cx="902024" cy="1353036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196C2E10-5C6E-4E49-9E75-4E09C6145520}">
      <dsp:nvSpPr>
        <dsp:cNvPr id="0" name=""/>
        <dsp:cNvSpPr/>
      </dsp:nvSpPr>
      <dsp:spPr>
        <a:xfrm>
          <a:off x="2409423" y="2085620"/>
          <a:ext cx="4123538" cy="1288605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72816" tIns="72390" rIns="72390" bIns="72390" numCol="1" spcCol="1270" anchor="t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/>
            <a:t>Validating unlocking scriptes</a:t>
          </a:r>
          <a:endParaRPr lang="en-US" sz="1900" kern="1200"/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 dirty="0"/>
            <a:t>The unlocking scripts for each input must validate against the corresponding</a:t>
          </a:r>
          <a:r>
            <a:rPr lang="tr-TR" sz="1500" kern="1200" dirty="0"/>
            <a:t> </a:t>
          </a:r>
          <a:r>
            <a:rPr lang="tr-TR" sz="1500" kern="1200" dirty="0" err="1"/>
            <a:t>output</a:t>
          </a:r>
          <a:r>
            <a:rPr lang="tr-TR" sz="1500" kern="1200" dirty="0"/>
            <a:t> </a:t>
          </a:r>
          <a:r>
            <a:rPr lang="tr-TR" sz="1500" kern="1200" dirty="0" err="1"/>
            <a:t>locking</a:t>
          </a:r>
          <a:r>
            <a:rPr lang="tr-TR" sz="1500" kern="1200" dirty="0"/>
            <a:t> </a:t>
          </a:r>
          <a:r>
            <a:rPr lang="tr-TR" sz="1500" kern="1200" dirty="0" err="1"/>
            <a:t>scripts</a:t>
          </a:r>
          <a:r>
            <a:rPr lang="tr-TR" sz="1500" kern="1200" dirty="0"/>
            <a:t>.</a:t>
          </a:r>
          <a:endParaRPr lang="en-US" sz="1500" kern="1200" dirty="0"/>
        </a:p>
      </dsp:txBody>
      <dsp:txXfrm>
        <a:off x="2409423" y="2085620"/>
        <a:ext cx="4123538" cy="1288605"/>
      </dsp:txXfrm>
    </dsp:sp>
    <dsp:sp modelId="{E6604C54-855C-455B-B8CD-410624560082}">
      <dsp:nvSpPr>
        <dsp:cNvPr id="0" name=""/>
        <dsp:cNvSpPr/>
      </dsp:nvSpPr>
      <dsp:spPr>
        <a:xfrm>
          <a:off x="2237609" y="1899488"/>
          <a:ext cx="902024" cy="1353036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2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FBBA265-265F-4FE6-9798-4E7B98AE133D}">
      <dsp:nvSpPr>
        <dsp:cNvPr id="0" name=""/>
        <dsp:cNvSpPr/>
      </dsp:nvSpPr>
      <dsp:spPr>
        <a:xfrm>
          <a:off x="698671" y="793095"/>
          <a:ext cx="750093" cy="750093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4C92404-DA15-4DFF-8ADC-BA45DFCDD78B}">
      <dsp:nvSpPr>
        <dsp:cNvPr id="0" name=""/>
        <dsp:cNvSpPr/>
      </dsp:nvSpPr>
      <dsp:spPr>
        <a:xfrm>
          <a:off x="2156" y="1631986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Bitcoin Core</a:t>
          </a:r>
        </a:p>
      </dsp:txBody>
      <dsp:txXfrm>
        <a:off x="2156" y="1631986"/>
        <a:ext cx="2143124" cy="321468"/>
      </dsp:txXfrm>
    </dsp:sp>
    <dsp:sp modelId="{BB2B6508-54D3-4B98-9107-B152C63A59EF}">
      <dsp:nvSpPr>
        <dsp:cNvPr id="0" name=""/>
        <dsp:cNvSpPr/>
      </dsp:nvSpPr>
      <dsp:spPr>
        <a:xfrm>
          <a:off x="2156" y="1994756"/>
          <a:ext cx="2143124" cy="8633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err="1"/>
            <a:t>AcceptToMemoryPool</a:t>
          </a:r>
          <a:endParaRPr lang="en-US" sz="1500" kern="120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err="1"/>
            <a:t>CheckTransaction</a:t>
          </a:r>
          <a:endParaRPr lang="en-US" sz="1500" kern="120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err="1"/>
            <a:t>CheckInputs</a:t>
          </a:r>
          <a:endParaRPr lang="en-US" sz="1500" kern="1200"/>
        </a:p>
      </dsp:txBody>
      <dsp:txXfrm>
        <a:off x="2156" y="1994756"/>
        <a:ext cx="2143124" cy="863398"/>
      </dsp:txXfrm>
    </dsp:sp>
    <dsp:sp modelId="{8735F5FB-E36B-462A-92E6-065199CDE77C}">
      <dsp:nvSpPr>
        <dsp:cNvPr id="0" name=""/>
        <dsp:cNvSpPr/>
      </dsp:nvSpPr>
      <dsp:spPr>
        <a:xfrm>
          <a:off x="3216843" y="793095"/>
          <a:ext cx="750093" cy="750093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4BE72DD-645C-423A-8D6A-2396F4D1A4D0}">
      <dsp:nvSpPr>
        <dsp:cNvPr id="0" name=""/>
        <dsp:cNvSpPr/>
      </dsp:nvSpPr>
      <dsp:spPr>
        <a:xfrm>
          <a:off x="2520328" y="1631986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 err="1"/>
            <a:t>Evolution</a:t>
          </a:r>
          <a:endParaRPr lang="en-US" sz="2000" kern="1200"/>
        </a:p>
      </dsp:txBody>
      <dsp:txXfrm>
        <a:off x="2520328" y="1631986"/>
        <a:ext cx="2143124" cy="321468"/>
      </dsp:txXfrm>
    </dsp:sp>
    <dsp:sp modelId="{6A474004-5D3B-4DFB-9C75-872A9EEE7AEB}">
      <dsp:nvSpPr>
        <dsp:cNvPr id="0" name=""/>
        <dsp:cNvSpPr/>
      </dsp:nvSpPr>
      <dsp:spPr>
        <a:xfrm>
          <a:off x="2520328" y="1994756"/>
          <a:ext cx="2143124" cy="8633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conditions change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over</a:t>
          </a:r>
          <a:r>
            <a:rPr lang="tr-TR" sz="1500" kern="1200"/>
            <a:t> </a:t>
          </a:r>
          <a:r>
            <a:rPr lang="en-US" sz="1500" kern="1200"/>
            <a:t>time</a:t>
          </a:r>
        </a:p>
      </dsp:txBody>
      <dsp:txXfrm>
        <a:off x="2520328" y="1994756"/>
        <a:ext cx="2143124" cy="863398"/>
      </dsp:txXfrm>
    </dsp:sp>
    <dsp:sp modelId="{668C8920-E953-4B67-98E9-D21559B98ECD}">
      <dsp:nvSpPr>
        <dsp:cNvPr id="0" name=""/>
        <dsp:cNvSpPr/>
      </dsp:nvSpPr>
      <dsp:spPr>
        <a:xfrm>
          <a:off x="5735015" y="793095"/>
          <a:ext cx="750093" cy="750093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A62244F-84A3-49EA-A4B8-8F8BCA1218C0}">
      <dsp:nvSpPr>
        <dsp:cNvPr id="0" name=""/>
        <dsp:cNvSpPr/>
      </dsp:nvSpPr>
      <dsp:spPr>
        <a:xfrm>
          <a:off x="5038499" y="1631986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Security</a:t>
          </a:r>
          <a:endParaRPr lang="en-US" sz="2000" kern="1200"/>
        </a:p>
      </dsp:txBody>
      <dsp:txXfrm>
        <a:off x="5038499" y="1631986"/>
        <a:ext cx="2143124" cy="321468"/>
      </dsp:txXfrm>
    </dsp:sp>
    <dsp:sp modelId="{8EF48729-489B-461E-B233-62756289EC6F}">
      <dsp:nvSpPr>
        <dsp:cNvPr id="0" name=""/>
        <dsp:cNvSpPr/>
      </dsp:nvSpPr>
      <dsp:spPr>
        <a:xfrm>
          <a:off x="5038499" y="1994756"/>
          <a:ext cx="2143124" cy="8633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to address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new types of denial-of-service attacks </a:t>
          </a:r>
        </a:p>
      </dsp:txBody>
      <dsp:txXfrm>
        <a:off x="5038499" y="1994756"/>
        <a:ext cx="2143124" cy="863398"/>
      </dsp:txXfrm>
    </dsp:sp>
    <dsp:sp modelId="{061D65EE-5306-4DE7-988D-2DF01E90E47D}">
      <dsp:nvSpPr>
        <dsp:cNvPr id="0" name=""/>
        <dsp:cNvSpPr/>
      </dsp:nvSpPr>
      <dsp:spPr>
        <a:xfrm>
          <a:off x="8253187" y="793095"/>
          <a:ext cx="750093" cy="750093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6F6CF57-7C58-4D30-98C1-AC2FE501D93C}">
      <dsp:nvSpPr>
        <dsp:cNvPr id="0" name=""/>
        <dsp:cNvSpPr/>
      </dsp:nvSpPr>
      <dsp:spPr>
        <a:xfrm>
          <a:off x="7556671" y="1631986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 err="1"/>
            <a:t>Advancement</a:t>
          </a:r>
          <a:endParaRPr lang="en-US" sz="2000" kern="1200"/>
        </a:p>
      </dsp:txBody>
      <dsp:txXfrm>
        <a:off x="7556671" y="1631986"/>
        <a:ext cx="2143124" cy="321468"/>
      </dsp:txXfrm>
    </dsp:sp>
    <dsp:sp modelId="{B188D266-7B6E-4150-B178-92AAAA2CA1F3}">
      <dsp:nvSpPr>
        <dsp:cNvPr id="0" name=""/>
        <dsp:cNvSpPr/>
      </dsp:nvSpPr>
      <dsp:spPr>
        <a:xfrm>
          <a:off x="7556671" y="1994756"/>
          <a:ext cx="2143124" cy="8633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to relax the rules</a:t>
          </a:r>
          <a:r>
            <a:rPr lang="tr-TR" sz="1500" kern="1200"/>
            <a:t> </a:t>
          </a:r>
          <a:endParaRPr lang="en-US" sz="1500" kern="120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to include more types of transactions</a:t>
          </a:r>
        </a:p>
      </dsp:txBody>
      <dsp:txXfrm>
        <a:off x="7556671" y="1994756"/>
        <a:ext cx="2143124" cy="863398"/>
      </dsp:txXfrm>
    </dsp:sp>
  </dsp:spTree>
</dsp:drawing>
</file>

<file path=ppt/diagrams/drawing2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FBBA265-265F-4FE6-9798-4E7B98AE133D}">
      <dsp:nvSpPr>
        <dsp:cNvPr id="0" name=""/>
        <dsp:cNvSpPr/>
      </dsp:nvSpPr>
      <dsp:spPr>
        <a:xfrm>
          <a:off x="943992" y="386340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4C92404-DA15-4DFF-8ADC-BA45DFCDD78B}">
      <dsp:nvSpPr>
        <dsp:cNvPr id="0" name=""/>
        <dsp:cNvSpPr/>
      </dsp:nvSpPr>
      <dsp:spPr>
        <a:xfrm>
          <a:off x="3421" y="152304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 err="1"/>
            <a:t>Mempool</a:t>
          </a:r>
          <a:endParaRPr lang="en-US" sz="2800" kern="1200" dirty="0"/>
        </a:p>
      </dsp:txBody>
      <dsp:txXfrm>
        <a:off x="3421" y="1523041"/>
        <a:ext cx="2894062" cy="434109"/>
      </dsp:txXfrm>
    </dsp:sp>
    <dsp:sp modelId="{BB2B6508-54D3-4B98-9107-B152C63A59EF}">
      <dsp:nvSpPr>
        <dsp:cNvPr id="0" name=""/>
        <dsp:cNvSpPr/>
      </dsp:nvSpPr>
      <dsp:spPr>
        <a:xfrm>
          <a:off x="3421" y="2014721"/>
          <a:ext cx="2894062" cy="12501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err="1"/>
            <a:t>Before</a:t>
          </a:r>
          <a:r>
            <a:rPr lang="tr-TR" sz="1700" kern="1200"/>
            <a:t> </a:t>
          </a:r>
          <a:r>
            <a:rPr lang="tr-TR" sz="1700" kern="1200" err="1"/>
            <a:t>propagating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every node builds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 pool of valid but unconfirmed</a:t>
          </a:r>
          <a:r>
            <a:rPr lang="tr-TR" sz="1700" kern="1200"/>
            <a:t> </a:t>
          </a:r>
          <a:r>
            <a:rPr lang="en-US" sz="1700" kern="1200"/>
            <a:t>transactions</a:t>
          </a:r>
        </a:p>
      </dsp:txBody>
      <dsp:txXfrm>
        <a:off x="3421" y="2014721"/>
        <a:ext cx="2894062" cy="1250187"/>
      </dsp:txXfrm>
    </dsp:sp>
    <dsp:sp modelId="{3A50A4B3-0E82-4DDC-ACA3-D3C8F56BC70F}">
      <dsp:nvSpPr>
        <dsp:cNvPr id="0" name=""/>
        <dsp:cNvSpPr/>
      </dsp:nvSpPr>
      <dsp:spPr>
        <a:xfrm>
          <a:off x="4344515" y="386340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0B97B04-625A-46C2-8906-E900F564B3AA}">
      <dsp:nvSpPr>
        <dsp:cNvPr id="0" name=""/>
        <dsp:cNvSpPr/>
      </dsp:nvSpPr>
      <dsp:spPr>
        <a:xfrm>
          <a:off x="3403945" y="152304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err="1"/>
            <a:t>Names</a:t>
          </a:r>
          <a:endParaRPr lang="en-US" sz="2800" kern="1200"/>
        </a:p>
      </dsp:txBody>
      <dsp:txXfrm>
        <a:off x="3403945" y="1523041"/>
        <a:ext cx="2894062" cy="434109"/>
      </dsp:txXfrm>
    </dsp:sp>
    <dsp:sp modelId="{D0A7E48E-9B16-4A01-B4D5-3CB2B9A5445A}">
      <dsp:nvSpPr>
        <dsp:cNvPr id="0" name=""/>
        <dsp:cNvSpPr/>
      </dsp:nvSpPr>
      <dsp:spPr>
        <a:xfrm>
          <a:off x="3403945" y="2014721"/>
          <a:ext cx="2894062" cy="12501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i="1" kern="1200"/>
            <a:t>transaction pool</a:t>
          </a:r>
          <a:r>
            <a:rPr lang="en-US" sz="1700" kern="1200"/>
            <a:t>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i="1" kern="1200"/>
            <a:t>memory pool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i="1" kern="1200" err="1"/>
            <a:t>mempool</a:t>
          </a:r>
          <a:endParaRPr lang="en-US" sz="1700" kern="1200"/>
        </a:p>
      </dsp:txBody>
      <dsp:txXfrm>
        <a:off x="3403945" y="2014721"/>
        <a:ext cx="2894062" cy="1250187"/>
      </dsp:txXfrm>
    </dsp:sp>
    <dsp:sp modelId="{877CECE5-019A-422F-9A64-0B4A2266F08C}">
      <dsp:nvSpPr>
        <dsp:cNvPr id="0" name=""/>
        <dsp:cNvSpPr/>
      </dsp:nvSpPr>
      <dsp:spPr>
        <a:xfrm>
          <a:off x="7745039" y="386340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3CDF7E5-8992-44F5-80E7-59A5A7110884}">
      <dsp:nvSpPr>
        <dsp:cNvPr id="0" name=""/>
        <dsp:cNvSpPr/>
      </dsp:nvSpPr>
      <dsp:spPr>
        <a:xfrm>
          <a:off x="6804468" y="152304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err="1"/>
            <a:t>Function</a:t>
          </a:r>
          <a:endParaRPr lang="en-US" sz="2800" kern="1200"/>
        </a:p>
      </dsp:txBody>
      <dsp:txXfrm>
        <a:off x="6804468" y="1523041"/>
        <a:ext cx="2894062" cy="434109"/>
      </dsp:txXfrm>
    </dsp:sp>
    <dsp:sp modelId="{C44B3AAE-B709-4C0E-9E99-B907D4B933AF}">
      <dsp:nvSpPr>
        <dsp:cNvPr id="0" name=""/>
        <dsp:cNvSpPr/>
      </dsp:nvSpPr>
      <dsp:spPr>
        <a:xfrm>
          <a:off x="6804468" y="2014721"/>
          <a:ext cx="2894062" cy="12501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err="1"/>
            <a:t>To</a:t>
          </a:r>
          <a:r>
            <a:rPr lang="tr-TR" sz="1700" kern="1200"/>
            <a:t> </a:t>
          </a:r>
          <a:r>
            <a:rPr lang="tr-TR" sz="1700" kern="1200" err="1"/>
            <a:t>verify</a:t>
          </a:r>
          <a:r>
            <a:rPr lang="tr-TR" sz="1700" kern="1200"/>
            <a:t> </a:t>
          </a:r>
          <a:r>
            <a:rPr lang="tr-TR" sz="1700" kern="1200" err="1"/>
            <a:t>each</a:t>
          </a:r>
          <a:r>
            <a:rPr lang="tr-TR" sz="1700" kern="1200"/>
            <a:t> </a:t>
          </a:r>
          <a:r>
            <a:rPr lang="tr-TR" sz="1700" kern="1200" err="1"/>
            <a:t>transactions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as it is </a:t>
          </a:r>
          <a:r>
            <a:rPr lang="tr-TR" sz="1700" kern="1200" err="1"/>
            <a:t>received</a:t>
          </a:r>
          <a:r>
            <a:rPr lang="tr-TR" sz="1700" kern="1200"/>
            <a:t> </a:t>
          </a:r>
          <a:endParaRPr lang="en-US" sz="1700" kern="1200"/>
        </a:p>
      </dsp:txBody>
      <dsp:txXfrm>
        <a:off x="6804468" y="2014721"/>
        <a:ext cx="2894062" cy="1250187"/>
      </dsp:txXfrm>
    </dsp:sp>
  </dsp:spTree>
</dsp:drawing>
</file>

<file path=ppt/diagrams/drawing2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521A440-0192-4EBE-AFCE-D8D800AB2974}">
      <dsp:nvSpPr>
        <dsp:cNvPr id="0" name=""/>
        <dsp:cNvSpPr/>
      </dsp:nvSpPr>
      <dsp:spPr>
        <a:xfrm>
          <a:off x="0" y="322737"/>
          <a:ext cx="9701953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500" kern="1200"/>
            <a:t>Specialized nodes on the bitcoin network</a:t>
          </a:r>
          <a:endParaRPr lang="en-US" sz="1500" kern="1200"/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aggregates transactions into new</a:t>
          </a:r>
          <a:r>
            <a:rPr lang="tr-TR" sz="1500" kern="1200"/>
            <a:t> </a:t>
          </a:r>
          <a:r>
            <a:rPr lang="en-US" sz="1500" kern="1200"/>
            <a:t>blocks</a:t>
          </a:r>
        </a:p>
      </dsp:txBody>
      <dsp:txXfrm>
        <a:off x="0" y="322737"/>
        <a:ext cx="9701953" cy="874125"/>
      </dsp:txXfrm>
    </dsp:sp>
    <dsp:sp modelId="{8FB282A9-9BBF-4481-B4A3-24F983B94BB9}">
      <dsp:nvSpPr>
        <dsp:cNvPr id="0" name=""/>
        <dsp:cNvSpPr/>
      </dsp:nvSpPr>
      <dsp:spPr>
        <a:xfrm>
          <a:off x="485097" y="101337"/>
          <a:ext cx="6791367" cy="44280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Miners</a:t>
          </a:r>
          <a:endParaRPr lang="en-US" sz="1500" kern="1200"/>
        </a:p>
      </dsp:txBody>
      <dsp:txXfrm>
        <a:off x="506713" y="122953"/>
        <a:ext cx="6748135" cy="399568"/>
      </dsp:txXfrm>
    </dsp:sp>
    <dsp:sp modelId="{FBB6426D-31F9-4032-9134-956DC1812214}">
      <dsp:nvSpPr>
        <dsp:cNvPr id="0" name=""/>
        <dsp:cNvSpPr/>
      </dsp:nvSpPr>
      <dsp:spPr>
        <a:xfrm>
          <a:off x="0" y="1499262"/>
          <a:ext cx="9701953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arrival of a new block has special significance for a mining node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receiving a valid new block</a:t>
          </a:r>
          <a:r>
            <a:rPr lang="tr-TR" sz="1500" kern="1200"/>
            <a:t> </a:t>
          </a:r>
          <a:r>
            <a:rPr lang="en-US" sz="1500" kern="1200"/>
            <a:t>means someone else won the competition and they lost</a:t>
          </a:r>
        </a:p>
      </dsp:txBody>
      <dsp:txXfrm>
        <a:off x="0" y="1499262"/>
        <a:ext cx="9701953" cy="874125"/>
      </dsp:txXfrm>
    </dsp:sp>
    <dsp:sp modelId="{CEBFB4F7-2451-437A-BEF7-5B9BB11DD4B5}">
      <dsp:nvSpPr>
        <dsp:cNvPr id="0" name=""/>
        <dsp:cNvSpPr/>
      </dsp:nvSpPr>
      <dsp:spPr>
        <a:xfrm>
          <a:off x="485097" y="1277862"/>
          <a:ext cx="6791367" cy="44280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Competition</a:t>
          </a:r>
          <a:endParaRPr lang="en-US" sz="1500" kern="1200"/>
        </a:p>
      </dsp:txBody>
      <dsp:txXfrm>
        <a:off x="506713" y="1299478"/>
        <a:ext cx="6748135" cy="399568"/>
      </dsp:txXfrm>
    </dsp:sp>
    <dsp:sp modelId="{746DA271-DE75-4DEF-8D47-B4A3B64AA658}">
      <dsp:nvSpPr>
        <dsp:cNvPr id="0" name=""/>
        <dsp:cNvSpPr/>
      </dsp:nvSpPr>
      <dsp:spPr>
        <a:xfrm>
          <a:off x="0" y="2675787"/>
          <a:ext cx="9701953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500" kern="1200"/>
            <a:t>the end of one </a:t>
          </a:r>
          <a:r>
            <a:rPr lang="en-US" sz="1500" kern="1200"/>
            <a:t>round of a competition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is also the beginning of the next round</a:t>
          </a:r>
        </a:p>
      </dsp:txBody>
      <dsp:txXfrm>
        <a:off x="0" y="2675787"/>
        <a:ext cx="9701953" cy="874125"/>
      </dsp:txXfrm>
    </dsp:sp>
    <dsp:sp modelId="{BB178F62-C620-46E7-863F-A38ED2667DE0}">
      <dsp:nvSpPr>
        <dsp:cNvPr id="0" name=""/>
        <dsp:cNvSpPr/>
      </dsp:nvSpPr>
      <dsp:spPr>
        <a:xfrm>
          <a:off x="485097" y="2454387"/>
          <a:ext cx="6791367" cy="44280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New round</a:t>
          </a:r>
          <a:endParaRPr lang="en-US" sz="1500" kern="1200"/>
        </a:p>
      </dsp:txBody>
      <dsp:txXfrm>
        <a:off x="506713" y="2476003"/>
        <a:ext cx="6748135" cy="399568"/>
      </dsp:txXfrm>
    </dsp:sp>
  </dsp:spTree>
</dsp:drawing>
</file>

<file path=ppt/diagrams/drawing2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6F44CB2-EEA8-404B-AC92-2F41CA2CD349}">
      <dsp:nvSpPr>
        <dsp:cNvPr id="0" name=""/>
        <dsp:cNvSpPr/>
      </dsp:nvSpPr>
      <dsp:spPr>
        <a:xfrm>
          <a:off x="3421" y="583700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ED59F76-7236-4EAF-B492-5BF11C8F33E6}">
      <dsp:nvSpPr>
        <dsp:cNvPr id="0" name=""/>
        <dsp:cNvSpPr/>
      </dsp:nvSpPr>
      <dsp:spPr>
        <a:xfrm>
          <a:off x="3421" y="1703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Transaction pool</a:t>
          </a:r>
          <a:endParaRPr lang="en-US" sz="2000" kern="1200"/>
        </a:p>
      </dsp:txBody>
      <dsp:txXfrm>
        <a:off x="3421" y="1703428"/>
        <a:ext cx="2894062" cy="434109"/>
      </dsp:txXfrm>
    </dsp:sp>
    <dsp:sp modelId="{D1AD8958-7412-4802-8B18-F7F2BD24F56A}">
      <dsp:nvSpPr>
        <dsp:cNvPr id="0" name=""/>
        <dsp:cNvSpPr/>
      </dsp:nvSpPr>
      <dsp:spPr>
        <a:xfrm>
          <a:off x="3421" y="2187214"/>
          <a:ext cx="2894062" cy="8803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After validating transactions, </a:t>
          </a:r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 bitcoin node will add them to the</a:t>
          </a:r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i="1" kern="1200"/>
            <a:t>memory pool</a:t>
          </a:r>
          <a:r>
            <a:rPr lang="en-US" sz="1500" kern="1200"/>
            <a:t>, or</a:t>
          </a:r>
          <a:r>
            <a:rPr lang="tr-TR" sz="1500" kern="1200"/>
            <a:t> </a:t>
          </a:r>
          <a:r>
            <a:rPr lang="en-US" sz="1500" i="1" kern="1200"/>
            <a:t>transaction pool</a:t>
          </a:r>
          <a:r>
            <a:rPr lang="en-US" sz="1500" kern="1200"/>
            <a:t>, </a:t>
          </a:r>
        </a:p>
      </dsp:txBody>
      <dsp:txXfrm>
        <a:off x="3421" y="2187214"/>
        <a:ext cx="2894062" cy="880334"/>
      </dsp:txXfrm>
    </dsp:sp>
    <dsp:sp modelId="{F9CC6357-9B18-4E96-8C24-2709F245BE41}">
      <dsp:nvSpPr>
        <dsp:cNvPr id="0" name=""/>
        <dsp:cNvSpPr/>
      </dsp:nvSpPr>
      <dsp:spPr>
        <a:xfrm>
          <a:off x="3403945" y="583700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1D4EFB3-E8B8-40E2-95B5-EBEEF1BC7F87}">
      <dsp:nvSpPr>
        <dsp:cNvPr id="0" name=""/>
        <dsp:cNvSpPr/>
      </dsp:nvSpPr>
      <dsp:spPr>
        <a:xfrm>
          <a:off x="3403945" y="1703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transactions await </a:t>
          </a:r>
        </a:p>
      </dsp:txBody>
      <dsp:txXfrm>
        <a:off x="3403945" y="1703428"/>
        <a:ext cx="2894062" cy="434109"/>
      </dsp:txXfrm>
    </dsp:sp>
    <dsp:sp modelId="{FDC60052-6321-4FF0-85EA-0004BF2DC9B6}">
      <dsp:nvSpPr>
        <dsp:cNvPr id="0" name=""/>
        <dsp:cNvSpPr/>
      </dsp:nvSpPr>
      <dsp:spPr>
        <a:xfrm>
          <a:off x="3403945" y="2187214"/>
          <a:ext cx="2894062" cy="8803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until they can be included (mined) </a:t>
          </a:r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into a</a:t>
          </a:r>
          <a:r>
            <a:rPr lang="tr-TR" sz="1500" kern="1200"/>
            <a:t> block</a:t>
          </a:r>
          <a:endParaRPr lang="en-US" sz="1500" kern="1200"/>
        </a:p>
      </dsp:txBody>
      <dsp:txXfrm>
        <a:off x="3403945" y="2187214"/>
        <a:ext cx="2894062" cy="880334"/>
      </dsp:txXfrm>
    </dsp:sp>
    <dsp:sp modelId="{122616A4-18B6-4071-95B7-0AB2A0653394}">
      <dsp:nvSpPr>
        <dsp:cNvPr id="0" name=""/>
        <dsp:cNvSpPr/>
      </dsp:nvSpPr>
      <dsp:spPr>
        <a:xfrm>
          <a:off x="6804468" y="583700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A96BF2F-7B41-4BB1-ABF4-FC747E05C4CD}">
      <dsp:nvSpPr>
        <dsp:cNvPr id="0" name=""/>
        <dsp:cNvSpPr/>
      </dsp:nvSpPr>
      <dsp:spPr>
        <a:xfrm>
          <a:off x="6804468" y="1703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Aggregate into a new block</a:t>
          </a:r>
          <a:endParaRPr lang="en-US" sz="2000" kern="1200"/>
        </a:p>
      </dsp:txBody>
      <dsp:txXfrm>
        <a:off x="6804468" y="1703428"/>
        <a:ext cx="2894062" cy="434109"/>
      </dsp:txXfrm>
    </dsp:sp>
    <dsp:sp modelId="{76697F49-F83E-4A5F-8662-7B9548981F13}">
      <dsp:nvSpPr>
        <dsp:cNvPr id="0" name=""/>
        <dsp:cNvSpPr/>
      </dsp:nvSpPr>
      <dsp:spPr>
        <a:xfrm>
          <a:off x="6804468" y="2187214"/>
          <a:ext cx="2894062" cy="8803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Miners aggregate the transactions</a:t>
          </a:r>
          <a:endParaRPr lang="en-US" sz="1500" kern="1200"/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into a </a:t>
          </a:r>
          <a:r>
            <a:rPr lang="tr-TR" sz="1500" i="1" kern="1200"/>
            <a:t>candidate block</a:t>
          </a:r>
          <a:r>
            <a:rPr lang="tr-TR" sz="1500" kern="1200"/>
            <a:t>.</a:t>
          </a:r>
          <a:endParaRPr lang="en-US" sz="1500" kern="1200"/>
        </a:p>
      </dsp:txBody>
      <dsp:txXfrm>
        <a:off x="6804468" y="2187214"/>
        <a:ext cx="2894062" cy="880334"/>
      </dsp:txXfrm>
    </dsp:sp>
  </dsp:spTree>
</dsp:drawing>
</file>

<file path=ppt/diagrams/drawing3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74719E4-9935-427D-9A10-F95CF0BF4708}">
      <dsp:nvSpPr>
        <dsp:cNvPr id="0" name=""/>
        <dsp:cNvSpPr/>
      </dsp:nvSpPr>
      <dsp:spPr>
        <a:xfrm>
          <a:off x="5531" y="770722"/>
          <a:ext cx="595054" cy="595054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E2BDD4F-FF42-4737-A8A9-32C4F081DB45}">
      <dsp:nvSpPr>
        <dsp:cNvPr id="0" name=""/>
        <dsp:cNvSpPr/>
      </dsp:nvSpPr>
      <dsp:spPr>
        <a:xfrm>
          <a:off x="5531" y="1456498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10 minutes</a:t>
          </a:r>
          <a:endParaRPr lang="en-US" sz="1400" kern="1200"/>
        </a:p>
      </dsp:txBody>
      <dsp:txXfrm>
        <a:off x="5531" y="1456498"/>
        <a:ext cx="1700156" cy="438321"/>
      </dsp:txXfrm>
    </dsp:sp>
    <dsp:sp modelId="{9F5553E6-E918-49DF-90BE-11DE0A017C00}">
      <dsp:nvSpPr>
        <dsp:cNvPr id="0" name=""/>
        <dsp:cNvSpPr/>
      </dsp:nvSpPr>
      <dsp:spPr>
        <a:xfrm>
          <a:off x="5531" y="1937016"/>
          <a:ext cx="1700156" cy="9435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Blocks are confirmed and mined in 10 minutes</a:t>
          </a:r>
          <a:endParaRPr lang="en-US" sz="1100" kern="1200"/>
        </a:p>
      </dsp:txBody>
      <dsp:txXfrm>
        <a:off x="5531" y="1937016"/>
        <a:ext cx="1700156" cy="943510"/>
      </dsp:txXfrm>
    </dsp:sp>
    <dsp:sp modelId="{DA455602-4679-4C52-A92C-20A81FC1A870}">
      <dsp:nvSpPr>
        <dsp:cNvPr id="0" name=""/>
        <dsp:cNvSpPr/>
      </dsp:nvSpPr>
      <dsp:spPr>
        <a:xfrm>
          <a:off x="2003214" y="770722"/>
          <a:ext cx="595054" cy="595054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3A33E63-2030-44EC-9806-B14E25937955}">
      <dsp:nvSpPr>
        <dsp:cNvPr id="0" name=""/>
        <dsp:cNvSpPr/>
      </dsp:nvSpPr>
      <dsp:spPr>
        <a:xfrm>
          <a:off x="2003214" y="1456498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Preparation of next block</a:t>
          </a:r>
          <a:endParaRPr lang="en-US" sz="1400" kern="1200"/>
        </a:p>
      </dsp:txBody>
      <dsp:txXfrm>
        <a:off x="2003214" y="1456498"/>
        <a:ext cx="1700156" cy="438321"/>
      </dsp:txXfrm>
    </dsp:sp>
    <dsp:sp modelId="{6256B3BC-6150-4DB5-8BA4-09CDCEDCE149}">
      <dsp:nvSpPr>
        <dsp:cNvPr id="0" name=""/>
        <dsp:cNvSpPr/>
      </dsp:nvSpPr>
      <dsp:spPr>
        <a:xfrm>
          <a:off x="2003214" y="1937016"/>
          <a:ext cx="1700156" cy="9435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As competing in mining of the current block</a:t>
          </a:r>
          <a:endParaRPr lang="en-US" sz="1100" kern="1200"/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The miner also collects incoming valid transactions</a:t>
          </a:r>
          <a:endParaRPr lang="en-US" sz="1100" kern="1200"/>
        </a:p>
      </dsp:txBody>
      <dsp:txXfrm>
        <a:off x="2003214" y="1937016"/>
        <a:ext cx="1700156" cy="943510"/>
      </dsp:txXfrm>
    </dsp:sp>
    <dsp:sp modelId="{FED83275-ABBD-4545-B3C0-B67D5A74DAD1}">
      <dsp:nvSpPr>
        <dsp:cNvPr id="0" name=""/>
        <dsp:cNvSpPr/>
      </dsp:nvSpPr>
      <dsp:spPr>
        <a:xfrm>
          <a:off x="4000898" y="770722"/>
          <a:ext cx="595054" cy="595054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1C2FCF3-CDC1-4A70-AF09-EE1F30FAB2DE}">
      <dsp:nvSpPr>
        <dsp:cNvPr id="0" name=""/>
        <dsp:cNvSpPr/>
      </dsp:nvSpPr>
      <dsp:spPr>
        <a:xfrm>
          <a:off x="4000898" y="1456498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Arriving of new block</a:t>
          </a:r>
          <a:endParaRPr lang="en-US" sz="1400" kern="1200"/>
        </a:p>
      </dsp:txBody>
      <dsp:txXfrm>
        <a:off x="4000898" y="1456498"/>
        <a:ext cx="1700156" cy="438321"/>
      </dsp:txXfrm>
    </dsp:sp>
    <dsp:sp modelId="{D8D03B13-C058-4767-95FF-E3FEB52FF912}">
      <dsp:nvSpPr>
        <dsp:cNvPr id="0" name=""/>
        <dsp:cNvSpPr/>
      </dsp:nvSpPr>
      <dsp:spPr>
        <a:xfrm>
          <a:off x="4000898" y="1937016"/>
          <a:ext cx="1700156" cy="9435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The miner compares the transactions in new block</a:t>
          </a:r>
          <a:endParaRPr lang="en-US" sz="1100" kern="1200"/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With the collected in mempool so far</a:t>
          </a:r>
          <a:endParaRPr lang="en-US" sz="1100" kern="1200"/>
        </a:p>
      </dsp:txBody>
      <dsp:txXfrm>
        <a:off x="4000898" y="1937016"/>
        <a:ext cx="1700156" cy="943510"/>
      </dsp:txXfrm>
    </dsp:sp>
    <dsp:sp modelId="{110AD045-846C-4CD8-9104-AA722B84993E}">
      <dsp:nvSpPr>
        <dsp:cNvPr id="0" name=""/>
        <dsp:cNvSpPr/>
      </dsp:nvSpPr>
      <dsp:spPr>
        <a:xfrm>
          <a:off x="5998581" y="770722"/>
          <a:ext cx="595054" cy="595054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3E70688-D101-4E60-92C9-D4CFB74381E2}">
      <dsp:nvSpPr>
        <dsp:cNvPr id="0" name=""/>
        <dsp:cNvSpPr/>
      </dsp:nvSpPr>
      <dsp:spPr>
        <a:xfrm>
          <a:off x="5998581" y="1456498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Remove common transactions</a:t>
          </a:r>
          <a:endParaRPr lang="en-US" sz="1400" kern="1200"/>
        </a:p>
      </dsp:txBody>
      <dsp:txXfrm>
        <a:off x="5998581" y="1456498"/>
        <a:ext cx="1700156" cy="438321"/>
      </dsp:txXfrm>
    </dsp:sp>
    <dsp:sp modelId="{FF08FCBE-B6D9-4883-BB43-64CE47A7E989}">
      <dsp:nvSpPr>
        <dsp:cNvPr id="0" name=""/>
        <dsp:cNvSpPr/>
      </dsp:nvSpPr>
      <dsp:spPr>
        <a:xfrm>
          <a:off x="5998581" y="1937016"/>
          <a:ext cx="1700156" cy="9435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The common transactions are removed from the candidate block</a:t>
          </a:r>
          <a:endParaRPr lang="en-US" sz="1100" kern="1200"/>
        </a:p>
      </dsp:txBody>
      <dsp:txXfrm>
        <a:off x="5998581" y="1937016"/>
        <a:ext cx="1700156" cy="943510"/>
      </dsp:txXfrm>
    </dsp:sp>
    <dsp:sp modelId="{33C98297-C3A3-4DAF-90D5-27D995E86315}">
      <dsp:nvSpPr>
        <dsp:cNvPr id="0" name=""/>
        <dsp:cNvSpPr/>
      </dsp:nvSpPr>
      <dsp:spPr>
        <a:xfrm>
          <a:off x="7996265" y="770722"/>
          <a:ext cx="595054" cy="595054"/>
        </a:xfrm>
        <a:prstGeom prst="rect">
          <a:avLst/>
        </a:prstGeom>
        <a:blipFill>
          <a:blip xmlns:r="http://schemas.openxmlformats.org/officeDocument/2006/relationships"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7FD65EF-5E64-4FA6-90A0-081D8D30A783}">
      <dsp:nvSpPr>
        <dsp:cNvPr id="0" name=""/>
        <dsp:cNvSpPr/>
      </dsp:nvSpPr>
      <dsp:spPr>
        <a:xfrm>
          <a:off x="7996265" y="1456498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Candidate block</a:t>
          </a:r>
          <a:endParaRPr lang="en-US" sz="1400" kern="1200"/>
        </a:p>
      </dsp:txBody>
      <dsp:txXfrm>
        <a:off x="7996265" y="1456498"/>
        <a:ext cx="1700156" cy="438321"/>
      </dsp:txXfrm>
    </dsp:sp>
    <dsp:sp modelId="{93C6E8A3-D995-43A7-AE35-E9EFA1B86178}">
      <dsp:nvSpPr>
        <dsp:cNvPr id="0" name=""/>
        <dsp:cNvSpPr/>
      </dsp:nvSpPr>
      <dsp:spPr>
        <a:xfrm>
          <a:off x="7996265" y="1937016"/>
          <a:ext cx="1700156" cy="9435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Transactions </a:t>
          </a:r>
          <a:r>
            <a:rPr lang="en-US" sz="1100" kern="1200"/>
            <a:t>remain in the memory pool </a:t>
          </a:r>
          <a:r>
            <a:rPr lang="tr-TR" sz="1100" kern="1200"/>
            <a:t> </a:t>
          </a:r>
          <a:r>
            <a:rPr lang="en-US" sz="1100" kern="1200"/>
            <a:t>are unconfirmed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and</a:t>
          </a:r>
          <a:r>
            <a:rPr lang="en-US" sz="1100" kern="1200"/>
            <a:t> are waiting</a:t>
          </a:r>
          <a:r>
            <a:rPr lang="tr-TR" sz="1100" kern="1200"/>
            <a:t> </a:t>
          </a:r>
          <a:r>
            <a:rPr lang="en-US" sz="1100" kern="1200"/>
            <a:t>to be recorded in a new block</a:t>
          </a:r>
        </a:p>
      </dsp:txBody>
      <dsp:txXfrm>
        <a:off x="7996265" y="1937016"/>
        <a:ext cx="1700156" cy="943510"/>
      </dsp:txXfrm>
    </dsp:sp>
  </dsp:spTree>
</dsp:drawing>
</file>

<file path=ppt/diagrams/drawing3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C6E3F4E-BFAA-44D1-A151-DF9F897BC0C9}">
      <dsp:nvSpPr>
        <dsp:cNvPr id="0" name=""/>
        <dsp:cNvSpPr/>
      </dsp:nvSpPr>
      <dsp:spPr>
        <a:xfrm>
          <a:off x="943992" y="578084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89D6FE9-82F6-46CE-9BD9-E23421906201}">
      <dsp:nvSpPr>
        <dsp:cNvPr id="0" name=""/>
        <dsp:cNvSpPr/>
      </dsp:nvSpPr>
      <dsp:spPr>
        <a:xfrm>
          <a:off x="3421" y="169829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600" kern="1200"/>
            <a:t>Not a valid block yet</a:t>
          </a:r>
          <a:endParaRPr lang="en-US" sz="2600" kern="1200"/>
        </a:p>
      </dsp:txBody>
      <dsp:txXfrm>
        <a:off x="3421" y="1698295"/>
        <a:ext cx="2894062" cy="434109"/>
      </dsp:txXfrm>
    </dsp:sp>
    <dsp:sp modelId="{C0EB5FBC-DE22-4487-A4B0-AA804B2AB114}">
      <dsp:nvSpPr>
        <dsp:cNvPr id="0" name=""/>
        <dsp:cNvSpPr/>
      </dsp:nvSpPr>
      <dsp:spPr>
        <a:xfrm>
          <a:off x="3421" y="2182306"/>
          <a:ext cx="2894062" cy="8908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A Block ready to be mined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Doesn’t contain Proof-of-Work</a:t>
          </a:r>
          <a:endParaRPr lang="en-US" sz="1700" kern="1200"/>
        </a:p>
      </dsp:txBody>
      <dsp:txXfrm>
        <a:off x="3421" y="2182306"/>
        <a:ext cx="2894062" cy="890858"/>
      </dsp:txXfrm>
    </dsp:sp>
    <dsp:sp modelId="{665C7314-97C8-4CEB-BACD-250349ED370B}">
      <dsp:nvSpPr>
        <dsp:cNvPr id="0" name=""/>
        <dsp:cNvSpPr/>
      </dsp:nvSpPr>
      <dsp:spPr>
        <a:xfrm>
          <a:off x="4344515" y="578084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F0460F5-71EB-4C75-9913-E17953AA9864}">
      <dsp:nvSpPr>
        <dsp:cNvPr id="0" name=""/>
        <dsp:cNvSpPr/>
      </dsp:nvSpPr>
      <dsp:spPr>
        <a:xfrm>
          <a:off x="3403945" y="169829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600" kern="1200"/>
            <a:t>Becomes valid</a:t>
          </a:r>
          <a:endParaRPr lang="en-US" sz="2600" kern="1200"/>
        </a:p>
      </dsp:txBody>
      <dsp:txXfrm>
        <a:off x="3403945" y="1698295"/>
        <a:ext cx="2894062" cy="434109"/>
      </dsp:txXfrm>
    </dsp:sp>
    <dsp:sp modelId="{2EBF239D-BA6B-4E27-A089-A8A6EE9C81F3}">
      <dsp:nvSpPr>
        <dsp:cNvPr id="0" name=""/>
        <dsp:cNvSpPr/>
      </dsp:nvSpPr>
      <dsp:spPr>
        <a:xfrm>
          <a:off x="3403945" y="2182306"/>
          <a:ext cx="2894062" cy="8908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If the miner finds a solution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To the Proof-of-Work algorithm</a:t>
          </a:r>
          <a:endParaRPr lang="en-US" sz="1700" kern="1200"/>
        </a:p>
      </dsp:txBody>
      <dsp:txXfrm>
        <a:off x="3403945" y="2182306"/>
        <a:ext cx="2894062" cy="890858"/>
      </dsp:txXfrm>
    </dsp:sp>
    <dsp:sp modelId="{2AC5788F-B779-4CB9-A908-C232123DC9C7}">
      <dsp:nvSpPr>
        <dsp:cNvPr id="0" name=""/>
        <dsp:cNvSpPr/>
      </dsp:nvSpPr>
      <dsp:spPr>
        <a:xfrm>
          <a:off x="7745039" y="578084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95B2C43-DAB4-4340-9B3D-47F00DEAE809}">
      <dsp:nvSpPr>
        <dsp:cNvPr id="0" name=""/>
        <dsp:cNvSpPr/>
      </dsp:nvSpPr>
      <dsp:spPr>
        <a:xfrm>
          <a:off x="6804468" y="169829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600" kern="1200"/>
            <a:t>Candidate block</a:t>
          </a:r>
          <a:endParaRPr lang="en-US" sz="2600" kern="1200"/>
        </a:p>
      </dsp:txBody>
      <dsp:txXfrm>
        <a:off x="6804468" y="1698295"/>
        <a:ext cx="2894062" cy="434109"/>
      </dsp:txXfrm>
    </dsp:sp>
    <dsp:sp modelId="{67C87255-AA55-4040-A153-606E963143A4}">
      <dsp:nvSpPr>
        <dsp:cNvPr id="0" name=""/>
        <dsp:cNvSpPr/>
      </dsp:nvSpPr>
      <dsp:spPr>
        <a:xfrm>
          <a:off x="6804468" y="2182306"/>
          <a:ext cx="2894062" cy="8908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Contains certain number of valid transactions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With or without transaction fees</a:t>
          </a:r>
          <a:endParaRPr lang="en-US" sz="1700" kern="1200"/>
        </a:p>
      </dsp:txBody>
      <dsp:txXfrm>
        <a:off x="6804468" y="2182306"/>
        <a:ext cx="2894062" cy="890858"/>
      </dsp:txXfrm>
    </dsp:sp>
  </dsp:spTree>
</dsp:drawing>
</file>

<file path=ppt/diagrams/drawing3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1E7B373-D6B7-4042-B565-790DA84C8EA3}">
      <dsp:nvSpPr>
        <dsp:cNvPr id="0" name=""/>
        <dsp:cNvSpPr/>
      </dsp:nvSpPr>
      <dsp:spPr>
        <a:xfrm>
          <a:off x="947807" y="201817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F8482D8-4FB4-4537-8DFC-86E135DFED86}">
      <dsp:nvSpPr>
        <dsp:cNvPr id="0" name=""/>
        <dsp:cNvSpPr/>
      </dsp:nvSpPr>
      <dsp:spPr>
        <a:xfrm>
          <a:off x="8155" y="1353397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Coinbase</a:t>
          </a:r>
          <a:endParaRPr lang="en-US" sz="2700" kern="1200"/>
        </a:p>
      </dsp:txBody>
      <dsp:txXfrm>
        <a:off x="8155" y="1353397"/>
        <a:ext cx="2891236" cy="433685"/>
      </dsp:txXfrm>
    </dsp:sp>
    <dsp:sp modelId="{0E5328FC-040E-4907-A1BE-B62CEE4F3D01}">
      <dsp:nvSpPr>
        <dsp:cNvPr id="0" name=""/>
        <dsp:cNvSpPr/>
      </dsp:nvSpPr>
      <dsp:spPr>
        <a:xfrm>
          <a:off x="8155" y="1852035"/>
          <a:ext cx="2891236" cy="159739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The first transaction in any block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Constructed by miner’s node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Contains miner’s reward for mining effort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Doesn’t consume UTXO inputs</a:t>
          </a:r>
          <a:endParaRPr lang="en-US" sz="1700" kern="1200"/>
        </a:p>
      </dsp:txBody>
      <dsp:txXfrm>
        <a:off x="8155" y="1852035"/>
        <a:ext cx="2891236" cy="1597397"/>
      </dsp:txXfrm>
    </dsp:sp>
    <dsp:sp modelId="{2D0CE1AB-F20F-4235-A042-62AB3A2B9D7D}">
      <dsp:nvSpPr>
        <dsp:cNvPr id="0" name=""/>
        <dsp:cNvSpPr/>
      </dsp:nvSpPr>
      <dsp:spPr>
        <a:xfrm>
          <a:off x="4345010" y="201817"/>
          <a:ext cx="1011932" cy="101193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076191A-E8D2-4A23-A318-E2CFBB34F0AD}">
      <dsp:nvSpPr>
        <dsp:cNvPr id="0" name=""/>
        <dsp:cNvSpPr/>
      </dsp:nvSpPr>
      <dsp:spPr>
        <a:xfrm>
          <a:off x="3405358" y="1353397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Input</a:t>
          </a:r>
          <a:endParaRPr lang="en-US" sz="2700" kern="1200"/>
        </a:p>
      </dsp:txBody>
      <dsp:txXfrm>
        <a:off x="3405358" y="1353397"/>
        <a:ext cx="2891236" cy="433685"/>
      </dsp:txXfrm>
    </dsp:sp>
    <dsp:sp modelId="{EF7373F1-598A-4143-B28A-4F8235592A38}">
      <dsp:nvSpPr>
        <dsp:cNvPr id="0" name=""/>
        <dsp:cNvSpPr/>
      </dsp:nvSpPr>
      <dsp:spPr>
        <a:xfrm>
          <a:off x="3405358" y="1852035"/>
          <a:ext cx="2891236" cy="159739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It has only one input called </a:t>
          </a:r>
          <a:r>
            <a:rPr lang="tr-TR" sz="1700" b="1" kern="1200"/>
            <a:t>coinbase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Creates coin from nothing</a:t>
          </a:r>
          <a:endParaRPr lang="en-US" sz="1700" kern="1200"/>
        </a:p>
      </dsp:txBody>
      <dsp:txXfrm>
        <a:off x="3405358" y="1852035"/>
        <a:ext cx="2891236" cy="1597397"/>
      </dsp:txXfrm>
    </dsp:sp>
    <dsp:sp modelId="{0627C202-97CD-431F-905C-4EEEBDD9EE7A}">
      <dsp:nvSpPr>
        <dsp:cNvPr id="0" name=""/>
        <dsp:cNvSpPr/>
      </dsp:nvSpPr>
      <dsp:spPr>
        <a:xfrm>
          <a:off x="7742212" y="201817"/>
          <a:ext cx="1011932" cy="101193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0791775-0D4D-4D03-AD69-9281A82E6B6D}">
      <dsp:nvSpPr>
        <dsp:cNvPr id="0" name=""/>
        <dsp:cNvSpPr/>
      </dsp:nvSpPr>
      <dsp:spPr>
        <a:xfrm>
          <a:off x="6802560" y="1353397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Output</a:t>
          </a:r>
          <a:endParaRPr lang="en-US" sz="2700" kern="1200"/>
        </a:p>
      </dsp:txBody>
      <dsp:txXfrm>
        <a:off x="6802560" y="1353397"/>
        <a:ext cx="2891236" cy="433685"/>
      </dsp:txXfrm>
    </dsp:sp>
    <dsp:sp modelId="{543104D2-ADB6-4946-8FD5-39463A52B11E}">
      <dsp:nvSpPr>
        <dsp:cNvPr id="0" name=""/>
        <dsp:cNvSpPr/>
      </dsp:nvSpPr>
      <dsp:spPr>
        <a:xfrm>
          <a:off x="6802560" y="1852035"/>
          <a:ext cx="2891236" cy="159739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It has one output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Payable to miner’s own bitcoin address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Contains the coinbase and block fee</a:t>
          </a:r>
          <a:endParaRPr lang="en-US" sz="1700" kern="1200"/>
        </a:p>
      </dsp:txBody>
      <dsp:txXfrm>
        <a:off x="6802560" y="1852035"/>
        <a:ext cx="2891236" cy="1597397"/>
      </dsp:txXfrm>
    </dsp:sp>
  </dsp:spTree>
</dsp:drawing>
</file>

<file path=ppt/diagrams/drawing3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2589946-8A7C-4D85-BEBC-AA8B4B1D2004}">
      <dsp:nvSpPr>
        <dsp:cNvPr id="0" name=""/>
        <dsp:cNvSpPr/>
      </dsp:nvSpPr>
      <dsp:spPr>
        <a:xfrm>
          <a:off x="3421" y="497306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D504F9F-0E9E-4786-8729-8D47FA6BEB46}">
      <dsp:nvSpPr>
        <dsp:cNvPr id="0" name=""/>
        <dsp:cNvSpPr/>
      </dsp:nvSpPr>
      <dsp:spPr>
        <a:xfrm>
          <a:off x="3421" y="162446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/>
            <a:t>Calculation of Fees </a:t>
          </a:r>
          <a:endParaRPr lang="en-US" sz="1900" kern="1200"/>
        </a:p>
      </dsp:txBody>
      <dsp:txXfrm>
        <a:off x="3421" y="1624463"/>
        <a:ext cx="2894062" cy="434109"/>
      </dsp:txXfrm>
    </dsp:sp>
    <dsp:sp modelId="{D85DDB6C-B616-44CB-AB7B-BCAEC77C2133}">
      <dsp:nvSpPr>
        <dsp:cNvPr id="0" name=""/>
        <dsp:cNvSpPr/>
      </dsp:nvSpPr>
      <dsp:spPr>
        <a:xfrm>
          <a:off x="3421" y="2111705"/>
          <a:ext cx="2894062" cy="104223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are calculated to add to the coinbase transaction</a:t>
          </a:r>
          <a:endParaRPr lang="en-US" sz="1400" kern="1200"/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Formula: </a:t>
          </a:r>
          <a:r>
            <a:rPr lang="en-US" sz="1400" kern="1200"/>
            <a:t>Total Fees = Sum(Inputs) - Sum(Outputs)</a:t>
          </a:r>
        </a:p>
      </dsp:txBody>
      <dsp:txXfrm>
        <a:off x="3421" y="2111705"/>
        <a:ext cx="2894062" cy="1042237"/>
      </dsp:txXfrm>
    </dsp:sp>
    <dsp:sp modelId="{AD91975D-1367-4F76-9C58-232635F5ED3D}">
      <dsp:nvSpPr>
        <dsp:cNvPr id="0" name=""/>
        <dsp:cNvSpPr/>
      </dsp:nvSpPr>
      <dsp:spPr>
        <a:xfrm>
          <a:off x="3403945" y="497306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65AD7F8-BA98-4AAB-BC2B-580818C217ED}">
      <dsp:nvSpPr>
        <dsp:cNvPr id="0" name=""/>
        <dsp:cNvSpPr/>
      </dsp:nvSpPr>
      <dsp:spPr>
        <a:xfrm>
          <a:off x="3403945" y="162446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/>
            <a:t>Reward as new bitcoins</a:t>
          </a:r>
          <a:endParaRPr lang="en-US" sz="1900" kern="1200"/>
        </a:p>
      </dsp:txBody>
      <dsp:txXfrm>
        <a:off x="3403945" y="1624463"/>
        <a:ext cx="2894062" cy="434109"/>
      </dsp:txXfrm>
    </dsp:sp>
    <dsp:sp modelId="{E9F37D4B-F0C2-4E45-A6D7-9E962E963741}">
      <dsp:nvSpPr>
        <dsp:cNvPr id="0" name=""/>
        <dsp:cNvSpPr/>
      </dsp:nvSpPr>
      <dsp:spPr>
        <a:xfrm>
          <a:off x="3403945" y="2111705"/>
          <a:ext cx="2894062" cy="104223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Based on block height</a:t>
          </a:r>
          <a:endParaRPr lang="en-US" sz="1400" kern="1200"/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0-210 000: 50 Bitcoins (5 billion satoshis)</a:t>
          </a:r>
          <a:endParaRPr lang="en-US" sz="1400" kern="1200"/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Reduced 50% every 210 000 blocks</a:t>
          </a:r>
          <a:endParaRPr lang="en-US" sz="1400" kern="1200"/>
        </a:p>
      </dsp:txBody>
      <dsp:txXfrm>
        <a:off x="3403945" y="2111705"/>
        <a:ext cx="2894062" cy="1042237"/>
      </dsp:txXfrm>
    </dsp:sp>
    <dsp:sp modelId="{6610ED7F-F167-4BFB-A9E5-DE22778CCE32}">
      <dsp:nvSpPr>
        <dsp:cNvPr id="0" name=""/>
        <dsp:cNvSpPr/>
      </dsp:nvSpPr>
      <dsp:spPr>
        <a:xfrm>
          <a:off x="6804468" y="497306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4DF7F1A-1268-4266-A632-0657FE099F9A}">
      <dsp:nvSpPr>
        <dsp:cNvPr id="0" name=""/>
        <dsp:cNvSpPr/>
      </dsp:nvSpPr>
      <dsp:spPr>
        <a:xfrm>
          <a:off x="6804468" y="162446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/>
            <a:t>Function to show calculation</a:t>
          </a:r>
          <a:endParaRPr lang="en-US" sz="1900" kern="1200"/>
        </a:p>
      </dsp:txBody>
      <dsp:txXfrm>
        <a:off x="6804468" y="1624463"/>
        <a:ext cx="2894062" cy="434109"/>
      </dsp:txXfrm>
    </dsp:sp>
    <dsp:sp modelId="{FDF6BDFF-3CA7-404F-95C4-F3C221DE9329}">
      <dsp:nvSpPr>
        <dsp:cNvPr id="0" name=""/>
        <dsp:cNvSpPr/>
      </dsp:nvSpPr>
      <dsp:spPr>
        <a:xfrm>
          <a:off x="6804468" y="2111705"/>
          <a:ext cx="2894062" cy="104223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GetBlockSubsidy in the Bitcoin Core client</a:t>
          </a:r>
        </a:p>
      </dsp:txBody>
      <dsp:txXfrm>
        <a:off x="6804468" y="2111705"/>
        <a:ext cx="2894062" cy="1042237"/>
      </dsp:txXfrm>
    </dsp:sp>
  </dsp:spTree>
</dsp:drawing>
</file>

<file path=ppt/diagrams/drawing3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2589946-8A7C-4D85-BEBC-AA8B4B1D2004}">
      <dsp:nvSpPr>
        <dsp:cNvPr id="0" name=""/>
        <dsp:cNvSpPr/>
      </dsp:nvSpPr>
      <dsp:spPr>
        <a:xfrm>
          <a:off x="3421" y="436081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D504F9F-0E9E-4786-8729-8D47FA6BEB46}">
      <dsp:nvSpPr>
        <dsp:cNvPr id="0" name=""/>
        <dsp:cNvSpPr/>
      </dsp:nvSpPr>
      <dsp:spPr>
        <a:xfrm>
          <a:off x="3421" y="156850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64 Halving</a:t>
          </a:r>
          <a:endParaRPr lang="en-US" sz="2800" kern="1200" dirty="0"/>
        </a:p>
      </dsp:txBody>
      <dsp:txXfrm>
        <a:off x="3421" y="1568504"/>
        <a:ext cx="2894062" cy="434109"/>
      </dsp:txXfrm>
    </dsp:sp>
    <dsp:sp modelId="{D85DDB6C-B616-44CB-AB7B-BCAEC77C2133}">
      <dsp:nvSpPr>
        <dsp:cNvPr id="0" name=""/>
        <dsp:cNvSpPr/>
      </dsp:nvSpPr>
      <dsp:spPr>
        <a:xfrm>
          <a:off x="3421" y="2058195"/>
          <a:ext cx="2894062" cy="11569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The maximum </a:t>
          </a:r>
          <a:r>
            <a:rPr lang="en-US" sz="1700" kern="1200"/>
            <a:t>number of halvings allowed is 64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zero reward</a:t>
          </a:r>
          <a:r>
            <a:rPr lang="tr-TR" sz="1700" kern="1200"/>
            <a:t> </a:t>
          </a:r>
          <a:r>
            <a:rPr lang="en-US" sz="1700" kern="1200"/>
            <a:t>if the 64 halvings is exceeded</a:t>
          </a:r>
        </a:p>
      </dsp:txBody>
      <dsp:txXfrm>
        <a:off x="3421" y="2058195"/>
        <a:ext cx="2894062" cy="1156972"/>
      </dsp:txXfrm>
    </dsp:sp>
    <dsp:sp modelId="{31543C9A-A807-4D09-84F0-48D8CD0F2C5A}">
      <dsp:nvSpPr>
        <dsp:cNvPr id="0" name=""/>
        <dsp:cNvSpPr/>
      </dsp:nvSpPr>
      <dsp:spPr>
        <a:xfrm>
          <a:off x="3403945" y="436081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069A3EC-5050-4B70-9B97-7D749FD58B9D}">
      <dsp:nvSpPr>
        <dsp:cNvPr id="0" name=""/>
        <dsp:cNvSpPr/>
      </dsp:nvSpPr>
      <dsp:spPr>
        <a:xfrm>
          <a:off x="3403945" y="156850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nSubsidy</a:t>
          </a:r>
          <a:endParaRPr lang="en-US" sz="2800" kern="1200"/>
        </a:p>
      </dsp:txBody>
      <dsp:txXfrm>
        <a:off x="3403945" y="1568504"/>
        <a:ext cx="2894062" cy="434109"/>
      </dsp:txXfrm>
    </dsp:sp>
    <dsp:sp modelId="{5A66E91F-94AD-46E9-A510-99D300EA92AA}">
      <dsp:nvSpPr>
        <dsp:cNvPr id="0" name=""/>
        <dsp:cNvSpPr/>
      </dsp:nvSpPr>
      <dsp:spPr>
        <a:xfrm>
          <a:off x="3403945" y="2058195"/>
          <a:ext cx="2894062" cy="11569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the coinbase reward</a:t>
          </a:r>
          <a:endParaRPr lang="en-US" sz="1700" kern="1200"/>
        </a:p>
      </dsp:txBody>
      <dsp:txXfrm>
        <a:off x="3403945" y="2058195"/>
        <a:ext cx="2894062" cy="1156972"/>
      </dsp:txXfrm>
    </dsp:sp>
    <dsp:sp modelId="{49325B5B-F6A8-40C3-86B7-9197C73315D4}">
      <dsp:nvSpPr>
        <dsp:cNvPr id="0" name=""/>
        <dsp:cNvSpPr/>
      </dsp:nvSpPr>
      <dsp:spPr>
        <a:xfrm>
          <a:off x="6804468" y="436081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2BEE137-81D3-4927-9A51-84D74EAF360B}">
      <dsp:nvSpPr>
        <dsp:cNvPr id="0" name=""/>
        <dsp:cNvSpPr/>
      </dsp:nvSpPr>
      <dsp:spPr>
        <a:xfrm>
          <a:off x="6804468" y="156850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 err="1"/>
            <a:t>Miner’s</a:t>
          </a:r>
          <a:r>
            <a:rPr lang="tr-TR" sz="2800" kern="1200" dirty="0"/>
            <a:t> </a:t>
          </a:r>
          <a:r>
            <a:rPr lang="tr-TR" sz="2800" kern="1200" dirty="0" err="1"/>
            <a:t>earning</a:t>
          </a:r>
          <a:endParaRPr lang="en-US" sz="2800" kern="1200" dirty="0"/>
        </a:p>
      </dsp:txBody>
      <dsp:txXfrm>
        <a:off x="6804468" y="1568504"/>
        <a:ext cx="2894062" cy="434109"/>
      </dsp:txXfrm>
    </dsp:sp>
    <dsp:sp modelId="{A75AC347-8ABB-4DF0-A2B3-DC39E0A9FC56}">
      <dsp:nvSpPr>
        <dsp:cNvPr id="0" name=""/>
        <dsp:cNvSpPr/>
      </dsp:nvSpPr>
      <dsp:spPr>
        <a:xfrm>
          <a:off x="6804468" y="2058195"/>
          <a:ext cx="2894062" cy="11569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Total </a:t>
          </a:r>
          <a:r>
            <a:rPr lang="tr-TR" sz="1700" kern="1200" dirty="0" err="1"/>
            <a:t>Fees</a:t>
          </a:r>
          <a:r>
            <a:rPr lang="tr-TR" sz="1700" kern="1200" dirty="0"/>
            <a:t> + </a:t>
          </a:r>
          <a:r>
            <a:rPr lang="tr-TR" sz="1700" kern="1200" dirty="0" err="1"/>
            <a:t>The</a:t>
          </a:r>
          <a:r>
            <a:rPr lang="tr-TR" sz="1700" kern="1200" dirty="0"/>
            <a:t> </a:t>
          </a:r>
          <a:r>
            <a:rPr lang="tr-TR" sz="1700" kern="1200" dirty="0" err="1"/>
            <a:t>Coinbase</a:t>
          </a:r>
          <a:r>
            <a:rPr lang="tr-TR" sz="1700" kern="1200" dirty="0"/>
            <a:t> </a:t>
          </a:r>
          <a:r>
            <a:rPr lang="tr-TR" sz="1700" kern="1200" dirty="0" err="1"/>
            <a:t>reward</a:t>
          </a:r>
          <a:endParaRPr lang="en-US" sz="1700" kern="1200" dirty="0"/>
        </a:p>
      </dsp:txBody>
      <dsp:txXfrm>
        <a:off x="6804468" y="2058195"/>
        <a:ext cx="2894062" cy="1156972"/>
      </dsp:txXfrm>
    </dsp:sp>
  </dsp:spTree>
</dsp:drawing>
</file>

<file path=ppt/diagrams/drawing3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22BBB83-6FC1-4B65-A140-CF9416FC96D0}">
      <dsp:nvSpPr>
        <dsp:cNvPr id="0" name=""/>
        <dsp:cNvSpPr/>
      </dsp:nvSpPr>
      <dsp:spPr>
        <a:xfrm>
          <a:off x="3421" y="74655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AF369B0-5133-45C7-9DC8-F8E46F9A207B}">
      <dsp:nvSpPr>
        <dsp:cNvPr id="0" name=""/>
        <dsp:cNvSpPr/>
      </dsp:nvSpPr>
      <dsp:spPr>
        <a:xfrm>
          <a:off x="3421" y="185227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 dirty="0" err="1"/>
            <a:t>Coinbase</a:t>
          </a:r>
          <a:r>
            <a:rPr lang="tr-TR" sz="1400" kern="1200" dirty="0"/>
            <a:t> </a:t>
          </a:r>
          <a:r>
            <a:rPr lang="tr-TR" sz="1400" kern="1200" dirty="0" err="1"/>
            <a:t>Transaction</a:t>
          </a:r>
          <a:r>
            <a:rPr lang="tr-TR" sz="1400" kern="1200" dirty="0"/>
            <a:t> Format</a:t>
          </a:r>
          <a:endParaRPr lang="en-US" sz="1400" kern="1200" dirty="0"/>
        </a:p>
      </dsp:txBody>
      <dsp:txXfrm>
        <a:off x="3421" y="1852278"/>
        <a:ext cx="2894062" cy="434109"/>
      </dsp:txXfrm>
    </dsp:sp>
    <dsp:sp modelId="{792A0FBD-BC1A-488F-BE12-3F370C2BDDEB}">
      <dsp:nvSpPr>
        <dsp:cNvPr id="0" name=""/>
        <dsp:cNvSpPr/>
      </dsp:nvSpPr>
      <dsp:spPr>
        <a:xfrm>
          <a:off x="3421" y="2329550"/>
          <a:ext cx="2894062" cy="57514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the </a:t>
          </a:r>
          <a:r>
            <a:rPr lang="en-US" sz="1100" kern="1200" dirty="0" err="1"/>
            <a:t>coinbase</a:t>
          </a:r>
          <a:r>
            <a:rPr lang="en-US" sz="1100" kern="1200" dirty="0"/>
            <a:t> transaction has a special format.</a:t>
          </a:r>
          <a:r>
            <a:rPr lang="tr-TR" sz="1100" kern="1200" dirty="0"/>
            <a:t> </a:t>
          </a:r>
          <a:endParaRPr lang="en-US" sz="1100" kern="1200" dirty="0"/>
        </a:p>
      </dsp:txBody>
      <dsp:txXfrm>
        <a:off x="3421" y="2329550"/>
        <a:ext cx="2894062" cy="575142"/>
      </dsp:txXfrm>
    </dsp:sp>
    <dsp:sp modelId="{E9DCCB49-ACB8-41E8-8210-1E3BECE0F850}">
      <dsp:nvSpPr>
        <dsp:cNvPr id="0" name=""/>
        <dsp:cNvSpPr/>
      </dsp:nvSpPr>
      <dsp:spPr>
        <a:xfrm>
          <a:off x="3403945" y="74655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B79220F-FA3A-4904-B602-E8006D94634A}">
      <dsp:nvSpPr>
        <dsp:cNvPr id="0" name=""/>
        <dsp:cNvSpPr/>
      </dsp:nvSpPr>
      <dsp:spPr>
        <a:xfrm>
          <a:off x="3403945" y="185227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Input in Coinbase Transaction</a:t>
          </a:r>
          <a:endParaRPr lang="en-US" sz="1400" kern="1200"/>
        </a:p>
      </dsp:txBody>
      <dsp:txXfrm>
        <a:off x="3403945" y="1852278"/>
        <a:ext cx="2894062" cy="434109"/>
      </dsp:txXfrm>
    </dsp:sp>
    <dsp:sp modelId="{1D6D75A2-9C95-4761-8283-90FC9F0623DE}">
      <dsp:nvSpPr>
        <dsp:cNvPr id="0" name=""/>
        <dsp:cNvSpPr/>
      </dsp:nvSpPr>
      <dsp:spPr>
        <a:xfrm>
          <a:off x="3403945" y="2329550"/>
          <a:ext cx="2894062" cy="57514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Instead of a transaction input specifying a previous UTXO to spend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it has a “coinbase”</a:t>
          </a:r>
          <a:r>
            <a:rPr lang="tr-TR" sz="1100" kern="1200"/>
            <a:t> input.</a:t>
          </a:r>
          <a:endParaRPr lang="en-US" sz="1100" kern="1200"/>
        </a:p>
      </dsp:txBody>
      <dsp:txXfrm>
        <a:off x="3403945" y="2329550"/>
        <a:ext cx="2894062" cy="575142"/>
      </dsp:txXfrm>
    </dsp:sp>
    <dsp:sp modelId="{A0B358DE-6CF1-4499-9038-3647C144B298}">
      <dsp:nvSpPr>
        <dsp:cNvPr id="0" name=""/>
        <dsp:cNvSpPr/>
      </dsp:nvSpPr>
      <dsp:spPr>
        <a:xfrm>
          <a:off x="6804468" y="746557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907AE48-ED79-4FD4-BC2B-8C7BA9F92840}">
      <dsp:nvSpPr>
        <dsp:cNvPr id="0" name=""/>
        <dsp:cNvSpPr/>
      </dsp:nvSpPr>
      <dsp:spPr>
        <a:xfrm>
          <a:off x="6804468" y="185227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No </a:t>
          </a:r>
          <a:r>
            <a:rPr lang="en-US" sz="1400" kern="1200"/>
            <a:t>UTXO reference In a coinbase transaction, </a:t>
          </a:r>
        </a:p>
      </dsp:txBody>
      <dsp:txXfrm>
        <a:off x="6804468" y="1852278"/>
        <a:ext cx="2894062" cy="434109"/>
      </dsp:txXfrm>
    </dsp:sp>
    <dsp:sp modelId="{7551575C-13D4-42C1-9AEE-55E92957C2C6}">
      <dsp:nvSpPr>
        <dsp:cNvPr id="0" name=""/>
        <dsp:cNvSpPr/>
      </dsp:nvSpPr>
      <dsp:spPr>
        <a:xfrm>
          <a:off x="6804468" y="2329550"/>
          <a:ext cx="2894062" cy="57514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the first two fields are set first field is filled with 32 bytes</a:t>
          </a:r>
          <a:r>
            <a:rPr lang="tr-TR" sz="1100" kern="1200" dirty="0"/>
            <a:t> </a:t>
          </a:r>
          <a:r>
            <a:rPr lang="en-US" sz="1100" kern="1200" dirty="0"/>
            <a:t>all set to zero.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Instead of a “transaction hash” </a:t>
          </a:r>
          <a:r>
            <a:rPr lang="tr-TR" sz="1100" kern="1200" dirty="0"/>
            <a:t>UTXO </a:t>
          </a:r>
          <a:r>
            <a:rPr lang="tr-TR" sz="1100" kern="1200" dirty="0" err="1"/>
            <a:t>reference</a:t>
          </a:r>
          <a:endParaRPr lang="en-US" sz="1100" kern="1200" dirty="0"/>
        </a:p>
      </dsp:txBody>
      <dsp:txXfrm>
        <a:off x="6804468" y="2329550"/>
        <a:ext cx="2894062" cy="575142"/>
      </dsp:txXfrm>
    </dsp:sp>
  </dsp:spTree>
</dsp:drawing>
</file>

<file path=ppt/diagrams/drawing3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22BBB83-6FC1-4B65-A140-CF9416FC96D0}">
      <dsp:nvSpPr>
        <dsp:cNvPr id="0" name=""/>
        <dsp:cNvSpPr/>
      </dsp:nvSpPr>
      <dsp:spPr>
        <a:xfrm>
          <a:off x="15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AF369B0-5133-45C7-9DC8-F8E46F9A207B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400" kern="1200"/>
            <a:t>The “output index” </a:t>
          </a:r>
        </a:p>
      </dsp:txBody>
      <dsp:txXfrm>
        <a:off x="152976" y="1981055"/>
        <a:ext cx="4320000" cy="648000"/>
      </dsp:txXfrm>
    </dsp:sp>
    <dsp:sp modelId="{792A0FBD-BC1A-488F-BE12-3F370C2BDDEB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is filled with 4 bytes all set to 0xFF (255 decimal).</a:t>
          </a:r>
        </a:p>
      </dsp:txBody>
      <dsp:txXfrm>
        <a:off x="152976" y="2688423"/>
        <a:ext cx="4320000" cy="621412"/>
      </dsp:txXfrm>
    </dsp:sp>
    <dsp:sp modelId="{DD092690-7A4E-4008-8AFC-492744ACB5CD}">
      <dsp:nvSpPr>
        <dsp:cNvPr id="0" name=""/>
        <dsp:cNvSpPr/>
      </dsp:nvSpPr>
      <dsp:spPr>
        <a:xfrm>
          <a:off x="5228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AF7841B-847C-44D0-97CE-E755884C04F8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400" kern="1200"/>
            <a:t>The “Unlocking Script” (scriptSig) </a:t>
          </a:r>
        </a:p>
      </dsp:txBody>
      <dsp:txXfrm>
        <a:off x="5228976" y="1981055"/>
        <a:ext cx="4320000" cy="648000"/>
      </dsp:txXfrm>
    </dsp:sp>
    <dsp:sp modelId="{A1092838-4B21-4AFA-8764-33954375062E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is replaced by coinbase data, 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 data field used by</a:t>
          </a:r>
          <a:r>
            <a:rPr lang="tr-TR" sz="1700" kern="1200"/>
            <a:t> </a:t>
          </a:r>
          <a:r>
            <a:rPr lang="en-US" sz="1700" kern="1200"/>
            <a:t>the miners</a:t>
          </a:r>
        </a:p>
      </dsp:txBody>
      <dsp:txXfrm>
        <a:off x="5228976" y="2688423"/>
        <a:ext cx="4320000" cy="621412"/>
      </dsp:txXfrm>
    </dsp:sp>
  </dsp:spTree>
</dsp:drawing>
</file>

<file path=ppt/diagrams/drawing3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3CE1A47-EFC1-4540-82FD-672FFBC7E9A8}">
      <dsp:nvSpPr>
        <dsp:cNvPr id="0" name=""/>
        <dsp:cNvSpPr/>
      </dsp:nvSpPr>
      <dsp:spPr>
        <a:xfrm>
          <a:off x="943992" y="340966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6FB9335-C6F2-44F0-B3F0-F715CA2CA9DA}">
      <dsp:nvSpPr>
        <dsp:cNvPr id="0" name=""/>
        <dsp:cNvSpPr/>
      </dsp:nvSpPr>
      <dsp:spPr>
        <a:xfrm>
          <a:off x="3421" y="148156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No unlocking script</a:t>
          </a:r>
          <a:endParaRPr lang="en-US" sz="2000" kern="1200"/>
        </a:p>
      </dsp:txBody>
      <dsp:txXfrm>
        <a:off x="3421" y="1481569"/>
        <a:ext cx="2894062" cy="434109"/>
      </dsp:txXfrm>
    </dsp:sp>
    <dsp:sp modelId="{FB467384-EEB7-467D-A59F-23529CFDD64B}">
      <dsp:nvSpPr>
        <dsp:cNvPr id="0" name=""/>
        <dsp:cNvSpPr/>
      </dsp:nvSpPr>
      <dsp:spPr>
        <a:xfrm>
          <a:off x="3421" y="1975064"/>
          <a:ext cx="2894062" cy="133521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Coinbase transactions do not have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an unlocking script (aka, scriptSig) field.</a:t>
          </a:r>
        </a:p>
      </dsp:txBody>
      <dsp:txXfrm>
        <a:off x="3421" y="1975064"/>
        <a:ext cx="2894062" cy="1335218"/>
      </dsp:txXfrm>
    </dsp:sp>
    <dsp:sp modelId="{12A30CBF-F04F-41C3-BF52-0A2271AD4419}">
      <dsp:nvSpPr>
        <dsp:cNvPr id="0" name=""/>
        <dsp:cNvSpPr/>
      </dsp:nvSpPr>
      <dsp:spPr>
        <a:xfrm>
          <a:off x="4344515" y="340966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66370D1-81AC-48DD-88A8-378BA9C4D167}">
      <dsp:nvSpPr>
        <dsp:cNvPr id="0" name=""/>
        <dsp:cNvSpPr/>
      </dsp:nvSpPr>
      <dsp:spPr>
        <a:xfrm>
          <a:off x="3403945" y="148156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Replaced field by coinbase</a:t>
          </a:r>
          <a:endParaRPr lang="en-US" sz="2000" kern="1200"/>
        </a:p>
      </dsp:txBody>
      <dsp:txXfrm>
        <a:off x="3403945" y="1481569"/>
        <a:ext cx="2894062" cy="434109"/>
      </dsp:txXfrm>
    </dsp:sp>
    <dsp:sp modelId="{45E28D14-4C2B-4951-9DD8-4E15F18593B2}">
      <dsp:nvSpPr>
        <dsp:cNvPr id="0" name=""/>
        <dsp:cNvSpPr/>
      </dsp:nvSpPr>
      <dsp:spPr>
        <a:xfrm>
          <a:off x="3403945" y="1975064"/>
          <a:ext cx="2894062" cy="133521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İt </a:t>
          </a:r>
          <a:r>
            <a:rPr lang="en-US" sz="1500" kern="1200"/>
            <a:t>is replaced by coinbase data,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which must be between 2 and 100</a:t>
          </a:r>
          <a:r>
            <a:rPr lang="tr-TR" sz="1500" kern="1200"/>
            <a:t> </a:t>
          </a:r>
          <a:r>
            <a:rPr lang="en-US" sz="1500" kern="1200"/>
            <a:t>bytes. </a:t>
          </a:r>
        </a:p>
      </dsp:txBody>
      <dsp:txXfrm>
        <a:off x="3403945" y="1975064"/>
        <a:ext cx="2894062" cy="1335218"/>
      </dsp:txXfrm>
    </dsp:sp>
    <dsp:sp modelId="{3934C7C9-6C8F-4A60-968A-E05EDBEE5996}">
      <dsp:nvSpPr>
        <dsp:cNvPr id="0" name=""/>
        <dsp:cNvSpPr/>
      </dsp:nvSpPr>
      <dsp:spPr>
        <a:xfrm>
          <a:off x="7745039" y="340966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D85B8B3-40EB-4D59-9CD4-CBC566067B5E}">
      <dsp:nvSpPr>
        <dsp:cNvPr id="0" name=""/>
        <dsp:cNvSpPr/>
      </dsp:nvSpPr>
      <dsp:spPr>
        <a:xfrm>
          <a:off x="6804468" y="148156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The rest is arbitrary data</a:t>
          </a:r>
          <a:endParaRPr lang="en-US" sz="2000" kern="1200"/>
        </a:p>
      </dsp:txBody>
      <dsp:txXfrm>
        <a:off x="6804468" y="1481569"/>
        <a:ext cx="2894062" cy="434109"/>
      </dsp:txXfrm>
    </dsp:sp>
    <dsp:sp modelId="{265BB37F-778C-44FF-BF29-C92D938283CA}">
      <dsp:nvSpPr>
        <dsp:cNvPr id="0" name=""/>
        <dsp:cNvSpPr/>
      </dsp:nvSpPr>
      <dsp:spPr>
        <a:xfrm>
          <a:off x="6804468" y="1975064"/>
          <a:ext cx="2894062" cy="133521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Except for the first few bytes,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the rest of the coinbase data can be used by miners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in any way they want; it is arbitrary data.</a:t>
          </a:r>
        </a:p>
      </dsp:txBody>
      <dsp:txXfrm>
        <a:off x="6804468" y="1975064"/>
        <a:ext cx="2894062" cy="1335218"/>
      </dsp:txXfrm>
    </dsp:sp>
  </dsp:spTree>
</dsp:drawing>
</file>

<file path=ppt/diagrams/drawing3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6DD1C37-B8DD-4305-A96F-892B93D85363}">
      <dsp:nvSpPr>
        <dsp:cNvPr id="0" name=""/>
        <dsp:cNvSpPr/>
      </dsp:nvSpPr>
      <dsp:spPr>
        <a:xfrm>
          <a:off x="0" y="369196"/>
          <a:ext cx="8770571" cy="18852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437388" rIns="680694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Satoshi Nakamoto added the text 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“The Times</a:t>
          </a:r>
          <a:r>
            <a:rPr lang="tr-TR" sz="2100" kern="1200"/>
            <a:t> </a:t>
          </a:r>
          <a:r>
            <a:rPr lang="en-US" sz="2100" kern="1200"/>
            <a:t>03/Jan/2009 Chancellor on brink of second bailout for banks” in the coinbase data,</a:t>
          </a:r>
          <a:r>
            <a:rPr lang="tr-TR" sz="2100" kern="1200"/>
            <a:t> </a:t>
          </a:r>
          <a:endParaRPr lang="en-US" sz="2100" kern="1200"/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using it as a proof of the date and to convey a message. </a:t>
          </a:r>
        </a:p>
      </dsp:txBody>
      <dsp:txXfrm>
        <a:off x="0" y="369196"/>
        <a:ext cx="8770571" cy="1885275"/>
      </dsp:txXfrm>
    </dsp:sp>
    <dsp:sp modelId="{BEB10D47-0A5C-456A-AEC2-560E527AA38F}">
      <dsp:nvSpPr>
        <dsp:cNvPr id="0" name=""/>
        <dsp:cNvSpPr/>
      </dsp:nvSpPr>
      <dsp:spPr>
        <a:xfrm>
          <a:off x="438528" y="59236"/>
          <a:ext cx="6139399" cy="61992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100" kern="1200"/>
            <a:t>In the genesis block, </a:t>
          </a:r>
        </a:p>
      </dsp:txBody>
      <dsp:txXfrm>
        <a:off x="468790" y="89498"/>
        <a:ext cx="6078875" cy="559396"/>
      </dsp:txXfrm>
    </dsp:sp>
    <dsp:sp modelId="{AC77ECAE-79FE-4B46-803C-CEB010E37A7A}">
      <dsp:nvSpPr>
        <dsp:cNvPr id="0" name=""/>
        <dsp:cNvSpPr/>
      </dsp:nvSpPr>
      <dsp:spPr>
        <a:xfrm>
          <a:off x="0" y="2677831"/>
          <a:ext cx="8770571" cy="12237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437388" rIns="680694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to include extra nonce values and strings 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identifying the mining pool.</a:t>
          </a:r>
        </a:p>
      </dsp:txBody>
      <dsp:txXfrm>
        <a:off x="0" y="2677831"/>
        <a:ext cx="8770571" cy="1223775"/>
      </dsp:txXfrm>
    </dsp:sp>
    <dsp:sp modelId="{55722817-65F7-4979-B5E4-2831F8D84905}">
      <dsp:nvSpPr>
        <dsp:cNvPr id="0" name=""/>
        <dsp:cNvSpPr/>
      </dsp:nvSpPr>
      <dsp:spPr>
        <a:xfrm>
          <a:off x="438528" y="2367871"/>
          <a:ext cx="6139399" cy="61992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/>
            <a:t>Current usage of coinbase data</a:t>
          </a:r>
          <a:endParaRPr lang="en-US" sz="2100" kern="1200"/>
        </a:p>
      </dsp:txBody>
      <dsp:txXfrm>
        <a:off x="468790" y="2398133"/>
        <a:ext cx="6078875" cy="559396"/>
      </dsp:txXfrm>
    </dsp:sp>
  </dsp:spTree>
</dsp:drawing>
</file>

<file path=ppt/diagrams/drawing3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CCDDD4E-DE40-4BF3-9D8A-A9B865716B2C}">
      <dsp:nvSpPr>
        <dsp:cNvPr id="0" name=""/>
        <dsp:cNvSpPr/>
      </dsp:nvSpPr>
      <dsp:spPr>
        <a:xfrm>
          <a:off x="1560193" y="128454"/>
          <a:ext cx="1510523" cy="140424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1CA20CC-3EB1-4556-8D3B-8D9546F22DC6}">
      <dsp:nvSpPr>
        <dsp:cNvPr id="0" name=""/>
        <dsp:cNvSpPr/>
      </dsp:nvSpPr>
      <dsp:spPr>
        <a:xfrm>
          <a:off x="157564" y="1678651"/>
          <a:ext cx="4315781" cy="60181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300" kern="1200"/>
            <a:t>The first few bytes of the coinbase </a:t>
          </a:r>
        </a:p>
      </dsp:txBody>
      <dsp:txXfrm>
        <a:off x="157564" y="1678651"/>
        <a:ext cx="4315781" cy="601817"/>
      </dsp:txXfrm>
    </dsp:sp>
    <dsp:sp modelId="{A296E4DF-80A6-49A8-A283-0508433F1581}">
      <dsp:nvSpPr>
        <dsp:cNvPr id="0" name=""/>
        <dsp:cNvSpPr/>
      </dsp:nvSpPr>
      <dsp:spPr>
        <a:xfrm>
          <a:off x="157564" y="2348355"/>
          <a:ext cx="4315781" cy="11744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used to be arbitrary,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but that is no longer the case.</a:t>
          </a:r>
        </a:p>
      </dsp:txBody>
      <dsp:txXfrm>
        <a:off x="157564" y="2348355"/>
        <a:ext cx="4315781" cy="1174440"/>
      </dsp:txXfrm>
    </dsp:sp>
    <dsp:sp modelId="{39CDC22B-0F47-4F74-A14D-0D0098506469}">
      <dsp:nvSpPr>
        <dsp:cNvPr id="0" name=""/>
        <dsp:cNvSpPr/>
      </dsp:nvSpPr>
      <dsp:spPr>
        <a:xfrm>
          <a:off x="6631236" y="128454"/>
          <a:ext cx="1510523" cy="140424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C7DE602-112C-40F4-939A-F2EBDA8371C7}">
      <dsp:nvSpPr>
        <dsp:cNvPr id="0" name=""/>
        <dsp:cNvSpPr/>
      </dsp:nvSpPr>
      <dsp:spPr>
        <a:xfrm>
          <a:off x="5228607" y="1678651"/>
          <a:ext cx="4315781" cy="60181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300" kern="1200"/>
            <a:t>As per BIP-34, </a:t>
          </a:r>
        </a:p>
      </dsp:txBody>
      <dsp:txXfrm>
        <a:off x="5228607" y="1678651"/>
        <a:ext cx="4315781" cy="601817"/>
      </dsp:txXfrm>
    </dsp:sp>
    <dsp:sp modelId="{C062EF15-DF1C-417B-A053-5C4E9CF2217F}">
      <dsp:nvSpPr>
        <dsp:cNvPr id="0" name=""/>
        <dsp:cNvSpPr/>
      </dsp:nvSpPr>
      <dsp:spPr>
        <a:xfrm>
          <a:off x="5228607" y="2348355"/>
          <a:ext cx="4315781" cy="11744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version-2 blocks (blocks with the version field set to 2)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must contain</a:t>
          </a:r>
          <a:r>
            <a:rPr lang="tr-TR" sz="1700" kern="1200"/>
            <a:t> </a:t>
          </a:r>
          <a:r>
            <a:rPr lang="en-US" sz="1700" kern="1200"/>
            <a:t>the block height index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as a script “push” operation in the beginning of the coinbase</a:t>
          </a:r>
          <a:r>
            <a:rPr lang="tr-TR" sz="1700" kern="1200"/>
            <a:t> field.</a:t>
          </a:r>
          <a:endParaRPr lang="en-US" sz="1700" kern="1200"/>
        </a:p>
      </dsp:txBody>
      <dsp:txXfrm>
        <a:off x="5228607" y="2348355"/>
        <a:ext cx="4315781" cy="1174440"/>
      </dsp:txXfrm>
    </dsp:sp>
  </dsp:spTree>
</dsp:drawing>
</file>

<file path=ppt/diagrams/drawing4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2B53BBE-0DA2-479E-851C-E7C392F3A188}">
      <dsp:nvSpPr>
        <dsp:cNvPr id="0" name=""/>
        <dsp:cNvSpPr/>
      </dsp:nvSpPr>
      <dsp:spPr>
        <a:xfrm>
          <a:off x="0" y="349208"/>
          <a:ext cx="8770571" cy="5528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270764" rIns="680694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300" b="1" kern="1200"/>
            <a:t>03</a:t>
          </a:r>
          <a:r>
            <a:rPr lang="tr-TR" sz="1300" kern="1200"/>
            <a:t>443b04</a:t>
          </a:r>
          <a:r>
            <a:rPr lang="tr-TR" sz="1300" b="1" kern="1200"/>
            <a:t>0385840206</a:t>
          </a:r>
          <a:r>
            <a:rPr lang="tr-TR" sz="1300" kern="1200"/>
            <a:t>2f503253482f</a:t>
          </a:r>
          <a:endParaRPr lang="en-US" sz="1300" kern="1200"/>
        </a:p>
      </dsp:txBody>
      <dsp:txXfrm>
        <a:off x="0" y="349208"/>
        <a:ext cx="8770571" cy="552825"/>
      </dsp:txXfrm>
    </dsp:sp>
    <dsp:sp modelId="{BF1431D5-769C-4D8F-A14C-0A518ED5AAF9}">
      <dsp:nvSpPr>
        <dsp:cNvPr id="0" name=""/>
        <dsp:cNvSpPr/>
      </dsp:nvSpPr>
      <dsp:spPr>
        <a:xfrm>
          <a:off x="438528" y="157328"/>
          <a:ext cx="6139399" cy="38376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Example coinbase</a:t>
          </a:r>
          <a:endParaRPr lang="en-US" sz="1300" kern="1200"/>
        </a:p>
      </dsp:txBody>
      <dsp:txXfrm>
        <a:off x="457262" y="176062"/>
        <a:ext cx="6101931" cy="346292"/>
      </dsp:txXfrm>
    </dsp:sp>
    <dsp:sp modelId="{69AC2405-F50A-4408-A26C-A1C7904A8F6C}">
      <dsp:nvSpPr>
        <dsp:cNvPr id="0" name=""/>
        <dsp:cNvSpPr/>
      </dsp:nvSpPr>
      <dsp:spPr>
        <a:xfrm>
          <a:off x="0" y="1164114"/>
          <a:ext cx="8770571" cy="7575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270764" rIns="680694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instructs the script execution engine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to push the next three bytes</a:t>
          </a:r>
          <a:r>
            <a:rPr lang="tr-TR" sz="1300" kern="1200"/>
            <a:t> onto the script stack</a:t>
          </a:r>
          <a:endParaRPr lang="en-US" sz="1300" kern="1200"/>
        </a:p>
      </dsp:txBody>
      <dsp:txXfrm>
        <a:off x="0" y="1164114"/>
        <a:ext cx="8770571" cy="757575"/>
      </dsp:txXfrm>
    </dsp:sp>
    <dsp:sp modelId="{AFD98139-46A6-44C9-A713-42D2B2B59A19}">
      <dsp:nvSpPr>
        <dsp:cNvPr id="0" name=""/>
        <dsp:cNvSpPr/>
      </dsp:nvSpPr>
      <dsp:spPr>
        <a:xfrm>
          <a:off x="438528" y="972234"/>
          <a:ext cx="6139399" cy="38376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03</a:t>
          </a:r>
        </a:p>
      </dsp:txBody>
      <dsp:txXfrm>
        <a:off x="457262" y="990968"/>
        <a:ext cx="6101931" cy="346292"/>
      </dsp:txXfrm>
    </dsp:sp>
    <dsp:sp modelId="{D38AB6F1-D811-4F10-9FB9-9887A074AADD}">
      <dsp:nvSpPr>
        <dsp:cNvPr id="0" name=""/>
        <dsp:cNvSpPr/>
      </dsp:nvSpPr>
      <dsp:spPr>
        <a:xfrm>
          <a:off x="0" y="2183769"/>
          <a:ext cx="8770571" cy="9828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270764" rIns="680694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are the block</a:t>
          </a:r>
          <a:r>
            <a:rPr lang="tr-TR" sz="1300" kern="1200"/>
            <a:t> </a:t>
          </a:r>
          <a:r>
            <a:rPr lang="en-US" sz="1300" kern="1200"/>
            <a:t>height encoded in little-endian format 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Reverse</a:t>
          </a:r>
          <a:r>
            <a:rPr lang="tr-TR" sz="1300" kern="1200"/>
            <a:t> </a:t>
          </a:r>
          <a:r>
            <a:rPr lang="en-US" sz="1300" kern="1200"/>
            <a:t>the order of the bytes and the result is 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0x043b44, which is 277,316 in decimal.</a:t>
          </a:r>
        </a:p>
      </dsp:txBody>
      <dsp:txXfrm>
        <a:off x="0" y="2183769"/>
        <a:ext cx="8770571" cy="982800"/>
      </dsp:txXfrm>
    </dsp:sp>
    <dsp:sp modelId="{B372F837-407E-4214-933E-AA33F3DE08EC}">
      <dsp:nvSpPr>
        <dsp:cNvPr id="0" name=""/>
        <dsp:cNvSpPr/>
      </dsp:nvSpPr>
      <dsp:spPr>
        <a:xfrm>
          <a:off x="438528" y="1991889"/>
          <a:ext cx="6139399" cy="38376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0x443b04, </a:t>
          </a:r>
        </a:p>
      </dsp:txBody>
      <dsp:txXfrm>
        <a:off x="457262" y="2010623"/>
        <a:ext cx="6101931" cy="346292"/>
      </dsp:txXfrm>
    </dsp:sp>
    <dsp:sp modelId="{4B000A7A-D9C4-492F-82B3-8A53D29D79FE}">
      <dsp:nvSpPr>
        <dsp:cNvPr id="0" name=""/>
        <dsp:cNvSpPr/>
      </dsp:nvSpPr>
      <dsp:spPr>
        <a:xfrm>
          <a:off x="0" y="3428649"/>
          <a:ext cx="8770571" cy="5528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270764" rIns="680694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used to encode an extra </a:t>
          </a:r>
          <a:r>
            <a:rPr lang="en-US" sz="1300" i="1" kern="1200"/>
            <a:t>nonce</a:t>
          </a:r>
          <a:endParaRPr lang="en-US" sz="1300" kern="1200"/>
        </a:p>
      </dsp:txBody>
      <dsp:txXfrm>
        <a:off x="0" y="3428649"/>
        <a:ext cx="8770571" cy="552825"/>
      </dsp:txXfrm>
    </dsp:sp>
    <dsp:sp modelId="{C45C9B97-4670-4D6B-A670-0D3B846FC041}">
      <dsp:nvSpPr>
        <dsp:cNvPr id="0" name=""/>
        <dsp:cNvSpPr/>
      </dsp:nvSpPr>
      <dsp:spPr>
        <a:xfrm>
          <a:off x="438528" y="3236769"/>
          <a:ext cx="6139399" cy="38376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0385840206</a:t>
          </a:r>
        </a:p>
      </dsp:txBody>
      <dsp:txXfrm>
        <a:off x="457262" y="3255503"/>
        <a:ext cx="6101931" cy="346292"/>
      </dsp:txXfrm>
    </dsp:sp>
    <dsp:sp modelId="{24F84F5B-E473-48D2-B5AD-80D6EB0D79A6}">
      <dsp:nvSpPr>
        <dsp:cNvPr id="0" name=""/>
        <dsp:cNvSpPr/>
      </dsp:nvSpPr>
      <dsp:spPr>
        <a:xfrm>
          <a:off x="0" y="4243554"/>
          <a:ext cx="8770571" cy="7575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270764" rIns="680694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300" kern="1200"/>
            <a:t>is the ASCII-encoded </a:t>
          </a:r>
          <a:r>
            <a:rPr lang="en-US" sz="1300" kern="1200"/>
            <a:t>string /P2SH/, 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the mining node supports</a:t>
          </a:r>
          <a:r>
            <a:rPr lang="tr-TR" sz="1300" kern="1200"/>
            <a:t> </a:t>
          </a:r>
          <a:r>
            <a:rPr lang="en-US" sz="1300" kern="1200"/>
            <a:t>the P2SH improvement defined in BIP-16</a:t>
          </a:r>
        </a:p>
      </dsp:txBody>
      <dsp:txXfrm>
        <a:off x="0" y="4243554"/>
        <a:ext cx="8770571" cy="757575"/>
      </dsp:txXfrm>
    </dsp:sp>
    <dsp:sp modelId="{E64C47D4-A154-478B-A26B-CAA6A44D4B8E}">
      <dsp:nvSpPr>
        <dsp:cNvPr id="0" name=""/>
        <dsp:cNvSpPr/>
      </dsp:nvSpPr>
      <dsp:spPr>
        <a:xfrm>
          <a:off x="438528" y="4051674"/>
          <a:ext cx="6139399" cy="38376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2f503253482f</a:t>
          </a:r>
          <a:endParaRPr lang="en-US" sz="1300" kern="1200"/>
        </a:p>
      </dsp:txBody>
      <dsp:txXfrm>
        <a:off x="457262" y="4070408"/>
        <a:ext cx="6101931" cy="346292"/>
      </dsp:txXfrm>
    </dsp:sp>
  </dsp:spTree>
</dsp:drawing>
</file>

<file path=ppt/diagrams/drawing4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B23A80E-D800-47B6-BF6C-8BE7027F2FA9}">
      <dsp:nvSpPr>
        <dsp:cNvPr id="0" name=""/>
        <dsp:cNvSpPr/>
      </dsp:nvSpPr>
      <dsp:spPr>
        <a:xfrm>
          <a:off x="0" y="373367"/>
          <a:ext cx="8770571" cy="11655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416560" rIns="680694" bIns="142240" numCol="1" spcCol="1270" anchor="t" anchorCtr="0">
          <a:noAutofit/>
        </a:bodyPr>
        <a:lstStyle/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 dirty="0"/>
            <a:t>the block header is now complete</a:t>
          </a: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/>
            <a:t>With </a:t>
          </a:r>
          <a:r>
            <a:rPr lang="en-US" sz="2000" kern="1200" dirty="0"/>
            <a:t>all the fields filled </a:t>
          </a:r>
        </a:p>
      </dsp:txBody>
      <dsp:txXfrm>
        <a:off x="0" y="373367"/>
        <a:ext cx="8770571" cy="1165500"/>
      </dsp:txXfrm>
    </dsp:sp>
    <dsp:sp modelId="{46506DF9-697F-4B2B-AD14-C1A1D63339CC}">
      <dsp:nvSpPr>
        <dsp:cNvPr id="0" name=""/>
        <dsp:cNvSpPr/>
      </dsp:nvSpPr>
      <dsp:spPr>
        <a:xfrm>
          <a:off x="438528" y="78167"/>
          <a:ext cx="6139399" cy="59040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 dirty="0"/>
            <a:t>How </a:t>
          </a:r>
          <a:r>
            <a:rPr lang="tr-TR" sz="2000" kern="1200" dirty="0" err="1"/>
            <a:t>to</a:t>
          </a:r>
          <a:r>
            <a:rPr lang="tr-TR" sz="2000" kern="1200" dirty="0"/>
            <a:t> </a:t>
          </a:r>
          <a:r>
            <a:rPr lang="tr-TR" sz="2000" kern="1200" dirty="0" err="1"/>
            <a:t>begin</a:t>
          </a:r>
          <a:endParaRPr lang="en-US" sz="2000" kern="1200" dirty="0"/>
        </a:p>
      </dsp:txBody>
      <dsp:txXfrm>
        <a:off x="467349" y="106988"/>
        <a:ext cx="6081757" cy="532758"/>
      </dsp:txXfrm>
    </dsp:sp>
    <dsp:sp modelId="{1B90A727-888B-4C8F-9630-8990F7B5B7BB}">
      <dsp:nvSpPr>
        <dsp:cNvPr id="0" name=""/>
        <dsp:cNvSpPr/>
      </dsp:nvSpPr>
      <dsp:spPr>
        <a:xfrm>
          <a:off x="0" y="1942067"/>
          <a:ext cx="8770571" cy="15120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416560" rIns="680694" bIns="142240" numCol="1" spcCol="1270" anchor="t" anchorCtr="0">
          <a:noAutofit/>
        </a:bodyPr>
        <a:lstStyle/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 dirty="0"/>
            <a:t>to find a value for the nonce </a:t>
          </a:r>
        </a:p>
        <a:p>
          <a:pPr marL="457200" lvl="2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 dirty="0"/>
            <a:t>results in a block</a:t>
          </a:r>
          <a:r>
            <a:rPr lang="tr-TR" sz="2000" kern="1200" dirty="0"/>
            <a:t> </a:t>
          </a:r>
          <a:r>
            <a:rPr lang="en-US" sz="2000" kern="1200" dirty="0"/>
            <a:t>header hash</a:t>
          </a:r>
        </a:p>
        <a:p>
          <a:pPr marL="457200" lvl="2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 dirty="0"/>
            <a:t>less than the target</a:t>
          </a:r>
        </a:p>
      </dsp:txBody>
      <dsp:txXfrm>
        <a:off x="0" y="1942067"/>
        <a:ext cx="8770571" cy="1512000"/>
      </dsp:txXfrm>
    </dsp:sp>
    <dsp:sp modelId="{2989C590-79D6-40F4-92ED-F7D9741D80D7}">
      <dsp:nvSpPr>
        <dsp:cNvPr id="0" name=""/>
        <dsp:cNvSpPr/>
      </dsp:nvSpPr>
      <dsp:spPr>
        <a:xfrm>
          <a:off x="438528" y="1646867"/>
          <a:ext cx="6139399" cy="59040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 dirty="0"/>
            <a:t>The goal is </a:t>
          </a:r>
        </a:p>
      </dsp:txBody>
      <dsp:txXfrm>
        <a:off x="467349" y="1675688"/>
        <a:ext cx="6081757" cy="532758"/>
      </dsp:txXfrm>
    </dsp:sp>
    <dsp:sp modelId="{E34D4930-2430-480A-B7B4-6A4EB2B75B8D}">
      <dsp:nvSpPr>
        <dsp:cNvPr id="0" name=""/>
        <dsp:cNvSpPr/>
      </dsp:nvSpPr>
      <dsp:spPr>
        <a:xfrm>
          <a:off x="0" y="3857267"/>
          <a:ext cx="8770571" cy="11655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416560" rIns="680694" bIns="142240" numCol="1" spcCol="1270" anchor="t" anchorCtr="0">
          <a:noAutofit/>
        </a:bodyPr>
        <a:lstStyle/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000" kern="1200" dirty="0" err="1"/>
            <a:t>Double</a:t>
          </a:r>
          <a:r>
            <a:rPr lang="tr-TR" sz="2000" kern="1200" dirty="0"/>
            <a:t> </a:t>
          </a:r>
          <a:r>
            <a:rPr lang="tr-TR" sz="2000" kern="1200" dirty="0" err="1"/>
            <a:t>hashing</a:t>
          </a:r>
          <a:r>
            <a:rPr lang="tr-TR" sz="2000" kern="1200" dirty="0"/>
            <a:t> of </a:t>
          </a:r>
          <a:r>
            <a:rPr lang="tr-TR" sz="2000" kern="1200" dirty="0" err="1"/>
            <a:t>header</a:t>
          </a:r>
          <a:endParaRPr lang="en-US" sz="2000" kern="1200" dirty="0"/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 dirty="0"/>
            <a:t>SHA256( SHA256( </a:t>
          </a:r>
          <a:r>
            <a:rPr lang="en-US" sz="2000" kern="1200" dirty="0" err="1"/>
            <a:t>block_header</a:t>
          </a:r>
          <a:r>
            <a:rPr lang="en-US" sz="2000" kern="1200" dirty="0"/>
            <a:t> ) )</a:t>
          </a:r>
        </a:p>
      </dsp:txBody>
      <dsp:txXfrm>
        <a:off x="0" y="3857267"/>
        <a:ext cx="8770571" cy="1165500"/>
      </dsp:txXfrm>
    </dsp:sp>
    <dsp:sp modelId="{5F2A1165-D476-40E9-B0B3-E759D0FB6573}">
      <dsp:nvSpPr>
        <dsp:cNvPr id="0" name=""/>
        <dsp:cNvSpPr/>
      </dsp:nvSpPr>
      <dsp:spPr>
        <a:xfrm>
          <a:off x="438528" y="3562067"/>
          <a:ext cx="6139399" cy="59040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 dirty="0" err="1"/>
            <a:t>Mining</a:t>
          </a:r>
          <a:r>
            <a:rPr lang="tr-TR" sz="2000" kern="1200" dirty="0"/>
            <a:t> </a:t>
          </a:r>
          <a:r>
            <a:rPr lang="tr-TR" sz="2000" kern="1200" dirty="0" err="1"/>
            <a:t>Algorithm</a:t>
          </a:r>
          <a:endParaRPr lang="en-US" sz="2000" kern="1200" dirty="0"/>
        </a:p>
      </dsp:txBody>
      <dsp:txXfrm>
        <a:off x="467349" y="3590888"/>
        <a:ext cx="6081757" cy="532758"/>
      </dsp:txXfrm>
    </dsp:sp>
  </dsp:spTree>
</dsp:drawing>
</file>

<file path=ppt/diagrams/drawing4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824B64B-AAAA-4112-8415-6C290CB88BC9}">
      <dsp:nvSpPr>
        <dsp:cNvPr id="0" name=""/>
        <dsp:cNvSpPr/>
      </dsp:nvSpPr>
      <dsp:spPr>
        <a:xfrm>
          <a:off x="0" y="354003"/>
          <a:ext cx="8770571" cy="932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33248" rIns="680694" bIns="113792" numCol="1" spcCol="1270" anchor="t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0x00000000ffff0000000000000000000000000000000000000000000000000000</a:t>
          </a:r>
          <a:endParaRPr lang="en-US" sz="1600" kern="1200" dirty="0"/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600" kern="1200" dirty="0"/>
            <a:t>a </a:t>
          </a:r>
          <a:r>
            <a:rPr lang="tr-TR" sz="1600" kern="1200" dirty="0" err="1"/>
            <a:t>solution</a:t>
          </a:r>
          <a:r>
            <a:rPr lang="tr-TR" sz="1600" kern="1200" dirty="0"/>
            <a:t> </a:t>
          </a:r>
          <a:r>
            <a:rPr lang="en-US" sz="1600" kern="1200" dirty="0"/>
            <a:t>hash that begins with 0x00000000e (or less)</a:t>
          </a:r>
        </a:p>
      </dsp:txBody>
      <dsp:txXfrm>
        <a:off x="0" y="354003"/>
        <a:ext cx="8770571" cy="932400"/>
      </dsp:txXfrm>
    </dsp:sp>
    <dsp:sp modelId="{42A693EC-C562-4F34-8C3A-9CBC57B1DCA4}">
      <dsp:nvSpPr>
        <dsp:cNvPr id="0" name=""/>
        <dsp:cNvSpPr/>
      </dsp:nvSpPr>
      <dsp:spPr>
        <a:xfrm>
          <a:off x="438528" y="117843"/>
          <a:ext cx="6139399" cy="47232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 err="1"/>
            <a:t>Easiest</a:t>
          </a:r>
          <a:r>
            <a:rPr lang="tr-TR" sz="1600" kern="1200" dirty="0"/>
            <a:t> </a:t>
          </a:r>
          <a:r>
            <a:rPr lang="tr-TR" sz="1600" kern="1200" dirty="0" err="1"/>
            <a:t>Target</a:t>
          </a:r>
          <a:r>
            <a:rPr lang="en-US" sz="1600" kern="1200" dirty="0"/>
            <a:t> </a:t>
          </a:r>
        </a:p>
      </dsp:txBody>
      <dsp:txXfrm>
        <a:off x="461585" y="140900"/>
        <a:ext cx="6093285" cy="426206"/>
      </dsp:txXfrm>
    </dsp:sp>
    <dsp:sp modelId="{A149C192-FA33-477C-AD0B-E2C8D2D58B27}">
      <dsp:nvSpPr>
        <dsp:cNvPr id="0" name=""/>
        <dsp:cNvSpPr/>
      </dsp:nvSpPr>
      <dsp:spPr>
        <a:xfrm>
          <a:off x="0" y="1608963"/>
          <a:ext cx="8770571" cy="4032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B6E9B616-7EC2-4BD3-8D92-1A384B5D7C36}">
      <dsp:nvSpPr>
        <dsp:cNvPr id="0" name=""/>
        <dsp:cNvSpPr/>
      </dsp:nvSpPr>
      <dsp:spPr>
        <a:xfrm>
          <a:off x="438528" y="1372803"/>
          <a:ext cx="6139399" cy="47232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Require</a:t>
          </a:r>
          <a:r>
            <a:rPr lang="tr-TR" sz="1600" kern="1200" dirty="0"/>
            <a:t>d </a:t>
          </a:r>
          <a:r>
            <a:rPr lang="tr-TR" sz="1600" kern="1200" dirty="0" err="1"/>
            <a:t>hash</a:t>
          </a:r>
          <a:r>
            <a:rPr lang="tr-TR" sz="1600" kern="1200" dirty="0"/>
            <a:t> </a:t>
          </a:r>
          <a:r>
            <a:rPr lang="tr-TR" sz="1600" kern="1200" dirty="0" err="1"/>
            <a:t>operations</a:t>
          </a:r>
          <a:endParaRPr lang="en-US" sz="1600" kern="1200" dirty="0"/>
        </a:p>
      </dsp:txBody>
      <dsp:txXfrm>
        <a:off x="461585" y="1395860"/>
        <a:ext cx="6093285" cy="426206"/>
      </dsp:txXfrm>
    </dsp:sp>
    <dsp:sp modelId="{30224530-F884-4B83-9DAB-6BA7DFBA881D}">
      <dsp:nvSpPr>
        <dsp:cNvPr id="0" name=""/>
        <dsp:cNvSpPr/>
      </dsp:nvSpPr>
      <dsp:spPr>
        <a:xfrm>
          <a:off x="0" y="2334723"/>
          <a:ext cx="8770571" cy="932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33248" rIns="680694" bIns="113792" numCol="1" spcCol="1270" anchor="t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 dirty="0"/>
            <a:t>statistically 2</a:t>
          </a:r>
          <a:r>
            <a:rPr lang="en-US" sz="1600" kern="1200" baseline="30000" dirty="0"/>
            <a:t>32</a:t>
          </a:r>
          <a:endParaRPr lang="en-US" sz="1600" kern="1200" dirty="0"/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 dirty="0"/>
            <a:t>4,294,967,296 attempts on</a:t>
          </a:r>
          <a:r>
            <a:rPr lang="tr-TR" sz="1600" kern="1200" dirty="0"/>
            <a:t> </a:t>
          </a:r>
          <a:r>
            <a:rPr lang="en-US" sz="1600" kern="1200" dirty="0"/>
            <a:t>average.</a:t>
          </a:r>
        </a:p>
      </dsp:txBody>
      <dsp:txXfrm>
        <a:off x="0" y="2334723"/>
        <a:ext cx="8770571" cy="932400"/>
      </dsp:txXfrm>
    </dsp:sp>
    <dsp:sp modelId="{BBF17CBE-53C4-4337-8C5D-6D25D4531642}">
      <dsp:nvSpPr>
        <dsp:cNvPr id="0" name=""/>
        <dsp:cNvSpPr/>
      </dsp:nvSpPr>
      <dsp:spPr>
        <a:xfrm>
          <a:off x="438528" y="2098563"/>
          <a:ext cx="6139399" cy="47232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 err="1"/>
            <a:t>Difficulty</a:t>
          </a:r>
          <a:r>
            <a:rPr lang="tr-TR" sz="1600" kern="1200" dirty="0"/>
            <a:t> 1</a:t>
          </a:r>
          <a:endParaRPr lang="en-US" sz="1600" kern="1200" dirty="0"/>
        </a:p>
      </dsp:txBody>
      <dsp:txXfrm>
        <a:off x="461585" y="2121620"/>
        <a:ext cx="6093285" cy="426206"/>
      </dsp:txXfrm>
    </dsp:sp>
    <dsp:sp modelId="{74229571-D1A9-412B-B520-70F1BBE71E79}">
      <dsp:nvSpPr>
        <dsp:cNvPr id="0" name=""/>
        <dsp:cNvSpPr/>
      </dsp:nvSpPr>
      <dsp:spPr>
        <a:xfrm>
          <a:off x="0" y="3589683"/>
          <a:ext cx="8770571" cy="932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33248" rIns="680694" bIns="113792" numCol="1" spcCol="1270" anchor="t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600" kern="1200" dirty="0"/>
            <a:t>10*2</a:t>
          </a:r>
          <a:r>
            <a:rPr lang="tr-TR" sz="1600" kern="1200" baseline="30000" dirty="0"/>
            <a:t>32</a:t>
          </a:r>
          <a:r>
            <a:rPr lang="tr-TR" sz="1600" kern="1200" dirty="0"/>
            <a:t> </a:t>
          </a:r>
          <a:r>
            <a:rPr lang="tr-TR" sz="1600" kern="1200" dirty="0" err="1"/>
            <a:t>attempts</a:t>
          </a:r>
          <a:r>
            <a:rPr lang="tr-TR" sz="1600" kern="1200" dirty="0"/>
            <a:t> on </a:t>
          </a:r>
          <a:r>
            <a:rPr lang="tr-TR" sz="1600" kern="1200" dirty="0" err="1"/>
            <a:t>average</a:t>
          </a:r>
          <a:endParaRPr lang="en-US" sz="1600" kern="1200" dirty="0"/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 dirty="0"/>
            <a:t>42</a:t>
          </a:r>
          <a:r>
            <a:rPr lang="tr-TR" sz="1600" kern="1200" dirty="0"/>
            <a:t> </a:t>
          </a:r>
          <a:r>
            <a:rPr lang="en-US" sz="1600" kern="1200" dirty="0"/>
            <a:t>949</a:t>
          </a:r>
          <a:r>
            <a:rPr lang="tr-TR" sz="1600" kern="1200" dirty="0"/>
            <a:t> </a:t>
          </a:r>
          <a:r>
            <a:rPr lang="en-US" sz="1600" kern="1200" dirty="0"/>
            <a:t>672</a:t>
          </a:r>
          <a:r>
            <a:rPr lang="tr-TR" sz="1600" kern="1200" dirty="0"/>
            <a:t> </a:t>
          </a:r>
          <a:r>
            <a:rPr lang="en-US" sz="1600" kern="1200" dirty="0"/>
            <a:t>96</a:t>
          </a:r>
          <a:r>
            <a:rPr lang="tr-TR" sz="1600" kern="1200" dirty="0"/>
            <a:t>0</a:t>
          </a:r>
          <a:endParaRPr lang="en-US" sz="1600" kern="1200" dirty="0"/>
        </a:p>
      </dsp:txBody>
      <dsp:txXfrm>
        <a:off x="0" y="3589683"/>
        <a:ext cx="8770571" cy="932400"/>
      </dsp:txXfrm>
    </dsp:sp>
    <dsp:sp modelId="{587146F6-AC5C-4F19-BA39-0D85FB905C82}">
      <dsp:nvSpPr>
        <dsp:cNvPr id="0" name=""/>
        <dsp:cNvSpPr/>
      </dsp:nvSpPr>
      <dsp:spPr>
        <a:xfrm>
          <a:off x="438528" y="3353523"/>
          <a:ext cx="6139399" cy="47232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 err="1"/>
            <a:t>Difficulty</a:t>
          </a:r>
          <a:r>
            <a:rPr lang="tr-TR" sz="1600" kern="1200" dirty="0"/>
            <a:t> 10</a:t>
          </a:r>
          <a:endParaRPr lang="en-US" sz="1600" kern="1200" dirty="0"/>
        </a:p>
      </dsp:txBody>
      <dsp:txXfrm>
        <a:off x="461585" y="3376580"/>
        <a:ext cx="6093285" cy="426206"/>
      </dsp:txXfrm>
    </dsp:sp>
  </dsp:spTree>
</dsp:drawing>
</file>

<file path=ppt/diagrams/drawing4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8A03026-58C8-46AD-B72D-C4258FC9613C}">
      <dsp:nvSpPr>
        <dsp:cNvPr id="0" name=""/>
        <dsp:cNvSpPr/>
      </dsp:nvSpPr>
      <dsp:spPr>
        <a:xfrm>
          <a:off x="0" y="268748"/>
          <a:ext cx="8770571" cy="7229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54076" rIns="680694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is the function used in bitcoin’s mining process</a:t>
          </a:r>
        </a:p>
      </dsp:txBody>
      <dsp:txXfrm>
        <a:off x="0" y="268748"/>
        <a:ext cx="8770571" cy="722925"/>
      </dsp:txXfrm>
    </dsp:sp>
    <dsp:sp modelId="{1B0ADF9F-A8D3-4EB1-A43E-B1331ABA76C3}">
      <dsp:nvSpPr>
        <dsp:cNvPr id="0" name=""/>
        <dsp:cNvSpPr/>
      </dsp:nvSpPr>
      <dsp:spPr>
        <a:xfrm>
          <a:off x="438528" y="17828"/>
          <a:ext cx="6139399" cy="5018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Hash </a:t>
          </a:r>
          <a:r>
            <a:rPr lang="en-US" sz="1700" kern="1200"/>
            <a:t>function SHA256</a:t>
          </a:r>
        </a:p>
      </dsp:txBody>
      <dsp:txXfrm>
        <a:off x="463026" y="42326"/>
        <a:ext cx="6090403" cy="452844"/>
      </dsp:txXfrm>
    </dsp:sp>
    <dsp:sp modelId="{24F4763D-BB76-4772-BEAF-4728DEA8B7EC}">
      <dsp:nvSpPr>
        <dsp:cNvPr id="0" name=""/>
        <dsp:cNvSpPr/>
      </dsp:nvSpPr>
      <dsp:spPr>
        <a:xfrm>
          <a:off x="0" y="1334394"/>
          <a:ext cx="8770571" cy="12852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54076" rIns="680694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is hashing the block header repeatedly,</a:t>
          </a:r>
          <a:r>
            <a:rPr lang="tr-TR" sz="1700" kern="1200"/>
            <a:t> </a:t>
          </a:r>
          <a:endParaRPr lang="en-US" sz="1700" kern="1200"/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changing one parameter, </a:t>
          </a:r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until the resulting hash matches a specific target</a:t>
          </a:r>
        </a:p>
      </dsp:txBody>
      <dsp:txXfrm>
        <a:off x="0" y="1334394"/>
        <a:ext cx="8770571" cy="1285200"/>
      </dsp:txXfrm>
    </dsp:sp>
    <dsp:sp modelId="{ABA6777A-ADAB-4FBD-A2C6-479A0221936F}">
      <dsp:nvSpPr>
        <dsp:cNvPr id="0" name=""/>
        <dsp:cNvSpPr/>
      </dsp:nvSpPr>
      <dsp:spPr>
        <a:xfrm>
          <a:off x="438528" y="1083474"/>
          <a:ext cx="6139399" cy="5018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Mining</a:t>
          </a:r>
          <a:r>
            <a:rPr lang="tr-TR" sz="1700" kern="1200"/>
            <a:t> process</a:t>
          </a:r>
          <a:endParaRPr lang="en-US" sz="1700" kern="1200"/>
        </a:p>
      </dsp:txBody>
      <dsp:txXfrm>
        <a:off x="463026" y="1107972"/>
        <a:ext cx="6090403" cy="452844"/>
      </dsp:txXfrm>
    </dsp:sp>
    <dsp:sp modelId="{96A94EBB-998B-49CC-B804-8031C2759C58}">
      <dsp:nvSpPr>
        <dsp:cNvPr id="0" name=""/>
        <dsp:cNvSpPr/>
      </dsp:nvSpPr>
      <dsp:spPr>
        <a:xfrm>
          <a:off x="0" y="2962314"/>
          <a:ext cx="8770571" cy="7229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54076" rIns="680694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cannot be determined in advance, </a:t>
          </a:r>
        </a:p>
      </dsp:txBody>
      <dsp:txXfrm>
        <a:off x="0" y="2962314"/>
        <a:ext cx="8770571" cy="722925"/>
      </dsp:txXfrm>
    </dsp:sp>
    <dsp:sp modelId="{C259A99B-9808-4A8F-B408-7D464770C92E}">
      <dsp:nvSpPr>
        <dsp:cNvPr id="0" name=""/>
        <dsp:cNvSpPr/>
      </dsp:nvSpPr>
      <dsp:spPr>
        <a:xfrm>
          <a:off x="438528" y="2711394"/>
          <a:ext cx="6139399" cy="5018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The has </a:t>
          </a:r>
          <a:r>
            <a:rPr lang="en-US" sz="1700" kern="1200"/>
            <a:t>function’s result</a:t>
          </a:r>
        </a:p>
      </dsp:txBody>
      <dsp:txXfrm>
        <a:off x="463026" y="2735892"/>
        <a:ext cx="6090403" cy="452844"/>
      </dsp:txXfrm>
    </dsp:sp>
    <dsp:sp modelId="{04B23DE7-E3DE-4B16-8C5A-09C628B03D83}">
      <dsp:nvSpPr>
        <dsp:cNvPr id="0" name=""/>
        <dsp:cNvSpPr/>
      </dsp:nvSpPr>
      <dsp:spPr>
        <a:xfrm>
          <a:off x="0" y="4027959"/>
          <a:ext cx="8770571" cy="7229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54076" rIns="680694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700" kern="1200"/>
            <a:t>to</a:t>
          </a:r>
          <a:r>
            <a:rPr lang="en-US" sz="1700" kern="1200"/>
            <a:t> produce a specific hash value.</a:t>
          </a:r>
        </a:p>
      </dsp:txBody>
      <dsp:txXfrm>
        <a:off x="0" y="4027959"/>
        <a:ext cx="8770571" cy="722925"/>
      </dsp:txXfrm>
    </dsp:sp>
    <dsp:sp modelId="{CA53433B-543A-4D6C-9C4D-9938E48B8423}">
      <dsp:nvSpPr>
        <dsp:cNvPr id="0" name=""/>
        <dsp:cNvSpPr/>
      </dsp:nvSpPr>
      <dsp:spPr>
        <a:xfrm>
          <a:off x="438528" y="3777039"/>
          <a:ext cx="6139399" cy="5018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No</a:t>
          </a:r>
          <a:r>
            <a:rPr lang="tr-TR" sz="1700" kern="1200"/>
            <a:t> </a:t>
          </a:r>
          <a:r>
            <a:rPr lang="en-US" sz="1700" kern="1200"/>
            <a:t>pattern be created </a:t>
          </a:r>
        </a:p>
      </dsp:txBody>
      <dsp:txXfrm>
        <a:off x="463026" y="3801537"/>
        <a:ext cx="6090403" cy="452844"/>
      </dsp:txXfrm>
    </dsp:sp>
  </dsp:spTree>
</dsp:drawing>
</file>

<file path=ppt/diagrams/drawing4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0C59816-4826-430A-A431-72AB2BAB37E7}">
      <dsp:nvSpPr>
        <dsp:cNvPr id="0" name=""/>
        <dsp:cNvSpPr/>
      </dsp:nvSpPr>
      <dsp:spPr>
        <a:xfrm>
          <a:off x="0" y="1477632"/>
          <a:ext cx="8770571" cy="932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33248" rIns="680694" bIns="113792" numCol="1" spcCol="1270" anchor="t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to try again and again, randomly</a:t>
          </a:r>
          <a:r>
            <a:rPr lang="tr-TR" sz="1600" kern="1200"/>
            <a:t> </a:t>
          </a:r>
          <a:r>
            <a:rPr lang="en-US" sz="1600" kern="1200"/>
            <a:t>modifying the input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until the desired hash result appears by chance.</a:t>
          </a:r>
        </a:p>
      </dsp:txBody>
      <dsp:txXfrm>
        <a:off x="0" y="1477632"/>
        <a:ext cx="8770571" cy="932400"/>
      </dsp:txXfrm>
    </dsp:sp>
    <dsp:sp modelId="{020E3435-2136-48DD-9ED6-157C4DAE78D7}">
      <dsp:nvSpPr>
        <dsp:cNvPr id="0" name=""/>
        <dsp:cNvSpPr/>
      </dsp:nvSpPr>
      <dsp:spPr>
        <a:xfrm>
          <a:off x="438528" y="1241471"/>
          <a:ext cx="6139399" cy="47232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the only </a:t>
          </a:r>
          <a:r>
            <a:rPr lang="en-US" sz="1600" kern="1200"/>
            <a:t>way to produce a hash result matching a specific target is </a:t>
          </a:r>
        </a:p>
      </dsp:txBody>
      <dsp:txXfrm>
        <a:off x="461585" y="1264528"/>
        <a:ext cx="6093285" cy="426206"/>
      </dsp:txXfrm>
    </dsp:sp>
  </dsp:spTree>
</dsp:drawing>
</file>

<file path=ppt/diagrams/drawing4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84D4B1B-BC55-4CEA-9D86-C8A9BD63C55C}">
      <dsp:nvSpPr>
        <dsp:cNvPr id="0" name=""/>
        <dsp:cNvSpPr/>
      </dsp:nvSpPr>
      <dsp:spPr>
        <a:xfrm>
          <a:off x="0" y="23824"/>
          <a:ext cx="8770938" cy="33579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A hash algorithm</a:t>
          </a:r>
        </a:p>
      </dsp:txBody>
      <dsp:txXfrm>
        <a:off x="16392" y="40216"/>
        <a:ext cx="8738154" cy="303006"/>
      </dsp:txXfrm>
    </dsp:sp>
    <dsp:sp modelId="{4598A555-BDD2-4171-B1AA-75A96F26A595}">
      <dsp:nvSpPr>
        <dsp:cNvPr id="0" name=""/>
        <dsp:cNvSpPr/>
      </dsp:nvSpPr>
      <dsp:spPr>
        <a:xfrm>
          <a:off x="0" y="359614"/>
          <a:ext cx="8770938" cy="5651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78477" tIns="17780" rIns="99568" bIns="17780" numCol="1" spcCol="1270" anchor="t" anchorCtr="0">
          <a:noAutofit/>
        </a:bodyPr>
        <a:lstStyle/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100" kern="1200" dirty="0"/>
            <a:t>takes an arbitrary-length data input</a:t>
          </a:r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100" kern="1200" dirty="0"/>
            <a:t>produces a fixed-length</a:t>
          </a:r>
          <a:r>
            <a:rPr lang="tr-TR" sz="1100" kern="1200" dirty="0"/>
            <a:t> </a:t>
          </a:r>
          <a:r>
            <a:rPr lang="en-US" sz="1100" kern="1200" dirty="0"/>
            <a:t>deterministic result, </a:t>
          </a:r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100" kern="1200"/>
            <a:t>a </a:t>
          </a:r>
          <a:r>
            <a:rPr lang="en-US" sz="1100" kern="1200" dirty="0"/>
            <a:t>digital fingerprint of the input</a:t>
          </a:r>
        </a:p>
      </dsp:txBody>
      <dsp:txXfrm>
        <a:off x="0" y="359614"/>
        <a:ext cx="8770938" cy="565110"/>
      </dsp:txXfrm>
    </dsp:sp>
    <dsp:sp modelId="{DD921D9F-4157-47FC-BC1C-670C0FCAC545}">
      <dsp:nvSpPr>
        <dsp:cNvPr id="0" name=""/>
        <dsp:cNvSpPr/>
      </dsp:nvSpPr>
      <dsp:spPr>
        <a:xfrm>
          <a:off x="0" y="924724"/>
          <a:ext cx="8770938" cy="33579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 dirty="0" err="1"/>
            <a:t>The</a:t>
          </a:r>
          <a:r>
            <a:rPr lang="tr-TR" sz="1400" kern="1200" dirty="0"/>
            <a:t> </a:t>
          </a:r>
          <a:r>
            <a:rPr lang="en-US" sz="1400" kern="1200" dirty="0"/>
            <a:t>resulting hash</a:t>
          </a:r>
        </a:p>
      </dsp:txBody>
      <dsp:txXfrm>
        <a:off x="16392" y="941116"/>
        <a:ext cx="8738154" cy="303006"/>
      </dsp:txXfrm>
    </dsp:sp>
    <dsp:sp modelId="{A0EBB161-577C-4F34-B0A4-0209CFEFCB40}">
      <dsp:nvSpPr>
        <dsp:cNvPr id="0" name=""/>
        <dsp:cNvSpPr/>
      </dsp:nvSpPr>
      <dsp:spPr>
        <a:xfrm>
          <a:off x="0" y="1260514"/>
          <a:ext cx="8770938" cy="5651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78477" tIns="17780" rIns="99568" bIns="17780" numCol="1" spcCol="1270" anchor="t" anchorCtr="0">
          <a:noAutofit/>
        </a:bodyPr>
        <a:lstStyle/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100" kern="1200" dirty="0"/>
            <a:t>will always be the same</a:t>
          </a:r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100" kern="1200" dirty="0"/>
            <a:t>can be easily calculated and verified</a:t>
          </a:r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100" kern="1200"/>
            <a:t>by</a:t>
          </a:r>
          <a:r>
            <a:rPr lang="tr-TR" sz="1100" kern="1200"/>
            <a:t> </a:t>
          </a:r>
          <a:r>
            <a:rPr lang="en-US" sz="1100" kern="1200" dirty="0"/>
            <a:t>anyone implementing the same hash algorithm.</a:t>
          </a:r>
        </a:p>
      </dsp:txBody>
      <dsp:txXfrm>
        <a:off x="0" y="1260514"/>
        <a:ext cx="8770938" cy="565110"/>
      </dsp:txXfrm>
    </dsp:sp>
    <dsp:sp modelId="{5CB33AF0-A4F8-423D-BF7E-103F78DCD778}">
      <dsp:nvSpPr>
        <dsp:cNvPr id="0" name=""/>
        <dsp:cNvSpPr/>
      </dsp:nvSpPr>
      <dsp:spPr>
        <a:xfrm>
          <a:off x="0" y="1825625"/>
          <a:ext cx="8770938" cy="335790"/>
        </a:xfrm>
        <a:prstGeom prst="round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The key characteristic of a cryptographic</a:t>
          </a:r>
          <a:r>
            <a:rPr lang="tr-TR" sz="1400" kern="1200" dirty="0"/>
            <a:t> </a:t>
          </a:r>
          <a:r>
            <a:rPr lang="en-US" sz="1400" kern="1200" dirty="0"/>
            <a:t>hash algorithm is</a:t>
          </a:r>
        </a:p>
      </dsp:txBody>
      <dsp:txXfrm>
        <a:off x="16392" y="1842017"/>
        <a:ext cx="8738154" cy="303006"/>
      </dsp:txXfrm>
    </dsp:sp>
    <dsp:sp modelId="{C5CC80A6-7345-4D6F-9C28-7A25B848883B}">
      <dsp:nvSpPr>
        <dsp:cNvPr id="0" name=""/>
        <dsp:cNvSpPr/>
      </dsp:nvSpPr>
      <dsp:spPr>
        <a:xfrm>
          <a:off x="0" y="2161415"/>
          <a:ext cx="8770938" cy="5651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78477" tIns="17780" rIns="99568" bIns="17780" numCol="1" spcCol="1270" anchor="t" anchorCtr="0">
          <a:noAutofit/>
        </a:bodyPr>
        <a:lstStyle/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100" kern="1200" dirty="0"/>
            <a:t>it is computationally infeasible</a:t>
          </a:r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100" kern="1200" dirty="0"/>
            <a:t>to find two different</a:t>
          </a:r>
          <a:r>
            <a:rPr lang="tr-TR" sz="1100" kern="1200" dirty="0"/>
            <a:t> </a:t>
          </a:r>
          <a:r>
            <a:rPr lang="en-US" sz="1100" kern="1200" dirty="0"/>
            <a:t>inputs</a:t>
          </a:r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100" kern="1200" dirty="0"/>
            <a:t>produce the same fingerprint known as a </a:t>
          </a:r>
          <a:r>
            <a:rPr lang="en-US" sz="1100" i="1" kern="1200" dirty="0"/>
            <a:t>collision</a:t>
          </a:r>
          <a:endParaRPr lang="en-US" sz="1100" kern="1200" dirty="0"/>
        </a:p>
      </dsp:txBody>
      <dsp:txXfrm>
        <a:off x="0" y="2161415"/>
        <a:ext cx="8770938" cy="565110"/>
      </dsp:txXfrm>
    </dsp:sp>
    <dsp:sp modelId="{B9F8D98A-7C72-4B07-BE72-75F3E4FE078D}">
      <dsp:nvSpPr>
        <dsp:cNvPr id="0" name=""/>
        <dsp:cNvSpPr/>
      </dsp:nvSpPr>
      <dsp:spPr>
        <a:xfrm>
          <a:off x="0" y="2726525"/>
          <a:ext cx="8770938" cy="33579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Virtually</a:t>
          </a:r>
          <a:r>
            <a:rPr lang="tr-TR" sz="1400" kern="1200" dirty="0"/>
            <a:t> </a:t>
          </a:r>
          <a:r>
            <a:rPr lang="en-US" sz="1400" kern="1200" dirty="0"/>
            <a:t>impossible</a:t>
          </a:r>
        </a:p>
      </dsp:txBody>
      <dsp:txXfrm>
        <a:off x="16392" y="2742917"/>
        <a:ext cx="8738154" cy="303006"/>
      </dsp:txXfrm>
    </dsp:sp>
    <dsp:sp modelId="{22D6595C-21AB-4276-9F1B-3A5AF08A393F}">
      <dsp:nvSpPr>
        <dsp:cNvPr id="0" name=""/>
        <dsp:cNvSpPr/>
      </dsp:nvSpPr>
      <dsp:spPr>
        <a:xfrm>
          <a:off x="0" y="3062315"/>
          <a:ext cx="8770938" cy="5651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78477" tIns="17780" rIns="99568" bIns="17780" numCol="1" spcCol="1270" anchor="t" anchorCtr="0">
          <a:noAutofit/>
        </a:bodyPr>
        <a:lstStyle/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100" kern="1200" dirty="0"/>
            <a:t>to select an input in such a way as</a:t>
          </a:r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100" kern="1200" dirty="0"/>
            <a:t>to produce a desired fingerprint,</a:t>
          </a:r>
          <a:r>
            <a:rPr lang="tr-TR" sz="1100" kern="1200" dirty="0"/>
            <a:t> </a:t>
          </a:r>
          <a:endParaRPr lang="en-US" sz="1100" kern="1200" dirty="0"/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100" kern="1200" dirty="0"/>
            <a:t>other than trying </a:t>
          </a:r>
          <a:r>
            <a:rPr lang="en-US" sz="1100" kern="1200"/>
            <a:t>random inputs</a:t>
          </a:r>
          <a:endParaRPr lang="en-US" sz="1100" kern="1200" dirty="0"/>
        </a:p>
      </dsp:txBody>
      <dsp:txXfrm>
        <a:off x="0" y="3062315"/>
        <a:ext cx="8770938" cy="565110"/>
      </dsp:txXfrm>
    </dsp:sp>
  </dsp:spTree>
</dsp:drawing>
</file>

<file path=ppt/diagrams/drawing4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26EEE9A-89BC-48A1-B031-4EED7164B8A0}">
      <dsp:nvSpPr>
        <dsp:cNvPr id="0" name=""/>
        <dsp:cNvSpPr/>
      </dsp:nvSpPr>
      <dsp:spPr>
        <a:xfrm>
          <a:off x="0" y="245330"/>
          <a:ext cx="8770571" cy="680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33248" rIns="680694" bIns="113792" numCol="1" spcCol="1270" anchor="t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always 256 bits long, regardless of the size of the input</a:t>
          </a:r>
        </a:p>
      </dsp:txBody>
      <dsp:txXfrm>
        <a:off x="0" y="245330"/>
        <a:ext cx="8770571" cy="680400"/>
      </dsp:txXfrm>
    </dsp:sp>
    <dsp:sp modelId="{1C3AA179-6A0C-486D-A726-5FC211A839B8}">
      <dsp:nvSpPr>
        <dsp:cNvPr id="0" name=""/>
        <dsp:cNvSpPr/>
      </dsp:nvSpPr>
      <dsp:spPr>
        <a:xfrm>
          <a:off x="438528" y="9170"/>
          <a:ext cx="6139399" cy="47232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SHA256, the output is </a:t>
          </a:r>
        </a:p>
      </dsp:txBody>
      <dsp:txXfrm>
        <a:off x="461585" y="32227"/>
        <a:ext cx="6093285" cy="426206"/>
      </dsp:txXfrm>
    </dsp:sp>
    <dsp:sp modelId="{9AA5C239-DDCC-42D1-BF98-52208582BE70}">
      <dsp:nvSpPr>
        <dsp:cNvPr id="0" name=""/>
        <dsp:cNvSpPr/>
      </dsp:nvSpPr>
      <dsp:spPr>
        <a:xfrm>
          <a:off x="0" y="1248290"/>
          <a:ext cx="8770571" cy="21672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33248" rIns="680694" bIns="113792" numCol="1" spcCol="1270" anchor="t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The number used as a variable 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600" kern="1200"/>
            <a:t>to change the SHA 256 result</a:t>
          </a:r>
          <a:r>
            <a:rPr lang="en-US" sz="1600" kern="1200"/>
            <a:t> is called a </a:t>
          </a:r>
          <a:r>
            <a:rPr lang="en-US" sz="1600" i="1" kern="1200"/>
            <a:t>nonce</a:t>
          </a:r>
          <a:endParaRPr lang="en-US" sz="1600" kern="1200"/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600" kern="1200" dirty="0" err="1"/>
            <a:t>if</a:t>
          </a:r>
          <a:r>
            <a:rPr lang="tr-TR" sz="1600" kern="1200" dirty="0"/>
            <a:t> </a:t>
          </a:r>
          <a:r>
            <a:rPr lang="tr-TR" sz="1600" kern="1200" dirty="0" err="1"/>
            <a:t>the</a:t>
          </a:r>
          <a:r>
            <a:rPr lang="tr-TR" sz="1600" kern="1200" dirty="0"/>
            <a:t> </a:t>
          </a:r>
          <a:r>
            <a:rPr lang="tr-TR" sz="1600" kern="1200" dirty="0" err="1"/>
            <a:t>output</a:t>
          </a:r>
          <a:r>
            <a:rPr lang="tr-TR" sz="1600" kern="1200" dirty="0"/>
            <a:t> of </a:t>
          </a:r>
          <a:r>
            <a:rPr lang="en-US" sz="1600" kern="1200" dirty="0"/>
            <a:t>the hash function is evenly distributed we would expect to find a result with a 0 as the</a:t>
          </a:r>
          <a:r>
            <a:rPr lang="tr-TR" sz="1600" kern="1200" dirty="0"/>
            <a:t> </a:t>
          </a:r>
          <a:r>
            <a:rPr lang="en-US" sz="1600" kern="1200" dirty="0"/>
            <a:t>hexadecimal prefix once every 16 hashes (one out of 16 hexadecimal digits 0 through</a:t>
          </a:r>
          <a:r>
            <a:rPr lang="tr-TR" sz="1600" kern="1200" dirty="0"/>
            <a:t> F</a:t>
          </a:r>
          <a:endParaRPr lang="en-US" sz="1600" kern="1200" dirty="0"/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 dirty="0"/>
            <a:t>In numerical terms, that means finding a hash value that is less than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600" kern="1200"/>
            <a:t>0x1000000000000000000000000000000000000000000000000000000000000000</a:t>
          </a:r>
          <a:endParaRPr lang="en-US" sz="1600" kern="1200"/>
        </a:p>
      </dsp:txBody>
      <dsp:txXfrm>
        <a:off x="0" y="1248290"/>
        <a:ext cx="8770571" cy="2167200"/>
      </dsp:txXfrm>
    </dsp:sp>
    <dsp:sp modelId="{A3C819D2-4E4C-43A7-8711-06907C1C48D6}">
      <dsp:nvSpPr>
        <dsp:cNvPr id="0" name=""/>
        <dsp:cNvSpPr/>
      </dsp:nvSpPr>
      <dsp:spPr>
        <a:xfrm>
          <a:off x="438528" y="1012130"/>
          <a:ext cx="6139399" cy="47232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Nonce</a:t>
          </a:r>
          <a:endParaRPr lang="en-US" sz="1600" kern="1200"/>
        </a:p>
      </dsp:txBody>
      <dsp:txXfrm>
        <a:off x="461585" y="1035187"/>
        <a:ext cx="6093285" cy="426206"/>
      </dsp:txXfrm>
    </dsp:sp>
    <dsp:sp modelId="{93B84326-D2C8-4E6E-B1A9-38A319E1F28D}">
      <dsp:nvSpPr>
        <dsp:cNvPr id="0" name=""/>
        <dsp:cNvSpPr/>
      </dsp:nvSpPr>
      <dsp:spPr>
        <a:xfrm>
          <a:off x="0" y="3738050"/>
          <a:ext cx="8770571" cy="680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33248" rIns="680694" bIns="113792" numCol="1" spcCol="1270" anchor="t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the goal is to find a hash that is numerically less than</a:t>
          </a:r>
          <a:r>
            <a:rPr lang="tr-TR" sz="1600" kern="1200"/>
            <a:t> the target</a:t>
          </a:r>
          <a:endParaRPr lang="en-US" sz="1600" kern="1200"/>
        </a:p>
      </dsp:txBody>
      <dsp:txXfrm>
        <a:off x="0" y="3738050"/>
        <a:ext cx="8770571" cy="680400"/>
      </dsp:txXfrm>
    </dsp:sp>
    <dsp:sp modelId="{DA16D06C-DADF-487A-BF20-B26F414AE1A1}">
      <dsp:nvSpPr>
        <dsp:cNvPr id="0" name=""/>
        <dsp:cNvSpPr/>
      </dsp:nvSpPr>
      <dsp:spPr>
        <a:xfrm>
          <a:off x="438528" y="3501890"/>
          <a:ext cx="6139399" cy="47232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this threshold</a:t>
          </a:r>
          <a:r>
            <a:rPr lang="tr-TR" sz="1600" kern="1200"/>
            <a:t> is called</a:t>
          </a:r>
          <a:r>
            <a:rPr lang="en-US" sz="1600" kern="1200"/>
            <a:t> the </a:t>
          </a:r>
          <a:r>
            <a:rPr lang="en-US" sz="1600" i="1" kern="1200"/>
            <a:t>target </a:t>
          </a:r>
          <a:endParaRPr lang="en-US" sz="1600" kern="1200"/>
        </a:p>
      </dsp:txBody>
      <dsp:txXfrm>
        <a:off x="461585" y="3524947"/>
        <a:ext cx="6093285" cy="426206"/>
      </dsp:txXfrm>
    </dsp:sp>
  </dsp:spTree>
</dsp:drawing>
</file>

<file path=ppt/diagrams/drawing4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06B434A-88C2-4118-A597-752198F47C70}">
      <dsp:nvSpPr>
        <dsp:cNvPr id="0" name=""/>
        <dsp:cNvSpPr/>
      </dsp:nvSpPr>
      <dsp:spPr>
        <a:xfrm>
          <a:off x="0" y="653387"/>
          <a:ext cx="8770571" cy="287819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5720" tIns="45720" rIns="45720" bIns="45720" numCol="1" spcCol="1270" anchor="ctr" anchorCtr="0">
          <a:noAutofit/>
        </a:bodyPr>
        <a:lstStyle/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imagine a game where players throw a pair of dice repeatedly,</a:t>
          </a:r>
          <a:r>
            <a:rPr lang="tr-TR" sz="1200" kern="1200"/>
            <a:t> </a:t>
          </a:r>
          <a:r>
            <a:rPr lang="en-US" sz="1200" kern="1200"/>
            <a:t>trying to throw less than a specified target. </a:t>
          </a:r>
        </a:p>
      </dsp:txBody>
      <dsp:txXfrm>
        <a:off x="14050" y="667437"/>
        <a:ext cx="8742471" cy="259719"/>
      </dsp:txXfrm>
    </dsp:sp>
    <dsp:sp modelId="{9E8C54AE-0740-4BEC-AF40-0FAC09FA0324}">
      <dsp:nvSpPr>
        <dsp:cNvPr id="0" name=""/>
        <dsp:cNvSpPr/>
      </dsp:nvSpPr>
      <dsp:spPr>
        <a:xfrm>
          <a:off x="0" y="975767"/>
          <a:ext cx="8770571" cy="287819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5720" tIns="45720" rIns="45720" bIns="45720" numCol="1" spcCol="1270" anchor="ctr" anchorCtr="0">
          <a:noAutofit/>
        </a:bodyPr>
        <a:lstStyle/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In the first round, the target is 12</a:t>
          </a:r>
        </a:p>
      </dsp:txBody>
      <dsp:txXfrm>
        <a:off x="14050" y="989817"/>
        <a:ext cx="8742471" cy="259719"/>
      </dsp:txXfrm>
    </dsp:sp>
    <dsp:sp modelId="{CBD245FA-506B-4611-B8A5-7FF2AFCAFC98}">
      <dsp:nvSpPr>
        <dsp:cNvPr id="0" name=""/>
        <dsp:cNvSpPr/>
      </dsp:nvSpPr>
      <dsp:spPr>
        <a:xfrm>
          <a:off x="0" y="1298147"/>
          <a:ext cx="8770571" cy="287819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5720" tIns="45720" rIns="45720" bIns="45720" numCol="1" spcCol="1270" anchor="ctr" anchorCtr="0">
          <a:noAutofit/>
        </a:bodyPr>
        <a:lstStyle/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Unless you throw double-six, you win. In the next round the target is 11. </a:t>
          </a:r>
        </a:p>
      </dsp:txBody>
      <dsp:txXfrm>
        <a:off x="14050" y="1312197"/>
        <a:ext cx="8742471" cy="259719"/>
      </dsp:txXfrm>
    </dsp:sp>
    <dsp:sp modelId="{1D126147-9510-4A23-BEC6-C8965FDA64C0}">
      <dsp:nvSpPr>
        <dsp:cNvPr id="0" name=""/>
        <dsp:cNvSpPr/>
      </dsp:nvSpPr>
      <dsp:spPr>
        <a:xfrm>
          <a:off x="0" y="1620527"/>
          <a:ext cx="8770571" cy="287819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5720" tIns="45720" rIns="45720" bIns="45720" numCol="1" spcCol="1270" anchor="ctr" anchorCtr="0">
          <a:noAutofit/>
        </a:bodyPr>
        <a:lstStyle/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Players</a:t>
          </a:r>
          <a:r>
            <a:rPr lang="tr-TR" sz="1200" kern="1200"/>
            <a:t> </a:t>
          </a:r>
          <a:r>
            <a:rPr lang="en-US" sz="1200" kern="1200"/>
            <a:t>must throw 10 or less to win, again an easy task. </a:t>
          </a:r>
        </a:p>
      </dsp:txBody>
      <dsp:txXfrm>
        <a:off x="14050" y="1634577"/>
        <a:ext cx="8742471" cy="259719"/>
      </dsp:txXfrm>
    </dsp:sp>
    <dsp:sp modelId="{A85A8EBA-33BC-4624-AC35-EFFE8F302BB4}">
      <dsp:nvSpPr>
        <dsp:cNvPr id="0" name=""/>
        <dsp:cNvSpPr/>
      </dsp:nvSpPr>
      <dsp:spPr>
        <a:xfrm>
          <a:off x="0" y="1942907"/>
          <a:ext cx="8770571" cy="287819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5720" tIns="45720" rIns="45720" bIns="45720" numCol="1" spcCol="1270" anchor="ctr" anchorCtr="0">
          <a:noAutofit/>
        </a:bodyPr>
        <a:lstStyle/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Let’s say a few rounds later the target</a:t>
          </a:r>
          <a:r>
            <a:rPr lang="tr-TR" sz="1200" kern="1200"/>
            <a:t> </a:t>
          </a:r>
          <a:r>
            <a:rPr lang="en-US" sz="1200" kern="1200"/>
            <a:t>is down to 5. </a:t>
          </a:r>
        </a:p>
      </dsp:txBody>
      <dsp:txXfrm>
        <a:off x="14050" y="1956957"/>
        <a:ext cx="8742471" cy="259719"/>
      </dsp:txXfrm>
    </dsp:sp>
    <dsp:sp modelId="{5B9C07DC-3B4F-45D8-839A-87BF57D33DAB}">
      <dsp:nvSpPr>
        <dsp:cNvPr id="0" name=""/>
        <dsp:cNvSpPr/>
      </dsp:nvSpPr>
      <dsp:spPr>
        <a:xfrm>
          <a:off x="0" y="2265287"/>
          <a:ext cx="8770571" cy="287819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5720" tIns="45720" rIns="45720" bIns="45720" numCol="1" spcCol="1270" anchor="ctr" anchorCtr="0">
          <a:noAutofit/>
        </a:bodyPr>
        <a:lstStyle/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Now, more than half the dice throws will exceed the target and therefore</a:t>
          </a:r>
          <a:r>
            <a:rPr lang="tr-TR" sz="1200" kern="1200"/>
            <a:t> </a:t>
          </a:r>
          <a:r>
            <a:rPr lang="en-US" sz="1200" kern="1200"/>
            <a:t>be invalid. </a:t>
          </a:r>
        </a:p>
      </dsp:txBody>
      <dsp:txXfrm>
        <a:off x="14050" y="2279337"/>
        <a:ext cx="8742471" cy="259719"/>
      </dsp:txXfrm>
    </dsp:sp>
    <dsp:sp modelId="{7C6E1429-B2E1-4410-B2E7-0C6B86F79520}">
      <dsp:nvSpPr>
        <dsp:cNvPr id="0" name=""/>
        <dsp:cNvSpPr/>
      </dsp:nvSpPr>
      <dsp:spPr>
        <a:xfrm>
          <a:off x="0" y="2587667"/>
          <a:ext cx="8770571" cy="287819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5720" tIns="45720" rIns="45720" bIns="45720" numCol="1" spcCol="1270" anchor="ctr" anchorCtr="0">
          <a:noAutofit/>
        </a:bodyPr>
        <a:lstStyle/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It takes exponentially more dice throws to win, the lower the target gets.</a:t>
          </a:r>
        </a:p>
      </dsp:txBody>
      <dsp:txXfrm>
        <a:off x="14050" y="2601717"/>
        <a:ext cx="8742471" cy="259719"/>
      </dsp:txXfrm>
    </dsp:sp>
    <dsp:sp modelId="{437D6AEC-D61A-4FD4-9F59-8C0AD861B2DC}">
      <dsp:nvSpPr>
        <dsp:cNvPr id="0" name=""/>
        <dsp:cNvSpPr/>
      </dsp:nvSpPr>
      <dsp:spPr>
        <a:xfrm>
          <a:off x="0" y="2910047"/>
          <a:ext cx="8770571" cy="287819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5720" tIns="45720" rIns="45720" bIns="45720" numCol="1" spcCol="1270" anchor="ctr" anchorCtr="0">
          <a:noAutofit/>
        </a:bodyPr>
        <a:lstStyle/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Eventually, when the target is 2 (the minimum possible), only one throw out of every</a:t>
          </a:r>
          <a:r>
            <a:rPr lang="tr-TR" sz="1200" kern="1200"/>
            <a:t> </a:t>
          </a:r>
          <a:r>
            <a:rPr lang="en-US" sz="1200" kern="1200"/>
            <a:t>36, or 2% of them, will produce a winning result.</a:t>
          </a:r>
        </a:p>
      </dsp:txBody>
      <dsp:txXfrm>
        <a:off x="14050" y="2924097"/>
        <a:ext cx="8742471" cy="259719"/>
      </dsp:txXfrm>
    </dsp:sp>
  </dsp:spTree>
</dsp:drawing>
</file>

<file path=ppt/diagrams/drawing4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6AAA52F-6941-4AD2-9677-7BC45E324E9C}">
      <dsp:nvSpPr>
        <dsp:cNvPr id="0" name=""/>
        <dsp:cNvSpPr/>
      </dsp:nvSpPr>
      <dsp:spPr>
        <a:xfrm>
          <a:off x="950398" y="673210"/>
          <a:ext cx="1104070" cy="110407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940EB74-2B9C-4E91-B214-EDADD0D9B79F}">
      <dsp:nvSpPr>
        <dsp:cNvPr id="0" name=""/>
        <dsp:cNvSpPr/>
      </dsp:nvSpPr>
      <dsp:spPr>
        <a:xfrm>
          <a:off x="275688" y="2123293"/>
          <a:ext cx="2453491" cy="855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one can estimate the amount of</a:t>
          </a:r>
          <a:r>
            <a:rPr lang="tr-TR" sz="1100" kern="1200"/>
            <a:t> </a:t>
          </a:r>
          <a:r>
            <a:rPr lang="en-US" sz="1100" kern="1200"/>
            <a:t>work it takes to succeed from the difficulty imposed by the target. </a:t>
          </a:r>
        </a:p>
      </dsp:txBody>
      <dsp:txXfrm>
        <a:off x="275688" y="2123293"/>
        <a:ext cx="2453491" cy="855000"/>
      </dsp:txXfrm>
    </dsp:sp>
    <dsp:sp modelId="{7A2AFA0E-D403-4175-8F62-FE5C62FD479F}">
      <dsp:nvSpPr>
        <dsp:cNvPr id="0" name=""/>
        <dsp:cNvSpPr/>
      </dsp:nvSpPr>
      <dsp:spPr>
        <a:xfrm>
          <a:off x="3833250" y="673210"/>
          <a:ext cx="1104070" cy="110407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3EEBCB8-3DE0-4135-B67A-6C288C16638E}">
      <dsp:nvSpPr>
        <dsp:cNvPr id="0" name=""/>
        <dsp:cNvSpPr/>
      </dsp:nvSpPr>
      <dsp:spPr>
        <a:xfrm>
          <a:off x="3158539" y="2123293"/>
          <a:ext cx="2453491" cy="855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When the algorithm</a:t>
          </a:r>
          <a:r>
            <a:rPr lang="tr-TR" sz="1100" kern="1200"/>
            <a:t> </a:t>
          </a:r>
          <a:r>
            <a:rPr lang="en-US" sz="1100" kern="1200"/>
            <a:t>is a based on a deterministic function such as SHA256, the input itself constitutes</a:t>
          </a:r>
          <a:r>
            <a:rPr lang="tr-TR" sz="1100" kern="1200"/>
            <a:t> </a:t>
          </a:r>
          <a:r>
            <a:rPr lang="en-US" sz="1100" i="1" kern="1200"/>
            <a:t>proof </a:t>
          </a:r>
          <a:r>
            <a:rPr lang="en-US" sz="1100" kern="1200"/>
            <a:t>that a certain amount of </a:t>
          </a:r>
          <a:r>
            <a:rPr lang="en-US" sz="1100" i="1" kern="1200"/>
            <a:t>work </a:t>
          </a:r>
          <a:r>
            <a:rPr lang="en-US" sz="1100" kern="1200"/>
            <a:t>was done to produce a result below the</a:t>
          </a:r>
          <a:r>
            <a:rPr lang="tr-TR" sz="1100" kern="1200"/>
            <a:t> target. </a:t>
          </a:r>
          <a:endParaRPr lang="en-US" sz="1100" kern="1200"/>
        </a:p>
      </dsp:txBody>
      <dsp:txXfrm>
        <a:off x="3158539" y="2123293"/>
        <a:ext cx="2453491" cy="855000"/>
      </dsp:txXfrm>
    </dsp:sp>
    <dsp:sp modelId="{E8B10A0D-E6B8-49AC-8C07-DACF55410915}">
      <dsp:nvSpPr>
        <dsp:cNvPr id="0" name=""/>
        <dsp:cNvSpPr/>
      </dsp:nvSpPr>
      <dsp:spPr>
        <a:xfrm>
          <a:off x="6716101" y="673210"/>
          <a:ext cx="1104070" cy="1104070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AB02B93-5EFF-4208-9D90-88BFFB6EC294}">
      <dsp:nvSpPr>
        <dsp:cNvPr id="0" name=""/>
        <dsp:cNvSpPr/>
      </dsp:nvSpPr>
      <dsp:spPr>
        <a:xfrm>
          <a:off x="6041391" y="2123293"/>
          <a:ext cx="2453491" cy="855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Hence, </a:t>
          </a:r>
          <a:r>
            <a:rPr lang="tr-TR" sz="1100" i="1" kern="1200"/>
            <a:t>Proof-of-Work</a:t>
          </a:r>
          <a:r>
            <a:rPr lang="tr-TR" sz="1100" kern="1200"/>
            <a:t>.</a:t>
          </a:r>
          <a:endParaRPr lang="en-US" sz="1100" kern="1200"/>
        </a:p>
      </dsp:txBody>
      <dsp:txXfrm>
        <a:off x="6041391" y="2123293"/>
        <a:ext cx="2453491" cy="855000"/>
      </dsp:txXfrm>
    </dsp:sp>
  </dsp:spTree>
</dsp:drawing>
</file>

<file path=ppt/diagrams/drawing4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5932B5F-7994-4D45-B35B-0237F9A516E4}">
      <dsp:nvSpPr>
        <dsp:cNvPr id="0" name=""/>
        <dsp:cNvSpPr/>
      </dsp:nvSpPr>
      <dsp:spPr>
        <a:xfrm>
          <a:off x="0" y="39512"/>
          <a:ext cx="8770571" cy="675327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4770" tIns="64770" rIns="64770" bIns="6477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winning “nonce” is 13 and this result can be confirmed by anyone</a:t>
          </a:r>
          <a:r>
            <a:rPr lang="tr-TR" sz="1700" kern="1200"/>
            <a:t> </a:t>
          </a:r>
          <a:r>
            <a:rPr lang="en-US" sz="1700" kern="1200"/>
            <a:t>independently. </a:t>
          </a:r>
        </a:p>
      </dsp:txBody>
      <dsp:txXfrm>
        <a:off x="32967" y="72479"/>
        <a:ext cx="8704637" cy="609393"/>
      </dsp:txXfrm>
    </dsp:sp>
    <dsp:sp modelId="{756CB08C-8FBE-4040-AFD1-199DC58AE4F6}">
      <dsp:nvSpPr>
        <dsp:cNvPr id="0" name=""/>
        <dsp:cNvSpPr/>
      </dsp:nvSpPr>
      <dsp:spPr>
        <a:xfrm>
          <a:off x="0" y="763800"/>
          <a:ext cx="8770571" cy="675327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4770" tIns="64770" rIns="64770" bIns="6477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Anyone can add the number 13 as a suffix to the phrase “I am</a:t>
          </a:r>
          <a:r>
            <a:rPr lang="tr-TR" sz="1700" kern="1200"/>
            <a:t> </a:t>
          </a:r>
          <a:r>
            <a:rPr lang="en-US" sz="1700" kern="1200"/>
            <a:t>Satoshi Nakamoto” and compute the hash, verifying that it is less than the target.</a:t>
          </a:r>
        </a:p>
      </dsp:txBody>
      <dsp:txXfrm>
        <a:off x="32967" y="796767"/>
        <a:ext cx="8704637" cy="609393"/>
      </dsp:txXfrm>
    </dsp:sp>
    <dsp:sp modelId="{2FEA7EDF-64D5-416A-91FA-E45B46049AC9}">
      <dsp:nvSpPr>
        <dsp:cNvPr id="0" name=""/>
        <dsp:cNvSpPr/>
      </dsp:nvSpPr>
      <dsp:spPr>
        <a:xfrm>
          <a:off x="0" y="1488088"/>
          <a:ext cx="8770571" cy="675327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4770" tIns="64770" rIns="64770" bIns="6477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The </a:t>
          </a:r>
          <a:r>
            <a:rPr lang="en-US" sz="1700" kern="1200"/>
            <a:t>successful result is also Proof-of-Work, because it proves we did the work to find that</a:t>
          </a:r>
          <a:r>
            <a:rPr lang="tr-TR" sz="1700" kern="1200"/>
            <a:t> nonce.</a:t>
          </a:r>
          <a:endParaRPr lang="en-US" sz="1700" kern="1200"/>
        </a:p>
      </dsp:txBody>
      <dsp:txXfrm>
        <a:off x="32967" y="1521055"/>
        <a:ext cx="8704637" cy="609393"/>
      </dsp:txXfrm>
    </dsp:sp>
    <dsp:sp modelId="{B4AD72E3-169E-43E1-914A-F63144876AB1}">
      <dsp:nvSpPr>
        <dsp:cNvPr id="0" name=""/>
        <dsp:cNvSpPr/>
      </dsp:nvSpPr>
      <dsp:spPr>
        <a:xfrm>
          <a:off x="0" y="2212375"/>
          <a:ext cx="8770571" cy="675327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4770" tIns="64770" rIns="64770" bIns="6477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While it only takes one hash computation to verify, it took us 13 hash computations</a:t>
          </a:r>
          <a:r>
            <a:rPr lang="tr-TR" sz="1700" kern="1200"/>
            <a:t> </a:t>
          </a:r>
          <a:r>
            <a:rPr lang="en-US" sz="1700" kern="1200"/>
            <a:t>to find a nonce that worked.</a:t>
          </a:r>
        </a:p>
      </dsp:txBody>
      <dsp:txXfrm>
        <a:off x="32967" y="2245342"/>
        <a:ext cx="8704637" cy="609393"/>
      </dsp:txXfrm>
    </dsp:sp>
    <dsp:sp modelId="{34CB9A5F-F8DC-4CB7-839D-BC54258D4A68}">
      <dsp:nvSpPr>
        <dsp:cNvPr id="0" name=""/>
        <dsp:cNvSpPr/>
      </dsp:nvSpPr>
      <dsp:spPr>
        <a:xfrm>
          <a:off x="0" y="2936663"/>
          <a:ext cx="8770571" cy="675327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4770" tIns="64770" rIns="64770" bIns="6477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If we had a lower target (higher difficulty) it</a:t>
          </a:r>
          <a:r>
            <a:rPr lang="tr-TR" sz="1700" kern="1200"/>
            <a:t> </a:t>
          </a:r>
          <a:r>
            <a:rPr lang="en-US" sz="1700" kern="1200"/>
            <a:t>would take many more hash computations to find a suitable nonce, but only one hash</a:t>
          </a:r>
          <a:r>
            <a:rPr lang="tr-TR" sz="1700" kern="1200"/>
            <a:t> </a:t>
          </a:r>
          <a:r>
            <a:rPr lang="en-US" sz="1700" kern="1200"/>
            <a:t>computation for anyone to verify.</a:t>
          </a:r>
        </a:p>
      </dsp:txBody>
      <dsp:txXfrm>
        <a:off x="32967" y="2969630"/>
        <a:ext cx="8704637" cy="609393"/>
      </dsp:txXfrm>
    </dsp:sp>
  </dsp:spTree>
</dsp:drawing>
</file>

<file path=ppt/diagrams/drawing5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F053D52-496C-4EDD-B50E-B5363F99F25E}">
      <dsp:nvSpPr>
        <dsp:cNvPr id="0" name=""/>
        <dsp:cNvSpPr/>
      </dsp:nvSpPr>
      <dsp:spPr>
        <a:xfrm>
          <a:off x="0" y="727662"/>
          <a:ext cx="8770571" cy="503685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100" kern="1200"/>
            <a:t>The Proof-of-Work must produce a hash that is </a:t>
          </a:r>
          <a:r>
            <a:rPr lang="en-US" sz="2100" i="1" kern="1200"/>
            <a:t>less than </a:t>
          </a:r>
          <a:r>
            <a:rPr lang="en-US" sz="2100" kern="1200"/>
            <a:t>the target.</a:t>
          </a:r>
        </a:p>
      </dsp:txBody>
      <dsp:txXfrm>
        <a:off x="24588" y="752250"/>
        <a:ext cx="8721395" cy="454509"/>
      </dsp:txXfrm>
    </dsp:sp>
    <dsp:sp modelId="{BE36FC26-8EC6-4C1B-9264-27616DB49632}">
      <dsp:nvSpPr>
        <dsp:cNvPr id="0" name=""/>
        <dsp:cNvSpPr/>
      </dsp:nvSpPr>
      <dsp:spPr>
        <a:xfrm>
          <a:off x="0" y="1291827"/>
          <a:ext cx="8770571" cy="503685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100" kern="1200"/>
            <a:t>A higher target means it is less difficult to find a hash that is below</a:t>
          </a:r>
          <a:r>
            <a:rPr lang="tr-TR" sz="2100" kern="1200"/>
            <a:t> </a:t>
          </a:r>
          <a:r>
            <a:rPr lang="en-US" sz="2100" kern="1200"/>
            <a:t>the target. </a:t>
          </a:r>
        </a:p>
      </dsp:txBody>
      <dsp:txXfrm>
        <a:off x="24588" y="1316415"/>
        <a:ext cx="8721395" cy="454509"/>
      </dsp:txXfrm>
    </dsp:sp>
    <dsp:sp modelId="{E291A1C7-587E-4FED-A0C4-94B776716F07}">
      <dsp:nvSpPr>
        <dsp:cNvPr id="0" name=""/>
        <dsp:cNvSpPr/>
      </dsp:nvSpPr>
      <dsp:spPr>
        <a:xfrm>
          <a:off x="0" y="1855992"/>
          <a:ext cx="8770571" cy="503685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100" kern="1200"/>
            <a:t>A lower target means it is more difficult to find a hash</a:t>
          </a:r>
          <a:r>
            <a:rPr lang="tr-TR" sz="2100" kern="1200"/>
            <a:t> </a:t>
          </a:r>
          <a:r>
            <a:rPr lang="en-US" sz="2100" kern="1200"/>
            <a:t>below the target. </a:t>
          </a:r>
        </a:p>
      </dsp:txBody>
      <dsp:txXfrm>
        <a:off x="24588" y="1880580"/>
        <a:ext cx="8721395" cy="454509"/>
      </dsp:txXfrm>
    </dsp:sp>
    <dsp:sp modelId="{6FECE4C7-FAD6-4E39-A82E-6D5D9B0DC047}">
      <dsp:nvSpPr>
        <dsp:cNvPr id="0" name=""/>
        <dsp:cNvSpPr/>
      </dsp:nvSpPr>
      <dsp:spPr>
        <a:xfrm>
          <a:off x="0" y="2420157"/>
          <a:ext cx="8770571" cy="503685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100" kern="1200"/>
            <a:t>The target and difficulty are inversely related.</a:t>
          </a:r>
        </a:p>
      </dsp:txBody>
      <dsp:txXfrm>
        <a:off x="24588" y="2444745"/>
        <a:ext cx="8721395" cy="454509"/>
      </dsp:txXfrm>
    </dsp:sp>
  </dsp:spTree>
</dsp:drawing>
</file>

<file path=ppt/diagrams/drawing5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C4060D3-E109-4B73-8F19-2647152E0CF9}">
      <dsp:nvSpPr>
        <dsp:cNvPr id="0" name=""/>
        <dsp:cNvSpPr/>
      </dsp:nvSpPr>
      <dsp:spPr>
        <a:xfrm>
          <a:off x="0" y="66575"/>
          <a:ext cx="8770571" cy="834228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/>
            <a:t>The </a:t>
          </a:r>
          <a:r>
            <a:rPr lang="en-US" sz="2100" kern="1200"/>
            <a:t>miner constructs a candidate block filled with transactions.</a:t>
          </a:r>
        </a:p>
      </dsp:txBody>
      <dsp:txXfrm>
        <a:off x="40724" y="107299"/>
        <a:ext cx="8689123" cy="752780"/>
      </dsp:txXfrm>
    </dsp:sp>
    <dsp:sp modelId="{23C4B0D1-A6EB-469C-A897-53B9F7BF3E58}">
      <dsp:nvSpPr>
        <dsp:cNvPr id="0" name=""/>
        <dsp:cNvSpPr/>
      </dsp:nvSpPr>
      <dsp:spPr>
        <a:xfrm>
          <a:off x="0" y="961283"/>
          <a:ext cx="8770571" cy="834228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100" kern="1200"/>
            <a:t>Next, the miner calculates</a:t>
          </a:r>
          <a:r>
            <a:rPr lang="tr-TR" sz="2100" kern="1200"/>
            <a:t> </a:t>
          </a:r>
          <a:r>
            <a:rPr lang="en-US" sz="2100" kern="1200"/>
            <a:t>the hash of this block’s header and sees if it is smaller than the current </a:t>
          </a:r>
          <a:r>
            <a:rPr lang="en-US" sz="2100" i="1" kern="1200"/>
            <a:t>target</a:t>
          </a:r>
          <a:r>
            <a:rPr lang="en-US" sz="2100" kern="1200"/>
            <a:t>. </a:t>
          </a:r>
        </a:p>
      </dsp:txBody>
      <dsp:txXfrm>
        <a:off x="40724" y="1002007"/>
        <a:ext cx="8689123" cy="752780"/>
      </dsp:txXfrm>
    </dsp:sp>
    <dsp:sp modelId="{C920F95A-3769-4C0D-8DF6-89BE6F69E564}">
      <dsp:nvSpPr>
        <dsp:cNvPr id="0" name=""/>
        <dsp:cNvSpPr/>
      </dsp:nvSpPr>
      <dsp:spPr>
        <a:xfrm>
          <a:off x="0" y="1855992"/>
          <a:ext cx="8770571" cy="834228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100" kern="1200"/>
            <a:t>If the</a:t>
          </a:r>
          <a:r>
            <a:rPr lang="tr-TR" sz="2100" kern="1200"/>
            <a:t> </a:t>
          </a:r>
          <a:r>
            <a:rPr lang="en-US" sz="2100" kern="1200"/>
            <a:t>hash is not less than the target, the miner will modify the nonce (usually just incrementing</a:t>
          </a:r>
          <a:r>
            <a:rPr lang="tr-TR" sz="2100" kern="1200"/>
            <a:t> </a:t>
          </a:r>
          <a:r>
            <a:rPr lang="en-US" sz="2100" kern="1200"/>
            <a:t>it by one) </a:t>
          </a:r>
        </a:p>
      </dsp:txBody>
      <dsp:txXfrm>
        <a:off x="40724" y="1896716"/>
        <a:ext cx="8689123" cy="752780"/>
      </dsp:txXfrm>
    </dsp:sp>
    <dsp:sp modelId="{A585E2C6-66EE-4934-9131-5E2276C5D470}">
      <dsp:nvSpPr>
        <dsp:cNvPr id="0" name=""/>
        <dsp:cNvSpPr/>
      </dsp:nvSpPr>
      <dsp:spPr>
        <a:xfrm>
          <a:off x="0" y="2750700"/>
          <a:ext cx="8770571" cy="834228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100" kern="1200"/>
            <a:t>and try again.</a:t>
          </a:r>
        </a:p>
      </dsp:txBody>
      <dsp:txXfrm>
        <a:off x="40724" y="2791424"/>
        <a:ext cx="8689123" cy="752780"/>
      </dsp:txXfrm>
    </dsp:sp>
  </dsp:spTree>
</dsp:drawing>
</file>

<file path=ppt/diagrams/drawing5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9A1D4A8-A693-437C-BCB5-DFECFC95B8B1}">
      <dsp:nvSpPr>
        <dsp:cNvPr id="0" name=""/>
        <dsp:cNvSpPr/>
      </dsp:nvSpPr>
      <dsp:spPr>
        <a:xfrm>
          <a:off x="0" y="267833"/>
          <a:ext cx="8770571" cy="13608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74904" rIns="680694" bIns="128016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miners have to try quadrillions of times 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before finding a nonce that results in 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a low</a:t>
          </a:r>
          <a:r>
            <a:rPr lang="tr-TR" sz="1800" kern="1200"/>
            <a:t> enough block header hash</a:t>
          </a:r>
          <a:endParaRPr lang="en-US" sz="1800" kern="1200"/>
        </a:p>
      </dsp:txBody>
      <dsp:txXfrm>
        <a:off x="0" y="267833"/>
        <a:ext cx="8770571" cy="1360800"/>
      </dsp:txXfrm>
    </dsp:sp>
    <dsp:sp modelId="{4A41BD31-844B-426A-9427-C06F5BFEE7C4}">
      <dsp:nvSpPr>
        <dsp:cNvPr id="0" name=""/>
        <dsp:cNvSpPr/>
      </dsp:nvSpPr>
      <dsp:spPr>
        <a:xfrm>
          <a:off x="438528" y="2153"/>
          <a:ext cx="6139399" cy="53136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/>
            <a:t>At the current difficulty in the bitcoin network</a:t>
          </a:r>
          <a:r>
            <a:rPr lang="tr-TR" sz="1800" kern="1200"/>
            <a:t> </a:t>
          </a:r>
          <a:endParaRPr lang="en-US" sz="1800" kern="1200"/>
        </a:p>
      </dsp:txBody>
      <dsp:txXfrm>
        <a:off x="464467" y="28092"/>
        <a:ext cx="6087521" cy="479482"/>
      </dsp:txXfrm>
    </dsp:sp>
    <dsp:sp modelId="{DF23C01A-3F0E-4C26-88DE-7DBCAC88AFD7}">
      <dsp:nvSpPr>
        <dsp:cNvPr id="0" name=""/>
        <dsp:cNvSpPr/>
      </dsp:nvSpPr>
      <dsp:spPr>
        <a:xfrm>
          <a:off x="0" y="1991513"/>
          <a:ext cx="8770571" cy="7654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74904" rIns="680694" bIns="128016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causes a doubling in the time it takes</a:t>
          </a:r>
          <a:r>
            <a:rPr lang="tr-TR" sz="1800" kern="1200"/>
            <a:t> </a:t>
          </a:r>
          <a:r>
            <a:rPr lang="en-US" sz="1800" kern="1200"/>
            <a:t>to find a solution. </a:t>
          </a:r>
        </a:p>
      </dsp:txBody>
      <dsp:txXfrm>
        <a:off x="0" y="1991513"/>
        <a:ext cx="8770571" cy="765450"/>
      </dsp:txXfrm>
    </dsp:sp>
    <dsp:sp modelId="{6BFFDFD1-1745-4BD9-A29D-311ED1B1CE2F}">
      <dsp:nvSpPr>
        <dsp:cNvPr id="0" name=""/>
        <dsp:cNvSpPr/>
      </dsp:nvSpPr>
      <dsp:spPr>
        <a:xfrm>
          <a:off x="438528" y="1725833"/>
          <a:ext cx="6139399" cy="53136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/>
            <a:t>increasing the difficulty by 1 bit </a:t>
          </a:r>
        </a:p>
      </dsp:txBody>
      <dsp:txXfrm>
        <a:off x="464467" y="1751772"/>
        <a:ext cx="6087521" cy="479482"/>
      </dsp:txXfrm>
    </dsp:sp>
    <dsp:sp modelId="{BC2F26DD-418A-43F4-8FAD-85D1B9747BBA}">
      <dsp:nvSpPr>
        <dsp:cNvPr id="0" name=""/>
        <dsp:cNvSpPr/>
      </dsp:nvSpPr>
      <dsp:spPr>
        <a:xfrm>
          <a:off x="0" y="3119843"/>
          <a:ext cx="8770571" cy="10489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74904" rIns="680694" bIns="128016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each time you constrain</a:t>
          </a:r>
          <a:r>
            <a:rPr lang="tr-TR" sz="1800" kern="1200"/>
            <a:t> </a:t>
          </a:r>
          <a:r>
            <a:rPr lang="en-US" sz="1800" kern="1200"/>
            <a:t>one more bit to zero, 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you decrease the search space by half.</a:t>
          </a:r>
        </a:p>
      </dsp:txBody>
      <dsp:txXfrm>
        <a:off x="0" y="3119843"/>
        <a:ext cx="8770571" cy="1048950"/>
      </dsp:txXfrm>
    </dsp:sp>
    <dsp:sp modelId="{720CA869-3965-4CDC-ABDD-21F0AD2FBAE9}">
      <dsp:nvSpPr>
        <dsp:cNvPr id="0" name=""/>
        <dsp:cNvSpPr/>
      </dsp:nvSpPr>
      <dsp:spPr>
        <a:xfrm>
          <a:off x="438528" y="2854163"/>
          <a:ext cx="6139399" cy="53136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/>
            <a:t>the entire 256-bit number space, </a:t>
          </a:r>
        </a:p>
      </dsp:txBody>
      <dsp:txXfrm>
        <a:off x="464467" y="2880102"/>
        <a:ext cx="6087521" cy="479482"/>
      </dsp:txXfrm>
    </dsp:sp>
  </dsp:spTree>
</dsp:drawing>
</file>

<file path=ppt/diagrams/drawing5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E62C503-E25E-428F-8A20-553389965FE4}">
      <dsp:nvSpPr>
        <dsp:cNvPr id="0" name=""/>
        <dsp:cNvSpPr/>
      </dsp:nvSpPr>
      <dsp:spPr>
        <a:xfrm>
          <a:off x="0" y="34166"/>
          <a:ext cx="8770571" cy="551655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7630" tIns="87630" rIns="87630" bIns="87630" numCol="1" spcCol="1270" anchor="ctr" anchorCtr="0">
          <a:noAutofit/>
        </a:bodyPr>
        <a:lstStyle/>
        <a:p>
          <a:pPr marL="0" lvl="0" indent="0" algn="l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300" kern="1200"/>
            <a:t>to find a block whose header hash is</a:t>
          </a:r>
          <a:r>
            <a:rPr lang="tr-TR" sz="2300" kern="1200"/>
            <a:t> less than:</a:t>
          </a:r>
          <a:endParaRPr lang="en-US" sz="2300" kern="1200"/>
        </a:p>
      </dsp:txBody>
      <dsp:txXfrm>
        <a:off x="26930" y="61096"/>
        <a:ext cx="8716711" cy="497795"/>
      </dsp:txXfrm>
    </dsp:sp>
    <dsp:sp modelId="{26D3D3A5-B5A2-4BE6-9222-115A983DF576}">
      <dsp:nvSpPr>
        <dsp:cNvPr id="0" name=""/>
        <dsp:cNvSpPr/>
      </dsp:nvSpPr>
      <dsp:spPr>
        <a:xfrm>
          <a:off x="0" y="585821"/>
          <a:ext cx="8770571" cy="38088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78466" tIns="29210" rIns="163576" bIns="29210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tr-TR" sz="1800" kern="1200"/>
            <a:t>0000000000000000029AB9000000000000000000000000000000000000000000</a:t>
          </a:r>
          <a:endParaRPr lang="en-US" sz="1800" kern="1200"/>
        </a:p>
      </dsp:txBody>
      <dsp:txXfrm>
        <a:off x="0" y="585821"/>
        <a:ext cx="8770571" cy="380880"/>
      </dsp:txXfrm>
    </dsp:sp>
    <dsp:sp modelId="{62508AC7-A79C-4090-97D5-88FE3F034DD0}">
      <dsp:nvSpPr>
        <dsp:cNvPr id="0" name=""/>
        <dsp:cNvSpPr/>
      </dsp:nvSpPr>
      <dsp:spPr>
        <a:xfrm>
          <a:off x="0" y="966701"/>
          <a:ext cx="8770571" cy="551655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7630" tIns="87630" rIns="87630" bIns="87630" numCol="1" spcCol="1270" anchor="ctr" anchorCtr="0">
          <a:noAutofit/>
        </a:bodyPr>
        <a:lstStyle/>
        <a:p>
          <a:pPr marL="0" lvl="0" indent="0" algn="l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300" kern="1200"/>
            <a:t>1.8 septa-hashes </a:t>
          </a:r>
        </a:p>
      </dsp:txBody>
      <dsp:txXfrm>
        <a:off x="26930" y="993631"/>
        <a:ext cx="8716711" cy="497795"/>
      </dsp:txXfrm>
    </dsp:sp>
    <dsp:sp modelId="{EAED851E-6410-44C1-813A-62EECAC6C6B4}">
      <dsp:nvSpPr>
        <dsp:cNvPr id="0" name=""/>
        <dsp:cNvSpPr/>
      </dsp:nvSpPr>
      <dsp:spPr>
        <a:xfrm>
          <a:off x="0" y="1518357"/>
          <a:ext cx="8770571" cy="92839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78466" tIns="29210" rIns="163576" bIns="29210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800" kern="1200"/>
            <a:t>It will take on average</a:t>
          </a:r>
          <a:r>
            <a:rPr lang="tr-TR" sz="1800" kern="1200"/>
            <a:t> </a:t>
          </a:r>
          <a:r>
            <a:rPr lang="en-US" sz="1800" kern="1200"/>
            <a:t>more than 1.8 septa-hashes 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800" kern="1200"/>
            <a:t>thousand billion billion</a:t>
          </a:r>
          <a:r>
            <a:rPr lang="tr-TR" sz="1800" kern="1200"/>
            <a:t> </a:t>
          </a:r>
          <a:r>
            <a:rPr lang="en-US" sz="1800" kern="1200"/>
            <a:t>hashes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800" kern="1200"/>
            <a:t>per second for the network to discover the next block.</a:t>
          </a:r>
        </a:p>
      </dsp:txBody>
      <dsp:txXfrm>
        <a:off x="0" y="1518357"/>
        <a:ext cx="8770571" cy="928395"/>
      </dsp:txXfrm>
    </dsp:sp>
    <dsp:sp modelId="{A01E5E93-3B59-4C7B-AE58-F31F696A6F4E}">
      <dsp:nvSpPr>
        <dsp:cNvPr id="0" name=""/>
        <dsp:cNvSpPr/>
      </dsp:nvSpPr>
      <dsp:spPr>
        <a:xfrm>
          <a:off x="0" y="2446752"/>
          <a:ext cx="8770571" cy="551655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7630" tIns="87630" rIns="87630" bIns="87630" numCol="1" spcCol="1270" anchor="ctr" anchorCtr="0">
          <a:noAutofit/>
        </a:bodyPr>
        <a:lstStyle/>
        <a:p>
          <a:pPr marL="0" lvl="0" indent="0" algn="l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300" kern="1200"/>
            <a:t>3 exa-hashes </a:t>
          </a:r>
        </a:p>
      </dsp:txBody>
      <dsp:txXfrm>
        <a:off x="26930" y="2473682"/>
        <a:ext cx="8716711" cy="497795"/>
      </dsp:txXfrm>
    </dsp:sp>
    <dsp:sp modelId="{F4628DAB-948A-45B9-BADA-95768B53931E}">
      <dsp:nvSpPr>
        <dsp:cNvPr id="0" name=""/>
        <dsp:cNvSpPr/>
      </dsp:nvSpPr>
      <dsp:spPr>
        <a:xfrm>
          <a:off x="0" y="2998407"/>
          <a:ext cx="8770571" cy="61893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78466" tIns="29210" rIns="163576" bIns="29210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800" kern="1200"/>
            <a:t>the network is bringing 3 exa-hashes per second (EH/sec) of processing power to bear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800" kern="1200"/>
            <a:t>to find a block in about 10</a:t>
          </a:r>
          <a:r>
            <a:rPr lang="tr-TR" sz="1800" kern="1200"/>
            <a:t> minutes on average.</a:t>
          </a:r>
          <a:endParaRPr lang="en-US" sz="1800" kern="1200"/>
        </a:p>
      </dsp:txBody>
      <dsp:txXfrm>
        <a:off x="0" y="2998407"/>
        <a:ext cx="8770571" cy="618930"/>
      </dsp:txXfrm>
    </dsp:sp>
  </dsp:spTree>
</dsp:drawing>
</file>

<file path=ppt/diagrams/drawing5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D9300D6-CF63-4D83-B16F-23CE97DF1D53}">
      <dsp:nvSpPr>
        <dsp:cNvPr id="0" name=""/>
        <dsp:cNvSpPr/>
      </dsp:nvSpPr>
      <dsp:spPr>
        <a:xfrm>
          <a:off x="0" y="253826"/>
          <a:ext cx="8770571" cy="1058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291592" rIns="680694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the Proof-of-Work target as a coefficient/exponent format, 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with the first</a:t>
          </a:r>
          <a:r>
            <a:rPr lang="tr-TR" sz="1400" kern="1200"/>
            <a:t> </a:t>
          </a:r>
          <a:r>
            <a:rPr lang="en-US" sz="1400" kern="1200"/>
            <a:t>two hexadecimal digits for the exponent 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and the next six hex digits as the coefficient.</a:t>
          </a:r>
        </a:p>
      </dsp:txBody>
      <dsp:txXfrm>
        <a:off x="0" y="253826"/>
        <a:ext cx="8770571" cy="1058400"/>
      </dsp:txXfrm>
    </dsp:sp>
    <dsp:sp modelId="{E43B1A6D-C496-404A-B7E1-2C80E6E03B4E}">
      <dsp:nvSpPr>
        <dsp:cNvPr id="0" name=""/>
        <dsp:cNvSpPr/>
      </dsp:nvSpPr>
      <dsp:spPr>
        <a:xfrm>
          <a:off x="438528" y="47186"/>
          <a:ext cx="6139399" cy="4132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Notation </a:t>
          </a:r>
          <a:r>
            <a:rPr lang="en-US" sz="1400" kern="1200"/>
            <a:t>expresses </a:t>
          </a:r>
        </a:p>
      </dsp:txBody>
      <dsp:txXfrm>
        <a:off x="458703" y="67361"/>
        <a:ext cx="6099049" cy="372930"/>
      </dsp:txXfrm>
    </dsp:sp>
    <dsp:sp modelId="{AFAB0BCF-3990-4B53-BD79-11EC59E4AD7B}">
      <dsp:nvSpPr>
        <dsp:cNvPr id="0" name=""/>
        <dsp:cNvSpPr/>
      </dsp:nvSpPr>
      <dsp:spPr>
        <a:xfrm>
          <a:off x="0" y="1594466"/>
          <a:ext cx="8770571" cy="5953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291592" rIns="680694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fr-FR" sz="1400" kern="1200"/>
            <a:t>target = coefficient * 2^(8 * (exponent – 3))</a:t>
          </a:r>
          <a:endParaRPr lang="en-US" sz="1400" kern="1200"/>
        </a:p>
      </dsp:txBody>
      <dsp:txXfrm>
        <a:off x="0" y="1594466"/>
        <a:ext cx="8770571" cy="595350"/>
      </dsp:txXfrm>
    </dsp:sp>
    <dsp:sp modelId="{364AA638-7E70-4193-AE01-ED2E2EE098DA}">
      <dsp:nvSpPr>
        <dsp:cNvPr id="0" name=""/>
        <dsp:cNvSpPr/>
      </dsp:nvSpPr>
      <dsp:spPr>
        <a:xfrm>
          <a:off x="438528" y="1387826"/>
          <a:ext cx="6139399" cy="4132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Formula</a:t>
          </a:r>
          <a:endParaRPr lang="en-US" sz="1400" kern="1200"/>
        </a:p>
      </dsp:txBody>
      <dsp:txXfrm>
        <a:off x="458703" y="1408001"/>
        <a:ext cx="6099049" cy="372930"/>
      </dsp:txXfrm>
    </dsp:sp>
    <dsp:sp modelId="{923D69F5-FC9E-4D35-A581-E55B91274A0D}">
      <dsp:nvSpPr>
        <dsp:cNvPr id="0" name=""/>
        <dsp:cNvSpPr/>
      </dsp:nvSpPr>
      <dsp:spPr>
        <a:xfrm>
          <a:off x="0" y="2472056"/>
          <a:ext cx="8770571" cy="17640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291592" rIns="680694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400" b="1" kern="1200"/>
            <a:t>0x19</a:t>
          </a:r>
          <a:r>
            <a:rPr lang="tr-TR" sz="1400" kern="1200"/>
            <a:t>03a30c</a:t>
          </a:r>
          <a:endParaRPr lang="en-US" sz="1400" kern="1200"/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the exponent is 0x19 and the coefficient is 0x03a30c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target = 0x03a30c * 2^(0x08 * (0x19 - 0x03))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400" kern="1200"/>
            <a:t>= 0x03a30c * 2^0xB0^</a:t>
          </a:r>
          <a:endParaRPr lang="en-US" sz="1400" kern="1200"/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400" kern="1200"/>
            <a:t>target = 0x0000000000000003A30C00000000000000000000000000000000000000000000</a:t>
          </a:r>
          <a:endParaRPr lang="en-US" sz="1400" kern="1200"/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400" kern="1200"/>
            <a:t>Decimal: 238,348 * 2^176</a:t>
          </a:r>
          <a:endParaRPr lang="en-US" sz="1400" kern="1200"/>
        </a:p>
      </dsp:txBody>
      <dsp:txXfrm>
        <a:off x="0" y="2472056"/>
        <a:ext cx="8770571" cy="1764000"/>
      </dsp:txXfrm>
    </dsp:sp>
    <dsp:sp modelId="{663D5460-035D-4970-A317-0254C2382CF3}">
      <dsp:nvSpPr>
        <dsp:cNvPr id="0" name=""/>
        <dsp:cNvSpPr/>
      </dsp:nvSpPr>
      <dsp:spPr>
        <a:xfrm>
          <a:off x="438528" y="2265416"/>
          <a:ext cx="6139399" cy="4132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Example</a:t>
          </a:r>
          <a:endParaRPr lang="en-US" sz="1400" kern="1200"/>
        </a:p>
      </dsp:txBody>
      <dsp:txXfrm>
        <a:off x="458703" y="2285591"/>
        <a:ext cx="6099049" cy="372930"/>
      </dsp:txXfrm>
    </dsp:sp>
  </dsp:spTree>
</dsp:drawing>
</file>

<file path=ppt/diagrams/drawing5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EB36DEC-29D7-4D62-970C-53241A4046B0}">
      <dsp:nvSpPr>
        <dsp:cNvPr id="0" name=""/>
        <dsp:cNvSpPr/>
      </dsp:nvSpPr>
      <dsp:spPr>
        <a:xfrm>
          <a:off x="1556976" y="9494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662CB88-DA85-4678-B05A-352FC0654266}">
      <dsp:nvSpPr>
        <dsp:cNvPr id="0" name=""/>
        <dsp:cNvSpPr/>
      </dsp:nvSpPr>
      <dsp:spPr>
        <a:xfrm>
          <a:off x="152976" y="1677682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3335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000" kern="1200"/>
            <a:t>60 leading bits</a:t>
          </a:r>
          <a:endParaRPr lang="en-US" sz="3000" kern="1200"/>
        </a:p>
      </dsp:txBody>
      <dsp:txXfrm>
        <a:off x="152976" y="1677682"/>
        <a:ext cx="4320000" cy="648000"/>
      </dsp:txXfrm>
    </dsp:sp>
    <dsp:sp modelId="{2F42C22D-AA12-4483-A6D1-20F333644A1B}">
      <dsp:nvSpPr>
        <dsp:cNvPr id="0" name=""/>
        <dsp:cNvSpPr/>
      </dsp:nvSpPr>
      <dsp:spPr>
        <a:xfrm>
          <a:off x="152976" y="2398327"/>
          <a:ext cx="4320000" cy="124342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set to zero in binary</a:t>
          </a:r>
          <a:endParaRPr lang="en-US" sz="1700" kern="1200"/>
        </a:p>
      </dsp:txBody>
      <dsp:txXfrm>
        <a:off x="152976" y="2398327"/>
        <a:ext cx="4320000" cy="1243427"/>
      </dsp:txXfrm>
    </dsp:sp>
    <dsp:sp modelId="{D59C020B-4510-4E7B-AA80-B9F3EEC8EB22}">
      <dsp:nvSpPr>
        <dsp:cNvPr id="0" name=""/>
        <dsp:cNvSpPr/>
      </dsp:nvSpPr>
      <dsp:spPr>
        <a:xfrm>
          <a:off x="6632976" y="9494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D923853-F85F-41CF-9150-B188AF4DEC7D}">
      <dsp:nvSpPr>
        <dsp:cNvPr id="0" name=""/>
        <dsp:cNvSpPr/>
      </dsp:nvSpPr>
      <dsp:spPr>
        <a:xfrm>
          <a:off x="5228976" y="1677682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3335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000" kern="1200"/>
            <a:t>With this level of difficulty, </a:t>
          </a:r>
        </a:p>
      </dsp:txBody>
      <dsp:txXfrm>
        <a:off x="5228976" y="1677682"/>
        <a:ext cx="4320000" cy="648000"/>
      </dsp:txXfrm>
    </dsp:sp>
    <dsp:sp modelId="{00764129-C82B-45B7-95A7-46061CD3E008}">
      <dsp:nvSpPr>
        <dsp:cNvPr id="0" name=""/>
        <dsp:cNvSpPr/>
      </dsp:nvSpPr>
      <dsp:spPr>
        <a:xfrm>
          <a:off x="5228976" y="2398327"/>
          <a:ext cx="4320000" cy="124342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 single miner processing 1 TH/sec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would only find a solution once every</a:t>
          </a:r>
          <a:r>
            <a:rPr lang="tr-TR" sz="1700" kern="1200"/>
            <a:t> </a:t>
          </a:r>
          <a:r>
            <a:rPr lang="en-US" sz="1700" kern="1200"/>
            <a:t>8,496 blocks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or once every 59 days, on average</a:t>
          </a:r>
        </a:p>
      </dsp:txBody>
      <dsp:txXfrm>
        <a:off x="5228976" y="2398327"/>
        <a:ext cx="4320000" cy="1243427"/>
      </dsp:txXfrm>
    </dsp:sp>
  </dsp:spTree>
</dsp:drawing>
</file>

<file path=ppt/diagrams/drawing5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2D8E9ED-D390-495A-AF2C-71BA9EA06316}">
      <dsp:nvSpPr>
        <dsp:cNvPr id="0" name=""/>
        <dsp:cNvSpPr/>
      </dsp:nvSpPr>
      <dsp:spPr>
        <a:xfrm>
          <a:off x="943992" y="439892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38BD72C-981E-4E63-8356-5751D7BF69A0}">
      <dsp:nvSpPr>
        <dsp:cNvPr id="0" name=""/>
        <dsp:cNvSpPr/>
      </dsp:nvSpPr>
      <dsp:spPr>
        <a:xfrm>
          <a:off x="3421" y="157198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Critical questions</a:t>
          </a:r>
          <a:endParaRPr lang="en-US" sz="2700" kern="1200"/>
        </a:p>
      </dsp:txBody>
      <dsp:txXfrm>
        <a:off x="3421" y="1571987"/>
        <a:ext cx="2894062" cy="434109"/>
      </dsp:txXfrm>
    </dsp:sp>
    <dsp:sp modelId="{228296BD-EF92-4313-B411-2FF3CD3AF784}">
      <dsp:nvSpPr>
        <dsp:cNvPr id="0" name=""/>
        <dsp:cNvSpPr/>
      </dsp:nvSpPr>
      <dsp:spPr>
        <a:xfrm>
          <a:off x="3421" y="2061526"/>
          <a:ext cx="2894062" cy="114983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Why is the difficulty adjustable,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who adjusts it,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how?</a:t>
          </a:r>
        </a:p>
      </dsp:txBody>
      <dsp:txXfrm>
        <a:off x="3421" y="2061526"/>
        <a:ext cx="2894062" cy="1149831"/>
      </dsp:txXfrm>
    </dsp:sp>
    <dsp:sp modelId="{797C4A6F-6310-42EF-910A-C93D408F0C5B}">
      <dsp:nvSpPr>
        <dsp:cNvPr id="0" name=""/>
        <dsp:cNvSpPr/>
      </dsp:nvSpPr>
      <dsp:spPr>
        <a:xfrm>
          <a:off x="4344515" y="439892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B65B66F-7156-4E1D-9EF0-0CF75A216A4E}">
      <dsp:nvSpPr>
        <dsp:cNvPr id="0" name=""/>
        <dsp:cNvSpPr/>
      </dsp:nvSpPr>
      <dsp:spPr>
        <a:xfrm>
          <a:off x="3403945" y="157198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Bitcoins hearthbeat</a:t>
          </a:r>
          <a:endParaRPr lang="en-US" sz="2700" kern="1200"/>
        </a:p>
      </dsp:txBody>
      <dsp:txXfrm>
        <a:off x="3403945" y="1571987"/>
        <a:ext cx="2894062" cy="434109"/>
      </dsp:txXfrm>
    </dsp:sp>
    <dsp:sp modelId="{FB248E5A-04D2-4DE5-AAAE-B00702CFCDC8}">
      <dsp:nvSpPr>
        <dsp:cNvPr id="0" name=""/>
        <dsp:cNvSpPr/>
      </dsp:nvSpPr>
      <dsp:spPr>
        <a:xfrm>
          <a:off x="3403945" y="2061526"/>
          <a:ext cx="2894062" cy="114983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Bitcoin’s blocks are generated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every 10 minutes, on average</a:t>
          </a:r>
        </a:p>
      </dsp:txBody>
      <dsp:txXfrm>
        <a:off x="3403945" y="2061526"/>
        <a:ext cx="2894062" cy="1149831"/>
      </dsp:txXfrm>
    </dsp:sp>
    <dsp:sp modelId="{A96324E9-E9E6-4846-A7A6-F951E8C96B4C}">
      <dsp:nvSpPr>
        <dsp:cNvPr id="0" name=""/>
        <dsp:cNvSpPr/>
      </dsp:nvSpPr>
      <dsp:spPr>
        <a:xfrm>
          <a:off x="7745039" y="439892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19B8BB7-8D4C-4701-AEB5-A8A9819622ED}">
      <dsp:nvSpPr>
        <dsp:cNvPr id="0" name=""/>
        <dsp:cNvSpPr/>
      </dsp:nvSpPr>
      <dsp:spPr>
        <a:xfrm>
          <a:off x="6804468" y="157198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Constant frequency</a:t>
          </a:r>
          <a:endParaRPr lang="en-US" sz="2700" kern="1200"/>
        </a:p>
      </dsp:txBody>
      <dsp:txXfrm>
        <a:off x="6804468" y="1571987"/>
        <a:ext cx="2894062" cy="434109"/>
      </dsp:txXfrm>
    </dsp:sp>
    <dsp:sp modelId="{FE1995BB-99DB-40BE-A625-49F56227AEFA}">
      <dsp:nvSpPr>
        <dsp:cNvPr id="0" name=""/>
        <dsp:cNvSpPr/>
      </dsp:nvSpPr>
      <dsp:spPr>
        <a:xfrm>
          <a:off x="6804468" y="2061526"/>
          <a:ext cx="2894062" cy="114983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The frequency </a:t>
          </a:r>
          <a:r>
            <a:rPr lang="en-US" sz="1700" kern="1200"/>
            <a:t>has to remain constant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not just over the short term, but over a period of</a:t>
          </a:r>
          <a:r>
            <a:rPr lang="tr-TR" sz="1700" kern="1200"/>
            <a:t> </a:t>
          </a:r>
          <a:r>
            <a:rPr lang="en-US" sz="1700" kern="1200"/>
            <a:t>many decades</a:t>
          </a:r>
        </a:p>
      </dsp:txBody>
      <dsp:txXfrm>
        <a:off x="6804468" y="2061526"/>
        <a:ext cx="2894062" cy="1149831"/>
      </dsp:txXfrm>
    </dsp:sp>
  </dsp:spTree>
</dsp:drawing>
</file>

<file path=ppt/diagrams/drawing5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B6124F2-B1DF-478F-91F1-FE3600B354B2}">
      <dsp:nvSpPr>
        <dsp:cNvPr id="0" name=""/>
        <dsp:cNvSpPr/>
      </dsp:nvSpPr>
      <dsp:spPr>
        <a:xfrm>
          <a:off x="0" y="363364"/>
          <a:ext cx="8770571" cy="1587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437388" rIns="680694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computer power will continue to</a:t>
          </a:r>
          <a:r>
            <a:rPr lang="tr-TR" sz="2100" kern="1200"/>
            <a:t> </a:t>
          </a:r>
          <a:r>
            <a:rPr lang="en-US" sz="2100" kern="1200"/>
            <a:t>increase at a rapid pace. 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the number of participants in mining 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the</a:t>
          </a:r>
          <a:r>
            <a:rPr lang="tr-TR" sz="2100" kern="1200"/>
            <a:t> </a:t>
          </a:r>
          <a:r>
            <a:rPr lang="en-US" sz="2100" kern="1200"/>
            <a:t>computers </a:t>
          </a:r>
          <a:r>
            <a:rPr lang="tr-TR" sz="2100" kern="1200"/>
            <a:t>used in mining</a:t>
          </a:r>
          <a:r>
            <a:rPr lang="en-US" sz="2100" kern="1200"/>
            <a:t> will also constantly change</a:t>
          </a:r>
        </a:p>
      </dsp:txBody>
      <dsp:txXfrm>
        <a:off x="0" y="363364"/>
        <a:ext cx="8770571" cy="1587600"/>
      </dsp:txXfrm>
    </dsp:sp>
    <dsp:sp modelId="{988DBC92-DD55-47DC-A1D6-E0473F7988AA}">
      <dsp:nvSpPr>
        <dsp:cNvPr id="0" name=""/>
        <dsp:cNvSpPr/>
      </dsp:nvSpPr>
      <dsp:spPr>
        <a:xfrm>
          <a:off x="438528" y="53404"/>
          <a:ext cx="6139399" cy="61992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/>
            <a:t>Variables affecting the frequency</a:t>
          </a:r>
          <a:r>
            <a:rPr lang="en-US" sz="2100" kern="1200"/>
            <a:t>, </a:t>
          </a:r>
        </a:p>
      </dsp:txBody>
      <dsp:txXfrm>
        <a:off x="468790" y="83666"/>
        <a:ext cx="6078875" cy="559396"/>
      </dsp:txXfrm>
    </dsp:sp>
    <dsp:sp modelId="{E7C7BD13-CFAA-4AFF-AC34-4892E6370B6C}">
      <dsp:nvSpPr>
        <dsp:cNvPr id="0" name=""/>
        <dsp:cNvSpPr/>
      </dsp:nvSpPr>
      <dsp:spPr>
        <a:xfrm>
          <a:off x="0" y="2374324"/>
          <a:ext cx="8770571" cy="12237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437388" rIns="680694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the difficulty of mining must be adjusted 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to account for these changes</a:t>
          </a:r>
        </a:p>
      </dsp:txBody>
      <dsp:txXfrm>
        <a:off x="0" y="2374324"/>
        <a:ext cx="8770571" cy="1223775"/>
      </dsp:txXfrm>
    </dsp:sp>
    <dsp:sp modelId="{068C392F-7939-44C8-A795-2FA13BB3E633}">
      <dsp:nvSpPr>
        <dsp:cNvPr id="0" name=""/>
        <dsp:cNvSpPr/>
      </dsp:nvSpPr>
      <dsp:spPr>
        <a:xfrm>
          <a:off x="438528" y="2064364"/>
          <a:ext cx="6139399" cy="61992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100" kern="1200"/>
            <a:t>To keep the block generation time at</a:t>
          </a:r>
          <a:r>
            <a:rPr lang="tr-TR" sz="2100" kern="1200"/>
            <a:t> </a:t>
          </a:r>
          <a:r>
            <a:rPr lang="en-US" sz="2100" kern="1200"/>
            <a:t>10 minutes, </a:t>
          </a:r>
        </a:p>
      </dsp:txBody>
      <dsp:txXfrm>
        <a:off x="468790" y="2094626"/>
        <a:ext cx="6078875" cy="559396"/>
      </dsp:txXfrm>
    </dsp:sp>
  </dsp:spTree>
</dsp:drawing>
</file>

<file path=ppt/diagrams/drawing5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54C9C7D-B70A-485E-976A-E17EE0BDABD7}">
      <dsp:nvSpPr>
        <dsp:cNvPr id="0" name=""/>
        <dsp:cNvSpPr/>
      </dsp:nvSpPr>
      <dsp:spPr>
        <a:xfrm>
          <a:off x="0" y="283088"/>
          <a:ext cx="8770571" cy="7229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54076" rIns="680694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periodically adjusted</a:t>
          </a:r>
          <a:r>
            <a:rPr lang="tr-TR" sz="1700" kern="1200"/>
            <a:t> </a:t>
          </a:r>
          <a:r>
            <a:rPr lang="en-US" sz="1700" kern="1200"/>
            <a:t>to</a:t>
          </a:r>
          <a:r>
            <a:rPr lang="tr-TR" sz="1700" kern="1200"/>
            <a:t> </a:t>
          </a:r>
          <a:r>
            <a:rPr lang="en-US" sz="1700" kern="1200"/>
            <a:t>meet a 10-minute block interval goal</a:t>
          </a:r>
        </a:p>
      </dsp:txBody>
      <dsp:txXfrm>
        <a:off x="0" y="283088"/>
        <a:ext cx="8770571" cy="722925"/>
      </dsp:txXfrm>
    </dsp:sp>
    <dsp:sp modelId="{C0E0F407-6A41-42A6-8EF2-626287C236C5}">
      <dsp:nvSpPr>
        <dsp:cNvPr id="0" name=""/>
        <dsp:cNvSpPr/>
      </dsp:nvSpPr>
      <dsp:spPr>
        <a:xfrm>
          <a:off x="438528" y="32168"/>
          <a:ext cx="6139399" cy="5018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Target is a </a:t>
          </a:r>
          <a:r>
            <a:rPr lang="en-US" sz="1700" kern="1200"/>
            <a:t>dynamic parameter</a:t>
          </a:r>
        </a:p>
      </dsp:txBody>
      <dsp:txXfrm>
        <a:off x="463026" y="56666"/>
        <a:ext cx="6090403" cy="452844"/>
      </dsp:txXfrm>
    </dsp:sp>
    <dsp:sp modelId="{D3A18F3E-BD05-42B8-A635-5E900D5E2E70}">
      <dsp:nvSpPr>
        <dsp:cNvPr id="0" name=""/>
        <dsp:cNvSpPr/>
      </dsp:nvSpPr>
      <dsp:spPr>
        <a:xfrm>
          <a:off x="0" y="1348733"/>
          <a:ext cx="8770571" cy="7229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54076" rIns="680694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automatically and on every node independently</a:t>
          </a:r>
        </a:p>
      </dsp:txBody>
      <dsp:txXfrm>
        <a:off x="0" y="1348733"/>
        <a:ext cx="8770571" cy="722925"/>
      </dsp:txXfrm>
    </dsp:sp>
    <dsp:sp modelId="{DF568230-460D-47A6-ACBB-0245B19ED277}">
      <dsp:nvSpPr>
        <dsp:cNvPr id="0" name=""/>
        <dsp:cNvSpPr/>
      </dsp:nvSpPr>
      <dsp:spPr>
        <a:xfrm>
          <a:off x="438528" y="1097813"/>
          <a:ext cx="6139399" cy="5018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Retargeting </a:t>
          </a:r>
          <a:r>
            <a:rPr lang="en-US" sz="1700" kern="1200"/>
            <a:t>occurs </a:t>
          </a:r>
        </a:p>
      </dsp:txBody>
      <dsp:txXfrm>
        <a:off x="463026" y="1122311"/>
        <a:ext cx="6090403" cy="452844"/>
      </dsp:txXfrm>
    </dsp:sp>
    <dsp:sp modelId="{185CFC14-B27B-40CB-B8D6-BA2BCBB82FFA}">
      <dsp:nvSpPr>
        <dsp:cNvPr id="0" name=""/>
        <dsp:cNvSpPr/>
      </dsp:nvSpPr>
      <dsp:spPr>
        <a:xfrm>
          <a:off x="0" y="2414378"/>
          <a:ext cx="8770571" cy="7229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54076" rIns="680694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700" kern="1200"/>
            <a:t>all nodes retarget the Proof-of-Work</a:t>
          </a:r>
          <a:endParaRPr lang="en-US" sz="1700" kern="1200"/>
        </a:p>
      </dsp:txBody>
      <dsp:txXfrm>
        <a:off x="0" y="2414378"/>
        <a:ext cx="8770571" cy="722925"/>
      </dsp:txXfrm>
    </dsp:sp>
    <dsp:sp modelId="{7BC2100A-B4C9-4C36-8090-A0EEF501A550}">
      <dsp:nvSpPr>
        <dsp:cNvPr id="0" name=""/>
        <dsp:cNvSpPr/>
      </dsp:nvSpPr>
      <dsp:spPr>
        <a:xfrm>
          <a:off x="438528" y="2163458"/>
          <a:ext cx="6139399" cy="5018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Every 2,016 blocks, </a:t>
          </a:r>
          <a:endParaRPr lang="en-US" sz="1700" kern="1200"/>
        </a:p>
      </dsp:txBody>
      <dsp:txXfrm>
        <a:off x="463026" y="2187956"/>
        <a:ext cx="6090403" cy="452844"/>
      </dsp:txXfrm>
    </dsp:sp>
    <dsp:sp modelId="{2AC46925-67D6-4168-A370-491A43785179}">
      <dsp:nvSpPr>
        <dsp:cNvPr id="0" name=""/>
        <dsp:cNvSpPr/>
      </dsp:nvSpPr>
      <dsp:spPr>
        <a:xfrm>
          <a:off x="0" y="3480022"/>
          <a:ext cx="8770571" cy="7229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54076" rIns="680694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New Target = Old Target * (Actual Time of Last 2016 Blocks / 20160 minutes)</a:t>
          </a:r>
        </a:p>
      </dsp:txBody>
      <dsp:txXfrm>
        <a:off x="0" y="3480022"/>
        <a:ext cx="8770571" cy="722925"/>
      </dsp:txXfrm>
    </dsp:sp>
    <dsp:sp modelId="{99BC80BB-754D-49A6-8A84-343986551C2E}">
      <dsp:nvSpPr>
        <dsp:cNvPr id="0" name=""/>
        <dsp:cNvSpPr/>
      </dsp:nvSpPr>
      <dsp:spPr>
        <a:xfrm>
          <a:off x="438528" y="3229102"/>
          <a:ext cx="6139399" cy="5018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Equation</a:t>
          </a:r>
          <a:endParaRPr lang="en-US" sz="1700" kern="1200"/>
        </a:p>
      </dsp:txBody>
      <dsp:txXfrm>
        <a:off x="463026" y="3253600"/>
        <a:ext cx="6090403" cy="452844"/>
      </dsp:txXfrm>
    </dsp:sp>
  </dsp:spTree>
</dsp:drawing>
</file>

<file path=ppt/diagrams/drawing5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A5C1A10-AEE7-40E9-A9E9-CDFB11B3EC10}">
      <dsp:nvSpPr>
        <dsp:cNvPr id="0" name=""/>
        <dsp:cNvSpPr/>
      </dsp:nvSpPr>
      <dsp:spPr>
        <a:xfrm>
          <a:off x="943992" y="546796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082725A-46DB-4E10-89DE-A227BAE7009D}">
      <dsp:nvSpPr>
        <dsp:cNvPr id="0" name=""/>
        <dsp:cNvSpPr/>
      </dsp:nvSpPr>
      <dsp:spPr>
        <a:xfrm>
          <a:off x="3421" y="166969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/>
            <a:t>T</a:t>
          </a:r>
          <a:r>
            <a:rPr lang="en-US" sz="1900" kern="1200"/>
            <a:t>he equation for retargeting </a:t>
          </a:r>
        </a:p>
      </dsp:txBody>
      <dsp:txXfrm>
        <a:off x="3421" y="1669697"/>
        <a:ext cx="2894062" cy="434109"/>
      </dsp:txXfrm>
    </dsp:sp>
    <dsp:sp modelId="{CEC475D9-2F30-4EE6-9218-C5504A2FE8DC}">
      <dsp:nvSpPr>
        <dsp:cNvPr id="0" name=""/>
        <dsp:cNvSpPr/>
      </dsp:nvSpPr>
      <dsp:spPr>
        <a:xfrm>
          <a:off x="3421" y="2154959"/>
          <a:ext cx="2894062" cy="94949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measures the time it</a:t>
          </a:r>
          <a:r>
            <a:rPr lang="tr-TR" sz="1400" kern="1200"/>
            <a:t> </a:t>
          </a:r>
          <a:r>
            <a:rPr lang="en-US" sz="1400" kern="1200"/>
            <a:t>took to find the last 2,016 blocks 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and compares that to the expected time of 20,160</a:t>
          </a:r>
          <a:r>
            <a:rPr lang="tr-TR" sz="1400" kern="1200"/>
            <a:t> </a:t>
          </a:r>
          <a:r>
            <a:rPr lang="en-US" sz="1400" kern="1200"/>
            <a:t>minutes</a:t>
          </a:r>
        </a:p>
      </dsp:txBody>
      <dsp:txXfrm>
        <a:off x="3421" y="2154959"/>
        <a:ext cx="2894062" cy="949494"/>
      </dsp:txXfrm>
    </dsp:sp>
    <dsp:sp modelId="{A7EE63D2-3932-4991-B976-8F7ED35DD423}">
      <dsp:nvSpPr>
        <dsp:cNvPr id="0" name=""/>
        <dsp:cNvSpPr/>
      </dsp:nvSpPr>
      <dsp:spPr>
        <a:xfrm>
          <a:off x="4344515" y="546796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BD79224-0F49-46B6-9433-DE6A8143A6B5}">
      <dsp:nvSpPr>
        <dsp:cNvPr id="0" name=""/>
        <dsp:cNvSpPr/>
      </dsp:nvSpPr>
      <dsp:spPr>
        <a:xfrm>
          <a:off x="3403945" y="166969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/>
            <a:t>increase the difficulty</a:t>
          </a:r>
          <a:endParaRPr lang="en-US" sz="1900" kern="1200"/>
        </a:p>
      </dsp:txBody>
      <dsp:txXfrm>
        <a:off x="3403945" y="1669697"/>
        <a:ext cx="2894062" cy="434109"/>
      </dsp:txXfrm>
    </dsp:sp>
    <dsp:sp modelId="{C17A6436-E61E-40AB-B299-72F5DABEEB5C}">
      <dsp:nvSpPr>
        <dsp:cNvPr id="0" name=""/>
        <dsp:cNvSpPr/>
      </dsp:nvSpPr>
      <dsp:spPr>
        <a:xfrm>
          <a:off x="3403945" y="2154959"/>
          <a:ext cx="2894062" cy="94949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If the network is finding</a:t>
          </a:r>
          <a:r>
            <a:rPr lang="tr-TR" sz="1400" kern="1200"/>
            <a:t> </a:t>
          </a:r>
          <a:r>
            <a:rPr lang="en-US" sz="1400" kern="1200"/>
            <a:t>blocks faster than every 10 minutes, 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the difficulty increases (target decreases).</a:t>
          </a:r>
        </a:p>
      </dsp:txBody>
      <dsp:txXfrm>
        <a:off x="3403945" y="2154959"/>
        <a:ext cx="2894062" cy="949494"/>
      </dsp:txXfrm>
    </dsp:sp>
    <dsp:sp modelId="{B48890E9-078D-460C-8EEA-D6F9A87C5BA8}">
      <dsp:nvSpPr>
        <dsp:cNvPr id="0" name=""/>
        <dsp:cNvSpPr/>
      </dsp:nvSpPr>
      <dsp:spPr>
        <a:xfrm>
          <a:off x="7745039" y="546796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7EB0227-70CF-4BFE-A8BC-35776CF6118A}">
      <dsp:nvSpPr>
        <dsp:cNvPr id="0" name=""/>
        <dsp:cNvSpPr/>
      </dsp:nvSpPr>
      <dsp:spPr>
        <a:xfrm>
          <a:off x="6804468" y="166969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/>
            <a:t>Decrease the difficulty</a:t>
          </a:r>
          <a:endParaRPr lang="en-US" sz="1900" kern="1200"/>
        </a:p>
      </dsp:txBody>
      <dsp:txXfrm>
        <a:off x="6804468" y="1669697"/>
        <a:ext cx="2894062" cy="434109"/>
      </dsp:txXfrm>
    </dsp:sp>
    <dsp:sp modelId="{5D5F32BC-67D6-4910-BD4E-0743992E1754}">
      <dsp:nvSpPr>
        <dsp:cNvPr id="0" name=""/>
        <dsp:cNvSpPr/>
      </dsp:nvSpPr>
      <dsp:spPr>
        <a:xfrm>
          <a:off x="6804468" y="2154959"/>
          <a:ext cx="2894062" cy="94949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If block</a:t>
          </a:r>
          <a:r>
            <a:rPr lang="tr-TR" sz="1400" kern="1200"/>
            <a:t> </a:t>
          </a:r>
          <a:r>
            <a:rPr lang="en-US" sz="1400" kern="1200"/>
            <a:t>discovery is slower than expected, 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the difficulty decreases (target increases)</a:t>
          </a:r>
        </a:p>
      </dsp:txBody>
      <dsp:txXfrm>
        <a:off x="6804468" y="2154959"/>
        <a:ext cx="2894062" cy="949494"/>
      </dsp:txXfrm>
    </dsp:sp>
  </dsp:spTree>
</dsp:drawing>
</file>

<file path=ppt/diagrams/drawing6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572420D-9F94-4AF1-BEE6-6BEDA4C66017}">
      <dsp:nvSpPr>
        <dsp:cNvPr id="0" name=""/>
        <dsp:cNvSpPr/>
      </dsp:nvSpPr>
      <dsp:spPr>
        <a:xfrm>
          <a:off x="0" y="362224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run the SHA256 algorithm</a:t>
          </a:r>
          <a:r>
            <a:rPr lang="tr-TR" sz="2400" kern="1200"/>
            <a:t> </a:t>
          </a:r>
          <a:r>
            <a:rPr lang="en-US" sz="2400" kern="1200"/>
            <a:t>in parallel at incredible speeds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find a solution and sends it back to the mining node</a:t>
          </a:r>
        </a:p>
      </dsp:txBody>
      <dsp:txXfrm>
        <a:off x="0" y="362224"/>
        <a:ext cx="9701953" cy="1398600"/>
      </dsp:txXfrm>
    </dsp:sp>
    <dsp:sp modelId="{5747FEDB-6176-41B9-A60D-5AF51620D06F}">
      <dsp:nvSpPr>
        <dsp:cNvPr id="0" name=""/>
        <dsp:cNvSpPr/>
      </dsp:nvSpPr>
      <dsp:spPr>
        <a:xfrm>
          <a:off x="485097" y="7984"/>
          <a:ext cx="6791367" cy="70848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 dirty="0" err="1"/>
            <a:t>the</a:t>
          </a:r>
          <a:r>
            <a:rPr lang="tr-TR" sz="2400" kern="1200" dirty="0"/>
            <a:t> hardware </a:t>
          </a:r>
          <a:r>
            <a:rPr lang="tr-TR" sz="2400" kern="1200" dirty="0" err="1"/>
            <a:t>mining</a:t>
          </a:r>
          <a:r>
            <a:rPr lang="tr-TR" sz="2400" kern="1200" dirty="0"/>
            <a:t> </a:t>
          </a:r>
          <a:r>
            <a:rPr lang="en-US" sz="2400" kern="1200" dirty="0"/>
            <a:t>machines </a:t>
          </a:r>
        </a:p>
      </dsp:txBody>
      <dsp:txXfrm>
        <a:off x="519682" y="42569"/>
        <a:ext cx="6722197" cy="639310"/>
      </dsp:txXfrm>
    </dsp:sp>
    <dsp:sp modelId="{D8CFB5A2-F95A-4F8E-8741-D397BC9BBB36}">
      <dsp:nvSpPr>
        <dsp:cNvPr id="0" name=""/>
        <dsp:cNvSpPr/>
      </dsp:nvSpPr>
      <dsp:spPr>
        <a:xfrm>
          <a:off x="0" y="2244665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the nonce produces a block hash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which is less than the target</a:t>
          </a:r>
        </a:p>
      </dsp:txBody>
      <dsp:txXfrm>
        <a:off x="0" y="2244665"/>
        <a:ext cx="9701953" cy="1398600"/>
      </dsp:txXfrm>
    </dsp:sp>
    <dsp:sp modelId="{3740DCB6-AF23-41F6-8CE2-D966EF5183F9}">
      <dsp:nvSpPr>
        <dsp:cNvPr id="0" name=""/>
        <dsp:cNvSpPr/>
      </dsp:nvSpPr>
      <dsp:spPr>
        <a:xfrm>
          <a:off x="485097" y="1890425"/>
          <a:ext cx="6791367" cy="70848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/>
            <a:t>When inserted into </a:t>
          </a:r>
          <a:r>
            <a:rPr lang="en-US" sz="2400" kern="1200"/>
            <a:t>the block header, </a:t>
          </a:r>
        </a:p>
      </dsp:txBody>
      <dsp:txXfrm>
        <a:off x="519682" y="1925010"/>
        <a:ext cx="6722197" cy="639310"/>
      </dsp:txXfrm>
    </dsp:sp>
  </dsp:spTree>
</dsp:drawing>
</file>

<file path=ppt/diagrams/drawing6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1501CAD-9B79-4BEA-AFEC-4919325D2401}">
      <dsp:nvSpPr>
        <dsp:cNvPr id="0" name=""/>
        <dsp:cNvSpPr/>
      </dsp:nvSpPr>
      <dsp:spPr>
        <a:xfrm>
          <a:off x="0" y="305659"/>
          <a:ext cx="9701953" cy="7654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74904" rIns="752979" bIns="128016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They receive, validate,</a:t>
          </a:r>
          <a:r>
            <a:rPr lang="tr-TR" sz="1800" kern="1200"/>
            <a:t> </a:t>
          </a:r>
          <a:r>
            <a:rPr lang="en-US" sz="1800" kern="1200"/>
            <a:t>and then propagate the new block. </a:t>
          </a:r>
        </a:p>
      </dsp:txBody>
      <dsp:txXfrm>
        <a:off x="0" y="305659"/>
        <a:ext cx="9701953" cy="765450"/>
      </dsp:txXfrm>
    </dsp:sp>
    <dsp:sp modelId="{29B6DBDF-711E-4E92-B0CC-03DE66E98578}">
      <dsp:nvSpPr>
        <dsp:cNvPr id="0" name=""/>
        <dsp:cNvSpPr/>
      </dsp:nvSpPr>
      <dsp:spPr>
        <a:xfrm>
          <a:off x="485097" y="39979"/>
          <a:ext cx="6791367" cy="53136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/>
            <a:t>mining node transmits the block to all its peers</a:t>
          </a:r>
        </a:p>
      </dsp:txBody>
      <dsp:txXfrm>
        <a:off x="511036" y="65918"/>
        <a:ext cx="6739489" cy="479482"/>
      </dsp:txXfrm>
    </dsp:sp>
    <dsp:sp modelId="{CB347346-CF9F-4D25-8041-C2F6EC0A9F1E}">
      <dsp:nvSpPr>
        <dsp:cNvPr id="0" name=""/>
        <dsp:cNvSpPr/>
      </dsp:nvSpPr>
      <dsp:spPr>
        <a:xfrm>
          <a:off x="0" y="1433990"/>
          <a:ext cx="9701953" cy="10489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1600863"/>
              <a:satOff val="-21221"/>
              <a:lumOff val="-6666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74904" rIns="752979" bIns="128016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each node adds it to its own copy of the blockchain, 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extending it to a new height</a:t>
          </a:r>
        </a:p>
      </dsp:txBody>
      <dsp:txXfrm>
        <a:off x="0" y="1433990"/>
        <a:ext cx="9701953" cy="1048950"/>
      </dsp:txXfrm>
    </dsp:sp>
    <dsp:sp modelId="{559040FF-FBBF-4F97-BF0E-6A7C36D48803}">
      <dsp:nvSpPr>
        <dsp:cNvPr id="0" name=""/>
        <dsp:cNvSpPr/>
      </dsp:nvSpPr>
      <dsp:spPr>
        <a:xfrm>
          <a:off x="485097" y="1168310"/>
          <a:ext cx="6791367" cy="531360"/>
        </a:xfrm>
        <a:prstGeom prst="roundRect">
          <a:avLst/>
        </a:prstGeom>
        <a:solidFill>
          <a:schemeClr val="accent5">
            <a:hueOff val="1600863"/>
            <a:satOff val="-21221"/>
            <a:lumOff val="-666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/>
            <a:t>As the block ripples out across the network,</a:t>
          </a:r>
          <a:r>
            <a:rPr lang="tr-TR" sz="1800" kern="1200"/>
            <a:t> </a:t>
          </a:r>
          <a:endParaRPr lang="en-US" sz="1800" kern="1200"/>
        </a:p>
      </dsp:txBody>
      <dsp:txXfrm>
        <a:off x="511036" y="1194249"/>
        <a:ext cx="6739489" cy="479482"/>
      </dsp:txXfrm>
    </dsp:sp>
    <dsp:sp modelId="{3BAA9B28-0E65-424A-92D5-C29A8E210727}">
      <dsp:nvSpPr>
        <dsp:cNvPr id="0" name=""/>
        <dsp:cNvSpPr/>
      </dsp:nvSpPr>
      <dsp:spPr>
        <a:xfrm>
          <a:off x="0" y="2845820"/>
          <a:ext cx="9701953" cy="7654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74904" rIns="752979" bIns="128016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800" kern="1200"/>
            <a:t>Stop mining the block and start for the next block</a:t>
          </a:r>
          <a:endParaRPr lang="en-US" sz="1800" kern="1200"/>
        </a:p>
      </dsp:txBody>
      <dsp:txXfrm>
        <a:off x="0" y="2845820"/>
        <a:ext cx="9701953" cy="765450"/>
      </dsp:txXfrm>
    </dsp:sp>
    <dsp:sp modelId="{8EE3B6AE-B586-490B-8908-DA800E652ECC}">
      <dsp:nvSpPr>
        <dsp:cNvPr id="0" name=""/>
        <dsp:cNvSpPr/>
      </dsp:nvSpPr>
      <dsp:spPr>
        <a:xfrm>
          <a:off x="485097" y="2580140"/>
          <a:ext cx="6791367" cy="53136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800" kern="1200"/>
            <a:t>Other miners</a:t>
          </a:r>
          <a:endParaRPr lang="en-US" sz="1800" kern="1200"/>
        </a:p>
      </dsp:txBody>
      <dsp:txXfrm>
        <a:off x="511036" y="2606079"/>
        <a:ext cx="6739489" cy="479482"/>
      </dsp:txXfrm>
    </dsp:sp>
  </dsp:spTree>
</dsp:drawing>
</file>

<file path=ppt/diagrams/drawing6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9D7A365-2E66-4AE1-AEA7-29E686B9DB8B}">
      <dsp:nvSpPr>
        <dsp:cNvPr id="0" name=""/>
        <dsp:cNvSpPr/>
      </dsp:nvSpPr>
      <dsp:spPr>
        <a:xfrm>
          <a:off x="943992" y="251135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676B210-0D5B-4636-9841-C8FEC16A2CA7}">
      <dsp:nvSpPr>
        <dsp:cNvPr id="0" name=""/>
        <dsp:cNvSpPr/>
      </dsp:nvSpPr>
      <dsp:spPr>
        <a:xfrm>
          <a:off x="3421" y="139946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kern="1200"/>
            <a:t>Independent validation</a:t>
          </a:r>
          <a:endParaRPr lang="en-US" sz="2300" kern="1200"/>
        </a:p>
      </dsp:txBody>
      <dsp:txXfrm>
        <a:off x="3421" y="1399463"/>
        <a:ext cx="2894062" cy="434109"/>
      </dsp:txXfrm>
    </dsp:sp>
    <dsp:sp modelId="{2015E9CE-6ECF-4BA6-B917-A2367B7D5D27}">
      <dsp:nvSpPr>
        <dsp:cNvPr id="0" name=""/>
        <dsp:cNvSpPr/>
      </dsp:nvSpPr>
      <dsp:spPr>
        <a:xfrm>
          <a:off x="3421" y="1896552"/>
          <a:ext cx="2894062" cy="150356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New </a:t>
          </a:r>
          <a:r>
            <a:rPr lang="tr-TR" sz="1700" kern="1200" dirty="0" err="1"/>
            <a:t>block</a:t>
          </a:r>
          <a:r>
            <a:rPr lang="tr-TR" sz="1700" kern="1200" dirty="0"/>
            <a:t> </a:t>
          </a:r>
          <a:r>
            <a:rPr lang="tr-TR" sz="1700" kern="1200" dirty="0" err="1"/>
            <a:t>must</a:t>
          </a:r>
          <a:r>
            <a:rPr lang="tr-TR" sz="1700" kern="1200" dirty="0"/>
            <a:t> </a:t>
          </a:r>
          <a:r>
            <a:rPr lang="en-US" sz="1700" kern="1200" dirty="0"/>
            <a:t>independent</a:t>
          </a:r>
          <a:r>
            <a:rPr lang="tr-TR" sz="1700" kern="1200" dirty="0" err="1"/>
            <a:t>ly</a:t>
          </a:r>
          <a:r>
            <a:rPr lang="en-US" sz="1700" kern="1200" dirty="0"/>
            <a:t> </a:t>
          </a:r>
          <a:r>
            <a:rPr lang="tr-TR" sz="1700" kern="1200" dirty="0"/>
            <a:t>be </a:t>
          </a:r>
          <a:r>
            <a:rPr lang="en-US" sz="1700" kern="1200" dirty="0"/>
            <a:t>validated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by </a:t>
          </a:r>
          <a:r>
            <a:rPr lang="en-US" sz="1700" kern="1200" dirty="0"/>
            <a:t>every node on the network.</a:t>
          </a:r>
        </a:p>
      </dsp:txBody>
      <dsp:txXfrm>
        <a:off x="3421" y="1896552"/>
        <a:ext cx="2894062" cy="1503562"/>
      </dsp:txXfrm>
    </dsp:sp>
    <dsp:sp modelId="{D433B866-8A58-4B36-B77F-081A96B18BCB}">
      <dsp:nvSpPr>
        <dsp:cNvPr id="0" name=""/>
        <dsp:cNvSpPr/>
      </dsp:nvSpPr>
      <dsp:spPr>
        <a:xfrm>
          <a:off x="4344515" y="251135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2DC8348-76DB-43AA-91FD-7599CFE37497}">
      <dsp:nvSpPr>
        <dsp:cNvPr id="0" name=""/>
        <dsp:cNvSpPr/>
      </dsp:nvSpPr>
      <dsp:spPr>
        <a:xfrm>
          <a:off x="3403945" y="139946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kern="1200"/>
            <a:t>Validation method</a:t>
          </a:r>
          <a:endParaRPr lang="en-US" sz="2300" kern="1200"/>
        </a:p>
      </dsp:txBody>
      <dsp:txXfrm>
        <a:off x="3403945" y="1399463"/>
        <a:ext cx="2894062" cy="434109"/>
      </dsp:txXfrm>
    </dsp:sp>
    <dsp:sp modelId="{A462A796-9FA4-4C63-BD2C-31B392DA28F6}">
      <dsp:nvSpPr>
        <dsp:cNvPr id="0" name=""/>
        <dsp:cNvSpPr/>
      </dsp:nvSpPr>
      <dsp:spPr>
        <a:xfrm>
          <a:off x="3403945" y="1896552"/>
          <a:ext cx="2894062" cy="150356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each node performs a series of tests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validate it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before </a:t>
          </a:r>
          <a:r>
            <a:rPr lang="en-US" sz="1700" kern="1200" dirty="0"/>
            <a:t>propagating it to its</a:t>
          </a:r>
          <a:r>
            <a:rPr lang="tr-TR" sz="1700" kern="1200" dirty="0"/>
            <a:t> </a:t>
          </a:r>
          <a:r>
            <a:rPr lang="en-US" sz="1700" kern="1200" dirty="0"/>
            <a:t>peers.</a:t>
          </a:r>
        </a:p>
      </dsp:txBody>
      <dsp:txXfrm>
        <a:off x="3403945" y="1896552"/>
        <a:ext cx="2894062" cy="1503562"/>
      </dsp:txXfrm>
    </dsp:sp>
    <dsp:sp modelId="{8DA3D630-863A-436B-BFDE-91E638D6D198}">
      <dsp:nvSpPr>
        <dsp:cNvPr id="0" name=""/>
        <dsp:cNvSpPr/>
      </dsp:nvSpPr>
      <dsp:spPr>
        <a:xfrm>
          <a:off x="7745039" y="251135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E46A2BE-C50B-4C5A-A86C-EA4A5AE51D50}">
      <dsp:nvSpPr>
        <dsp:cNvPr id="0" name=""/>
        <dsp:cNvSpPr/>
      </dsp:nvSpPr>
      <dsp:spPr>
        <a:xfrm>
          <a:off x="6804468" y="139946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kern="1200"/>
            <a:t>Valid blocks propagate</a:t>
          </a:r>
          <a:endParaRPr lang="en-US" sz="2300" kern="1200"/>
        </a:p>
      </dsp:txBody>
      <dsp:txXfrm>
        <a:off x="6804468" y="1399463"/>
        <a:ext cx="2894062" cy="434109"/>
      </dsp:txXfrm>
    </dsp:sp>
    <dsp:sp modelId="{32AF391C-B608-4274-8D0F-8F1193EB8670}">
      <dsp:nvSpPr>
        <dsp:cNvPr id="0" name=""/>
        <dsp:cNvSpPr/>
      </dsp:nvSpPr>
      <dsp:spPr>
        <a:xfrm>
          <a:off x="6804468" y="1896552"/>
          <a:ext cx="2894062" cy="150356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This ensures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only valid blocks are propagated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on </a:t>
          </a:r>
          <a:r>
            <a:rPr lang="en-US" sz="1700" kern="1200" dirty="0"/>
            <a:t>the network.</a:t>
          </a:r>
        </a:p>
      </dsp:txBody>
      <dsp:txXfrm>
        <a:off x="6804468" y="1896552"/>
        <a:ext cx="2894062" cy="1503562"/>
      </dsp:txXfrm>
    </dsp:sp>
  </dsp:spTree>
</dsp:drawing>
</file>

<file path=ppt/diagrams/drawing6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BD1F38C-E1BE-49CB-A374-A7BDFE723BA7}">
      <dsp:nvSpPr>
        <dsp:cNvPr id="0" name=""/>
        <dsp:cNvSpPr/>
      </dsp:nvSpPr>
      <dsp:spPr>
        <a:xfrm>
          <a:off x="0" y="256227"/>
          <a:ext cx="9701953" cy="9906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54076" rIns="752979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 dirty="0"/>
            <a:t>The independent</a:t>
          </a:r>
          <a:r>
            <a:rPr lang="tr-TR" sz="1700" kern="1200" dirty="0"/>
            <a:t> </a:t>
          </a:r>
          <a:r>
            <a:rPr lang="en-US" sz="1700" kern="1200" dirty="0"/>
            <a:t>validation also ensures</a:t>
          </a:r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 dirty="0"/>
            <a:t>miners act honestly</a:t>
          </a:r>
        </a:p>
      </dsp:txBody>
      <dsp:txXfrm>
        <a:off x="0" y="256227"/>
        <a:ext cx="9701953" cy="990675"/>
      </dsp:txXfrm>
    </dsp:sp>
    <dsp:sp modelId="{EC801DF8-57BC-473D-9931-7B5B3558D729}">
      <dsp:nvSpPr>
        <dsp:cNvPr id="0" name=""/>
        <dsp:cNvSpPr/>
      </dsp:nvSpPr>
      <dsp:spPr>
        <a:xfrm>
          <a:off x="485097" y="5307"/>
          <a:ext cx="6791367" cy="50184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Honest</a:t>
          </a:r>
          <a:r>
            <a:rPr lang="tr-TR" sz="1700" kern="1200" dirty="0"/>
            <a:t> </a:t>
          </a:r>
          <a:r>
            <a:rPr lang="tr-TR" sz="1700" kern="1200" dirty="0" err="1"/>
            <a:t>miners</a:t>
          </a:r>
          <a:endParaRPr lang="en-US" sz="1700" kern="1200" dirty="0"/>
        </a:p>
      </dsp:txBody>
      <dsp:txXfrm>
        <a:off x="509595" y="29805"/>
        <a:ext cx="6742371" cy="452844"/>
      </dsp:txXfrm>
    </dsp:sp>
    <dsp:sp modelId="{5F7AF051-3AF2-4B0B-AE0C-6CF63B9AC5E3}">
      <dsp:nvSpPr>
        <dsp:cNvPr id="0" name=""/>
        <dsp:cNvSpPr/>
      </dsp:nvSpPr>
      <dsp:spPr>
        <a:xfrm>
          <a:off x="0" y="1589622"/>
          <a:ext cx="9701953" cy="7229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1600863"/>
              <a:satOff val="-21221"/>
              <a:lumOff val="-6666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54076" rIns="752979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700" kern="1200" dirty="0" err="1"/>
            <a:t>Unhonest</a:t>
          </a:r>
          <a:r>
            <a:rPr lang="tr-TR" sz="1700" kern="1200" dirty="0"/>
            <a:t> </a:t>
          </a:r>
          <a:r>
            <a:rPr lang="tr-TR" sz="1700" kern="1200" dirty="0" err="1"/>
            <a:t>miners</a:t>
          </a:r>
          <a:r>
            <a:rPr lang="tr-TR" sz="1700" kern="1200" dirty="0"/>
            <a:t> </a:t>
          </a:r>
          <a:r>
            <a:rPr lang="tr-TR" sz="1700" kern="1200" dirty="0" err="1"/>
            <a:t>blocks</a:t>
          </a:r>
          <a:r>
            <a:rPr lang="tr-TR" sz="1700" kern="1200" dirty="0"/>
            <a:t> </a:t>
          </a:r>
          <a:r>
            <a:rPr lang="tr-TR" sz="1700" kern="1200" dirty="0" err="1"/>
            <a:t>are</a:t>
          </a:r>
          <a:r>
            <a:rPr lang="tr-TR" sz="1700" kern="1200" dirty="0"/>
            <a:t> </a:t>
          </a:r>
          <a:r>
            <a:rPr lang="tr-TR" sz="1700" kern="1200" dirty="0" err="1"/>
            <a:t>rejected</a:t>
          </a:r>
          <a:endParaRPr lang="en-US" sz="1700" kern="1200" dirty="0"/>
        </a:p>
      </dsp:txBody>
      <dsp:txXfrm>
        <a:off x="0" y="1589622"/>
        <a:ext cx="9701953" cy="722925"/>
      </dsp:txXfrm>
    </dsp:sp>
    <dsp:sp modelId="{BABCF713-8CF6-4F41-B1B8-81A41B065DD0}">
      <dsp:nvSpPr>
        <dsp:cNvPr id="0" name=""/>
        <dsp:cNvSpPr/>
      </dsp:nvSpPr>
      <dsp:spPr>
        <a:xfrm>
          <a:off x="485097" y="1338702"/>
          <a:ext cx="6791367" cy="501840"/>
        </a:xfrm>
        <a:prstGeom prst="roundRect">
          <a:avLst/>
        </a:prstGeom>
        <a:solidFill>
          <a:schemeClr val="accent5">
            <a:hueOff val="1600863"/>
            <a:satOff val="-21221"/>
            <a:lumOff val="-666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Rejection</a:t>
          </a:r>
          <a:endParaRPr lang="en-US" sz="1700" kern="1200" dirty="0"/>
        </a:p>
      </dsp:txBody>
      <dsp:txXfrm>
        <a:off x="509595" y="1363200"/>
        <a:ext cx="6742371" cy="452844"/>
      </dsp:txXfrm>
    </dsp:sp>
    <dsp:sp modelId="{53EF8261-807B-4949-8059-564A3927AE44}">
      <dsp:nvSpPr>
        <dsp:cNvPr id="0" name=""/>
        <dsp:cNvSpPr/>
      </dsp:nvSpPr>
      <dsp:spPr>
        <a:xfrm>
          <a:off x="0" y="2655267"/>
          <a:ext cx="9701953" cy="9906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54076" rIns="752979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 dirty="0"/>
            <a:t>lose the reward</a:t>
          </a:r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 dirty="0"/>
            <a:t>waste the</a:t>
          </a:r>
          <a:r>
            <a:rPr lang="tr-TR" sz="1700" kern="1200" dirty="0"/>
            <a:t> </a:t>
          </a:r>
          <a:r>
            <a:rPr lang="en-US" sz="1700" kern="1200" dirty="0"/>
            <a:t>effort to find a Proof-of-Work solution</a:t>
          </a:r>
        </a:p>
      </dsp:txBody>
      <dsp:txXfrm>
        <a:off x="0" y="2655267"/>
        <a:ext cx="9701953" cy="990675"/>
      </dsp:txXfrm>
    </dsp:sp>
    <dsp:sp modelId="{551ED0E0-CC2F-4034-BF1F-AC6547757345}">
      <dsp:nvSpPr>
        <dsp:cNvPr id="0" name=""/>
        <dsp:cNvSpPr/>
      </dsp:nvSpPr>
      <dsp:spPr>
        <a:xfrm>
          <a:off x="485097" y="2404347"/>
          <a:ext cx="6791367" cy="50184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Harm</a:t>
          </a:r>
          <a:r>
            <a:rPr lang="tr-TR" sz="1700" kern="1200" dirty="0"/>
            <a:t> </a:t>
          </a:r>
          <a:r>
            <a:rPr lang="tr-TR" sz="1700" kern="1200" dirty="0" err="1"/>
            <a:t>to</a:t>
          </a:r>
          <a:r>
            <a:rPr lang="tr-TR" sz="1700" kern="1200" dirty="0"/>
            <a:t> </a:t>
          </a:r>
          <a:r>
            <a:rPr lang="tr-TR" sz="1700" kern="1200" dirty="0" err="1"/>
            <a:t>unhonest</a:t>
          </a:r>
          <a:r>
            <a:rPr lang="tr-TR" sz="1700" kern="1200" dirty="0"/>
            <a:t> </a:t>
          </a:r>
          <a:r>
            <a:rPr lang="tr-TR" sz="1700" kern="1200" dirty="0" err="1"/>
            <a:t>miners</a:t>
          </a:r>
          <a:endParaRPr lang="en-US" sz="1700" kern="1200" dirty="0"/>
        </a:p>
      </dsp:txBody>
      <dsp:txXfrm>
        <a:off x="509595" y="2428845"/>
        <a:ext cx="6742371" cy="452844"/>
      </dsp:txXfrm>
    </dsp:sp>
  </dsp:spTree>
</dsp:drawing>
</file>

<file path=ppt/diagrams/drawing6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B9FBCFE-DB2B-487A-B99B-3A35E16FFCAD}">
      <dsp:nvSpPr>
        <dsp:cNvPr id="0" name=""/>
        <dsp:cNvSpPr/>
      </dsp:nvSpPr>
      <dsp:spPr>
        <a:xfrm>
          <a:off x="0" y="336071"/>
          <a:ext cx="8770571" cy="1209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33248" rIns="680694" bIns="113792" numCol="1" spcCol="1270" anchor="t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 dirty="0"/>
            <a:t>The miners have to construct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 dirty="0"/>
            <a:t>a perfect block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600" kern="1200" dirty="0" err="1"/>
            <a:t>mined</a:t>
          </a:r>
          <a:r>
            <a:rPr lang="tr-TR" sz="1600" kern="1200" dirty="0"/>
            <a:t> </a:t>
          </a:r>
          <a:r>
            <a:rPr lang="tr-TR" sz="1600" kern="1200" dirty="0" err="1"/>
            <a:t>with</a:t>
          </a:r>
          <a:r>
            <a:rPr lang="tr-TR" sz="1600" kern="1200" dirty="0"/>
            <a:t> </a:t>
          </a:r>
          <a:r>
            <a:rPr lang="tr-TR" sz="1600" kern="1200" dirty="0" err="1"/>
            <a:t>correct</a:t>
          </a:r>
          <a:r>
            <a:rPr lang="tr-TR" sz="1600" kern="1200" dirty="0"/>
            <a:t> </a:t>
          </a:r>
          <a:r>
            <a:rPr lang="tr-TR" sz="1600" kern="1200" dirty="0" err="1"/>
            <a:t>Proof</a:t>
          </a:r>
          <a:r>
            <a:rPr lang="tr-TR" sz="1600" kern="1200" dirty="0"/>
            <a:t>-of-</a:t>
          </a:r>
          <a:r>
            <a:rPr lang="tr-TR" sz="1600" kern="1200" dirty="0" err="1"/>
            <a:t>Work</a:t>
          </a:r>
          <a:r>
            <a:rPr lang="tr-TR" sz="1600" kern="1200" dirty="0"/>
            <a:t> </a:t>
          </a:r>
          <a:r>
            <a:rPr lang="tr-TR" sz="1600" kern="1200" dirty="0" err="1"/>
            <a:t>algorithm</a:t>
          </a:r>
          <a:endParaRPr lang="en-US" sz="1600" kern="1200" dirty="0"/>
        </a:p>
      </dsp:txBody>
      <dsp:txXfrm>
        <a:off x="0" y="336071"/>
        <a:ext cx="8770571" cy="1209600"/>
      </dsp:txXfrm>
    </dsp:sp>
    <dsp:sp modelId="{3B412572-5D24-498C-987C-B11EFCE2BCA0}">
      <dsp:nvSpPr>
        <dsp:cNvPr id="0" name=""/>
        <dsp:cNvSpPr/>
      </dsp:nvSpPr>
      <dsp:spPr>
        <a:xfrm>
          <a:off x="438528" y="99911"/>
          <a:ext cx="6139399" cy="47232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/>
            <a:t>Perfect </a:t>
          </a:r>
          <a:r>
            <a:rPr lang="tr-TR" sz="1600" kern="1200" dirty="0" err="1"/>
            <a:t>block</a:t>
          </a:r>
          <a:endParaRPr lang="en-US" sz="1600" kern="1200" dirty="0"/>
        </a:p>
      </dsp:txBody>
      <dsp:txXfrm>
        <a:off x="461585" y="122968"/>
        <a:ext cx="6093285" cy="426206"/>
      </dsp:txXfrm>
    </dsp:sp>
    <dsp:sp modelId="{346320D5-CE03-4F2F-B352-0DAFFD64A7FC}">
      <dsp:nvSpPr>
        <dsp:cNvPr id="0" name=""/>
        <dsp:cNvSpPr/>
      </dsp:nvSpPr>
      <dsp:spPr>
        <a:xfrm>
          <a:off x="0" y="1868231"/>
          <a:ext cx="8770571" cy="680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1600863"/>
              <a:satOff val="-21221"/>
              <a:lumOff val="-6666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33248" rIns="680694" bIns="113792" numCol="1" spcCol="1270" anchor="t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 dirty="0"/>
            <a:t>based</a:t>
          </a:r>
          <a:r>
            <a:rPr lang="tr-TR" sz="1600" kern="1200" dirty="0"/>
            <a:t> </a:t>
          </a:r>
          <a:r>
            <a:rPr lang="en-US" sz="1600" kern="1200" dirty="0"/>
            <a:t>on the shared rules</a:t>
          </a:r>
        </a:p>
      </dsp:txBody>
      <dsp:txXfrm>
        <a:off x="0" y="1868231"/>
        <a:ext cx="8770571" cy="680400"/>
      </dsp:txXfrm>
    </dsp:sp>
    <dsp:sp modelId="{653D2681-2CEE-4874-AC07-EFE690AF0EEB}">
      <dsp:nvSpPr>
        <dsp:cNvPr id="0" name=""/>
        <dsp:cNvSpPr/>
      </dsp:nvSpPr>
      <dsp:spPr>
        <a:xfrm>
          <a:off x="438528" y="1632071"/>
          <a:ext cx="6139399" cy="472320"/>
        </a:xfrm>
        <a:prstGeom prst="roundRect">
          <a:avLst/>
        </a:prstGeom>
        <a:solidFill>
          <a:schemeClr val="accent5">
            <a:hueOff val="1600863"/>
            <a:satOff val="-21221"/>
            <a:lumOff val="-666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/>
            <a:t>Base</a:t>
          </a:r>
          <a:endParaRPr lang="en-US" sz="1600" kern="1200" dirty="0"/>
        </a:p>
      </dsp:txBody>
      <dsp:txXfrm>
        <a:off x="461585" y="1655128"/>
        <a:ext cx="6093285" cy="426206"/>
      </dsp:txXfrm>
    </dsp:sp>
    <dsp:sp modelId="{C06CD2BE-9EDD-4009-A24D-1BA1904EBFA6}">
      <dsp:nvSpPr>
        <dsp:cNvPr id="0" name=""/>
        <dsp:cNvSpPr/>
      </dsp:nvSpPr>
      <dsp:spPr>
        <a:xfrm>
          <a:off x="0" y="2871192"/>
          <a:ext cx="8770571" cy="680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33248" rIns="680694" bIns="113792" numCol="1" spcCol="1270" anchor="t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 dirty="0"/>
            <a:t>all nodes follow</a:t>
          </a:r>
        </a:p>
      </dsp:txBody>
      <dsp:txXfrm>
        <a:off x="0" y="2871192"/>
        <a:ext cx="8770571" cy="680400"/>
      </dsp:txXfrm>
    </dsp:sp>
    <dsp:sp modelId="{51B0BF9C-13A4-411D-9A83-71B22C41D5F5}">
      <dsp:nvSpPr>
        <dsp:cNvPr id="0" name=""/>
        <dsp:cNvSpPr/>
      </dsp:nvSpPr>
      <dsp:spPr>
        <a:xfrm>
          <a:off x="438528" y="2635032"/>
          <a:ext cx="6139399" cy="47232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 err="1"/>
            <a:t>Common</a:t>
          </a:r>
          <a:r>
            <a:rPr lang="tr-TR" sz="1600" kern="1200" dirty="0"/>
            <a:t> </a:t>
          </a:r>
          <a:r>
            <a:rPr lang="tr-TR" sz="1600" kern="1200" dirty="0" err="1"/>
            <a:t>practice</a:t>
          </a:r>
          <a:endParaRPr lang="en-US" sz="1600" kern="1200" dirty="0"/>
        </a:p>
      </dsp:txBody>
      <dsp:txXfrm>
        <a:off x="461585" y="2658089"/>
        <a:ext cx="6093285" cy="426206"/>
      </dsp:txXfrm>
    </dsp:sp>
  </dsp:spTree>
</dsp:drawing>
</file>

<file path=ppt/diagrams/drawing6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79DA067-7E8A-4BCC-9068-322137EEBFFC}">
      <dsp:nvSpPr>
        <dsp:cNvPr id="0" name=""/>
        <dsp:cNvSpPr/>
      </dsp:nvSpPr>
      <dsp:spPr>
        <a:xfrm>
          <a:off x="0" y="297897"/>
          <a:ext cx="8770938" cy="7575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722" tIns="270764" rIns="680722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The block data structure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is syntactically valid</a:t>
          </a:r>
        </a:p>
      </dsp:txBody>
      <dsp:txXfrm>
        <a:off x="0" y="297897"/>
        <a:ext cx="8770938" cy="757575"/>
      </dsp:txXfrm>
    </dsp:sp>
    <dsp:sp modelId="{E64DD0E7-57FD-400E-B71B-FC55597EED6F}">
      <dsp:nvSpPr>
        <dsp:cNvPr id="0" name=""/>
        <dsp:cNvSpPr/>
      </dsp:nvSpPr>
      <dsp:spPr>
        <a:xfrm>
          <a:off x="438546" y="106017"/>
          <a:ext cx="6139656" cy="38376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 dirty="0" err="1"/>
            <a:t>Sytactic</a:t>
          </a:r>
          <a:r>
            <a:rPr lang="tr-TR" sz="1300" kern="1200" dirty="0"/>
            <a:t> </a:t>
          </a:r>
          <a:r>
            <a:rPr lang="tr-TR" sz="1300" kern="1200" dirty="0" err="1"/>
            <a:t>validation</a:t>
          </a:r>
          <a:endParaRPr lang="en-US" sz="1300" kern="1200" dirty="0"/>
        </a:p>
      </dsp:txBody>
      <dsp:txXfrm>
        <a:off x="457280" y="124751"/>
        <a:ext cx="6102188" cy="346292"/>
      </dsp:txXfrm>
    </dsp:sp>
    <dsp:sp modelId="{E9EBDC4F-9606-49D0-92F8-2595BFEF0230}">
      <dsp:nvSpPr>
        <dsp:cNvPr id="0" name=""/>
        <dsp:cNvSpPr/>
      </dsp:nvSpPr>
      <dsp:spPr>
        <a:xfrm>
          <a:off x="0" y="1317552"/>
          <a:ext cx="8770938" cy="9828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1600863"/>
              <a:satOff val="-21221"/>
              <a:lumOff val="-6666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722" tIns="270764" rIns="680722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The block header hash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is less than the target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enforces the Proof-of-Work</a:t>
          </a:r>
        </a:p>
      </dsp:txBody>
      <dsp:txXfrm>
        <a:off x="0" y="1317552"/>
        <a:ext cx="8770938" cy="982800"/>
      </dsp:txXfrm>
    </dsp:sp>
    <dsp:sp modelId="{662233CF-7730-41B2-AA65-17210FCBE809}">
      <dsp:nvSpPr>
        <dsp:cNvPr id="0" name=""/>
        <dsp:cNvSpPr/>
      </dsp:nvSpPr>
      <dsp:spPr>
        <a:xfrm>
          <a:off x="438546" y="1125672"/>
          <a:ext cx="6139656" cy="383760"/>
        </a:xfrm>
        <a:prstGeom prst="roundRect">
          <a:avLst/>
        </a:prstGeom>
        <a:solidFill>
          <a:schemeClr val="accent5">
            <a:hueOff val="1600863"/>
            <a:satOff val="-21221"/>
            <a:lumOff val="-666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 dirty="0" err="1"/>
            <a:t>Valid</a:t>
          </a:r>
          <a:r>
            <a:rPr lang="tr-TR" sz="1300" kern="1200" dirty="0"/>
            <a:t> </a:t>
          </a:r>
          <a:r>
            <a:rPr lang="tr-TR" sz="1300" kern="1200" dirty="0" err="1"/>
            <a:t>hashing</a:t>
          </a:r>
          <a:endParaRPr lang="en-US" sz="1300" kern="1200" dirty="0"/>
        </a:p>
      </dsp:txBody>
      <dsp:txXfrm>
        <a:off x="457280" y="1144406"/>
        <a:ext cx="6102188" cy="346292"/>
      </dsp:txXfrm>
    </dsp:sp>
    <dsp:sp modelId="{D1E3271C-6D01-47AE-A86C-5D412C21064C}">
      <dsp:nvSpPr>
        <dsp:cNvPr id="0" name=""/>
        <dsp:cNvSpPr/>
      </dsp:nvSpPr>
      <dsp:spPr>
        <a:xfrm>
          <a:off x="0" y="2562432"/>
          <a:ext cx="8770938" cy="9828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722" tIns="270764" rIns="680722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The block timestamp</a:t>
          </a:r>
          <a:r>
            <a:rPr lang="tr-TR" sz="1300" kern="1200" dirty="0"/>
            <a:t> </a:t>
          </a:r>
          <a:r>
            <a:rPr lang="en-US" sz="1300" kern="1200" dirty="0"/>
            <a:t>is less than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two hours</a:t>
          </a:r>
          <a:r>
            <a:rPr lang="tr-TR" sz="1300" kern="1200" dirty="0"/>
            <a:t> </a:t>
          </a:r>
          <a:r>
            <a:rPr lang="en-US" sz="1300" kern="1200" dirty="0"/>
            <a:t>in the future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allowing for time</a:t>
          </a:r>
          <a:r>
            <a:rPr lang="tr-TR" sz="1300" kern="1200" dirty="0"/>
            <a:t> </a:t>
          </a:r>
          <a:r>
            <a:rPr lang="en-US" sz="1300" kern="1200" dirty="0"/>
            <a:t>errors</a:t>
          </a:r>
        </a:p>
      </dsp:txBody>
      <dsp:txXfrm>
        <a:off x="0" y="2562432"/>
        <a:ext cx="8770938" cy="982800"/>
      </dsp:txXfrm>
    </dsp:sp>
    <dsp:sp modelId="{D8C8F160-4B42-46BD-A5BF-AAE3874872E2}">
      <dsp:nvSpPr>
        <dsp:cNvPr id="0" name=""/>
        <dsp:cNvSpPr/>
      </dsp:nvSpPr>
      <dsp:spPr>
        <a:xfrm>
          <a:off x="438546" y="2370552"/>
          <a:ext cx="6139656" cy="38376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 dirty="0" err="1"/>
            <a:t>Two</a:t>
          </a:r>
          <a:r>
            <a:rPr lang="tr-TR" sz="1300" kern="1200" dirty="0"/>
            <a:t> </a:t>
          </a:r>
          <a:r>
            <a:rPr lang="tr-TR" sz="1300" kern="1200" dirty="0" err="1"/>
            <a:t>hourse</a:t>
          </a:r>
          <a:r>
            <a:rPr lang="tr-TR" sz="1300" kern="1200" dirty="0"/>
            <a:t> </a:t>
          </a:r>
          <a:r>
            <a:rPr lang="tr-TR" sz="1300" kern="1200" dirty="0" err="1"/>
            <a:t>rule</a:t>
          </a:r>
          <a:endParaRPr lang="en-US" sz="1300" kern="1200" dirty="0"/>
        </a:p>
      </dsp:txBody>
      <dsp:txXfrm>
        <a:off x="457280" y="2389286"/>
        <a:ext cx="6102188" cy="346292"/>
      </dsp:txXfrm>
    </dsp:sp>
  </dsp:spTree>
</dsp:drawing>
</file>

<file path=ppt/diagrams/drawing6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41965FF-1B4A-4D2F-8DBC-1EC8455B0D29}">
      <dsp:nvSpPr>
        <dsp:cNvPr id="0" name=""/>
        <dsp:cNvSpPr/>
      </dsp:nvSpPr>
      <dsp:spPr>
        <a:xfrm>
          <a:off x="0" y="301654"/>
          <a:ext cx="9701953" cy="8158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91592" rIns="752979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 dirty="0"/>
            <a:t>The block size is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within acceptable limits</a:t>
          </a:r>
        </a:p>
      </dsp:txBody>
      <dsp:txXfrm>
        <a:off x="0" y="301654"/>
        <a:ext cx="9701953" cy="815850"/>
      </dsp:txXfrm>
    </dsp:sp>
    <dsp:sp modelId="{01CEFA08-2812-4F52-9DA6-081BA17C57C5}">
      <dsp:nvSpPr>
        <dsp:cNvPr id="0" name=""/>
        <dsp:cNvSpPr/>
      </dsp:nvSpPr>
      <dsp:spPr>
        <a:xfrm>
          <a:off x="485097" y="95014"/>
          <a:ext cx="6791367" cy="41328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 dirty="0" err="1"/>
            <a:t>Block</a:t>
          </a:r>
          <a:r>
            <a:rPr lang="tr-TR" sz="1400" kern="1200" dirty="0"/>
            <a:t> size</a:t>
          </a:r>
          <a:endParaRPr lang="en-US" sz="1400" kern="1200" dirty="0"/>
        </a:p>
      </dsp:txBody>
      <dsp:txXfrm>
        <a:off x="505272" y="115189"/>
        <a:ext cx="6751017" cy="372930"/>
      </dsp:txXfrm>
    </dsp:sp>
    <dsp:sp modelId="{AC2E31C8-193D-4A32-9966-7B074F34C40B}">
      <dsp:nvSpPr>
        <dsp:cNvPr id="0" name=""/>
        <dsp:cNvSpPr/>
      </dsp:nvSpPr>
      <dsp:spPr>
        <a:xfrm>
          <a:off x="0" y="1399744"/>
          <a:ext cx="9701953" cy="1058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1600863"/>
              <a:satOff val="-21221"/>
              <a:lumOff val="-6666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91592" rIns="752979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 dirty="0"/>
            <a:t>The first transaction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 dirty="0"/>
            <a:t>and only the first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is </a:t>
          </a:r>
          <a:r>
            <a:rPr lang="en-US" sz="1400" kern="1200" dirty="0"/>
            <a:t>a </a:t>
          </a:r>
          <a:r>
            <a:rPr lang="en-US" sz="1400" kern="1200" dirty="0" err="1"/>
            <a:t>coinbase</a:t>
          </a:r>
          <a:r>
            <a:rPr lang="en-US" sz="1400" kern="1200" dirty="0"/>
            <a:t> transaction</a:t>
          </a:r>
        </a:p>
      </dsp:txBody>
      <dsp:txXfrm>
        <a:off x="0" y="1399744"/>
        <a:ext cx="9701953" cy="1058400"/>
      </dsp:txXfrm>
    </dsp:sp>
    <dsp:sp modelId="{4F0DE946-5F4A-4D7F-96E0-8702B56146BE}">
      <dsp:nvSpPr>
        <dsp:cNvPr id="0" name=""/>
        <dsp:cNvSpPr/>
      </dsp:nvSpPr>
      <dsp:spPr>
        <a:xfrm>
          <a:off x="485097" y="1193105"/>
          <a:ext cx="6791367" cy="413280"/>
        </a:xfrm>
        <a:prstGeom prst="roundRect">
          <a:avLst/>
        </a:prstGeom>
        <a:solidFill>
          <a:schemeClr val="accent5">
            <a:hueOff val="1600863"/>
            <a:satOff val="-21221"/>
            <a:lumOff val="-666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 dirty="0" err="1"/>
            <a:t>Coinbase</a:t>
          </a:r>
          <a:r>
            <a:rPr lang="tr-TR" sz="1400" kern="1200" dirty="0"/>
            <a:t> </a:t>
          </a:r>
          <a:r>
            <a:rPr lang="tr-TR" sz="1400" kern="1200" dirty="0" err="1"/>
            <a:t>transaction</a:t>
          </a:r>
          <a:endParaRPr lang="en-US" sz="1400" kern="1200" dirty="0"/>
        </a:p>
      </dsp:txBody>
      <dsp:txXfrm>
        <a:off x="505272" y="1213280"/>
        <a:ext cx="6751017" cy="372930"/>
      </dsp:txXfrm>
    </dsp:sp>
    <dsp:sp modelId="{F992D2D2-E69F-4E2A-B18E-68F5E7AB3846}">
      <dsp:nvSpPr>
        <dsp:cNvPr id="0" name=""/>
        <dsp:cNvSpPr/>
      </dsp:nvSpPr>
      <dsp:spPr>
        <a:xfrm>
          <a:off x="0" y="2740385"/>
          <a:ext cx="9701953" cy="8158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91592" rIns="752979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 dirty="0"/>
            <a:t>All transactions within the block are valid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using </a:t>
          </a:r>
          <a:r>
            <a:rPr lang="en-US" sz="1400" kern="1200" dirty="0"/>
            <a:t>the transaction checklist</a:t>
          </a:r>
        </a:p>
      </dsp:txBody>
      <dsp:txXfrm>
        <a:off x="0" y="2740385"/>
        <a:ext cx="9701953" cy="815850"/>
      </dsp:txXfrm>
    </dsp:sp>
    <dsp:sp modelId="{25488EF8-3667-49A7-8B21-D5D4F1984082}">
      <dsp:nvSpPr>
        <dsp:cNvPr id="0" name=""/>
        <dsp:cNvSpPr/>
      </dsp:nvSpPr>
      <dsp:spPr>
        <a:xfrm>
          <a:off x="485097" y="2533744"/>
          <a:ext cx="6791367" cy="41328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 dirty="0" err="1"/>
            <a:t>Transactions</a:t>
          </a:r>
          <a:r>
            <a:rPr lang="tr-TR" sz="1400" kern="1200" dirty="0"/>
            <a:t> </a:t>
          </a:r>
          <a:r>
            <a:rPr lang="tr-TR" sz="1400" kern="1200" dirty="0" err="1"/>
            <a:t>are</a:t>
          </a:r>
          <a:r>
            <a:rPr lang="tr-TR" sz="1400" kern="1200" dirty="0"/>
            <a:t> </a:t>
          </a:r>
          <a:r>
            <a:rPr lang="tr-TR" sz="1400" kern="1200" dirty="0" err="1"/>
            <a:t>valid</a:t>
          </a:r>
          <a:endParaRPr lang="en-US" sz="1400" kern="1200" dirty="0"/>
        </a:p>
      </dsp:txBody>
      <dsp:txXfrm>
        <a:off x="505272" y="2553919"/>
        <a:ext cx="6751017" cy="372930"/>
      </dsp:txXfrm>
    </dsp:sp>
  </dsp:spTree>
</dsp:drawing>
</file>

<file path=ppt/diagrams/drawing6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A8C3752-76A8-4D4B-8A39-7B0373878AF3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7235302-5FD1-4016-80DE-1E1A0A545384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The final step in decentralized consensus</a:t>
          </a:r>
        </a:p>
      </dsp:txBody>
      <dsp:txXfrm>
        <a:off x="152976" y="1981055"/>
        <a:ext cx="4320000" cy="648000"/>
      </dsp:txXfrm>
    </dsp:sp>
    <dsp:sp modelId="{30B78663-2F7F-4851-8BD7-DFE4A7331F9E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assembly of</a:t>
          </a:r>
          <a:r>
            <a:rPr lang="tr-TR" sz="1500" kern="1200"/>
            <a:t> </a:t>
          </a:r>
          <a:r>
            <a:rPr lang="en-US" sz="1500" kern="1200"/>
            <a:t>blocks into chains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the selection of the chain with the most Proof-of-Work</a:t>
          </a:r>
        </a:p>
      </dsp:txBody>
      <dsp:txXfrm>
        <a:off x="152976" y="2688423"/>
        <a:ext cx="4320000" cy="621412"/>
      </dsp:txXfrm>
    </dsp:sp>
    <dsp:sp modelId="{F9E878D8-B624-4477-96FB-40B4D162A545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918EB31-9F48-4098-9535-C04EDC14190A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Block sets</a:t>
          </a:r>
          <a:endParaRPr lang="en-US" sz="2000" kern="1200"/>
        </a:p>
      </dsp:txBody>
      <dsp:txXfrm>
        <a:off x="5228976" y="1981055"/>
        <a:ext cx="4320000" cy="648000"/>
      </dsp:txXfrm>
    </dsp:sp>
    <dsp:sp modelId="{7E139EEC-85F9-4960-8B38-3362AD8A1298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Nodes maintain three sets of blocks: </a:t>
          </a:r>
        </a:p>
      </dsp:txBody>
      <dsp:txXfrm>
        <a:off x="5228976" y="2688423"/>
        <a:ext cx="4320000" cy="621412"/>
      </dsp:txXfrm>
    </dsp:sp>
  </dsp:spTree>
</dsp:drawing>
</file>

<file path=ppt/diagrams/drawing6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F872425-05A5-4EBE-9FE8-62126CFA818C}">
      <dsp:nvSpPr>
        <dsp:cNvPr id="0" name=""/>
        <dsp:cNvSpPr/>
      </dsp:nvSpPr>
      <dsp:spPr>
        <a:xfrm>
          <a:off x="0" y="370842"/>
          <a:ext cx="9701953" cy="8079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95732" rIns="752979" bIns="135128" numCol="1" spcCol="1270" anchor="t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those connected to the main blockchain </a:t>
          </a:r>
        </a:p>
      </dsp:txBody>
      <dsp:txXfrm>
        <a:off x="0" y="370842"/>
        <a:ext cx="9701953" cy="807975"/>
      </dsp:txXfrm>
    </dsp:sp>
    <dsp:sp modelId="{33BAA1E0-4D04-408C-ACBA-D2B10075E9AD}">
      <dsp:nvSpPr>
        <dsp:cNvPr id="0" name=""/>
        <dsp:cNvSpPr/>
      </dsp:nvSpPr>
      <dsp:spPr>
        <a:xfrm>
          <a:off x="485097" y="90402"/>
          <a:ext cx="6791367" cy="56088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Primary chains</a:t>
          </a:r>
          <a:endParaRPr lang="en-US" sz="1900" kern="1200"/>
        </a:p>
      </dsp:txBody>
      <dsp:txXfrm>
        <a:off x="512477" y="117782"/>
        <a:ext cx="6736607" cy="506120"/>
      </dsp:txXfrm>
    </dsp:sp>
    <dsp:sp modelId="{6A6CFBE5-50E8-470F-914F-C44966E20AF2}">
      <dsp:nvSpPr>
        <dsp:cNvPr id="0" name=""/>
        <dsp:cNvSpPr/>
      </dsp:nvSpPr>
      <dsp:spPr>
        <a:xfrm>
          <a:off x="0" y="1561857"/>
          <a:ext cx="9701953" cy="8079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3703935"/>
              <a:satOff val="-1375"/>
              <a:lumOff val="3138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95732" rIns="752979" bIns="135128" numCol="1" spcCol="1270" anchor="t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those</a:t>
          </a:r>
          <a:r>
            <a:rPr lang="tr-TR" sz="1900" kern="1200"/>
            <a:t> </a:t>
          </a:r>
          <a:r>
            <a:rPr lang="en-US" sz="1900" kern="1200"/>
            <a:t>that form branches off the main blockchain</a:t>
          </a:r>
        </a:p>
      </dsp:txBody>
      <dsp:txXfrm>
        <a:off x="0" y="1561857"/>
        <a:ext cx="9701953" cy="807975"/>
      </dsp:txXfrm>
    </dsp:sp>
    <dsp:sp modelId="{148FF7B5-3BFA-4889-9969-35C634E90593}">
      <dsp:nvSpPr>
        <dsp:cNvPr id="0" name=""/>
        <dsp:cNvSpPr/>
      </dsp:nvSpPr>
      <dsp:spPr>
        <a:xfrm>
          <a:off x="485097" y="1281417"/>
          <a:ext cx="6791367" cy="560880"/>
        </a:xfrm>
        <a:prstGeom prst="roundRect">
          <a:avLst/>
        </a:prstGeom>
        <a:solidFill>
          <a:schemeClr val="accent2">
            <a:hueOff val="-3703935"/>
            <a:satOff val="-1375"/>
            <a:lumOff val="313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Secondary chains</a:t>
          </a:r>
          <a:endParaRPr lang="en-US" sz="1900" kern="1200"/>
        </a:p>
      </dsp:txBody>
      <dsp:txXfrm>
        <a:off x="512477" y="1308797"/>
        <a:ext cx="6736607" cy="506120"/>
      </dsp:txXfrm>
    </dsp:sp>
    <dsp:sp modelId="{DB99E77B-BE93-44BC-BC49-EB77058179F8}">
      <dsp:nvSpPr>
        <dsp:cNvPr id="0" name=""/>
        <dsp:cNvSpPr/>
      </dsp:nvSpPr>
      <dsp:spPr>
        <a:xfrm>
          <a:off x="0" y="2752872"/>
          <a:ext cx="9701953" cy="8079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7407870"/>
              <a:satOff val="-2749"/>
              <a:lumOff val="6275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95732" rIns="752979" bIns="135128" numCol="1" spcCol="1270" anchor="t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blocks</a:t>
          </a:r>
          <a:r>
            <a:rPr lang="tr-TR" sz="1900" kern="1200"/>
            <a:t> </a:t>
          </a:r>
          <a:r>
            <a:rPr lang="en-US" sz="1900" kern="1200"/>
            <a:t>that do not have a known parent in the known chains</a:t>
          </a:r>
        </a:p>
      </dsp:txBody>
      <dsp:txXfrm>
        <a:off x="0" y="2752872"/>
        <a:ext cx="9701953" cy="807975"/>
      </dsp:txXfrm>
    </dsp:sp>
    <dsp:sp modelId="{0CCCDF6D-1EA5-4D40-B360-94DD544B8C92}">
      <dsp:nvSpPr>
        <dsp:cNvPr id="0" name=""/>
        <dsp:cNvSpPr/>
      </dsp:nvSpPr>
      <dsp:spPr>
        <a:xfrm>
          <a:off x="485097" y="2472432"/>
          <a:ext cx="6791367" cy="560880"/>
        </a:xfrm>
        <a:prstGeom prst="roundRect">
          <a:avLst/>
        </a:prstGeom>
        <a:solidFill>
          <a:schemeClr val="accent2">
            <a:hueOff val="-7407870"/>
            <a:satOff val="-2749"/>
            <a:lumOff val="62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/>
            <a:t>orphans</a:t>
          </a:r>
        </a:p>
      </dsp:txBody>
      <dsp:txXfrm>
        <a:off x="512477" y="2499812"/>
        <a:ext cx="6736607" cy="506120"/>
      </dsp:txXfrm>
    </dsp:sp>
  </dsp:spTree>
</dsp:drawing>
</file>

<file path=ppt/diagrams/drawing6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893AF80-F58C-4A18-B750-F34317A9C64F}">
      <dsp:nvSpPr>
        <dsp:cNvPr id="0" name=""/>
        <dsp:cNvSpPr/>
      </dsp:nvSpPr>
      <dsp:spPr>
        <a:xfrm>
          <a:off x="0" y="297897"/>
          <a:ext cx="8770938" cy="7575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722" tIns="270764" rIns="680722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has the most cumulative</a:t>
          </a:r>
          <a:r>
            <a:rPr lang="tr-TR" sz="1300" kern="1200" dirty="0"/>
            <a:t> </a:t>
          </a:r>
          <a:r>
            <a:rPr lang="tr-TR" sz="1300" kern="1200" dirty="0" err="1"/>
            <a:t>Proof</a:t>
          </a:r>
          <a:r>
            <a:rPr lang="tr-TR" sz="1300" kern="1200" dirty="0"/>
            <a:t>-of-</a:t>
          </a:r>
          <a:r>
            <a:rPr lang="tr-TR" sz="1300" kern="1200" dirty="0" err="1"/>
            <a:t>Work</a:t>
          </a:r>
          <a:endParaRPr lang="en-US" sz="1300" kern="1200" dirty="0"/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300" kern="1200"/>
            <a:t>associated </a:t>
          </a:r>
          <a:r>
            <a:rPr lang="tr-TR" sz="1300" kern="1200" dirty="0" err="1"/>
            <a:t>with</a:t>
          </a:r>
          <a:r>
            <a:rPr lang="tr-TR" sz="1300" kern="1200" dirty="0"/>
            <a:t> it.</a:t>
          </a:r>
          <a:endParaRPr lang="en-US" sz="1300" kern="1200" dirty="0"/>
        </a:p>
      </dsp:txBody>
      <dsp:txXfrm>
        <a:off x="0" y="297897"/>
        <a:ext cx="8770938" cy="757575"/>
      </dsp:txXfrm>
    </dsp:sp>
    <dsp:sp modelId="{42609481-8ABB-485D-882D-5E77CF4214C9}">
      <dsp:nvSpPr>
        <dsp:cNvPr id="0" name=""/>
        <dsp:cNvSpPr/>
      </dsp:nvSpPr>
      <dsp:spPr>
        <a:xfrm>
          <a:off x="438546" y="106017"/>
          <a:ext cx="6139656" cy="38376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i="1" kern="1200" dirty="0"/>
            <a:t>valid </a:t>
          </a:r>
          <a:r>
            <a:rPr lang="en-US" sz="1300" kern="1200" dirty="0"/>
            <a:t>chain of blocks</a:t>
          </a:r>
        </a:p>
      </dsp:txBody>
      <dsp:txXfrm>
        <a:off x="457280" y="124751"/>
        <a:ext cx="6102188" cy="346292"/>
      </dsp:txXfrm>
    </dsp:sp>
    <dsp:sp modelId="{8E284700-9986-4759-AD2C-B8AE97C26815}">
      <dsp:nvSpPr>
        <dsp:cNvPr id="0" name=""/>
        <dsp:cNvSpPr/>
      </dsp:nvSpPr>
      <dsp:spPr>
        <a:xfrm>
          <a:off x="0" y="1317552"/>
          <a:ext cx="8770938" cy="9828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1600863"/>
              <a:satOff val="-21221"/>
              <a:lumOff val="-6666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722" tIns="270764" rIns="680722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will also have branches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with blocks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that </a:t>
          </a:r>
          <a:r>
            <a:rPr lang="en-US" sz="1300" kern="1200" dirty="0"/>
            <a:t>are “siblings”</a:t>
          </a:r>
          <a:r>
            <a:rPr lang="tr-TR" sz="1300" kern="1200" dirty="0"/>
            <a:t> </a:t>
          </a:r>
          <a:r>
            <a:rPr lang="en-US" sz="1300" kern="1200" dirty="0"/>
            <a:t>to the blocks on the main chain</a:t>
          </a:r>
        </a:p>
      </dsp:txBody>
      <dsp:txXfrm>
        <a:off x="0" y="1317552"/>
        <a:ext cx="8770938" cy="982800"/>
      </dsp:txXfrm>
    </dsp:sp>
    <dsp:sp modelId="{CCED1600-00A3-4C72-A92B-1932B6A3E107}">
      <dsp:nvSpPr>
        <dsp:cNvPr id="0" name=""/>
        <dsp:cNvSpPr/>
      </dsp:nvSpPr>
      <dsp:spPr>
        <a:xfrm>
          <a:off x="438546" y="1125672"/>
          <a:ext cx="6139656" cy="383760"/>
        </a:xfrm>
        <a:prstGeom prst="roundRect">
          <a:avLst/>
        </a:prstGeom>
        <a:solidFill>
          <a:schemeClr val="accent5">
            <a:hueOff val="1600863"/>
            <a:satOff val="-21221"/>
            <a:lumOff val="-666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The main chain</a:t>
          </a:r>
        </a:p>
      </dsp:txBody>
      <dsp:txXfrm>
        <a:off x="457280" y="1144406"/>
        <a:ext cx="6102188" cy="346292"/>
      </dsp:txXfrm>
    </dsp:sp>
    <dsp:sp modelId="{BC36BD5F-3181-456C-B42D-3E2E244C3E0C}">
      <dsp:nvSpPr>
        <dsp:cNvPr id="0" name=""/>
        <dsp:cNvSpPr/>
      </dsp:nvSpPr>
      <dsp:spPr>
        <a:xfrm>
          <a:off x="0" y="2562432"/>
          <a:ext cx="8770938" cy="9828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722" tIns="270764" rIns="680722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for future reference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in case one of those chains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is </a:t>
          </a:r>
          <a:r>
            <a:rPr lang="en-US" sz="1300" kern="1200" dirty="0"/>
            <a:t>extended to</a:t>
          </a:r>
          <a:r>
            <a:rPr lang="tr-TR" sz="1300" kern="1200" dirty="0"/>
            <a:t> </a:t>
          </a:r>
          <a:r>
            <a:rPr lang="en-US" sz="1300" kern="1200" dirty="0"/>
            <a:t>exceed the main chain in work</a:t>
          </a:r>
        </a:p>
      </dsp:txBody>
      <dsp:txXfrm>
        <a:off x="0" y="2562432"/>
        <a:ext cx="8770938" cy="982800"/>
      </dsp:txXfrm>
    </dsp:sp>
    <dsp:sp modelId="{83F39091-57C4-42F9-A7DA-13C51A0782BA}">
      <dsp:nvSpPr>
        <dsp:cNvPr id="0" name=""/>
        <dsp:cNvSpPr/>
      </dsp:nvSpPr>
      <dsp:spPr>
        <a:xfrm>
          <a:off x="438546" y="2370552"/>
          <a:ext cx="6139656" cy="38376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They are kept</a:t>
          </a:r>
        </a:p>
      </dsp:txBody>
      <dsp:txXfrm>
        <a:off x="457280" y="2389286"/>
        <a:ext cx="6102188" cy="346292"/>
      </dsp:txXfrm>
    </dsp:sp>
  </dsp:spTree>
</dsp:drawing>
</file>

<file path=ppt/diagrams/drawing7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B691364-5E22-41A6-B3B8-1728DC319C74}">
      <dsp:nvSpPr>
        <dsp:cNvPr id="0" name=""/>
        <dsp:cNvSpPr/>
      </dsp:nvSpPr>
      <dsp:spPr>
        <a:xfrm>
          <a:off x="0" y="363237"/>
          <a:ext cx="9701953" cy="1587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37388" rIns="752979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When a new block is received, 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a node will try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to slot it into the existing blockchain</a:t>
          </a:r>
        </a:p>
      </dsp:txBody>
      <dsp:txXfrm>
        <a:off x="0" y="363237"/>
        <a:ext cx="9701953" cy="1587600"/>
      </dsp:txXfrm>
    </dsp:sp>
    <dsp:sp modelId="{502AFB23-0215-4124-827D-C2E2EB00C228}">
      <dsp:nvSpPr>
        <dsp:cNvPr id="0" name=""/>
        <dsp:cNvSpPr/>
      </dsp:nvSpPr>
      <dsp:spPr>
        <a:xfrm>
          <a:off x="485097" y="53277"/>
          <a:ext cx="6791367" cy="61992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 dirty="0" err="1"/>
            <a:t>Slot</a:t>
          </a:r>
          <a:r>
            <a:rPr lang="tr-TR" sz="2100" kern="1200" dirty="0"/>
            <a:t> </a:t>
          </a:r>
          <a:r>
            <a:rPr lang="tr-TR" sz="2100" kern="1200" dirty="0" err="1"/>
            <a:t>new</a:t>
          </a:r>
          <a:r>
            <a:rPr lang="tr-TR" sz="2100" kern="1200" dirty="0"/>
            <a:t> </a:t>
          </a:r>
          <a:r>
            <a:rPr lang="tr-TR" sz="2100" kern="1200" dirty="0" err="1"/>
            <a:t>block</a:t>
          </a:r>
          <a:endParaRPr lang="en-US" sz="2100" kern="1200" dirty="0"/>
        </a:p>
      </dsp:txBody>
      <dsp:txXfrm>
        <a:off x="515359" y="83539"/>
        <a:ext cx="6730843" cy="559396"/>
      </dsp:txXfrm>
    </dsp:sp>
    <dsp:sp modelId="{6828A49A-0A40-43D3-BE4E-6109DBE3CC62}">
      <dsp:nvSpPr>
        <dsp:cNvPr id="0" name=""/>
        <dsp:cNvSpPr/>
      </dsp:nvSpPr>
      <dsp:spPr>
        <a:xfrm>
          <a:off x="0" y="2374197"/>
          <a:ext cx="9701953" cy="12237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37388" rIns="752979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The node will</a:t>
          </a:r>
          <a:r>
            <a:rPr lang="tr-TR" sz="2100" kern="1200" dirty="0"/>
            <a:t> </a:t>
          </a:r>
          <a:r>
            <a:rPr lang="en-US" sz="2100" kern="1200" dirty="0"/>
            <a:t>look at the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block’s </a:t>
          </a:r>
          <a:r>
            <a:rPr lang="en-US" sz="2100" kern="1200" dirty="0"/>
            <a:t>“previous block hash” field</a:t>
          </a:r>
        </a:p>
      </dsp:txBody>
      <dsp:txXfrm>
        <a:off x="0" y="2374197"/>
        <a:ext cx="9701953" cy="1223775"/>
      </dsp:txXfrm>
    </dsp:sp>
    <dsp:sp modelId="{1325DA77-DFB1-4685-B749-0C9CF623F761}">
      <dsp:nvSpPr>
        <dsp:cNvPr id="0" name=""/>
        <dsp:cNvSpPr/>
      </dsp:nvSpPr>
      <dsp:spPr>
        <a:xfrm>
          <a:off x="485097" y="2064237"/>
          <a:ext cx="6791367" cy="61992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 dirty="0" err="1"/>
            <a:t>Look</a:t>
          </a:r>
          <a:r>
            <a:rPr lang="tr-TR" sz="2100" kern="1200" dirty="0"/>
            <a:t> </a:t>
          </a:r>
          <a:r>
            <a:rPr lang="tr-TR" sz="2100" kern="1200" dirty="0" err="1"/>
            <a:t>for</a:t>
          </a:r>
          <a:r>
            <a:rPr lang="tr-TR" sz="2100" kern="1200" dirty="0"/>
            <a:t> </a:t>
          </a:r>
          <a:r>
            <a:rPr lang="tr-TR" sz="2100" kern="1200" dirty="0" err="1"/>
            <a:t>previous</a:t>
          </a:r>
          <a:r>
            <a:rPr lang="tr-TR" sz="2100" kern="1200" dirty="0"/>
            <a:t> </a:t>
          </a:r>
          <a:r>
            <a:rPr lang="tr-TR" sz="2100" kern="1200" dirty="0" err="1"/>
            <a:t>block</a:t>
          </a:r>
          <a:r>
            <a:rPr lang="tr-TR" sz="2100" kern="1200" dirty="0"/>
            <a:t> </a:t>
          </a:r>
          <a:r>
            <a:rPr lang="tr-TR" sz="2100" kern="1200" dirty="0" err="1"/>
            <a:t>hash</a:t>
          </a:r>
          <a:endParaRPr lang="en-US" sz="2100" kern="1200" dirty="0"/>
        </a:p>
      </dsp:txBody>
      <dsp:txXfrm>
        <a:off x="515359" y="2094499"/>
        <a:ext cx="6730843" cy="559396"/>
      </dsp:txXfrm>
    </dsp:sp>
  </dsp:spTree>
</dsp:drawing>
</file>

<file path=ppt/diagrams/drawing7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5B9657A-A935-47F4-B894-B2A856DDB715}">
      <dsp:nvSpPr>
        <dsp:cNvPr id="0" name=""/>
        <dsp:cNvSpPr/>
      </dsp:nvSpPr>
      <dsp:spPr>
        <a:xfrm>
          <a:off x="0" y="362224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the node will attempt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to </a:t>
          </a:r>
          <a:r>
            <a:rPr lang="en-US" sz="2400" kern="1200" dirty="0"/>
            <a:t>find that parent in the existing</a:t>
          </a:r>
          <a:r>
            <a:rPr lang="tr-TR" sz="2400" kern="1200" dirty="0"/>
            <a:t> </a:t>
          </a:r>
          <a:r>
            <a:rPr lang="tr-TR" sz="2400" kern="1200" dirty="0" err="1"/>
            <a:t>blockchain</a:t>
          </a:r>
          <a:endParaRPr lang="en-US" sz="2400" kern="1200" dirty="0"/>
        </a:p>
      </dsp:txBody>
      <dsp:txXfrm>
        <a:off x="0" y="362224"/>
        <a:ext cx="9701953" cy="1398600"/>
      </dsp:txXfrm>
    </dsp:sp>
    <dsp:sp modelId="{06711C05-A49B-41FB-B9A6-296E3BC87CA7}">
      <dsp:nvSpPr>
        <dsp:cNvPr id="0" name=""/>
        <dsp:cNvSpPr/>
      </dsp:nvSpPr>
      <dsp:spPr>
        <a:xfrm>
          <a:off x="485097" y="7984"/>
          <a:ext cx="6791367" cy="70848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 dirty="0" err="1"/>
            <a:t>Find</a:t>
          </a:r>
          <a:r>
            <a:rPr lang="tr-TR" sz="2400" kern="1200" dirty="0"/>
            <a:t> </a:t>
          </a:r>
          <a:r>
            <a:rPr lang="tr-TR" sz="2400" kern="1200" dirty="0" err="1"/>
            <a:t>parent</a:t>
          </a:r>
          <a:endParaRPr lang="en-US" sz="2400" kern="1200" dirty="0"/>
        </a:p>
      </dsp:txBody>
      <dsp:txXfrm>
        <a:off x="519682" y="42569"/>
        <a:ext cx="6722197" cy="639310"/>
      </dsp:txXfrm>
    </dsp:sp>
    <dsp:sp modelId="{211FB6A6-6C10-40E8-B6D1-4F9D2FDACEAE}">
      <dsp:nvSpPr>
        <dsp:cNvPr id="0" name=""/>
        <dsp:cNvSpPr/>
      </dsp:nvSpPr>
      <dsp:spPr>
        <a:xfrm>
          <a:off x="0" y="2244665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7407870"/>
              <a:satOff val="-2749"/>
              <a:lumOff val="6275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Most of the time, the parent will be the “tip” of the main chain,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 </a:t>
          </a:r>
          <a:r>
            <a:rPr lang="en-US" sz="2400" kern="1200" dirty="0"/>
            <a:t>meaning</a:t>
          </a:r>
          <a:r>
            <a:rPr lang="tr-TR" sz="2400" kern="1200" dirty="0"/>
            <a:t> </a:t>
          </a:r>
          <a:r>
            <a:rPr lang="en-US" sz="2400" kern="1200" dirty="0"/>
            <a:t>this new block extends the main chain</a:t>
          </a:r>
        </a:p>
      </dsp:txBody>
      <dsp:txXfrm>
        <a:off x="0" y="2244665"/>
        <a:ext cx="9701953" cy="1398600"/>
      </dsp:txXfrm>
    </dsp:sp>
    <dsp:sp modelId="{BE6E148D-4F63-4A8E-9CD6-6276B28A7A8D}">
      <dsp:nvSpPr>
        <dsp:cNvPr id="0" name=""/>
        <dsp:cNvSpPr/>
      </dsp:nvSpPr>
      <dsp:spPr>
        <a:xfrm>
          <a:off x="485097" y="1890425"/>
          <a:ext cx="6791367" cy="708480"/>
        </a:xfrm>
        <a:prstGeom prst="roundRect">
          <a:avLst/>
        </a:prstGeom>
        <a:solidFill>
          <a:schemeClr val="accent2">
            <a:hueOff val="-7407870"/>
            <a:satOff val="-2749"/>
            <a:lumOff val="62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 dirty="0" err="1"/>
            <a:t>Extension</a:t>
          </a:r>
          <a:endParaRPr lang="en-US" sz="2400" kern="1200" dirty="0"/>
        </a:p>
      </dsp:txBody>
      <dsp:txXfrm>
        <a:off x="519682" y="1925010"/>
        <a:ext cx="6722197" cy="639310"/>
      </dsp:txXfrm>
    </dsp:sp>
  </dsp:spTree>
</dsp:drawing>
</file>

<file path=ppt/diagrams/drawing7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AAFEC7F-6677-473A-91F5-E4FBAAD62947}">
      <dsp:nvSpPr>
        <dsp:cNvPr id="0" name=""/>
        <dsp:cNvSpPr/>
      </dsp:nvSpPr>
      <dsp:spPr>
        <a:xfrm>
          <a:off x="0" y="445024"/>
          <a:ext cx="9701953" cy="11056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541528" rIns="752979" bIns="184912" numCol="1" spcCol="1270" anchor="t" anchorCtr="0">
          <a:noAutofit/>
        </a:bodyPr>
        <a:lstStyle/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600" kern="1200"/>
            <a:t>A block with no parent</a:t>
          </a:r>
          <a:endParaRPr lang="en-US" sz="2600" kern="1200"/>
        </a:p>
      </dsp:txBody>
      <dsp:txXfrm>
        <a:off x="0" y="445024"/>
        <a:ext cx="9701953" cy="1105650"/>
      </dsp:txXfrm>
    </dsp:sp>
    <dsp:sp modelId="{40AD400C-08FB-4DB3-A698-7E851CAE707D}">
      <dsp:nvSpPr>
        <dsp:cNvPr id="0" name=""/>
        <dsp:cNvSpPr/>
      </dsp:nvSpPr>
      <dsp:spPr>
        <a:xfrm>
          <a:off x="485097" y="61264"/>
          <a:ext cx="6791367" cy="76752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600" kern="1200" dirty="0" err="1"/>
            <a:t>Orphan</a:t>
          </a:r>
          <a:r>
            <a:rPr lang="tr-TR" sz="2600" kern="1200" dirty="0"/>
            <a:t> </a:t>
          </a:r>
          <a:r>
            <a:rPr lang="tr-TR" sz="2600" kern="1200" dirty="0" err="1"/>
            <a:t>block</a:t>
          </a:r>
          <a:endParaRPr lang="en-US" sz="2600" kern="1200" dirty="0"/>
        </a:p>
      </dsp:txBody>
      <dsp:txXfrm>
        <a:off x="522564" y="98731"/>
        <a:ext cx="6716433" cy="692586"/>
      </dsp:txXfrm>
    </dsp:sp>
    <dsp:sp modelId="{C8917021-7CA0-4A22-B1E7-5B5BEEA39C95}">
      <dsp:nvSpPr>
        <dsp:cNvPr id="0" name=""/>
        <dsp:cNvSpPr/>
      </dsp:nvSpPr>
      <dsp:spPr>
        <a:xfrm>
          <a:off x="0" y="2074835"/>
          <a:ext cx="9701953" cy="15151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7407870"/>
              <a:satOff val="-2749"/>
              <a:lumOff val="6275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541528" rIns="752979" bIns="184912" numCol="1" spcCol="1270" anchor="t" anchorCtr="0">
          <a:noAutofit/>
        </a:bodyPr>
        <a:lstStyle/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600" kern="1200"/>
            <a:t>Occurs when two blocks were mined within short of time</a:t>
          </a:r>
          <a:endParaRPr lang="en-US" sz="2600" kern="1200"/>
        </a:p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600" kern="1200"/>
            <a:t>Arrived in reverse order that is child before parent</a:t>
          </a:r>
          <a:endParaRPr lang="en-US" sz="2600" kern="1200"/>
        </a:p>
      </dsp:txBody>
      <dsp:txXfrm>
        <a:off x="0" y="2074835"/>
        <a:ext cx="9701953" cy="1515150"/>
      </dsp:txXfrm>
    </dsp:sp>
    <dsp:sp modelId="{2B95FF9C-0719-4C09-B357-CB34569BF3A5}">
      <dsp:nvSpPr>
        <dsp:cNvPr id="0" name=""/>
        <dsp:cNvSpPr/>
      </dsp:nvSpPr>
      <dsp:spPr>
        <a:xfrm>
          <a:off x="485097" y="1691075"/>
          <a:ext cx="6791367" cy="767520"/>
        </a:xfrm>
        <a:prstGeom prst="roundRect">
          <a:avLst/>
        </a:prstGeom>
        <a:solidFill>
          <a:schemeClr val="accent2">
            <a:hueOff val="-7407870"/>
            <a:satOff val="-2749"/>
            <a:lumOff val="62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600" kern="1200"/>
            <a:t>How to happen?</a:t>
          </a:r>
          <a:endParaRPr lang="en-US" sz="2600" kern="1200"/>
        </a:p>
      </dsp:txBody>
      <dsp:txXfrm>
        <a:off x="522564" y="1728542"/>
        <a:ext cx="6716433" cy="692586"/>
      </dsp:txXfrm>
    </dsp:sp>
  </dsp:spTree>
</dsp:drawing>
</file>

<file path=ppt/diagrams/drawing7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B08E828-A11E-4012-BC0A-0BF7AE8E154E}">
      <dsp:nvSpPr>
        <dsp:cNvPr id="0" name=""/>
        <dsp:cNvSpPr/>
      </dsp:nvSpPr>
      <dsp:spPr>
        <a:xfrm>
          <a:off x="0" y="445024"/>
          <a:ext cx="9701953" cy="11056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541528" rIns="752979" bIns="184912" numCol="1" spcCol="1270" anchor="t" anchorCtr="0">
          <a:noAutofit/>
        </a:bodyPr>
        <a:lstStyle/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600" kern="1200"/>
            <a:t>Saved until the parent is received</a:t>
          </a:r>
          <a:endParaRPr lang="en-US" sz="2600" kern="1200"/>
        </a:p>
      </dsp:txBody>
      <dsp:txXfrm>
        <a:off x="0" y="445024"/>
        <a:ext cx="9701953" cy="1105650"/>
      </dsp:txXfrm>
    </dsp:sp>
    <dsp:sp modelId="{233AF77C-40E4-4C7A-A32E-61732C149B48}">
      <dsp:nvSpPr>
        <dsp:cNvPr id="0" name=""/>
        <dsp:cNvSpPr/>
      </dsp:nvSpPr>
      <dsp:spPr>
        <a:xfrm>
          <a:off x="485097" y="61264"/>
          <a:ext cx="6791367" cy="76752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600" kern="1200"/>
            <a:t>orphan block pool</a:t>
          </a:r>
          <a:endParaRPr lang="en-US" sz="2600" kern="1200"/>
        </a:p>
      </dsp:txBody>
      <dsp:txXfrm>
        <a:off x="522564" y="98731"/>
        <a:ext cx="6716433" cy="692586"/>
      </dsp:txXfrm>
    </dsp:sp>
    <dsp:sp modelId="{EDC461A9-9B6E-4605-BC31-EB9FEC638095}">
      <dsp:nvSpPr>
        <dsp:cNvPr id="0" name=""/>
        <dsp:cNvSpPr/>
      </dsp:nvSpPr>
      <dsp:spPr>
        <a:xfrm>
          <a:off x="0" y="2074835"/>
          <a:ext cx="9701953" cy="15151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541528" rIns="752979" bIns="184912" numCol="1" spcCol="1270" anchor="t" anchorCtr="0">
          <a:noAutofit/>
        </a:bodyPr>
        <a:lstStyle/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600" kern="1200"/>
            <a:t>the orphan can be pulled out of the orphan pool </a:t>
          </a:r>
        </a:p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600" kern="1200"/>
            <a:t>and linked</a:t>
          </a:r>
          <a:r>
            <a:rPr lang="tr-TR" sz="2600" kern="1200"/>
            <a:t> </a:t>
          </a:r>
          <a:r>
            <a:rPr lang="en-US" sz="2600" kern="1200"/>
            <a:t>to the parent</a:t>
          </a:r>
        </a:p>
      </dsp:txBody>
      <dsp:txXfrm>
        <a:off x="0" y="2074835"/>
        <a:ext cx="9701953" cy="1515150"/>
      </dsp:txXfrm>
    </dsp:sp>
    <dsp:sp modelId="{440739ED-D967-4CFE-AE59-8E914A58AC77}">
      <dsp:nvSpPr>
        <dsp:cNvPr id="0" name=""/>
        <dsp:cNvSpPr/>
      </dsp:nvSpPr>
      <dsp:spPr>
        <a:xfrm>
          <a:off x="485097" y="1691075"/>
          <a:ext cx="6791367" cy="76752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600" kern="1200" dirty="0" err="1"/>
            <a:t>When</a:t>
          </a:r>
          <a:r>
            <a:rPr lang="tr-TR" sz="2600" kern="1200" dirty="0"/>
            <a:t> </a:t>
          </a:r>
          <a:r>
            <a:rPr lang="tr-TR" sz="2600" kern="1200" dirty="0" err="1"/>
            <a:t>parent</a:t>
          </a:r>
          <a:r>
            <a:rPr lang="tr-TR" sz="2600" kern="1200" dirty="0"/>
            <a:t> is </a:t>
          </a:r>
          <a:r>
            <a:rPr lang="tr-TR" sz="2600" kern="1200" dirty="0" err="1"/>
            <a:t>received</a:t>
          </a:r>
          <a:endParaRPr lang="en-US" sz="2600" kern="1200" dirty="0"/>
        </a:p>
      </dsp:txBody>
      <dsp:txXfrm>
        <a:off x="522564" y="1728542"/>
        <a:ext cx="6716433" cy="692586"/>
      </dsp:txXfrm>
    </dsp:sp>
  </dsp:spTree>
</dsp:drawing>
</file>

<file path=ppt/diagrams/drawing7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1F9A40E-210F-4AC3-ABC4-87CAC347B1F6}">
      <dsp:nvSpPr>
        <dsp:cNvPr id="0" name=""/>
        <dsp:cNvSpPr/>
      </dsp:nvSpPr>
      <dsp:spPr>
        <a:xfrm>
          <a:off x="0" y="445024"/>
          <a:ext cx="9701953" cy="15151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541528" rIns="752979" bIns="184912" numCol="1" spcCol="1270" anchor="t" anchorCtr="0">
          <a:noAutofit/>
        </a:bodyPr>
        <a:lstStyle/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600" kern="1200" dirty="0"/>
            <a:t>the blockchain is a decentralized data structure</a:t>
          </a:r>
        </a:p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600" kern="1200" dirty="0"/>
            <a:t>different copies of it are not</a:t>
          </a:r>
          <a:r>
            <a:rPr lang="tr-TR" sz="2600" kern="1200" dirty="0"/>
            <a:t> </a:t>
          </a:r>
          <a:r>
            <a:rPr lang="tr-TR" sz="2600" kern="1200" dirty="0" err="1"/>
            <a:t>always</a:t>
          </a:r>
          <a:r>
            <a:rPr lang="tr-TR" sz="2600" kern="1200" dirty="0"/>
            <a:t> </a:t>
          </a:r>
          <a:r>
            <a:rPr lang="tr-TR" sz="2600" kern="1200" dirty="0" err="1"/>
            <a:t>consistent</a:t>
          </a:r>
          <a:endParaRPr lang="en-US" sz="2600" kern="1200" dirty="0"/>
        </a:p>
      </dsp:txBody>
      <dsp:txXfrm>
        <a:off x="0" y="445024"/>
        <a:ext cx="9701953" cy="1515150"/>
      </dsp:txXfrm>
    </dsp:sp>
    <dsp:sp modelId="{AE4C72E6-E452-4EAF-AE73-3608AEA9FC0E}">
      <dsp:nvSpPr>
        <dsp:cNvPr id="0" name=""/>
        <dsp:cNvSpPr/>
      </dsp:nvSpPr>
      <dsp:spPr>
        <a:xfrm>
          <a:off x="485097" y="61264"/>
          <a:ext cx="6791367" cy="76752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600" kern="1200" dirty="0" err="1"/>
            <a:t>Inconsistency</a:t>
          </a:r>
          <a:endParaRPr lang="en-US" sz="2600" kern="1200" dirty="0"/>
        </a:p>
      </dsp:txBody>
      <dsp:txXfrm>
        <a:off x="522564" y="98731"/>
        <a:ext cx="6716433" cy="692586"/>
      </dsp:txXfrm>
    </dsp:sp>
    <dsp:sp modelId="{0B2B66B8-DAB8-48E9-8B52-DD8C2FA10D55}">
      <dsp:nvSpPr>
        <dsp:cNvPr id="0" name=""/>
        <dsp:cNvSpPr/>
      </dsp:nvSpPr>
      <dsp:spPr>
        <a:xfrm>
          <a:off x="0" y="2484335"/>
          <a:ext cx="9701953" cy="11056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541528" rIns="752979" bIns="184912" numCol="1" spcCol="1270" anchor="t" anchorCtr="0">
          <a:noAutofit/>
        </a:bodyPr>
        <a:lstStyle/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600" kern="1200" dirty="0" err="1"/>
            <a:t>Blocks</a:t>
          </a:r>
          <a:r>
            <a:rPr lang="tr-TR" sz="2600" kern="1200" dirty="0"/>
            <a:t> </a:t>
          </a:r>
          <a:r>
            <a:rPr lang="tr-TR" sz="2600" kern="1200" dirty="0" err="1"/>
            <a:t>arrive</a:t>
          </a:r>
          <a:r>
            <a:rPr lang="tr-TR" sz="2600" kern="1200" dirty="0"/>
            <a:t> at </a:t>
          </a:r>
          <a:r>
            <a:rPr lang="tr-TR" sz="2600" kern="1200" dirty="0" err="1"/>
            <a:t>different</a:t>
          </a:r>
          <a:r>
            <a:rPr lang="tr-TR" sz="2600" kern="1200" dirty="0"/>
            <a:t> </a:t>
          </a:r>
          <a:r>
            <a:rPr lang="tr-TR" sz="2600" kern="1200" dirty="0" err="1"/>
            <a:t>nodes</a:t>
          </a:r>
          <a:r>
            <a:rPr lang="tr-TR" sz="2600" kern="1200" dirty="0"/>
            <a:t> </a:t>
          </a:r>
          <a:r>
            <a:rPr lang="tr-TR" sz="2600" kern="1200" dirty="0" err="1"/>
            <a:t>and</a:t>
          </a:r>
          <a:r>
            <a:rPr lang="tr-TR" sz="2600" kern="1200" dirty="0"/>
            <a:t> </a:t>
          </a:r>
          <a:r>
            <a:rPr lang="tr-TR" sz="2600" kern="1200" dirty="0" err="1"/>
            <a:t>times</a:t>
          </a:r>
          <a:endParaRPr lang="en-US" sz="2600" kern="1200" dirty="0"/>
        </a:p>
      </dsp:txBody>
      <dsp:txXfrm>
        <a:off x="0" y="2484335"/>
        <a:ext cx="9701953" cy="1105650"/>
      </dsp:txXfrm>
    </dsp:sp>
    <dsp:sp modelId="{AC10CFC0-AEAC-412B-BA19-1C4113AC2164}">
      <dsp:nvSpPr>
        <dsp:cNvPr id="0" name=""/>
        <dsp:cNvSpPr/>
      </dsp:nvSpPr>
      <dsp:spPr>
        <a:xfrm>
          <a:off x="485097" y="2100575"/>
          <a:ext cx="6791367" cy="76752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 dirty="0"/>
            <a:t>Different</a:t>
          </a:r>
          <a:r>
            <a:rPr lang="tr-TR" sz="2600" kern="1200" dirty="0"/>
            <a:t> </a:t>
          </a:r>
          <a:r>
            <a:rPr lang="en-US" sz="2600" kern="1200" dirty="0"/>
            <a:t>perspectives of the blockchain </a:t>
          </a:r>
        </a:p>
      </dsp:txBody>
      <dsp:txXfrm>
        <a:off x="522564" y="2138042"/>
        <a:ext cx="6716433" cy="692586"/>
      </dsp:txXfrm>
    </dsp:sp>
  </dsp:spTree>
</dsp:drawing>
</file>

<file path=ppt/diagrams/drawing7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166776B-5853-4C33-8F66-A57E564699A4}">
      <dsp:nvSpPr>
        <dsp:cNvPr id="0" name=""/>
        <dsp:cNvSpPr/>
      </dsp:nvSpPr>
      <dsp:spPr>
        <a:xfrm>
          <a:off x="0" y="256227"/>
          <a:ext cx="9701953" cy="9906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54076" rIns="752979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 dirty="0"/>
            <a:t>each node</a:t>
          </a:r>
          <a:r>
            <a:rPr lang="tr-TR" sz="1700" kern="1200" dirty="0"/>
            <a:t> </a:t>
          </a:r>
          <a:r>
            <a:rPr lang="en-US" sz="1700" kern="1200" dirty="0"/>
            <a:t>always selects and attempts </a:t>
          </a:r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 dirty="0"/>
            <a:t>to extend</a:t>
          </a:r>
          <a:r>
            <a:rPr lang="tr-TR" sz="1700" kern="1200" dirty="0"/>
            <a:t> </a:t>
          </a:r>
          <a:r>
            <a:rPr lang="tr-TR" sz="1700" kern="1200" dirty="0" err="1"/>
            <a:t>the</a:t>
          </a:r>
          <a:r>
            <a:rPr lang="tr-TR" sz="1700" kern="1200" dirty="0"/>
            <a:t> </a:t>
          </a:r>
          <a:r>
            <a:rPr lang="tr-TR" sz="1700" kern="1200" dirty="0" err="1"/>
            <a:t>longest</a:t>
          </a:r>
          <a:r>
            <a:rPr lang="tr-TR" sz="1700" kern="1200" dirty="0"/>
            <a:t> </a:t>
          </a:r>
          <a:r>
            <a:rPr lang="tr-TR" sz="1700" kern="1200" dirty="0" err="1"/>
            <a:t>chain</a:t>
          </a:r>
          <a:endParaRPr lang="en-US" sz="1700" kern="1200" dirty="0"/>
        </a:p>
      </dsp:txBody>
      <dsp:txXfrm>
        <a:off x="0" y="256227"/>
        <a:ext cx="9701953" cy="990675"/>
      </dsp:txXfrm>
    </dsp:sp>
    <dsp:sp modelId="{B5923746-C673-459B-9C29-0A9D0033258F}">
      <dsp:nvSpPr>
        <dsp:cNvPr id="0" name=""/>
        <dsp:cNvSpPr/>
      </dsp:nvSpPr>
      <dsp:spPr>
        <a:xfrm>
          <a:off x="485097" y="5307"/>
          <a:ext cx="6791367" cy="50184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Selection</a:t>
          </a:r>
          <a:endParaRPr lang="en-US" sz="1700" kern="1200"/>
        </a:p>
      </dsp:txBody>
      <dsp:txXfrm>
        <a:off x="509595" y="29805"/>
        <a:ext cx="6742371" cy="452844"/>
      </dsp:txXfrm>
    </dsp:sp>
    <dsp:sp modelId="{8D8740EB-50B9-4A3E-A3E1-7B59661C79EF}">
      <dsp:nvSpPr>
        <dsp:cNvPr id="0" name=""/>
        <dsp:cNvSpPr/>
      </dsp:nvSpPr>
      <dsp:spPr>
        <a:xfrm>
          <a:off x="0" y="1589622"/>
          <a:ext cx="9701953" cy="7229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1600863"/>
              <a:satOff val="-21221"/>
              <a:lumOff val="-6666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54076" rIns="752979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represents the most</a:t>
          </a:r>
          <a:r>
            <a:rPr lang="tr-TR" sz="1700" kern="1200"/>
            <a:t> </a:t>
          </a:r>
          <a:r>
            <a:rPr lang="en-US" sz="1700" kern="1200"/>
            <a:t>Proof-of-Work</a:t>
          </a:r>
        </a:p>
      </dsp:txBody>
      <dsp:txXfrm>
        <a:off x="0" y="1589622"/>
        <a:ext cx="9701953" cy="722925"/>
      </dsp:txXfrm>
    </dsp:sp>
    <dsp:sp modelId="{2A9086DB-863E-4A0D-84B3-9702CC4C310A}">
      <dsp:nvSpPr>
        <dsp:cNvPr id="0" name=""/>
        <dsp:cNvSpPr/>
      </dsp:nvSpPr>
      <dsp:spPr>
        <a:xfrm>
          <a:off x="485097" y="1338702"/>
          <a:ext cx="6791367" cy="501840"/>
        </a:xfrm>
        <a:prstGeom prst="roundRect">
          <a:avLst/>
        </a:prstGeom>
        <a:solidFill>
          <a:schemeClr val="accent5">
            <a:hueOff val="1600863"/>
            <a:satOff val="-21221"/>
            <a:lumOff val="-666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the longest chain</a:t>
          </a:r>
          <a:endParaRPr lang="en-US" sz="1700" kern="1200"/>
        </a:p>
      </dsp:txBody>
      <dsp:txXfrm>
        <a:off x="509595" y="1363200"/>
        <a:ext cx="6742371" cy="452844"/>
      </dsp:txXfrm>
    </dsp:sp>
    <dsp:sp modelId="{B65261DA-880D-4B29-94C7-FB2E9B07DD4E}">
      <dsp:nvSpPr>
        <dsp:cNvPr id="0" name=""/>
        <dsp:cNvSpPr/>
      </dsp:nvSpPr>
      <dsp:spPr>
        <a:xfrm>
          <a:off x="0" y="2655267"/>
          <a:ext cx="9701953" cy="9906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54076" rIns="752979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calculate the</a:t>
          </a:r>
          <a:r>
            <a:rPr lang="tr-TR" sz="1700" kern="1200"/>
            <a:t> </a:t>
          </a:r>
          <a:r>
            <a:rPr lang="en-US" sz="1700" kern="1200"/>
            <a:t>total amount of work </a:t>
          </a:r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by summing the work recorded in each block in a chain</a:t>
          </a:r>
        </a:p>
      </dsp:txBody>
      <dsp:txXfrm>
        <a:off x="0" y="2655267"/>
        <a:ext cx="9701953" cy="990675"/>
      </dsp:txXfrm>
    </dsp:sp>
    <dsp:sp modelId="{51A2DF7A-C493-41CD-BA04-A62609D8D697}">
      <dsp:nvSpPr>
        <dsp:cNvPr id="0" name=""/>
        <dsp:cNvSpPr/>
      </dsp:nvSpPr>
      <dsp:spPr>
        <a:xfrm>
          <a:off x="485097" y="2404347"/>
          <a:ext cx="6791367" cy="50184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Calculation</a:t>
          </a:r>
          <a:endParaRPr lang="en-US" sz="1700" kern="1200"/>
        </a:p>
      </dsp:txBody>
      <dsp:txXfrm>
        <a:off x="509595" y="2428845"/>
        <a:ext cx="6742371" cy="452844"/>
      </dsp:txXfrm>
    </dsp:sp>
  </dsp:spTree>
</dsp:drawing>
</file>

<file path=ppt/diagrams/drawing7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C6DFEC8-8B7C-4A93-B196-939BDE82A55D}">
      <dsp:nvSpPr>
        <dsp:cNvPr id="0" name=""/>
        <dsp:cNvSpPr/>
      </dsp:nvSpPr>
      <dsp:spPr>
        <a:xfrm>
          <a:off x="0" y="328376"/>
          <a:ext cx="5303471" cy="1282049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11608" tIns="458216" rIns="411608" bIns="156464" numCol="1" spcCol="1270" anchor="t" anchorCtr="0">
          <a:noAutofit/>
        </a:bodyPr>
        <a:lstStyle/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 dirty="0"/>
            <a:t>occur as temporary inconsistencies</a:t>
          </a:r>
        </a:p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/>
            <a:t>between </a:t>
          </a:r>
          <a:r>
            <a:rPr lang="en-US" sz="2200" kern="1200" dirty="0"/>
            <a:t>versions</a:t>
          </a:r>
          <a:r>
            <a:rPr lang="tr-TR" sz="2200" kern="1200" dirty="0"/>
            <a:t> of </a:t>
          </a:r>
          <a:r>
            <a:rPr lang="tr-TR" sz="2200" kern="1200" dirty="0" err="1"/>
            <a:t>the</a:t>
          </a:r>
          <a:r>
            <a:rPr lang="tr-TR" sz="2200" kern="1200" dirty="0"/>
            <a:t> </a:t>
          </a:r>
          <a:r>
            <a:rPr lang="tr-TR" sz="2200" kern="1200" dirty="0" err="1"/>
            <a:t>blockchain</a:t>
          </a:r>
          <a:endParaRPr lang="en-US" sz="2200" kern="1200" dirty="0"/>
        </a:p>
      </dsp:txBody>
      <dsp:txXfrm>
        <a:off x="0" y="328376"/>
        <a:ext cx="5303471" cy="1282049"/>
      </dsp:txXfrm>
    </dsp:sp>
    <dsp:sp modelId="{5161656C-C2A5-4F5F-BA4E-63C12CF223EA}">
      <dsp:nvSpPr>
        <dsp:cNvPr id="0" name=""/>
        <dsp:cNvSpPr/>
      </dsp:nvSpPr>
      <dsp:spPr>
        <a:xfrm>
          <a:off x="265173" y="3656"/>
          <a:ext cx="3712429" cy="6494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40321" tIns="0" rIns="140321" bIns="0" numCol="1" spcCol="1270" anchor="ctr" anchorCtr="0">
          <a:noAutofit/>
        </a:bodyPr>
        <a:lstStyle/>
        <a:p>
          <a:pPr marL="0" lvl="0" indent="0" algn="l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200" kern="1200" dirty="0" err="1"/>
            <a:t>Temporary</a:t>
          </a:r>
          <a:r>
            <a:rPr lang="tr-TR" sz="2200" kern="1200" dirty="0"/>
            <a:t> </a:t>
          </a:r>
          <a:r>
            <a:rPr lang="tr-TR" sz="2200" kern="1200" dirty="0" err="1"/>
            <a:t>inconsistency</a:t>
          </a:r>
          <a:endParaRPr lang="en-US" sz="2200" kern="1200" dirty="0"/>
        </a:p>
      </dsp:txBody>
      <dsp:txXfrm>
        <a:off x="296876" y="35359"/>
        <a:ext cx="3649023" cy="586034"/>
      </dsp:txXfrm>
    </dsp:sp>
    <dsp:sp modelId="{96D17DB9-AA99-4338-A86C-FFD93C4AAA80}">
      <dsp:nvSpPr>
        <dsp:cNvPr id="0" name=""/>
        <dsp:cNvSpPr/>
      </dsp:nvSpPr>
      <dsp:spPr>
        <a:xfrm>
          <a:off x="0" y="2053947"/>
          <a:ext cx="5303471" cy="15939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11608" tIns="458216" rIns="411608" bIns="156464" numCol="1" spcCol="1270" anchor="t" anchorCtr="0">
          <a:noAutofit/>
        </a:bodyPr>
        <a:lstStyle/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200" kern="1200" dirty="0" err="1"/>
            <a:t>occur</a:t>
          </a:r>
          <a:r>
            <a:rPr lang="tr-TR" sz="2200" kern="1200" dirty="0"/>
            <a:t> </a:t>
          </a:r>
          <a:r>
            <a:rPr lang="tr-TR" sz="2200" kern="1200" dirty="0" err="1"/>
            <a:t>naturally</a:t>
          </a:r>
          <a:r>
            <a:rPr lang="tr-TR" sz="2200" kern="1200" dirty="0"/>
            <a:t> as a </a:t>
          </a:r>
          <a:r>
            <a:rPr lang="en-US" sz="2200" kern="1200" dirty="0"/>
            <a:t>result of</a:t>
          </a:r>
        </a:p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 dirty="0"/>
            <a:t>transmission delays in the global network</a:t>
          </a:r>
        </a:p>
      </dsp:txBody>
      <dsp:txXfrm>
        <a:off x="0" y="2053947"/>
        <a:ext cx="5303471" cy="1593900"/>
      </dsp:txXfrm>
    </dsp:sp>
    <dsp:sp modelId="{85631E92-4290-4456-BD1F-4B642092CC5B}">
      <dsp:nvSpPr>
        <dsp:cNvPr id="0" name=""/>
        <dsp:cNvSpPr/>
      </dsp:nvSpPr>
      <dsp:spPr>
        <a:xfrm>
          <a:off x="265173" y="1729227"/>
          <a:ext cx="3712429" cy="6494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40321" tIns="0" rIns="140321" bIns="0" numCol="1" spcCol="1270" anchor="ctr" anchorCtr="0">
          <a:noAutofit/>
        </a:bodyPr>
        <a:lstStyle/>
        <a:p>
          <a:pPr marL="0" lvl="0" indent="0" algn="l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200" kern="1200" dirty="0" err="1"/>
            <a:t>Transmission</a:t>
          </a:r>
          <a:r>
            <a:rPr lang="tr-TR" sz="2200" kern="1200" dirty="0"/>
            <a:t> </a:t>
          </a:r>
          <a:r>
            <a:rPr lang="tr-TR" sz="2200" kern="1200" dirty="0" err="1"/>
            <a:t>delays</a:t>
          </a:r>
          <a:endParaRPr lang="en-US" sz="2200" kern="1200" dirty="0"/>
        </a:p>
      </dsp:txBody>
      <dsp:txXfrm>
        <a:off x="296876" y="1760930"/>
        <a:ext cx="3649023" cy="586034"/>
      </dsp:txXfrm>
    </dsp:sp>
  </dsp:spTree>
</dsp:drawing>
</file>

<file path=ppt/diagrams/drawing7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58ACABD-E604-43A9-8A6B-6BC4F5813A37}">
      <dsp:nvSpPr>
        <dsp:cNvPr id="0" name=""/>
        <dsp:cNvSpPr/>
      </dsp:nvSpPr>
      <dsp:spPr>
        <a:xfrm>
          <a:off x="0" y="322751"/>
          <a:ext cx="5303471" cy="14490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11608" tIns="416560" rIns="411608" bIns="142240" numCol="1" spcCol="1270" anchor="t" anchorCtr="0">
          <a:noAutofit/>
        </a:bodyPr>
        <a:lstStyle/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000" kern="1200" dirty="0" err="1"/>
            <a:t>Happens</a:t>
          </a:r>
          <a:r>
            <a:rPr lang="tr-TR" sz="2000" kern="1200" dirty="0"/>
            <a:t> </a:t>
          </a:r>
          <a:r>
            <a:rPr lang="tr-TR" sz="2000" kern="1200" dirty="0" err="1"/>
            <a:t>when</a:t>
          </a:r>
          <a:r>
            <a:rPr lang="tr-TR" sz="2000" kern="1200" dirty="0"/>
            <a:t> </a:t>
          </a:r>
          <a:r>
            <a:rPr lang="tr-TR" sz="2000" kern="1200" dirty="0" err="1"/>
            <a:t>two</a:t>
          </a:r>
          <a:r>
            <a:rPr lang="tr-TR" sz="2000" kern="1200" dirty="0"/>
            <a:t> </a:t>
          </a:r>
          <a:r>
            <a:rPr lang="tr-TR" sz="2000" kern="1200" dirty="0" err="1"/>
            <a:t>distant</a:t>
          </a:r>
          <a:r>
            <a:rPr lang="tr-TR" sz="2000" kern="1200" dirty="0"/>
            <a:t> </a:t>
          </a:r>
          <a:r>
            <a:rPr lang="tr-TR" sz="2000" kern="1200" dirty="0" err="1"/>
            <a:t>miners</a:t>
          </a:r>
          <a:endParaRPr lang="en-US" sz="2000" kern="1200" dirty="0"/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000" kern="1200" dirty="0" err="1"/>
            <a:t>simultaneously</a:t>
          </a:r>
          <a:r>
            <a:rPr lang="tr-TR" sz="2000" kern="1200" dirty="0"/>
            <a:t> </a:t>
          </a:r>
          <a:r>
            <a:rPr lang="tr-TR" sz="2000" kern="1200" dirty="0" err="1"/>
            <a:t>solve</a:t>
          </a:r>
          <a:r>
            <a:rPr lang="tr-TR" sz="2000" kern="1200" dirty="0"/>
            <a:t> </a:t>
          </a:r>
          <a:r>
            <a:rPr lang="tr-TR" sz="2000" kern="1200" dirty="0" err="1"/>
            <a:t>different</a:t>
          </a:r>
          <a:r>
            <a:rPr lang="tr-TR" sz="2000" kern="1200" dirty="0"/>
            <a:t> </a:t>
          </a:r>
          <a:r>
            <a:rPr lang="tr-TR" sz="2000" kern="1200" dirty="0" err="1"/>
            <a:t>candidate</a:t>
          </a:r>
          <a:r>
            <a:rPr lang="tr-TR" sz="2000" kern="1200" dirty="0"/>
            <a:t> </a:t>
          </a:r>
          <a:r>
            <a:rPr lang="tr-TR" sz="2000" kern="1200" dirty="0" err="1"/>
            <a:t>blocks</a:t>
          </a:r>
          <a:endParaRPr lang="en-US" sz="2000" kern="1200" dirty="0"/>
        </a:p>
      </dsp:txBody>
      <dsp:txXfrm>
        <a:off x="0" y="322751"/>
        <a:ext cx="5303471" cy="1449000"/>
      </dsp:txXfrm>
    </dsp:sp>
    <dsp:sp modelId="{7B2E012E-E029-4A87-94D8-BDA6DE695A58}">
      <dsp:nvSpPr>
        <dsp:cNvPr id="0" name=""/>
        <dsp:cNvSpPr/>
      </dsp:nvSpPr>
      <dsp:spPr>
        <a:xfrm>
          <a:off x="265173" y="27551"/>
          <a:ext cx="3712429" cy="59040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40321" tIns="0" rIns="140321" bIns="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 dirty="0" err="1"/>
            <a:t>Simultaneous</a:t>
          </a:r>
          <a:r>
            <a:rPr lang="tr-TR" sz="2000" kern="1200" dirty="0"/>
            <a:t> </a:t>
          </a:r>
          <a:r>
            <a:rPr lang="tr-TR" sz="2000" kern="1200" dirty="0" err="1"/>
            <a:t>solutions</a:t>
          </a:r>
          <a:endParaRPr lang="en-US" sz="2000" kern="1200" dirty="0"/>
        </a:p>
      </dsp:txBody>
      <dsp:txXfrm>
        <a:off x="293994" y="56372"/>
        <a:ext cx="3654787" cy="532758"/>
      </dsp:txXfrm>
    </dsp:sp>
    <dsp:sp modelId="{466A5383-D687-4E1B-9E30-A892AC21530D}">
      <dsp:nvSpPr>
        <dsp:cNvPr id="0" name=""/>
        <dsp:cNvSpPr/>
      </dsp:nvSpPr>
      <dsp:spPr>
        <a:xfrm>
          <a:off x="0" y="2174952"/>
          <a:ext cx="5303471" cy="14490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11608" tIns="416560" rIns="411608" bIns="142240" numCol="1" spcCol="1270" anchor="t" anchorCtr="0">
          <a:noAutofit/>
        </a:bodyPr>
        <a:lstStyle/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000" kern="1200"/>
            <a:t>If </a:t>
          </a:r>
          <a:r>
            <a:rPr lang="tr-TR" sz="2000" kern="1200" dirty="0" err="1"/>
            <a:t>arriving</a:t>
          </a:r>
          <a:r>
            <a:rPr lang="tr-TR" sz="2000" kern="1200" dirty="0"/>
            <a:t> </a:t>
          </a:r>
          <a:r>
            <a:rPr lang="tr-TR" sz="2000" kern="1200" dirty="0" err="1"/>
            <a:t>block’s</a:t>
          </a:r>
          <a:r>
            <a:rPr lang="tr-TR" sz="2000" kern="1200" dirty="0"/>
            <a:t> </a:t>
          </a:r>
          <a:r>
            <a:rPr lang="tr-TR" sz="2000" kern="1200" dirty="0" err="1"/>
            <a:t>parent</a:t>
          </a:r>
          <a:r>
            <a:rPr lang="tr-TR" sz="2000" kern="1200" dirty="0"/>
            <a:t> has </a:t>
          </a:r>
          <a:r>
            <a:rPr lang="tr-TR" sz="2000" kern="1200" dirty="0" err="1"/>
            <a:t>another</a:t>
          </a:r>
          <a:r>
            <a:rPr lang="tr-TR" sz="2000" kern="1200" dirty="0"/>
            <a:t> </a:t>
          </a:r>
          <a:r>
            <a:rPr lang="tr-TR" sz="2000" kern="1200" dirty="0" err="1"/>
            <a:t>child</a:t>
          </a:r>
          <a:endParaRPr lang="en-US" sz="2000" kern="1200" dirty="0"/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000" kern="1200"/>
            <a:t>They are connected to secondary chain</a:t>
          </a:r>
          <a:endParaRPr lang="en-US" sz="2000" kern="1200"/>
        </a:p>
      </dsp:txBody>
      <dsp:txXfrm>
        <a:off x="0" y="2174952"/>
        <a:ext cx="5303471" cy="1449000"/>
      </dsp:txXfrm>
    </dsp:sp>
    <dsp:sp modelId="{29D1149E-05BB-4854-AD7A-8EDA397B3FDA}">
      <dsp:nvSpPr>
        <dsp:cNvPr id="0" name=""/>
        <dsp:cNvSpPr/>
      </dsp:nvSpPr>
      <dsp:spPr>
        <a:xfrm>
          <a:off x="265173" y="1879752"/>
          <a:ext cx="3712429" cy="59040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40321" tIns="0" rIns="140321" bIns="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 dirty="0" err="1"/>
            <a:t>Multiple</a:t>
          </a:r>
          <a:r>
            <a:rPr lang="tr-TR" sz="2000" kern="1200" dirty="0"/>
            <a:t> </a:t>
          </a:r>
          <a:r>
            <a:rPr lang="tr-TR" sz="2000" kern="1200" dirty="0" err="1"/>
            <a:t>chains</a:t>
          </a:r>
          <a:endParaRPr lang="en-US" sz="2000" kern="1200" dirty="0"/>
        </a:p>
      </dsp:txBody>
      <dsp:txXfrm>
        <a:off x="293994" y="1908573"/>
        <a:ext cx="3654787" cy="532758"/>
      </dsp:txXfrm>
    </dsp:sp>
  </dsp:spTree>
</dsp:drawing>
</file>

<file path=ppt/diagrams/drawing7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9A59144-D1F1-4517-AD39-CFCD371D890F}">
      <dsp:nvSpPr>
        <dsp:cNvPr id="0" name=""/>
        <dsp:cNvSpPr/>
      </dsp:nvSpPr>
      <dsp:spPr>
        <a:xfrm>
          <a:off x="0" y="345701"/>
          <a:ext cx="5303471" cy="15939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11608" tIns="458216" rIns="411608" bIns="156464" numCol="1" spcCol="1270" anchor="t" anchorCtr="0">
          <a:noAutofit/>
        </a:bodyPr>
        <a:lstStyle/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200" kern="1200"/>
            <a:t>Two nodes mine two blocks simultanously</a:t>
          </a:r>
          <a:endParaRPr lang="en-US" sz="2200" kern="1200"/>
        </a:p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200" kern="1200"/>
            <a:t>Two possible blocks are propagated</a:t>
          </a:r>
          <a:endParaRPr lang="en-US" sz="2200" kern="1200"/>
        </a:p>
      </dsp:txBody>
      <dsp:txXfrm>
        <a:off x="0" y="345701"/>
        <a:ext cx="5303471" cy="1593900"/>
      </dsp:txXfrm>
    </dsp:sp>
    <dsp:sp modelId="{4156D559-C3B8-4952-8DF9-495EEEC518C1}">
      <dsp:nvSpPr>
        <dsp:cNvPr id="0" name=""/>
        <dsp:cNvSpPr/>
      </dsp:nvSpPr>
      <dsp:spPr>
        <a:xfrm>
          <a:off x="265173" y="20981"/>
          <a:ext cx="3712429" cy="6494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40321" tIns="0" rIns="140321" bIns="0" numCol="1" spcCol="1270" anchor="ctr" anchorCtr="0">
          <a:noAutofit/>
        </a:bodyPr>
        <a:lstStyle/>
        <a:p>
          <a:pPr marL="0" lvl="0" indent="0" algn="l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200" kern="1200"/>
            <a:t>Two simultanous blocks</a:t>
          </a:r>
          <a:endParaRPr lang="en-US" sz="2200" kern="1200"/>
        </a:p>
      </dsp:txBody>
      <dsp:txXfrm>
        <a:off x="296876" y="52684"/>
        <a:ext cx="3649023" cy="586034"/>
      </dsp:txXfrm>
    </dsp:sp>
    <dsp:sp modelId="{CFE6D60F-3FA8-41E6-AD30-0C9EDF01054C}">
      <dsp:nvSpPr>
        <dsp:cNvPr id="0" name=""/>
        <dsp:cNvSpPr/>
      </dsp:nvSpPr>
      <dsp:spPr>
        <a:xfrm>
          <a:off x="0" y="2383122"/>
          <a:ext cx="5303471" cy="1247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11608" tIns="458216" rIns="411608" bIns="156464" numCol="1" spcCol="1270" anchor="t" anchorCtr="0">
          <a:noAutofit/>
        </a:bodyPr>
        <a:lstStyle/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200" kern="1200"/>
            <a:t>Some part of network is unaware of the other block</a:t>
          </a:r>
          <a:endParaRPr lang="en-US" sz="2200" kern="1200"/>
        </a:p>
      </dsp:txBody>
      <dsp:txXfrm>
        <a:off x="0" y="2383122"/>
        <a:ext cx="5303471" cy="1247400"/>
      </dsp:txXfrm>
    </dsp:sp>
    <dsp:sp modelId="{F31751F3-300D-40CA-8DD6-7B9320BD1A40}">
      <dsp:nvSpPr>
        <dsp:cNvPr id="0" name=""/>
        <dsp:cNvSpPr/>
      </dsp:nvSpPr>
      <dsp:spPr>
        <a:xfrm>
          <a:off x="265173" y="2058401"/>
          <a:ext cx="3712429" cy="6494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40321" tIns="0" rIns="140321" bIns="0" numCol="1" spcCol="1270" anchor="ctr" anchorCtr="0">
          <a:noAutofit/>
        </a:bodyPr>
        <a:lstStyle/>
        <a:p>
          <a:pPr marL="0" lvl="0" indent="0" algn="l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200" kern="1200"/>
            <a:t>Two Perspectives</a:t>
          </a:r>
          <a:endParaRPr lang="en-US" sz="2200" kern="1200"/>
        </a:p>
      </dsp:txBody>
      <dsp:txXfrm>
        <a:off x="296876" y="2090104"/>
        <a:ext cx="3649023" cy="586034"/>
      </dsp:txXfrm>
    </dsp:sp>
  </dsp:spTree>
</dsp:drawing>
</file>

<file path=ppt/diagrams/drawing7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798C0B7-84AC-4A92-B905-BDE87D521201}">
      <dsp:nvSpPr>
        <dsp:cNvPr id="0" name=""/>
        <dsp:cNvSpPr/>
      </dsp:nvSpPr>
      <dsp:spPr>
        <a:xfrm>
          <a:off x="0" y="269742"/>
          <a:ext cx="5303471" cy="7229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11608" tIns="354076" rIns="411608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700" kern="1200"/>
            <a:t>Blocks later arrived are linked to secondary chain</a:t>
          </a:r>
          <a:endParaRPr lang="en-US" sz="1700" kern="1200"/>
        </a:p>
      </dsp:txBody>
      <dsp:txXfrm>
        <a:off x="0" y="269742"/>
        <a:ext cx="5303471" cy="722925"/>
      </dsp:txXfrm>
    </dsp:sp>
    <dsp:sp modelId="{7659F648-A158-4A85-B97D-D331E7E88E8A}">
      <dsp:nvSpPr>
        <dsp:cNvPr id="0" name=""/>
        <dsp:cNvSpPr/>
      </dsp:nvSpPr>
      <dsp:spPr>
        <a:xfrm>
          <a:off x="265173" y="18822"/>
          <a:ext cx="3712429" cy="5018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40321" tIns="0" rIns="140321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Losing chain</a:t>
          </a:r>
          <a:endParaRPr lang="en-US" sz="1700" kern="1200"/>
        </a:p>
      </dsp:txBody>
      <dsp:txXfrm>
        <a:off x="289671" y="43320"/>
        <a:ext cx="3663433" cy="452844"/>
      </dsp:txXfrm>
    </dsp:sp>
    <dsp:sp modelId="{99A3597B-A104-492B-9827-127342CE2A7F}">
      <dsp:nvSpPr>
        <dsp:cNvPr id="0" name=""/>
        <dsp:cNvSpPr/>
      </dsp:nvSpPr>
      <dsp:spPr>
        <a:xfrm>
          <a:off x="0" y="1335387"/>
          <a:ext cx="5303471" cy="7229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11608" tIns="354076" rIns="411608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700" kern="1200"/>
            <a:t>Neither is correct nor incorrect</a:t>
          </a:r>
          <a:endParaRPr lang="en-US" sz="1700" kern="1200"/>
        </a:p>
      </dsp:txBody>
      <dsp:txXfrm>
        <a:off x="0" y="1335387"/>
        <a:ext cx="5303471" cy="722925"/>
      </dsp:txXfrm>
    </dsp:sp>
    <dsp:sp modelId="{1076E1B2-10C9-4E95-AA67-DA8D4079F9DF}">
      <dsp:nvSpPr>
        <dsp:cNvPr id="0" name=""/>
        <dsp:cNvSpPr/>
      </dsp:nvSpPr>
      <dsp:spPr>
        <a:xfrm>
          <a:off x="265173" y="1084467"/>
          <a:ext cx="3712429" cy="5018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40321" tIns="0" rIns="140321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Two correct chains</a:t>
          </a:r>
          <a:endParaRPr lang="en-US" sz="1700" kern="1200"/>
        </a:p>
      </dsp:txBody>
      <dsp:txXfrm>
        <a:off x="289671" y="1108965"/>
        <a:ext cx="3663433" cy="452844"/>
      </dsp:txXfrm>
    </dsp:sp>
    <dsp:sp modelId="{D8D1B9EF-EBC3-4AAA-B852-E2AC1EE5E0BA}">
      <dsp:nvSpPr>
        <dsp:cNvPr id="0" name=""/>
        <dsp:cNvSpPr/>
      </dsp:nvSpPr>
      <dsp:spPr>
        <a:xfrm>
          <a:off x="0" y="2401032"/>
          <a:ext cx="5303471" cy="12316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11608" tIns="354076" rIns="411608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700" kern="1200"/>
            <a:t>One of the miners will find a solution to next block</a:t>
          </a:r>
          <a:endParaRPr lang="en-US" sz="1700" kern="1200"/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700" kern="1200"/>
            <a:t>The first chain finding next block wins</a:t>
          </a:r>
          <a:endParaRPr lang="en-US" sz="1700" kern="1200"/>
        </a:p>
      </dsp:txBody>
      <dsp:txXfrm>
        <a:off x="0" y="2401032"/>
        <a:ext cx="5303471" cy="1231650"/>
      </dsp:txXfrm>
    </dsp:sp>
    <dsp:sp modelId="{3D13794B-8179-44B3-8855-89FBF8770CDD}">
      <dsp:nvSpPr>
        <dsp:cNvPr id="0" name=""/>
        <dsp:cNvSpPr/>
      </dsp:nvSpPr>
      <dsp:spPr>
        <a:xfrm>
          <a:off x="265173" y="2150112"/>
          <a:ext cx="3712429" cy="5018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40321" tIns="0" rIns="140321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Win of losing chain</a:t>
          </a:r>
          <a:endParaRPr lang="en-US" sz="1700" kern="1200"/>
        </a:p>
      </dsp:txBody>
      <dsp:txXfrm>
        <a:off x="289671" y="2174610"/>
        <a:ext cx="3663433" cy="452844"/>
      </dsp:txXfrm>
    </dsp:sp>
  </dsp:spTree>
</dsp:drawing>
</file>

<file path=ppt/diagrams/drawing8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2F9BCAB-C18D-44F4-80CA-35841C10B55E}">
      <dsp:nvSpPr>
        <dsp:cNvPr id="0" name=""/>
        <dsp:cNvSpPr/>
      </dsp:nvSpPr>
      <dsp:spPr>
        <a:xfrm>
          <a:off x="0" y="0"/>
          <a:ext cx="4686175" cy="4287177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37160" tIns="137160" rIns="137160" bIns="137160" numCol="1" spcCol="1270" anchor="ctr" anchorCtr="0">
          <a:noAutofit/>
        </a:bodyPr>
        <a:lstStyle/>
        <a:p>
          <a:pPr marL="0" lvl="0" indent="0" algn="ctr" defTabSz="1600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3600" kern="1200"/>
            <a:t>total hashing power of the bitcoin network</a:t>
          </a:r>
        </a:p>
      </dsp:txBody>
      <dsp:txXfrm>
        <a:off x="0" y="0"/>
        <a:ext cx="4686175" cy="1286153"/>
      </dsp:txXfrm>
    </dsp:sp>
    <dsp:sp modelId="{462A0C50-21C8-4D91-82C3-44CEC37853E3}">
      <dsp:nvSpPr>
        <dsp:cNvPr id="0" name=""/>
        <dsp:cNvSpPr/>
      </dsp:nvSpPr>
      <dsp:spPr>
        <a:xfrm>
          <a:off x="468617" y="1287252"/>
          <a:ext cx="3748940" cy="244581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0480" tIns="22860" rIns="30480" bIns="22860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2009</a:t>
          </a:r>
          <a:r>
            <a:rPr lang="tr-TR" sz="1200" kern="1200"/>
            <a:t>: </a:t>
          </a:r>
          <a:r>
            <a:rPr lang="en-US" sz="1200" kern="1200"/>
            <a:t>0.5 MH/sec–8 MH/sec (16× growth)</a:t>
          </a:r>
        </a:p>
      </dsp:txBody>
      <dsp:txXfrm>
        <a:off x="475781" y="1294416"/>
        <a:ext cx="3734612" cy="230253"/>
      </dsp:txXfrm>
    </dsp:sp>
    <dsp:sp modelId="{D6AA5A83-CC57-474A-9E3E-BF0DE64E4ECF}">
      <dsp:nvSpPr>
        <dsp:cNvPr id="0" name=""/>
        <dsp:cNvSpPr/>
      </dsp:nvSpPr>
      <dsp:spPr>
        <a:xfrm>
          <a:off x="468617" y="1569461"/>
          <a:ext cx="3748940" cy="244581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0480" tIns="22860" rIns="30480" bIns="22860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2010</a:t>
          </a:r>
          <a:r>
            <a:rPr lang="tr-TR" sz="1200" kern="1200"/>
            <a:t>: </a:t>
          </a:r>
          <a:r>
            <a:rPr lang="en-US" sz="1200" kern="1200"/>
            <a:t>8 MH/sec–116 GH/sec (14,500× growth)</a:t>
          </a:r>
        </a:p>
      </dsp:txBody>
      <dsp:txXfrm>
        <a:off x="475781" y="1576625"/>
        <a:ext cx="3734612" cy="230253"/>
      </dsp:txXfrm>
    </dsp:sp>
    <dsp:sp modelId="{B557DEC8-FA2D-46AB-ACE5-2A5CDB483217}">
      <dsp:nvSpPr>
        <dsp:cNvPr id="0" name=""/>
        <dsp:cNvSpPr/>
      </dsp:nvSpPr>
      <dsp:spPr>
        <a:xfrm>
          <a:off x="468617" y="1851671"/>
          <a:ext cx="3748940" cy="244581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0480" tIns="22860" rIns="30480" bIns="22860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2011</a:t>
          </a:r>
          <a:r>
            <a:rPr lang="tr-TR" sz="1200" kern="1200"/>
            <a:t>: </a:t>
          </a:r>
          <a:r>
            <a:rPr lang="en-US" sz="1200" kern="1200"/>
            <a:t>16 GH/sec–9 TH/sec (562× growth)</a:t>
          </a:r>
        </a:p>
      </dsp:txBody>
      <dsp:txXfrm>
        <a:off x="475781" y="1858835"/>
        <a:ext cx="3734612" cy="230253"/>
      </dsp:txXfrm>
    </dsp:sp>
    <dsp:sp modelId="{CD3214FA-B6DB-403B-9BEB-EAA525AC032E}">
      <dsp:nvSpPr>
        <dsp:cNvPr id="0" name=""/>
        <dsp:cNvSpPr/>
      </dsp:nvSpPr>
      <dsp:spPr>
        <a:xfrm>
          <a:off x="468617" y="2133880"/>
          <a:ext cx="3748940" cy="244581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0480" tIns="22860" rIns="30480" bIns="22860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2012</a:t>
          </a:r>
          <a:r>
            <a:rPr lang="tr-TR" sz="1200" kern="1200"/>
            <a:t>: </a:t>
          </a:r>
          <a:r>
            <a:rPr lang="en-US" sz="1200" kern="1200"/>
            <a:t>9 TH/sec–23 TH/sec (2.5× growth)</a:t>
          </a:r>
        </a:p>
      </dsp:txBody>
      <dsp:txXfrm>
        <a:off x="475781" y="2141044"/>
        <a:ext cx="3734612" cy="230253"/>
      </dsp:txXfrm>
    </dsp:sp>
    <dsp:sp modelId="{B0458F23-5417-4933-87F2-7037BB2D3330}">
      <dsp:nvSpPr>
        <dsp:cNvPr id="0" name=""/>
        <dsp:cNvSpPr/>
      </dsp:nvSpPr>
      <dsp:spPr>
        <a:xfrm>
          <a:off x="468617" y="2416090"/>
          <a:ext cx="3748940" cy="244581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0480" tIns="22860" rIns="30480" bIns="22860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2013</a:t>
          </a:r>
          <a:r>
            <a:rPr lang="tr-TR" sz="1200" kern="1200"/>
            <a:t>: </a:t>
          </a:r>
          <a:r>
            <a:rPr lang="en-US" sz="1200" kern="1200"/>
            <a:t>23 TH/sec–10 PH/sec (450× growth)</a:t>
          </a:r>
        </a:p>
      </dsp:txBody>
      <dsp:txXfrm>
        <a:off x="475781" y="2423254"/>
        <a:ext cx="3734612" cy="230253"/>
      </dsp:txXfrm>
    </dsp:sp>
    <dsp:sp modelId="{EA8E7746-5F86-4A39-9955-532126E79B52}">
      <dsp:nvSpPr>
        <dsp:cNvPr id="0" name=""/>
        <dsp:cNvSpPr/>
      </dsp:nvSpPr>
      <dsp:spPr>
        <a:xfrm>
          <a:off x="468617" y="2698299"/>
          <a:ext cx="3748940" cy="244581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0480" tIns="22860" rIns="30480" bIns="22860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2014</a:t>
          </a:r>
          <a:r>
            <a:rPr lang="tr-TR" sz="1200" kern="1200"/>
            <a:t>: </a:t>
          </a:r>
          <a:r>
            <a:rPr lang="en-US" sz="1200" kern="1200"/>
            <a:t>10 PH/sec–300 PH/sec (3000× growth)</a:t>
          </a:r>
        </a:p>
      </dsp:txBody>
      <dsp:txXfrm>
        <a:off x="475781" y="2705463"/>
        <a:ext cx="3734612" cy="230253"/>
      </dsp:txXfrm>
    </dsp:sp>
    <dsp:sp modelId="{9B51E731-C99E-4E14-B1F7-92D6A870DF9A}">
      <dsp:nvSpPr>
        <dsp:cNvPr id="0" name=""/>
        <dsp:cNvSpPr/>
      </dsp:nvSpPr>
      <dsp:spPr>
        <a:xfrm>
          <a:off x="468617" y="2980509"/>
          <a:ext cx="3748940" cy="244581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0480" tIns="22860" rIns="30480" bIns="22860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2015</a:t>
          </a:r>
          <a:r>
            <a:rPr lang="tr-TR" sz="1200" kern="1200"/>
            <a:t>: </a:t>
          </a:r>
          <a:r>
            <a:rPr lang="en-US" sz="1200" kern="1200"/>
            <a:t>300 PH/sec-800 PH/sec (266× growth)</a:t>
          </a:r>
        </a:p>
      </dsp:txBody>
      <dsp:txXfrm>
        <a:off x="475781" y="2987673"/>
        <a:ext cx="3734612" cy="230253"/>
      </dsp:txXfrm>
    </dsp:sp>
    <dsp:sp modelId="{645DA0A7-C32F-4B25-B597-93AF6B76DDB9}">
      <dsp:nvSpPr>
        <dsp:cNvPr id="0" name=""/>
        <dsp:cNvSpPr/>
      </dsp:nvSpPr>
      <dsp:spPr>
        <a:xfrm>
          <a:off x="468617" y="3262718"/>
          <a:ext cx="3748940" cy="244581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0480" tIns="22860" rIns="30480" bIns="22860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2016</a:t>
          </a:r>
          <a:r>
            <a:rPr lang="tr-TR" sz="1200" kern="1200"/>
            <a:t>: </a:t>
          </a:r>
          <a:r>
            <a:rPr lang="en-US" sz="1200" kern="1200"/>
            <a:t>800 PH/sec-2.5 EH/sec (312× growth)</a:t>
          </a:r>
        </a:p>
      </dsp:txBody>
      <dsp:txXfrm>
        <a:off x="475781" y="3269882"/>
        <a:ext cx="3734612" cy="230253"/>
      </dsp:txXfrm>
    </dsp:sp>
    <dsp:sp modelId="{72DA1D15-4BB2-42E1-898F-68D6908F4057}">
      <dsp:nvSpPr>
        <dsp:cNvPr id="0" name=""/>
        <dsp:cNvSpPr/>
      </dsp:nvSpPr>
      <dsp:spPr>
        <a:xfrm>
          <a:off x="468617" y="3544928"/>
          <a:ext cx="3748940" cy="244581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0480" tIns="22860" rIns="30480" bIns="22860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200" kern="1200"/>
            <a:t>2017: </a:t>
          </a:r>
          <a:r>
            <a:rPr lang="en-US" sz="1200" kern="1200"/>
            <a:t>2.5 EH/sec </a:t>
          </a:r>
          <a:r>
            <a:rPr lang="tr-TR" sz="1200" kern="1200"/>
            <a:t>- 15 EH/Sec (6x growth)</a:t>
          </a:r>
          <a:endParaRPr lang="en-US" sz="1200" kern="1200"/>
        </a:p>
      </dsp:txBody>
      <dsp:txXfrm>
        <a:off x="475781" y="3552092"/>
        <a:ext cx="3734612" cy="230253"/>
      </dsp:txXfrm>
    </dsp:sp>
    <dsp:sp modelId="{52CEE41B-101C-4019-99E1-BFF26C3EC36F}">
      <dsp:nvSpPr>
        <dsp:cNvPr id="0" name=""/>
        <dsp:cNvSpPr/>
      </dsp:nvSpPr>
      <dsp:spPr>
        <a:xfrm>
          <a:off x="468617" y="3827137"/>
          <a:ext cx="3748940" cy="244581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0480" tIns="22860" rIns="30480" bIns="22860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200" kern="1200"/>
            <a:t>23.04.2018: 15 EH/Sec - 29 EH/sec (0.9x growth)</a:t>
          </a:r>
          <a:endParaRPr lang="en-US" sz="1200" kern="1200"/>
        </a:p>
      </dsp:txBody>
      <dsp:txXfrm>
        <a:off x="475781" y="3834301"/>
        <a:ext cx="3734612" cy="230253"/>
      </dsp:txXfrm>
    </dsp:sp>
  </dsp:spTree>
</dsp:drawing>
</file>

<file path=ppt/diagrams/drawing8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1D3D83D-79A2-459E-9025-F2B143AC31F1}">
      <dsp:nvSpPr>
        <dsp:cNvPr id="0" name=""/>
        <dsp:cNvSpPr/>
      </dsp:nvSpPr>
      <dsp:spPr>
        <a:xfrm>
          <a:off x="0" y="363237"/>
          <a:ext cx="9701953" cy="1587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37388" rIns="752979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miners often cycled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through all 4 billion values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of </a:t>
          </a:r>
          <a:r>
            <a:rPr lang="en-US" sz="2100" kern="1200" dirty="0"/>
            <a:t>the nonce without</a:t>
          </a:r>
          <a:r>
            <a:rPr lang="tr-TR" sz="2100" kern="1200" dirty="0"/>
            <a:t> </a:t>
          </a:r>
          <a:r>
            <a:rPr lang="en-US" sz="2100" kern="1200" dirty="0"/>
            <a:t>finding a block.</a:t>
          </a:r>
        </a:p>
      </dsp:txBody>
      <dsp:txXfrm>
        <a:off x="0" y="363237"/>
        <a:ext cx="9701953" cy="1587600"/>
      </dsp:txXfrm>
    </dsp:sp>
    <dsp:sp modelId="{8F43027D-5924-487F-9BB0-4BA5374EE2CC}">
      <dsp:nvSpPr>
        <dsp:cNvPr id="0" name=""/>
        <dsp:cNvSpPr/>
      </dsp:nvSpPr>
      <dsp:spPr>
        <a:xfrm>
          <a:off x="485097" y="53277"/>
          <a:ext cx="6791367" cy="61992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100" kern="1200" dirty="0"/>
            <a:t>As difficulty</a:t>
          </a:r>
          <a:r>
            <a:rPr lang="tr-TR" sz="2100" kern="1200" dirty="0"/>
            <a:t> </a:t>
          </a:r>
          <a:r>
            <a:rPr lang="en-US" sz="2100" kern="1200" dirty="0"/>
            <a:t>increased</a:t>
          </a:r>
        </a:p>
      </dsp:txBody>
      <dsp:txXfrm>
        <a:off x="515359" y="83539"/>
        <a:ext cx="6730843" cy="559396"/>
      </dsp:txXfrm>
    </dsp:sp>
    <dsp:sp modelId="{A4823730-9F11-4827-9276-870B8883F6A3}">
      <dsp:nvSpPr>
        <dsp:cNvPr id="0" name=""/>
        <dsp:cNvSpPr/>
      </dsp:nvSpPr>
      <dsp:spPr>
        <a:xfrm>
          <a:off x="0" y="2374197"/>
          <a:ext cx="9701953" cy="12237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37388" rIns="752979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this was easily resolved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by </a:t>
          </a:r>
          <a:r>
            <a:rPr lang="en-US" sz="2100" kern="1200" dirty="0"/>
            <a:t>updating the block timestamp</a:t>
          </a:r>
        </a:p>
      </dsp:txBody>
      <dsp:txXfrm>
        <a:off x="0" y="2374197"/>
        <a:ext cx="9701953" cy="1223775"/>
      </dsp:txXfrm>
    </dsp:sp>
    <dsp:sp modelId="{344998E6-469E-4E3F-B622-0FF361EB21AF}">
      <dsp:nvSpPr>
        <dsp:cNvPr id="0" name=""/>
        <dsp:cNvSpPr/>
      </dsp:nvSpPr>
      <dsp:spPr>
        <a:xfrm>
          <a:off x="485097" y="2064237"/>
          <a:ext cx="6791367" cy="61992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 dirty="0" err="1"/>
            <a:t>Resolution</a:t>
          </a:r>
          <a:endParaRPr lang="en-US" sz="2100" kern="1200" dirty="0"/>
        </a:p>
      </dsp:txBody>
      <dsp:txXfrm>
        <a:off x="515359" y="2094499"/>
        <a:ext cx="6730843" cy="559396"/>
      </dsp:txXfrm>
    </dsp:sp>
  </dsp:spTree>
</dsp:drawing>
</file>

<file path=ppt/diagrams/drawing8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C6BA685-B882-4AFE-AB24-D0582F46FE54}">
      <dsp:nvSpPr>
        <dsp:cNvPr id="0" name=""/>
        <dsp:cNvSpPr/>
      </dsp:nvSpPr>
      <dsp:spPr>
        <a:xfrm>
          <a:off x="0" y="363237"/>
          <a:ext cx="9701953" cy="1587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37388" rIns="752979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Once mining hardware exceeded 4 GH</a:t>
          </a:r>
          <a:r>
            <a:rPr lang="en-US" sz="2100" kern="1200"/>
            <a:t>/sec</a:t>
          </a:r>
          <a:endParaRPr lang="en-US" sz="2100" kern="1200" dirty="0"/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100" kern="1200" dirty="0"/>
            <a:t>Time-</a:t>
          </a:r>
          <a:r>
            <a:rPr lang="tr-TR" sz="2100" kern="1200" dirty="0" err="1"/>
            <a:t>stamp</a:t>
          </a:r>
          <a:r>
            <a:rPr lang="tr-TR" sz="2100" kern="1200" dirty="0"/>
            <a:t> </a:t>
          </a:r>
          <a:r>
            <a:rPr lang="tr-TR" sz="2100" kern="1200" dirty="0" err="1"/>
            <a:t>based</a:t>
          </a:r>
          <a:r>
            <a:rPr lang="tr-TR" sz="2100" kern="1200" dirty="0"/>
            <a:t> </a:t>
          </a:r>
          <a:r>
            <a:rPr lang="tr-TR" sz="2100" kern="1200" dirty="0" err="1"/>
            <a:t>approach</a:t>
          </a:r>
          <a:endParaRPr lang="en-US" sz="2100" kern="1200" dirty="0"/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became</a:t>
          </a:r>
          <a:r>
            <a:rPr lang="tr-TR" sz="2100" kern="1200"/>
            <a:t> </a:t>
          </a:r>
          <a:r>
            <a:rPr lang="en-US" sz="2100" kern="1200" dirty="0"/>
            <a:t>increasingly difficult</a:t>
          </a:r>
        </a:p>
      </dsp:txBody>
      <dsp:txXfrm>
        <a:off x="0" y="363237"/>
        <a:ext cx="9701953" cy="1587600"/>
      </dsp:txXfrm>
    </dsp:sp>
    <dsp:sp modelId="{8A014536-07ED-49AF-937D-D67239A4B4B5}">
      <dsp:nvSpPr>
        <dsp:cNvPr id="0" name=""/>
        <dsp:cNvSpPr/>
      </dsp:nvSpPr>
      <dsp:spPr>
        <a:xfrm>
          <a:off x="485097" y="53277"/>
          <a:ext cx="6791367" cy="61992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 dirty="0" err="1"/>
            <a:t>hardware’s</a:t>
          </a:r>
          <a:r>
            <a:rPr lang="tr-TR" sz="2100" kern="1200" dirty="0"/>
            <a:t> </a:t>
          </a:r>
          <a:r>
            <a:rPr lang="tr-TR" sz="2100" kern="1200" dirty="0" err="1"/>
            <a:t>power</a:t>
          </a:r>
          <a:endParaRPr lang="en-US" sz="2100" kern="1200" dirty="0"/>
        </a:p>
      </dsp:txBody>
      <dsp:txXfrm>
        <a:off x="515359" y="83539"/>
        <a:ext cx="6730843" cy="559396"/>
      </dsp:txXfrm>
    </dsp:sp>
    <dsp:sp modelId="{64518DF4-1DE0-4FF5-98AD-A71DE4C80894}">
      <dsp:nvSpPr>
        <dsp:cNvPr id="0" name=""/>
        <dsp:cNvSpPr/>
      </dsp:nvSpPr>
      <dsp:spPr>
        <a:xfrm>
          <a:off x="0" y="2374197"/>
          <a:ext cx="9701953" cy="12237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7407870"/>
              <a:satOff val="-2749"/>
              <a:lumOff val="6275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37388" rIns="752979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because the nonce values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were exhausted in less than a second</a:t>
          </a:r>
        </a:p>
      </dsp:txBody>
      <dsp:txXfrm>
        <a:off x="0" y="2374197"/>
        <a:ext cx="9701953" cy="1223775"/>
      </dsp:txXfrm>
    </dsp:sp>
    <dsp:sp modelId="{4E476BA0-D422-4C23-B3FF-C9CD094F7648}">
      <dsp:nvSpPr>
        <dsp:cNvPr id="0" name=""/>
        <dsp:cNvSpPr/>
      </dsp:nvSpPr>
      <dsp:spPr>
        <a:xfrm>
          <a:off x="485097" y="2064237"/>
          <a:ext cx="6791367" cy="619920"/>
        </a:xfrm>
        <a:prstGeom prst="roundRect">
          <a:avLst/>
        </a:prstGeom>
        <a:solidFill>
          <a:schemeClr val="accent2">
            <a:hueOff val="-7407870"/>
            <a:satOff val="-2749"/>
            <a:lumOff val="62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 dirty="0" err="1"/>
            <a:t>Speed</a:t>
          </a:r>
          <a:r>
            <a:rPr lang="tr-TR" sz="2100" kern="1200" dirty="0"/>
            <a:t> of </a:t>
          </a:r>
          <a:r>
            <a:rPr lang="tr-TR" sz="2100" kern="1200" dirty="0" err="1"/>
            <a:t>exhausting</a:t>
          </a:r>
          <a:endParaRPr lang="en-US" sz="2100" kern="1200" dirty="0"/>
        </a:p>
      </dsp:txBody>
      <dsp:txXfrm>
        <a:off x="515359" y="2094499"/>
        <a:ext cx="6730843" cy="559396"/>
      </dsp:txXfrm>
    </dsp:sp>
  </dsp:spTree>
</dsp:drawing>
</file>

<file path=ppt/diagrams/drawing8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4D8AED1-8547-4905-BC05-38CB24ECF061}">
      <dsp:nvSpPr>
        <dsp:cNvPr id="0" name=""/>
        <dsp:cNvSpPr/>
      </dsp:nvSpPr>
      <dsp:spPr>
        <a:xfrm>
          <a:off x="0" y="322737"/>
          <a:ext cx="9701953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 dirty="0"/>
            <a:t>to use the </a:t>
          </a:r>
          <a:r>
            <a:rPr lang="en-US" sz="1500" kern="1200" dirty="0" err="1"/>
            <a:t>coinbase</a:t>
          </a:r>
          <a:r>
            <a:rPr lang="en-US" sz="1500" kern="1200" dirty="0"/>
            <a:t> transaction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 dirty="0"/>
            <a:t>as a source of extra</a:t>
          </a:r>
          <a:r>
            <a:rPr lang="tr-TR" sz="1500" kern="1200" dirty="0"/>
            <a:t> </a:t>
          </a:r>
          <a:r>
            <a:rPr lang="tr-TR" sz="1500" kern="1200" dirty="0" err="1"/>
            <a:t>nonce</a:t>
          </a:r>
          <a:r>
            <a:rPr lang="tr-TR" sz="1500" kern="1200" dirty="0"/>
            <a:t> </a:t>
          </a:r>
          <a:r>
            <a:rPr lang="tr-TR" sz="1500" kern="1200" dirty="0" err="1"/>
            <a:t>values</a:t>
          </a:r>
          <a:endParaRPr lang="en-US" sz="1500" kern="1200" dirty="0"/>
        </a:p>
      </dsp:txBody>
      <dsp:txXfrm>
        <a:off x="0" y="322737"/>
        <a:ext cx="9701953" cy="874125"/>
      </dsp:txXfrm>
    </dsp:sp>
    <dsp:sp modelId="{DB631EFA-463F-4AE2-894B-082EF8CAF2A8}">
      <dsp:nvSpPr>
        <dsp:cNvPr id="0" name=""/>
        <dsp:cNvSpPr/>
      </dsp:nvSpPr>
      <dsp:spPr>
        <a:xfrm>
          <a:off x="485097" y="101337"/>
          <a:ext cx="6791367" cy="44280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The solution</a:t>
          </a:r>
        </a:p>
      </dsp:txBody>
      <dsp:txXfrm>
        <a:off x="506713" y="122953"/>
        <a:ext cx="6748135" cy="399568"/>
      </dsp:txXfrm>
    </dsp:sp>
    <dsp:sp modelId="{466E2664-830A-45C8-84FA-F10220AEE432}">
      <dsp:nvSpPr>
        <dsp:cNvPr id="0" name=""/>
        <dsp:cNvSpPr/>
      </dsp:nvSpPr>
      <dsp:spPr>
        <a:xfrm>
          <a:off x="0" y="1499262"/>
          <a:ext cx="9701953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 dirty="0" err="1"/>
            <a:t>coinbase</a:t>
          </a:r>
          <a:r>
            <a:rPr lang="en-US" sz="1500" kern="1200" dirty="0"/>
            <a:t> script can store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between </a:t>
          </a:r>
          <a:r>
            <a:rPr lang="en-US" sz="1500" kern="1200" dirty="0"/>
            <a:t>2 and 100 bytes of data</a:t>
          </a:r>
        </a:p>
      </dsp:txBody>
      <dsp:txXfrm>
        <a:off x="0" y="1499262"/>
        <a:ext cx="9701953" cy="874125"/>
      </dsp:txXfrm>
    </dsp:sp>
    <dsp:sp modelId="{0C78B5D5-72AE-4329-AC6C-00C1A4958B27}">
      <dsp:nvSpPr>
        <dsp:cNvPr id="0" name=""/>
        <dsp:cNvSpPr/>
      </dsp:nvSpPr>
      <dsp:spPr>
        <a:xfrm>
          <a:off x="485097" y="1277862"/>
          <a:ext cx="6791367" cy="44280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Space </a:t>
          </a:r>
          <a:r>
            <a:rPr lang="tr-TR" sz="1500" kern="1200" dirty="0" err="1"/>
            <a:t>for</a:t>
          </a:r>
          <a:r>
            <a:rPr lang="tr-TR" sz="1500" kern="1200" dirty="0"/>
            <a:t> </a:t>
          </a:r>
          <a:r>
            <a:rPr lang="tr-TR" sz="1500" kern="1200" dirty="0" err="1"/>
            <a:t>coinbase</a:t>
          </a:r>
          <a:endParaRPr lang="en-US" sz="1500" kern="1200" dirty="0"/>
        </a:p>
      </dsp:txBody>
      <dsp:txXfrm>
        <a:off x="506713" y="1299478"/>
        <a:ext cx="6748135" cy="399568"/>
      </dsp:txXfrm>
    </dsp:sp>
    <dsp:sp modelId="{18C1AD11-1744-47D4-A492-D58FEB615E4B}">
      <dsp:nvSpPr>
        <dsp:cNvPr id="0" name=""/>
        <dsp:cNvSpPr/>
      </dsp:nvSpPr>
      <dsp:spPr>
        <a:xfrm>
          <a:off x="0" y="2675787"/>
          <a:ext cx="9701953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500" kern="1200" dirty="0"/>
            <a:t>8</a:t>
          </a:r>
          <a:r>
            <a:rPr lang="en-US" sz="1500" kern="1200" dirty="0"/>
            <a:t> bytes of extra nonce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500" kern="1200"/>
            <a:t>+ </a:t>
          </a:r>
          <a:r>
            <a:rPr lang="en-US" sz="1500" kern="1200" dirty="0"/>
            <a:t>4 bytes of</a:t>
          </a:r>
          <a:r>
            <a:rPr lang="tr-TR" sz="1500" kern="1200" dirty="0"/>
            <a:t> </a:t>
          </a:r>
          <a:r>
            <a:rPr lang="en-US" sz="1500" kern="1200" dirty="0"/>
            <a:t>“standard” nonce </a:t>
          </a:r>
        </a:p>
      </dsp:txBody>
      <dsp:txXfrm>
        <a:off x="0" y="2675787"/>
        <a:ext cx="9701953" cy="874125"/>
      </dsp:txXfrm>
    </dsp:sp>
    <dsp:sp modelId="{35F5A68C-BD69-4328-839C-D67987E6D179}">
      <dsp:nvSpPr>
        <dsp:cNvPr id="0" name=""/>
        <dsp:cNvSpPr/>
      </dsp:nvSpPr>
      <dsp:spPr>
        <a:xfrm>
          <a:off x="485097" y="2454387"/>
          <a:ext cx="6791367" cy="442800"/>
        </a:xfrm>
        <a:prstGeom prst="round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 err="1"/>
            <a:t>Extra</a:t>
          </a:r>
          <a:r>
            <a:rPr lang="tr-TR" sz="1500" kern="1200" dirty="0"/>
            <a:t> </a:t>
          </a:r>
          <a:r>
            <a:rPr lang="tr-TR" sz="1500" kern="1200" dirty="0" err="1"/>
            <a:t>nonces</a:t>
          </a:r>
          <a:endParaRPr lang="en-US" sz="1500" kern="1200" dirty="0"/>
        </a:p>
      </dsp:txBody>
      <dsp:txXfrm>
        <a:off x="506713" y="2476003"/>
        <a:ext cx="6748135" cy="399568"/>
      </dsp:txXfrm>
    </dsp:sp>
  </dsp:spTree>
</dsp:drawing>
</file>

<file path=ppt/diagrams/drawing8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664F92D-81D2-48FC-99DE-1E605FA38722}">
      <dsp:nvSpPr>
        <dsp:cNvPr id="0" name=""/>
        <dsp:cNvSpPr/>
      </dsp:nvSpPr>
      <dsp:spPr>
        <a:xfrm>
          <a:off x="0" y="362224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allow miners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to explore a total 2</a:t>
          </a:r>
          <a:r>
            <a:rPr lang="en-US" sz="2400" kern="1200" baseline="30000" dirty="0"/>
            <a:t>96</a:t>
          </a:r>
          <a:r>
            <a:rPr lang="tr-TR" sz="2400" kern="1200" baseline="30000" dirty="0"/>
            <a:t> </a:t>
          </a:r>
          <a:r>
            <a:rPr lang="en-US" sz="2400" kern="1200" dirty="0"/>
            <a:t>possibilities</a:t>
          </a:r>
          <a:r>
            <a:rPr lang="tr-TR" sz="2400" kern="1200" dirty="0"/>
            <a:t> </a:t>
          </a:r>
          <a:r>
            <a:rPr lang="en-US" sz="2400" i="1" kern="1200" dirty="0"/>
            <a:t>per second </a:t>
          </a:r>
          <a:endParaRPr lang="en-US" sz="2400" kern="1200" dirty="0"/>
        </a:p>
      </dsp:txBody>
      <dsp:txXfrm>
        <a:off x="0" y="362224"/>
        <a:ext cx="9701953" cy="1398600"/>
      </dsp:txXfrm>
    </dsp:sp>
    <dsp:sp modelId="{4C1356A3-B121-4A7A-80CF-320768BEA87C}">
      <dsp:nvSpPr>
        <dsp:cNvPr id="0" name=""/>
        <dsp:cNvSpPr/>
      </dsp:nvSpPr>
      <dsp:spPr>
        <a:xfrm>
          <a:off x="485097" y="7984"/>
          <a:ext cx="6791367" cy="70848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 dirty="0"/>
            <a:t>8 </a:t>
          </a:r>
          <a:r>
            <a:rPr lang="tr-TR" sz="2400" kern="1200" dirty="0" err="1"/>
            <a:t>extra</a:t>
          </a:r>
          <a:r>
            <a:rPr lang="tr-TR" sz="2400" kern="1200" dirty="0"/>
            <a:t> </a:t>
          </a:r>
          <a:r>
            <a:rPr lang="tr-TR" sz="2400" kern="1200" dirty="0" err="1"/>
            <a:t>bytes</a:t>
          </a:r>
          <a:endParaRPr lang="en-US" sz="2400" kern="1200" dirty="0"/>
        </a:p>
      </dsp:txBody>
      <dsp:txXfrm>
        <a:off x="519682" y="42569"/>
        <a:ext cx="6722197" cy="639310"/>
      </dsp:txXfrm>
    </dsp:sp>
    <dsp:sp modelId="{DF70FA46-8A38-4516-8ED3-FDD427E07459}">
      <dsp:nvSpPr>
        <dsp:cNvPr id="0" name=""/>
        <dsp:cNvSpPr/>
      </dsp:nvSpPr>
      <dsp:spPr>
        <a:xfrm>
          <a:off x="0" y="2244665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8 </a:t>
          </a:r>
          <a:r>
            <a:rPr lang="en-US" sz="2400" kern="1200" dirty="0"/>
            <a:t>followed by 28 zeros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without having to modify the timestamp.</a:t>
          </a:r>
        </a:p>
      </dsp:txBody>
      <dsp:txXfrm>
        <a:off x="0" y="2244665"/>
        <a:ext cx="9701953" cy="1398600"/>
      </dsp:txXfrm>
    </dsp:sp>
    <dsp:sp modelId="{63B36AE0-B0AE-41F1-B973-84A956B71D74}">
      <dsp:nvSpPr>
        <dsp:cNvPr id="0" name=""/>
        <dsp:cNvSpPr/>
      </dsp:nvSpPr>
      <dsp:spPr>
        <a:xfrm>
          <a:off x="485097" y="1890425"/>
          <a:ext cx="6791367" cy="70848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 dirty="0" err="1"/>
            <a:t>What</a:t>
          </a:r>
          <a:r>
            <a:rPr lang="tr-TR" sz="2400" kern="1200" dirty="0"/>
            <a:t> is </a:t>
          </a:r>
          <a:r>
            <a:rPr lang="en-US" sz="2400" kern="1200" dirty="0"/>
            <a:t>2</a:t>
          </a:r>
          <a:r>
            <a:rPr lang="en-US" sz="2400" kern="1200" baseline="30000" dirty="0"/>
            <a:t>96</a:t>
          </a:r>
          <a:r>
            <a:rPr lang="tr-TR" sz="2400" kern="1200" dirty="0"/>
            <a:t>?</a:t>
          </a:r>
          <a:endParaRPr lang="en-US" sz="2400" kern="1200" dirty="0"/>
        </a:p>
      </dsp:txBody>
      <dsp:txXfrm>
        <a:off x="519682" y="1925010"/>
        <a:ext cx="6722197" cy="639310"/>
      </dsp:txXfrm>
    </dsp:sp>
  </dsp:spTree>
</dsp:drawing>
</file>

<file path=ppt/diagrams/drawing8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CA104E5-92FC-4586-94EC-90DE11EC1663}">
      <dsp:nvSpPr>
        <dsp:cNvPr id="0" name=""/>
        <dsp:cNvSpPr/>
      </dsp:nvSpPr>
      <dsp:spPr>
        <a:xfrm>
          <a:off x="0" y="369435"/>
          <a:ext cx="9701953" cy="9906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54076" rIns="752979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 dirty="0"/>
            <a:t>individual </a:t>
          </a:r>
          <a:r>
            <a:rPr lang="tr-TR" sz="1700" kern="1200" dirty="0" err="1"/>
            <a:t>or</a:t>
          </a:r>
          <a:r>
            <a:rPr lang="tr-TR" sz="1700" kern="1200" dirty="0"/>
            <a:t> solo </a:t>
          </a:r>
          <a:r>
            <a:rPr lang="en-US" sz="1700" kern="1200" dirty="0"/>
            <a:t>miners working alone</a:t>
          </a:r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don’t </a:t>
          </a:r>
          <a:r>
            <a:rPr lang="en-US" sz="1700" kern="1200" dirty="0"/>
            <a:t>stand a chance</a:t>
          </a:r>
        </a:p>
      </dsp:txBody>
      <dsp:txXfrm>
        <a:off x="0" y="369435"/>
        <a:ext cx="9701953" cy="990675"/>
      </dsp:txXfrm>
    </dsp:sp>
    <dsp:sp modelId="{8007E5F4-9FE5-43AB-B4C6-5C3EBDE6F160}">
      <dsp:nvSpPr>
        <dsp:cNvPr id="0" name=""/>
        <dsp:cNvSpPr/>
      </dsp:nvSpPr>
      <dsp:spPr>
        <a:xfrm>
          <a:off x="485097" y="118515"/>
          <a:ext cx="6791367" cy="50184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Chance</a:t>
          </a:r>
          <a:r>
            <a:rPr lang="tr-TR" sz="1700" kern="1200" dirty="0"/>
            <a:t> of solo </a:t>
          </a:r>
          <a:r>
            <a:rPr lang="tr-TR" sz="1700" kern="1200" dirty="0" err="1"/>
            <a:t>miner</a:t>
          </a:r>
          <a:endParaRPr lang="en-US" sz="1700" kern="1200" dirty="0"/>
        </a:p>
      </dsp:txBody>
      <dsp:txXfrm>
        <a:off x="509595" y="143013"/>
        <a:ext cx="6742371" cy="452844"/>
      </dsp:txXfrm>
    </dsp:sp>
    <dsp:sp modelId="{E4D0EA6C-61FA-44E1-A6BB-93AEC5A9D3C9}">
      <dsp:nvSpPr>
        <dsp:cNvPr id="0" name=""/>
        <dsp:cNvSpPr/>
      </dsp:nvSpPr>
      <dsp:spPr>
        <a:xfrm>
          <a:off x="0" y="1702830"/>
          <a:ext cx="9701953" cy="9906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3703935"/>
              <a:satOff val="-1375"/>
              <a:lumOff val="3138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54076" rIns="752979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 dirty="0"/>
            <a:t>Even the fastest consumer ASIC mining system</a:t>
          </a:r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 dirty="0"/>
            <a:t>cannot keep up</a:t>
          </a:r>
          <a:r>
            <a:rPr lang="tr-TR" sz="1700" kern="1200" dirty="0"/>
            <a:t> </a:t>
          </a:r>
          <a:r>
            <a:rPr lang="en-US" sz="1700" kern="1200" dirty="0"/>
            <a:t>with commercial systems</a:t>
          </a:r>
        </a:p>
      </dsp:txBody>
      <dsp:txXfrm>
        <a:off x="0" y="1702830"/>
        <a:ext cx="9701953" cy="990675"/>
      </dsp:txXfrm>
    </dsp:sp>
    <dsp:sp modelId="{053779AF-4DCC-4BFA-ADE1-2933C1D5F234}">
      <dsp:nvSpPr>
        <dsp:cNvPr id="0" name=""/>
        <dsp:cNvSpPr/>
      </dsp:nvSpPr>
      <dsp:spPr>
        <a:xfrm>
          <a:off x="485097" y="1451910"/>
          <a:ext cx="6791367" cy="501840"/>
        </a:xfrm>
        <a:prstGeom prst="roundRect">
          <a:avLst/>
        </a:prstGeom>
        <a:solidFill>
          <a:schemeClr val="accent2">
            <a:hueOff val="-3703935"/>
            <a:satOff val="-1375"/>
            <a:lumOff val="313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Chance</a:t>
          </a:r>
          <a:r>
            <a:rPr lang="tr-TR" sz="1700" kern="1200" dirty="0"/>
            <a:t> </a:t>
          </a:r>
          <a:r>
            <a:rPr lang="tr-TR" sz="1700" kern="1200" dirty="0" err="1"/>
            <a:t>with</a:t>
          </a:r>
          <a:r>
            <a:rPr lang="tr-TR" sz="1700" kern="1200" dirty="0"/>
            <a:t> ASIC </a:t>
          </a:r>
          <a:r>
            <a:rPr lang="tr-TR" sz="1700" kern="1200" dirty="0" err="1"/>
            <a:t>systems</a:t>
          </a:r>
          <a:endParaRPr lang="en-US" sz="1700" kern="1200" dirty="0"/>
        </a:p>
      </dsp:txBody>
      <dsp:txXfrm>
        <a:off x="509595" y="1476408"/>
        <a:ext cx="6742371" cy="452844"/>
      </dsp:txXfrm>
    </dsp:sp>
    <dsp:sp modelId="{E1D85062-C949-4B48-984D-4D575FD6DABF}">
      <dsp:nvSpPr>
        <dsp:cNvPr id="0" name=""/>
        <dsp:cNvSpPr/>
      </dsp:nvSpPr>
      <dsp:spPr>
        <a:xfrm>
          <a:off x="0" y="3036225"/>
          <a:ext cx="9701953" cy="12852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7407870"/>
              <a:satOff val="-2749"/>
              <a:lumOff val="6275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54076" rIns="752979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 dirty="0"/>
            <a:t>stack tens of thousands of these chips</a:t>
          </a:r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 dirty="0"/>
            <a:t>in giant warehouses</a:t>
          </a:r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700" kern="1200" dirty="0" err="1"/>
            <a:t>near</a:t>
          </a:r>
          <a:r>
            <a:rPr lang="tr-TR" sz="1700" kern="1200" dirty="0"/>
            <a:t> </a:t>
          </a:r>
          <a:r>
            <a:rPr lang="tr-TR" sz="1700" kern="1200" dirty="0" err="1"/>
            <a:t>hydroelectric</a:t>
          </a:r>
          <a:r>
            <a:rPr lang="tr-TR" sz="1700" kern="1200" dirty="0"/>
            <a:t> </a:t>
          </a:r>
          <a:r>
            <a:rPr lang="tr-TR" sz="1700" kern="1200" dirty="0" err="1"/>
            <a:t>powerstations</a:t>
          </a:r>
          <a:r>
            <a:rPr lang="tr-TR" sz="1700" kern="1200" dirty="0"/>
            <a:t>.</a:t>
          </a:r>
          <a:endParaRPr lang="en-US" sz="1700" kern="1200" dirty="0"/>
        </a:p>
      </dsp:txBody>
      <dsp:txXfrm>
        <a:off x="0" y="3036225"/>
        <a:ext cx="9701953" cy="1285200"/>
      </dsp:txXfrm>
    </dsp:sp>
    <dsp:sp modelId="{E79DD4F8-2E22-4C83-ACB4-2B634380D7CD}">
      <dsp:nvSpPr>
        <dsp:cNvPr id="0" name=""/>
        <dsp:cNvSpPr/>
      </dsp:nvSpPr>
      <dsp:spPr>
        <a:xfrm>
          <a:off x="485097" y="2785305"/>
          <a:ext cx="6791367" cy="501840"/>
        </a:xfrm>
        <a:prstGeom prst="roundRect">
          <a:avLst/>
        </a:prstGeom>
        <a:solidFill>
          <a:schemeClr val="accent2">
            <a:hueOff val="-7407870"/>
            <a:satOff val="-2749"/>
            <a:lumOff val="62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Competition</a:t>
          </a:r>
          <a:r>
            <a:rPr lang="tr-TR" sz="1700" kern="1200" dirty="0"/>
            <a:t> </a:t>
          </a:r>
          <a:r>
            <a:rPr lang="tr-TR" sz="1700" kern="1200" dirty="0" err="1"/>
            <a:t>with</a:t>
          </a:r>
          <a:r>
            <a:rPr lang="tr-TR" sz="1700" kern="1200" dirty="0"/>
            <a:t> </a:t>
          </a:r>
          <a:r>
            <a:rPr lang="tr-TR" sz="1700" kern="1200" dirty="0" err="1"/>
            <a:t>commercials</a:t>
          </a:r>
          <a:endParaRPr lang="en-US" sz="1700" kern="1200" dirty="0"/>
        </a:p>
      </dsp:txBody>
      <dsp:txXfrm>
        <a:off x="509595" y="2809803"/>
        <a:ext cx="6742371" cy="452844"/>
      </dsp:txXfrm>
    </dsp:sp>
  </dsp:spTree>
</dsp:drawing>
</file>

<file path=ppt/diagrams/drawing8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A0F7B05-4C22-4423-A374-2F852B0EFF71}">
      <dsp:nvSpPr>
        <dsp:cNvPr id="0" name=""/>
        <dsp:cNvSpPr/>
      </dsp:nvSpPr>
      <dsp:spPr>
        <a:xfrm>
          <a:off x="1556976" y="196307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89C13C5-348D-450E-BFBF-6E192E7E3022}">
      <dsp:nvSpPr>
        <dsp:cNvPr id="0" name=""/>
        <dsp:cNvSpPr/>
      </dsp:nvSpPr>
      <dsp:spPr>
        <a:xfrm>
          <a:off x="152976" y="1848429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Collaboration of pools</a:t>
          </a:r>
          <a:endParaRPr lang="en-US" sz="3600" kern="1200"/>
        </a:p>
      </dsp:txBody>
      <dsp:txXfrm>
        <a:off x="152976" y="1848429"/>
        <a:ext cx="4320000" cy="648000"/>
      </dsp:txXfrm>
    </dsp:sp>
    <dsp:sp modelId="{6609CDA1-15E0-4410-BE70-8CDF2E1A3EF0}">
      <dsp:nvSpPr>
        <dsp:cNvPr id="0" name=""/>
        <dsp:cNvSpPr/>
      </dsp:nvSpPr>
      <dsp:spPr>
        <a:xfrm>
          <a:off x="152976" y="2561601"/>
          <a:ext cx="4320000" cy="8933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Miners now collaborate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form mining</a:t>
          </a:r>
          <a:r>
            <a:rPr lang="tr-TR" sz="1700" kern="1200" dirty="0"/>
            <a:t> </a:t>
          </a:r>
          <a:r>
            <a:rPr lang="en-US" sz="1700" kern="1200" dirty="0"/>
            <a:t>pools</a:t>
          </a:r>
        </a:p>
      </dsp:txBody>
      <dsp:txXfrm>
        <a:off x="152976" y="2561601"/>
        <a:ext cx="4320000" cy="893340"/>
      </dsp:txXfrm>
    </dsp:sp>
    <dsp:sp modelId="{D36D5EC4-7DE3-4839-A1EA-5473B0F4AE73}">
      <dsp:nvSpPr>
        <dsp:cNvPr id="0" name=""/>
        <dsp:cNvSpPr/>
      </dsp:nvSpPr>
      <dsp:spPr>
        <a:xfrm>
          <a:off x="6632976" y="196307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BC5F7B4-CCB5-44C5-8E6F-9C508EB9677E}">
      <dsp:nvSpPr>
        <dsp:cNvPr id="0" name=""/>
        <dsp:cNvSpPr/>
      </dsp:nvSpPr>
      <dsp:spPr>
        <a:xfrm>
          <a:off x="5228976" y="1848429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Unite to compete</a:t>
          </a:r>
          <a:endParaRPr lang="en-US" sz="3600" kern="1200"/>
        </a:p>
      </dsp:txBody>
      <dsp:txXfrm>
        <a:off x="5228976" y="1848429"/>
        <a:ext cx="4320000" cy="648000"/>
      </dsp:txXfrm>
    </dsp:sp>
    <dsp:sp modelId="{2F6D8ECA-8C18-4FEC-8FD2-BA3E15176169}">
      <dsp:nvSpPr>
        <dsp:cNvPr id="0" name=""/>
        <dsp:cNvSpPr/>
      </dsp:nvSpPr>
      <dsp:spPr>
        <a:xfrm>
          <a:off x="5228976" y="2561601"/>
          <a:ext cx="4320000" cy="8933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Miners</a:t>
          </a:r>
          <a:r>
            <a:rPr lang="tr-TR" sz="1700" kern="1200" dirty="0"/>
            <a:t> </a:t>
          </a:r>
          <a:r>
            <a:rPr lang="tr-TR" sz="1700" kern="1200" dirty="0" err="1"/>
            <a:t>combine</a:t>
          </a:r>
          <a:r>
            <a:rPr lang="en-US" sz="1700" kern="1200" dirty="0"/>
            <a:t> their hashing power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sharing the reward among thousands of participants.</a:t>
          </a:r>
        </a:p>
      </dsp:txBody>
      <dsp:txXfrm>
        <a:off x="5228976" y="2561601"/>
        <a:ext cx="4320000" cy="893340"/>
      </dsp:txXfrm>
    </dsp:sp>
  </dsp:spTree>
</dsp:drawing>
</file>

<file path=ppt/diagrams/drawing8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5B5ED0E-6D96-4491-A38C-862927B6D951}">
      <dsp:nvSpPr>
        <dsp:cNvPr id="0" name=""/>
        <dsp:cNvSpPr/>
      </dsp:nvSpPr>
      <dsp:spPr>
        <a:xfrm>
          <a:off x="15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0A52AD3-B28C-4394-BAC7-B8D5EFE12EC5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Small share</a:t>
          </a:r>
          <a:endParaRPr lang="en-US" sz="3600" kern="1200"/>
        </a:p>
      </dsp:txBody>
      <dsp:txXfrm>
        <a:off x="152976" y="1981055"/>
        <a:ext cx="4320000" cy="648000"/>
      </dsp:txXfrm>
    </dsp:sp>
    <dsp:sp modelId="{9720C62F-C869-42A5-BA3A-073A1FE73585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miners get a smaller share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of </a:t>
          </a:r>
          <a:r>
            <a:rPr lang="en-US" sz="1700" kern="1200" dirty="0"/>
            <a:t>the overall reward</a:t>
          </a:r>
        </a:p>
      </dsp:txBody>
      <dsp:txXfrm>
        <a:off x="152976" y="2688423"/>
        <a:ext cx="4320000" cy="621412"/>
      </dsp:txXfrm>
    </dsp:sp>
    <dsp:sp modelId="{E114485F-45A1-4860-AC0C-35D12F8595D5}">
      <dsp:nvSpPr>
        <dsp:cNvPr id="0" name=""/>
        <dsp:cNvSpPr/>
      </dsp:nvSpPr>
      <dsp:spPr>
        <a:xfrm>
          <a:off x="5228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1B8BB00-EBE0-486C-93A5-1B1763C37B49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Reduced uncertainty</a:t>
          </a:r>
          <a:endParaRPr lang="en-US" sz="3600" kern="1200"/>
        </a:p>
      </dsp:txBody>
      <dsp:txXfrm>
        <a:off x="5228976" y="1981055"/>
        <a:ext cx="4320000" cy="648000"/>
      </dsp:txXfrm>
    </dsp:sp>
    <dsp:sp modelId="{C7BA26CC-9583-4F64-B493-0E6CB7CB6112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get rewarded</a:t>
          </a:r>
          <a:r>
            <a:rPr lang="tr-TR" sz="1700" kern="1200" dirty="0"/>
            <a:t> in </a:t>
          </a:r>
          <a:r>
            <a:rPr lang="tr-TR" sz="1700" kern="1200" dirty="0" err="1"/>
            <a:t>shorter</a:t>
          </a:r>
          <a:r>
            <a:rPr lang="tr-TR" sz="1700" kern="1200" dirty="0"/>
            <a:t> </a:t>
          </a:r>
          <a:r>
            <a:rPr lang="tr-TR" sz="1700" kern="1200" dirty="0" err="1"/>
            <a:t>periods</a:t>
          </a:r>
          <a:r>
            <a:rPr lang="en-US" sz="1700" kern="1200" dirty="0"/>
            <a:t> 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reducing uncertainty</a:t>
          </a:r>
        </a:p>
      </dsp:txBody>
      <dsp:txXfrm>
        <a:off x="5228976" y="2688423"/>
        <a:ext cx="4320000" cy="621412"/>
      </dsp:txXfrm>
    </dsp:sp>
  </dsp:spTree>
</dsp:drawing>
</file>

<file path=ppt/diagrams/drawing8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3565837-148F-47DC-8CE9-A3E78482FF54}">
      <dsp:nvSpPr>
        <dsp:cNvPr id="0" name=""/>
        <dsp:cNvSpPr/>
      </dsp:nvSpPr>
      <dsp:spPr>
        <a:xfrm>
          <a:off x="15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9634C32-5836-4AFC-8E87-183C24D3209B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Size of pools</a:t>
          </a:r>
          <a:endParaRPr lang="en-US" sz="3600" kern="1200"/>
        </a:p>
      </dsp:txBody>
      <dsp:txXfrm>
        <a:off x="152976" y="1981055"/>
        <a:ext cx="4320000" cy="648000"/>
      </dsp:txXfrm>
    </dsp:sp>
    <dsp:sp modelId="{675B4224-1FCF-4844-A9B6-305C4F547E9C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Mining pools coordinate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hundreds </a:t>
          </a:r>
          <a:r>
            <a:rPr lang="en-US" sz="1700" kern="1200" dirty="0"/>
            <a:t>or thousands of miners</a:t>
          </a:r>
        </a:p>
      </dsp:txBody>
      <dsp:txXfrm>
        <a:off x="152976" y="2688423"/>
        <a:ext cx="4320000" cy="621412"/>
      </dsp:txXfrm>
    </dsp:sp>
    <dsp:sp modelId="{651B414D-CB2D-4CF9-8852-250075771949}">
      <dsp:nvSpPr>
        <dsp:cNvPr id="0" name=""/>
        <dsp:cNvSpPr/>
      </dsp:nvSpPr>
      <dsp:spPr>
        <a:xfrm>
          <a:off x="5228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960B9ED-854A-431F-AD5E-5B5A1BA09143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Protocols</a:t>
          </a:r>
          <a:endParaRPr lang="en-US" sz="3600" kern="1200"/>
        </a:p>
      </dsp:txBody>
      <dsp:txXfrm>
        <a:off x="5228976" y="1981055"/>
        <a:ext cx="4320000" cy="648000"/>
      </dsp:txXfrm>
    </dsp:sp>
    <dsp:sp modelId="{D9B35CD6-5558-4F02-8859-739D2A3AB7F7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Pools</a:t>
          </a:r>
          <a:r>
            <a:rPr lang="tr-TR" sz="1700" kern="1200" dirty="0"/>
            <a:t> </a:t>
          </a:r>
          <a:r>
            <a:rPr lang="tr-TR" sz="1700" kern="1200" dirty="0" err="1"/>
            <a:t>use</a:t>
          </a:r>
          <a:r>
            <a:rPr lang="en-US" sz="1700" kern="1200" dirty="0"/>
            <a:t> over specialized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pool-mining </a:t>
          </a:r>
          <a:r>
            <a:rPr lang="tr-TR" sz="1700" kern="1200" dirty="0" err="1"/>
            <a:t>protocols</a:t>
          </a:r>
          <a:r>
            <a:rPr lang="tr-TR" sz="1700" kern="1200" dirty="0"/>
            <a:t>.</a:t>
          </a:r>
          <a:endParaRPr lang="en-US" sz="1700" kern="1200" dirty="0"/>
        </a:p>
      </dsp:txBody>
      <dsp:txXfrm>
        <a:off x="5228976" y="2688423"/>
        <a:ext cx="4320000" cy="621412"/>
      </dsp:txXfrm>
    </dsp:sp>
  </dsp:spTree>
</dsp:drawing>
</file>

<file path=ppt/diagrams/drawing8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C7D877E-8DB1-4187-8E43-4C074C2A29D9}">
      <dsp:nvSpPr>
        <dsp:cNvPr id="0" name=""/>
        <dsp:cNvSpPr/>
      </dsp:nvSpPr>
      <dsp:spPr>
        <a:xfrm>
          <a:off x="1560193" y="0"/>
          <a:ext cx="1510523" cy="1478549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F77E528-7CC6-4BBF-AF5B-401824119DAB}">
      <dsp:nvSpPr>
        <dsp:cNvPr id="0" name=""/>
        <dsp:cNvSpPr/>
      </dsp:nvSpPr>
      <dsp:spPr>
        <a:xfrm>
          <a:off x="157564" y="1632230"/>
          <a:ext cx="4315781" cy="63366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555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500" kern="1200"/>
            <a:t>Connecting to the pool</a:t>
          </a:r>
          <a:endParaRPr lang="en-US" sz="3500" kern="1200"/>
        </a:p>
      </dsp:txBody>
      <dsp:txXfrm>
        <a:off x="157564" y="1632230"/>
        <a:ext cx="4315781" cy="633664"/>
      </dsp:txXfrm>
    </dsp:sp>
    <dsp:sp modelId="{AB7B0502-283E-4F4A-9E14-301949E97F7E}">
      <dsp:nvSpPr>
        <dsp:cNvPr id="0" name=""/>
        <dsp:cNvSpPr/>
      </dsp:nvSpPr>
      <dsp:spPr>
        <a:xfrm>
          <a:off x="157564" y="2337373"/>
          <a:ext cx="4315781" cy="131387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individual miners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configure their mining equipment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</a:t>
          </a:r>
          <a:r>
            <a:rPr lang="tr-TR" sz="1700" kern="1200" dirty="0"/>
            <a:t> </a:t>
          </a:r>
          <a:r>
            <a:rPr lang="en-US" sz="1700" kern="1200" dirty="0"/>
            <a:t>connect to a pool server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after creating an account with the pool.</a:t>
          </a:r>
        </a:p>
      </dsp:txBody>
      <dsp:txXfrm>
        <a:off x="157564" y="2337373"/>
        <a:ext cx="4315781" cy="1313876"/>
      </dsp:txXfrm>
    </dsp:sp>
    <dsp:sp modelId="{EBA48BFD-EFBA-4AE9-A962-B6C23E27807E}">
      <dsp:nvSpPr>
        <dsp:cNvPr id="0" name=""/>
        <dsp:cNvSpPr/>
      </dsp:nvSpPr>
      <dsp:spPr>
        <a:xfrm>
          <a:off x="6631236" y="0"/>
          <a:ext cx="1510523" cy="1478549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7CF68A0-CAFF-46C9-84E2-CB7405F94A15}">
      <dsp:nvSpPr>
        <dsp:cNvPr id="0" name=""/>
        <dsp:cNvSpPr/>
      </dsp:nvSpPr>
      <dsp:spPr>
        <a:xfrm>
          <a:off x="5228607" y="1632230"/>
          <a:ext cx="4315781" cy="63366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555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500" kern="1200"/>
            <a:t>Continues connection</a:t>
          </a:r>
          <a:endParaRPr lang="en-US" sz="3500" kern="1200"/>
        </a:p>
      </dsp:txBody>
      <dsp:txXfrm>
        <a:off x="5228607" y="1632230"/>
        <a:ext cx="4315781" cy="633664"/>
      </dsp:txXfrm>
    </dsp:sp>
    <dsp:sp modelId="{00BFF599-F2B7-46E4-8359-A4781385952F}">
      <dsp:nvSpPr>
        <dsp:cNvPr id="0" name=""/>
        <dsp:cNvSpPr/>
      </dsp:nvSpPr>
      <dsp:spPr>
        <a:xfrm>
          <a:off x="5228607" y="2337373"/>
          <a:ext cx="4315781" cy="131387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mining</a:t>
          </a:r>
          <a:r>
            <a:rPr lang="tr-TR" sz="1700" kern="1200" dirty="0"/>
            <a:t> hardware </a:t>
          </a:r>
          <a:r>
            <a:rPr lang="en-US" sz="1700" kern="1200" dirty="0"/>
            <a:t>remains connected</a:t>
          </a:r>
          <a:r>
            <a:rPr lang="tr-TR" sz="1700" kern="1200" dirty="0"/>
            <a:t> </a:t>
          </a:r>
          <a:r>
            <a:rPr lang="en-US" sz="1700" kern="1200" dirty="0"/>
            <a:t>to the pool server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while mining</a:t>
          </a:r>
          <a:r>
            <a:rPr lang="tr-TR" sz="1700" kern="1200" dirty="0"/>
            <a:t> </a:t>
          </a:r>
          <a:r>
            <a:rPr lang="en-US" sz="1700" kern="1200" dirty="0"/>
            <a:t>synchronizing their efforts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with </a:t>
          </a:r>
          <a:r>
            <a:rPr lang="tr-TR" sz="1700" kern="1200" dirty="0" err="1"/>
            <a:t>the</a:t>
          </a:r>
          <a:r>
            <a:rPr lang="tr-TR" sz="1700" kern="1200" dirty="0"/>
            <a:t> </a:t>
          </a:r>
          <a:r>
            <a:rPr lang="tr-TR" sz="1700" kern="1200" dirty="0" err="1"/>
            <a:t>other</a:t>
          </a:r>
          <a:r>
            <a:rPr lang="tr-TR" sz="1700" kern="1200" dirty="0"/>
            <a:t> </a:t>
          </a:r>
          <a:r>
            <a:rPr lang="tr-TR" sz="1700" kern="1200" dirty="0" err="1"/>
            <a:t>miners</a:t>
          </a:r>
          <a:endParaRPr lang="en-US" sz="1700" kern="1200" dirty="0"/>
        </a:p>
      </dsp:txBody>
      <dsp:txXfrm>
        <a:off x="5228607" y="2337373"/>
        <a:ext cx="4315781" cy="1313876"/>
      </dsp:txXfrm>
    </dsp:sp>
  </dsp:spTree>
</dsp:drawing>
</file>

<file path=ppt/diagrams/drawing9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7576361-0FB5-4435-9C69-194A8546DD34}">
      <dsp:nvSpPr>
        <dsp:cNvPr id="0" name=""/>
        <dsp:cNvSpPr/>
      </dsp:nvSpPr>
      <dsp:spPr>
        <a:xfrm>
          <a:off x="947807" y="0"/>
          <a:ext cx="1011932" cy="947826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6455F10-BBC7-457D-9A66-A6634EBC0B80}">
      <dsp:nvSpPr>
        <dsp:cNvPr id="0" name=""/>
        <dsp:cNvSpPr/>
      </dsp:nvSpPr>
      <dsp:spPr>
        <a:xfrm>
          <a:off x="8155" y="1094884"/>
          <a:ext cx="2891236" cy="40621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600" kern="1200"/>
            <a:t>Sharing</a:t>
          </a:r>
          <a:endParaRPr lang="en-US" sz="2600" kern="1200"/>
        </a:p>
      </dsp:txBody>
      <dsp:txXfrm>
        <a:off x="8155" y="1094884"/>
        <a:ext cx="2891236" cy="406211"/>
      </dsp:txXfrm>
    </dsp:sp>
    <dsp:sp modelId="{CDE40D43-093D-4B9F-A6B0-218258F66C5C}">
      <dsp:nvSpPr>
        <dsp:cNvPr id="0" name=""/>
        <dsp:cNvSpPr/>
      </dsp:nvSpPr>
      <dsp:spPr>
        <a:xfrm>
          <a:off x="8155" y="1569494"/>
          <a:ext cx="2891236" cy="208175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When </a:t>
          </a:r>
          <a:r>
            <a:rPr lang="en-US" sz="1700" kern="1200" dirty="0"/>
            <a:t>someone in the pool successfully mines a</a:t>
          </a:r>
          <a:r>
            <a:rPr lang="tr-TR" sz="1700" kern="1200" dirty="0"/>
            <a:t> </a:t>
          </a:r>
          <a:r>
            <a:rPr lang="en-US" sz="1700" kern="1200" dirty="0"/>
            <a:t>block,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reward is earned by the pool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then shared with all miners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in proportion</a:t>
          </a:r>
          <a:r>
            <a:rPr lang="tr-TR" sz="1700" kern="1200" dirty="0"/>
            <a:t> </a:t>
          </a:r>
          <a:r>
            <a:rPr lang="en-US" sz="1700" kern="1200" dirty="0"/>
            <a:t>to the number of shares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they </a:t>
          </a:r>
          <a:r>
            <a:rPr lang="en-US" sz="1700" kern="1200" dirty="0"/>
            <a:t>contributed to the effort.</a:t>
          </a:r>
        </a:p>
      </dsp:txBody>
      <dsp:txXfrm>
        <a:off x="8155" y="1569494"/>
        <a:ext cx="2891236" cy="2081755"/>
      </dsp:txXfrm>
    </dsp:sp>
    <dsp:sp modelId="{F5D48130-3B94-46C5-B84D-8F249DBE9A2C}">
      <dsp:nvSpPr>
        <dsp:cNvPr id="0" name=""/>
        <dsp:cNvSpPr/>
      </dsp:nvSpPr>
      <dsp:spPr>
        <a:xfrm>
          <a:off x="4345010" y="0"/>
          <a:ext cx="1011932" cy="947826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16B30E1-9312-4D2A-8B7C-FE140CBFA3BD}">
      <dsp:nvSpPr>
        <dsp:cNvPr id="0" name=""/>
        <dsp:cNvSpPr/>
      </dsp:nvSpPr>
      <dsp:spPr>
        <a:xfrm>
          <a:off x="3405358" y="1094884"/>
          <a:ext cx="2891236" cy="40621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600" kern="1200"/>
            <a:t>Paying miners</a:t>
          </a:r>
          <a:endParaRPr lang="en-US" sz="2600" kern="1200"/>
        </a:p>
      </dsp:txBody>
      <dsp:txXfrm>
        <a:off x="3405358" y="1094884"/>
        <a:ext cx="2891236" cy="406211"/>
      </dsp:txXfrm>
    </dsp:sp>
    <dsp:sp modelId="{B7F17E6D-E511-48C5-A80C-396D774BBFFB}">
      <dsp:nvSpPr>
        <dsp:cNvPr id="0" name=""/>
        <dsp:cNvSpPr/>
      </dsp:nvSpPr>
      <dsp:spPr>
        <a:xfrm>
          <a:off x="3405358" y="1569494"/>
          <a:ext cx="2891236" cy="208175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pool server</a:t>
          </a:r>
          <a:r>
            <a:rPr lang="tr-TR" sz="1700" kern="1200" dirty="0"/>
            <a:t> </a:t>
          </a:r>
          <a:r>
            <a:rPr lang="en-US" sz="1700" kern="1200" dirty="0"/>
            <a:t>will periodically make payments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the miners’ bitcoin</a:t>
          </a:r>
          <a:r>
            <a:rPr lang="tr-TR" sz="1700" kern="1200" dirty="0"/>
            <a:t> </a:t>
          </a:r>
          <a:r>
            <a:rPr lang="en-US" sz="1700" kern="1200" dirty="0"/>
            <a:t>addresses,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once their share of the rewards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has </a:t>
          </a:r>
          <a:r>
            <a:rPr lang="en-US" sz="1700" kern="1200" dirty="0"/>
            <a:t>reached a certain threshold.</a:t>
          </a:r>
        </a:p>
      </dsp:txBody>
      <dsp:txXfrm>
        <a:off x="3405358" y="1569494"/>
        <a:ext cx="2891236" cy="2081755"/>
      </dsp:txXfrm>
    </dsp:sp>
    <dsp:sp modelId="{81343AED-363C-4499-A40E-96F4AE2CB66E}">
      <dsp:nvSpPr>
        <dsp:cNvPr id="0" name=""/>
        <dsp:cNvSpPr/>
      </dsp:nvSpPr>
      <dsp:spPr>
        <a:xfrm>
          <a:off x="7742212" y="0"/>
          <a:ext cx="1011932" cy="947826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2247A76-9E55-425D-ACB5-194BB9ECE408}">
      <dsp:nvSpPr>
        <dsp:cNvPr id="0" name=""/>
        <dsp:cNvSpPr/>
      </dsp:nvSpPr>
      <dsp:spPr>
        <a:xfrm>
          <a:off x="6802560" y="1094884"/>
          <a:ext cx="2891236" cy="40621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600" kern="1200"/>
            <a:t>Charge</a:t>
          </a:r>
          <a:endParaRPr lang="en-US" sz="2600" kern="1200"/>
        </a:p>
      </dsp:txBody>
      <dsp:txXfrm>
        <a:off x="6802560" y="1094884"/>
        <a:ext cx="2891236" cy="406211"/>
      </dsp:txXfrm>
    </dsp:sp>
    <dsp:sp modelId="{7A7267C1-3697-499D-A962-ABC2D0C38975}">
      <dsp:nvSpPr>
        <dsp:cNvPr id="0" name=""/>
        <dsp:cNvSpPr/>
      </dsp:nvSpPr>
      <dsp:spPr>
        <a:xfrm>
          <a:off x="6802560" y="1569494"/>
          <a:ext cx="2891236" cy="208175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Typically</a:t>
          </a:r>
          <a:r>
            <a:rPr lang="tr-TR" sz="1700" kern="1200" dirty="0"/>
            <a:t>, </a:t>
          </a:r>
          <a:r>
            <a:rPr lang="en-US" sz="1700" kern="1200" dirty="0"/>
            <a:t>the pool server charges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 </a:t>
          </a:r>
          <a:r>
            <a:rPr lang="en-US" sz="1700" kern="1200" dirty="0"/>
            <a:t>percentage fee of the rewards</a:t>
          </a:r>
        </a:p>
      </dsp:txBody>
      <dsp:txXfrm>
        <a:off x="6802560" y="1569494"/>
        <a:ext cx="2891236" cy="2081755"/>
      </dsp:txXfrm>
    </dsp:sp>
  </dsp:spTree>
</dsp:drawing>
</file>

<file path=ppt/diagrams/drawing9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D1382F2-56BC-4AA8-93F2-A0D91B9C66AF}">
      <dsp:nvSpPr>
        <dsp:cNvPr id="0" name=""/>
        <dsp:cNvSpPr/>
      </dsp:nvSpPr>
      <dsp:spPr>
        <a:xfrm>
          <a:off x="947807" y="117973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B4C13CA-29A8-4CD8-966B-2EF97657069A}">
      <dsp:nvSpPr>
        <dsp:cNvPr id="0" name=""/>
        <dsp:cNvSpPr/>
      </dsp:nvSpPr>
      <dsp:spPr>
        <a:xfrm>
          <a:off x="8155" y="1276764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/>
            <a:t>Variation in size</a:t>
          </a:r>
          <a:endParaRPr lang="en-US" sz="2100" kern="1200"/>
        </a:p>
      </dsp:txBody>
      <dsp:txXfrm>
        <a:off x="8155" y="1276764"/>
        <a:ext cx="2891236" cy="433685"/>
      </dsp:txXfrm>
    </dsp:sp>
    <dsp:sp modelId="{106BDFA6-F924-41F2-AB88-436C227FFF55}">
      <dsp:nvSpPr>
        <dsp:cNvPr id="0" name=""/>
        <dsp:cNvSpPr/>
      </dsp:nvSpPr>
      <dsp:spPr>
        <a:xfrm>
          <a:off x="8155" y="1778755"/>
          <a:ext cx="2891236" cy="17545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Pools are open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to any miner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big or small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professional </a:t>
          </a:r>
          <a:r>
            <a:rPr lang="en-US" sz="1600" kern="1200" dirty="0"/>
            <a:t>or amateur.</a:t>
          </a:r>
        </a:p>
      </dsp:txBody>
      <dsp:txXfrm>
        <a:off x="8155" y="1778755"/>
        <a:ext cx="2891236" cy="1754520"/>
      </dsp:txXfrm>
    </dsp:sp>
    <dsp:sp modelId="{5B02CF6B-9CC4-4957-B753-0D6FBA08FB51}">
      <dsp:nvSpPr>
        <dsp:cNvPr id="0" name=""/>
        <dsp:cNvSpPr/>
      </dsp:nvSpPr>
      <dsp:spPr>
        <a:xfrm>
          <a:off x="4345010" y="117973"/>
          <a:ext cx="1011932" cy="101193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14D6409-5AA6-40BB-BBFE-C37B2B2714D5}">
      <dsp:nvSpPr>
        <dsp:cNvPr id="0" name=""/>
        <dsp:cNvSpPr/>
      </dsp:nvSpPr>
      <dsp:spPr>
        <a:xfrm>
          <a:off x="3405358" y="1276764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/>
            <a:t>Variation in devices</a:t>
          </a:r>
          <a:endParaRPr lang="en-US" sz="2100" kern="1200"/>
        </a:p>
      </dsp:txBody>
      <dsp:txXfrm>
        <a:off x="3405358" y="1276764"/>
        <a:ext cx="2891236" cy="433685"/>
      </dsp:txXfrm>
    </dsp:sp>
    <dsp:sp modelId="{3773D8F3-F090-4725-A045-E74287103AE8}">
      <dsp:nvSpPr>
        <dsp:cNvPr id="0" name=""/>
        <dsp:cNvSpPr/>
      </dsp:nvSpPr>
      <dsp:spPr>
        <a:xfrm>
          <a:off x="3405358" y="1778755"/>
          <a:ext cx="2891236" cy="17545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have some participants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with a single small mining machine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others with a</a:t>
          </a:r>
          <a:r>
            <a:rPr lang="tr-TR" sz="1600" kern="1200" dirty="0"/>
            <a:t> </a:t>
          </a:r>
          <a:r>
            <a:rPr lang="en-US" sz="1600" kern="1200" dirty="0"/>
            <a:t>garage full of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high-end mining hardware</a:t>
          </a:r>
        </a:p>
      </dsp:txBody>
      <dsp:txXfrm>
        <a:off x="3405358" y="1778755"/>
        <a:ext cx="2891236" cy="1754520"/>
      </dsp:txXfrm>
    </dsp:sp>
    <dsp:sp modelId="{E2E3AD95-0000-4353-9990-275EFF46D509}">
      <dsp:nvSpPr>
        <dsp:cNvPr id="0" name=""/>
        <dsp:cNvSpPr/>
      </dsp:nvSpPr>
      <dsp:spPr>
        <a:xfrm>
          <a:off x="7742212" y="117973"/>
          <a:ext cx="1011932" cy="101193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1147691-43CF-4708-BACA-96015E139CD6}">
      <dsp:nvSpPr>
        <dsp:cNvPr id="0" name=""/>
        <dsp:cNvSpPr/>
      </dsp:nvSpPr>
      <dsp:spPr>
        <a:xfrm>
          <a:off x="6802560" y="1276764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/>
            <a:t>Variation in consumption</a:t>
          </a:r>
          <a:endParaRPr lang="en-US" sz="2100" kern="1200"/>
        </a:p>
      </dsp:txBody>
      <dsp:txXfrm>
        <a:off x="6802560" y="1276764"/>
        <a:ext cx="2891236" cy="433685"/>
      </dsp:txXfrm>
    </dsp:sp>
    <dsp:sp modelId="{09E9F80A-9477-46EF-BF69-598B52E52E24}">
      <dsp:nvSpPr>
        <dsp:cNvPr id="0" name=""/>
        <dsp:cNvSpPr/>
      </dsp:nvSpPr>
      <dsp:spPr>
        <a:xfrm>
          <a:off x="6802560" y="1778755"/>
          <a:ext cx="2891236" cy="17545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Some will be mining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with a few tens of a</a:t>
          </a:r>
          <a:r>
            <a:rPr lang="tr-TR" sz="1600" kern="1200" dirty="0"/>
            <a:t> </a:t>
          </a:r>
          <a:r>
            <a:rPr lang="en-US" sz="1600" kern="1200" dirty="0"/>
            <a:t>kilowatt of electricity,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others will be running a data center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consuming a megawatt of</a:t>
          </a:r>
          <a:r>
            <a:rPr lang="tr-TR" sz="1600" kern="1200" dirty="0"/>
            <a:t> </a:t>
          </a:r>
          <a:r>
            <a:rPr lang="tr-TR" sz="1600" kern="1200" dirty="0" err="1"/>
            <a:t>power</a:t>
          </a:r>
          <a:r>
            <a:rPr lang="tr-TR" sz="1600" kern="1200" dirty="0"/>
            <a:t>.</a:t>
          </a:r>
          <a:endParaRPr lang="en-US" sz="1600" kern="1200" dirty="0"/>
        </a:p>
      </dsp:txBody>
      <dsp:txXfrm>
        <a:off x="6802560" y="1778755"/>
        <a:ext cx="2891236" cy="1754520"/>
      </dsp:txXfrm>
    </dsp:sp>
  </dsp:spTree>
</dsp:drawing>
</file>

<file path=ppt/diagrams/drawing9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BAD29B8-7011-4737-8757-06AAC02C457B}">
      <dsp:nvSpPr>
        <dsp:cNvPr id="0" name=""/>
        <dsp:cNvSpPr/>
      </dsp:nvSpPr>
      <dsp:spPr>
        <a:xfrm>
          <a:off x="1556976" y="196307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985E180-5D36-4A56-804E-CDD19945942A}">
      <dsp:nvSpPr>
        <dsp:cNvPr id="0" name=""/>
        <dsp:cNvSpPr/>
      </dsp:nvSpPr>
      <dsp:spPr>
        <a:xfrm>
          <a:off x="152976" y="1848429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Fairly distribution of the rewards</a:t>
          </a:r>
          <a:endParaRPr lang="en-US" sz="2500" kern="1200"/>
        </a:p>
      </dsp:txBody>
      <dsp:txXfrm>
        <a:off x="152976" y="1848429"/>
        <a:ext cx="4320000" cy="648000"/>
      </dsp:txXfrm>
    </dsp:sp>
    <dsp:sp modelId="{4F213C87-2F28-47A3-8374-7DDFF7229415}">
      <dsp:nvSpPr>
        <dsp:cNvPr id="0" name=""/>
        <dsp:cNvSpPr/>
      </dsp:nvSpPr>
      <dsp:spPr>
        <a:xfrm>
          <a:off x="152976" y="2561601"/>
          <a:ext cx="4320000" cy="8933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use bitcoin’s</a:t>
          </a:r>
          <a:r>
            <a:rPr lang="tr-TR" sz="1700" kern="1200"/>
            <a:t> </a:t>
          </a:r>
          <a:r>
            <a:rPr lang="en-US" sz="1700" kern="1200"/>
            <a:t>Proof-of-Work algorithm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measure each pool miner’s contribution, </a:t>
          </a:r>
        </a:p>
      </dsp:txBody>
      <dsp:txXfrm>
        <a:off x="152976" y="2561601"/>
        <a:ext cx="4320000" cy="893340"/>
      </dsp:txXfrm>
    </dsp:sp>
    <dsp:sp modelId="{46903F0C-DE1E-456B-B716-A4AF07B444AF}">
      <dsp:nvSpPr>
        <dsp:cNvPr id="0" name=""/>
        <dsp:cNvSpPr/>
      </dsp:nvSpPr>
      <dsp:spPr>
        <a:xfrm>
          <a:off x="6632976" y="196307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93BBF0A-8A46-4275-87FC-047075B5D9B8}">
      <dsp:nvSpPr>
        <dsp:cNvPr id="0" name=""/>
        <dsp:cNvSpPr/>
      </dsp:nvSpPr>
      <dsp:spPr>
        <a:xfrm>
          <a:off x="5228976" y="1848429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500" kern="1200"/>
            <a:t>set at</a:t>
          </a:r>
          <a:r>
            <a:rPr lang="tr-TR" sz="2500" kern="1200"/>
            <a:t> </a:t>
          </a:r>
          <a:r>
            <a:rPr lang="en-US" sz="2500" kern="1200"/>
            <a:t>a lower difficulty </a:t>
          </a:r>
        </a:p>
      </dsp:txBody>
      <dsp:txXfrm>
        <a:off x="5228976" y="1848429"/>
        <a:ext cx="4320000" cy="648000"/>
      </dsp:txXfrm>
    </dsp:sp>
    <dsp:sp modelId="{C775C4CF-927C-40DF-9448-7E4B69F03B6E}">
      <dsp:nvSpPr>
        <dsp:cNvPr id="0" name=""/>
        <dsp:cNvSpPr/>
      </dsp:nvSpPr>
      <dsp:spPr>
        <a:xfrm>
          <a:off x="5228976" y="2561601"/>
          <a:ext cx="4320000" cy="8933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so that even the smallest pool miners win a share frequently enough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make it worthwhile to contribute to the pool</a:t>
          </a:r>
        </a:p>
      </dsp:txBody>
      <dsp:txXfrm>
        <a:off x="5228976" y="2561601"/>
        <a:ext cx="4320000" cy="893340"/>
      </dsp:txXfrm>
    </dsp:sp>
  </dsp:spTree>
</dsp:drawing>
</file>

<file path=ppt/diagrams/drawing9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13FF3BD-BCD3-4D1C-90F3-B3268820EC4F}">
      <dsp:nvSpPr>
        <dsp:cNvPr id="0" name=""/>
        <dsp:cNvSpPr/>
      </dsp:nvSpPr>
      <dsp:spPr>
        <a:xfrm>
          <a:off x="1556976" y="196307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0BD97F1-3B63-41CC-BF9F-C5B355DE8F91}">
      <dsp:nvSpPr>
        <dsp:cNvPr id="0" name=""/>
        <dsp:cNvSpPr/>
      </dsp:nvSpPr>
      <dsp:spPr>
        <a:xfrm>
          <a:off x="152976" y="1848429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Fairly distribution of the rewards</a:t>
          </a:r>
          <a:endParaRPr lang="en-US" sz="2500" kern="1200"/>
        </a:p>
      </dsp:txBody>
      <dsp:txXfrm>
        <a:off x="152976" y="1848429"/>
        <a:ext cx="4320000" cy="648000"/>
      </dsp:txXfrm>
    </dsp:sp>
    <dsp:sp modelId="{5727699D-FBC6-4C64-826E-008256F4D28F}">
      <dsp:nvSpPr>
        <dsp:cNvPr id="0" name=""/>
        <dsp:cNvSpPr/>
      </dsp:nvSpPr>
      <dsp:spPr>
        <a:xfrm>
          <a:off x="152976" y="2561601"/>
          <a:ext cx="4320000" cy="8933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use bitcoin’s</a:t>
          </a:r>
          <a:r>
            <a:rPr lang="tr-TR" sz="1700" kern="1200"/>
            <a:t> </a:t>
          </a:r>
          <a:r>
            <a:rPr lang="en-US" sz="1700" kern="1200"/>
            <a:t>Proof-of-Work algorithm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measure each pool miner’s contribution, </a:t>
          </a:r>
        </a:p>
      </dsp:txBody>
      <dsp:txXfrm>
        <a:off x="152976" y="2561601"/>
        <a:ext cx="4320000" cy="893340"/>
      </dsp:txXfrm>
    </dsp:sp>
    <dsp:sp modelId="{09016677-A0FB-425E-8FC8-CC17FF205742}">
      <dsp:nvSpPr>
        <dsp:cNvPr id="0" name=""/>
        <dsp:cNvSpPr/>
      </dsp:nvSpPr>
      <dsp:spPr>
        <a:xfrm>
          <a:off x="6632976" y="196307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03A7230-EA0F-4445-BEBE-3B2563890561}">
      <dsp:nvSpPr>
        <dsp:cNvPr id="0" name=""/>
        <dsp:cNvSpPr/>
      </dsp:nvSpPr>
      <dsp:spPr>
        <a:xfrm>
          <a:off x="5228976" y="1848429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500" kern="1200"/>
            <a:t>set at</a:t>
          </a:r>
          <a:r>
            <a:rPr lang="tr-TR" sz="2500" kern="1200"/>
            <a:t> </a:t>
          </a:r>
          <a:r>
            <a:rPr lang="en-US" sz="2500" kern="1200"/>
            <a:t>a lower difficulty </a:t>
          </a:r>
        </a:p>
      </dsp:txBody>
      <dsp:txXfrm>
        <a:off x="5228976" y="1848429"/>
        <a:ext cx="4320000" cy="648000"/>
      </dsp:txXfrm>
    </dsp:sp>
    <dsp:sp modelId="{03F5575B-C517-4AFC-A3E2-E41A3CCF391B}">
      <dsp:nvSpPr>
        <dsp:cNvPr id="0" name=""/>
        <dsp:cNvSpPr/>
      </dsp:nvSpPr>
      <dsp:spPr>
        <a:xfrm>
          <a:off x="5228976" y="2561601"/>
          <a:ext cx="4320000" cy="8933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so that even the smallest pool miners win a share frequently enough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make it worthwhile to contribute to the pool</a:t>
          </a:r>
        </a:p>
      </dsp:txBody>
      <dsp:txXfrm>
        <a:off x="5228976" y="2561601"/>
        <a:ext cx="4320000" cy="893340"/>
      </dsp:txXfrm>
    </dsp:sp>
  </dsp:spTree>
</dsp:drawing>
</file>

<file path=ppt/diagrams/drawing9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98D3175-B07D-4FE2-A346-8D12B0BB0E3A}">
      <dsp:nvSpPr>
        <dsp:cNvPr id="0" name=""/>
        <dsp:cNvSpPr/>
      </dsp:nvSpPr>
      <dsp:spPr>
        <a:xfrm>
          <a:off x="1940390" y="320"/>
          <a:ext cx="7761562" cy="1772139"/>
        </a:xfrm>
        <a:prstGeom prst="rect">
          <a:avLst/>
        </a:prstGeom>
        <a:solidFill>
          <a:schemeClr val="accent5">
            <a:tint val="40000"/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50596" tIns="450124" rIns="150596" bIns="450124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kern="1200"/>
            <a:t>there is a company or individual</a:t>
          </a:r>
          <a:r>
            <a:rPr lang="tr-TR" sz="2400" kern="1200"/>
            <a:t> running a pool server</a:t>
          </a:r>
          <a:endParaRPr lang="en-US" sz="2400" kern="1200"/>
        </a:p>
      </dsp:txBody>
      <dsp:txXfrm>
        <a:off x="1940390" y="320"/>
        <a:ext cx="7761562" cy="1772139"/>
      </dsp:txXfrm>
    </dsp:sp>
    <dsp:sp modelId="{7D08A0A2-C6CE-40D7-ACDE-435B02BA13F9}">
      <dsp:nvSpPr>
        <dsp:cNvPr id="0" name=""/>
        <dsp:cNvSpPr/>
      </dsp:nvSpPr>
      <dsp:spPr>
        <a:xfrm>
          <a:off x="0" y="320"/>
          <a:ext cx="1940390" cy="1772139"/>
        </a:xfrm>
        <a:prstGeom prst="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2679" tIns="175048" rIns="102679" bIns="175048" numCol="1" spcCol="1270" anchor="ctr" anchorCtr="0">
          <a:noAutofit/>
        </a:bodyPr>
        <a:lstStyle/>
        <a:p>
          <a:pPr marL="0" lvl="0" indent="0" algn="ctr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800" kern="1200"/>
            <a:t>Managed pool</a:t>
          </a:r>
          <a:endParaRPr lang="en-US" sz="2800" kern="1200"/>
        </a:p>
      </dsp:txBody>
      <dsp:txXfrm>
        <a:off x="0" y="320"/>
        <a:ext cx="1940390" cy="1772139"/>
      </dsp:txXfrm>
    </dsp:sp>
    <dsp:sp modelId="{38FE196C-3BC2-4A1F-8EE4-E01A09C4C5F4}">
      <dsp:nvSpPr>
        <dsp:cNvPr id="0" name=""/>
        <dsp:cNvSpPr/>
      </dsp:nvSpPr>
      <dsp:spPr>
        <a:xfrm>
          <a:off x="1940390" y="1878789"/>
          <a:ext cx="7761562" cy="1772139"/>
        </a:xfrm>
        <a:prstGeom prst="rect">
          <a:avLst/>
        </a:prstGeom>
        <a:solidFill>
          <a:schemeClr val="accent5">
            <a:tint val="40000"/>
            <a:alpha val="90000"/>
            <a:hueOff val="3476020"/>
            <a:satOff val="-39435"/>
            <a:lumOff val="-4004"/>
            <a:alphaOff val="0"/>
          </a:schemeClr>
        </a:solidFill>
        <a:ln w="12700" cap="flat" cmpd="sng" algn="ctr">
          <a:solidFill>
            <a:schemeClr val="accent5">
              <a:tint val="40000"/>
              <a:alpha val="90000"/>
              <a:hueOff val="3476020"/>
              <a:satOff val="-39435"/>
              <a:lumOff val="-4004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50596" tIns="450124" rIns="150596" bIns="450124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kern="1200"/>
            <a:t>owner of the pool server</a:t>
          </a:r>
        </a:p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kern="1200"/>
            <a:t>charges pool miners a percentage fee of the earnings</a:t>
          </a:r>
        </a:p>
      </dsp:txBody>
      <dsp:txXfrm>
        <a:off x="1940390" y="1878789"/>
        <a:ext cx="7761562" cy="1772139"/>
      </dsp:txXfrm>
    </dsp:sp>
    <dsp:sp modelId="{E87B369A-6172-4685-8CDB-6319236A73E3}">
      <dsp:nvSpPr>
        <dsp:cNvPr id="0" name=""/>
        <dsp:cNvSpPr/>
      </dsp:nvSpPr>
      <dsp:spPr>
        <a:xfrm>
          <a:off x="0" y="1878789"/>
          <a:ext cx="1940390" cy="1772139"/>
        </a:xfrm>
        <a:prstGeom prst="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2679" tIns="175048" rIns="102679" bIns="175048" numCol="1" spcCol="1270" anchor="ctr" anchorCtr="0">
          <a:noAutofit/>
        </a:bodyPr>
        <a:lstStyle/>
        <a:p>
          <a:pPr marL="0" lvl="0" indent="0" algn="ctr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800" kern="1200"/>
            <a:t>pool operator</a:t>
          </a:r>
          <a:endParaRPr lang="en-US" sz="2800" kern="1200"/>
        </a:p>
      </dsp:txBody>
      <dsp:txXfrm>
        <a:off x="0" y="1878789"/>
        <a:ext cx="1940390" cy="1772139"/>
      </dsp:txXfrm>
    </dsp:sp>
  </dsp:spTree>
</dsp:drawing>
</file>

<file path=ppt/diagrams/drawing9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96A981A-B967-47EF-AE90-FE8A50F891AC}">
      <dsp:nvSpPr>
        <dsp:cNvPr id="0" name=""/>
        <dsp:cNvSpPr/>
      </dsp:nvSpPr>
      <dsp:spPr>
        <a:xfrm>
          <a:off x="947807" y="251558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B6225F8-4796-45A6-8BBB-A67448860688}">
      <dsp:nvSpPr>
        <dsp:cNvPr id="0" name=""/>
        <dsp:cNvSpPr/>
      </dsp:nvSpPr>
      <dsp:spPr>
        <a:xfrm>
          <a:off x="8155" y="1398860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kern="1200"/>
            <a:t>Coordination of miners</a:t>
          </a:r>
          <a:endParaRPr lang="en-US" sz="2300" kern="1200"/>
        </a:p>
      </dsp:txBody>
      <dsp:txXfrm>
        <a:off x="8155" y="1398860"/>
        <a:ext cx="2891236" cy="433685"/>
      </dsp:txXfrm>
    </dsp:sp>
    <dsp:sp modelId="{8C7FFDE6-D69B-4210-B311-FA23D9DDC8C7}">
      <dsp:nvSpPr>
        <dsp:cNvPr id="0" name=""/>
        <dsp:cNvSpPr/>
      </dsp:nvSpPr>
      <dsp:spPr>
        <a:xfrm>
          <a:off x="8155" y="1895508"/>
          <a:ext cx="2891236" cy="150418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pool server</a:t>
          </a:r>
          <a:r>
            <a:rPr lang="tr-TR" sz="1700" kern="1200" dirty="0"/>
            <a:t> </a:t>
          </a:r>
          <a:r>
            <a:rPr lang="en-US" sz="1700" kern="1200" dirty="0"/>
            <a:t>runs specialized software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and a pool-mining protocol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to</a:t>
          </a:r>
          <a:r>
            <a:rPr lang="en-US" sz="1700" kern="1200" dirty="0"/>
            <a:t> coordinate</a:t>
          </a:r>
          <a:r>
            <a:rPr lang="tr-TR" sz="1700" kern="1200" dirty="0"/>
            <a:t> </a:t>
          </a:r>
          <a:r>
            <a:rPr lang="en-US" sz="1700" kern="1200" dirty="0"/>
            <a:t>the activities of the pool miners.</a:t>
          </a:r>
        </a:p>
      </dsp:txBody>
      <dsp:txXfrm>
        <a:off x="8155" y="1895508"/>
        <a:ext cx="2891236" cy="1504182"/>
      </dsp:txXfrm>
    </dsp:sp>
    <dsp:sp modelId="{A1988AB7-6A33-43BC-8BDE-9266FB312234}">
      <dsp:nvSpPr>
        <dsp:cNvPr id="0" name=""/>
        <dsp:cNvSpPr/>
      </dsp:nvSpPr>
      <dsp:spPr>
        <a:xfrm>
          <a:off x="4345010" y="251558"/>
          <a:ext cx="1011932" cy="101193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6432982-706F-4BD9-82C7-B6FEC58DD06A}">
      <dsp:nvSpPr>
        <dsp:cNvPr id="0" name=""/>
        <dsp:cNvSpPr/>
      </dsp:nvSpPr>
      <dsp:spPr>
        <a:xfrm>
          <a:off x="3405358" y="1398860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kern="1200"/>
            <a:t>Access to the chain</a:t>
          </a:r>
          <a:endParaRPr lang="en-US" sz="2300" kern="1200"/>
        </a:p>
      </dsp:txBody>
      <dsp:txXfrm>
        <a:off x="3405358" y="1398860"/>
        <a:ext cx="2891236" cy="433685"/>
      </dsp:txXfrm>
    </dsp:sp>
    <dsp:sp modelId="{D82DAA24-85DF-4BBA-B70C-279A942D2BF7}">
      <dsp:nvSpPr>
        <dsp:cNvPr id="0" name=""/>
        <dsp:cNvSpPr/>
      </dsp:nvSpPr>
      <dsp:spPr>
        <a:xfrm>
          <a:off x="3405358" y="1895508"/>
          <a:ext cx="2891236" cy="150418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pool server</a:t>
          </a:r>
          <a:r>
            <a:rPr lang="tr-TR" sz="1700" kern="1200" dirty="0"/>
            <a:t> </a:t>
          </a:r>
          <a:r>
            <a:rPr lang="en-US" sz="1700" kern="1200" dirty="0"/>
            <a:t>is connected to one or more full</a:t>
          </a:r>
          <a:r>
            <a:rPr lang="tr-TR" sz="1700" kern="1200" dirty="0"/>
            <a:t> </a:t>
          </a:r>
          <a:r>
            <a:rPr lang="en-US" sz="1700" kern="1200" dirty="0"/>
            <a:t>bitcoin nodes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has direct access to a full copy of the blockchain database</a:t>
          </a:r>
        </a:p>
      </dsp:txBody>
      <dsp:txXfrm>
        <a:off x="3405358" y="1895508"/>
        <a:ext cx="2891236" cy="1504182"/>
      </dsp:txXfrm>
    </dsp:sp>
    <dsp:sp modelId="{83942937-7BD8-450A-8099-7298E0611458}">
      <dsp:nvSpPr>
        <dsp:cNvPr id="0" name=""/>
        <dsp:cNvSpPr/>
      </dsp:nvSpPr>
      <dsp:spPr>
        <a:xfrm>
          <a:off x="7742212" y="251558"/>
          <a:ext cx="1011932" cy="101193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C611D53-8883-4F6A-B369-58E7D6FE0737}">
      <dsp:nvSpPr>
        <dsp:cNvPr id="0" name=""/>
        <dsp:cNvSpPr/>
      </dsp:nvSpPr>
      <dsp:spPr>
        <a:xfrm>
          <a:off x="6802560" y="1398860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kern="1200"/>
            <a:t>Benefit</a:t>
          </a:r>
          <a:endParaRPr lang="en-US" sz="2300" kern="1200"/>
        </a:p>
      </dsp:txBody>
      <dsp:txXfrm>
        <a:off x="6802560" y="1398860"/>
        <a:ext cx="2891236" cy="433685"/>
      </dsp:txXfrm>
    </dsp:sp>
    <dsp:sp modelId="{2931D4FD-B345-4A0A-A97C-0B35A2D05324}">
      <dsp:nvSpPr>
        <dsp:cNvPr id="0" name=""/>
        <dsp:cNvSpPr/>
      </dsp:nvSpPr>
      <dsp:spPr>
        <a:xfrm>
          <a:off x="6802560" y="1895508"/>
          <a:ext cx="2891236" cy="150418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allows the pool server to validate blocks and transactions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on behalf of the pool miners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relieving </a:t>
          </a:r>
          <a:r>
            <a:rPr lang="en-US" sz="1700" kern="1200" dirty="0"/>
            <a:t>them of the burden of running a full node</a:t>
          </a:r>
        </a:p>
      </dsp:txBody>
      <dsp:txXfrm>
        <a:off x="6802560" y="1895508"/>
        <a:ext cx="2891236" cy="1504182"/>
      </dsp:txXfrm>
    </dsp:sp>
  </dsp:spTree>
</dsp:drawing>
</file>

<file path=ppt/diagrams/drawing9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9FB9FEB-4AD6-4723-B110-115273CC493B}">
      <dsp:nvSpPr>
        <dsp:cNvPr id="0" name=""/>
        <dsp:cNvSpPr/>
      </dsp:nvSpPr>
      <dsp:spPr>
        <a:xfrm>
          <a:off x="0" y="445024"/>
          <a:ext cx="8770938" cy="1965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722" tIns="541528" rIns="680722" bIns="184912" numCol="1" spcCol="1270" anchor="t" anchorCtr="0">
          <a:noAutofit/>
        </a:bodyPr>
        <a:lstStyle/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600" kern="1200"/>
            <a:t>Older standard</a:t>
          </a:r>
          <a:endParaRPr lang="en-US" sz="2600" kern="1200"/>
        </a:p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600" kern="1200"/>
            <a:t>mostly obsolete since late 2012</a:t>
          </a:r>
          <a:endParaRPr lang="en-US" sz="2600" kern="1200"/>
        </a:p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600" kern="1200"/>
            <a:t>Doesn’t easily support hash rates over 4GH/s</a:t>
          </a:r>
          <a:endParaRPr lang="en-US" sz="2600" kern="1200"/>
        </a:p>
      </dsp:txBody>
      <dsp:txXfrm>
        <a:off x="0" y="445024"/>
        <a:ext cx="8770938" cy="1965600"/>
      </dsp:txXfrm>
    </dsp:sp>
    <dsp:sp modelId="{EFF48C73-C7A7-4167-A237-8F0ED82AD2DD}">
      <dsp:nvSpPr>
        <dsp:cNvPr id="0" name=""/>
        <dsp:cNvSpPr/>
      </dsp:nvSpPr>
      <dsp:spPr>
        <a:xfrm>
          <a:off x="438546" y="61264"/>
          <a:ext cx="6139656" cy="76752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600" kern="1200"/>
            <a:t>GetBlockTemplate (GBT)</a:t>
          </a:r>
          <a:endParaRPr lang="en-US" sz="2600" kern="1200"/>
        </a:p>
      </dsp:txBody>
      <dsp:txXfrm>
        <a:off x="476013" y="98731"/>
        <a:ext cx="6064722" cy="692586"/>
      </dsp:txXfrm>
    </dsp:sp>
    <dsp:sp modelId="{A22C852F-0639-45F1-9CAE-72FD6858385B}">
      <dsp:nvSpPr>
        <dsp:cNvPr id="0" name=""/>
        <dsp:cNvSpPr/>
      </dsp:nvSpPr>
      <dsp:spPr>
        <a:xfrm>
          <a:off x="0" y="2934785"/>
          <a:ext cx="8770938" cy="6552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D6BC040E-A5E5-4DEF-A7A9-793CB4E9839F}">
      <dsp:nvSpPr>
        <dsp:cNvPr id="0" name=""/>
        <dsp:cNvSpPr/>
      </dsp:nvSpPr>
      <dsp:spPr>
        <a:xfrm>
          <a:off x="438546" y="2551024"/>
          <a:ext cx="6139656" cy="76752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600" kern="1200"/>
            <a:t>Stratum (STM) </a:t>
          </a:r>
          <a:endParaRPr lang="en-US" sz="2600" kern="1200"/>
        </a:p>
      </dsp:txBody>
      <dsp:txXfrm>
        <a:off x="476013" y="2588491"/>
        <a:ext cx="6064722" cy="692586"/>
      </dsp:txXfrm>
    </dsp:sp>
  </dsp:spTree>
</dsp:drawing>
</file>

<file path=ppt/diagrams/drawing9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198EF38-47E2-4D75-9D01-FDA79979F23F}">
      <dsp:nvSpPr>
        <dsp:cNvPr id="0" name=""/>
        <dsp:cNvSpPr/>
      </dsp:nvSpPr>
      <dsp:spPr>
        <a:xfrm>
          <a:off x="0" y="352887"/>
          <a:ext cx="8770938" cy="11072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722" tIns="395732" rIns="680722" bIns="135128" numCol="1" spcCol="1270" anchor="t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900" kern="1200"/>
            <a:t>create block </a:t>
          </a:r>
          <a:r>
            <a:rPr lang="tr-TR" sz="1900" i="1" kern="1200"/>
            <a:t>templates </a:t>
          </a:r>
          <a:endParaRPr lang="en-US" sz="1900" kern="1200"/>
        </a:p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contain a template of a candidate block header</a:t>
          </a:r>
        </a:p>
      </dsp:txBody>
      <dsp:txXfrm>
        <a:off x="0" y="352887"/>
        <a:ext cx="8770938" cy="1107225"/>
      </dsp:txXfrm>
    </dsp:sp>
    <dsp:sp modelId="{9B1CC743-4568-425A-BE9A-63357D7505C1}">
      <dsp:nvSpPr>
        <dsp:cNvPr id="0" name=""/>
        <dsp:cNvSpPr/>
      </dsp:nvSpPr>
      <dsp:spPr>
        <a:xfrm>
          <a:off x="438546" y="72447"/>
          <a:ext cx="6139656" cy="56088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Mining protocol</a:t>
          </a:r>
          <a:endParaRPr lang="en-US" sz="1900" kern="1200"/>
        </a:p>
      </dsp:txBody>
      <dsp:txXfrm>
        <a:off x="465926" y="99827"/>
        <a:ext cx="6084896" cy="506120"/>
      </dsp:txXfrm>
    </dsp:sp>
    <dsp:sp modelId="{4038A6A1-9C7A-41AD-A1F5-26ADF32BFE63}">
      <dsp:nvSpPr>
        <dsp:cNvPr id="0" name=""/>
        <dsp:cNvSpPr/>
      </dsp:nvSpPr>
      <dsp:spPr>
        <a:xfrm>
          <a:off x="0" y="1843152"/>
          <a:ext cx="8770938" cy="17356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722" tIns="395732" rIns="680722" bIns="135128" numCol="1" spcCol="1270" anchor="t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aggregating transactions, </a:t>
          </a:r>
        </a:p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adding a coinbase transaction (with extra</a:t>
          </a:r>
          <a:r>
            <a:rPr lang="tr-TR" sz="1900" kern="1200"/>
            <a:t> </a:t>
          </a:r>
          <a:r>
            <a:rPr lang="en-US" sz="1900" kern="1200"/>
            <a:t>nonce space), </a:t>
          </a:r>
        </a:p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calculating the merkle root, </a:t>
          </a:r>
        </a:p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linking to the previous block hash</a:t>
          </a:r>
        </a:p>
      </dsp:txBody>
      <dsp:txXfrm>
        <a:off x="0" y="1843152"/>
        <a:ext cx="8770938" cy="1735650"/>
      </dsp:txXfrm>
    </dsp:sp>
    <dsp:sp modelId="{AF9E6C1F-8A18-426E-BF3F-19B95732BBD1}">
      <dsp:nvSpPr>
        <dsp:cNvPr id="0" name=""/>
        <dsp:cNvSpPr/>
      </dsp:nvSpPr>
      <dsp:spPr>
        <a:xfrm>
          <a:off x="438546" y="1562712"/>
          <a:ext cx="6139656" cy="56088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Candidate block construction</a:t>
          </a:r>
          <a:endParaRPr lang="en-US" sz="1900" kern="1200"/>
        </a:p>
      </dsp:txBody>
      <dsp:txXfrm>
        <a:off x="465926" y="1590092"/>
        <a:ext cx="6084896" cy="506120"/>
      </dsp:txXfrm>
    </dsp:sp>
  </dsp:spTree>
</dsp:drawing>
</file>

<file path=ppt/diagrams/drawing9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9F55ACD-518E-4F85-A047-06EAAC12D6E8}">
      <dsp:nvSpPr>
        <dsp:cNvPr id="0" name=""/>
        <dsp:cNvSpPr/>
      </dsp:nvSpPr>
      <dsp:spPr>
        <a:xfrm>
          <a:off x="0" y="363237"/>
          <a:ext cx="9701953" cy="12237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37388" rIns="752979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100" kern="1200"/>
            <a:t>The </a:t>
          </a:r>
          <a:r>
            <a:rPr lang="en-US" sz="2100" kern="1200"/>
            <a:t>header of the candidate block is 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sent to each of the pool miners as a template</a:t>
          </a:r>
        </a:p>
      </dsp:txBody>
      <dsp:txXfrm>
        <a:off x="0" y="363237"/>
        <a:ext cx="9701953" cy="1223775"/>
      </dsp:txXfrm>
    </dsp:sp>
    <dsp:sp modelId="{5334AE69-DFE9-40A5-8C18-E60321CE50FE}">
      <dsp:nvSpPr>
        <dsp:cNvPr id="0" name=""/>
        <dsp:cNvSpPr/>
      </dsp:nvSpPr>
      <dsp:spPr>
        <a:xfrm>
          <a:off x="485097" y="53277"/>
          <a:ext cx="6791367" cy="61992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 dirty="0" err="1"/>
            <a:t>Send</a:t>
          </a:r>
          <a:r>
            <a:rPr lang="tr-TR" sz="2100" kern="1200" dirty="0"/>
            <a:t> </a:t>
          </a:r>
          <a:r>
            <a:rPr lang="tr-TR" sz="2100" kern="1200" dirty="0" err="1"/>
            <a:t>the</a:t>
          </a:r>
          <a:r>
            <a:rPr lang="tr-TR" sz="2100" kern="1200" dirty="0"/>
            <a:t> </a:t>
          </a:r>
          <a:r>
            <a:rPr lang="tr-TR" sz="2100" kern="1200" dirty="0" err="1"/>
            <a:t>header</a:t>
          </a:r>
          <a:endParaRPr lang="en-US" sz="2100" kern="1200" dirty="0"/>
        </a:p>
      </dsp:txBody>
      <dsp:txXfrm>
        <a:off x="515359" y="83539"/>
        <a:ext cx="6730843" cy="559396"/>
      </dsp:txXfrm>
    </dsp:sp>
    <dsp:sp modelId="{1CCC7EC8-D86E-4B0F-BFC5-EAEDE00A5116}">
      <dsp:nvSpPr>
        <dsp:cNvPr id="0" name=""/>
        <dsp:cNvSpPr/>
      </dsp:nvSpPr>
      <dsp:spPr>
        <a:xfrm>
          <a:off x="0" y="2010372"/>
          <a:ext cx="9701953" cy="1587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37388" rIns="752979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Each pool miner then mines using the block template,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at a higher (easier) target than</a:t>
          </a:r>
          <a:r>
            <a:rPr lang="tr-TR" sz="2100" kern="1200"/>
            <a:t> the bitcoin network target</a:t>
          </a:r>
          <a:endParaRPr lang="en-US" sz="2100" kern="1200"/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100" kern="1200"/>
            <a:t>s</a:t>
          </a:r>
          <a:r>
            <a:rPr lang="en-US" sz="2100" kern="1200"/>
            <a:t>ends any successful results back to the pool server to</a:t>
          </a:r>
          <a:r>
            <a:rPr lang="tr-TR" sz="2100" kern="1200"/>
            <a:t> </a:t>
          </a:r>
          <a:r>
            <a:rPr lang="en-US" sz="2100" kern="1200"/>
            <a:t>earn shares</a:t>
          </a:r>
        </a:p>
      </dsp:txBody>
      <dsp:txXfrm>
        <a:off x="0" y="2010372"/>
        <a:ext cx="9701953" cy="1587600"/>
      </dsp:txXfrm>
    </dsp:sp>
    <dsp:sp modelId="{37CA34A2-A8E8-4790-90E9-D5ABE23B070A}">
      <dsp:nvSpPr>
        <dsp:cNvPr id="0" name=""/>
        <dsp:cNvSpPr/>
      </dsp:nvSpPr>
      <dsp:spPr>
        <a:xfrm>
          <a:off x="485097" y="1700412"/>
          <a:ext cx="6791367" cy="61992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/>
            <a:t>Miners</a:t>
          </a:r>
          <a:endParaRPr lang="en-US" sz="2100" kern="1200"/>
        </a:p>
      </dsp:txBody>
      <dsp:txXfrm>
        <a:off x="515359" y="1730674"/>
        <a:ext cx="6730843" cy="559396"/>
      </dsp:txXfrm>
    </dsp:sp>
  </dsp:spTree>
</dsp:drawing>
</file>

<file path=ppt/diagrams/drawing9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F9B4FBE-2B8C-4989-B523-786FDB8462EC}">
      <dsp:nvSpPr>
        <dsp:cNvPr id="0" name=""/>
        <dsp:cNvSpPr/>
      </dsp:nvSpPr>
      <dsp:spPr>
        <a:xfrm>
          <a:off x="0" y="322737"/>
          <a:ext cx="9701953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Managed pools create the possibility of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cheating by the pool operator, </a:t>
          </a:r>
        </a:p>
      </dsp:txBody>
      <dsp:txXfrm>
        <a:off x="0" y="322737"/>
        <a:ext cx="9701953" cy="874125"/>
      </dsp:txXfrm>
    </dsp:sp>
    <dsp:sp modelId="{46F354DD-95EB-4847-899A-90D264BB7E9B}">
      <dsp:nvSpPr>
        <dsp:cNvPr id="0" name=""/>
        <dsp:cNvSpPr/>
      </dsp:nvSpPr>
      <dsp:spPr>
        <a:xfrm>
          <a:off x="485097" y="101337"/>
          <a:ext cx="6791367" cy="44280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Cheating possibility</a:t>
          </a:r>
          <a:endParaRPr lang="en-US" sz="1500" kern="1200"/>
        </a:p>
      </dsp:txBody>
      <dsp:txXfrm>
        <a:off x="506713" y="122953"/>
        <a:ext cx="6748135" cy="399568"/>
      </dsp:txXfrm>
    </dsp:sp>
    <dsp:sp modelId="{CA2CBA8B-C0B7-4ADF-ADE1-5F6EA5768C09}">
      <dsp:nvSpPr>
        <dsp:cNvPr id="0" name=""/>
        <dsp:cNvSpPr/>
      </dsp:nvSpPr>
      <dsp:spPr>
        <a:xfrm>
          <a:off x="0" y="1499262"/>
          <a:ext cx="9701953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3703935"/>
              <a:satOff val="-1375"/>
              <a:lumOff val="3138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direct the pool effort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to </a:t>
          </a:r>
          <a:r>
            <a:rPr lang="en-US" sz="1500" b="1" kern="1200"/>
            <a:t>double-spend</a:t>
          </a:r>
          <a:r>
            <a:rPr lang="en-US" sz="1500" kern="1200"/>
            <a:t> transactions or </a:t>
          </a:r>
          <a:r>
            <a:rPr lang="en-US" sz="1500" b="1" kern="1200"/>
            <a:t>invalidate</a:t>
          </a:r>
          <a:r>
            <a:rPr lang="en-US" sz="1500" kern="1200"/>
            <a:t> blocks</a:t>
          </a:r>
        </a:p>
      </dsp:txBody>
      <dsp:txXfrm>
        <a:off x="0" y="1499262"/>
        <a:ext cx="9701953" cy="874125"/>
      </dsp:txXfrm>
    </dsp:sp>
    <dsp:sp modelId="{7F89775E-942E-492F-8E06-0C1EBE70162E}">
      <dsp:nvSpPr>
        <dsp:cNvPr id="0" name=""/>
        <dsp:cNvSpPr/>
      </dsp:nvSpPr>
      <dsp:spPr>
        <a:xfrm>
          <a:off x="485097" y="1277862"/>
          <a:ext cx="6791367" cy="442800"/>
        </a:xfrm>
        <a:prstGeom prst="roundRect">
          <a:avLst/>
        </a:prstGeom>
        <a:solidFill>
          <a:schemeClr val="accent2">
            <a:hueOff val="-3703935"/>
            <a:satOff val="-1375"/>
            <a:lumOff val="313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Consensus attack</a:t>
          </a:r>
          <a:endParaRPr lang="en-US" sz="1500" kern="1200"/>
        </a:p>
      </dsp:txBody>
      <dsp:txXfrm>
        <a:off x="506713" y="1299478"/>
        <a:ext cx="6748135" cy="399568"/>
      </dsp:txXfrm>
    </dsp:sp>
    <dsp:sp modelId="{C0B04AC3-CFDE-48F9-9C0C-E4FE8BF0A868}">
      <dsp:nvSpPr>
        <dsp:cNvPr id="0" name=""/>
        <dsp:cNvSpPr/>
      </dsp:nvSpPr>
      <dsp:spPr>
        <a:xfrm>
          <a:off x="0" y="2675787"/>
          <a:ext cx="9701953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7407870"/>
              <a:satOff val="-2749"/>
              <a:lumOff val="6275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If the pool server is down or is slowed by a denial-of-service attack,</a:t>
          </a:r>
          <a:r>
            <a:rPr lang="tr-TR" sz="1500" kern="1200"/>
            <a:t> </a:t>
          </a:r>
          <a:endParaRPr lang="en-US" sz="1500" kern="1200"/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the pool miners cannot mine</a:t>
          </a:r>
        </a:p>
      </dsp:txBody>
      <dsp:txXfrm>
        <a:off x="0" y="2675787"/>
        <a:ext cx="9701953" cy="874125"/>
      </dsp:txXfrm>
    </dsp:sp>
    <dsp:sp modelId="{0EC3BA5D-BB6A-4526-A9A4-3F24FD391034}">
      <dsp:nvSpPr>
        <dsp:cNvPr id="0" name=""/>
        <dsp:cNvSpPr/>
      </dsp:nvSpPr>
      <dsp:spPr>
        <a:xfrm>
          <a:off x="485097" y="2454387"/>
          <a:ext cx="6791367" cy="442800"/>
        </a:xfrm>
        <a:prstGeom prst="roundRect">
          <a:avLst/>
        </a:prstGeom>
        <a:solidFill>
          <a:schemeClr val="accent2">
            <a:hueOff val="-7407870"/>
            <a:satOff val="-2749"/>
            <a:lumOff val="62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Single</a:t>
          </a:r>
          <a:r>
            <a:rPr lang="tr-TR" sz="1500" kern="1200"/>
            <a:t> </a:t>
          </a:r>
          <a:r>
            <a:rPr lang="en-US" sz="1500" kern="1200"/>
            <a:t>point-of-failure. </a:t>
          </a:r>
        </a:p>
      </dsp:txBody>
      <dsp:txXfrm>
        <a:off x="506713" y="2476003"/>
        <a:ext cx="6748135" cy="399568"/>
      </dsp:txXfrm>
    </dsp:sp>
  </dsp:spTree>
</dsp:drawing>
</file>

<file path=ppt/diagrams/drawing10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64D7650-7F07-40D6-873D-E2E4F70A5836}">
      <dsp:nvSpPr>
        <dsp:cNvPr id="0" name=""/>
        <dsp:cNvSpPr/>
      </dsp:nvSpPr>
      <dsp:spPr>
        <a:xfrm>
          <a:off x="0" y="301654"/>
          <a:ext cx="9701953" cy="1058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91592" rIns="752979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In 2011, to resolve these issues of centralization, 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a new</a:t>
          </a:r>
          <a:r>
            <a:rPr lang="tr-TR" sz="1400" kern="1200"/>
            <a:t> </a:t>
          </a:r>
          <a:r>
            <a:rPr lang="en-US" sz="1400" kern="1200"/>
            <a:t>pool mining method was proposed and implemented: 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P2Pool, a peer-to-peer mining</a:t>
          </a:r>
          <a:r>
            <a:rPr lang="tr-TR" sz="1400" kern="1200"/>
            <a:t> </a:t>
          </a:r>
          <a:r>
            <a:rPr lang="en-US" sz="1400" kern="1200"/>
            <a:t>pool without a central operator</a:t>
          </a:r>
        </a:p>
      </dsp:txBody>
      <dsp:txXfrm>
        <a:off x="0" y="301654"/>
        <a:ext cx="9701953" cy="1058400"/>
      </dsp:txXfrm>
    </dsp:sp>
    <dsp:sp modelId="{4EC0616B-2E0E-4434-A2FA-0E2D7CF3298B}">
      <dsp:nvSpPr>
        <dsp:cNvPr id="0" name=""/>
        <dsp:cNvSpPr/>
      </dsp:nvSpPr>
      <dsp:spPr>
        <a:xfrm>
          <a:off x="485097" y="95014"/>
          <a:ext cx="6791367" cy="41328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Pool without central operator</a:t>
          </a:r>
          <a:endParaRPr lang="en-US" sz="1400" kern="1200"/>
        </a:p>
      </dsp:txBody>
      <dsp:txXfrm>
        <a:off x="505272" y="115189"/>
        <a:ext cx="6751017" cy="372930"/>
      </dsp:txXfrm>
    </dsp:sp>
    <dsp:sp modelId="{062C6D8F-D1E0-479B-A058-983A1D11489B}">
      <dsp:nvSpPr>
        <dsp:cNvPr id="0" name=""/>
        <dsp:cNvSpPr/>
      </dsp:nvSpPr>
      <dsp:spPr>
        <a:xfrm>
          <a:off x="0" y="1642294"/>
          <a:ext cx="9701953" cy="8158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3703935"/>
              <a:satOff val="-1375"/>
              <a:lumOff val="3138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91592" rIns="752979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P2Pool works by decentralizing the functions of the pool server, 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implementing a parallel</a:t>
          </a:r>
          <a:r>
            <a:rPr lang="tr-TR" sz="1400" kern="1200"/>
            <a:t> </a:t>
          </a:r>
          <a:r>
            <a:rPr lang="en-US" sz="1400" kern="1200"/>
            <a:t>blockchain-like system called a </a:t>
          </a:r>
          <a:r>
            <a:rPr lang="en-US" sz="1400" i="1" kern="1200"/>
            <a:t>share chain</a:t>
          </a:r>
          <a:endParaRPr lang="en-US" sz="1400" kern="1200"/>
        </a:p>
      </dsp:txBody>
      <dsp:txXfrm>
        <a:off x="0" y="1642294"/>
        <a:ext cx="9701953" cy="815850"/>
      </dsp:txXfrm>
    </dsp:sp>
    <dsp:sp modelId="{ED8E7444-5F0D-401D-8878-8278DA09EF36}">
      <dsp:nvSpPr>
        <dsp:cNvPr id="0" name=""/>
        <dsp:cNvSpPr/>
      </dsp:nvSpPr>
      <dsp:spPr>
        <a:xfrm>
          <a:off x="485097" y="1435655"/>
          <a:ext cx="6791367" cy="413280"/>
        </a:xfrm>
        <a:prstGeom prst="roundRect">
          <a:avLst/>
        </a:prstGeom>
        <a:solidFill>
          <a:schemeClr val="accent2">
            <a:hueOff val="-3703935"/>
            <a:satOff val="-1375"/>
            <a:lumOff val="313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Decentralization</a:t>
          </a:r>
          <a:endParaRPr lang="en-US" sz="1400" kern="1200"/>
        </a:p>
      </dsp:txBody>
      <dsp:txXfrm>
        <a:off x="505272" y="1455830"/>
        <a:ext cx="6751017" cy="372930"/>
      </dsp:txXfrm>
    </dsp:sp>
    <dsp:sp modelId="{72B96966-AF91-4400-82BE-80B6039023C4}">
      <dsp:nvSpPr>
        <dsp:cNvPr id="0" name=""/>
        <dsp:cNvSpPr/>
      </dsp:nvSpPr>
      <dsp:spPr>
        <a:xfrm>
          <a:off x="0" y="2740385"/>
          <a:ext cx="9701953" cy="8158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7407870"/>
              <a:satOff val="-2749"/>
              <a:lumOff val="6275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91592" rIns="752979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A share chain is a blockchain running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at a lower difficulty than the bitcoin blockchain</a:t>
          </a:r>
        </a:p>
      </dsp:txBody>
      <dsp:txXfrm>
        <a:off x="0" y="2740385"/>
        <a:ext cx="9701953" cy="815850"/>
      </dsp:txXfrm>
    </dsp:sp>
    <dsp:sp modelId="{BDF69E9F-7104-4496-907A-42C98514454E}">
      <dsp:nvSpPr>
        <dsp:cNvPr id="0" name=""/>
        <dsp:cNvSpPr/>
      </dsp:nvSpPr>
      <dsp:spPr>
        <a:xfrm>
          <a:off x="485097" y="2533744"/>
          <a:ext cx="6791367" cy="413280"/>
        </a:xfrm>
        <a:prstGeom prst="roundRect">
          <a:avLst/>
        </a:prstGeom>
        <a:solidFill>
          <a:schemeClr val="accent2">
            <a:hueOff val="-7407870"/>
            <a:satOff val="-2749"/>
            <a:lumOff val="62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Share chain</a:t>
          </a:r>
          <a:endParaRPr lang="en-US" sz="1400" kern="1200"/>
        </a:p>
      </dsp:txBody>
      <dsp:txXfrm>
        <a:off x="505272" y="2553919"/>
        <a:ext cx="6751017" cy="372930"/>
      </dsp:txXfrm>
    </dsp:sp>
  </dsp:spTree>
</dsp:drawing>
</file>

<file path=ppt/diagrams/drawing10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22B0CBA-6419-4622-BAE5-C772B92F2738}">
      <dsp:nvSpPr>
        <dsp:cNvPr id="0" name=""/>
        <dsp:cNvSpPr/>
      </dsp:nvSpPr>
      <dsp:spPr>
        <a:xfrm>
          <a:off x="0" y="445024"/>
          <a:ext cx="9701953" cy="15151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541528" rIns="752979" bIns="184912" numCol="1" spcCol="1270" anchor="t" anchorCtr="0">
          <a:noAutofit/>
        </a:bodyPr>
        <a:lstStyle/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600" kern="1200"/>
            <a:t>The share chain allows pool</a:t>
          </a:r>
          <a:r>
            <a:rPr lang="tr-TR" sz="2600" kern="1200"/>
            <a:t> </a:t>
          </a:r>
          <a:r>
            <a:rPr lang="en-US" sz="2600" kern="1200"/>
            <a:t>miners </a:t>
          </a:r>
        </a:p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600" kern="1200"/>
            <a:t>to collaborate in a decentralized pool </a:t>
          </a:r>
        </a:p>
      </dsp:txBody>
      <dsp:txXfrm>
        <a:off x="0" y="445024"/>
        <a:ext cx="9701953" cy="1515150"/>
      </dsp:txXfrm>
    </dsp:sp>
    <dsp:sp modelId="{204DCCA4-11DC-4B15-88BA-003429DF8E3B}">
      <dsp:nvSpPr>
        <dsp:cNvPr id="0" name=""/>
        <dsp:cNvSpPr/>
      </dsp:nvSpPr>
      <dsp:spPr>
        <a:xfrm>
          <a:off x="485097" y="61264"/>
          <a:ext cx="6791367" cy="76752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600" kern="1200"/>
            <a:t>Decentralized pool</a:t>
          </a:r>
          <a:endParaRPr lang="en-US" sz="2600" kern="1200"/>
        </a:p>
      </dsp:txBody>
      <dsp:txXfrm>
        <a:off x="522564" y="98731"/>
        <a:ext cx="6716433" cy="692586"/>
      </dsp:txXfrm>
    </dsp:sp>
    <dsp:sp modelId="{3488E1A4-D126-41B0-97E8-E144726043AF}">
      <dsp:nvSpPr>
        <dsp:cNvPr id="0" name=""/>
        <dsp:cNvSpPr/>
      </dsp:nvSpPr>
      <dsp:spPr>
        <a:xfrm>
          <a:off x="0" y="2484335"/>
          <a:ext cx="9701953" cy="11056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541528" rIns="752979" bIns="184912" numCol="1" spcCol="1270" anchor="t" anchorCtr="0">
          <a:noAutofit/>
        </a:bodyPr>
        <a:lstStyle/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600" kern="1200"/>
            <a:t>share chain at a</a:t>
          </a:r>
          <a:r>
            <a:rPr lang="tr-TR" sz="2600" kern="1200"/>
            <a:t> </a:t>
          </a:r>
          <a:r>
            <a:rPr lang="en-US" sz="2600" kern="1200"/>
            <a:t>rate of one share block every 30 seconds.</a:t>
          </a:r>
        </a:p>
      </dsp:txBody>
      <dsp:txXfrm>
        <a:off x="0" y="2484335"/>
        <a:ext cx="9701953" cy="1105650"/>
      </dsp:txXfrm>
    </dsp:sp>
    <dsp:sp modelId="{7AB26328-D9D5-4DAB-924E-90B5840EAEEC}">
      <dsp:nvSpPr>
        <dsp:cNvPr id="0" name=""/>
        <dsp:cNvSpPr/>
      </dsp:nvSpPr>
      <dsp:spPr>
        <a:xfrm>
          <a:off x="485097" y="2100575"/>
          <a:ext cx="6791367" cy="76752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600" kern="1200"/>
            <a:t>30 blocks/sec</a:t>
          </a:r>
          <a:endParaRPr lang="en-US" sz="2600" kern="1200"/>
        </a:p>
      </dsp:txBody>
      <dsp:txXfrm>
        <a:off x="522564" y="2138042"/>
        <a:ext cx="6716433" cy="692586"/>
      </dsp:txXfrm>
    </dsp:sp>
  </dsp:spTree>
</dsp:drawing>
</file>

<file path=ppt/diagrams/drawing10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58187B7-F327-4481-A4A9-5E85F278BFB1}">
      <dsp:nvSpPr>
        <dsp:cNvPr id="0" name=""/>
        <dsp:cNvSpPr/>
      </dsp:nvSpPr>
      <dsp:spPr>
        <a:xfrm>
          <a:off x="0" y="305659"/>
          <a:ext cx="9701953" cy="10489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74904" rIns="752979" bIns="128016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Each of the blocks on the share chain</a:t>
          </a:r>
          <a:r>
            <a:rPr lang="tr-TR" sz="1800" kern="1200"/>
            <a:t> </a:t>
          </a:r>
          <a:endParaRPr lang="en-US" sz="1800" kern="1200"/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records a proportionate share reward </a:t>
          </a:r>
        </a:p>
      </dsp:txBody>
      <dsp:txXfrm>
        <a:off x="0" y="305659"/>
        <a:ext cx="9701953" cy="1048950"/>
      </dsp:txXfrm>
    </dsp:sp>
    <dsp:sp modelId="{042B6D82-3154-4CEA-9604-0448B32EC92F}">
      <dsp:nvSpPr>
        <dsp:cNvPr id="0" name=""/>
        <dsp:cNvSpPr/>
      </dsp:nvSpPr>
      <dsp:spPr>
        <a:xfrm>
          <a:off x="485097" y="39979"/>
          <a:ext cx="6791367" cy="53136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800" kern="1200"/>
            <a:t>Record share reward</a:t>
          </a:r>
          <a:endParaRPr lang="en-US" sz="1800" kern="1200"/>
        </a:p>
      </dsp:txBody>
      <dsp:txXfrm>
        <a:off x="511036" y="65918"/>
        <a:ext cx="6739489" cy="479482"/>
      </dsp:txXfrm>
    </dsp:sp>
    <dsp:sp modelId="{4FA3FD70-CBC3-4E07-AE58-C117622C22C6}">
      <dsp:nvSpPr>
        <dsp:cNvPr id="0" name=""/>
        <dsp:cNvSpPr/>
      </dsp:nvSpPr>
      <dsp:spPr>
        <a:xfrm>
          <a:off x="0" y="1717489"/>
          <a:ext cx="9701953" cy="7654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1600863"/>
              <a:satOff val="-21221"/>
              <a:lumOff val="-6666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74904" rIns="752979" bIns="128016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the pool miners who contribute work, </a:t>
          </a:r>
        </a:p>
      </dsp:txBody>
      <dsp:txXfrm>
        <a:off x="0" y="1717489"/>
        <a:ext cx="9701953" cy="765450"/>
      </dsp:txXfrm>
    </dsp:sp>
    <dsp:sp modelId="{52336A36-80DF-41E7-8069-1CA68DACAA00}">
      <dsp:nvSpPr>
        <dsp:cNvPr id="0" name=""/>
        <dsp:cNvSpPr/>
      </dsp:nvSpPr>
      <dsp:spPr>
        <a:xfrm>
          <a:off x="485097" y="1451809"/>
          <a:ext cx="6791367" cy="531360"/>
        </a:xfrm>
        <a:prstGeom prst="roundRect">
          <a:avLst/>
        </a:prstGeom>
        <a:solidFill>
          <a:schemeClr val="accent5">
            <a:hueOff val="1600863"/>
            <a:satOff val="-21221"/>
            <a:lumOff val="-666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/>
            <a:t>for</a:t>
          </a:r>
          <a:r>
            <a:rPr lang="tr-TR" sz="1800" kern="1200"/>
            <a:t> contribution</a:t>
          </a:r>
          <a:endParaRPr lang="en-US" sz="1800" kern="1200"/>
        </a:p>
      </dsp:txBody>
      <dsp:txXfrm>
        <a:off x="511036" y="1477748"/>
        <a:ext cx="6739489" cy="479482"/>
      </dsp:txXfrm>
    </dsp:sp>
    <dsp:sp modelId="{8D54C7B5-238B-497F-9075-6BDDEF98E230}">
      <dsp:nvSpPr>
        <dsp:cNvPr id="0" name=""/>
        <dsp:cNvSpPr/>
      </dsp:nvSpPr>
      <dsp:spPr>
        <a:xfrm>
          <a:off x="0" y="2845820"/>
          <a:ext cx="9701953" cy="7654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74904" rIns="752979" bIns="128016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forward from the previous share block.</a:t>
          </a:r>
        </a:p>
      </dsp:txBody>
      <dsp:txXfrm>
        <a:off x="0" y="2845820"/>
        <a:ext cx="9701953" cy="765450"/>
      </dsp:txXfrm>
    </dsp:sp>
    <dsp:sp modelId="{CC4A22EE-28D7-40CD-96C6-43128CF49B55}">
      <dsp:nvSpPr>
        <dsp:cNvPr id="0" name=""/>
        <dsp:cNvSpPr/>
      </dsp:nvSpPr>
      <dsp:spPr>
        <a:xfrm>
          <a:off x="485097" y="2580140"/>
          <a:ext cx="6791367" cy="53136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/>
            <a:t>carry</a:t>
          </a:r>
          <a:r>
            <a:rPr lang="tr-TR" sz="1800" kern="1200"/>
            <a:t> </a:t>
          </a:r>
          <a:r>
            <a:rPr lang="en-US" sz="1800" kern="1200"/>
            <a:t>the shares </a:t>
          </a:r>
        </a:p>
      </dsp:txBody>
      <dsp:txXfrm>
        <a:off x="511036" y="2606079"/>
        <a:ext cx="6739489" cy="479482"/>
      </dsp:txXfrm>
    </dsp:sp>
  </dsp:spTree>
</dsp:drawing>
</file>

<file path=ppt/diagrams/drawing10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215D34F-09A1-4687-AEFF-EB1EEA5A3427}">
      <dsp:nvSpPr>
        <dsp:cNvPr id="0" name=""/>
        <dsp:cNvSpPr/>
      </dsp:nvSpPr>
      <dsp:spPr>
        <a:xfrm>
          <a:off x="0" y="296749"/>
          <a:ext cx="9701953" cy="16065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 dirty="0"/>
            <a:t>When one of the share</a:t>
          </a:r>
          <a:r>
            <a:rPr lang="tr-TR" sz="1500" kern="1200" dirty="0"/>
            <a:t> </a:t>
          </a:r>
          <a:r>
            <a:rPr lang="en-US" sz="1500" kern="1200" dirty="0"/>
            <a:t>blocks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also </a:t>
          </a:r>
          <a:r>
            <a:rPr lang="en-US" sz="1500" kern="1200" dirty="0"/>
            <a:t>achieves the bitcoin network target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 dirty="0"/>
            <a:t>it is propagated and included on the</a:t>
          </a:r>
          <a:r>
            <a:rPr lang="tr-TR" sz="1500" kern="1200" dirty="0"/>
            <a:t> </a:t>
          </a:r>
          <a:r>
            <a:rPr lang="en-US" sz="1500" kern="1200" dirty="0"/>
            <a:t>bitcoin blockchain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 dirty="0"/>
            <a:t>rewarding all the pool miners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who </a:t>
          </a:r>
          <a:r>
            <a:rPr lang="en-US" sz="1500" kern="1200" dirty="0"/>
            <a:t>contributed to all the shares</a:t>
          </a:r>
        </a:p>
      </dsp:txBody>
      <dsp:txXfrm>
        <a:off x="0" y="296749"/>
        <a:ext cx="9701953" cy="1606500"/>
      </dsp:txXfrm>
    </dsp:sp>
    <dsp:sp modelId="{8E00F994-B50A-454E-9FA1-30DFEED10A3A}">
      <dsp:nvSpPr>
        <dsp:cNvPr id="0" name=""/>
        <dsp:cNvSpPr/>
      </dsp:nvSpPr>
      <dsp:spPr>
        <a:xfrm>
          <a:off x="485097" y="75349"/>
          <a:ext cx="6791367" cy="44280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 err="1"/>
            <a:t>Achieving</a:t>
          </a:r>
          <a:r>
            <a:rPr lang="tr-TR" sz="1500" kern="1200" dirty="0"/>
            <a:t> network </a:t>
          </a:r>
          <a:r>
            <a:rPr lang="tr-TR" sz="1500" kern="1200" dirty="0" err="1"/>
            <a:t>target</a:t>
          </a:r>
          <a:endParaRPr lang="en-US" sz="1500" kern="1200" dirty="0"/>
        </a:p>
      </dsp:txBody>
      <dsp:txXfrm>
        <a:off x="506713" y="96965"/>
        <a:ext cx="6748135" cy="399568"/>
      </dsp:txXfrm>
    </dsp:sp>
    <dsp:sp modelId="{40ECA7CA-7068-4CD3-8065-0C0A6917B1BC}">
      <dsp:nvSpPr>
        <dsp:cNvPr id="0" name=""/>
        <dsp:cNvSpPr/>
      </dsp:nvSpPr>
      <dsp:spPr>
        <a:xfrm>
          <a:off x="0" y="2205650"/>
          <a:ext cx="9701953" cy="13702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 dirty="0"/>
            <a:t>the share chain allows all pool miners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 dirty="0"/>
            <a:t>to keep</a:t>
          </a:r>
          <a:r>
            <a:rPr lang="tr-TR" sz="1500" kern="1200" dirty="0"/>
            <a:t> </a:t>
          </a:r>
          <a:r>
            <a:rPr lang="en-US" sz="1500" kern="1200" dirty="0"/>
            <a:t>track of all shares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 dirty="0"/>
            <a:t>using a decentralized consensus mechanism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like </a:t>
          </a:r>
          <a:r>
            <a:rPr lang="en-US" sz="1500" kern="1200" dirty="0"/>
            <a:t>bitcoin’s blockchain</a:t>
          </a:r>
          <a:r>
            <a:rPr lang="tr-TR" sz="1500" kern="1200" dirty="0"/>
            <a:t> </a:t>
          </a:r>
          <a:r>
            <a:rPr lang="tr-TR" sz="1500" kern="1200" dirty="0" err="1"/>
            <a:t>consensus</a:t>
          </a:r>
          <a:r>
            <a:rPr lang="tr-TR" sz="1500" kern="1200" dirty="0"/>
            <a:t> </a:t>
          </a:r>
          <a:r>
            <a:rPr lang="tr-TR" sz="1500" kern="1200" dirty="0" err="1"/>
            <a:t>mechanism</a:t>
          </a:r>
          <a:r>
            <a:rPr lang="tr-TR" sz="1500" kern="1200" dirty="0"/>
            <a:t>.</a:t>
          </a:r>
          <a:endParaRPr lang="en-US" sz="1500" kern="1200" dirty="0"/>
        </a:p>
      </dsp:txBody>
      <dsp:txXfrm>
        <a:off x="0" y="2205650"/>
        <a:ext cx="9701953" cy="1370250"/>
      </dsp:txXfrm>
    </dsp:sp>
    <dsp:sp modelId="{FB05DA9E-77EF-48F7-A832-03D85C7ED291}">
      <dsp:nvSpPr>
        <dsp:cNvPr id="0" name=""/>
        <dsp:cNvSpPr/>
      </dsp:nvSpPr>
      <dsp:spPr>
        <a:xfrm>
          <a:off x="485097" y="1984250"/>
          <a:ext cx="6791367" cy="44280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instead of a pool server keeping</a:t>
          </a:r>
          <a:r>
            <a:rPr lang="tr-TR" sz="1500" kern="1200" dirty="0"/>
            <a:t> </a:t>
          </a:r>
          <a:r>
            <a:rPr lang="en-US" sz="1500" kern="1200" dirty="0"/>
            <a:t>track of pool miner shares and rewards, </a:t>
          </a:r>
        </a:p>
      </dsp:txBody>
      <dsp:txXfrm>
        <a:off x="506713" y="2005866"/>
        <a:ext cx="6748135" cy="399568"/>
      </dsp:txXfrm>
    </dsp:sp>
  </dsp:spTree>
</dsp:drawing>
</file>

<file path=ppt/diagrams/drawing10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B31ED16-2ADC-4E80-9EA7-B6AA16A3A0A8}">
      <dsp:nvSpPr>
        <dsp:cNvPr id="0" name=""/>
        <dsp:cNvSpPr/>
      </dsp:nvSpPr>
      <dsp:spPr>
        <a:xfrm>
          <a:off x="947807" y="0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37E6DD2-1F20-4820-BCB1-46336BAFE79B}">
      <dsp:nvSpPr>
        <dsp:cNvPr id="0" name=""/>
        <dsp:cNvSpPr/>
      </dsp:nvSpPr>
      <dsp:spPr>
        <a:xfrm>
          <a:off x="8155" y="1168936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700" kern="1200"/>
            <a:t>P2Pool mining</a:t>
          </a:r>
        </a:p>
      </dsp:txBody>
      <dsp:txXfrm>
        <a:off x="8155" y="1168936"/>
        <a:ext cx="2891236" cy="433685"/>
      </dsp:txXfrm>
    </dsp:sp>
    <dsp:sp modelId="{A7F95EFE-926E-4ACB-9C24-775BEB9981A1}">
      <dsp:nvSpPr>
        <dsp:cNvPr id="0" name=""/>
        <dsp:cNvSpPr/>
      </dsp:nvSpPr>
      <dsp:spPr>
        <a:xfrm>
          <a:off x="8155" y="1675646"/>
          <a:ext cx="2891236" cy="197560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is more complex than pool mining</a:t>
          </a:r>
        </a:p>
      </dsp:txBody>
      <dsp:txXfrm>
        <a:off x="8155" y="1675646"/>
        <a:ext cx="2891236" cy="1975603"/>
      </dsp:txXfrm>
    </dsp:sp>
    <dsp:sp modelId="{D1D2E005-45E9-44F4-9905-FE3BD706FF48}">
      <dsp:nvSpPr>
        <dsp:cNvPr id="0" name=""/>
        <dsp:cNvSpPr/>
      </dsp:nvSpPr>
      <dsp:spPr>
        <a:xfrm>
          <a:off x="4345010" y="0"/>
          <a:ext cx="1011932" cy="101193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1E7B36D-24E1-4A19-B398-7B62FCBA8EFB}">
      <dsp:nvSpPr>
        <dsp:cNvPr id="0" name=""/>
        <dsp:cNvSpPr/>
      </dsp:nvSpPr>
      <dsp:spPr>
        <a:xfrm>
          <a:off x="3405358" y="1168936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Reason</a:t>
          </a:r>
          <a:endParaRPr lang="en-US" sz="2700" kern="1200"/>
        </a:p>
      </dsp:txBody>
      <dsp:txXfrm>
        <a:off x="3405358" y="1168936"/>
        <a:ext cx="2891236" cy="433685"/>
      </dsp:txXfrm>
    </dsp:sp>
    <dsp:sp modelId="{7A15617D-098B-4958-A190-77CA75612A76}">
      <dsp:nvSpPr>
        <dsp:cNvPr id="0" name=""/>
        <dsp:cNvSpPr/>
      </dsp:nvSpPr>
      <dsp:spPr>
        <a:xfrm>
          <a:off x="3405358" y="1675646"/>
          <a:ext cx="2891236" cy="197560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Computational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Hardware</a:t>
          </a:r>
          <a:endParaRPr lang="en-US" sz="1700" kern="1200" dirty="0"/>
        </a:p>
      </dsp:txBody>
      <dsp:txXfrm>
        <a:off x="3405358" y="1675646"/>
        <a:ext cx="2891236" cy="1975603"/>
      </dsp:txXfrm>
    </dsp:sp>
    <dsp:sp modelId="{D3626989-C3BC-4A47-A252-7FE724C0A46D}">
      <dsp:nvSpPr>
        <dsp:cNvPr id="0" name=""/>
        <dsp:cNvSpPr/>
      </dsp:nvSpPr>
      <dsp:spPr>
        <a:xfrm>
          <a:off x="7742212" y="0"/>
          <a:ext cx="1011932" cy="101193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6C3969E-E56E-4947-8C64-05D2883A2E99}">
      <dsp:nvSpPr>
        <dsp:cNvPr id="0" name=""/>
        <dsp:cNvSpPr/>
      </dsp:nvSpPr>
      <dsp:spPr>
        <a:xfrm>
          <a:off x="6802560" y="1168936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Requirements</a:t>
          </a:r>
          <a:endParaRPr lang="en-US" sz="2700" kern="1200"/>
        </a:p>
      </dsp:txBody>
      <dsp:txXfrm>
        <a:off x="6802560" y="1168936"/>
        <a:ext cx="2891236" cy="433685"/>
      </dsp:txXfrm>
    </dsp:sp>
    <dsp:sp modelId="{4A7A9F3C-E88A-471B-87BD-2E54E1146C03}">
      <dsp:nvSpPr>
        <dsp:cNvPr id="0" name=""/>
        <dsp:cNvSpPr/>
      </dsp:nvSpPr>
      <dsp:spPr>
        <a:xfrm>
          <a:off x="6802560" y="1675646"/>
          <a:ext cx="2891236" cy="197560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pool</a:t>
          </a:r>
          <a:r>
            <a:rPr lang="tr-TR" sz="1700" kern="1200" dirty="0"/>
            <a:t> </a:t>
          </a:r>
          <a:r>
            <a:rPr lang="en-US" sz="1700" kern="1200" dirty="0"/>
            <a:t>miners run a dedicated computer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with enough disk space memory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Internet </a:t>
          </a:r>
          <a:r>
            <a:rPr lang="en-US" sz="1700" kern="1200" dirty="0"/>
            <a:t>bandwidth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support a full bitcoin node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P2Pool node software.</a:t>
          </a:r>
        </a:p>
      </dsp:txBody>
      <dsp:txXfrm>
        <a:off x="6802560" y="1675646"/>
        <a:ext cx="2891236" cy="1975603"/>
      </dsp:txXfrm>
    </dsp:sp>
  </dsp:spTree>
</dsp:drawing>
</file>

<file path=ppt/diagrams/drawing10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73E9A52-4135-4FFA-A312-73F17EAACCFD}">
      <dsp:nvSpPr>
        <dsp:cNvPr id="0" name=""/>
        <dsp:cNvSpPr/>
      </dsp:nvSpPr>
      <dsp:spPr>
        <a:xfrm>
          <a:off x="73" y="817965"/>
          <a:ext cx="493910" cy="49391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9991A55-AA4B-45CA-91B7-91C2C6B4B3F5}">
      <dsp:nvSpPr>
        <dsp:cNvPr id="0" name=""/>
        <dsp:cNvSpPr/>
      </dsp:nvSpPr>
      <dsp:spPr>
        <a:xfrm>
          <a:off x="73" y="1398534"/>
          <a:ext cx="1411171" cy="4365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P2Pool miners</a:t>
          </a:r>
          <a:endParaRPr lang="en-US" sz="1400" kern="1200"/>
        </a:p>
      </dsp:txBody>
      <dsp:txXfrm>
        <a:off x="73" y="1398534"/>
        <a:ext cx="1411171" cy="436581"/>
      </dsp:txXfrm>
    </dsp:sp>
    <dsp:sp modelId="{9B18A118-7BB8-41AD-95E3-CBEDE2D0D2FB}">
      <dsp:nvSpPr>
        <dsp:cNvPr id="0" name=""/>
        <dsp:cNvSpPr/>
      </dsp:nvSpPr>
      <dsp:spPr>
        <a:xfrm>
          <a:off x="73" y="1875422"/>
          <a:ext cx="1411171" cy="95786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connect their mining hardware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their local P2Pool node,</a:t>
          </a:r>
        </a:p>
      </dsp:txBody>
      <dsp:txXfrm>
        <a:off x="73" y="1875422"/>
        <a:ext cx="1411171" cy="957862"/>
      </dsp:txXfrm>
    </dsp:sp>
    <dsp:sp modelId="{A10B4D4C-AB31-4F52-AD22-47CDE6D80B4D}">
      <dsp:nvSpPr>
        <dsp:cNvPr id="0" name=""/>
        <dsp:cNvSpPr/>
      </dsp:nvSpPr>
      <dsp:spPr>
        <a:xfrm>
          <a:off x="1658200" y="712703"/>
          <a:ext cx="493910" cy="49391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BBA7548-E3D6-4680-B2B1-3B6722E6CB75}">
      <dsp:nvSpPr>
        <dsp:cNvPr id="0" name=""/>
        <dsp:cNvSpPr/>
      </dsp:nvSpPr>
      <dsp:spPr>
        <a:xfrm>
          <a:off x="1658200" y="1302325"/>
          <a:ext cx="1411171" cy="4365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Simulate</a:t>
          </a:r>
          <a:endParaRPr lang="en-US" sz="1400" kern="1200"/>
        </a:p>
      </dsp:txBody>
      <dsp:txXfrm>
        <a:off x="1658200" y="1302325"/>
        <a:ext cx="1411171" cy="436581"/>
      </dsp:txXfrm>
    </dsp:sp>
    <dsp:sp modelId="{7B5E18F0-9E87-4A8C-9FDF-24A2EE74AD6B}">
      <dsp:nvSpPr>
        <dsp:cNvPr id="0" name=""/>
        <dsp:cNvSpPr/>
      </dsp:nvSpPr>
      <dsp:spPr>
        <a:xfrm>
          <a:off x="1658200" y="1783423"/>
          <a:ext cx="1411171" cy="115512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to</a:t>
          </a:r>
          <a:r>
            <a:rPr lang="en-US" sz="1100" kern="1200"/>
            <a:t> simulate the</a:t>
          </a:r>
          <a:r>
            <a:rPr lang="tr-TR" sz="1100" kern="1200"/>
            <a:t> </a:t>
          </a:r>
          <a:r>
            <a:rPr lang="en-US" sz="1100" kern="1200"/>
            <a:t>functions of a pool server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by sending block templates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the mining hardware.</a:t>
          </a:r>
        </a:p>
      </dsp:txBody>
      <dsp:txXfrm>
        <a:off x="1658200" y="1783423"/>
        <a:ext cx="1411171" cy="1155122"/>
      </dsp:txXfrm>
    </dsp:sp>
    <dsp:sp modelId="{D223C4DE-B780-4E16-BF7F-1BDED2A218B1}">
      <dsp:nvSpPr>
        <dsp:cNvPr id="0" name=""/>
        <dsp:cNvSpPr/>
      </dsp:nvSpPr>
      <dsp:spPr>
        <a:xfrm>
          <a:off x="3316327" y="712703"/>
          <a:ext cx="493910" cy="493910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947FBF6-C7EB-4537-BB87-2C3080CC006C}">
      <dsp:nvSpPr>
        <dsp:cNvPr id="0" name=""/>
        <dsp:cNvSpPr/>
      </dsp:nvSpPr>
      <dsp:spPr>
        <a:xfrm>
          <a:off x="3316327" y="1302325"/>
          <a:ext cx="1411171" cy="4365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On </a:t>
          </a:r>
          <a:r>
            <a:rPr lang="en-US" sz="1400" kern="1200"/>
            <a:t>P2Pool</a:t>
          </a:r>
        </a:p>
      </dsp:txBody>
      <dsp:txXfrm>
        <a:off x="3316327" y="1302325"/>
        <a:ext cx="1411171" cy="436581"/>
      </dsp:txXfrm>
    </dsp:sp>
    <dsp:sp modelId="{B208F8C4-B416-4D7A-BABA-05B52D073D39}">
      <dsp:nvSpPr>
        <dsp:cNvPr id="0" name=""/>
        <dsp:cNvSpPr/>
      </dsp:nvSpPr>
      <dsp:spPr>
        <a:xfrm>
          <a:off x="3316327" y="1783423"/>
          <a:ext cx="1411171" cy="115512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individual pool miners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construct their own candidate blocks</a:t>
          </a:r>
        </a:p>
      </dsp:txBody>
      <dsp:txXfrm>
        <a:off x="3316327" y="1783423"/>
        <a:ext cx="1411171" cy="1155122"/>
      </dsp:txXfrm>
    </dsp:sp>
    <dsp:sp modelId="{17CC9D4C-9D12-4442-A9A4-D7C45D5604F4}">
      <dsp:nvSpPr>
        <dsp:cNvPr id="0" name=""/>
        <dsp:cNvSpPr/>
      </dsp:nvSpPr>
      <dsp:spPr>
        <a:xfrm>
          <a:off x="4974454" y="712703"/>
          <a:ext cx="493910" cy="493910"/>
        </a:xfrm>
        <a:prstGeom prst="rect">
          <a:avLst/>
        </a:prstGeom>
        <a:blipFill rotWithShape="1"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A4660AD-0B74-4DE6-9D5F-FB88EAA31BD8}">
      <dsp:nvSpPr>
        <dsp:cNvPr id="0" name=""/>
        <dsp:cNvSpPr/>
      </dsp:nvSpPr>
      <dsp:spPr>
        <a:xfrm>
          <a:off x="4974454" y="1302325"/>
          <a:ext cx="1411171" cy="4365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Like solo miners</a:t>
          </a:r>
          <a:endParaRPr lang="en-US" sz="1400" kern="1200"/>
        </a:p>
      </dsp:txBody>
      <dsp:txXfrm>
        <a:off x="4974454" y="1302325"/>
        <a:ext cx="1411171" cy="436581"/>
      </dsp:txXfrm>
    </dsp:sp>
    <dsp:sp modelId="{0912D5F0-B3F2-49A5-B466-54A3DB3EAC83}">
      <dsp:nvSpPr>
        <dsp:cNvPr id="0" name=""/>
        <dsp:cNvSpPr/>
      </dsp:nvSpPr>
      <dsp:spPr>
        <a:xfrm>
          <a:off x="4974454" y="1783423"/>
          <a:ext cx="1411171" cy="115512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aggregating</a:t>
          </a:r>
          <a:r>
            <a:rPr lang="tr-TR" sz="1100" kern="1200"/>
            <a:t> </a:t>
          </a:r>
          <a:r>
            <a:rPr lang="en-US" sz="1100" kern="1200"/>
            <a:t>transactions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much like solo miners</a:t>
          </a:r>
        </a:p>
      </dsp:txBody>
      <dsp:txXfrm>
        <a:off x="4974454" y="1783423"/>
        <a:ext cx="1411171" cy="1155122"/>
      </dsp:txXfrm>
    </dsp:sp>
    <dsp:sp modelId="{81FA500A-A3FA-425F-A460-BAA10E228E5C}">
      <dsp:nvSpPr>
        <dsp:cNvPr id="0" name=""/>
        <dsp:cNvSpPr/>
      </dsp:nvSpPr>
      <dsp:spPr>
        <a:xfrm>
          <a:off x="6632580" y="712703"/>
          <a:ext cx="493910" cy="493910"/>
        </a:xfrm>
        <a:prstGeom prst="rect">
          <a:avLst/>
        </a:prstGeom>
        <a:blipFill>
          <a:blip xmlns:r="http://schemas.openxmlformats.org/officeDocument/2006/relationships"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FF3AEA6-3BE8-4CF0-94CA-1020BD9238AA}">
      <dsp:nvSpPr>
        <dsp:cNvPr id="0" name=""/>
        <dsp:cNvSpPr/>
      </dsp:nvSpPr>
      <dsp:spPr>
        <a:xfrm>
          <a:off x="6632580" y="1302325"/>
          <a:ext cx="1411171" cy="4365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Share mine</a:t>
          </a:r>
          <a:endParaRPr lang="en-US" sz="1400" kern="1200"/>
        </a:p>
      </dsp:txBody>
      <dsp:txXfrm>
        <a:off x="6632580" y="1302325"/>
        <a:ext cx="1411171" cy="436581"/>
      </dsp:txXfrm>
    </dsp:sp>
    <dsp:sp modelId="{739EC73D-E824-4035-9EFF-2A176F6EEF78}">
      <dsp:nvSpPr>
        <dsp:cNvPr id="0" name=""/>
        <dsp:cNvSpPr/>
      </dsp:nvSpPr>
      <dsp:spPr>
        <a:xfrm>
          <a:off x="6632580" y="1783423"/>
          <a:ext cx="1411171" cy="115512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mine collaboratively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on the share chain</a:t>
          </a:r>
        </a:p>
      </dsp:txBody>
      <dsp:txXfrm>
        <a:off x="6632580" y="1783423"/>
        <a:ext cx="1411171" cy="1155122"/>
      </dsp:txXfrm>
    </dsp:sp>
    <dsp:sp modelId="{A33F2CB9-C2D6-402B-BF3C-2BAD52D49C30}">
      <dsp:nvSpPr>
        <dsp:cNvPr id="0" name=""/>
        <dsp:cNvSpPr/>
      </dsp:nvSpPr>
      <dsp:spPr>
        <a:xfrm>
          <a:off x="8290707" y="712703"/>
          <a:ext cx="493910" cy="493910"/>
        </a:xfrm>
        <a:prstGeom prst="rect">
          <a:avLst/>
        </a:prstGeom>
        <a:blipFill rotWithShape="1">
          <a:blip xmlns:r="http://schemas.openxmlformats.org/officeDocument/2006/relationships"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4671446-D631-4B85-A185-A78AB7721C02}">
      <dsp:nvSpPr>
        <dsp:cNvPr id="0" name=""/>
        <dsp:cNvSpPr/>
      </dsp:nvSpPr>
      <dsp:spPr>
        <a:xfrm>
          <a:off x="8290707" y="1302325"/>
          <a:ext cx="1411171" cy="4365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P2Pool is a hybrid approach </a:t>
          </a:r>
        </a:p>
      </dsp:txBody>
      <dsp:txXfrm>
        <a:off x="8290707" y="1302325"/>
        <a:ext cx="1411171" cy="436581"/>
      </dsp:txXfrm>
    </dsp:sp>
    <dsp:sp modelId="{C2DB5595-258A-401D-9F14-6DCFFF0113B6}">
      <dsp:nvSpPr>
        <dsp:cNvPr id="0" name=""/>
        <dsp:cNvSpPr/>
      </dsp:nvSpPr>
      <dsp:spPr>
        <a:xfrm>
          <a:off x="8290707" y="1783423"/>
          <a:ext cx="1411171" cy="115512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has the advantage of much more granular payouts</a:t>
          </a:r>
          <a:r>
            <a:rPr lang="tr-TR" sz="1100" kern="1200"/>
            <a:t> </a:t>
          </a:r>
          <a:endParaRPr lang="en-US" sz="1100" kern="1200"/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than solo mining</a:t>
          </a:r>
        </a:p>
      </dsp:txBody>
      <dsp:txXfrm>
        <a:off x="8290707" y="1783423"/>
        <a:ext cx="1411171" cy="1155122"/>
      </dsp:txXfrm>
    </dsp:sp>
  </dsp:spTree>
</dsp:drawing>
</file>

<file path=ppt/diagrams/drawing10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B061D99-CC23-41CD-85F3-21E1FFAA0793}">
      <dsp:nvSpPr>
        <dsp:cNvPr id="0" name=""/>
        <dsp:cNvSpPr/>
      </dsp:nvSpPr>
      <dsp:spPr>
        <a:xfrm>
          <a:off x="0" y="362224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to a pool operator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like managed</a:t>
          </a:r>
          <a:r>
            <a:rPr lang="tr-TR" sz="2400" kern="1200" dirty="0"/>
            <a:t> </a:t>
          </a:r>
          <a:r>
            <a:rPr lang="tr-TR" sz="2400" kern="1200" dirty="0" err="1"/>
            <a:t>pools</a:t>
          </a:r>
          <a:endParaRPr lang="en-US" sz="2400" kern="1200" dirty="0"/>
        </a:p>
      </dsp:txBody>
      <dsp:txXfrm>
        <a:off x="0" y="362224"/>
        <a:ext cx="9701953" cy="1398600"/>
      </dsp:txXfrm>
    </dsp:sp>
    <dsp:sp modelId="{52C3E08E-5197-45FF-B179-212A703F9CDC}">
      <dsp:nvSpPr>
        <dsp:cNvPr id="0" name=""/>
        <dsp:cNvSpPr/>
      </dsp:nvSpPr>
      <dsp:spPr>
        <a:xfrm>
          <a:off x="485097" y="7984"/>
          <a:ext cx="6791367" cy="70848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 dirty="0" err="1"/>
            <a:t>Less</a:t>
          </a:r>
          <a:r>
            <a:rPr lang="tr-TR" sz="2400" kern="1200" dirty="0"/>
            <a:t> </a:t>
          </a:r>
          <a:r>
            <a:rPr lang="tr-TR" sz="2400" kern="1200" dirty="0" err="1"/>
            <a:t>control</a:t>
          </a:r>
          <a:endParaRPr lang="en-US" sz="2400" kern="1200" dirty="0"/>
        </a:p>
      </dsp:txBody>
      <dsp:txXfrm>
        <a:off x="519682" y="42569"/>
        <a:ext cx="6722197" cy="639310"/>
      </dsp:txXfrm>
    </dsp:sp>
    <dsp:sp modelId="{F9BEBCEC-8CED-4D09-AAC9-7BF58053AE65}">
      <dsp:nvSpPr>
        <dsp:cNvPr id="0" name=""/>
        <dsp:cNvSpPr/>
      </dsp:nvSpPr>
      <dsp:spPr>
        <a:xfrm>
          <a:off x="0" y="2244665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the concentration of power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by mining pool operators</a:t>
          </a:r>
        </a:p>
      </dsp:txBody>
      <dsp:txXfrm>
        <a:off x="0" y="2244665"/>
        <a:ext cx="9701953" cy="1398600"/>
      </dsp:txXfrm>
    </dsp:sp>
    <dsp:sp modelId="{53A3F6FA-3C27-4F4B-B331-5BF2EEDBA409}">
      <dsp:nvSpPr>
        <dsp:cNvPr id="0" name=""/>
        <dsp:cNvSpPr/>
      </dsp:nvSpPr>
      <dsp:spPr>
        <a:xfrm>
          <a:off x="485097" y="1890425"/>
          <a:ext cx="6791367" cy="70848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kern="1200"/>
            <a:t>P2Pool reduces</a:t>
          </a:r>
          <a:endParaRPr lang="en-US" sz="2400" kern="1200" dirty="0"/>
        </a:p>
      </dsp:txBody>
      <dsp:txXfrm>
        <a:off x="519682" y="1925010"/>
        <a:ext cx="6722197" cy="639310"/>
      </dsp:txXfrm>
    </dsp:sp>
  </dsp:spTree>
</dsp:drawing>
</file>

<file path=ppt/diagrams/drawing10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8730135-84A9-442B-8A2F-A77DF4D18EFB}">
      <dsp:nvSpPr>
        <dsp:cNvPr id="0" name=""/>
        <dsp:cNvSpPr/>
      </dsp:nvSpPr>
      <dsp:spPr>
        <a:xfrm>
          <a:off x="0" y="362224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Vulnerable</a:t>
          </a:r>
          <a:r>
            <a:rPr lang="tr-TR" sz="2400" kern="1200" dirty="0"/>
            <a:t> </a:t>
          </a:r>
          <a:r>
            <a:rPr lang="en-US" sz="2400" kern="1200" dirty="0"/>
            <a:t>to 51% attacks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against </a:t>
          </a:r>
          <a:r>
            <a:rPr lang="en-US" sz="2400" kern="1200" dirty="0"/>
            <a:t>the share chain itself</a:t>
          </a:r>
        </a:p>
      </dsp:txBody>
      <dsp:txXfrm>
        <a:off x="0" y="362224"/>
        <a:ext cx="9701953" cy="1398600"/>
      </dsp:txXfrm>
    </dsp:sp>
    <dsp:sp modelId="{882EE1D4-E8D8-40A4-AF51-B6FA8B79C5D1}">
      <dsp:nvSpPr>
        <dsp:cNvPr id="0" name=""/>
        <dsp:cNvSpPr/>
      </dsp:nvSpPr>
      <dsp:spPr>
        <a:xfrm>
          <a:off x="485097" y="7984"/>
          <a:ext cx="6791367" cy="70848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 dirty="0" err="1"/>
            <a:t>Sensible</a:t>
          </a:r>
          <a:r>
            <a:rPr lang="tr-TR" sz="2400" kern="1200" dirty="0"/>
            <a:t> </a:t>
          </a:r>
          <a:r>
            <a:rPr lang="tr-TR" sz="2400" kern="1200" dirty="0" err="1"/>
            <a:t>against</a:t>
          </a:r>
          <a:r>
            <a:rPr lang="tr-TR" sz="2400" kern="1200" dirty="0"/>
            <a:t> </a:t>
          </a:r>
          <a:r>
            <a:rPr lang="en-US" sz="2400" kern="1200" dirty="0"/>
            <a:t>51% attacks</a:t>
          </a:r>
        </a:p>
      </dsp:txBody>
      <dsp:txXfrm>
        <a:off x="519682" y="42569"/>
        <a:ext cx="6722197" cy="639310"/>
      </dsp:txXfrm>
    </dsp:sp>
    <dsp:sp modelId="{7C551B0F-CB11-405F-9E4A-8632464B00CC}">
      <dsp:nvSpPr>
        <dsp:cNvPr id="0" name=""/>
        <dsp:cNvSpPr/>
      </dsp:nvSpPr>
      <dsp:spPr>
        <a:xfrm>
          <a:off x="0" y="2244665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P2Pool makes bitcoin more robust overall, 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as </a:t>
          </a:r>
          <a:r>
            <a:rPr lang="en-US" sz="2400" kern="1200" dirty="0"/>
            <a:t>part of a diversified mining ecosystem</a:t>
          </a:r>
        </a:p>
      </dsp:txBody>
      <dsp:txXfrm>
        <a:off x="0" y="2244665"/>
        <a:ext cx="9701953" cy="1398600"/>
      </dsp:txXfrm>
    </dsp:sp>
    <dsp:sp modelId="{8382CE4C-E835-49CF-BF61-575F07663D21}">
      <dsp:nvSpPr>
        <dsp:cNvPr id="0" name=""/>
        <dsp:cNvSpPr/>
      </dsp:nvSpPr>
      <dsp:spPr>
        <a:xfrm>
          <a:off x="485097" y="1890425"/>
          <a:ext cx="6791367" cy="70848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 dirty="0" err="1"/>
            <a:t>Robustness</a:t>
          </a:r>
          <a:endParaRPr lang="en-US" sz="2400" kern="1200" dirty="0"/>
        </a:p>
      </dsp:txBody>
      <dsp:txXfrm>
        <a:off x="519682" y="1925010"/>
        <a:ext cx="6722197" cy="639310"/>
      </dsp:txXfrm>
    </dsp:sp>
  </dsp:spTree>
</dsp:drawing>
</file>

<file path=ppt/diagrams/drawing10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5AEC084-54D0-4738-928F-216CDA09C6EC}">
      <dsp:nvSpPr>
        <dsp:cNvPr id="0" name=""/>
        <dsp:cNvSpPr/>
      </dsp:nvSpPr>
      <dsp:spPr>
        <a:xfrm>
          <a:off x="0" y="256227"/>
          <a:ext cx="9701953" cy="9906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54076" rIns="752979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depends on having a majority of the miners</a:t>
          </a:r>
          <a:r>
            <a:rPr lang="tr-TR" sz="1700" kern="1200"/>
            <a:t> </a:t>
          </a:r>
          <a:endParaRPr lang="en-US" sz="1700" kern="1200"/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acting honestly out of self-interest</a:t>
          </a:r>
        </a:p>
      </dsp:txBody>
      <dsp:txXfrm>
        <a:off x="0" y="256227"/>
        <a:ext cx="9701953" cy="990675"/>
      </dsp:txXfrm>
    </dsp:sp>
    <dsp:sp modelId="{9BC20750-8EAA-4972-ADC6-FEE327168BAB}">
      <dsp:nvSpPr>
        <dsp:cNvPr id="0" name=""/>
        <dsp:cNvSpPr/>
      </dsp:nvSpPr>
      <dsp:spPr>
        <a:xfrm>
          <a:off x="485097" y="5307"/>
          <a:ext cx="6791367" cy="50184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consensus mechanism</a:t>
          </a:r>
          <a:endParaRPr lang="en-US" sz="1700" kern="1200"/>
        </a:p>
      </dsp:txBody>
      <dsp:txXfrm>
        <a:off x="509595" y="29805"/>
        <a:ext cx="6742371" cy="452844"/>
      </dsp:txXfrm>
    </dsp:sp>
    <dsp:sp modelId="{ADDF349B-1A81-46E9-8CBC-FE394AA7A39A}">
      <dsp:nvSpPr>
        <dsp:cNvPr id="0" name=""/>
        <dsp:cNvSpPr/>
      </dsp:nvSpPr>
      <dsp:spPr>
        <a:xfrm>
          <a:off x="0" y="1589622"/>
          <a:ext cx="9701953" cy="9906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1600863"/>
              <a:satOff val="-21221"/>
              <a:lumOff val="-6666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54076" rIns="752979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700" kern="1200"/>
            <a:t>Miners</a:t>
          </a:r>
          <a:r>
            <a:rPr lang="en-US" sz="1700" kern="1200"/>
            <a:t> can attack the consensus mechanism</a:t>
          </a:r>
          <a:r>
            <a:rPr lang="tr-TR" sz="1700" kern="1200"/>
            <a:t> </a:t>
          </a:r>
          <a:endParaRPr lang="en-US" sz="1700" kern="1200"/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so as to disrupt the security and availability of the bitcoin network</a:t>
          </a:r>
        </a:p>
      </dsp:txBody>
      <dsp:txXfrm>
        <a:off x="0" y="1589622"/>
        <a:ext cx="9701953" cy="990675"/>
      </dsp:txXfrm>
    </dsp:sp>
    <dsp:sp modelId="{8F4A2D86-9568-47DE-9CE5-1CD3510661C1}">
      <dsp:nvSpPr>
        <dsp:cNvPr id="0" name=""/>
        <dsp:cNvSpPr/>
      </dsp:nvSpPr>
      <dsp:spPr>
        <a:xfrm>
          <a:off x="485097" y="1338702"/>
          <a:ext cx="6791367" cy="501840"/>
        </a:xfrm>
        <a:prstGeom prst="roundRect">
          <a:avLst/>
        </a:prstGeom>
        <a:solidFill>
          <a:schemeClr val="accent5">
            <a:hueOff val="1600863"/>
            <a:satOff val="-21221"/>
            <a:lumOff val="-666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Attack of miners</a:t>
          </a:r>
          <a:endParaRPr lang="en-US" sz="1700" kern="1200"/>
        </a:p>
      </dsp:txBody>
      <dsp:txXfrm>
        <a:off x="509595" y="1363200"/>
        <a:ext cx="6742371" cy="452844"/>
      </dsp:txXfrm>
    </dsp:sp>
    <dsp:sp modelId="{68113A7F-47E7-456C-8919-B45428190BD6}">
      <dsp:nvSpPr>
        <dsp:cNvPr id="0" name=""/>
        <dsp:cNvSpPr/>
      </dsp:nvSpPr>
      <dsp:spPr>
        <a:xfrm>
          <a:off x="0" y="2923017"/>
          <a:ext cx="9701953" cy="7229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54076" rIns="752979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if miners can achieve</a:t>
          </a:r>
          <a:r>
            <a:rPr lang="tr-TR" sz="1700" kern="1200"/>
            <a:t> </a:t>
          </a:r>
          <a:r>
            <a:rPr lang="en-US" sz="1700" kern="1200"/>
            <a:t>a significant share of the mining power</a:t>
          </a:r>
        </a:p>
      </dsp:txBody>
      <dsp:txXfrm>
        <a:off x="0" y="2923017"/>
        <a:ext cx="9701953" cy="722925"/>
      </dsp:txXfrm>
    </dsp:sp>
    <dsp:sp modelId="{48F0B609-0BDA-4B5D-9F11-A9D25305CF87}">
      <dsp:nvSpPr>
        <dsp:cNvPr id="0" name=""/>
        <dsp:cNvSpPr/>
      </dsp:nvSpPr>
      <dsp:spPr>
        <a:xfrm>
          <a:off x="485097" y="2672097"/>
          <a:ext cx="6791367" cy="50184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Condition</a:t>
          </a:r>
          <a:endParaRPr lang="en-US" sz="1700" kern="1200"/>
        </a:p>
      </dsp:txBody>
      <dsp:txXfrm>
        <a:off x="509595" y="2696595"/>
        <a:ext cx="6742371" cy="452844"/>
      </dsp:txXfrm>
    </dsp:sp>
  </dsp:spTree>
</dsp:drawing>
</file>

<file path=ppt/diagrams/drawing10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774117A-A623-4A88-832A-79017DFDF13B}">
      <dsp:nvSpPr>
        <dsp:cNvPr id="0" name=""/>
        <dsp:cNvSpPr/>
      </dsp:nvSpPr>
      <dsp:spPr>
        <a:xfrm>
          <a:off x="0" y="328250"/>
          <a:ext cx="9701953" cy="1282049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58216" rIns="752979" bIns="156464" numCol="1" spcCol="1270" anchor="t" anchorCtr="0">
          <a:noAutofit/>
        </a:bodyPr>
        <a:lstStyle/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/>
            <a:t>consensus attacks can only affect future consensus, </a:t>
          </a:r>
        </a:p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/>
            <a:t>or at</a:t>
          </a:r>
          <a:r>
            <a:rPr lang="tr-TR" sz="2200" kern="1200"/>
            <a:t> </a:t>
          </a:r>
          <a:r>
            <a:rPr lang="en-US" sz="2200" kern="1200"/>
            <a:t>best, the most recent past (tens of blocks).</a:t>
          </a:r>
        </a:p>
      </dsp:txBody>
      <dsp:txXfrm>
        <a:off x="0" y="328250"/>
        <a:ext cx="9701953" cy="1282049"/>
      </dsp:txXfrm>
    </dsp:sp>
    <dsp:sp modelId="{CC659647-EBA1-4F65-9F02-F216A8740BBE}">
      <dsp:nvSpPr>
        <dsp:cNvPr id="0" name=""/>
        <dsp:cNvSpPr/>
      </dsp:nvSpPr>
      <dsp:spPr>
        <a:xfrm>
          <a:off x="485097" y="3529"/>
          <a:ext cx="6791367" cy="64944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200" kern="1200"/>
            <a:t>Only future blocks are affected</a:t>
          </a:r>
          <a:endParaRPr lang="en-US" sz="2200" kern="1200"/>
        </a:p>
      </dsp:txBody>
      <dsp:txXfrm>
        <a:off x="516800" y="35232"/>
        <a:ext cx="6727961" cy="586034"/>
      </dsp:txXfrm>
    </dsp:sp>
    <dsp:sp modelId="{C1D0F7E6-596F-413D-BB55-68F7ECBAACE6}">
      <dsp:nvSpPr>
        <dsp:cNvPr id="0" name=""/>
        <dsp:cNvSpPr/>
      </dsp:nvSpPr>
      <dsp:spPr>
        <a:xfrm>
          <a:off x="0" y="2053820"/>
          <a:ext cx="9701953" cy="15939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7407870"/>
              <a:satOff val="-2749"/>
              <a:lumOff val="6275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58216" rIns="752979" bIns="156464" numCol="1" spcCol="1270" anchor="t" anchorCtr="0">
          <a:noAutofit/>
        </a:bodyPr>
        <a:lstStyle/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/>
            <a:t>in theory, a fork can be achieved at any depth, </a:t>
          </a:r>
        </a:p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/>
            <a:t>in</a:t>
          </a:r>
          <a:r>
            <a:rPr lang="tr-TR" sz="2200" kern="1200"/>
            <a:t> </a:t>
          </a:r>
          <a:r>
            <a:rPr lang="en-US" sz="2200" kern="1200"/>
            <a:t>practice, the computing power needed to force a very deep fork is immense</a:t>
          </a:r>
        </a:p>
      </dsp:txBody>
      <dsp:txXfrm>
        <a:off x="0" y="2053820"/>
        <a:ext cx="9701953" cy="1593900"/>
      </dsp:txXfrm>
    </dsp:sp>
    <dsp:sp modelId="{0D6E8872-8839-47AF-8409-49ADA935F2AC}">
      <dsp:nvSpPr>
        <dsp:cNvPr id="0" name=""/>
        <dsp:cNvSpPr/>
      </dsp:nvSpPr>
      <dsp:spPr>
        <a:xfrm>
          <a:off x="485097" y="1729100"/>
          <a:ext cx="6791367" cy="649440"/>
        </a:xfrm>
        <a:prstGeom prst="roundRect">
          <a:avLst/>
        </a:prstGeom>
        <a:solidFill>
          <a:schemeClr val="accent2">
            <a:hueOff val="-7407870"/>
            <a:satOff val="-2749"/>
            <a:lumOff val="62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200" kern="1200"/>
            <a:t>old blocks practically immutable</a:t>
          </a:r>
          <a:endParaRPr lang="en-US" sz="2200" kern="1200"/>
        </a:p>
      </dsp:txBody>
      <dsp:txXfrm>
        <a:off x="516800" y="1760803"/>
        <a:ext cx="6727961" cy="586034"/>
      </dsp:txXfrm>
    </dsp:sp>
  </dsp:spTree>
</dsp:drawing>
</file>

<file path=ppt/diagrams/drawing11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7AD18C7-639D-4DB6-9157-2733C553C524}">
      <dsp:nvSpPr>
        <dsp:cNvPr id="0" name=""/>
        <dsp:cNvSpPr/>
      </dsp:nvSpPr>
      <dsp:spPr>
        <a:xfrm>
          <a:off x="0" y="396312"/>
          <a:ext cx="9701953" cy="12237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37388" rIns="752979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Consensus attacks also do not affect 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the security of</a:t>
          </a:r>
          <a:r>
            <a:rPr lang="tr-TR" sz="2100" kern="1200"/>
            <a:t> </a:t>
          </a:r>
          <a:r>
            <a:rPr lang="en-US" sz="2100" kern="1200"/>
            <a:t>the private keys and signing algorithm (ECDSA).</a:t>
          </a:r>
        </a:p>
      </dsp:txBody>
      <dsp:txXfrm>
        <a:off x="0" y="396312"/>
        <a:ext cx="9701953" cy="1223775"/>
      </dsp:txXfrm>
    </dsp:sp>
    <dsp:sp modelId="{51A4096F-C9C1-4679-9EE1-44EBF1A63BEB}">
      <dsp:nvSpPr>
        <dsp:cNvPr id="0" name=""/>
        <dsp:cNvSpPr/>
      </dsp:nvSpPr>
      <dsp:spPr>
        <a:xfrm>
          <a:off x="485097" y="86352"/>
          <a:ext cx="6791367" cy="61992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/>
            <a:t>Security is not affected</a:t>
          </a:r>
          <a:endParaRPr lang="en-US" sz="2100" kern="1200"/>
        </a:p>
      </dsp:txBody>
      <dsp:txXfrm>
        <a:off x="515359" y="116614"/>
        <a:ext cx="6730843" cy="559396"/>
      </dsp:txXfrm>
    </dsp:sp>
    <dsp:sp modelId="{D47311E6-E0B2-421E-89D3-EBF97D8E7F72}">
      <dsp:nvSpPr>
        <dsp:cNvPr id="0" name=""/>
        <dsp:cNvSpPr/>
      </dsp:nvSpPr>
      <dsp:spPr>
        <a:xfrm>
          <a:off x="0" y="2043447"/>
          <a:ext cx="9701953" cy="1521449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7407870"/>
              <a:satOff val="-2749"/>
              <a:lumOff val="6275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37388" rIns="752979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A consensus attack cannot steal bitcoin,</a:t>
          </a:r>
          <a:r>
            <a:rPr lang="tr-TR" sz="2100" kern="1200"/>
            <a:t> </a:t>
          </a:r>
          <a:r>
            <a:rPr lang="en-US" sz="2100" kern="1200"/>
            <a:t>spend bitcoin without signatures, 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redirect bitcoin, or otherwise change past</a:t>
          </a:r>
          <a:r>
            <a:rPr lang="tr-TR" sz="2100" kern="1200"/>
            <a:t> transactions or ownership records</a:t>
          </a:r>
          <a:endParaRPr lang="en-US" sz="2100" kern="1200"/>
        </a:p>
      </dsp:txBody>
      <dsp:txXfrm>
        <a:off x="0" y="2043447"/>
        <a:ext cx="9701953" cy="1521449"/>
      </dsp:txXfrm>
    </dsp:sp>
    <dsp:sp modelId="{A9EBEB07-0732-4805-9C5A-1627DBDB040F}">
      <dsp:nvSpPr>
        <dsp:cNvPr id="0" name=""/>
        <dsp:cNvSpPr/>
      </dsp:nvSpPr>
      <dsp:spPr>
        <a:xfrm>
          <a:off x="485097" y="1733487"/>
          <a:ext cx="6791367" cy="619920"/>
        </a:xfrm>
        <a:prstGeom prst="roundRect">
          <a:avLst/>
        </a:prstGeom>
        <a:solidFill>
          <a:schemeClr val="accent2">
            <a:hueOff val="-7407870"/>
            <a:satOff val="-2749"/>
            <a:lumOff val="62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/>
            <a:t>No bitcoins can be stolen</a:t>
          </a:r>
          <a:endParaRPr lang="en-US" sz="2100" kern="1200"/>
        </a:p>
      </dsp:txBody>
      <dsp:txXfrm>
        <a:off x="515359" y="1763749"/>
        <a:ext cx="6730843" cy="559396"/>
      </dsp:txXfrm>
    </dsp:sp>
  </dsp:spTree>
</dsp:drawing>
</file>

<file path=ppt/diagrams/drawing11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9FE7A4B-7B52-4E65-9527-880D585E34ED}">
      <dsp:nvSpPr>
        <dsp:cNvPr id="0" name=""/>
        <dsp:cNvSpPr/>
      </dsp:nvSpPr>
      <dsp:spPr>
        <a:xfrm>
          <a:off x="0" y="363237"/>
          <a:ext cx="9701953" cy="1587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37388" rIns="752979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miners, controlling a majority (51%)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of the total network’s</a:t>
          </a:r>
          <a:r>
            <a:rPr lang="tr-TR" sz="2100" kern="1200" dirty="0"/>
            <a:t> </a:t>
          </a:r>
          <a:r>
            <a:rPr lang="en-US" sz="2100" kern="1200" dirty="0"/>
            <a:t>hashing power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100" kern="1200" dirty="0"/>
            <a:t>can </a:t>
          </a:r>
          <a:r>
            <a:rPr lang="en-US" sz="2100" kern="1200" dirty="0"/>
            <a:t>attack bitcoin</a:t>
          </a:r>
        </a:p>
      </dsp:txBody>
      <dsp:txXfrm>
        <a:off x="0" y="363237"/>
        <a:ext cx="9701953" cy="1587600"/>
      </dsp:txXfrm>
    </dsp:sp>
    <dsp:sp modelId="{2A487AAD-C171-42D0-A3F0-8A1635A90B29}">
      <dsp:nvSpPr>
        <dsp:cNvPr id="0" name=""/>
        <dsp:cNvSpPr/>
      </dsp:nvSpPr>
      <dsp:spPr>
        <a:xfrm>
          <a:off x="485097" y="53277"/>
          <a:ext cx="6791367" cy="61992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/>
            <a:t>Scenario </a:t>
          </a:r>
          <a:endParaRPr lang="en-US" sz="2100" kern="1200"/>
        </a:p>
      </dsp:txBody>
      <dsp:txXfrm>
        <a:off x="515359" y="83539"/>
        <a:ext cx="6730843" cy="559396"/>
      </dsp:txXfrm>
    </dsp:sp>
    <dsp:sp modelId="{9E3A4092-DA40-4502-9FF1-5BD315B6C3D4}">
      <dsp:nvSpPr>
        <dsp:cNvPr id="0" name=""/>
        <dsp:cNvSpPr/>
      </dsp:nvSpPr>
      <dsp:spPr>
        <a:xfrm>
          <a:off x="0" y="2374197"/>
          <a:ext cx="9701953" cy="12237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37388" rIns="752979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100" kern="1200" dirty="0"/>
            <a:t>can </a:t>
          </a:r>
          <a:r>
            <a:rPr lang="tr-TR" sz="2100" kern="1200" dirty="0" err="1"/>
            <a:t>cause</a:t>
          </a:r>
          <a:r>
            <a:rPr lang="tr-TR" sz="2100" kern="1200" dirty="0"/>
            <a:t> </a:t>
          </a:r>
          <a:r>
            <a:rPr lang="tr-TR" sz="2100" kern="1200" dirty="0" err="1"/>
            <a:t>deliberate</a:t>
          </a:r>
          <a:r>
            <a:rPr lang="tr-TR" sz="2100" kern="1200" dirty="0"/>
            <a:t> “</a:t>
          </a:r>
          <a:r>
            <a:rPr lang="tr-TR" sz="2100" kern="1200" dirty="0" err="1"/>
            <a:t>forks</a:t>
          </a:r>
          <a:r>
            <a:rPr lang="tr-TR" sz="2100" kern="1200" dirty="0"/>
            <a:t>”</a:t>
          </a:r>
          <a:endParaRPr lang="en-US" sz="2100" kern="1200" dirty="0"/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100" kern="1200"/>
            <a:t>double-spend transactions</a:t>
          </a:r>
          <a:endParaRPr lang="en-US" sz="2100" kern="1200"/>
        </a:p>
      </dsp:txBody>
      <dsp:txXfrm>
        <a:off x="0" y="2374197"/>
        <a:ext cx="9701953" cy="1223775"/>
      </dsp:txXfrm>
    </dsp:sp>
    <dsp:sp modelId="{87E924BF-98C0-46F3-BD07-E2CE024914E5}">
      <dsp:nvSpPr>
        <dsp:cNvPr id="0" name=""/>
        <dsp:cNvSpPr/>
      </dsp:nvSpPr>
      <dsp:spPr>
        <a:xfrm>
          <a:off x="485097" y="2064237"/>
          <a:ext cx="6791367" cy="61992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 dirty="0"/>
            <a:t>Mine </a:t>
          </a:r>
          <a:r>
            <a:rPr lang="tr-TR" sz="2100" kern="1200" dirty="0" err="1"/>
            <a:t>majority</a:t>
          </a:r>
          <a:r>
            <a:rPr lang="tr-TR" sz="2100" kern="1200" dirty="0"/>
            <a:t> of </a:t>
          </a:r>
          <a:r>
            <a:rPr lang="tr-TR" sz="2100" kern="1200" dirty="0" err="1"/>
            <a:t>the</a:t>
          </a:r>
          <a:r>
            <a:rPr lang="tr-TR" sz="2100" kern="1200" dirty="0"/>
            <a:t> </a:t>
          </a:r>
          <a:r>
            <a:rPr lang="tr-TR" sz="2100" kern="1200" dirty="0" err="1"/>
            <a:t>blocks</a:t>
          </a:r>
          <a:endParaRPr lang="en-US" sz="2100" kern="1200" dirty="0"/>
        </a:p>
      </dsp:txBody>
      <dsp:txXfrm>
        <a:off x="515359" y="2094499"/>
        <a:ext cx="6730843" cy="559396"/>
      </dsp:txXfrm>
    </dsp:sp>
  </dsp:spTree>
</dsp:drawing>
</file>

<file path=ppt/diagrams/drawing11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9C676E5-112D-4EF5-AE08-0D6AD5C1A436}">
      <dsp:nvSpPr>
        <dsp:cNvPr id="0" name=""/>
        <dsp:cNvSpPr/>
      </dsp:nvSpPr>
      <dsp:spPr>
        <a:xfrm>
          <a:off x="0" y="362224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to be invalidated by forking below them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and re-converging</a:t>
          </a:r>
          <a:r>
            <a:rPr lang="tr-TR" sz="2400" kern="1200"/>
            <a:t> on an alternate chain.</a:t>
          </a:r>
          <a:endParaRPr lang="en-US" sz="2400" kern="1200"/>
        </a:p>
      </dsp:txBody>
      <dsp:txXfrm>
        <a:off x="0" y="362224"/>
        <a:ext cx="9701953" cy="1398600"/>
      </dsp:txXfrm>
    </dsp:sp>
    <dsp:sp modelId="{8A60F4DE-38CF-4B2F-B768-1B6372DA3B56}">
      <dsp:nvSpPr>
        <dsp:cNvPr id="0" name=""/>
        <dsp:cNvSpPr/>
      </dsp:nvSpPr>
      <dsp:spPr>
        <a:xfrm>
          <a:off x="485097" y="7984"/>
          <a:ext cx="6791367" cy="70848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/>
            <a:t>the attacker causes previously </a:t>
          </a:r>
          <a:r>
            <a:rPr lang="en-US" sz="2400" kern="1200"/>
            <a:t>confirmed blocks </a:t>
          </a:r>
        </a:p>
      </dsp:txBody>
      <dsp:txXfrm>
        <a:off x="519682" y="42569"/>
        <a:ext cx="6722197" cy="639310"/>
      </dsp:txXfrm>
    </dsp:sp>
    <dsp:sp modelId="{C23B9530-B8C7-40E6-994F-7DE5FC78C6E0}">
      <dsp:nvSpPr>
        <dsp:cNvPr id="0" name=""/>
        <dsp:cNvSpPr/>
      </dsp:nvSpPr>
      <dsp:spPr>
        <a:xfrm>
          <a:off x="0" y="2244665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an attacker can invalidate six or more</a:t>
          </a:r>
          <a:r>
            <a:rPr lang="tr-TR" sz="2400" kern="1200"/>
            <a:t> </a:t>
          </a:r>
          <a:r>
            <a:rPr lang="en-US" sz="2400" kern="1200"/>
            <a:t>blocks in a row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causing transactions</a:t>
          </a:r>
          <a:r>
            <a:rPr lang="tr-TR" sz="2400" kern="1200"/>
            <a:t> to be invalidated.</a:t>
          </a:r>
          <a:endParaRPr lang="en-US" sz="2400" kern="1200"/>
        </a:p>
      </dsp:txBody>
      <dsp:txXfrm>
        <a:off x="0" y="2244665"/>
        <a:ext cx="9701953" cy="1398600"/>
      </dsp:txXfrm>
    </dsp:sp>
    <dsp:sp modelId="{6D279573-DCB0-4A53-A3DA-F68DA92C5DE4}">
      <dsp:nvSpPr>
        <dsp:cNvPr id="0" name=""/>
        <dsp:cNvSpPr/>
      </dsp:nvSpPr>
      <dsp:spPr>
        <a:xfrm>
          <a:off x="485097" y="1890425"/>
          <a:ext cx="6791367" cy="70848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/>
            <a:t>Six blocks in practice</a:t>
          </a:r>
          <a:endParaRPr lang="en-US" sz="2400" kern="1200"/>
        </a:p>
      </dsp:txBody>
      <dsp:txXfrm>
        <a:off x="519682" y="1925010"/>
        <a:ext cx="6722197" cy="639310"/>
      </dsp:txXfrm>
    </dsp:sp>
  </dsp:spTree>
</dsp:drawing>
</file>

<file path=ppt/diagrams/drawing11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C74B2C8-BE77-4A04-B6B8-AA7E4E83A15F}">
      <dsp:nvSpPr>
        <dsp:cNvPr id="0" name=""/>
        <dsp:cNvSpPr/>
      </dsp:nvSpPr>
      <dsp:spPr>
        <a:xfrm>
          <a:off x="943992" y="295482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4FEF851-779F-42EE-89A5-61955D1A766D}">
      <dsp:nvSpPr>
        <dsp:cNvPr id="0" name=""/>
        <dsp:cNvSpPr/>
      </dsp:nvSpPr>
      <dsp:spPr>
        <a:xfrm>
          <a:off x="3421" y="143999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How to happen?</a:t>
          </a:r>
          <a:endParaRPr lang="en-US" sz="2800" kern="1200"/>
        </a:p>
      </dsp:txBody>
      <dsp:txXfrm>
        <a:off x="3421" y="1439997"/>
        <a:ext cx="2894062" cy="434109"/>
      </dsp:txXfrm>
    </dsp:sp>
    <dsp:sp modelId="{D15B81C6-229E-47F8-98D6-C362C0022851}">
      <dsp:nvSpPr>
        <dsp:cNvPr id="0" name=""/>
        <dsp:cNvSpPr/>
      </dsp:nvSpPr>
      <dsp:spPr>
        <a:xfrm>
          <a:off x="3421" y="1935312"/>
          <a:ext cx="2894062" cy="14204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broadcasts a competing transaction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spends the same inputs (UTXO)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and cancels</a:t>
          </a:r>
          <a:r>
            <a:rPr lang="tr-TR" sz="1700" kern="1200"/>
            <a:t> </a:t>
          </a:r>
          <a:r>
            <a:rPr lang="en-US" sz="1700" kern="1200"/>
            <a:t>the payment</a:t>
          </a:r>
        </a:p>
      </dsp:txBody>
      <dsp:txXfrm>
        <a:off x="3421" y="1935312"/>
        <a:ext cx="2894062" cy="1420454"/>
      </dsp:txXfrm>
    </dsp:sp>
    <dsp:sp modelId="{2B8A54AF-EB9D-463C-8FE8-FD7A7A2DC7E3}">
      <dsp:nvSpPr>
        <dsp:cNvPr id="0" name=""/>
        <dsp:cNvSpPr/>
      </dsp:nvSpPr>
      <dsp:spPr>
        <a:xfrm>
          <a:off x="4344515" y="295482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DCCDB66-A466-4700-A5E1-517C64FD2974}">
      <dsp:nvSpPr>
        <dsp:cNvPr id="0" name=""/>
        <dsp:cNvSpPr/>
      </dsp:nvSpPr>
      <dsp:spPr>
        <a:xfrm>
          <a:off x="3403945" y="143999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Two types</a:t>
          </a:r>
          <a:endParaRPr lang="en-US" sz="2800" kern="1200"/>
        </a:p>
      </dsp:txBody>
      <dsp:txXfrm>
        <a:off x="3403945" y="1439997"/>
        <a:ext cx="2894062" cy="434109"/>
      </dsp:txXfrm>
    </dsp:sp>
    <dsp:sp modelId="{69B6EF33-D991-4A4F-B0C8-CFF07F301060}">
      <dsp:nvSpPr>
        <dsp:cNvPr id="0" name=""/>
        <dsp:cNvSpPr/>
      </dsp:nvSpPr>
      <dsp:spPr>
        <a:xfrm>
          <a:off x="3403945" y="1935312"/>
          <a:ext cx="2894062" cy="14204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before a transaction is confirmed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or if </a:t>
          </a:r>
          <a:r>
            <a:rPr lang="en-US" sz="1700" kern="1200"/>
            <a:t>the attacker takes advantage of a blockchain</a:t>
          </a:r>
          <a:r>
            <a:rPr lang="tr-TR" sz="1700" kern="1200"/>
            <a:t> </a:t>
          </a:r>
          <a:r>
            <a:rPr lang="en-US" sz="1700" kern="1200"/>
            <a:t>fork to undo several blocks.</a:t>
          </a:r>
        </a:p>
      </dsp:txBody>
      <dsp:txXfrm>
        <a:off x="3403945" y="1935312"/>
        <a:ext cx="2894062" cy="1420454"/>
      </dsp:txXfrm>
    </dsp:sp>
    <dsp:sp modelId="{59DD4276-0182-4715-967F-60B696D0E961}">
      <dsp:nvSpPr>
        <dsp:cNvPr id="0" name=""/>
        <dsp:cNvSpPr/>
      </dsp:nvSpPr>
      <dsp:spPr>
        <a:xfrm>
          <a:off x="7745039" y="295482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F701231-E132-4A7A-850C-02778C07F11E}">
      <dsp:nvSpPr>
        <dsp:cNvPr id="0" name=""/>
        <dsp:cNvSpPr/>
      </dsp:nvSpPr>
      <dsp:spPr>
        <a:xfrm>
          <a:off x="6804468" y="143999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Solution</a:t>
          </a:r>
          <a:endParaRPr lang="en-US" sz="2800" kern="1200"/>
        </a:p>
      </dsp:txBody>
      <dsp:txXfrm>
        <a:off x="6804468" y="1439997"/>
        <a:ext cx="2894062" cy="434109"/>
      </dsp:txXfrm>
    </dsp:sp>
    <dsp:sp modelId="{5F8F8F03-E4C4-4B92-B94F-139593814824}">
      <dsp:nvSpPr>
        <dsp:cNvPr id="0" name=""/>
        <dsp:cNvSpPr/>
      </dsp:nvSpPr>
      <dsp:spPr>
        <a:xfrm>
          <a:off x="6804468" y="1935312"/>
          <a:ext cx="2894062" cy="14204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Wait for 6 blocks to be confirmed</a:t>
          </a:r>
          <a:endParaRPr lang="en-US" sz="1700" kern="1200"/>
        </a:p>
      </dsp:txBody>
      <dsp:txXfrm>
        <a:off x="6804468" y="1935312"/>
        <a:ext cx="2894062" cy="1420454"/>
      </dsp:txXfrm>
    </dsp:sp>
  </dsp:spTree>
</dsp:drawing>
</file>

<file path=ppt/diagrams/drawing11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ACF90D8-3893-4688-8CA7-13A734B58505}">
      <dsp:nvSpPr>
        <dsp:cNvPr id="0" name=""/>
        <dsp:cNvSpPr/>
      </dsp:nvSpPr>
      <dsp:spPr>
        <a:xfrm>
          <a:off x="0" y="337924"/>
          <a:ext cx="9701953" cy="1436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95732" rIns="752979" bIns="135128" numCol="1" spcCol="1270" anchor="t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 dirty="0"/>
            <a:t>deny service</a:t>
          </a:r>
        </a:p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to specific bitcoin participants</a:t>
          </a:r>
        </a:p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900" kern="1200" dirty="0" err="1"/>
            <a:t>ignore</a:t>
          </a:r>
          <a:r>
            <a:rPr lang="tr-TR" sz="1900" kern="1200" dirty="0"/>
            <a:t> </a:t>
          </a:r>
          <a:r>
            <a:rPr lang="tr-TR" sz="1900" kern="1200" dirty="0" err="1"/>
            <a:t>specific</a:t>
          </a:r>
          <a:r>
            <a:rPr lang="tr-TR" sz="1900" kern="1200" dirty="0"/>
            <a:t> </a:t>
          </a:r>
          <a:r>
            <a:rPr lang="tr-TR" sz="1900" kern="1200" dirty="0" err="1"/>
            <a:t>transactions</a:t>
          </a:r>
          <a:endParaRPr lang="en-US" sz="1900" kern="1200" dirty="0"/>
        </a:p>
      </dsp:txBody>
      <dsp:txXfrm>
        <a:off x="0" y="337924"/>
        <a:ext cx="9701953" cy="1436400"/>
      </dsp:txXfrm>
    </dsp:sp>
    <dsp:sp modelId="{20BCBC57-DA1F-4CBF-8DCC-46067BED2CC9}">
      <dsp:nvSpPr>
        <dsp:cNvPr id="0" name=""/>
        <dsp:cNvSpPr/>
      </dsp:nvSpPr>
      <dsp:spPr>
        <a:xfrm>
          <a:off x="485097" y="57484"/>
          <a:ext cx="6791367" cy="56088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 dirty="0" err="1"/>
            <a:t>Denial</a:t>
          </a:r>
          <a:r>
            <a:rPr lang="tr-TR" sz="1900" kern="1200" dirty="0"/>
            <a:t> </a:t>
          </a:r>
          <a:r>
            <a:rPr lang="tr-TR" sz="1900" kern="1200" dirty="0" err="1"/>
            <a:t>transactions</a:t>
          </a:r>
          <a:endParaRPr lang="en-US" sz="1900" kern="1200" dirty="0"/>
        </a:p>
      </dsp:txBody>
      <dsp:txXfrm>
        <a:off x="512477" y="84864"/>
        <a:ext cx="6736607" cy="506120"/>
      </dsp:txXfrm>
    </dsp:sp>
    <dsp:sp modelId="{2469B548-639A-4CC0-98D2-09DAE2E9E788}">
      <dsp:nvSpPr>
        <dsp:cNvPr id="0" name=""/>
        <dsp:cNvSpPr/>
      </dsp:nvSpPr>
      <dsp:spPr>
        <a:xfrm>
          <a:off x="0" y="2157365"/>
          <a:ext cx="9701953" cy="1436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7407870"/>
              <a:satOff val="-2749"/>
              <a:lumOff val="6275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95732" rIns="752979" bIns="135128" numCol="1" spcCol="1270" anchor="t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900" kern="1200"/>
            <a:t>If </a:t>
          </a:r>
          <a:r>
            <a:rPr lang="tr-TR" sz="1900" kern="1200" dirty="0" err="1"/>
            <a:t>confirmed</a:t>
          </a:r>
          <a:r>
            <a:rPr lang="tr-TR" sz="1900" kern="1200" dirty="0"/>
            <a:t> </a:t>
          </a:r>
          <a:r>
            <a:rPr lang="tr-TR" sz="1900" kern="1200" dirty="0" err="1"/>
            <a:t>by</a:t>
          </a:r>
          <a:r>
            <a:rPr lang="tr-TR" sz="1900" kern="1200" dirty="0"/>
            <a:t> </a:t>
          </a:r>
          <a:r>
            <a:rPr lang="en-US" sz="1900" kern="1200" dirty="0"/>
            <a:t>another miner </a:t>
          </a:r>
        </a:p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 dirty="0"/>
            <a:t>the attacker can deliberately fork</a:t>
          </a:r>
          <a:r>
            <a:rPr lang="tr-TR" sz="1900" kern="1200" dirty="0"/>
            <a:t> </a:t>
          </a:r>
          <a:r>
            <a:rPr lang="en-US" sz="1900" kern="1200" dirty="0"/>
            <a:t>that block, </a:t>
          </a:r>
        </a:p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 dirty="0"/>
            <a:t>excluding the specific transactions</a:t>
          </a:r>
        </a:p>
      </dsp:txBody>
      <dsp:txXfrm>
        <a:off x="0" y="2157365"/>
        <a:ext cx="9701953" cy="1436400"/>
      </dsp:txXfrm>
    </dsp:sp>
    <dsp:sp modelId="{F27AFA35-3DCA-4A26-82FE-B777D8451DD7}">
      <dsp:nvSpPr>
        <dsp:cNvPr id="0" name=""/>
        <dsp:cNvSpPr/>
      </dsp:nvSpPr>
      <dsp:spPr>
        <a:xfrm>
          <a:off x="485097" y="1876925"/>
          <a:ext cx="6791367" cy="560880"/>
        </a:xfrm>
        <a:prstGeom prst="roundRect">
          <a:avLst/>
        </a:prstGeom>
        <a:solidFill>
          <a:schemeClr val="accent2">
            <a:hueOff val="-7407870"/>
            <a:satOff val="-2749"/>
            <a:lumOff val="62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 dirty="0" err="1"/>
            <a:t>Forking</a:t>
          </a:r>
          <a:r>
            <a:rPr lang="tr-TR" sz="1900" kern="1200" dirty="0"/>
            <a:t> </a:t>
          </a:r>
          <a:r>
            <a:rPr lang="tr-TR" sz="1900" kern="1200" dirty="0" err="1"/>
            <a:t>to</a:t>
          </a:r>
          <a:r>
            <a:rPr lang="tr-TR" sz="1900" kern="1200" dirty="0"/>
            <a:t> </a:t>
          </a:r>
          <a:r>
            <a:rPr lang="tr-TR" sz="1900" kern="1200" dirty="0" err="1"/>
            <a:t>exclude</a:t>
          </a:r>
          <a:endParaRPr lang="en-US" sz="1900" kern="1200" dirty="0"/>
        </a:p>
      </dsp:txBody>
      <dsp:txXfrm>
        <a:off x="512477" y="1904305"/>
        <a:ext cx="6736607" cy="506120"/>
      </dsp:txXfrm>
    </dsp:sp>
  </dsp:spTree>
</dsp:drawing>
</file>

<file path=ppt/diagrams/drawing11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B81E2AF-E6E1-412A-B30A-520C8EF6033E}">
      <dsp:nvSpPr>
        <dsp:cNvPr id="0" name=""/>
        <dsp:cNvSpPr/>
      </dsp:nvSpPr>
      <dsp:spPr>
        <a:xfrm>
          <a:off x="0" y="362224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a sustained denial-of-service 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against a specific address or set of addresses</a:t>
          </a:r>
        </a:p>
      </dsp:txBody>
      <dsp:txXfrm>
        <a:off x="0" y="362224"/>
        <a:ext cx="9701953" cy="1398600"/>
      </dsp:txXfrm>
    </dsp:sp>
    <dsp:sp modelId="{11A3DD60-D004-48DC-AD83-90734A8E88BC}">
      <dsp:nvSpPr>
        <dsp:cNvPr id="0" name=""/>
        <dsp:cNvSpPr/>
      </dsp:nvSpPr>
      <dsp:spPr>
        <a:xfrm>
          <a:off x="485097" y="7984"/>
          <a:ext cx="6791367" cy="70848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kern="1200"/>
            <a:t>result in </a:t>
          </a:r>
        </a:p>
      </dsp:txBody>
      <dsp:txXfrm>
        <a:off x="519682" y="42569"/>
        <a:ext cx="6722197" cy="639310"/>
      </dsp:txXfrm>
    </dsp:sp>
    <dsp:sp modelId="{DBF1E618-B786-41E2-9425-0A3590A5D8C7}">
      <dsp:nvSpPr>
        <dsp:cNvPr id="0" name=""/>
        <dsp:cNvSpPr/>
      </dsp:nvSpPr>
      <dsp:spPr>
        <a:xfrm>
          <a:off x="0" y="2244665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400" kern="1200"/>
            <a:t>Various </a:t>
          </a:r>
          <a:r>
            <a:rPr lang="en-US" sz="2400" kern="1200"/>
            <a:t>types of consensus attacks are possible 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with as little as 30% of the hashing power</a:t>
          </a:r>
        </a:p>
      </dsp:txBody>
      <dsp:txXfrm>
        <a:off x="0" y="2244665"/>
        <a:ext cx="9701953" cy="1398600"/>
      </dsp:txXfrm>
    </dsp:sp>
    <dsp:sp modelId="{A6F8582C-F40C-4918-97FD-066C042035FC}">
      <dsp:nvSpPr>
        <dsp:cNvPr id="0" name=""/>
        <dsp:cNvSpPr/>
      </dsp:nvSpPr>
      <dsp:spPr>
        <a:xfrm>
          <a:off x="485097" y="1890425"/>
          <a:ext cx="6791367" cy="70848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kern="1200"/>
            <a:t>30% </a:t>
          </a:r>
        </a:p>
      </dsp:txBody>
      <dsp:txXfrm>
        <a:off x="519682" y="1925010"/>
        <a:ext cx="6722197" cy="639310"/>
      </dsp:txXfrm>
    </dsp:sp>
  </dsp:spTree>
</dsp:drawing>
</file>

<file path=ppt/diagrams/drawing11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53A7D02-4C2A-4B78-8362-BC973EF3389B}">
      <dsp:nvSpPr>
        <dsp:cNvPr id="0" name=""/>
        <dsp:cNvSpPr/>
      </dsp:nvSpPr>
      <dsp:spPr>
        <a:xfrm>
          <a:off x="0" y="297897"/>
          <a:ext cx="9701953" cy="7575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70764" rIns="752979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300" kern="1200" dirty="0" err="1"/>
            <a:t>the</a:t>
          </a:r>
          <a:r>
            <a:rPr lang="tr-TR" sz="1300" kern="1200" dirty="0"/>
            <a:t> </a:t>
          </a:r>
          <a:r>
            <a:rPr lang="tr-TR" sz="1300" kern="1200" dirty="0" err="1"/>
            <a:t>bitcoin</a:t>
          </a:r>
          <a:r>
            <a:rPr lang="tr-TR" sz="1300" kern="1200" dirty="0"/>
            <a:t> network </a:t>
          </a:r>
          <a:r>
            <a:rPr lang="en-US" sz="1300" kern="1200" dirty="0"/>
            <a:t>and software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are constantly evolving, </a:t>
          </a:r>
        </a:p>
      </dsp:txBody>
      <dsp:txXfrm>
        <a:off x="0" y="297897"/>
        <a:ext cx="9701953" cy="757575"/>
      </dsp:txXfrm>
    </dsp:sp>
    <dsp:sp modelId="{473F2F89-591F-4187-8FD3-A234BB75FBFC}">
      <dsp:nvSpPr>
        <dsp:cNvPr id="0" name=""/>
        <dsp:cNvSpPr/>
      </dsp:nvSpPr>
      <dsp:spPr>
        <a:xfrm>
          <a:off x="485097" y="106017"/>
          <a:ext cx="6791367" cy="38376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Evolution</a:t>
          </a:r>
          <a:endParaRPr lang="en-US" sz="1300" kern="1200"/>
        </a:p>
      </dsp:txBody>
      <dsp:txXfrm>
        <a:off x="503831" y="124751"/>
        <a:ext cx="6753899" cy="346292"/>
      </dsp:txXfrm>
    </dsp:sp>
    <dsp:sp modelId="{E84F7AC9-B3DC-472B-AA5B-9D269C99646F}">
      <dsp:nvSpPr>
        <dsp:cNvPr id="0" name=""/>
        <dsp:cNvSpPr/>
      </dsp:nvSpPr>
      <dsp:spPr>
        <a:xfrm>
          <a:off x="0" y="1317552"/>
          <a:ext cx="9701953" cy="9828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3703935"/>
              <a:satOff val="-1375"/>
              <a:lumOff val="3138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70764" rIns="752979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consensus attacks would be met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with immediate</a:t>
          </a:r>
          <a:r>
            <a:rPr lang="tr-TR" sz="1300" kern="1200" dirty="0"/>
            <a:t> </a:t>
          </a:r>
          <a:r>
            <a:rPr lang="en-US" sz="1300" kern="1200" dirty="0"/>
            <a:t>countermeasures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by the bitcoin community </a:t>
          </a:r>
        </a:p>
      </dsp:txBody>
      <dsp:txXfrm>
        <a:off x="0" y="1317552"/>
        <a:ext cx="9701953" cy="982800"/>
      </dsp:txXfrm>
    </dsp:sp>
    <dsp:sp modelId="{C66DF1A2-4659-4D72-9E49-4ED0483546D4}">
      <dsp:nvSpPr>
        <dsp:cNvPr id="0" name=""/>
        <dsp:cNvSpPr/>
      </dsp:nvSpPr>
      <dsp:spPr>
        <a:xfrm>
          <a:off x="485097" y="1125672"/>
          <a:ext cx="6791367" cy="383760"/>
        </a:xfrm>
        <a:prstGeom prst="roundRect">
          <a:avLst/>
        </a:prstGeom>
        <a:solidFill>
          <a:schemeClr val="accent2">
            <a:hueOff val="-3703935"/>
            <a:satOff val="-1375"/>
            <a:lumOff val="313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Countermeasures of bitcoin community</a:t>
          </a:r>
          <a:endParaRPr lang="en-US" sz="1300" kern="1200"/>
        </a:p>
      </dsp:txBody>
      <dsp:txXfrm>
        <a:off x="503831" y="1144406"/>
        <a:ext cx="6753899" cy="346292"/>
      </dsp:txXfrm>
    </dsp:sp>
    <dsp:sp modelId="{02D3FF9F-9CA9-4591-866A-BD3E11C50833}">
      <dsp:nvSpPr>
        <dsp:cNvPr id="0" name=""/>
        <dsp:cNvSpPr/>
      </dsp:nvSpPr>
      <dsp:spPr>
        <a:xfrm>
          <a:off x="0" y="2562432"/>
          <a:ext cx="9701953" cy="9828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7407870"/>
              <a:satOff val="-2749"/>
              <a:lumOff val="6275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70764" rIns="752979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making bitcoin hardier 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Stealthier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more robust than ever.</a:t>
          </a:r>
        </a:p>
      </dsp:txBody>
      <dsp:txXfrm>
        <a:off x="0" y="2562432"/>
        <a:ext cx="9701953" cy="982800"/>
      </dsp:txXfrm>
    </dsp:sp>
    <dsp:sp modelId="{0336BAA8-EAD1-4734-A890-13884BAB6676}">
      <dsp:nvSpPr>
        <dsp:cNvPr id="0" name=""/>
        <dsp:cNvSpPr/>
      </dsp:nvSpPr>
      <dsp:spPr>
        <a:xfrm>
          <a:off x="485097" y="2370552"/>
          <a:ext cx="6791367" cy="383760"/>
        </a:xfrm>
        <a:prstGeom prst="roundRect">
          <a:avLst/>
        </a:prstGeom>
        <a:solidFill>
          <a:schemeClr val="accent2">
            <a:hueOff val="-7407870"/>
            <a:satOff val="-2749"/>
            <a:lumOff val="62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 dirty="0" err="1"/>
            <a:t>Strategy</a:t>
          </a:r>
          <a:endParaRPr lang="en-US" sz="1300" kern="1200" dirty="0"/>
        </a:p>
      </dsp:txBody>
      <dsp:txXfrm>
        <a:off x="503831" y="2389286"/>
        <a:ext cx="6753899" cy="346292"/>
      </dsp:txXfrm>
    </dsp:sp>
  </dsp:spTree>
</dsp:drawing>
</file>

<file path=ppt/diagrams/drawing11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F4D5E2A-9200-421A-AC76-10B6B08B6D28}">
      <dsp:nvSpPr>
        <dsp:cNvPr id="0" name=""/>
        <dsp:cNvSpPr/>
      </dsp:nvSpPr>
      <dsp:spPr>
        <a:xfrm>
          <a:off x="947807" y="527541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55C4C2A-7CF1-4E75-9ECE-2444BBC6341A}">
      <dsp:nvSpPr>
        <dsp:cNvPr id="0" name=""/>
        <dsp:cNvSpPr/>
      </dsp:nvSpPr>
      <dsp:spPr>
        <a:xfrm>
          <a:off x="8155" y="1651109"/>
          <a:ext cx="2891236" cy="44723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The rules of consensus </a:t>
          </a:r>
        </a:p>
      </dsp:txBody>
      <dsp:txXfrm>
        <a:off x="8155" y="1651109"/>
        <a:ext cx="2891236" cy="447238"/>
      </dsp:txXfrm>
    </dsp:sp>
    <dsp:sp modelId="{F2D4535D-B81B-41BD-98B5-2A37035168E2}">
      <dsp:nvSpPr>
        <dsp:cNvPr id="0" name=""/>
        <dsp:cNvSpPr/>
      </dsp:nvSpPr>
      <dsp:spPr>
        <a:xfrm>
          <a:off x="8155" y="2150270"/>
          <a:ext cx="2891236" cy="97343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determine the validity of transactions and blocks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are the basis for collaboration between all bitcoin nodes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are responsible for</a:t>
          </a:r>
          <a:r>
            <a:rPr lang="tr-TR" sz="1100" kern="1200"/>
            <a:t> </a:t>
          </a:r>
          <a:r>
            <a:rPr lang="en-US" sz="1100" kern="1200"/>
            <a:t>convergence of local perspectives into a single consistent blockchain</a:t>
          </a:r>
        </a:p>
      </dsp:txBody>
      <dsp:txXfrm>
        <a:off x="8155" y="2150270"/>
        <a:ext cx="2891236" cy="973437"/>
      </dsp:txXfrm>
    </dsp:sp>
    <dsp:sp modelId="{C09D662E-9348-481E-A43A-A2A629309668}">
      <dsp:nvSpPr>
        <dsp:cNvPr id="0" name=""/>
        <dsp:cNvSpPr/>
      </dsp:nvSpPr>
      <dsp:spPr>
        <a:xfrm>
          <a:off x="4345010" y="527541"/>
          <a:ext cx="1011932" cy="101193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D914CF0-19B6-4ED3-AFAE-463560D6E9A0}">
      <dsp:nvSpPr>
        <dsp:cNvPr id="0" name=""/>
        <dsp:cNvSpPr/>
      </dsp:nvSpPr>
      <dsp:spPr>
        <a:xfrm>
          <a:off x="3405358" y="1651109"/>
          <a:ext cx="2891236" cy="44723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consensus rules vary in time In long term</a:t>
          </a:r>
          <a:endParaRPr lang="en-US" sz="1400" kern="1200"/>
        </a:p>
      </dsp:txBody>
      <dsp:txXfrm>
        <a:off x="3405358" y="1651109"/>
        <a:ext cx="2891236" cy="447238"/>
      </dsp:txXfrm>
    </dsp:sp>
    <dsp:sp modelId="{C64F1765-E2CC-4FFC-B1C3-D94E8467D24A}">
      <dsp:nvSpPr>
        <dsp:cNvPr id="0" name=""/>
        <dsp:cNvSpPr/>
      </dsp:nvSpPr>
      <dsp:spPr>
        <a:xfrm>
          <a:off x="3405358" y="2150270"/>
          <a:ext cx="2891236" cy="97343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accommodate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new features, improvements, or bug fixes</a:t>
          </a:r>
        </a:p>
      </dsp:txBody>
      <dsp:txXfrm>
        <a:off x="3405358" y="2150270"/>
        <a:ext cx="2891236" cy="973437"/>
      </dsp:txXfrm>
    </dsp:sp>
    <dsp:sp modelId="{20D3ED2C-9EBC-4AD3-9510-A1F37DE3B7D0}">
      <dsp:nvSpPr>
        <dsp:cNvPr id="0" name=""/>
        <dsp:cNvSpPr/>
      </dsp:nvSpPr>
      <dsp:spPr>
        <a:xfrm>
          <a:off x="7742212" y="527541"/>
          <a:ext cx="1011932" cy="101193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90FF519-BDCA-4233-8F0D-BDE41576C6D5}">
      <dsp:nvSpPr>
        <dsp:cNvPr id="0" name=""/>
        <dsp:cNvSpPr/>
      </dsp:nvSpPr>
      <dsp:spPr>
        <a:xfrm>
          <a:off x="6802560" y="1651109"/>
          <a:ext cx="2891236" cy="44723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upgrades to a consensus system</a:t>
          </a:r>
        </a:p>
      </dsp:txBody>
      <dsp:txXfrm>
        <a:off x="6802560" y="1651109"/>
        <a:ext cx="2891236" cy="447238"/>
      </dsp:txXfrm>
    </dsp:sp>
    <dsp:sp modelId="{B05BA101-8E08-4E43-BFFE-774CEC65F7C0}">
      <dsp:nvSpPr>
        <dsp:cNvPr id="0" name=""/>
        <dsp:cNvSpPr/>
      </dsp:nvSpPr>
      <dsp:spPr>
        <a:xfrm>
          <a:off x="6802560" y="2150270"/>
          <a:ext cx="2891236" cy="97343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are much more difficult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require</a:t>
          </a:r>
          <a:r>
            <a:rPr lang="tr-TR" sz="1100" kern="1200" dirty="0"/>
            <a:t> </a:t>
          </a:r>
          <a:r>
            <a:rPr lang="en-US" sz="1100" kern="1200" dirty="0"/>
            <a:t>coordination between all the participants</a:t>
          </a:r>
        </a:p>
      </dsp:txBody>
      <dsp:txXfrm>
        <a:off x="6802560" y="2150270"/>
        <a:ext cx="2891236" cy="973437"/>
      </dsp:txXfrm>
    </dsp:sp>
  </dsp:spTree>
</dsp:drawing>
</file>

<file path=ppt/diagrams/drawing11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5D5D8DA-3965-446B-A9F4-504112EE4B89}">
      <dsp:nvSpPr>
        <dsp:cNvPr id="0" name=""/>
        <dsp:cNvSpPr/>
      </dsp:nvSpPr>
      <dsp:spPr>
        <a:xfrm>
          <a:off x="0" y="301654"/>
          <a:ext cx="9701953" cy="1058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6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91592" rIns="752979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network may diverge into two</a:t>
          </a:r>
          <a:r>
            <a:rPr lang="tr-TR" sz="1400" kern="1200"/>
            <a:t> </a:t>
          </a:r>
          <a:r>
            <a:rPr lang="en-US" sz="1400" kern="1200"/>
            <a:t>chains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after the fork the network does not reconverge onto a single chain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400" kern="1200"/>
            <a:t>Two chains evolve independently</a:t>
          </a:r>
          <a:endParaRPr lang="en-US" sz="1400" kern="1200"/>
        </a:p>
      </dsp:txBody>
      <dsp:txXfrm>
        <a:off x="0" y="301654"/>
        <a:ext cx="9701953" cy="1058400"/>
      </dsp:txXfrm>
    </dsp:sp>
    <dsp:sp modelId="{8B2EB486-FC17-4958-9FF3-9BA9B445FA35}">
      <dsp:nvSpPr>
        <dsp:cNvPr id="0" name=""/>
        <dsp:cNvSpPr/>
      </dsp:nvSpPr>
      <dsp:spPr>
        <a:xfrm>
          <a:off x="485097" y="95014"/>
          <a:ext cx="6791367" cy="413280"/>
        </a:xfrm>
        <a:prstGeom prst="roundRect">
          <a:avLst/>
        </a:prstGeom>
        <a:solidFill>
          <a:schemeClr val="accent6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a change in the consensus rules </a:t>
          </a:r>
        </a:p>
      </dsp:txBody>
      <dsp:txXfrm>
        <a:off x="505272" y="115189"/>
        <a:ext cx="6751017" cy="372930"/>
      </dsp:txXfrm>
    </dsp:sp>
    <dsp:sp modelId="{DFBE66FA-C85A-4C4B-89E2-C35AD5ADC534}">
      <dsp:nvSpPr>
        <dsp:cNvPr id="0" name=""/>
        <dsp:cNvSpPr/>
      </dsp:nvSpPr>
      <dsp:spPr>
        <a:xfrm>
          <a:off x="0" y="1642294"/>
          <a:ext cx="9701953" cy="8158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6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91592" rIns="752979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 dirty="0"/>
            <a:t>when part of the network is operating</a:t>
          </a:r>
          <a:r>
            <a:rPr lang="tr-TR" sz="1400" kern="1200" dirty="0"/>
            <a:t> </a:t>
          </a:r>
          <a:r>
            <a:rPr lang="en-US" sz="1400" kern="1200" dirty="0"/>
            <a:t>under a different set of consensus rules 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than the rest of the network</a:t>
          </a:r>
        </a:p>
      </dsp:txBody>
      <dsp:txXfrm>
        <a:off x="0" y="1642294"/>
        <a:ext cx="9701953" cy="815850"/>
      </dsp:txXfrm>
    </dsp:sp>
    <dsp:sp modelId="{0E4E1DA5-9EF3-4CEA-BEAA-A7DF20CECD9E}">
      <dsp:nvSpPr>
        <dsp:cNvPr id="0" name=""/>
        <dsp:cNvSpPr/>
      </dsp:nvSpPr>
      <dsp:spPr>
        <a:xfrm>
          <a:off x="485097" y="1435655"/>
          <a:ext cx="6791367" cy="413280"/>
        </a:xfrm>
        <a:prstGeom prst="roundRect">
          <a:avLst/>
        </a:prstGeom>
        <a:solidFill>
          <a:schemeClr val="accent6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occur </a:t>
          </a:r>
        </a:p>
      </dsp:txBody>
      <dsp:txXfrm>
        <a:off x="505272" y="1455830"/>
        <a:ext cx="6751017" cy="372930"/>
      </dsp:txXfrm>
    </dsp:sp>
    <dsp:sp modelId="{71C504D9-D2CF-400C-B46B-B272566791C3}">
      <dsp:nvSpPr>
        <dsp:cNvPr id="0" name=""/>
        <dsp:cNvSpPr/>
      </dsp:nvSpPr>
      <dsp:spPr>
        <a:xfrm>
          <a:off x="0" y="2740385"/>
          <a:ext cx="9701953" cy="8158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6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91592" rIns="752979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a bug or 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a deliberate change in the implementation of the consensus</a:t>
          </a:r>
          <a:r>
            <a:rPr lang="tr-TR" sz="1400" kern="1200"/>
            <a:t> </a:t>
          </a:r>
          <a:r>
            <a:rPr lang="en-US" sz="1400" kern="1200"/>
            <a:t>rules</a:t>
          </a:r>
        </a:p>
      </dsp:txBody>
      <dsp:txXfrm>
        <a:off x="0" y="2740385"/>
        <a:ext cx="9701953" cy="815850"/>
      </dsp:txXfrm>
    </dsp:sp>
    <dsp:sp modelId="{6B3B933C-674C-4919-B3FB-2EB08C94B747}">
      <dsp:nvSpPr>
        <dsp:cNvPr id="0" name=""/>
        <dsp:cNvSpPr/>
      </dsp:nvSpPr>
      <dsp:spPr>
        <a:xfrm>
          <a:off x="485097" y="2533744"/>
          <a:ext cx="6791367" cy="413280"/>
        </a:xfrm>
        <a:prstGeom prst="roundRect">
          <a:avLst/>
        </a:prstGeom>
        <a:solidFill>
          <a:schemeClr val="accent6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because of </a:t>
          </a:r>
        </a:p>
      </dsp:txBody>
      <dsp:txXfrm>
        <a:off x="505272" y="2553919"/>
        <a:ext cx="6751017" cy="372930"/>
      </dsp:txXfrm>
    </dsp:sp>
  </dsp:spTree>
</dsp:drawing>
</file>

<file path=ppt/diagrams/drawing11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AFB8255-BC26-43D8-BFD7-696982AE9EF8}">
      <dsp:nvSpPr>
        <dsp:cNvPr id="0" name=""/>
        <dsp:cNvSpPr/>
      </dsp:nvSpPr>
      <dsp:spPr>
        <a:xfrm>
          <a:off x="4297" y="699228"/>
          <a:ext cx="915468" cy="915468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A8CE2A2-F4DC-49D4-A9BA-1E832C8EAB1C}">
      <dsp:nvSpPr>
        <dsp:cNvPr id="0" name=""/>
        <dsp:cNvSpPr/>
      </dsp:nvSpPr>
      <dsp:spPr>
        <a:xfrm>
          <a:off x="4297" y="1711567"/>
          <a:ext cx="2615625" cy="4413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Any nodes that do not upgrade to the new</a:t>
          </a:r>
          <a:r>
            <a:rPr lang="tr-TR" sz="1400" kern="1200"/>
            <a:t> </a:t>
          </a:r>
          <a:r>
            <a:rPr lang="en-US" sz="1400" kern="1200"/>
            <a:t>consensus rules </a:t>
          </a:r>
        </a:p>
      </dsp:txBody>
      <dsp:txXfrm>
        <a:off x="4297" y="1711567"/>
        <a:ext cx="2615625" cy="441386"/>
      </dsp:txXfrm>
    </dsp:sp>
    <dsp:sp modelId="{04D6E041-DD01-4365-AA25-87BE72D32A00}">
      <dsp:nvSpPr>
        <dsp:cNvPr id="0" name=""/>
        <dsp:cNvSpPr/>
      </dsp:nvSpPr>
      <dsp:spPr>
        <a:xfrm>
          <a:off x="4297" y="2198010"/>
          <a:ext cx="2615625" cy="75401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are unable to participate in the consensus mechanism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and are forced</a:t>
          </a:r>
          <a:r>
            <a:rPr lang="tr-TR" sz="1100" kern="1200"/>
            <a:t> </a:t>
          </a:r>
          <a:r>
            <a:rPr lang="en-US" sz="1100" kern="1200"/>
            <a:t>onto a separate chain at the moment of the hard fork. </a:t>
          </a:r>
        </a:p>
      </dsp:txBody>
      <dsp:txXfrm>
        <a:off x="4297" y="2198010"/>
        <a:ext cx="2615625" cy="754011"/>
      </dsp:txXfrm>
    </dsp:sp>
    <dsp:sp modelId="{977D0C36-0B36-4CF9-8D2A-E8C7EEF7F6FF}">
      <dsp:nvSpPr>
        <dsp:cNvPr id="0" name=""/>
        <dsp:cNvSpPr/>
      </dsp:nvSpPr>
      <dsp:spPr>
        <a:xfrm>
          <a:off x="3077656" y="699228"/>
          <a:ext cx="915468" cy="915468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AF0FF2F-579D-43C7-A780-821818FB7EC5}">
      <dsp:nvSpPr>
        <dsp:cNvPr id="0" name=""/>
        <dsp:cNvSpPr/>
      </dsp:nvSpPr>
      <dsp:spPr>
        <a:xfrm>
          <a:off x="3077656" y="1711567"/>
          <a:ext cx="2615625" cy="4413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Thus, a change introduced by a</a:t>
          </a:r>
          <a:r>
            <a:rPr lang="tr-TR" sz="1400" kern="1200"/>
            <a:t> </a:t>
          </a:r>
          <a:r>
            <a:rPr lang="en-US" sz="1400" kern="1200"/>
            <a:t>hard fork </a:t>
          </a:r>
        </a:p>
      </dsp:txBody>
      <dsp:txXfrm>
        <a:off x="3077656" y="1711567"/>
        <a:ext cx="2615625" cy="441386"/>
      </dsp:txXfrm>
    </dsp:sp>
    <dsp:sp modelId="{6CB8508B-F368-42B7-8A57-6D8C9058324C}">
      <dsp:nvSpPr>
        <dsp:cNvPr id="0" name=""/>
        <dsp:cNvSpPr/>
      </dsp:nvSpPr>
      <dsp:spPr>
        <a:xfrm>
          <a:off x="3077656" y="2198010"/>
          <a:ext cx="2615625" cy="75401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can be thought of as </a:t>
          </a:r>
          <a:r>
            <a:rPr lang="en-US" sz="1100" b="1" kern="1200"/>
            <a:t>not</a:t>
          </a:r>
          <a:r>
            <a:rPr lang="en-US" sz="1100" kern="1200"/>
            <a:t> “forward compatible,” </a:t>
          </a:r>
        </a:p>
      </dsp:txBody>
      <dsp:txXfrm>
        <a:off x="3077656" y="2198010"/>
        <a:ext cx="2615625" cy="754011"/>
      </dsp:txXfrm>
    </dsp:sp>
    <dsp:sp modelId="{10171610-64B1-4209-B8EB-AA5C4C132631}">
      <dsp:nvSpPr>
        <dsp:cNvPr id="0" name=""/>
        <dsp:cNvSpPr/>
      </dsp:nvSpPr>
      <dsp:spPr>
        <a:xfrm>
          <a:off x="6151015" y="699228"/>
          <a:ext cx="915468" cy="915468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E92E879-5C15-447D-B89D-6CBD4AE3B99D}">
      <dsp:nvSpPr>
        <dsp:cNvPr id="0" name=""/>
        <dsp:cNvSpPr/>
      </dsp:nvSpPr>
      <dsp:spPr>
        <a:xfrm>
          <a:off x="6151015" y="1711567"/>
          <a:ext cx="2615625" cy="4413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nonupgraded systems</a:t>
          </a:r>
          <a:r>
            <a:rPr lang="tr-TR" sz="1400" kern="1200"/>
            <a:t> </a:t>
          </a:r>
          <a:endParaRPr lang="en-US" sz="1400" kern="1200"/>
        </a:p>
      </dsp:txBody>
      <dsp:txXfrm>
        <a:off x="6151015" y="1711567"/>
        <a:ext cx="2615625" cy="441386"/>
      </dsp:txXfrm>
    </dsp:sp>
    <dsp:sp modelId="{53D08032-6E36-4587-AEA3-08B0B808687D}">
      <dsp:nvSpPr>
        <dsp:cNvPr id="0" name=""/>
        <dsp:cNvSpPr/>
      </dsp:nvSpPr>
      <dsp:spPr>
        <a:xfrm>
          <a:off x="6151015" y="2198010"/>
          <a:ext cx="2615625" cy="75401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can no longer process the new consensus rules.</a:t>
          </a:r>
        </a:p>
      </dsp:txBody>
      <dsp:txXfrm>
        <a:off x="6151015" y="2198010"/>
        <a:ext cx="2615625" cy="754011"/>
      </dsp:txXfrm>
    </dsp:sp>
  </dsp:spTree>
</dsp:drawing>
</file>

<file path=ppt/diagrams/drawing12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25AC790-0EE6-45D4-A6CE-CC347CE2075F}">
      <dsp:nvSpPr>
        <dsp:cNvPr id="0" name=""/>
        <dsp:cNvSpPr/>
      </dsp:nvSpPr>
      <dsp:spPr>
        <a:xfrm>
          <a:off x="0" y="322737"/>
          <a:ext cx="9701953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a bug in the consensus rules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and a deliberate modification of the</a:t>
          </a:r>
          <a:r>
            <a:rPr lang="tr-TR" sz="1500" kern="1200"/>
            <a:t> consensus rules</a:t>
          </a:r>
          <a:endParaRPr lang="en-US" sz="1500" kern="1200"/>
        </a:p>
      </dsp:txBody>
      <dsp:txXfrm>
        <a:off x="0" y="322737"/>
        <a:ext cx="9701953" cy="874125"/>
      </dsp:txXfrm>
    </dsp:sp>
    <dsp:sp modelId="{D5B3C002-79C0-4921-9344-14A9C5FE59E6}">
      <dsp:nvSpPr>
        <dsp:cNvPr id="0" name=""/>
        <dsp:cNvSpPr/>
      </dsp:nvSpPr>
      <dsp:spPr>
        <a:xfrm>
          <a:off x="485097" y="101337"/>
          <a:ext cx="6791367" cy="44280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Circumstances </a:t>
          </a:r>
          <a:r>
            <a:rPr lang="en-US" sz="1500" kern="1200"/>
            <a:t>lead to a hard fork: </a:t>
          </a:r>
        </a:p>
      </dsp:txBody>
      <dsp:txXfrm>
        <a:off x="506713" y="122953"/>
        <a:ext cx="6748135" cy="399568"/>
      </dsp:txXfrm>
    </dsp:sp>
    <dsp:sp modelId="{46DE389D-A961-41D7-9F66-4903E513A062}">
      <dsp:nvSpPr>
        <dsp:cNvPr id="0" name=""/>
        <dsp:cNvSpPr/>
      </dsp:nvSpPr>
      <dsp:spPr>
        <a:xfrm>
          <a:off x="0" y="1499262"/>
          <a:ext cx="9701953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1600863"/>
              <a:satOff val="-21221"/>
              <a:lumOff val="-6666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a new software</a:t>
          </a:r>
          <a:r>
            <a:rPr lang="tr-TR" sz="1500" kern="1200"/>
            <a:t> </a:t>
          </a:r>
          <a:r>
            <a:rPr lang="en-US" sz="1500" kern="1200"/>
            <a:t>implementation of the consensus rules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500" kern="1200"/>
            <a:t>to</a:t>
          </a:r>
          <a:r>
            <a:rPr lang="en-US" sz="1500" kern="1200"/>
            <a:t> be developed, adopted, and</a:t>
          </a:r>
          <a:r>
            <a:rPr lang="tr-TR" sz="1500" kern="1200"/>
            <a:t> </a:t>
          </a:r>
          <a:r>
            <a:rPr lang="en-US" sz="1500" kern="1200"/>
            <a:t>launched</a:t>
          </a:r>
        </a:p>
      </dsp:txBody>
      <dsp:txXfrm>
        <a:off x="0" y="1499262"/>
        <a:ext cx="9701953" cy="874125"/>
      </dsp:txXfrm>
    </dsp:sp>
    <dsp:sp modelId="{1C4D3C93-FC58-4FEE-8783-805A4E58B0D1}">
      <dsp:nvSpPr>
        <dsp:cNvPr id="0" name=""/>
        <dsp:cNvSpPr/>
      </dsp:nvSpPr>
      <dsp:spPr>
        <a:xfrm>
          <a:off x="485097" y="1277862"/>
          <a:ext cx="6791367" cy="442800"/>
        </a:xfrm>
        <a:prstGeom prst="roundRect">
          <a:avLst/>
        </a:prstGeom>
        <a:solidFill>
          <a:schemeClr val="accent5">
            <a:hueOff val="1600863"/>
            <a:satOff val="-21221"/>
            <a:lumOff val="-666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Software forks</a:t>
          </a:r>
          <a:endParaRPr lang="en-US" sz="1500" kern="1200"/>
        </a:p>
      </dsp:txBody>
      <dsp:txXfrm>
        <a:off x="506713" y="1299478"/>
        <a:ext cx="6748135" cy="399568"/>
      </dsp:txXfrm>
    </dsp:sp>
    <dsp:sp modelId="{201ECC26-2163-4247-84A5-9FE1B34C871E}">
      <dsp:nvSpPr>
        <dsp:cNvPr id="0" name=""/>
        <dsp:cNvSpPr/>
      </dsp:nvSpPr>
      <dsp:spPr>
        <a:xfrm>
          <a:off x="0" y="2675787"/>
          <a:ext cx="9701953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Alternative</a:t>
          </a:r>
          <a:r>
            <a:rPr lang="tr-TR" sz="1500" kern="1200"/>
            <a:t> </a:t>
          </a:r>
          <a:r>
            <a:rPr lang="en-US" sz="1500" kern="1200"/>
            <a:t>implementations of Bitcoin Core,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software forks, </a:t>
          </a:r>
          <a:r>
            <a:rPr lang="tr-TR" sz="1500" kern="1200"/>
            <a:t>not changing </a:t>
          </a:r>
          <a:r>
            <a:rPr lang="en-US" sz="1500" kern="1200"/>
            <a:t>the</a:t>
          </a:r>
          <a:r>
            <a:rPr lang="tr-TR" sz="1500" kern="1200"/>
            <a:t> </a:t>
          </a:r>
          <a:r>
            <a:rPr lang="en-US" sz="1500" kern="1200"/>
            <a:t>consensus rules and barring a bug</a:t>
          </a:r>
        </a:p>
      </dsp:txBody>
      <dsp:txXfrm>
        <a:off x="0" y="2675787"/>
        <a:ext cx="9701953" cy="874125"/>
      </dsp:txXfrm>
    </dsp:sp>
    <dsp:sp modelId="{4B556897-2AF9-4496-9FC5-3282DD8C1833}">
      <dsp:nvSpPr>
        <dsp:cNvPr id="0" name=""/>
        <dsp:cNvSpPr/>
      </dsp:nvSpPr>
      <dsp:spPr>
        <a:xfrm>
          <a:off x="485097" y="2454387"/>
          <a:ext cx="6791367" cy="44280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Not all software forks result in hard fork</a:t>
          </a:r>
          <a:endParaRPr lang="en-US" sz="1500" kern="1200"/>
        </a:p>
      </dsp:txBody>
      <dsp:txXfrm>
        <a:off x="506713" y="2476003"/>
        <a:ext cx="6748135" cy="399568"/>
      </dsp:txXfrm>
    </dsp:sp>
  </dsp:spTree>
</dsp:drawing>
</file>

<file path=ppt/diagrams/drawing12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FA77F34-79F1-4295-A6DA-566477295CDB}">
      <dsp:nvSpPr>
        <dsp:cNvPr id="0" name=""/>
        <dsp:cNvSpPr/>
      </dsp:nvSpPr>
      <dsp:spPr>
        <a:xfrm>
          <a:off x="948134" y="664128"/>
          <a:ext cx="1254484" cy="1254484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7C2B9E2-0328-4CED-9365-D5DE45465BBB}">
      <dsp:nvSpPr>
        <dsp:cNvPr id="0" name=""/>
        <dsp:cNvSpPr/>
      </dsp:nvSpPr>
      <dsp:spPr>
        <a:xfrm>
          <a:off x="181505" y="2267121"/>
          <a:ext cx="2787744" cy="720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in the validation of transactions</a:t>
          </a:r>
          <a:r>
            <a:rPr lang="tr-TR" sz="1400" kern="1200"/>
            <a:t> or blocks</a:t>
          </a:r>
          <a:endParaRPr lang="en-US" sz="1400" kern="1200"/>
        </a:p>
      </dsp:txBody>
      <dsp:txXfrm>
        <a:off x="181505" y="2267121"/>
        <a:ext cx="2787744" cy="720000"/>
      </dsp:txXfrm>
    </dsp:sp>
    <dsp:sp modelId="{C7BBAE97-0067-494C-978B-3F76459EE2AE}">
      <dsp:nvSpPr>
        <dsp:cNvPr id="0" name=""/>
        <dsp:cNvSpPr/>
      </dsp:nvSpPr>
      <dsp:spPr>
        <a:xfrm>
          <a:off x="4223734" y="664128"/>
          <a:ext cx="1254484" cy="1254484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336882D-1133-4E86-AD1E-8C25D1B17800}">
      <dsp:nvSpPr>
        <dsp:cNvPr id="0" name=""/>
        <dsp:cNvSpPr/>
      </dsp:nvSpPr>
      <dsp:spPr>
        <a:xfrm>
          <a:off x="3457104" y="2267121"/>
          <a:ext cx="2787744" cy="720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apply to bitcoin scripts or cryptographic primitives</a:t>
          </a:r>
          <a:r>
            <a:rPr lang="tr-TR" sz="1400" kern="1200"/>
            <a:t> </a:t>
          </a:r>
          <a:r>
            <a:rPr lang="en-US" sz="1400" kern="1200"/>
            <a:t>such as digital signatures</a:t>
          </a:r>
        </a:p>
      </dsp:txBody>
      <dsp:txXfrm>
        <a:off x="3457104" y="2267121"/>
        <a:ext cx="2787744" cy="720000"/>
      </dsp:txXfrm>
    </dsp:sp>
    <dsp:sp modelId="{320F746F-4E2F-4218-959A-5A9BBCA4FDB2}">
      <dsp:nvSpPr>
        <dsp:cNvPr id="0" name=""/>
        <dsp:cNvSpPr/>
      </dsp:nvSpPr>
      <dsp:spPr>
        <a:xfrm>
          <a:off x="7499333" y="664128"/>
          <a:ext cx="1254484" cy="1254484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ACC0A40-1321-41A7-958B-CFD20182739A}">
      <dsp:nvSpPr>
        <dsp:cNvPr id="0" name=""/>
        <dsp:cNvSpPr/>
      </dsp:nvSpPr>
      <dsp:spPr>
        <a:xfrm>
          <a:off x="6732703" y="2267121"/>
          <a:ext cx="2787744" cy="720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because of implicit consensus constraints imposed by system limitations or</a:t>
          </a:r>
          <a:r>
            <a:rPr lang="tr-TR" sz="1400" kern="1200"/>
            <a:t> implementation details</a:t>
          </a:r>
          <a:endParaRPr lang="en-US" sz="1400" kern="1200"/>
        </a:p>
      </dsp:txBody>
      <dsp:txXfrm>
        <a:off x="6732703" y="2267121"/>
        <a:ext cx="2787744" cy="720000"/>
      </dsp:txXfrm>
    </dsp:sp>
  </dsp:spTree>
</dsp:drawing>
</file>

<file path=ppt/diagrams/drawing12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32795B5-7E21-4745-AA3F-7AEAD0CBE9AD}">
      <dsp:nvSpPr>
        <dsp:cNvPr id="0" name=""/>
        <dsp:cNvSpPr/>
      </dsp:nvSpPr>
      <dsp:spPr>
        <a:xfrm>
          <a:off x="702726" y="36833"/>
          <a:ext cx="749361" cy="74936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A5F25D7-2E53-48FD-B3C8-0CA701A4F6D6}">
      <dsp:nvSpPr>
        <dsp:cNvPr id="0" name=""/>
        <dsp:cNvSpPr/>
      </dsp:nvSpPr>
      <dsp:spPr>
        <a:xfrm>
          <a:off x="6891" y="940030"/>
          <a:ext cx="2141032" cy="321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Software</a:t>
          </a:r>
          <a:r>
            <a:rPr lang="tr-TR" sz="2000" kern="1200"/>
            <a:t> </a:t>
          </a:r>
          <a:r>
            <a:rPr lang="en-US" sz="2000" kern="1200"/>
            <a:t>fork</a:t>
          </a:r>
        </a:p>
      </dsp:txBody>
      <dsp:txXfrm>
        <a:off x="6891" y="940030"/>
        <a:ext cx="2141032" cy="321154"/>
      </dsp:txXfrm>
    </dsp:sp>
    <dsp:sp modelId="{916B172D-53E0-4068-9439-8BC482B3D392}">
      <dsp:nvSpPr>
        <dsp:cNvPr id="0" name=""/>
        <dsp:cNvSpPr/>
      </dsp:nvSpPr>
      <dsp:spPr>
        <a:xfrm>
          <a:off x="6891" y="1332737"/>
          <a:ext cx="2141032" cy="228167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an alternative implementation of the client, with modified</a:t>
          </a:r>
          <a:r>
            <a:rPr lang="tr-TR" sz="1500" kern="1200"/>
            <a:t> </a:t>
          </a:r>
          <a:r>
            <a:rPr lang="en-US" sz="1500" kern="1200"/>
            <a:t>consensus rules, is created by developers</a:t>
          </a:r>
        </a:p>
      </dsp:txBody>
      <dsp:txXfrm>
        <a:off x="6891" y="1332737"/>
        <a:ext cx="2141032" cy="2281678"/>
      </dsp:txXfrm>
    </dsp:sp>
    <dsp:sp modelId="{8FF03558-AC17-4421-AD6F-31C6C20E6BFA}">
      <dsp:nvSpPr>
        <dsp:cNvPr id="0" name=""/>
        <dsp:cNvSpPr/>
      </dsp:nvSpPr>
      <dsp:spPr>
        <a:xfrm>
          <a:off x="3218439" y="36833"/>
          <a:ext cx="749361" cy="74936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B977D1C-C2D7-4442-A9B4-3D0CE22D9021}">
      <dsp:nvSpPr>
        <dsp:cNvPr id="0" name=""/>
        <dsp:cNvSpPr/>
      </dsp:nvSpPr>
      <dsp:spPr>
        <a:xfrm>
          <a:off x="2522604" y="940030"/>
          <a:ext cx="2141032" cy="321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Network</a:t>
          </a:r>
          <a:r>
            <a:rPr lang="tr-TR" sz="2000" kern="1200"/>
            <a:t> </a:t>
          </a:r>
          <a:r>
            <a:rPr lang="en-US" sz="2000" kern="1200"/>
            <a:t>fork</a:t>
          </a:r>
        </a:p>
      </dsp:txBody>
      <dsp:txXfrm>
        <a:off x="2522604" y="940030"/>
        <a:ext cx="2141032" cy="321154"/>
      </dsp:txXfrm>
    </dsp:sp>
    <dsp:sp modelId="{067ADB25-8633-4193-B826-9C72D402EE15}">
      <dsp:nvSpPr>
        <dsp:cNvPr id="0" name=""/>
        <dsp:cNvSpPr/>
      </dsp:nvSpPr>
      <dsp:spPr>
        <a:xfrm>
          <a:off x="2522604" y="1332737"/>
          <a:ext cx="2141032" cy="228167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 certain percentage of</a:t>
          </a:r>
          <a:r>
            <a:rPr lang="tr-TR" sz="1500" kern="1200"/>
            <a:t> </a:t>
          </a:r>
          <a:r>
            <a:rPr lang="en-US" sz="1500" kern="1200"/>
            <a:t>miners, wallet users, and intermediate nodes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may adopt and run this implementation</a:t>
          </a:r>
        </a:p>
      </dsp:txBody>
      <dsp:txXfrm>
        <a:off x="2522604" y="1332737"/>
        <a:ext cx="2141032" cy="2281678"/>
      </dsp:txXfrm>
    </dsp:sp>
    <dsp:sp modelId="{72280FDC-7598-4440-B9E4-F6D8B34B23BE}">
      <dsp:nvSpPr>
        <dsp:cNvPr id="0" name=""/>
        <dsp:cNvSpPr/>
      </dsp:nvSpPr>
      <dsp:spPr>
        <a:xfrm>
          <a:off x="5734152" y="36833"/>
          <a:ext cx="749361" cy="74936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692B619-BBE1-416B-B4D0-1E79FABC2E4F}">
      <dsp:nvSpPr>
        <dsp:cNvPr id="0" name=""/>
        <dsp:cNvSpPr/>
      </dsp:nvSpPr>
      <dsp:spPr>
        <a:xfrm>
          <a:off x="5038316" y="940030"/>
          <a:ext cx="2141032" cy="321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Mining</a:t>
          </a:r>
          <a:r>
            <a:rPr lang="tr-TR" sz="2000" kern="1200"/>
            <a:t> </a:t>
          </a:r>
          <a:r>
            <a:rPr lang="en-US" sz="2000" kern="1200"/>
            <a:t>fork</a:t>
          </a:r>
        </a:p>
      </dsp:txBody>
      <dsp:txXfrm>
        <a:off x="5038316" y="940030"/>
        <a:ext cx="2141032" cy="321154"/>
      </dsp:txXfrm>
    </dsp:sp>
    <dsp:sp modelId="{88C39FAA-588E-45D7-97FA-3AEC20E3ECC6}">
      <dsp:nvSpPr>
        <dsp:cNvPr id="0" name=""/>
        <dsp:cNvSpPr/>
      </dsp:nvSpPr>
      <dsp:spPr>
        <a:xfrm>
          <a:off x="5038316" y="1332737"/>
          <a:ext cx="2141032" cy="228167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Once a miner using the new rules mines a block, the mining power and chain will</a:t>
          </a:r>
          <a:r>
            <a:rPr lang="tr-TR" sz="1500" kern="1200"/>
            <a:t> </a:t>
          </a:r>
          <a:r>
            <a:rPr lang="en-US" sz="1500" kern="1200"/>
            <a:t>also fork.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New miners will mine on top of the new block,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while old miners will mine a</a:t>
          </a:r>
          <a:r>
            <a:rPr lang="tr-TR" sz="1500" kern="1200"/>
            <a:t> </a:t>
          </a:r>
          <a:r>
            <a:rPr lang="en-US" sz="1500" kern="1200"/>
            <a:t>separate chain based on the old rules.</a:t>
          </a:r>
        </a:p>
      </dsp:txBody>
      <dsp:txXfrm>
        <a:off x="5038316" y="1332737"/>
        <a:ext cx="2141032" cy="2281678"/>
      </dsp:txXfrm>
    </dsp:sp>
    <dsp:sp modelId="{E3D18538-D6AC-41C5-BC4E-5170764C69F3}">
      <dsp:nvSpPr>
        <dsp:cNvPr id="0" name=""/>
        <dsp:cNvSpPr/>
      </dsp:nvSpPr>
      <dsp:spPr>
        <a:xfrm>
          <a:off x="8249864" y="36833"/>
          <a:ext cx="749361" cy="749361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1F2685C-31A2-466D-B457-EB99BD5E6AD2}">
      <dsp:nvSpPr>
        <dsp:cNvPr id="0" name=""/>
        <dsp:cNvSpPr/>
      </dsp:nvSpPr>
      <dsp:spPr>
        <a:xfrm>
          <a:off x="7554029" y="940030"/>
          <a:ext cx="2141032" cy="321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Chain</a:t>
          </a:r>
          <a:r>
            <a:rPr lang="tr-TR" sz="2000" kern="1200"/>
            <a:t> </a:t>
          </a:r>
          <a:r>
            <a:rPr lang="en-US" sz="2000" kern="1200"/>
            <a:t>fork</a:t>
          </a:r>
        </a:p>
      </dsp:txBody>
      <dsp:txXfrm>
        <a:off x="7554029" y="940030"/>
        <a:ext cx="2141032" cy="321154"/>
      </dsp:txXfrm>
    </dsp:sp>
    <dsp:sp modelId="{B6133B3A-3646-4475-B15D-0B6FED48EFA5}">
      <dsp:nvSpPr>
        <dsp:cNvPr id="0" name=""/>
        <dsp:cNvSpPr/>
      </dsp:nvSpPr>
      <dsp:spPr>
        <a:xfrm>
          <a:off x="7554029" y="1332737"/>
          <a:ext cx="2141032" cy="228167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 single transaction or block based on the new rules will ripple through the network</a:t>
          </a:r>
          <a:r>
            <a:rPr lang="tr-TR" sz="1500" kern="1200"/>
            <a:t> </a:t>
          </a:r>
          <a:endParaRPr lang="en-US" sz="1500" kern="120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and result in the partition into two networks</a:t>
          </a:r>
        </a:p>
      </dsp:txBody>
      <dsp:txXfrm>
        <a:off x="7554029" y="1332737"/>
        <a:ext cx="2141032" cy="2281678"/>
      </dsp:txXfrm>
    </dsp:sp>
  </dsp:spTree>
</dsp:drawing>
</file>

<file path=ppt/diagrams/drawing12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213F78A-C20C-43A4-A787-ACCA83A7137F}">
      <dsp:nvSpPr>
        <dsp:cNvPr id="0" name=""/>
        <dsp:cNvSpPr/>
      </dsp:nvSpPr>
      <dsp:spPr>
        <a:xfrm>
          <a:off x="0" y="445024"/>
          <a:ext cx="9701953" cy="15151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541528" rIns="752979" bIns="184912" numCol="1" spcCol="1270" anchor="t" anchorCtr="0">
          <a:noAutofit/>
        </a:bodyPr>
        <a:lstStyle/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600" kern="1200"/>
            <a:t>into mining two different chains, </a:t>
          </a:r>
        </a:p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600" kern="1200"/>
            <a:t>the hashing power is split</a:t>
          </a:r>
          <a:r>
            <a:rPr lang="tr-TR" sz="2600" kern="1200"/>
            <a:t> between the chains.</a:t>
          </a:r>
          <a:endParaRPr lang="en-US" sz="2600" kern="1200"/>
        </a:p>
      </dsp:txBody>
      <dsp:txXfrm>
        <a:off x="0" y="445024"/>
        <a:ext cx="9701953" cy="1515150"/>
      </dsp:txXfrm>
    </dsp:sp>
    <dsp:sp modelId="{C82D90AA-69BF-46EB-BBEB-54F3F421ADC9}">
      <dsp:nvSpPr>
        <dsp:cNvPr id="0" name=""/>
        <dsp:cNvSpPr/>
      </dsp:nvSpPr>
      <dsp:spPr>
        <a:xfrm>
          <a:off x="485097" y="61264"/>
          <a:ext cx="6791367" cy="76752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/>
            <a:t>As miners diverge</a:t>
          </a:r>
        </a:p>
      </dsp:txBody>
      <dsp:txXfrm>
        <a:off x="522564" y="98731"/>
        <a:ext cx="6716433" cy="692586"/>
      </dsp:txXfrm>
    </dsp:sp>
    <dsp:sp modelId="{35F3A319-2559-4F27-A197-64AFD9F104FB}">
      <dsp:nvSpPr>
        <dsp:cNvPr id="0" name=""/>
        <dsp:cNvSpPr/>
      </dsp:nvSpPr>
      <dsp:spPr>
        <a:xfrm>
          <a:off x="0" y="2484335"/>
          <a:ext cx="9701953" cy="11056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541528" rIns="752979" bIns="184912" numCol="1" spcCol="1270" anchor="t" anchorCtr="0">
          <a:noAutofit/>
        </a:bodyPr>
        <a:lstStyle/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600" kern="1200"/>
            <a:t>80%–20% split</a:t>
          </a:r>
          <a:endParaRPr lang="en-US" sz="2600" kern="1200"/>
        </a:p>
      </dsp:txBody>
      <dsp:txXfrm>
        <a:off x="0" y="2484335"/>
        <a:ext cx="9701953" cy="1105650"/>
      </dsp:txXfrm>
    </dsp:sp>
    <dsp:sp modelId="{7C0BDDF6-85F5-414A-963E-7B76DE9A0506}">
      <dsp:nvSpPr>
        <dsp:cNvPr id="0" name=""/>
        <dsp:cNvSpPr/>
      </dsp:nvSpPr>
      <dsp:spPr>
        <a:xfrm>
          <a:off x="485097" y="2100575"/>
          <a:ext cx="6791367" cy="76752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600" kern="1200"/>
            <a:t>Example scenario</a:t>
          </a:r>
          <a:endParaRPr lang="en-US" sz="2600" kern="1200"/>
        </a:p>
      </dsp:txBody>
      <dsp:txXfrm>
        <a:off x="522564" y="2138042"/>
        <a:ext cx="6716433" cy="692586"/>
      </dsp:txXfrm>
    </dsp:sp>
  </dsp:spTree>
</dsp:drawing>
</file>

<file path=ppt/diagrams/drawing12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01C45EF-72D2-49F8-9BD3-62EE4389891F}">
      <dsp:nvSpPr>
        <dsp:cNvPr id="0" name=""/>
        <dsp:cNvSpPr/>
      </dsp:nvSpPr>
      <dsp:spPr>
        <a:xfrm>
          <a:off x="0" y="320825"/>
          <a:ext cx="9701953" cy="1461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33248" rIns="752979" bIns="113792" numCol="1" spcCol="1270" anchor="t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600" kern="1200"/>
            <a:t>20% of loss in mining power</a:t>
          </a:r>
          <a:endParaRPr lang="en-US" sz="1600" kern="1200"/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600" kern="1200"/>
            <a:t>Mining: 12 Minuts/Block</a:t>
          </a:r>
          <a:endParaRPr lang="en-US" sz="1600" kern="1200"/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600" kern="1200"/>
            <a:t>2016 blocks, 24,192 minutes, 16.8 days</a:t>
          </a:r>
          <a:endParaRPr lang="en-US" sz="1600" kern="1200"/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the difficulty will</a:t>
          </a:r>
          <a:r>
            <a:rPr lang="tr-TR" sz="1600" kern="1200"/>
            <a:t> </a:t>
          </a:r>
          <a:r>
            <a:rPr lang="en-US" sz="1600" kern="1200"/>
            <a:t>adjust (reduced by 20%)</a:t>
          </a:r>
        </a:p>
      </dsp:txBody>
      <dsp:txXfrm>
        <a:off x="0" y="320825"/>
        <a:ext cx="9701953" cy="1461600"/>
      </dsp:txXfrm>
    </dsp:sp>
    <dsp:sp modelId="{EB20D983-BC9A-41A4-A89F-8E23E798C365}">
      <dsp:nvSpPr>
        <dsp:cNvPr id="0" name=""/>
        <dsp:cNvSpPr/>
      </dsp:nvSpPr>
      <dsp:spPr>
        <a:xfrm>
          <a:off x="485097" y="84665"/>
          <a:ext cx="6791367" cy="47232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80% chain</a:t>
          </a:r>
          <a:endParaRPr lang="en-US" sz="1600" kern="1200"/>
        </a:p>
      </dsp:txBody>
      <dsp:txXfrm>
        <a:off x="508154" y="107722"/>
        <a:ext cx="6745253" cy="426206"/>
      </dsp:txXfrm>
    </dsp:sp>
    <dsp:sp modelId="{90B5A6BF-9AB8-4A24-B54C-AF7DC0CE3CBC}">
      <dsp:nvSpPr>
        <dsp:cNvPr id="0" name=""/>
        <dsp:cNvSpPr/>
      </dsp:nvSpPr>
      <dsp:spPr>
        <a:xfrm>
          <a:off x="0" y="2104985"/>
          <a:ext cx="9701953" cy="1461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33248" rIns="752979" bIns="113792" numCol="1" spcCol="1270" anchor="t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600" kern="1200"/>
            <a:t>80% of loss in mining power</a:t>
          </a:r>
          <a:endParaRPr lang="en-US" sz="1600" kern="1200"/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600" kern="1200"/>
            <a:t>Mining: 50 Minuts/Block</a:t>
          </a:r>
          <a:endParaRPr lang="en-US" sz="1600" kern="1200"/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600" kern="1200"/>
            <a:t>2016 blocks, 100,800 minutes, 10 weeks</a:t>
          </a:r>
          <a:endParaRPr lang="en-US" sz="1600" kern="1200"/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the difficulty will</a:t>
          </a:r>
          <a:r>
            <a:rPr lang="tr-TR" sz="1600" kern="1200"/>
            <a:t> </a:t>
          </a:r>
          <a:r>
            <a:rPr lang="en-US" sz="1600" kern="1200"/>
            <a:t>adjust (reduced by </a:t>
          </a:r>
          <a:r>
            <a:rPr lang="tr-TR" sz="1600" kern="1200"/>
            <a:t>8</a:t>
          </a:r>
          <a:r>
            <a:rPr lang="en-US" sz="1600" kern="1200"/>
            <a:t>0%)</a:t>
          </a:r>
        </a:p>
      </dsp:txBody>
      <dsp:txXfrm>
        <a:off x="0" y="2104985"/>
        <a:ext cx="9701953" cy="1461600"/>
      </dsp:txXfrm>
    </dsp:sp>
    <dsp:sp modelId="{F81ECB3A-B9C6-4CCC-9E50-1F2639E7B949}">
      <dsp:nvSpPr>
        <dsp:cNvPr id="0" name=""/>
        <dsp:cNvSpPr/>
      </dsp:nvSpPr>
      <dsp:spPr>
        <a:xfrm>
          <a:off x="485097" y="1868825"/>
          <a:ext cx="6791367" cy="47232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20% chain</a:t>
          </a:r>
          <a:endParaRPr lang="en-US" sz="1600" kern="1200"/>
        </a:p>
      </dsp:txBody>
      <dsp:txXfrm>
        <a:off x="508154" y="1891882"/>
        <a:ext cx="6745253" cy="426206"/>
      </dsp:txXfrm>
    </dsp:sp>
  </dsp:spTree>
</dsp:drawing>
</file>

<file path=ppt/diagrams/drawing12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02726B6-3329-45F6-B791-E9F4D4B47A7D}">
      <dsp:nvSpPr>
        <dsp:cNvPr id="0" name=""/>
        <dsp:cNvSpPr/>
      </dsp:nvSpPr>
      <dsp:spPr>
        <a:xfrm>
          <a:off x="152976" y="19700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70CED0C-A7CA-47AD-97F8-5C8B99C7F67E}">
      <dsp:nvSpPr>
        <dsp:cNvPr id="0" name=""/>
        <dsp:cNvSpPr/>
      </dsp:nvSpPr>
      <dsp:spPr>
        <a:xfrm>
          <a:off x="152976" y="1849064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600" kern="1200"/>
            <a:t>bitcoin development roadmap, </a:t>
          </a:r>
        </a:p>
      </dsp:txBody>
      <dsp:txXfrm>
        <a:off x="152976" y="1849064"/>
        <a:ext cx="4320000" cy="648000"/>
      </dsp:txXfrm>
    </dsp:sp>
    <dsp:sp modelId="{CF276EC5-F57D-4529-B0BB-97CDCCC90617}">
      <dsp:nvSpPr>
        <dsp:cNvPr id="0" name=""/>
        <dsp:cNvSpPr/>
      </dsp:nvSpPr>
      <dsp:spPr>
        <a:xfrm>
          <a:off x="152976" y="2562209"/>
          <a:ext cx="4320000" cy="8920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we will see new</a:t>
          </a:r>
          <a:r>
            <a:rPr lang="tr-TR" sz="1700" kern="1200"/>
            <a:t> </a:t>
          </a:r>
          <a:r>
            <a:rPr lang="en-US" sz="1700" kern="1200"/>
            <a:t>development tools, 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practices, methodologies, and communities emerge</a:t>
          </a:r>
        </a:p>
      </dsp:txBody>
      <dsp:txXfrm>
        <a:off x="152976" y="2562209"/>
        <a:ext cx="4320000" cy="892036"/>
      </dsp:txXfrm>
    </dsp:sp>
    <dsp:sp modelId="{48A2D6A9-45B9-44B1-9C31-3B3CDB22651B}">
      <dsp:nvSpPr>
        <dsp:cNvPr id="0" name=""/>
        <dsp:cNvSpPr/>
      </dsp:nvSpPr>
      <dsp:spPr>
        <a:xfrm>
          <a:off x="5228976" y="19700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5C34CEC-CED7-4AD5-BD8F-2B3209C5095C}">
      <dsp:nvSpPr>
        <dsp:cNvPr id="0" name=""/>
        <dsp:cNvSpPr/>
      </dsp:nvSpPr>
      <dsp:spPr>
        <a:xfrm>
          <a:off x="5228976" y="1849064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600" kern="1200"/>
            <a:t>Vision for hard forks</a:t>
          </a:r>
          <a:endParaRPr lang="en-US" sz="2600" kern="1200"/>
        </a:p>
      </dsp:txBody>
      <dsp:txXfrm>
        <a:off x="5228976" y="1849064"/>
        <a:ext cx="4320000" cy="648000"/>
      </dsp:txXfrm>
    </dsp:sp>
    <dsp:sp modelId="{DF5E1EAD-7217-4227-BB3D-B1A7EB68F37F}">
      <dsp:nvSpPr>
        <dsp:cNvPr id="0" name=""/>
        <dsp:cNvSpPr/>
      </dsp:nvSpPr>
      <dsp:spPr>
        <a:xfrm>
          <a:off x="5228976" y="2562209"/>
          <a:ext cx="4320000" cy="8920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Various community members have different vision</a:t>
          </a:r>
          <a:endParaRPr lang="en-US" sz="1700" kern="1200"/>
        </a:p>
      </dsp:txBody>
      <dsp:txXfrm>
        <a:off x="5228976" y="2562209"/>
        <a:ext cx="4320000" cy="892036"/>
      </dsp:txXfrm>
    </dsp:sp>
  </dsp:spTree>
</dsp:drawing>
</file>

<file path=ppt/diagrams/drawing12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E79AAB1-A0B3-442E-A8E6-FE20872D0076}">
      <dsp:nvSpPr>
        <dsp:cNvPr id="0" name=""/>
        <dsp:cNvSpPr/>
      </dsp:nvSpPr>
      <dsp:spPr>
        <a:xfrm>
          <a:off x="0" y="322737"/>
          <a:ext cx="9701953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risky </a:t>
          </a:r>
          <a:r>
            <a:rPr lang="tr-TR" sz="1500" kern="1200"/>
            <a:t>and to be avoided since</a:t>
          </a:r>
          <a:r>
            <a:rPr lang="en-US" sz="1500" kern="1200"/>
            <a:t> force a minority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to either upgrade or</a:t>
          </a:r>
          <a:r>
            <a:rPr lang="tr-TR" sz="1500" kern="1200"/>
            <a:t> </a:t>
          </a:r>
          <a:r>
            <a:rPr lang="en-US" sz="1500" kern="1200"/>
            <a:t>remain on a minority chain.</a:t>
          </a:r>
        </a:p>
      </dsp:txBody>
      <dsp:txXfrm>
        <a:off x="0" y="322737"/>
        <a:ext cx="9701953" cy="874125"/>
      </dsp:txXfrm>
    </dsp:sp>
    <dsp:sp modelId="{7CA94C41-CE12-46B3-9283-732729B8B0E0}">
      <dsp:nvSpPr>
        <dsp:cNvPr id="0" name=""/>
        <dsp:cNvSpPr/>
      </dsp:nvSpPr>
      <dsp:spPr>
        <a:xfrm>
          <a:off x="485097" y="101337"/>
          <a:ext cx="6791367" cy="44280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Risky</a:t>
          </a:r>
          <a:endParaRPr lang="en-US" sz="1500" kern="1200"/>
        </a:p>
      </dsp:txBody>
      <dsp:txXfrm>
        <a:off x="506713" y="122953"/>
        <a:ext cx="6748135" cy="399568"/>
      </dsp:txXfrm>
    </dsp:sp>
    <dsp:sp modelId="{AF5D5E0F-1052-48D2-869B-FF82BD685D4C}">
      <dsp:nvSpPr>
        <dsp:cNvPr id="0" name=""/>
        <dsp:cNvSpPr/>
      </dsp:nvSpPr>
      <dsp:spPr>
        <a:xfrm>
          <a:off x="0" y="1499262"/>
          <a:ext cx="9701953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for upgrading the consensus rules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provides a</a:t>
          </a:r>
          <a:r>
            <a:rPr lang="tr-TR" sz="1500" kern="1200"/>
            <a:t> </a:t>
          </a:r>
          <a:r>
            <a:rPr lang="en-US" sz="1500" kern="1200"/>
            <a:t>clean break with the past.</a:t>
          </a:r>
        </a:p>
      </dsp:txBody>
      <dsp:txXfrm>
        <a:off x="0" y="1499262"/>
        <a:ext cx="9701953" cy="874125"/>
      </dsp:txXfrm>
    </dsp:sp>
    <dsp:sp modelId="{2A51302B-0EC4-4A9A-A3E4-19C081ED90BF}">
      <dsp:nvSpPr>
        <dsp:cNvPr id="0" name=""/>
        <dsp:cNvSpPr/>
      </dsp:nvSpPr>
      <dsp:spPr>
        <a:xfrm>
          <a:off x="485097" y="1277862"/>
          <a:ext cx="6791367" cy="44280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Essential</a:t>
          </a:r>
          <a:endParaRPr lang="en-US" sz="1500" kern="1200"/>
        </a:p>
      </dsp:txBody>
      <dsp:txXfrm>
        <a:off x="506713" y="1299478"/>
        <a:ext cx="6748135" cy="399568"/>
      </dsp:txXfrm>
    </dsp:sp>
    <dsp:sp modelId="{80D1BA6D-BA25-4BFD-B399-6FB26E93BEB5}">
      <dsp:nvSpPr>
        <dsp:cNvPr id="0" name=""/>
        <dsp:cNvSpPr/>
      </dsp:nvSpPr>
      <dsp:spPr>
        <a:xfrm>
          <a:off x="0" y="2675787"/>
          <a:ext cx="9701953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with a lot of advance planning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and only under nearunanimous</a:t>
          </a:r>
          <a:r>
            <a:rPr lang="tr-TR" sz="1500" kern="1200"/>
            <a:t> consensus.</a:t>
          </a:r>
          <a:endParaRPr lang="en-US" sz="1500" kern="1200"/>
        </a:p>
      </dsp:txBody>
      <dsp:txXfrm>
        <a:off x="0" y="2675787"/>
        <a:ext cx="9701953" cy="874125"/>
      </dsp:txXfrm>
    </dsp:sp>
    <dsp:sp modelId="{A40A6ACC-18DC-4086-A9A1-7C3A7DEDB0E5}">
      <dsp:nvSpPr>
        <dsp:cNvPr id="0" name=""/>
        <dsp:cNvSpPr/>
      </dsp:nvSpPr>
      <dsp:spPr>
        <a:xfrm>
          <a:off x="485097" y="2454387"/>
          <a:ext cx="6791367" cy="442800"/>
        </a:xfrm>
        <a:prstGeom prst="round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Rarely used</a:t>
          </a:r>
          <a:endParaRPr lang="en-US" sz="1500" kern="1200"/>
        </a:p>
      </dsp:txBody>
      <dsp:txXfrm>
        <a:off x="506713" y="2476003"/>
        <a:ext cx="6748135" cy="399568"/>
      </dsp:txXfrm>
    </dsp:sp>
  </dsp:spTree>
</dsp:drawing>
</file>

<file path=ppt/diagrams/drawing12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F2C9C6C-B395-41F9-8B0B-ACC846D66EDF}">
      <dsp:nvSpPr>
        <dsp:cNvPr id="0" name=""/>
        <dsp:cNvSpPr/>
      </dsp:nvSpPr>
      <dsp:spPr>
        <a:xfrm>
          <a:off x="3421" y="651894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4867D16-90EC-4143-B30E-0AAA04D736FA}">
      <dsp:nvSpPr>
        <dsp:cNvPr id="0" name=""/>
        <dsp:cNvSpPr/>
      </dsp:nvSpPr>
      <dsp:spPr>
        <a:xfrm>
          <a:off x="3421" y="176575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In practice</a:t>
          </a:r>
        </a:p>
      </dsp:txBody>
      <dsp:txXfrm>
        <a:off x="3421" y="1765757"/>
        <a:ext cx="2894062" cy="434109"/>
      </dsp:txXfrm>
    </dsp:sp>
    <dsp:sp modelId="{11FBD3A1-FEA0-47F5-9196-B2C1E9C719EE}">
      <dsp:nvSpPr>
        <dsp:cNvPr id="0" name=""/>
        <dsp:cNvSpPr/>
      </dsp:nvSpPr>
      <dsp:spPr>
        <a:xfrm>
          <a:off x="3421" y="2246815"/>
          <a:ext cx="2894062" cy="7525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 soft fork is not a fork at all. </a:t>
          </a:r>
        </a:p>
      </dsp:txBody>
      <dsp:txXfrm>
        <a:off x="3421" y="2246815"/>
        <a:ext cx="2894062" cy="752540"/>
      </dsp:txXfrm>
    </dsp:sp>
    <dsp:sp modelId="{689CC429-C91A-4F39-BE17-56C45F6D486B}">
      <dsp:nvSpPr>
        <dsp:cNvPr id="0" name=""/>
        <dsp:cNvSpPr/>
      </dsp:nvSpPr>
      <dsp:spPr>
        <a:xfrm>
          <a:off x="3403945" y="651894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BDB1C56-5036-4C48-8B15-3A4D41A91CAD}">
      <dsp:nvSpPr>
        <dsp:cNvPr id="0" name=""/>
        <dsp:cNvSpPr/>
      </dsp:nvSpPr>
      <dsp:spPr>
        <a:xfrm>
          <a:off x="3403945" y="176575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A soft fork is a forward-compatible</a:t>
          </a:r>
          <a:r>
            <a:rPr lang="tr-TR" sz="1400" kern="1200"/>
            <a:t> </a:t>
          </a:r>
          <a:r>
            <a:rPr lang="en-US" sz="1400" kern="1200"/>
            <a:t>change </a:t>
          </a:r>
        </a:p>
      </dsp:txBody>
      <dsp:txXfrm>
        <a:off x="3403945" y="1765757"/>
        <a:ext cx="2894062" cy="434109"/>
      </dsp:txXfrm>
    </dsp:sp>
    <dsp:sp modelId="{3B118DB8-6A5C-4201-A400-82322AAE01CF}">
      <dsp:nvSpPr>
        <dsp:cNvPr id="0" name=""/>
        <dsp:cNvSpPr/>
      </dsp:nvSpPr>
      <dsp:spPr>
        <a:xfrm>
          <a:off x="3403945" y="2246815"/>
          <a:ext cx="2894062" cy="7525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the consensus rules that allows unupgraded clients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continue to operate</a:t>
          </a:r>
          <a:r>
            <a:rPr lang="tr-TR" sz="1100" kern="1200"/>
            <a:t> </a:t>
          </a:r>
          <a:r>
            <a:rPr lang="en-US" sz="1100" kern="1200"/>
            <a:t>in consensus with the new rules</a:t>
          </a:r>
        </a:p>
      </dsp:txBody>
      <dsp:txXfrm>
        <a:off x="3403945" y="2246815"/>
        <a:ext cx="2894062" cy="752540"/>
      </dsp:txXfrm>
    </dsp:sp>
    <dsp:sp modelId="{7F7FED22-DA92-484C-B1FA-87288C057579}">
      <dsp:nvSpPr>
        <dsp:cNvPr id="0" name=""/>
        <dsp:cNvSpPr/>
      </dsp:nvSpPr>
      <dsp:spPr>
        <a:xfrm>
          <a:off x="6804468" y="651894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1ACBCB2-4B36-499B-950F-41ABA1312F6F}">
      <dsp:nvSpPr>
        <dsp:cNvPr id="0" name=""/>
        <dsp:cNvSpPr/>
      </dsp:nvSpPr>
      <dsp:spPr>
        <a:xfrm>
          <a:off x="6804468" y="176575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soft fork upgrades can </a:t>
          </a:r>
          <a:r>
            <a:rPr lang="en-US" sz="1400" kern="1200"/>
            <a:t>only be used </a:t>
          </a:r>
        </a:p>
      </dsp:txBody>
      <dsp:txXfrm>
        <a:off x="6804468" y="1765757"/>
        <a:ext cx="2894062" cy="434109"/>
      </dsp:txXfrm>
    </dsp:sp>
    <dsp:sp modelId="{6F297871-F451-4A05-864A-8421EBE96BD9}">
      <dsp:nvSpPr>
        <dsp:cNvPr id="0" name=""/>
        <dsp:cNvSpPr/>
      </dsp:nvSpPr>
      <dsp:spPr>
        <a:xfrm>
          <a:off x="6804468" y="2246815"/>
          <a:ext cx="2894062" cy="7525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constrain the consensus rules,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not to expand them.</a:t>
          </a:r>
        </a:p>
      </dsp:txBody>
      <dsp:txXfrm>
        <a:off x="6804468" y="2246815"/>
        <a:ext cx="2894062" cy="752540"/>
      </dsp:txXfrm>
    </dsp:sp>
  </dsp:spTree>
</dsp:drawing>
</file>

<file path=ppt/diagrams/drawing12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A3A1A8D-16AC-4950-ADD6-32A5CCADCDF9}">
      <dsp:nvSpPr>
        <dsp:cNvPr id="0" name=""/>
        <dsp:cNvSpPr/>
      </dsp:nvSpPr>
      <dsp:spPr>
        <a:xfrm>
          <a:off x="947807" y="476998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E92A4B0-A6AF-4EB4-9AAD-A21D79ECF8B0}">
      <dsp:nvSpPr>
        <dsp:cNvPr id="0" name=""/>
        <dsp:cNvSpPr/>
      </dsp:nvSpPr>
      <dsp:spPr>
        <a:xfrm>
          <a:off x="8155" y="1604912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600" kern="1200"/>
            <a:t>Soft forks redefining NOP opcodes</a:t>
          </a:r>
        </a:p>
      </dsp:txBody>
      <dsp:txXfrm>
        <a:off x="8155" y="1604912"/>
        <a:ext cx="2891236" cy="433685"/>
      </dsp:txXfrm>
    </dsp:sp>
    <dsp:sp modelId="{2712A182-277B-4043-AA99-B5FB1789A179}">
      <dsp:nvSpPr>
        <dsp:cNvPr id="0" name=""/>
        <dsp:cNvSpPr/>
      </dsp:nvSpPr>
      <dsp:spPr>
        <a:xfrm>
          <a:off x="8155" y="2092543"/>
          <a:ext cx="2891236" cy="108170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based on the reinterpretation</a:t>
          </a:r>
          <a:r>
            <a:rPr lang="tr-TR" sz="1200" kern="1200"/>
            <a:t> </a:t>
          </a:r>
          <a:r>
            <a:rPr lang="en-US" sz="1200" kern="1200"/>
            <a:t>of NOP opcodes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Bitcoin Script had ten opcodes reserved for future</a:t>
          </a:r>
          <a:r>
            <a:rPr lang="tr-TR" sz="1200" kern="1200"/>
            <a:t> </a:t>
          </a:r>
          <a:r>
            <a:rPr lang="en-US" sz="1200" kern="1200"/>
            <a:t>use, NOP1 through NOP10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A soft fork therefore can modify the semantics of a NOP code to give it new meaning</a:t>
          </a:r>
        </a:p>
      </dsp:txBody>
      <dsp:txXfrm>
        <a:off x="8155" y="2092543"/>
        <a:ext cx="2891236" cy="1081708"/>
      </dsp:txXfrm>
    </dsp:sp>
    <dsp:sp modelId="{15D678DF-2126-40EF-A95F-21D0256F5C5E}">
      <dsp:nvSpPr>
        <dsp:cNvPr id="0" name=""/>
        <dsp:cNvSpPr/>
      </dsp:nvSpPr>
      <dsp:spPr>
        <a:xfrm>
          <a:off x="4345010" y="476998"/>
          <a:ext cx="1011932" cy="101193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375E51C-5B82-4886-93EB-484A7C5E09E5}">
      <dsp:nvSpPr>
        <dsp:cNvPr id="0" name=""/>
        <dsp:cNvSpPr/>
      </dsp:nvSpPr>
      <dsp:spPr>
        <a:xfrm>
          <a:off x="3405358" y="1604912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600" kern="1200"/>
            <a:t>Other ways to soft fork upgrade</a:t>
          </a:r>
        </a:p>
      </dsp:txBody>
      <dsp:txXfrm>
        <a:off x="3405358" y="1604912"/>
        <a:ext cx="2891236" cy="433685"/>
      </dsp:txXfrm>
    </dsp:sp>
    <dsp:sp modelId="{EF96152E-792F-4251-A5D7-805545A43530}">
      <dsp:nvSpPr>
        <dsp:cNvPr id="0" name=""/>
        <dsp:cNvSpPr/>
      </dsp:nvSpPr>
      <dsp:spPr>
        <a:xfrm>
          <a:off x="3405358" y="2092543"/>
          <a:ext cx="2891236" cy="108170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fork mechanism was</a:t>
          </a:r>
          <a:r>
            <a:rPr lang="tr-TR" sz="1200" kern="1200"/>
            <a:t> </a:t>
          </a:r>
          <a:r>
            <a:rPr lang="en-US" sz="1200" kern="1200"/>
            <a:t>introduced that does not rely on NOP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200" kern="1200"/>
            <a:t>In future other methods might be introduced</a:t>
          </a:r>
          <a:endParaRPr lang="en-US" sz="1200" kern="1200"/>
        </a:p>
      </dsp:txBody>
      <dsp:txXfrm>
        <a:off x="3405358" y="2092543"/>
        <a:ext cx="2891236" cy="1081708"/>
      </dsp:txXfrm>
    </dsp:sp>
    <dsp:sp modelId="{829FBFA8-2085-431A-96CC-1D5E52536973}">
      <dsp:nvSpPr>
        <dsp:cNvPr id="0" name=""/>
        <dsp:cNvSpPr/>
      </dsp:nvSpPr>
      <dsp:spPr>
        <a:xfrm>
          <a:off x="7742212" y="476998"/>
          <a:ext cx="1011932" cy="101193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3D02CE7-3E4F-426F-9BF6-1303306E3585}">
      <dsp:nvSpPr>
        <dsp:cNvPr id="0" name=""/>
        <dsp:cNvSpPr/>
      </dsp:nvSpPr>
      <dsp:spPr>
        <a:xfrm>
          <a:off x="6802560" y="1604912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Example</a:t>
          </a:r>
          <a:endParaRPr lang="en-US" sz="1600" kern="1200"/>
        </a:p>
      </dsp:txBody>
      <dsp:txXfrm>
        <a:off x="6802560" y="1604912"/>
        <a:ext cx="2891236" cy="433685"/>
      </dsp:txXfrm>
    </dsp:sp>
    <dsp:sp modelId="{DF4E000D-29A7-4170-A112-F26B957A258A}">
      <dsp:nvSpPr>
        <dsp:cNvPr id="0" name=""/>
        <dsp:cNvSpPr/>
      </dsp:nvSpPr>
      <dsp:spPr>
        <a:xfrm>
          <a:off x="6802560" y="2092543"/>
          <a:ext cx="2891236" cy="108170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move the unlocking script (witness)</a:t>
          </a:r>
          <a:r>
            <a:rPr lang="tr-TR" sz="1200" kern="1200"/>
            <a:t> </a:t>
          </a:r>
          <a:r>
            <a:rPr lang="en-US" sz="1200" kern="1200"/>
            <a:t>from inside the transaction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to an external data structure</a:t>
          </a:r>
        </a:p>
      </dsp:txBody>
      <dsp:txXfrm>
        <a:off x="6802560" y="2092543"/>
        <a:ext cx="2891236" cy="1081708"/>
      </dsp:txXfrm>
    </dsp:sp>
  </dsp:spTree>
</dsp:drawing>
</file>

<file path=ppt/diagrams/drawing12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AEEE04-FCA6-41BA-A251-9B3FAA0108BF}">
      <dsp:nvSpPr>
        <dsp:cNvPr id="0" name=""/>
        <dsp:cNvSpPr/>
      </dsp:nvSpPr>
      <dsp:spPr>
        <a:xfrm>
          <a:off x="943992" y="110649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FC33463-FA26-4494-808A-7C35BB7DC94B}">
      <dsp:nvSpPr>
        <dsp:cNvPr id="0" name=""/>
        <dsp:cNvSpPr/>
      </dsp:nvSpPr>
      <dsp:spPr>
        <a:xfrm>
          <a:off x="3421" y="127105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i="1" kern="1200"/>
            <a:t>Technical debt</a:t>
          </a:r>
          <a:endParaRPr lang="en-US" sz="2500" kern="1200"/>
        </a:p>
      </dsp:txBody>
      <dsp:txXfrm>
        <a:off x="3421" y="1271059"/>
        <a:ext cx="2894062" cy="434109"/>
      </dsp:txXfrm>
    </dsp:sp>
    <dsp:sp modelId="{7AB2C91D-7666-44AB-AE7B-02986E5A701E}">
      <dsp:nvSpPr>
        <dsp:cNvPr id="0" name=""/>
        <dsp:cNvSpPr/>
      </dsp:nvSpPr>
      <dsp:spPr>
        <a:xfrm>
          <a:off x="3421" y="1773767"/>
          <a:ext cx="2894062" cy="176683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soft forks are more technically complex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cost of code maintenance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likelihood of bugs and security vulnerabilities</a:t>
          </a:r>
        </a:p>
      </dsp:txBody>
      <dsp:txXfrm>
        <a:off x="3421" y="1773767"/>
        <a:ext cx="2894062" cy="1766832"/>
      </dsp:txXfrm>
    </dsp:sp>
    <dsp:sp modelId="{B8A139AB-8D76-4A86-A907-2D9185969A0D}">
      <dsp:nvSpPr>
        <dsp:cNvPr id="0" name=""/>
        <dsp:cNvSpPr/>
      </dsp:nvSpPr>
      <dsp:spPr>
        <a:xfrm>
          <a:off x="4344515" y="110649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2D21FEC-123D-421F-8EAD-4FD724435123}">
      <dsp:nvSpPr>
        <dsp:cNvPr id="0" name=""/>
        <dsp:cNvSpPr/>
      </dsp:nvSpPr>
      <dsp:spPr>
        <a:xfrm>
          <a:off x="3403945" y="127105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i="1" kern="1200"/>
            <a:t>Validation relaxation</a:t>
          </a:r>
          <a:endParaRPr lang="en-US" sz="2500" kern="1200"/>
        </a:p>
      </dsp:txBody>
      <dsp:txXfrm>
        <a:off x="3403945" y="1271059"/>
        <a:ext cx="2894062" cy="434109"/>
      </dsp:txXfrm>
    </dsp:sp>
    <dsp:sp modelId="{63CAFE3B-63AF-49A8-A323-90803B3A48B1}">
      <dsp:nvSpPr>
        <dsp:cNvPr id="0" name=""/>
        <dsp:cNvSpPr/>
      </dsp:nvSpPr>
      <dsp:spPr>
        <a:xfrm>
          <a:off x="3403945" y="1773767"/>
          <a:ext cx="2894062" cy="176683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Unmodified clients see transactions as valid,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without evaluating the modified</a:t>
          </a:r>
          <a:r>
            <a:rPr lang="tr-TR" sz="1700" kern="1200"/>
            <a:t> </a:t>
          </a:r>
          <a:r>
            <a:rPr lang="en-US" sz="1700" kern="1200"/>
            <a:t>consensus rules</a:t>
          </a:r>
        </a:p>
      </dsp:txBody>
      <dsp:txXfrm>
        <a:off x="3403945" y="1773767"/>
        <a:ext cx="2894062" cy="1766832"/>
      </dsp:txXfrm>
    </dsp:sp>
    <dsp:sp modelId="{613A292C-505D-4D81-8D89-830235D02555}">
      <dsp:nvSpPr>
        <dsp:cNvPr id="0" name=""/>
        <dsp:cNvSpPr/>
      </dsp:nvSpPr>
      <dsp:spPr>
        <a:xfrm>
          <a:off x="7745039" y="110649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78F5CF1-9818-4F73-8B73-764A61A95600}">
      <dsp:nvSpPr>
        <dsp:cNvPr id="0" name=""/>
        <dsp:cNvSpPr/>
      </dsp:nvSpPr>
      <dsp:spPr>
        <a:xfrm>
          <a:off x="6804468" y="127105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i="1" kern="1200"/>
            <a:t>Irreversible upgrades</a:t>
          </a:r>
          <a:endParaRPr lang="en-US" sz="2500" kern="1200"/>
        </a:p>
      </dsp:txBody>
      <dsp:txXfrm>
        <a:off x="6804468" y="1271059"/>
        <a:ext cx="2894062" cy="434109"/>
      </dsp:txXfrm>
    </dsp:sp>
    <dsp:sp modelId="{BEE8E2B0-7EA1-4381-A6F9-E3C3542CD424}">
      <dsp:nvSpPr>
        <dsp:cNvPr id="0" name=""/>
        <dsp:cNvSpPr/>
      </dsp:nvSpPr>
      <dsp:spPr>
        <a:xfrm>
          <a:off x="6804468" y="1773767"/>
          <a:ext cx="2894062" cy="176683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If a soft fork upgrade were to be</a:t>
          </a:r>
          <a:r>
            <a:rPr lang="tr-TR" sz="1700" kern="1200"/>
            <a:t> </a:t>
          </a:r>
          <a:r>
            <a:rPr lang="en-US" sz="1700" kern="1200"/>
            <a:t>reversed after being activated,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transactions created under the new rules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could</a:t>
          </a:r>
          <a:r>
            <a:rPr lang="tr-TR" sz="1700" kern="1200"/>
            <a:t> </a:t>
          </a:r>
          <a:r>
            <a:rPr lang="en-US" sz="1700" kern="1200"/>
            <a:t>result in a loss of funds under the old rules.</a:t>
          </a:r>
        </a:p>
      </dsp:txBody>
      <dsp:txXfrm>
        <a:off x="6804468" y="1773767"/>
        <a:ext cx="2894062" cy="1766832"/>
      </dsp:txXfrm>
    </dsp:sp>
  </dsp:spTree>
</dsp:drawing>
</file>

<file path=ppt/diagrams/drawing13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ED2A90B-0803-4F79-BC42-80D447DA5223}">
      <dsp:nvSpPr>
        <dsp:cNvPr id="0" name=""/>
        <dsp:cNvSpPr/>
      </dsp:nvSpPr>
      <dsp:spPr>
        <a:xfrm>
          <a:off x="0" y="322737"/>
          <a:ext cx="8770938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722" tIns="312420" rIns="680722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they are ready and willing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to enforce the new consensus</a:t>
          </a:r>
          <a:r>
            <a:rPr lang="tr-TR" sz="1500" kern="1200"/>
            <a:t> </a:t>
          </a:r>
          <a:r>
            <a:rPr lang="en-US" sz="1500" kern="1200"/>
            <a:t>rules</a:t>
          </a:r>
        </a:p>
      </dsp:txBody>
      <dsp:txXfrm>
        <a:off x="0" y="322737"/>
        <a:ext cx="8770938" cy="874125"/>
      </dsp:txXfrm>
    </dsp:sp>
    <dsp:sp modelId="{8D7782D4-B9A3-4EF1-BF77-F46DDB3866AA}">
      <dsp:nvSpPr>
        <dsp:cNvPr id="0" name=""/>
        <dsp:cNvSpPr/>
      </dsp:nvSpPr>
      <dsp:spPr>
        <a:xfrm>
          <a:off x="438546" y="101337"/>
          <a:ext cx="6139656" cy="44280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Majority </a:t>
          </a:r>
          <a:r>
            <a:rPr lang="en-US" sz="1500" kern="1200"/>
            <a:t>of miners must agree </a:t>
          </a:r>
        </a:p>
      </dsp:txBody>
      <dsp:txXfrm>
        <a:off x="460162" y="122953"/>
        <a:ext cx="6096424" cy="399568"/>
      </dsp:txXfrm>
    </dsp:sp>
    <dsp:sp modelId="{E7FAFB8B-A51E-42B1-9E54-47ABEEBB031A}">
      <dsp:nvSpPr>
        <dsp:cNvPr id="0" name=""/>
        <dsp:cNvSpPr/>
      </dsp:nvSpPr>
      <dsp:spPr>
        <a:xfrm>
          <a:off x="0" y="1499262"/>
          <a:ext cx="8770938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722" tIns="312420" rIns="680722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there is a signaling mechanism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to</a:t>
          </a:r>
          <a:r>
            <a:rPr lang="tr-TR" sz="1500" kern="1200"/>
            <a:t> </a:t>
          </a:r>
          <a:r>
            <a:rPr lang="en-US" sz="1500" kern="1200"/>
            <a:t>show </a:t>
          </a:r>
          <a:r>
            <a:rPr lang="tr-TR" sz="1500" kern="1200"/>
            <a:t>the</a:t>
          </a:r>
          <a:r>
            <a:rPr lang="en-US" sz="1500" kern="1200"/>
            <a:t> support for a consensus rule change</a:t>
          </a:r>
        </a:p>
      </dsp:txBody>
      <dsp:txXfrm>
        <a:off x="0" y="1499262"/>
        <a:ext cx="8770938" cy="874125"/>
      </dsp:txXfrm>
    </dsp:sp>
    <dsp:sp modelId="{A2BF347C-4BA6-4BE6-8924-3DD8C213349B}">
      <dsp:nvSpPr>
        <dsp:cNvPr id="0" name=""/>
        <dsp:cNvSpPr/>
      </dsp:nvSpPr>
      <dsp:spPr>
        <a:xfrm>
          <a:off x="438546" y="1277862"/>
          <a:ext cx="6139656" cy="44280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To coordinate </a:t>
          </a:r>
          <a:r>
            <a:rPr lang="tr-TR" sz="1500" kern="1200"/>
            <a:t>the operation</a:t>
          </a:r>
          <a:endParaRPr lang="en-US" sz="1500" kern="1200"/>
        </a:p>
      </dsp:txBody>
      <dsp:txXfrm>
        <a:off x="460162" y="1299478"/>
        <a:ext cx="6096424" cy="399568"/>
      </dsp:txXfrm>
    </dsp:sp>
    <dsp:sp modelId="{3BBE9F09-CDF0-443C-8F17-C909B2A7BDAE}">
      <dsp:nvSpPr>
        <dsp:cNvPr id="0" name=""/>
        <dsp:cNvSpPr/>
      </dsp:nvSpPr>
      <dsp:spPr>
        <a:xfrm>
          <a:off x="0" y="2675787"/>
          <a:ext cx="8770938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722" tIns="312420" rIns="680722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with the activation of BIP-34 in March 2013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and replaced by the activation of BIP-9</a:t>
          </a:r>
          <a:r>
            <a:rPr lang="tr-TR" sz="1500" kern="1200"/>
            <a:t> </a:t>
          </a:r>
          <a:r>
            <a:rPr lang="en-US" sz="1500" kern="1200"/>
            <a:t>in July 2016.</a:t>
          </a:r>
        </a:p>
      </dsp:txBody>
      <dsp:txXfrm>
        <a:off x="0" y="2675787"/>
        <a:ext cx="8770938" cy="874125"/>
      </dsp:txXfrm>
    </dsp:sp>
    <dsp:sp modelId="{3DE28444-A76A-4BE4-8F8F-D32DEB8ED7CC}">
      <dsp:nvSpPr>
        <dsp:cNvPr id="0" name=""/>
        <dsp:cNvSpPr/>
      </dsp:nvSpPr>
      <dsp:spPr>
        <a:xfrm>
          <a:off x="438546" y="2454387"/>
          <a:ext cx="6139656" cy="44280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mechanism was introduced</a:t>
          </a:r>
          <a:r>
            <a:rPr lang="tr-TR" sz="1500" kern="1200"/>
            <a:t> </a:t>
          </a:r>
          <a:endParaRPr lang="en-US" sz="1500" kern="1200"/>
        </a:p>
      </dsp:txBody>
      <dsp:txXfrm>
        <a:off x="460162" y="2476003"/>
        <a:ext cx="6096424" cy="399568"/>
      </dsp:txXfrm>
    </dsp:sp>
  </dsp:spTree>
</dsp:drawing>
</file>

<file path=ppt/diagrams/drawing13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409023C-0C52-4AAE-A462-C6A3A73EF045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57E17C7-2517-4A88-B893-E38874DCE5AA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used the block version field </a:t>
          </a:r>
        </a:p>
      </dsp:txBody>
      <dsp:txXfrm>
        <a:off x="152976" y="1981055"/>
        <a:ext cx="4320000" cy="648000"/>
      </dsp:txXfrm>
    </dsp:sp>
    <dsp:sp modelId="{EFEC1590-C2F9-4D8B-A29C-34EB09363D44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to allow miners to</a:t>
          </a:r>
          <a:r>
            <a:rPr lang="tr-TR" sz="1500" kern="1200"/>
            <a:t> </a:t>
          </a:r>
          <a:r>
            <a:rPr lang="en-US" sz="1500" kern="1200"/>
            <a:t>signal readiness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for a specific consensus rule change</a:t>
          </a:r>
          <a:r>
            <a:rPr lang="tr-TR" sz="1500" kern="1200"/>
            <a:t> </a:t>
          </a:r>
          <a:endParaRPr lang="en-US" sz="1500" kern="1200"/>
        </a:p>
      </dsp:txBody>
      <dsp:txXfrm>
        <a:off x="152976" y="2688423"/>
        <a:ext cx="4320000" cy="621412"/>
      </dsp:txXfrm>
    </dsp:sp>
    <dsp:sp modelId="{C20AA1D4-1E94-4E2C-8B91-D0EC1B23D402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68295B6-BC3B-4023-90F0-3BA2C53B3056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To signal the change and activation of BIP-34, </a:t>
          </a:r>
        </a:p>
      </dsp:txBody>
      <dsp:txXfrm>
        <a:off x="5228976" y="1981055"/>
        <a:ext cx="4320000" cy="648000"/>
      </dsp:txXfrm>
    </dsp:sp>
    <dsp:sp modelId="{DC8999E9-4F6C-40F8-B4E2-768988FAA019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miners set the block version to “2”</a:t>
          </a:r>
          <a:r>
            <a:rPr lang="tr-TR" sz="1500" kern="1200"/>
            <a:t> </a:t>
          </a:r>
          <a:r>
            <a:rPr lang="en-US" sz="1500" kern="1200"/>
            <a:t>instead of “1”</a:t>
          </a:r>
        </a:p>
      </dsp:txBody>
      <dsp:txXfrm>
        <a:off x="5228976" y="2688423"/>
        <a:ext cx="4320000" cy="621412"/>
      </dsp:txXfrm>
    </dsp:sp>
  </dsp:spTree>
</dsp:drawing>
</file>

<file path=ppt/diagrams/drawing13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04ADBF9-6127-4535-BC2F-C5C4A45A6458}">
      <dsp:nvSpPr>
        <dsp:cNvPr id="0" name=""/>
        <dsp:cNvSpPr/>
      </dsp:nvSpPr>
      <dsp:spPr>
        <a:xfrm>
          <a:off x="1560193" y="136486"/>
          <a:ext cx="1510523" cy="1363134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5F9389A-6977-4279-B13C-32C6FE6EF261}">
      <dsp:nvSpPr>
        <dsp:cNvPr id="0" name=""/>
        <dsp:cNvSpPr/>
      </dsp:nvSpPr>
      <dsp:spPr>
        <a:xfrm>
          <a:off x="157564" y="1641305"/>
          <a:ext cx="4315781" cy="5842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/>
            <a:t>If 75%</a:t>
          </a:r>
        </a:p>
      </dsp:txBody>
      <dsp:txXfrm>
        <a:off x="157564" y="1641305"/>
        <a:ext cx="4315781" cy="584200"/>
      </dsp:txXfrm>
    </dsp:sp>
    <dsp:sp modelId="{E29CCD46-303C-4D32-B004-2EBF3367D3DD}">
      <dsp:nvSpPr>
        <dsp:cNvPr id="0" name=""/>
        <dsp:cNvSpPr/>
      </dsp:nvSpPr>
      <dsp:spPr>
        <a:xfrm>
          <a:off x="157564" y="2291405"/>
          <a:ext cx="4315781" cy="122335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750 of the most recent 1000 blocks are marked with version “2,”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Then</a:t>
          </a:r>
          <a:r>
            <a:rPr lang="tr-TR" sz="1300" kern="1200"/>
            <a:t> </a:t>
          </a:r>
          <a:r>
            <a:rPr lang="en-US" sz="1300" kern="1200"/>
            <a:t>version “2” blocks must contain block height in the coinbase transaction 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or they</a:t>
          </a:r>
          <a:r>
            <a:rPr lang="tr-TR" sz="1300" kern="1200"/>
            <a:t> are rejected as invalid.</a:t>
          </a:r>
          <a:endParaRPr lang="en-US" sz="1300" kern="1200"/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Version “1” blocks are still accepted</a:t>
          </a:r>
        </a:p>
      </dsp:txBody>
      <dsp:txXfrm>
        <a:off x="157564" y="2291405"/>
        <a:ext cx="4315781" cy="1223357"/>
      </dsp:txXfrm>
    </dsp:sp>
    <dsp:sp modelId="{AB81AA95-CD88-4D30-AC9E-C2C89E64287D}">
      <dsp:nvSpPr>
        <dsp:cNvPr id="0" name=""/>
        <dsp:cNvSpPr/>
      </dsp:nvSpPr>
      <dsp:spPr>
        <a:xfrm>
          <a:off x="6631236" y="136486"/>
          <a:ext cx="1510523" cy="1363134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ED6F886-B673-43ED-9FDC-2BD73902452B}">
      <dsp:nvSpPr>
        <dsp:cNvPr id="0" name=""/>
        <dsp:cNvSpPr/>
      </dsp:nvSpPr>
      <dsp:spPr>
        <a:xfrm>
          <a:off x="5228607" y="1641305"/>
          <a:ext cx="4315781" cy="5842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/>
            <a:t>When 95% (950 of the most recent 1000 blocks) are version “2,” </a:t>
          </a:r>
        </a:p>
      </dsp:txBody>
      <dsp:txXfrm>
        <a:off x="5228607" y="1641305"/>
        <a:ext cx="4315781" cy="584200"/>
      </dsp:txXfrm>
    </dsp:sp>
    <dsp:sp modelId="{5C2E54BB-51A9-4D83-9C41-EB19885A09AC}">
      <dsp:nvSpPr>
        <dsp:cNvPr id="0" name=""/>
        <dsp:cNvSpPr/>
      </dsp:nvSpPr>
      <dsp:spPr>
        <a:xfrm>
          <a:off x="5228607" y="2291405"/>
          <a:ext cx="4315781" cy="122335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version “1”</a:t>
          </a:r>
          <a:r>
            <a:rPr lang="tr-TR" sz="1300" kern="1200"/>
            <a:t> </a:t>
          </a:r>
          <a:r>
            <a:rPr lang="en-US" sz="1300" kern="1200"/>
            <a:t>blocks are no longer considered valid.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Version “2” blocks are valid only if they</a:t>
          </a:r>
          <a:r>
            <a:rPr lang="tr-TR" sz="1300" kern="1200"/>
            <a:t> </a:t>
          </a:r>
          <a:r>
            <a:rPr lang="en-US" sz="1300" kern="1200"/>
            <a:t>contain the block-height in the coinbase</a:t>
          </a:r>
        </a:p>
      </dsp:txBody>
      <dsp:txXfrm>
        <a:off x="5228607" y="2291405"/>
        <a:ext cx="4315781" cy="1223357"/>
      </dsp:txXfrm>
    </dsp:sp>
  </dsp:spTree>
</dsp:drawing>
</file>

<file path=ppt/diagrams/drawing13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6362625-240F-4E25-BD2A-B43647833104}">
      <dsp:nvSpPr>
        <dsp:cNvPr id="0" name=""/>
        <dsp:cNvSpPr/>
      </dsp:nvSpPr>
      <dsp:spPr>
        <a:xfrm>
          <a:off x="943992" y="621156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B9496B3-A325-4C55-9AC1-FCE2EBAC776F}">
      <dsp:nvSpPr>
        <dsp:cNvPr id="0" name=""/>
        <dsp:cNvSpPr/>
      </dsp:nvSpPr>
      <dsp:spPr>
        <a:xfrm>
          <a:off x="3421" y="1737662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BIP-66 Strict DER Encoding of Signatures </a:t>
          </a:r>
        </a:p>
      </dsp:txBody>
      <dsp:txXfrm>
        <a:off x="3421" y="1737662"/>
        <a:ext cx="2894062" cy="434109"/>
      </dsp:txXfrm>
    </dsp:sp>
    <dsp:sp modelId="{AFCD771C-C003-4564-86A5-20688E31625D}">
      <dsp:nvSpPr>
        <dsp:cNvPr id="0" name=""/>
        <dsp:cNvSpPr/>
      </dsp:nvSpPr>
      <dsp:spPr>
        <a:xfrm>
          <a:off x="3421" y="2219950"/>
          <a:ext cx="2894062" cy="8101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was activated by BIP-34 style signaling</a:t>
          </a:r>
          <a:r>
            <a:rPr lang="tr-TR" sz="1100" kern="1200"/>
            <a:t> </a:t>
          </a:r>
          <a:endParaRPr lang="en-US" sz="1100" kern="1200"/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with a block version “3” and invalidating version “2” blocks</a:t>
          </a:r>
        </a:p>
      </dsp:txBody>
      <dsp:txXfrm>
        <a:off x="3421" y="2219950"/>
        <a:ext cx="2894062" cy="810143"/>
      </dsp:txXfrm>
    </dsp:sp>
    <dsp:sp modelId="{4C4E5C3D-A514-4866-A7CA-3936831EF215}">
      <dsp:nvSpPr>
        <dsp:cNvPr id="0" name=""/>
        <dsp:cNvSpPr/>
      </dsp:nvSpPr>
      <dsp:spPr>
        <a:xfrm>
          <a:off x="4344515" y="621156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56EE85F-9BE4-4D50-8DB9-A6C920BECFD9}">
      <dsp:nvSpPr>
        <dsp:cNvPr id="0" name=""/>
        <dsp:cNvSpPr/>
      </dsp:nvSpPr>
      <dsp:spPr>
        <a:xfrm>
          <a:off x="3403945" y="1737662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BIP-65 CHECKLOCKTIMEVERIFY </a:t>
          </a:r>
        </a:p>
      </dsp:txBody>
      <dsp:txXfrm>
        <a:off x="3403945" y="1737662"/>
        <a:ext cx="2894062" cy="434109"/>
      </dsp:txXfrm>
    </dsp:sp>
    <dsp:sp modelId="{15211D51-7B83-482D-97B1-9F01B4550F3A}">
      <dsp:nvSpPr>
        <dsp:cNvPr id="0" name=""/>
        <dsp:cNvSpPr/>
      </dsp:nvSpPr>
      <dsp:spPr>
        <a:xfrm>
          <a:off x="3403945" y="2219950"/>
          <a:ext cx="2894062" cy="8101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was activated by BIP-34 style signaling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with a</a:t>
          </a:r>
          <a:r>
            <a:rPr lang="tr-TR" sz="1100" kern="1200"/>
            <a:t> </a:t>
          </a:r>
          <a:r>
            <a:rPr lang="en-US" sz="1100" kern="1200"/>
            <a:t>block version “4” and invalidating version “3” blocks</a:t>
          </a:r>
        </a:p>
      </dsp:txBody>
      <dsp:txXfrm>
        <a:off x="3403945" y="2219950"/>
        <a:ext cx="2894062" cy="810143"/>
      </dsp:txXfrm>
    </dsp:sp>
    <dsp:sp modelId="{A9E05DCF-2915-42EA-B84B-3A1B7A33F924}">
      <dsp:nvSpPr>
        <dsp:cNvPr id="0" name=""/>
        <dsp:cNvSpPr/>
      </dsp:nvSpPr>
      <dsp:spPr>
        <a:xfrm>
          <a:off x="7745039" y="621156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7205CF2-263F-4ECB-95F5-220A4EDD28BA}">
      <dsp:nvSpPr>
        <dsp:cNvPr id="0" name=""/>
        <dsp:cNvSpPr/>
      </dsp:nvSpPr>
      <dsp:spPr>
        <a:xfrm>
          <a:off x="6804468" y="1737662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Retire of BIP-34</a:t>
          </a:r>
          <a:endParaRPr lang="en-US" sz="1400" kern="1200"/>
        </a:p>
      </dsp:txBody>
      <dsp:txXfrm>
        <a:off x="6804468" y="1737662"/>
        <a:ext cx="2894062" cy="434109"/>
      </dsp:txXfrm>
    </dsp:sp>
    <dsp:sp modelId="{2A88D8BB-17AB-409F-B8F9-2B90CAB33464}">
      <dsp:nvSpPr>
        <dsp:cNvPr id="0" name=""/>
        <dsp:cNvSpPr/>
      </dsp:nvSpPr>
      <dsp:spPr>
        <a:xfrm>
          <a:off x="6804468" y="2219950"/>
          <a:ext cx="2894062" cy="8101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After the activation of BIP-65,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the signaling and activation mechanism of BIP-34 was</a:t>
          </a:r>
          <a:r>
            <a:rPr lang="tr-TR" sz="1100" kern="1200"/>
            <a:t> </a:t>
          </a:r>
          <a:r>
            <a:rPr lang="en-US" sz="1100" kern="1200"/>
            <a:t>retired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and replaced with the BIP-9 signaling mechanism</a:t>
          </a:r>
        </a:p>
      </dsp:txBody>
      <dsp:txXfrm>
        <a:off x="6804468" y="2219950"/>
        <a:ext cx="2894062" cy="810143"/>
      </dsp:txXfrm>
    </dsp:sp>
  </dsp:spTree>
</dsp:drawing>
</file>

<file path=ppt/diagrams/drawing13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E3D9BB3-F653-4124-B901-2FAEB7B54428}">
      <dsp:nvSpPr>
        <dsp:cNvPr id="0" name=""/>
        <dsp:cNvSpPr/>
      </dsp:nvSpPr>
      <dsp:spPr>
        <a:xfrm>
          <a:off x="698671" y="776247"/>
          <a:ext cx="750093" cy="750093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E425C93-4B31-4BF5-9B0F-2DC47F62DE9D}">
      <dsp:nvSpPr>
        <dsp:cNvPr id="0" name=""/>
        <dsp:cNvSpPr/>
      </dsp:nvSpPr>
      <dsp:spPr>
        <a:xfrm>
          <a:off x="2156" y="1616587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Limitations of </a:t>
          </a:r>
          <a:r>
            <a:rPr lang="en-US" sz="1400" kern="1200"/>
            <a:t>mechanism </a:t>
          </a:r>
        </a:p>
      </dsp:txBody>
      <dsp:txXfrm>
        <a:off x="2156" y="1616587"/>
        <a:ext cx="2143124" cy="442019"/>
      </dsp:txXfrm>
    </dsp:sp>
    <dsp:sp modelId="{7291B0E3-6982-445C-9F28-77F4F71B45AD}">
      <dsp:nvSpPr>
        <dsp:cNvPr id="0" name=""/>
        <dsp:cNvSpPr/>
      </dsp:nvSpPr>
      <dsp:spPr>
        <a:xfrm>
          <a:off x="2156" y="2100582"/>
          <a:ext cx="2143124" cy="7744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used by BIP-34, BIP-66, and BIP-65</a:t>
          </a:r>
        </a:p>
      </dsp:txBody>
      <dsp:txXfrm>
        <a:off x="2156" y="2100582"/>
        <a:ext cx="2143124" cy="774420"/>
      </dsp:txXfrm>
    </dsp:sp>
    <dsp:sp modelId="{97A6A7A2-A9CA-48A1-BAA8-D67E2324DB51}">
      <dsp:nvSpPr>
        <dsp:cNvPr id="0" name=""/>
        <dsp:cNvSpPr/>
      </dsp:nvSpPr>
      <dsp:spPr>
        <a:xfrm>
          <a:off x="3216843" y="776247"/>
          <a:ext cx="750093" cy="750093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343FCB4-F1D8-41F1-8D51-2988062081C4}">
      <dsp:nvSpPr>
        <dsp:cNvPr id="0" name=""/>
        <dsp:cNvSpPr/>
      </dsp:nvSpPr>
      <dsp:spPr>
        <a:xfrm>
          <a:off x="2520328" y="1616587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By using the integer value of the block version, </a:t>
          </a:r>
        </a:p>
      </dsp:txBody>
      <dsp:txXfrm>
        <a:off x="2520328" y="1616587"/>
        <a:ext cx="2143124" cy="442019"/>
      </dsp:txXfrm>
    </dsp:sp>
    <dsp:sp modelId="{DFB4B090-8489-4897-AE2C-682D1B143738}">
      <dsp:nvSpPr>
        <dsp:cNvPr id="0" name=""/>
        <dsp:cNvSpPr/>
      </dsp:nvSpPr>
      <dsp:spPr>
        <a:xfrm>
          <a:off x="2520328" y="2100582"/>
          <a:ext cx="2143124" cy="7744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only one soft fork could be activated</a:t>
          </a:r>
          <a:r>
            <a:rPr lang="tr-TR" sz="1100" kern="1200"/>
            <a:t> </a:t>
          </a:r>
          <a:r>
            <a:rPr lang="en-US" sz="1100" kern="1200"/>
            <a:t>at a time</a:t>
          </a:r>
        </a:p>
      </dsp:txBody>
      <dsp:txXfrm>
        <a:off x="2520328" y="2100582"/>
        <a:ext cx="2143124" cy="774420"/>
      </dsp:txXfrm>
    </dsp:sp>
    <dsp:sp modelId="{B8E6AA6C-9489-468D-92C1-C75ECBE578B8}">
      <dsp:nvSpPr>
        <dsp:cNvPr id="0" name=""/>
        <dsp:cNvSpPr/>
      </dsp:nvSpPr>
      <dsp:spPr>
        <a:xfrm>
          <a:off x="5735015" y="776247"/>
          <a:ext cx="750093" cy="750093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CD22E0B-8928-4335-9336-300D049FB17D}">
      <dsp:nvSpPr>
        <dsp:cNvPr id="0" name=""/>
        <dsp:cNvSpPr/>
      </dsp:nvSpPr>
      <dsp:spPr>
        <a:xfrm>
          <a:off x="5038499" y="1616587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the mechanism didn’t</a:t>
          </a:r>
          <a:r>
            <a:rPr lang="tr-TR" sz="1400" kern="1200"/>
            <a:t> </a:t>
          </a:r>
          <a:r>
            <a:rPr lang="en-US" sz="1400" kern="1200"/>
            <a:t>offer a straightforward way </a:t>
          </a:r>
        </a:p>
      </dsp:txBody>
      <dsp:txXfrm>
        <a:off x="5038499" y="1616587"/>
        <a:ext cx="2143124" cy="442019"/>
      </dsp:txXfrm>
    </dsp:sp>
    <dsp:sp modelId="{43988759-44DC-474B-8EEA-8EF4F8BD7A3C}">
      <dsp:nvSpPr>
        <dsp:cNvPr id="0" name=""/>
        <dsp:cNvSpPr/>
      </dsp:nvSpPr>
      <dsp:spPr>
        <a:xfrm>
          <a:off x="5038499" y="2100582"/>
          <a:ext cx="2143124" cy="7744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reject a change and then propose a different one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since </a:t>
          </a:r>
          <a:r>
            <a:rPr lang="en-US" sz="1100" kern="1200"/>
            <a:t>the block version was incremented</a:t>
          </a:r>
        </a:p>
      </dsp:txBody>
      <dsp:txXfrm>
        <a:off x="5038499" y="2100582"/>
        <a:ext cx="2143124" cy="774420"/>
      </dsp:txXfrm>
    </dsp:sp>
    <dsp:sp modelId="{A5FB30EE-64D1-415A-8CBE-7D51CD3E7D24}">
      <dsp:nvSpPr>
        <dsp:cNvPr id="0" name=""/>
        <dsp:cNvSpPr/>
      </dsp:nvSpPr>
      <dsp:spPr>
        <a:xfrm>
          <a:off x="8253187" y="776247"/>
          <a:ext cx="750093" cy="750093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4E0895F-FDD4-4BD3-81E1-99BC911710E4}">
      <dsp:nvSpPr>
        <dsp:cNvPr id="0" name=""/>
        <dsp:cNvSpPr/>
      </dsp:nvSpPr>
      <dsp:spPr>
        <a:xfrm>
          <a:off x="7556671" y="1616587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Each new change irrevocably reduced </a:t>
          </a:r>
        </a:p>
      </dsp:txBody>
      <dsp:txXfrm>
        <a:off x="7556671" y="1616587"/>
        <a:ext cx="2143124" cy="442019"/>
      </dsp:txXfrm>
    </dsp:sp>
    <dsp:sp modelId="{BFB42286-791B-438D-BB76-7031D6FD410F}">
      <dsp:nvSpPr>
        <dsp:cNvPr id="0" name=""/>
        <dsp:cNvSpPr/>
      </dsp:nvSpPr>
      <dsp:spPr>
        <a:xfrm>
          <a:off x="7556671" y="2100582"/>
          <a:ext cx="2143124" cy="7744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the available block versions for future</a:t>
          </a:r>
          <a:r>
            <a:rPr lang="tr-TR" sz="1100" kern="1200"/>
            <a:t> </a:t>
          </a:r>
          <a:r>
            <a:rPr lang="en-US" sz="1100" kern="1200"/>
            <a:t>changes.</a:t>
          </a:r>
        </a:p>
      </dsp:txBody>
      <dsp:txXfrm>
        <a:off x="7556671" y="2100582"/>
        <a:ext cx="2143124" cy="774420"/>
      </dsp:txXfrm>
    </dsp:sp>
  </dsp:spTree>
</dsp:drawing>
</file>

<file path=ppt/diagrams/drawing13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D3A6A13-6085-48B9-9FCC-B0701E87DD31}">
      <dsp:nvSpPr>
        <dsp:cNvPr id="0" name=""/>
        <dsp:cNvSpPr/>
      </dsp:nvSpPr>
      <dsp:spPr>
        <a:xfrm>
          <a:off x="698671" y="1004093"/>
          <a:ext cx="750093" cy="750093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F36320F-9A13-4079-8DBA-F489D1BD8838}">
      <dsp:nvSpPr>
        <dsp:cNvPr id="0" name=""/>
        <dsp:cNvSpPr/>
      </dsp:nvSpPr>
      <dsp:spPr>
        <a:xfrm>
          <a:off x="2156" y="1824839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BIP-9 interprets the block version </a:t>
          </a:r>
        </a:p>
      </dsp:txBody>
      <dsp:txXfrm>
        <a:off x="2156" y="1824839"/>
        <a:ext cx="2143124" cy="442019"/>
      </dsp:txXfrm>
    </dsp:sp>
    <dsp:sp modelId="{8A344BF1-A71E-492A-890B-DBC766743864}">
      <dsp:nvSpPr>
        <dsp:cNvPr id="0" name=""/>
        <dsp:cNvSpPr/>
      </dsp:nvSpPr>
      <dsp:spPr>
        <a:xfrm>
          <a:off x="2156" y="2299719"/>
          <a:ext cx="2143124" cy="3474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as a bit field instead of an integer</a:t>
          </a:r>
        </a:p>
      </dsp:txBody>
      <dsp:txXfrm>
        <a:off x="2156" y="2299719"/>
        <a:ext cx="2143124" cy="347436"/>
      </dsp:txXfrm>
    </dsp:sp>
    <dsp:sp modelId="{8893F8F9-D6D4-45CF-B7E9-C66B15FF81C5}">
      <dsp:nvSpPr>
        <dsp:cNvPr id="0" name=""/>
        <dsp:cNvSpPr/>
      </dsp:nvSpPr>
      <dsp:spPr>
        <a:xfrm>
          <a:off x="3216843" y="1004093"/>
          <a:ext cx="750093" cy="750093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7D3B0CA-1E02-47C9-9B9D-C999E9D8E1F9}">
      <dsp:nvSpPr>
        <dsp:cNvPr id="0" name=""/>
        <dsp:cNvSpPr/>
      </dsp:nvSpPr>
      <dsp:spPr>
        <a:xfrm>
          <a:off x="2520328" y="1824839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1-4 are already been used</a:t>
          </a:r>
          <a:endParaRPr lang="en-US" sz="1400" kern="1200"/>
        </a:p>
      </dsp:txBody>
      <dsp:txXfrm>
        <a:off x="2520328" y="1824839"/>
        <a:ext cx="2143124" cy="442019"/>
      </dsp:txXfrm>
    </dsp:sp>
    <dsp:sp modelId="{DE53C822-5B0E-4A2E-BD8D-6EEC51D9A4C7}">
      <dsp:nvSpPr>
        <dsp:cNvPr id="0" name=""/>
        <dsp:cNvSpPr/>
      </dsp:nvSpPr>
      <dsp:spPr>
        <a:xfrm>
          <a:off x="2520328" y="2299719"/>
          <a:ext cx="2143124" cy="3474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only 29 bits</a:t>
          </a:r>
          <a:r>
            <a:rPr lang="tr-TR" sz="1100" kern="1200"/>
            <a:t> </a:t>
          </a:r>
          <a:r>
            <a:rPr lang="en-US" sz="1100" kern="1200"/>
            <a:t>remain available to be used as a bit field</a:t>
          </a:r>
        </a:p>
      </dsp:txBody>
      <dsp:txXfrm>
        <a:off x="2520328" y="2299719"/>
        <a:ext cx="2143124" cy="347436"/>
      </dsp:txXfrm>
    </dsp:sp>
    <dsp:sp modelId="{6379BC39-E31C-4D77-872C-0DCA8D4C5691}">
      <dsp:nvSpPr>
        <dsp:cNvPr id="0" name=""/>
        <dsp:cNvSpPr/>
      </dsp:nvSpPr>
      <dsp:spPr>
        <a:xfrm>
          <a:off x="5735015" y="1004093"/>
          <a:ext cx="750093" cy="750093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74454C5-BBEA-4EEA-90B2-52609B58080C}">
      <dsp:nvSpPr>
        <dsp:cNvPr id="0" name=""/>
        <dsp:cNvSpPr/>
      </dsp:nvSpPr>
      <dsp:spPr>
        <a:xfrm>
          <a:off x="5038499" y="1824839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BIP-9 also sets </a:t>
          </a:r>
        </a:p>
      </dsp:txBody>
      <dsp:txXfrm>
        <a:off x="5038499" y="1824839"/>
        <a:ext cx="2143124" cy="442019"/>
      </dsp:txXfrm>
    </dsp:sp>
    <dsp:sp modelId="{DE228150-11D2-4545-9F10-45D7140498CD}">
      <dsp:nvSpPr>
        <dsp:cNvPr id="0" name=""/>
        <dsp:cNvSpPr/>
      </dsp:nvSpPr>
      <dsp:spPr>
        <a:xfrm>
          <a:off x="5038499" y="2299719"/>
          <a:ext cx="2143124" cy="3474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 maximum time for signaling and activation</a:t>
          </a:r>
        </a:p>
      </dsp:txBody>
      <dsp:txXfrm>
        <a:off x="5038499" y="2299719"/>
        <a:ext cx="2143124" cy="347436"/>
      </dsp:txXfrm>
    </dsp:sp>
    <dsp:sp modelId="{2BF08566-9B7E-46EC-8E97-91980081826F}">
      <dsp:nvSpPr>
        <dsp:cNvPr id="0" name=""/>
        <dsp:cNvSpPr/>
      </dsp:nvSpPr>
      <dsp:spPr>
        <a:xfrm>
          <a:off x="8253187" y="1004093"/>
          <a:ext cx="750093" cy="750093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610D81A-67E0-4D48-8C87-9B614F5AE726}">
      <dsp:nvSpPr>
        <dsp:cNvPr id="0" name=""/>
        <dsp:cNvSpPr/>
      </dsp:nvSpPr>
      <dsp:spPr>
        <a:xfrm>
          <a:off x="7556671" y="1824839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the proposal is considered rejected</a:t>
          </a:r>
        </a:p>
      </dsp:txBody>
      <dsp:txXfrm>
        <a:off x="7556671" y="1824839"/>
        <a:ext cx="2143124" cy="442019"/>
      </dsp:txXfrm>
    </dsp:sp>
    <dsp:sp modelId="{3E917FEB-29E0-4A93-8C97-F27160383A5F}">
      <dsp:nvSpPr>
        <dsp:cNvPr id="0" name=""/>
        <dsp:cNvSpPr/>
      </dsp:nvSpPr>
      <dsp:spPr>
        <a:xfrm>
          <a:off x="7556671" y="2299719"/>
          <a:ext cx="2143124" cy="3474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If a proposal is not activated within the TIMEOUT period</a:t>
          </a:r>
        </a:p>
      </dsp:txBody>
      <dsp:txXfrm>
        <a:off x="7556671" y="2299719"/>
        <a:ext cx="2143124" cy="347436"/>
      </dsp:txXfrm>
    </dsp:sp>
  </dsp:spTree>
</dsp:drawing>
</file>

<file path=ppt/diagrams/drawing13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DBE0A8D-EB18-4CE7-8BAF-7380B845A45B}">
      <dsp:nvSpPr>
        <dsp:cNvPr id="0" name=""/>
        <dsp:cNvSpPr/>
      </dsp:nvSpPr>
      <dsp:spPr>
        <a:xfrm>
          <a:off x="0" y="363237"/>
          <a:ext cx="9701953" cy="1587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37388" rIns="752979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it has no “authority”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100" kern="1200" dirty="0" err="1"/>
            <a:t>to</a:t>
          </a:r>
          <a:r>
            <a:rPr lang="en-US" sz="2100" kern="1200" dirty="0"/>
            <a:t> impose its will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on the participants of the</a:t>
          </a:r>
          <a:r>
            <a:rPr lang="tr-TR" sz="2100" kern="1200" dirty="0"/>
            <a:t> </a:t>
          </a:r>
          <a:r>
            <a:rPr lang="en-US" sz="2100" kern="1200" dirty="0"/>
            <a:t>network</a:t>
          </a:r>
        </a:p>
      </dsp:txBody>
      <dsp:txXfrm>
        <a:off x="0" y="363237"/>
        <a:ext cx="9701953" cy="1587600"/>
      </dsp:txXfrm>
    </dsp:sp>
    <dsp:sp modelId="{5878A0C6-D9A1-483E-B8D9-5537491151A4}">
      <dsp:nvSpPr>
        <dsp:cNvPr id="0" name=""/>
        <dsp:cNvSpPr/>
      </dsp:nvSpPr>
      <dsp:spPr>
        <a:xfrm>
          <a:off x="485097" y="53277"/>
          <a:ext cx="6791367" cy="61992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/>
            <a:t>Bitcoin as</a:t>
          </a:r>
          <a:r>
            <a:rPr lang="en-US" sz="2100" kern="1200"/>
            <a:t> a decentralized</a:t>
          </a:r>
          <a:r>
            <a:rPr lang="tr-TR" sz="2100" kern="1200"/>
            <a:t> </a:t>
          </a:r>
          <a:r>
            <a:rPr lang="en-US" sz="2100" kern="1200"/>
            <a:t>system,</a:t>
          </a:r>
        </a:p>
      </dsp:txBody>
      <dsp:txXfrm>
        <a:off x="515359" y="83539"/>
        <a:ext cx="6730843" cy="559396"/>
      </dsp:txXfrm>
    </dsp:sp>
    <dsp:sp modelId="{713AD14F-5F83-43C8-B4A7-706E20A97DEE}">
      <dsp:nvSpPr>
        <dsp:cNvPr id="0" name=""/>
        <dsp:cNvSpPr/>
      </dsp:nvSpPr>
      <dsp:spPr>
        <a:xfrm>
          <a:off x="0" y="2374197"/>
          <a:ext cx="9701953" cy="12237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37388" rIns="752979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Power is diffused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between </a:t>
          </a:r>
          <a:r>
            <a:rPr lang="en-US" sz="2100" kern="1200" dirty="0"/>
            <a:t>multiple constituencies</a:t>
          </a:r>
        </a:p>
      </dsp:txBody>
      <dsp:txXfrm>
        <a:off x="0" y="2374197"/>
        <a:ext cx="9701953" cy="1223775"/>
      </dsp:txXfrm>
    </dsp:sp>
    <dsp:sp modelId="{77E8E8A3-93BE-46E0-9970-925F1CB9AEAE}">
      <dsp:nvSpPr>
        <dsp:cNvPr id="0" name=""/>
        <dsp:cNvSpPr/>
      </dsp:nvSpPr>
      <dsp:spPr>
        <a:xfrm>
          <a:off x="485097" y="2064237"/>
          <a:ext cx="6791367" cy="61992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 dirty="0" err="1"/>
            <a:t>Diffusion</a:t>
          </a:r>
          <a:r>
            <a:rPr lang="tr-TR" sz="2100" kern="1200" dirty="0"/>
            <a:t> of </a:t>
          </a:r>
          <a:r>
            <a:rPr lang="tr-TR" sz="2100" kern="1200" dirty="0" err="1"/>
            <a:t>power</a:t>
          </a:r>
          <a:endParaRPr lang="en-US" sz="2100" kern="1200" dirty="0"/>
        </a:p>
      </dsp:txBody>
      <dsp:txXfrm>
        <a:off x="515359" y="2094499"/>
        <a:ext cx="6730843" cy="559396"/>
      </dsp:txXfrm>
    </dsp:sp>
  </dsp:spTree>
</dsp:drawing>
</file>

<file path=ppt/diagrams/drawing13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546218F-6B29-463B-989F-22CF3120BE69}">
      <dsp:nvSpPr>
        <dsp:cNvPr id="0" name=""/>
        <dsp:cNvSpPr/>
      </dsp:nvSpPr>
      <dsp:spPr>
        <a:xfrm>
          <a:off x="0" y="308224"/>
          <a:ext cx="9701953" cy="20160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33248" rIns="752979" bIns="113792" numCol="1" spcCol="1270" anchor="t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 dirty="0"/>
            <a:t>miners,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Core</a:t>
          </a:r>
          <a:r>
            <a:rPr lang="tr-TR" sz="1600" kern="1200"/>
            <a:t> </a:t>
          </a:r>
          <a:r>
            <a:rPr lang="en-US" sz="1600" kern="1200"/>
            <a:t>developers, 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wallet developers, 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exchanges, 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merchants, 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end users</a:t>
          </a:r>
        </a:p>
      </dsp:txBody>
      <dsp:txXfrm>
        <a:off x="0" y="308224"/>
        <a:ext cx="9701953" cy="2016000"/>
      </dsp:txXfrm>
    </dsp:sp>
    <dsp:sp modelId="{703E9A26-60CE-411E-ADA6-76787B5C7D05}">
      <dsp:nvSpPr>
        <dsp:cNvPr id="0" name=""/>
        <dsp:cNvSpPr/>
      </dsp:nvSpPr>
      <dsp:spPr>
        <a:xfrm>
          <a:off x="485097" y="72064"/>
          <a:ext cx="6791367" cy="47232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 err="1"/>
            <a:t>Power</a:t>
          </a:r>
          <a:r>
            <a:rPr lang="tr-TR" sz="1600" kern="1200" dirty="0"/>
            <a:t> </a:t>
          </a:r>
          <a:r>
            <a:rPr lang="tr-TR" sz="1600" kern="1200" dirty="0" err="1"/>
            <a:t>holders</a:t>
          </a:r>
          <a:endParaRPr lang="en-US" sz="1600" kern="1200" dirty="0"/>
        </a:p>
      </dsp:txBody>
      <dsp:txXfrm>
        <a:off x="508154" y="95121"/>
        <a:ext cx="6745253" cy="426206"/>
      </dsp:txXfrm>
    </dsp:sp>
    <dsp:sp modelId="{13980F51-CD92-422F-835F-55F93D20632D}">
      <dsp:nvSpPr>
        <dsp:cNvPr id="0" name=""/>
        <dsp:cNvSpPr/>
      </dsp:nvSpPr>
      <dsp:spPr>
        <a:xfrm>
          <a:off x="0" y="2646785"/>
          <a:ext cx="9701953" cy="932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33248" rIns="752979" bIns="113792" numCol="1" spcCol="1270" anchor="t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600" kern="1200"/>
            <a:t>Decisions </a:t>
          </a:r>
          <a:r>
            <a:rPr lang="tr-TR" sz="1600" kern="1200" dirty="0" err="1"/>
            <a:t>cannot</a:t>
          </a:r>
          <a:r>
            <a:rPr lang="tr-TR" sz="1600" kern="1200" dirty="0"/>
            <a:t> </a:t>
          </a:r>
          <a:r>
            <a:rPr lang="en-US" sz="1600" kern="1200" dirty="0"/>
            <a:t>be made unilaterally 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by any of these constituencies</a:t>
          </a:r>
        </a:p>
      </dsp:txBody>
      <dsp:txXfrm>
        <a:off x="0" y="2646785"/>
        <a:ext cx="9701953" cy="932400"/>
      </dsp:txXfrm>
    </dsp:sp>
    <dsp:sp modelId="{33578145-98AC-4E38-A5BA-062BD7C1E165}">
      <dsp:nvSpPr>
        <dsp:cNvPr id="0" name=""/>
        <dsp:cNvSpPr/>
      </dsp:nvSpPr>
      <dsp:spPr>
        <a:xfrm>
          <a:off x="485097" y="2410625"/>
          <a:ext cx="6791367" cy="47232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 err="1"/>
            <a:t>Common</a:t>
          </a:r>
          <a:r>
            <a:rPr lang="tr-TR" sz="1600" kern="1200" dirty="0"/>
            <a:t> </a:t>
          </a:r>
          <a:r>
            <a:rPr lang="tr-TR" sz="1600" kern="1200" dirty="0" err="1"/>
            <a:t>decision</a:t>
          </a:r>
          <a:endParaRPr lang="en-US" sz="1600" kern="1200" dirty="0"/>
        </a:p>
      </dsp:txBody>
      <dsp:txXfrm>
        <a:off x="508154" y="2433682"/>
        <a:ext cx="6745253" cy="426206"/>
      </dsp:txXfrm>
    </dsp:sp>
  </dsp:spTree>
</dsp:drawing>
</file>

<file path=ppt/diagrams/drawing13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61EBFC3-8495-4C79-AEA8-A8DDCB60046D}">
      <dsp:nvSpPr>
        <dsp:cNvPr id="0" name=""/>
        <dsp:cNvSpPr/>
      </dsp:nvSpPr>
      <dsp:spPr>
        <a:xfrm>
          <a:off x="943992" y="503972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57C048C-A760-4E29-8DBA-1C1BCF480208}">
      <dsp:nvSpPr>
        <dsp:cNvPr id="0" name=""/>
        <dsp:cNvSpPr/>
      </dsp:nvSpPr>
      <dsp:spPr>
        <a:xfrm>
          <a:off x="3421" y="1630556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there is no perfect solution </a:t>
          </a:r>
        </a:p>
      </dsp:txBody>
      <dsp:txXfrm>
        <a:off x="3421" y="1630556"/>
        <a:ext cx="2894062" cy="434109"/>
      </dsp:txXfrm>
    </dsp:sp>
    <dsp:sp modelId="{C92BA455-2726-4A68-B0A2-3808741F08EA}">
      <dsp:nvSpPr>
        <dsp:cNvPr id="0" name=""/>
        <dsp:cNvSpPr/>
      </dsp:nvSpPr>
      <dsp:spPr>
        <a:xfrm>
          <a:off x="3421" y="2117531"/>
          <a:ext cx="2894062" cy="1029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for consensus development</a:t>
          </a:r>
        </a:p>
      </dsp:txBody>
      <dsp:txXfrm>
        <a:off x="3421" y="2117531"/>
        <a:ext cx="2894062" cy="1029745"/>
      </dsp:txXfrm>
    </dsp:sp>
    <dsp:sp modelId="{EB02605F-74C7-4167-BE01-2F3EC2439600}">
      <dsp:nvSpPr>
        <dsp:cNvPr id="0" name=""/>
        <dsp:cNvSpPr/>
      </dsp:nvSpPr>
      <dsp:spPr>
        <a:xfrm>
          <a:off x="4344515" y="503972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53D4B64-AC70-4BD9-84D1-DE55EE048A1E}">
      <dsp:nvSpPr>
        <dsp:cNvPr id="0" name=""/>
        <dsp:cNvSpPr/>
      </dsp:nvSpPr>
      <dsp:spPr>
        <a:xfrm>
          <a:off x="3403945" y="1630556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change is difficult</a:t>
          </a:r>
        </a:p>
      </dsp:txBody>
      <dsp:txXfrm>
        <a:off x="3403945" y="1630556"/>
        <a:ext cx="2894062" cy="434109"/>
      </dsp:txXfrm>
    </dsp:sp>
    <dsp:sp modelId="{5B0037AD-2664-48D2-8AE8-CEA3969243C7}">
      <dsp:nvSpPr>
        <dsp:cNvPr id="0" name=""/>
        <dsp:cNvSpPr/>
      </dsp:nvSpPr>
      <dsp:spPr>
        <a:xfrm>
          <a:off x="3403945" y="2117531"/>
          <a:ext cx="2894062" cy="1029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consensus forces compromise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one constant characteristic of consensus</a:t>
          </a:r>
          <a:r>
            <a:rPr lang="tr-TR" sz="1500" kern="1200"/>
            <a:t> </a:t>
          </a:r>
          <a:r>
            <a:rPr lang="en-US" sz="1500" kern="1200"/>
            <a:t>software development</a:t>
          </a:r>
        </a:p>
      </dsp:txBody>
      <dsp:txXfrm>
        <a:off x="3403945" y="2117531"/>
        <a:ext cx="2894062" cy="1029745"/>
      </dsp:txXfrm>
    </dsp:sp>
    <dsp:sp modelId="{3B9BC60E-36A7-4FDE-9688-D3366539F1C0}">
      <dsp:nvSpPr>
        <dsp:cNvPr id="0" name=""/>
        <dsp:cNvSpPr/>
      </dsp:nvSpPr>
      <dsp:spPr>
        <a:xfrm>
          <a:off x="7745039" y="503972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65F17DC-9858-4078-8AA1-CBABAB1E1C66}">
      <dsp:nvSpPr>
        <dsp:cNvPr id="0" name=""/>
        <dsp:cNvSpPr/>
      </dsp:nvSpPr>
      <dsp:spPr>
        <a:xfrm>
          <a:off x="6804468" y="1630556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Weakness or Strength?</a:t>
          </a:r>
          <a:endParaRPr lang="en-US" sz="2000" kern="1200"/>
        </a:p>
      </dsp:txBody>
      <dsp:txXfrm>
        <a:off x="6804468" y="1630556"/>
        <a:ext cx="2894062" cy="434109"/>
      </dsp:txXfrm>
    </dsp:sp>
    <dsp:sp modelId="{6870FE22-88A0-498B-BF75-7E9C3F628E76}">
      <dsp:nvSpPr>
        <dsp:cNvPr id="0" name=""/>
        <dsp:cNvSpPr/>
      </dsp:nvSpPr>
      <dsp:spPr>
        <a:xfrm>
          <a:off x="6804468" y="2117531"/>
          <a:ext cx="2894062" cy="1029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Some see this as a weakness of consensus systems.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Some others</a:t>
          </a:r>
          <a:r>
            <a:rPr lang="en-US" sz="1500" kern="1200"/>
            <a:t> see it, as the system’s greatest strength.</a:t>
          </a:r>
        </a:p>
      </dsp:txBody>
      <dsp:txXfrm>
        <a:off x="6804468" y="2117531"/>
        <a:ext cx="2894062" cy="1029745"/>
      </dsp:txXfrm>
    </dsp:sp>
  </dsp:spTree>
</dsp:drawing>
</file>

<file path=ppt/diagrams/drawing13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1342365-8139-44CC-9018-0EC0A6E492F0}">
      <dsp:nvSpPr>
        <dsp:cNvPr id="0" name=""/>
        <dsp:cNvSpPr/>
      </dsp:nvSpPr>
      <dsp:spPr>
        <a:xfrm>
          <a:off x="84" y="878946"/>
          <a:ext cx="482097" cy="482097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EA29564-C127-45C9-84FD-FB0D6745C519}">
      <dsp:nvSpPr>
        <dsp:cNvPr id="0" name=""/>
        <dsp:cNvSpPr/>
      </dsp:nvSpPr>
      <dsp:spPr>
        <a:xfrm>
          <a:off x="84" y="1422889"/>
          <a:ext cx="1377421" cy="2195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Your opinion</a:t>
          </a:r>
        </a:p>
      </dsp:txBody>
      <dsp:txXfrm>
        <a:off x="84" y="1422889"/>
        <a:ext cx="1377421" cy="219526"/>
      </dsp:txXfrm>
    </dsp:sp>
    <dsp:sp modelId="{7EDEF049-F1A9-4E28-B579-BFFC13E86FAC}">
      <dsp:nvSpPr>
        <dsp:cNvPr id="0" name=""/>
        <dsp:cNvSpPr/>
      </dsp:nvSpPr>
      <dsp:spPr>
        <a:xfrm>
          <a:off x="84" y="1671181"/>
          <a:ext cx="1377421" cy="646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What do you think on this chapter?</a:t>
          </a:r>
          <a:endParaRPr lang="tr-TR" sz="1100" kern="1200"/>
        </a:p>
      </dsp:txBody>
      <dsp:txXfrm>
        <a:off x="84" y="1671181"/>
        <a:ext cx="1377421" cy="646039"/>
      </dsp:txXfrm>
    </dsp:sp>
    <dsp:sp modelId="{5E8F8A7A-9490-44FC-A7E8-40D0F10C7CCC}">
      <dsp:nvSpPr>
        <dsp:cNvPr id="0" name=""/>
        <dsp:cNvSpPr/>
      </dsp:nvSpPr>
      <dsp:spPr>
        <a:xfrm>
          <a:off x="1618555" y="878946"/>
          <a:ext cx="482097" cy="482097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3186365-AB58-491B-A0A1-62063495E1FB}">
      <dsp:nvSpPr>
        <dsp:cNvPr id="0" name=""/>
        <dsp:cNvSpPr/>
      </dsp:nvSpPr>
      <dsp:spPr>
        <a:xfrm>
          <a:off x="1618555" y="1422889"/>
          <a:ext cx="1377421" cy="2195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Challenging</a:t>
          </a:r>
        </a:p>
      </dsp:txBody>
      <dsp:txXfrm>
        <a:off x="1618555" y="1422889"/>
        <a:ext cx="1377421" cy="219526"/>
      </dsp:txXfrm>
    </dsp:sp>
    <dsp:sp modelId="{503F28B4-419F-4189-8EF1-3AAA5AC2C057}">
      <dsp:nvSpPr>
        <dsp:cNvPr id="0" name=""/>
        <dsp:cNvSpPr/>
      </dsp:nvSpPr>
      <dsp:spPr>
        <a:xfrm>
          <a:off x="1618555" y="1671181"/>
          <a:ext cx="1377421" cy="646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What is the most interesting point?</a:t>
          </a:r>
          <a:endParaRPr lang="tr-TR" sz="1100" kern="1200"/>
        </a:p>
      </dsp:txBody>
      <dsp:txXfrm>
        <a:off x="1618555" y="1671181"/>
        <a:ext cx="1377421" cy="646039"/>
      </dsp:txXfrm>
    </dsp:sp>
    <dsp:sp modelId="{0D1F16E1-001C-4F4B-B5B5-C8F578729E73}">
      <dsp:nvSpPr>
        <dsp:cNvPr id="0" name=""/>
        <dsp:cNvSpPr/>
      </dsp:nvSpPr>
      <dsp:spPr>
        <a:xfrm>
          <a:off x="3237025" y="878946"/>
          <a:ext cx="482097" cy="482097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365F64B-08E0-451E-8E23-DCA274503F61}">
      <dsp:nvSpPr>
        <dsp:cNvPr id="0" name=""/>
        <dsp:cNvSpPr/>
      </dsp:nvSpPr>
      <dsp:spPr>
        <a:xfrm>
          <a:off x="3237025" y="1422889"/>
          <a:ext cx="1377421" cy="2195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Clarification</a:t>
          </a:r>
        </a:p>
      </dsp:txBody>
      <dsp:txXfrm>
        <a:off x="3237025" y="1422889"/>
        <a:ext cx="1377421" cy="219526"/>
      </dsp:txXfrm>
    </dsp:sp>
    <dsp:sp modelId="{6D129A52-35D1-46AF-B09A-DCBC4FE80DBE}">
      <dsp:nvSpPr>
        <dsp:cNvPr id="0" name=""/>
        <dsp:cNvSpPr/>
      </dsp:nvSpPr>
      <dsp:spPr>
        <a:xfrm>
          <a:off x="3237025" y="1671181"/>
          <a:ext cx="1377421" cy="646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What are the unclarified points?</a:t>
          </a:r>
          <a:endParaRPr lang="tr-TR" sz="1100" kern="1200"/>
        </a:p>
      </dsp:txBody>
      <dsp:txXfrm>
        <a:off x="3237025" y="1671181"/>
        <a:ext cx="1377421" cy="646039"/>
      </dsp:txXfrm>
    </dsp:sp>
    <dsp:sp modelId="{5C86ECA9-317D-4F01-A593-EB77CE907331}">
      <dsp:nvSpPr>
        <dsp:cNvPr id="0" name=""/>
        <dsp:cNvSpPr/>
      </dsp:nvSpPr>
      <dsp:spPr>
        <a:xfrm>
          <a:off x="4855496" y="878946"/>
          <a:ext cx="482097" cy="482097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2A97F6A-D049-4802-804D-F4BD9FCB5565}">
      <dsp:nvSpPr>
        <dsp:cNvPr id="0" name=""/>
        <dsp:cNvSpPr/>
      </dsp:nvSpPr>
      <dsp:spPr>
        <a:xfrm>
          <a:off x="4855496" y="1422889"/>
          <a:ext cx="1377421" cy="2195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Critical issue</a:t>
          </a:r>
        </a:p>
      </dsp:txBody>
      <dsp:txXfrm>
        <a:off x="4855496" y="1422889"/>
        <a:ext cx="1377421" cy="219526"/>
      </dsp:txXfrm>
    </dsp:sp>
    <dsp:sp modelId="{2295EE30-76A9-431A-BE94-B9A9D43B841E}">
      <dsp:nvSpPr>
        <dsp:cNvPr id="0" name=""/>
        <dsp:cNvSpPr/>
      </dsp:nvSpPr>
      <dsp:spPr>
        <a:xfrm>
          <a:off x="4855496" y="1671181"/>
          <a:ext cx="1377421" cy="646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Select and explain a critical </a:t>
          </a:r>
          <a:r>
            <a:rPr lang="en-US" sz="1100" kern="1200" dirty="0" err="1"/>
            <a:t>issu</a:t>
          </a:r>
          <a:r>
            <a:rPr lang="en-US" sz="1100" kern="1200" dirty="0"/>
            <a:t> in this chapter</a:t>
          </a:r>
          <a:endParaRPr lang="tr-TR" sz="1100" kern="1200" dirty="0"/>
        </a:p>
      </dsp:txBody>
      <dsp:txXfrm>
        <a:off x="4855496" y="1671181"/>
        <a:ext cx="1377421" cy="646039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.xml><?xml version="1.0" encoding="utf-8"?>
<dgm:layoutDef xmlns:dgm="http://schemas.openxmlformats.org/drawingml/2006/diagram" xmlns:a="http://schemas.openxmlformats.org/drawingml/2006/main" uniqueId="urn:microsoft.com/office/officeart/2005/8/layout/hProcess11">
  <dgm:title val=""/>
  <dgm:desc val=""/>
  <dgm:catLst>
    <dgm:cat type="process" pri="8000"/>
    <dgm:cat type="convert" pri="14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onstrLst>
          <dgm:constr type="w" for="ch" forName="arrow" refType="w"/>
          <dgm:constr type="h" for="ch" forName="arrow" refType="h" fact="0.4"/>
          <dgm:constr type="ctrY" for="ch" forName="arrow" refType="h" fact="0.5"/>
          <dgm:constr type="l" for="ch" forName="arrow"/>
          <dgm:constr type="w" for="ch" forName="points" refType="w" fact="0.9"/>
          <dgm:constr type="h" for="ch" forName="points" refType="h"/>
          <dgm:constr type="t" for="ch" forName="points"/>
          <dgm:constr type="l" for="ch" forName="points"/>
        </dgm:constrLst>
      </dgm:if>
      <dgm:else name="Name3">
        <dgm:constrLst>
          <dgm:constr type="w" for="ch" forName="arrow" refType="w"/>
          <dgm:constr type="h" for="ch" forName="arrow" refType="h" fact="0.4"/>
          <dgm:constr type="ctrY" for="ch" forName="arrow" refType="h" fact="0.5"/>
          <dgm:constr type="r" for="ch" forName="arrow" refType="w"/>
          <dgm:constr type="w" for="ch" forName="points" refType="w" fact="0.9"/>
          <dgm:constr type="h" for="ch" forName="points" refType="h"/>
          <dgm:constr type="t" for="ch" forName="points"/>
          <dgm:constr type="r" for="ch" forName="points" refType="w"/>
        </dgm:constrLst>
      </dgm:else>
    </dgm:choose>
    <dgm:ruleLst/>
    <dgm:layoutNode name="arrow" styleLbl="bgShp">
      <dgm:alg type="sp"/>
      <dgm:choose name="Name4">
        <dgm:if name="Name5" func="var" arg="dir" op="equ" val="norm">
          <dgm:shape xmlns:r="http://schemas.openxmlformats.org/officeDocument/2006/relationships" type="notchedRightArrow" r:blip="">
            <dgm:adjLst/>
          </dgm:shape>
        </dgm:if>
        <dgm:else name="Name6">
          <dgm:shape xmlns:r="http://schemas.openxmlformats.org/officeDocument/2006/relationships" rot="180" type="notchedRightArrow" r:blip="">
            <dgm:adjLst/>
          </dgm:shape>
        </dgm:else>
      </dgm:choose>
      <dgm:presOf/>
      <dgm:constrLst/>
      <dgm:ruleLst/>
    </dgm:layoutNode>
    <dgm:layoutNode name="points">
      <dgm:choose name="Name7">
        <dgm:if name="Name8" func="var" arg="dir" op="equ" val="norm">
          <dgm:alg type="lin">
            <dgm:param type="linDir" val="fromL"/>
          </dgm:alg>
        </dgm:if>
        <dgm:else name="Name9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w" for="ch" forName="compositeA" refType="w"/>
        <dgm:constr type="h" for="ch" forName="compositeA" refType="h"/>
        <dgm:constr type="w" for="ch" forName="compositeB" refType="w" refFor="ch" refForName="compositeA" op="equ"/>
        <dgm:constr type="h" for="ch" forName="compositeB" refType="h" refFor="ch" refForName="compositeA" op="equ"/>
        <dgm:constr type="primFontSz" for="des" ptType="node" op="equ" val="65"/>
        <dgm:constr type="w" for="ch" forName="space" refType="w" refFor="ch" refForName="compositeA" op="equ" fact="0.05"/>
      </dgm:constrLst>
      <dgm:ruleLst/>
      <dgm:forEach name="Name10" axis="ch" ptType="node">
        <dgm:choose name="Name11">
          <dgm:if name="Name12" axis="self" ptType="node" func="posOdd" op="equ" val="1">
            <dgm:layoutNode name="compositeA">
              <dgm:alg type="composite"/>
              <dgm:shape xmlns:r="http://schemas.openxmlformats.org/officeDocument/2006/relationships" r:blip="">
                <dgm:adjLst/>
              </dgm:shape>
              <dgm:presOf/>
              <dgm:constrLst>
                <dgm:constr type="w" for="ch" forName="textA" refType="w"/>
                <dgm:constr type="h" for="ch" forName="textA" refType="h" fact="0.4"/>
                <dgm:constr type="t" for="ch" forName="textA"/>
                <dgm:constr type="l" for="ch" forName="textA"/>
                <dgm:constr type="h" for="ch" forName="circleA" refType="h" fact="0.1"/>
                <dgm:constr type="h" for="ch" forName="circleA" refType="w" op="lte"/>
                <dgm:constr type="w" for="ch" forName="circleA" refType="h" refFor="ch" refForName="circleA" op="equ"/>
                <dgm:constr type="ctrY" for="ch" forName="circleA" refType="h" fact="0.5"/>
                <dgm:constr type="ctrX" for="ch" forName="circleA" refType="w" refFor="ch" refForName="textA" fact="0.5"/>
                <dgm:constr type="w" for="ch" forName="spaceA" refType="w"/>
                <dgm:constr type="h" for="ch" forName="spaceA" refType="h" fact="0.4"/>
                <dgm:constr type="b" for="ch" forName="spaceA" refType="h"/>
                <dgm:constr type="l" for="ch" forName="spaceA"/>
              </dgm:constrLst>
              <dgm:ruleLst/>
              <dgm:layoutNode name="textA" styleLbl="revTx">
                <dgm:varLst>
                  <dgm:bulletEnabled val="1"/>
                </dgm:varLst>
                <dgm:alg type="tx">
                  <dgm:param type="txAnchorVert" val="b"/>
                  <dgm:param type="txAnchorVertCh" val="b"/>
                  <dgm:param type="txAnchorHorzCh" val="ctr"/>
                </dgm:alg>
                <dgm:shape xmlns:r="http://schemas.openxmlformats.org/officeDocument/2006/relationships" type="rect" r:blip="">
                  <dgm:adjLst/>
                </dgm:shape>
                <dgm:presOf axis="desOrSelf" ptType="node"/>
                <dgm:constrLst/>
                <dgm:ruleLst>
                  <dgm:rule type="primFontSz" val="5" fact="NaN" max="NaN"/>
                </dgm:ruleLst>
              </dgm:layoutNode>
              <dgm:layoutNode name="circleA">
                <dgm:alg type="sp"/>
                <dgm:shape xmlns:r="http://schemas.openxmlformats.org/officeDocument/2006/relationships" type="ellipse" r:blip="">
                  <dgm:adjLst/>
                </dgm:shape>
                <dgm:presOf/>
                <dgm:constrLst/>
                <dgm:ruleLst/>
              </dgm:layoutNode>
              <dgm:layoutNode name="spaceA">
                <dgm:alg type="sp"/>
                <dgm:shape xmlns:r="http://schemas.openxmlformats.org/officeDocument/2006/relationships" r:blip="">
                  <dgm:adjLst/>
                </dgm:shape>
                <dgm:presOf/>
                <dgm:constrLst/>
                <dgm:ruleLst/>
              </dgm:layoutNode>
            </dgm:layoutNode>
          </dgm:if>
          <dgm:else name="Name13">
            <dgm:layoutNode name="compositeB">
              <dgm:alg type="composite"/>
              <dgm:shape xmlns:r="http://schemas.openxmlformats.org/officeDocument/2006/relationships" r:blip="">
                <dgm:adjLst/>
              </dgm:shape>
              <dgm:presOf/>
              <dgm:constrLst>
                <dgm:constr type="w" for="ch" forName="textB" refType="w"/>
                <dgm:constr type="h" for="ch" forName="textB" refType="h" fact="0.4"/>
                <dgm:constr type="b" for="ch" forName="textB" refType="h"/>
                <dgm:constr type="l" for="ch" forName="textB"/>
                <dgm:constr type="h" for="ch" forName="circleB" refType="h" fact="0.1"/>
                <dgm:constr type="w" for="ch" forName="circleB" refType="h" refFor="ch" refForName="circleB" op="equ"/>
                <dgm:constr type="h" for="ch" forName="circleB" refType="w" op="lte"/>
                <dgm:constr type="ctrY" for="ch" forName="circleB" refType="h" fact="0.5"/>
                <dgm:constr type="ctrX" for="ch" forName="circleB" refType="w" refFor="ch" refForName="textB" fact="0.5"/>
                <dgm:constr type="w" for="ch" forName="spaceB" refType="w"/>
                <dgm:constr type="h" for="ch" forName="spaceB" refType="h" fact="0.4"/>
                <dgm:constr type="t" for="ch" forName="spaceB"/>
                <dgm:constr type="l" for="ch" forName="spaceB"/>
              </dgm:constrLst>
              <dgm:ruleLst/>
              <dgm:layoutNode name="textB" styleLbl="revTx">
                <dgm:varLst>
                  <dgm:bulletEnabled val="1"/>
                </dgm:varLst>
                <dgm:alg type="tx">
                  <dgm:param type="txAnchorVert" val="t"/>
                  <dgm:param type="txAnchorVertCh" val="t"/>
                  <dgm:param type="txAnchorHorzCh" val="ctr"/>
                </dgm:alg>
                <dgm:shape xmlns:r="http://schemas.openxmlformats.org/officeDocument/2006/relationships" type="rect" r:blip="">
                  <dgm:adjLst/>
                </dgm:shape>
                <dgm:presOf axis="desOrSelf" ptType="node"/>
                <dgm:constrLst/>
                <dgm:ruleLst>
                  <dgm:rule type="primFontSz" val="5" fact="NaN" max="NaN"/>
                </dgm:ruleLst>
              </dgm:layoutNode>
              <dgm:layoutNode name="circleB">
                <dgm:alg type="sp"/>
                <dgm:shape xmlns:r="http://schemas.openxmlformats.org/officeDocument/2006/relationships" type="ellipse" r:blip="">
                  <dgm:adjLst/>
                </dgm:shape>
                <dgm:presOf/>
                <dgm:constrLst/>
                <dgm:ruleLst/>
              </dgm:layoutNode>
              <dgm:layoutNode name="spaceB">
                <dgm:alg type="sp"/>
                <dgm:shape xmlns:r="http://schemas.openxmlformats.org/officeDocument/2006/relationships" r:blip="">
                  <dgm:adjLst/>
                </dgm:shape>
                <dgm:presOf/>
                <dgm:constrLst/>
                <dgm:ruleLst/>
              </dgm:layoutNode>
            </dgm:layoutNode>
          </dgm:else>
        </dgm:choose>
        <dgm:forEach name="Name14" axis="followSib" ptType="sibTrans" cnt="1">
          <dgm:layoutNode name="space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0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4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5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6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0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1.xml><?xml version="1.0" encoding="utf-8"?>
<dgm:layoutDef xmlns:dgm="http://schemas.openxmlformats.org/drawingml/2006/diagram" xmlns:a="http://schemas.openxmlformats.org/drawingml/2006/main" uniqueId="urn:microsoft.com/office/officeart/2008/layout/PictureStrips">
  <dgm:title val=""/>
  <dgm:desc val=""/>
  <dgm:catLst>
    <dgm:cat type="list" pri="12500"/>
    <dgm:cat type="picture" pri="13000"/>
    <dgm:cat type="pictureconvert" pri="13000"/>
  </dgm:catLst>
  <dgm:samp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</dgm:ptLst>
      <dgm:cxnLst>
        <dgm:cxn modelId="40" srcId="0" destId="10" srcOrd="0" destOrd="0"/>
        <dgm:cxn modelId="50" srcId="0" destId="20" srcOrd="1" destOrd="0"/>
        <dgm:cxn modelId="60" srcId="0" destId="30" srcOrd="2" destOrd="0"/>
      </dgm:cxnLst>
      <dgm:bg/>
      <dgm:whole/>
    </dgm:dataModel>
  </dgm:sampData>
  <dgm:styleData>
    <dgm:dataModel>
      <dgm:ptLst>
        <dgm:pt modelId="0" type="doc"/>
        <dgm:pt modelId="10">
          <dgm:prSet phldr="1"/>
        </dgm:pt>
        <dgm:pt modelId="20">
          <dgm:prSet phldr="1"/>
        </dgm:pt>
      </dgm:ptLst>
      <dgm:cxnLst>
        <dgm:cxn modelId="40" srcId="0" destId="10" srcOrd="0" destOrd="0"/>
        <dgm:cxn modelId="50" srcId="0" destId="20" srcOrd="1" destOrd="0"/>
      </dgm:cxnLst>
      <dgm:bg/>
      <dgm:whole/>
    </dgm:dataModel>
  </dgm:styleData>
  <dgm:clr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  <dgm:pt modelId="40">
          <dgm:prSet phldr="1"/>
        </dgm:pt>
      </dgm:ptLst>
      <dgm:cxnLst>
        <dgm:cxn modelId="40" srcId="0" destId="10" srcOrd="0" destOrd="0"/>
        <dgm:cxn modelId="50" srcId="0" destId="20" srcOrd="1" destOrd="0"/>
        <dgm:cxn modelId="60" srcId="0" destId="30" srcOrd="2" destOrd="0"/>
        <dgm:cxn modelId="70" srcId="0" destId="40" srcOrd="2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snake">
          <dgm:param type="off" val="ctr"/>
        </dgm:alg>
      </dgm:if>
      <dgm:else name="Name3">
        <dgm:alg type="snake">
          <dgm:param type="off" val="ctr"/>
          <dgm:param type="grDir" val="tR"/>
        </dgm:alg>
      </dgm:else>
    </dgm:choose>
    <dgm:shape xmlns:r="http://schemas.openxmlformats.org/officeDocument/2006/relationships" r:blip="">
      <dgm:adjLst/>
    </dgm:shape>
    <dgm:constrLst>
      <dgm:constr type="primFontSz" for="des" ptType="node" op="equ" val="65"/>
      <dgm:constr type="w" for="ch" forName="composite" refType="w"/>
      <dgm:constr type="h" for="ch" forName="composite" refType="h"/>
      <dgm:constr type="sp" refType="h" refFor="ch" refForName="composite" op="equ" fact="0.1"/>
      <dgm:constr type="h" for="ch" forName="sibTrans" refType="h" refFor="ch" refForName="composite" op="equ" fact="0.1"/>
      <dgm:constr type="w" for="ch" forName="sibTrans" refType="h" refFor="ch" refForName="sibTrans" op="equ"/>
    </dgm:constrLst>
    <dgm:forEach name="nodesForEach" axis="ch" ptType="node">
      <dgm:layoutNode name="composite">
        <dgm:alg type="composite">
          <dgm:param type="ar" val="3"/>
        </dgm:alg>
        <dgm:shape xmlns:r="http://schemas.openxmlformats.org/officeDocument/2006/relationships" r:blip="">
          <dgm:adjLst/>
        </dgm:shape>
        <dgm:choose name="Name4">
          <dgm:if name="Name5" func="var" arg="dir" op="equ" val="norm">
            <dgm:constrLst>
              <dgm:constr type="l" for="ch" forName="rect1" refType="w" fact="0.04"/>
              <dgm:constr type="t" for="ch" forName="rect1" refType="h" fact="0.13"/>
              <dgm:constr type="w" for="ch" forName="rect1" refType="w" fact="0.96"/>
              <dgm:constr type="h" for="ch" forName="rect1" refType="h" fact="0.9"/>
              <dgm:constr type="l" for="ch" forName="rect2" refType="w" fact="0"/>
              <dgm:constr type="t" for="ch" forName="rect2" refType="h" fact="0"/>
              <dgm:constr type="w" for="ch" forName="rect2" refType="w" fact="0.21"/>
              <dgm:constr type="h" for="ch" forName="rect2" refType="w" fact="0.315"/>
            </dgm:constrLst>
          </dgm:if>
          <dgm:else name="Name6">
            <dgm:constrLst>
              <dgm:constr type="l" for="ch" forName="rect1" refType="w" fact="0"/>
              <dgm:constr type="t" for="ch" forName="rect1" refType="h" fact="0.13"/>
              <dgm:constr type="w" for="ch" forName="rect1" refType="w" fact="0.96"/>
              <dgm:constr type="h" for="ch" forName="rect1" refType="h" fact="0.9"/>
              <dgm:constr type="l" for="ch" forName="rect2" refType="w" fact="0.79"/>
              <dgm:constr type="t" for="ch" forName="rect2" refType="h" fact="0"/>
              <dgm:constr type="w" for="ch" forName="rect2" refType="w" fact="0.21"/>
              <dgm:constr type="h" for="ch" forName="rect2" refType="w" fact="0.315"/>
            </dgm:constrLst>
          </dgm:else>
        </dgm:choose>
        <dgm:layoutNode name="rect1" styleLbl="trAlignAcc1">
          <dgm:varLst>
            <dgm:bulletEnabled val="1"/>
          </dgm:varLst>
          <dgm:alg type="tx">
            <dgm:param type="parTxLTRAlign" val="l"/>
          </dgm:alg>
          <dgm:shape xmlns:r="http://schemas.openxmlformats.org/officeDocument/2006/relationships" type="rect" r:blip="">
            <dgm:adjLst/>
          </dgm:shape>
          <dgm:presOf axis="desOrSelf" ptType="node"/>
          <dgm:choose name="Name7">
            <dgm:if name="Name8" func="var" arg="dir" op="equ" val="norm">
              <dgm:constrLst>
                <dgm:constr type="lMarg" refType="w" fact="0.6"/>
                <dgm:constr type="rMarg" refType="primFontSz" fact="0.3"/>
                <dgm:constr type="tMarg" refType="primFontSz" fact="0.3"/>
                <dgm:constr type="bMarg" refType="primFontSz" fact="0.3"/>
              </dgm:constrLst>
            </dgm:if>
            <dgm:else name="Name9">
              <dgm:constrLst>
                <dgm:constr type="lMarg" refType="primFontSz" fact="0.3"/>
                <dgm:constr type="rMarg" refType="w" fact="0.6"/>
                <dgm:constr type="tMarg" refType="primFontSz" fact="0.3"/>
                <dgm:constr type="bMarg" refType="primFontSz" fact="0.3"/>
              </dgm:constrLst>
            </dgm:else>
          </dgm:choose>
          <dgm:ruleLst>
            <dgm:rule type="primFontSz" val="5" fact="NaN" max="NaN"/>
          </dgm:ruleLst>
        </dgm:layoutNode>
        <dgm:layoutNode name="rect2" styleLbl="fgImgPlace1">
          <dgm:alg type="sp"/>
          <dgm:shape xmlns:r="http://schemas.openxmlformats.org/officeDocument/2006/relationships" type="rect" r:blip="" blipPhldr="1">
            <dgm:adjLst/>
          </dgm:shape>
          <dgm:presOf/>
        </dgm:layoutNode>
      </dgm:layoutNode>
      <dgm:forEach name="sibTransForEach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</dgm:layoutNode>
      </dgm:forEach>
    </dgm:forEach>
  </dgm:layoutNode>
</dgm:layoutDef>
</file>

<file path=ppt/diagrams/layout22.xml><?xml version="1.0" encoding="utf-8"?>
<dgm:layoutDef xmlns:dgm="http://schemas.openxmlformats.org/drawingml/2006/diagram" xmlns:a="http://schemas.openxmlformats.org/drawingml/2006/main" uniqueId="urn:microsoft.com/office/officeart/2008/layout/PictureStrips">
  <dgm:title val=""/>
  <dgm:desc val=""/>
  <dgm:catLst>
    <dgm:cat type="list" pri="12500"/>
    <dgm:cat type="picture" pri="13000"/>
    <dgm:cat type="pictureconvert" pri="13000"/>
  </dgm:catLst>
  <dgm:samp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</dgm:ptLst>
      <dgm:cxnLst>
        <dgm:cxn modelId="40" srcId="0" destId="10" srcOrd="0" destOrd="0"/>
        <dgm:cxn modelId="50" srcId="0" destId="20" srcOrd="1" destOrd="0"/>
        <dgm:cxn modelId="60" srcId="0" destId="30" srcOrd="2" destOrd="0"/>
      </dgm:cxnLst>
      <dgm:bg/>
      <dgm:whole/>
    </dgm:dataModel>
  </dgm:sampData>
  <dgm:styleData>
    <dgm:dataModel>
      <dgm:ptLst>
        <dgm:pt modelId="0" type="doc"/>
        <dgm:pt modelId="10">
          <dgm:prSet phldr="1"/>
        </dgm:pt>
        <dgm:pt modelId="20">
          <dgm:prSet phldr="1"/>
        </dgm:pt>
      </dgm:ptLst>
      <dgm:cxnLst>
        <dgm:cxn modelId="40" srcId="0" destId="10" srcOrd="0" destOrd="0"/>
        <dgm:cxn modelId="50" srcId="0" destId="20" srcOrd="1" destOrd="0"/>
      </dgm:cxnLst>
      <dgm:bg/>
      <dgm:whole/>
    </dgm:dataModel>
  </dgm:styleData>
  <dgm:clr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  <dgm:pt modelId="40">
          <dgm:prSet phldr="1"/>
        </dgm:pt>
      </dgm:ptLst>
      <dgm:cxnLst>
        <dgm:cxn modelId="40" srcId="0" destId="10" srcOrd="0" destOrd="0"/>
        <dgm:cxn modelId="50" srcId="0" destId="20" srcOrd="1" destOrd="0"/>
        <dgm:cxn modelId="60" srcId="0" destId="30" srcOrd="2" destOrd="0"/>
        <dgm:cxn modelId="70" srcId="0" destId="40" srcOrd="2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snake">
          <dgm:param type="off" val="ctr"/>
        </dgm:alg>
      </dgm:if>
      <dgm:else name="Name3">
        <dgm:alg type="snake">
          <dgm:param type="off" val="ctr"/>
          <dgm:param type="grDir" val="tR"/>
        </dgm:alg>
      </dgm:else>
    </dgm:choose>
    <dgm:shape xmlns:r="http://schemas.openxmlformats.org/officeDocument/2006/relationships" r:blip="">
      <dgm:adjLst/>
    </dgm:shape>
    <dgm:constrLst>
      <dgm:constr type="primFontSz" for="des" ptType="node" op="equ" val="65"/>
      <dgm:constr type="w" for="ch" forName="composite" refType="w"/>
      <dgm:constr type="h" for="ch" forName="composite" refType="h"/>
      <dgm:constr type="sp" refType="h" refFor="ch" refForName="composite" op="equ" fact="0.1"/>
      <dgm:constr type="h" for="ch" forName="sibTrans" refType="h" refFor="ch" refForName="composite" op="equ" fact="0.1"/>
      <dgm:constr type="w" for="ch" forName="sibTrans" refType="h" refFor="ch" refForName="sibTrans" op="equ"/>
    </dgm:constrLst>
    <dgm:forEach name="nodesForEach" axis="ch" ptType="node">
      <dgm:layoutNode name="composite">
        <dgm:alg type="composite">
          <dgm:param type="ar" val="3"/>
        </dgm:alg>
        <dgm:shape xmlns:r="http://schemas.openxmlformats.org/officeDocument/2006/relationships" r:blip="">
          <dgm:adjLst/>
        </dgm:shape>
        <dgm:choose name="Name4">
          <dgm:if name="Name5" func="var" arg="dir" op="equ" val="norm">
            <dgm:constrLst>
              <dgm:constr type="l" for="ch" forName="rect1" refType="w" fact="0.04"/>
              <dgm:constr type="t" for="ch" forName="rect1" refType="h" fact="0.13"/>
              <dgm:constr type="w" for="ch" forName="rect1" refType="w" fact="0.96"/>
              <dgm:constr type="h" for="ch" forName="rect1" refType="h" fact="0.9"/>
              <dgm:constr type="l" for="ch" forName="rect2" refType="w" fact="0"/>
              <dgm:constr type="t" for="ch" forName="rect2" refType="h" fact="0"/>
              <dgm:constr type="w" for="ch" forName="rect2" refType="w" fact="0.21"/>
              <dgm:constr type="h" for="ch" forName="rect2" refType="w" fact="0.315"/>
            </dgm:constrLst>
          </dgm:if>
          <dgm:else name="Name6">
            <dgm:constrLst>
              <dgm:constr type="l" for="ch" forName="rect1" refType="w" fact="0"/>
              <dgm:constr type="t" for="ch" forName="rect1" refType="h" fact="0.13"/>
              <dgm:constr type="w" for="ch" forName="rect1" refType="w" fact="0.96"/>
              <dgm:constr type="h" for="ch" forName="rect1" refType="h" fact="0.9"/>
              <dgm:constr type="l" for="ch" forName="rect2" refType="w" fact="0.79"/>
              <dgm:constr type="t" for="ch" forName="rect2" refType="h" fact="0"/>
              <dgm:constr type="w" for="ch" forName="rect2" refType="w" fact="0.21"/>
              <dgm:constr type="h" for="ch" forName="rect2" refType="w" fact="0.315"/>
            </dgm:constrLst>
          </dgm:else>
        </dgm:choose>
        <dgm:layoutNode name="rect1" styleLbl="trAlignAcc1">
          <dgm:varLst>
            <dgm:bulletEnabled val="1"/>
          </dgm:varLst>
          <dgm:alg type="tx">
            <dgm:param type="parTxLTRAlign" val="l"/>
          </dgm:alg>
          <dgm:shape xmlns:r="http://schemas.openxmlformats.org/officeDocument/2006/relationships" type="rect" r:blip="">
            <dgm:adjLst/>
          </dgm:shape>
          <dgm:presOf axis="desOrSelf" ptType="node"/>
          <dgm:choose name="Name7">
            <dgm:if name="Name8" func="var" arg="dir" op="equ" val="norm">
              <dgm:constrLst>
                <dgm:constr type="lMarg" refType="w" fact="0.6"/>
                <dgm:constr type="rMarg" refType="primFontSz" fact="0.3"/>
                <dgm:constr type="tMarg" refType="primFontSz" fact="0.3"/>
                <dgm:constr type="bMarg" refType="primFontSz" fact="0.3"/>
              </dgm:constrLst>
            </dgm:if>
            <dgm:else name="Name9">
              <dgm:constrLst>
                <dgm:constr type="lMarg" refType="primFontSz" fact="0.3"/>
                <dgm:constr type="rMarg" refType="w" fact="0.6"/>
                <dgm:constr type="tMarg" refType="primFontSz" fact="0.3"/>
                <dgm:constr type="bMarg" refType="primFontSz" fact="0.3"/>
              </dgm:constrLst>
            </dgm:else>
          </dgm:choose>
          <dgm:ruleLst>
            <dgm:rule type="primFontSz" val="5" fact="NaN" max="NaN"/>
          </dgm:ruleLst>
        </dgm:layoutNode>
        <dgm:layoutNode name="rect2" styleLbl="fgImgPlace1">
          <dgm:alg type="sp"/>
          <dgm:shape xmlns:r="http://schemas.openxmlformats.org/officeDocument/2006/relationships" type="rect" r:blip="" blipPhldr="1">
            <dgm:adjLst/>
          </dgm:shape>
          <dgm:presOf/>
        </dgm:layoutNode>
      </dgm:layoutNode>
      <dgm:forEach name="sibTransForEach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</dgm:layoutNode>
      </dgm:forEach>
    </dgm:forEach>
  </dgm:layoutNode>
</dgm:layoutDef>
</file>

<file path=ppt/diagrams/layout23.xml><?xml version="1.0" encoding="utf-8"?>
<dgm:layoutDef xmlns:dgm="http://schemas.openxmlformats.org/drawingml/2006/diagram" xmlns:a="http://schemas.openxmlformats.org/drawingml/2006/main" uniqueId="urn:microsoft.com/office/officeart/2008/layout/PictureStrips">
  <dgm:title val=""/>
  <dgm:desc val=""/>
  <dgm:catLst>
    <dgm:cat type="list" pri="12500"/>
    <dgm:cat type="picture" pri="13000"/>
    <dgm:cat type="pictureconvert" pri="13000"/>
  </dgm:catLst>
  <dgm:samp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</dgm:ptLst>
      <dgm:cxnLst>
        <dgm:cxn modelId="40" srcId="0" destId="10" srcOrd="0" destOrd="0"/>
        <dgm:cxn modelId="50" srcId="0" destId="20" srcOrd="1" destOrd="0"/>
        <dgm:cxn modelId="60" srcId="0" destId="30" srcOrd="2" destOrd="0"/>
      </dgm:cxnLst>
      <dgm:bg/>
      <dgm:whole/>
    </dgm:dataModel>
  </dgm:sampData>
  <dgm:styleData>
    <dgm:dataModel>
      <dgm:ptLst>
        <dgm:pt modelId="0" type="doc"/>
        <dgm:pt modelId="10">
          <dgm:prSet phldr="1"/>
        </dgm:pt>
        <dgm:pt modelId="20">
          <dgm:prSet phldr="1"/>
        </dgm:pt>
      </dgm:ptLst>
      <dgm:cxnLst>
        <dgm:cxn modelId="40" srcId="0" destId="10" srcOrd="0" destOrd="0"/>
        <dgm:cxn modelId="50" srcId="0" destId="20" srcOrd="1" destOrd="0"/>
      </dgm:cxnLst>
      <dgm:bg/>
      <dgm:whole/>
    </dgm:dataModel>
  </dgm:styleData>
  <dgm:clr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  <dgm:pt modelId="40">
          <dgm:prSet phldr="1"/>
        </dgm:pt>
      </dgm:ptLst>
      <dgm:cxnLst>
        <dgm:cxn modelId="40" srcId="0" destId="10" srcOrd="0" destOrd="0"/>
        <dgm:cxn modelId="50" srcId="0" destId="20" srcOrd="1" destOrd="0"/>
        <dgm:cxn modelId="60" srcId="0" destId="30" srcOrd="2" destOrd="0"/>
        <dgm:cxn modelId="70" srcId="0" destId="40" srcOrd="2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snake">
          <dgm:param type="off" val="ctr"/>
        </dgm:alg>
      </dgm:if>
      <dgm:else name="Name3">
        <dgm:alg type="snake">
          <dgm:param type="off" val="ctr"/>
          <dgm:param type="grDir" val="tR"/>
        </dgm:alg>
      </dgm:else>
    </dgm:choose>
    <dgm:shape xmlns:r="http://schemas.openxmlformats.org/officeDocument/2006/relationships" r:blip="">
      <dgm:adjLst/>
    </dgm:shape>
    <dgm:constrLst>
      <dgm:constr type="primFontSz" for="des" ptType="node" op="equ" val="65"/>
      <dgm:constr type="w" for="ch" forName="composite" refType="w"/>
      <dgm:constr type="h" for="ch" forName="composite" refType="h"/>
      <dgm:constr type="sp" refType="h" refFor="ch" refForName="composite" op="equ" fact="0.1"/>
      <dgm:constr type="h" for="ch" forName="sibTrans" refType="h" refFor="ch" refForName="composite" op="equ" fact="0.1"/>
      <dgm:constr type="w" for="ch" forName="sibTrans" refType="h" refFor="ch" refForName="sibTrans" op="equ"/>
    </dgm:constrLst>
    <dgm:forEach name="nodesForEach" axis="ch" ptType="node">
      <dgm:layoutNode name="composite">
        <dgm:alg type="composite">
          <dgm:param type="ar" val="3"/>
        </dgm:alg>
        <dgm:shape xmlns:r="http://schemas.openxmlformats.org/officeDocument/2006/relationships" r:blip="">
          <dgm:adjLst/>
        </dgm:shape>
        <dgm:choose name="Name4">
          <dgm:if name="Name5" func="var" arg="dir" op="equ" val="norm">
            <dgm:constrLst>
              <dgm:constr type="l" for="ch" forName="rect1" refType="w" fact="0.04"/>
              <dgm:constr type="t" for="ch" forName="rect1" refType="h" fact="0.13"/>
              <dgm:constr type="w" for="ch" forName="rect1" refType="w" fact="0.96"/>
              <dgm:constr type="h" for="ch" forName="rect1" refType="h" fact="0.9"/>
              <dgm:constr type="l" for="ch" forName="rect2" refType="w" fact="0"/>
              <dgm:constr type="t" for="ch" forName="rect2" refType="h" fact="0"/>
              <dgm:constr type="w" for="ch" forName="rect2" refType="w" fact="0.21"/>
              <dgm:constr type="h" for="ch" forName="rect2" refType="w" fact="0.315"/>
            </dgm:constrLst>
          </dgm:if>
          <dgm:else name="Name6">
            <dgm:constrLst>
              <dgm:constr type="l" for="ch" forName="rect1" refType="w" fact="0"/>
              <dgm:constr type="t" for="ch" forName="rect1" refType="h" fact="0.13"/>
              <dgm:constr type="w" for="ch" forName="rect1" refType="w" fact="0.96"/>
              <dgm:constr type="h" for="ch" forName="rect1" refType="h" fact="0.9"/>
              <dgm:constr type="l" for="ch" forName="rect2" refType="w" fact="0.79"/>
              <dgm:constr type="t" for="ch" forName="rect2" refType="h" fact="0"/>
              <dgm:constr type="w" for="ch" forName="rect2" refType="w" fact="0.21"/>
              <dgm:constr type="h" for="ch" forName="rect2" refType="w" fact="0.315"/>
            </dgm:constrLst>
          </dgm:else>
        </dgm:choose>
        <dgm:layoutNode name="rect1" styleLbl="trAlignAcc1">
          <dgm:varLst>
            <dgm:bulletEnabled val="1"/>
          </dgm:varLst>
          <dgm:alg type="tx">
            <dgm:param type="parTxLTRAlign" val="l"/>
          </dgm:alg>
          <dgm:shape xmlns:r="http://schemas.openxmlformats.org/officeDocument/2006/relationships" type="rect" r:blip="">
            <dgm:adjLst/>
          </dgm:shape>
          <dgm:presOf axis="desOrSelf" ptType="node"/>
          <dgm:choose name="Name7">
            <dgm:if name="Name8" func="var" arg="dir" op="equ" val="norm">
              <dgm:constrLst>
                <dgm:constr type="lMarg" refType="w" fact="0.6"/>
                <dgm:constr type="rMarg" refType="primFontSz" fact="0.3"/>
                <dgm:constr type="tMarg" refType="primFontSz" fact="0.3"/>
                <dgm:constr type="bMarg" refType="primFontSz" fact="0.3"/>
              </dgm:constrLst>
            </dgm:if>
            <dgm:else name="Name9">
              <dgm:constrLst>
                <dgm:constr type="lMarg" refType="primFontSz" fact="0.3"/>
                <dgm:constr type="rMarg" refType="w" fact="0.6"/>
                <dgm:constr type="tMarg" refType="primFontSz" fact="0.3"/>
                <dgm:constr type="bMarg" refType="primFontSz" fact="0.3"/>
              </dgm:constrLst>
            </dgm:else>
          </dgm:choose>
          <dgm:ruleLst>
            <dgm:rule type="primFontSz" val="5" fact="NaN" max="NaN"/>
          </dgm:ruleLst>
        </dgm:layoutNode>
        <dgm:layoutNode name="rect2" styleLbl="fgImgPlace1">
          <dgm:alg type="sp"/>
          <dgm:shape xmlns:r="http://schemas.openxmlformats.org/officeDocument/2006/relationships" type="rect" r:blip="" blipPhldr="1">
            <dgm:adjLst/>
          </dgm:shape>
          <dgm:presOf/>
        </dgm:layoutNode>
      </dgm:layoutNode>
      <dgm:forEach name="sibTransForEach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</dgm:layoutNode>
      </dgm:forEach>
    </dgm:forEach>
  </dgm:layoutNode>
</dgm:layoutDef>
</file>

<file path=ppt/diagrams/layout24.xml><?xml version="1.0" encoding="utf-8"?>
<dgm:layoutDef xmlns:dgm="http://schemas.openxmlformats.org/drawingml/2006/diagram" xmlns:a="http://schemas.openxmlformats.org/drawingml/2006/main" uniqueId="urn:microsoft.com/office/officeart/2008/layout/PictureStrips">
  <dgm:title val=""/>
  <dgm:desc val=""/>
  <dgm:catLst>
    <dgm:cat type="list" pri="12500"/>
    <dgm:cat type="picture" pri="13000"/>
    <dgm:cat type="pictureconvert" pri="13000"/>
  </dgm:catLst>
  <dgm:samp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</dgm:ptLst>
      <dgm:cxnLst>
        <dgm:cxn modelId="40" srcId="0" destId="10" srcOrd="0" destOrd="0"/>
        <dgm:cxn modelId="50" srcId="0" destId="20" srcOrd="1" destOrd="0"/>
        <dgm:cxn modelId="60" srcId="0" destId="30" srcOrd="2" destOrd="0"/>
      </dgm:cxnLst>
      <dgm:bg/>
      <dgm:whole/>
    </dgm:dataModel>
  </dgm:sampData>
  <dgm:styleData>
    <dgm:dataModel>
      <dgm:ptLst>
        <dgm:pt modelId="0" type="doc"/>
        <dgm:pt modelId="10">
          <dgm:prSet phldr="1"/>
        </dgm:pt>
        <dgm:pt modelId="20">
          <dgm:prSet phldr="1"/>
        </dgm:pt>
      </dgm:ptLst>
      <dgm:cxnLst>
        <dgm:cxn modelId="40" srcId="0" destId="10" srcOrd="0" destOrd="0"/>
        <dgm:cxn modelId="50" srcId="0" destId="20" srcOrd="1" destOrd="0"/>
      </dgm:cxnLst>
      <dgm:bg/>
      <dgm:whole/>
    </dgm:dataModel>
  </dgm:styleData>
  <dgm:clr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  <dgm:pt modelId="40">
          <dgm:prSet phldr="1"/>
        </dgm:pt>
      </dgm:ptLst>
      <dgm:cxnLst>
        <dgm:cxn modelId="40" srcId="0" destId="10" srcOrd="0" destOrd="0"/>
        <dgm:cxn modelId="50" srcId="0" destId="20" srcOrd="1" destOrd="0"/>
        <dgm:cxn modelId="60" srcId="0" destId="30" srcOrd="2" destOrd="0"/>
        <dgm:cxn modelId="70" srcId="0" destId="40" srcOrd="2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snake">
          <dgm:param type="off" val="ctr"/>
        </dgm:alg>
      </dgm:if>
      <dgm:else name="Name3">
        <dgm:alg type="snake">
          <dgm:param type="off" val="ctr"/>
          <dgm:param type="grDir" val="tR"/>
        </dgm:alg>
      </dgm:else>
    </dgm:choose>
    <dgm:shape xmlns:r="http://schemas.openxmlformats.org/officeDocument/2006/relationships" r:blip="">
      <dgm:adjLst/>
    </dgm:shape>
    <dgm:constrLst>
      <dgm:constr type="primFontSz" for="des" ptType="node" op="equ" val="65"/>
      <dgm:constr type="w" for="ch" forName="composite" refType="w"/>
      <dgm:constr type="h" for="ch" forName="composite" refType="h"/>
      <dgm:constr type="sp" refType="h" refFor="ch" refForName="composite" op="equ" fact="0.1"/>
      <dgm:constr type="h" for="ch" forName="sibTrans" refType="h" refFor="ch" refForName="composite" op="equ" fact="0.1"/>
      <dgm:constr type="w" for="ch" forName="sibTrans" refType="h" refFor="ch" refForName="sibTrans" op="equ"/>
    </dgm:constrLst>
    <dgm:forEach name="nodesForEach" axis="ch" ptType="node">
      <dgm:layoutNode name="composite">
        <dgm:alg type="composite">
          <dgm:param type="ar" val="3"/>
        </dgm:alg>
        <dgm:shape xmlns:r="http://schemas.openxmlformats.org/officeDocument/2006/relationships" r:blip="">
          <dgm:adjLst/>
        </dgm:shape>
        <dgm:choose name="Name4">
          <dgm:if name="Name5" func="var" arg="dir" op="equ" val="norm">
            <dgm:constrLst>
              <dgm:constr type="l" for="ch" forName="rect1" refType="w" fact="0.04"/>
              <dgm:constr type="t" for="ch" forName="rect1" refType="h" fact="0.13"/>
              <dgm:constr type="w" for="ch" forName="rect1" refType="w" fact="0.96"/>
              <dgm:constr type="h" for="ch" forName="rect1" refType="h" fact="0.9"/>
              <dgm:constr type="l" for="ch" forName="rect2" refType="w" fact="0"/>
              <dgm:constr type="t" for="ch" forName="rect2" refType="h" fact="0"/>
              <dgm:constr type="w" for="ch" forName="rect2" refType="w" fact="0.21"/>
              <dgm:constr type="h" for="ch" forName="rect2" refType="w" fact="0.315"/>
            </dgm:constrLst>
          </dgm:if>
          <dgm:else name="Name6">
            <dgm:constrLst>
              <dgm:constr type="l" for="ch" forName="rect1" refType="w" fact="0"/>
              <dgm:constr type="t" for="ch" forName="rect1" refType="h" fact="0.13"/>
              <dgm:constr type="w" for="ch" forName="rect1" refType="w" fact="0.96"/>
              <dgm:constr type="h" for="ch" forName="rect1" refType="h" fact="0.9"/>
              <dgm:constr type="l" for="ch" forName="rect2" refType="w" fact="0.79"/>
              <dgm:constr type="t" for="ch" forName="rect2" refType="h" fact="0"/>
              <dgm:constr type="w" for="ch" forName="rect2" refType="w" fact="0.21"/>
              <dgm:constr type="h" for="ch" forName="rect2" refType="w" fact="0.315"/>
            </dgm:constrLst>
          </dgm:else>
        </dgm:choose>
        <dgm:layoutNode name="rect1" styleLbl="trAlignAcc1">
          <dgm:varLst>
            <dgm:bulletEnabled val="1"/>
          </dgm:varLst>
          <dgm:alg type="tx">
            <dgm:param type="parTxLTRAlign" val="l"/>
          </dgm:alg>
          <dgm:shape xmlns:r="http://schemas.openxmlformats.org/officeDocument/2006/relationships" type="rect" r:blip="">
            <dgm:adjLst/>
          </dgm:shape>
          <dgm:presOf axis="desOrSelf" ptType="node"/>
          <dgm:choose name="Name7">
            <dgm:if name="Name8" func="var" arg="dir" op="equ" val="norm">
              <dgm:constrLst>
                <dgm:constr type="lMarg" refType="w" fact="0.6"/>
                <dgm:constr type="rMarg" refType="primFontSz" fact="0.3"/>
                <dgm:constr type="tMarg" refType="primFontSz" fact="0.3"/>
                <dgm:constr type="bMarg" refType="primFontSz" fact="0.3"/>
              </dgm:constrLst>
            </dgm:if>
            <dgm:else name="Name9">
              <dgm:constrLst>
                <dgm:constr type="lMarg" refType="primFontSz" fact="0.3"/>
                <dgm:constr type="rMarg" refType="w" fact="0.6"/>
                <dgm:constr type="tMarg" refType="primFontSz" fact="0.3"/>
                <dgm:constr type="bMarg" refType="primFontSz" fact="0.3"/>
              </dgm:constrLst>
            </dgm:else>
          </dgm:choose>
          <dgm:ruleLst>
            <dgm:rule type="primFontSz" val="5" fact="NaN" max="NaN"/>
          </dgm:ruleLst>
        </dgm:layoutNode>
        <dgm:layoutNode name="rect2" styleLbl="fgImgPlace1">
          <dgm:alg type="sp"/>
          <dgm:shape xmlns:r="http://schemas.openxmlformats.org/officeDocument/2006/relationships" type="rect" r:blip="" blipPhldr="1">
            <dgm:adjLst/>
          </dgm:shape>
          <dgm:presOf/>
        </dgm:layoutNode>
      </dgm:layoutNode>
      <dgm:forEach name="sibTransForEach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</dgm:layoutNode>
      </dgm:forEach>
    </dgm:forEach>
  </dgm:layoutNode>
</dgm:layoutDef>
</file>

<file path=ppt/diagrams/layout25.xml><?xml version="1.0" encoding="utf-8"?>
<dgm:layoutDef xmlns:dgm="http://schemas.openxmlformats.org/drawingml/2006/diagram" xmlns:a="http://schemas.openxmlformats.org/drawingml/2006/main" uniqueId="urn:microsoft.com/office/officeart/2008/layout/PictureStrips">
  <dgm:title val=""/>
  <dgm:desc val=""/>
  <dgm:catLst>
    <dgm:cat type="list" pri="12500"/>
    <dgm:cat type="picture" pri="13000"/>
    <dgm:cat type="pictureconvert" pri="13000"/>
  </dgm:catLst>
  <dgm:samp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</dgm:ptLst>
      <dgm:cxnLst>
        <dgm:cxn modelId="40" srcId="0" destId="10" srcOrd="0" destOrd="0"/>
        <dgm:cxn modelId="50" srcId="0" destId="20" srcOrd="1" destOrd="0"/>
        <dgm:cxn modelId="60" srcId="0" destId="30" srcOrd="2" destOrd="0"/>
      </dgm:cxnLst>
      <dgm:bg/>
      <dgm:whole/>
    </dgm:dataModel>
  </dgm:sampData>
  <dgm:styleData>
    <dgm:dataModel>
      <dgm:ptLst>
        <dgm:pt modelId="0" type="doc"/>
        <dgm:pt modelId="10">
          <dgm:prSet phldr="1"/>
        </dgm:pt>
        <dgm:pt modelId="20">
          <dgm:prSet phldr="1"/>
        </dgm:pt>
      </dgm:ptLst>
      <dgm:cxnLst>
        <dgm:cxn modelId="40" srcId="0" destId="10" srcOrd="0" destOrd="0"/>
        <dgm:cxn modelId="50" srcId="0" destId="20" srcOrd="1" destOrd="0"/>
      </dgm:cxnLst>
      <dgm:bg/>
      <dgm:whole/>
    </dgm:dataModel>
  </dgm:styleData>
  <dgm:clr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  <dgm:pt modelId="40">
          <dgm:prSet phldr="1"/>
        </dgm:pt>
      </dgm:ptLst>
      <dgm:cxnLst>
        <dgm:cxn modelId="40" srcId="0" destId="10" srcOrd="0" destOrd="0"/>
        <dgm:cxn modelId="50" srcId="0" destId="20" srcOrd="1" destOrd="0"/>
        <dgm:cxn modelId="60" srcId="0" destId="30" srcOrd="2" destOrd="0"/>
        <dgm:cxn modelId="70" srcId="0" destId="40" srcOrd="2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snake">
          <dgm:param type="off" val="ctr"/>
        </dgm:alg>
      </dgm:if>
      <dgm:else name="Name3">
        <dgm:alg type="snake">
          <dgm:param type="off" val="ctr"/>
          <dgm:param type="grDir" val="tR"/>
        </dgm:alg>
      </dgm:else>
    </dgm:choose>
    <dgm:shape xmlns:r="http://schemas.openxmlformats.org/officeDocument/2006/relationships" r:blip="">
      <dgm:adjLst/>
    </dgm:shape>
    <dgm:constrLst>
      <dgm:constr type="primFontSz" for="des" ptType="node" op="equ" val="65"/>
      <dgm:constr type="w" for="ch" forName="composite" refType="w"/>
      <dgm:constr type="h" for="ch" forName="composite" refType="h"/>
      <dgm:constr type="sp" refType="h" refFor="ch" refForName="composite" op="equ" fact="0.1"/>
      <dgm:constr type="h" for="ch" forName="sibTrans" refType="h" refFor="ch" refForName="composite" op="equ" fact="0.1"/>
      <dgm:constr type="w" for="ch" forName="sibTrans" refType="h" refFor="ch" refForName="sibTrans" op="equ"/>
    </dgm:constrLst>
    <dgm:forEach name="nodesForEach" axis="ch" ptType="node">
      <dgm:layoutNode name="composite">
        <dgm:alg type="composite">
          <dgm:param type="ar" val="3"/>
        </dgm:alg>
        <dgm:shape xmlns:r="http://schemas.openxmlformats.org/officeDocument/2006/relationships" r:blip="">
          <dgm:adjLst/>
        </dgm:shape>
        <dgm:choose name="Name4">
          <dgm:if name="Name5" func="var" arg="dir" op="equ" val="norm">
            <dgm:constrLst>
              <dgm:constr type="l" for="ch" forName="rect1" refType="w" fact="0.04"/>
              <dgm:constr type="t" for="ch" forName="rect1" refType="h" fact="0.13"/>
              <dgm:constr type="w" for="ch" forName="rect1" refType="w" fact="0.96"/>
              <dgm:constr type="h" for="ch" forName="rect1" refType="h" fact="0.9"/>
              <dgm:constr type="l" for="ch" forName="rect2" refType="w" fact="0"/>
              <dgm:constr type="t" for="ch" forName="rect2" refType="h" fact="0"/>
              <dgm:constr type="w" for="ch" forName="rect2" refType="w" fact="0.21"/>
              <dgm:constr type="h" for="ch" forName="rect2" refType="w" fact="0.315"/>
            </dgm:constrLst>
          </dgm:if>
          <dgm:else name="Name6">
            <dgm:constrLst>
              <dgm:constr type="l" for="ch" forName="rect1" refType="w" fact="0"/>
              <dgm:constr type="t" for="ch" forName="rect1" refType="h" fact="0.13"/>
              <dgm:constr type="w" for="ch" forName="rect1" refType="w" fact="0.96"/>
              <dgm:constr type="h" for="ch" forName="rect1" refType="h" fact="0.9"/>
              <dgm:constr type="l" for="ch" forName="rect2" refType="w" fact="0.79"/>
              <dgm:constr type="t" for="ch" forName="rect2" refType="h" fact="0"/>
              <dgm:constr type="w" for="ch" forName="rect2" refType="w" fact="0.21"/>
              <dgm:constr type="h" for="ch" forName="rect2" refType="w" fact="0.315"/>
            </dgm:constrLst>
          </dgm:else>
        </dgm:choose>
        <dgm:layoutNode name="rect1" styleLbl="trAlignAcc1">
          <dgm:varLst>
            <dgm:bulletEnabled val="1"/>
          </dgm:varLst>
          <dgm:alg type="tx">
            <dgm:param type="parTxLTRAlign" val="l"/>
          </dgm:alg>
          <dgm:shape xmlns:r="http://schemas.openxmlformats.org/officeDocument/2006/relationships" type="rect" r:blip="">
            <dgm:adjLst/>
          </dgm:shape>
          <dgm:presOf axis="desOrSelf" ptType="node"/>
          <dgm:choose name="Name7">
            <dgm:if name="Name8" func="var" arg="dir" op="equ" val="norm">
              <dgm:constrLst>
                <dgm:constr type="lMarg" refType="w" fact="0.6"/>
                <dgm:constr type="rMarg" refType="primFontSz" fact="0.3"/>
                <dgm:constr type="tMarg" refType="primFontSz" fact="0.3"/>
                <dgm:constr type="bMarg" refType="primFontSz" fact="0.3"/>
              </dgm:constrLst>
            </dgm:if>
            <dgm:else name="Name9">
              <dgm:constrLst>
                <dgm:constr type="lMarg" refType="primFontSz" fact="0.3"/>
                <dgm:constr type="rMarg" refType="w" fact="0.6"/>
                <dgm:constr type="tMarg" refType="primFontSz" fact="0.3"/>
                <dgm:constr type="bMarg" refType="primFontSz" fact="0.3"/>
              </dgm:constrLst>
            </dgm:else>
          </dgm:choose>
          <dgm:ruleLst>
            <dgm:rule type="primFontSz" val="5" fact="NaN" max="NaN"/>
          </dgm:ruleLst>
        </dgm:layoutNode>
        <dgm:layoutNode name="rect2" styleLbl="fgImgPlace1">
          <dgm:alg type="sp"/>
          <dgm:shape xmlns:r="http://schemas.openxmlformats.org/officeDocument/2006/relationships" type="rect" r:blip="" blipPhldr="1">
            <dgm:adjLst/>
          </dgm:shape>
          <dgm:presOf/>
        </dgm:layoutNode>
      </dgm:layoutNode>
      <dgm:forEach name="sibTransForEach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</dgm:layoutNode>
      </dgm:forEach>
    </dgm:forEach>
  </dgm:layoutNode>
</dgm:layoutDef>
</file>

<file path=ppt/diagrams/layout2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8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29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0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3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4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5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6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8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3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0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41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42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43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44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45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46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47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48.xml><?xml version="1.0" encoding="utf-8"?>
<dgm:layoutDef xmlns:dgm="http://schemas.openxmlformats.org/drawingml/2006/diagram" xmlns:a="http://schemas.openxmlformats.org/drawingml/2006/main" uniqueId="urn:microsoft.com/office/officeart/2018/2/layout/IconLabelList">
  <dgm:title val="Icon Label List"/>
  <dgm:desc val="Use to show non-sequential or grouped chunks of information accompanied by a related visuals. Works best with icons or small pictures with short text ca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snake">
          <dgm:param type="grDir" val="tL"/>
          <dgm:param type="flowDir" val="row"/>
          <dgm:param type="contDir" val="sameDir"/>
          <dgm:param type="off" val="ctr"/>
          <dgm:param type="vertAlign" val="mid"/>
          <dgm:param type="horzAlign" val="ctr"/>
        </dgm:alg>
      </dgm:if>
      <dgm:else name="Name2">
        <dgm:alg type="snake">
          <dgm:param type="grDir" val="tR"/>
          <dgm:param type="flowDir" val="row"/>
          <dgm:param type="contDir" val="sameDir"/>
          <dgm:param type="off" val="ctr"/>
          <dgm:param type="vertAlign" val="mid"/>
          <dgm:param type="horzAlign" val="ct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2">
        <dgm:constrLst>
          <dgm:constr type="h" for="ch" forName="compNode" refType="h" fact="0.4"/>
          <dgm:constr type="w" for="ch" forName="compNode" val="120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50"/>
          <dgm:constr type="h" for="des" forName="compNode" op="equ"/>
          <dgm:constr type="h" for="des" forName="textRect" op="equ"/>
        </dgm:constrLst>
      </dgm:if>
      <dgm:if name="Name5" axis="ch" ptType="node" func="cnt" op="lte" val="4">
        <dgm:constrLst>
          <dgm:constr type="h" for="ch" forName="compNode" refType="h" fact="0.4"/>
          <dgm:constr type="w" for="ch" forName="compNode" refType="w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36"/>
          <dgm:constr type="h" for="des" forName="compNode" op="equ"/>
          <dgm:constr type="h" for="des" forName="textRect" op="equ"/>
        </dgm:constrLst>
      </dgm:if>
      <dgm:else name="Name6">
        <dgm:constrLst>
          <dgm:constr type="h" for="ch" forName="compNode" refType="h" fact="0.4"/>
          <dgm:constr type="w" for="ch" forName="compNode" refType="w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24"/>
          <dgm:constr type="h" for="des" forName="compNode" op="equ"/>
          <dgm:constr type="h" for="des" forName="textRect" op="equ"/>
        </dgm:constrLst>
      </dgm:else>
    </dgm:choose>
    <dgm:ruleLst>
      <dgm:rule type="w" for="ch" forName="compNode" val="50" fact="NaN" max="NaN"/>
    </dgm:ruleLst>
    <dgm:forEach name="Name7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4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h" for="ch" forName="spaceRect" refType="h" fact="0.15"/>
          <dgm:constr type="w" for="ch" forName="spaceRect" refType="w"/>
          <dgm:constr type="l" for="ch" forName="spaceRect"/>
          <dgm:constr type="t" for="ch" forName="spaceRect" refType="b" refFor="ch" refForName="iconRect"/>
          <dgm:constr type="h" for="ch" forName="textRect" val="20"/>
          <dgm:constr type="w" for="ch" forName="textRect" refType="w"/>
          <dgm:constr type="l" for="ch" forName="textRect"/>
          <dgm:constr type="t" for="ch" forName="textRect" refType="b" refFor="ch" refForName="spaceRect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textRect" styleLbl="revTx">
          <dgm:varLst>
            <dgm:chMax val="1"/>
            <dgm:chPref val="1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1" fact="NaN" max="NaN"/>
            <dgm:rule type="h" val="INF" fact="NaN" max="NaN"/>
          </dgm:ruleLst>
        </dgm:layoutNode>
      </dgm:layoutNode>
      <dgm:forEach name="Name8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</dgm1612:lstStyle>
    </a:ext>
  </dgm:extLst>
</dgm:layoutDef>
</file>

<file path=ppt/diagrams/layout49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50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51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52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53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54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5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7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58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5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0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61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6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3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64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65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66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6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8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69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70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71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72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73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74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75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76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77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78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79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80.xml><?xml version="1.0" encoding="utf-8"?>
<dgm:layoutDef xmlns:dgm="http://schemas.openxmlformats.org/drawingml/2006/diagram" xmlns:a="http://schemas.openxmlformats.org/drawingml/2006/main" uniqueId="urn:microsoft.com/office/officeart/2005/8/layout/lProcess2">
  <dgm:title val=""/>
  <dgm:desc val=""/>
  <dgm:catLst>
    <dgm:cat type="list" pri="10000"/>
    <dgm:cat type="relationship" pri="13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14" srcId="1" destId="12" srcOrd="0" destOrd="0"/>
        <dgm:cxn modelId="23" srcId="2" destId="21" srcOrd="0" destOrd="0"/>
        <dgm:cxn modelId="24" srcId="2" destId="22" srcOrd="0" destOrd="0"/>
        <dgm:cxn modelId="33" srcId="3" destId="31" srcOrd="0" destOrd="0"/>
        <dgm:cxn modelId="34" srcId="3" destId="32" srcOrd="0" destOrd="0"/>
      </dgm:cxnLst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theList">
    <dgm:varLst>
      <dgm:dir/>
      <dgm:animLvl val="lvl"/>
      <dgm:resizeHandles val="exact"/>
    </dgm:varLst>
    <dgm:choose name="Name0">
      <dgm:if name="Name1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ompNode" refType="w"/>
      <dgm:constr type="h" for="ch" forName="compNode" refType="h"/>
      <dgm:constr type="w" for="ch" forName="aSpace" refType="w" fact="0.075"/>
      <dgm:constr type="h" for="des" forName="aSpace2" refType="h" fact="0.1"/>
      <dgm:constr type="primFontSz" for="des" forName="textNode" op="equ"/>
      <dgm:constr type="primFontSz" for="des" forName="childNode" op="equ"/>
    </dgm:constrLst>
    <dgm:ruleLst/>
    <dgm:forEach name="aNodeForEach" axis="ch" ptType="node">
      <dgm:layoutNode name="compNode">
        <dgm:alg type="composite"/>
        <dgm:shape xmlns:r="http://schemas.openxmlformats.org/officeDocument/2006/relationships" r:blip="">
          <dgm:adjLst/>
        </dgm:shape>
        <dgm:presOf/>
        <dgm:constrLst>
          <dgm:constr type="w" for="ch" forName="aNode" refType="w"/>
          <dgm:constr type="h" for="ch" forName="aNode" refType="h"/>
          <dgm:constr type="w" for="ch" forName="textNode" refType="w"/>
          <dgm:constr type="h" for="ch" forName="textNode" refType="h" fact="0.3"/>
          <dgm:constr type="ctrX" for="ch" forName="textNode" refType="w" fact="0.5"/>
          <dgm:constr type="w" for="ch" forName="compChildNode" refType="w" fact="0.8"/>
          <dgm:constr type="h" for="ch" forName="compChildNode" refType="h" fact="0.65"/>
          <dgm:constr type="t" for="ch" forName="compChildNode" refType="h" fact="0.3"/>
          <dgm:constr type="ctrX" for="ch" forName="compChildNode" refType="w" fact="0.5"/>
        </dgm:constrLst>
        <dgm:ruleLst/>
        <dgm:layoutNode name="aNode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 axis="self"/>
          <dgm:constrLst/>
          <dgm:ruleLst/>
        </dgm:layoutNode>
        <dgm:layoutNode name="textNode" styleLbl="bgShp">
          <dgm:alg type="tx"/>
          <dgm:shape xmlns:r="http://schemas.openxmlformats.org/officeDocument/2006/relationships" type="rect" r:blip="" hideGeom="1">
            <dgm:adjLst>
              <dgm:adj idx="1" val="0.1"/>
            </dgm:adjLst>
          </dgm:shape>
          <dgm:presOf axis="self"/>
          <dgm:constrLst>
            <dgm:constr type="primFontSz" val="65"/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  <dgm:layoutNode name="compChildNode">
          <dgm:alg type="composite"/>
          <dgm:shape xmlns:r="http://schemas.openxmlformats.org/officeDocument/2006/relationships" r:blip="">
            <dgm:adjLst/>
          </dgm:shape>
          <dgm:presOf/>
          <dgm:constrLst>
            <dgm:constr type="w" for="des" forName="childNode" refType="w"/>
            <dgm:constr type="h" for="des" forName="childNode" refType="h"/>
          </dgm:constrLst>
          <dgm:ruleLst/>
          <dgm:layoutNode name="theInnerList">
            <dgm:alg type="lin">
              <dgm:param type="linDir" val="fromT"/>
            </dgm:alg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childNodeForEach" axis="ch" ptType="node">
              <dgm:layoutNode name="childNode" styleLbl="node1">
                <dgm:varLst>
                  <dgm:bulletEnabled val="1"/>
                </dgm:varLst>
                <dgm:alg type="tx"/>
                <dgm:shape xmlns:r="http://schemas.openxmlformats.org/officeDocument/2006/relationships" type="roundRect" r:blip="">
                  <dgm:adjLst>
                    <dgm:adj idx="1" val="0.1"/>
                  </dgm:adjLst>
                </dgm:shape>
                <dgm:presOf axis="desOrSelf" ptType="node"/>
                <dgm:constrLst>
                  <dgm:constr type="primFontSz" val="65"/>
                  <dgm:constr type="tMarg" refType="primFontSz" fact="0.15"/>
                  <dgm:constr type="bMarg" refType="primFontSz" fact="0.15"/>
                  <dgm:constr type="lMarg" refType="primFontSz" fact="0.2"/>
                  <dgm:constr type="rMarg" refType="primFontSz" fact="0.2"/>
                </dgm:constrLst>
                <dgm:ruleLst>
                  <dgm:rule type="primFontSz" val="5" fact="NaN" max="NaN"/>
                </dgm:ruleLst>
              </dgm:layoutNode>
              <dgm:choose name="Name3">
                <dgm:if name="Name4" axis="self" ptType="node" func="revPos" op="equ" val="1"/>
                <dgm:else name="Name5">
                  <dgm:layoutNode name="aSpace2">
                    <dgm:alg type="sp"/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</dgm:layoutNode>
                </dgm:else>
              </dgm:choose>
            </dgm:forEach>
          </dgm:layoutNode>
        </dgm:layoutNode>
      </dgm:layoutNode>
      <dgm:choose name="Name6">
        <dgm:if name="Name7" axis="self" ptType="node" func="revPos" op="equ" val="1"/>
        <dgm:else name="Name8">
          <dgm:layoutNode name="aSpace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else>
      </dgm:choose>
    </dgm:forEach>
  </dgm:layoutNode>
</dgm:layoutDef>
</file>

<file path=ppt/diagrams/layout81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82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83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84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85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8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7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8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0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4.xml><?xml version="1.0" encoding="utf-8"?>
<dgm:layoutDef xmlns:dgm="http://schemas.openxmlformats.org/drawingml/2006/diagram" xmlns:a="http://schemas.openxmlformats.org/drawingml/2006/main" uniqueId="urn:microsoft.com/office/officeart/2016/7/layout/VerticalSolidActionList">
  <dgm:title val="Vertical Solid Action List"/>
  <dgm:desc val="Use to show non-sequential or grouped lists of information. Works well with large amounts of text. All text has the same level of emphasis, and direction is not implied."/>
  <dgm:catLst>
    <dgm:cat type="list" pri="5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  <dgm:pt modelId="3">
          <dgm:prSet phldr="1"/>
        </dgm:pt>
        <dgm:pt modelId="31">
          <dgm:prSet phldr="1"/>
        </dgm:pt>
        <dgm:pt modelId="4">
          <dgm:prSet phldr="1"/>
        </dgm:pt>
        <dgm:pt modelId="41">
          <dgm:prSet phldr="1"/>
        </dgm:pt>
        <dgm:pt modelId="5">
          <dgm:prSet phldr="1"/>
        </dgm:pt>
        <dgm:pt modelId="51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7" srcId="0" destId="4" srcOrd="3" destOrd="0"/>
        <dgm:cxn modelId="8" srcId="0" destId="5" srcOrd="4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  <dgm:cxn modelId="53" srcId="5" destId="51" srcOrd="0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6"/>
      <dgm:constr type="primFontSz" for="des" forName="parentText" op="equ" val="28"/>
      <dgm:constr type="primFontSz" for="des" forName="descendantText" refType="primFontSz" refFor="des" refForName="parentText" op="lte" fact="0.82"/>
      <dgm:constr type="primFontSz" for="des" forName="parentText" refType="primFontSz" refFor="des" refForName="descendantText" op="lte" fact="1.25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2"/>
          <dgm:constr type="w" for="ch" forName="descendantText" refType="w" fact="0.8"/>
          <dgm:constr type="h" for="ch" forName="parentText" refType="h"/>
          <dgm:constr type="h" for="ch" forName="descendantText" refType="h" refFor="ch" refForName="parentText"/>
        </dgm:constrLst>
        <dgm:ruleLst/>
        <dgm:layoutNode name="parentText" styleLbl="alignNode1">
          <dgm:varLst>
            <dgm:chMax val="1"/>
            <dgm:bulletEnabled/>
          </dgm:varLst>
          <dgm:alg type="tx"/>
          <dgm:shape xmlns:r="http://schemas.openxmlformats.org/officeDocument/2006/relationships" type="rect" r:blip="" zOrderOff="3">
            <dgm:adjLst/>
          </dgm:shape>
          <dgm:presOf axis="self" ptType="node"/>
          <dgm:constrLst>
            <dgm:constr type="tMarg" refType="h" fact="0.28"/>
            <dgm:constr type="bMarg" refType="h" fact="0.28"/>
            <dgm:constr type="lMarg" refType="w" fact="0.15"/>
            <dgm:constr type="rMarg" refType="w" fact="0.15"/>
          </dgm:constrLst>
          <dgm:ruleLst>
            <dgm:rule type="primFontSz" val="15" fact="NaN" max="NaN"/>
          </dgm:ruleLst>
        </dgm:layoutNode>
        <dgm:layoutNode name="descendantText" styleLbl="alignAccFollowNode1">
          <dgm:varLst>
            <dgm:bulletEnabled/>
          </dgm:varLst>
          <dgm:alg type="tx">
            <dgm:param type="stBulletLvl" val="0"/>
            <dgm:param type="parTxLTRAlign" val="l"/>
            <dgm:param type="shpTxLTRAlignCh" val="l"/>
            <dgm:param type="parTxRTLAlign" val="r"/>
            <dgm:param type="shpTxRTLAlignCh" val="r"/>
          </dgm:alg>
          <dgm:choose name="Name10">
            <dgm:if name="Name11" func="var" arg="dir" op="equ" val="norm">
              <dgm:shape xmlns:r="http://schemas.openxmlformats.org/officeDocument/2006/relationships" type="rect" r:blip="">
                <dgm:adjLst/>
              </dgm:shape>
            </dgm:if>
            <dgm:else name="Name12">
              <dgm:shape xmlns:r="http://schemas.openxmlformats.org/officeDocument/2006/relationships" type="rect" r:blip="">
                <dgm:adjLst/>
              </dgm:shape>
            </dgm:else>
          </dgm:choose>
          <dgm:presOf axis="des" ptType="node"/>
          <dgm:constrLst>
            <dgm:constr type="primFontSz" val="24"/>
            <dgm:constr type="lMarg" refType="w" fact="0.055"/>
            <dgm:constr type="rMarg" refType="w" fact="0.055"/>
            <dgm:constr type="tMarg" refType="h" fact="0.72"/>
            <dgm:constr type="bMarg" refType="h" fact="0.72"/>
          </dgm:constrLst>
          <dgm:ruleLst>
            <dgm:rule type="primFontSz" val="11" fact="NaN" max="NaN"/>
          </dgm:ruleLst>
        </dgm:layoutNod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9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6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97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98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99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00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01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02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03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0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05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06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07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08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09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10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11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12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1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14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15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16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1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18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19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20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21.xml><?xml version="1.0" encoding="utf-8"?>
<dgm:layoutDef xmlns:dgm="http://schemas.openxmlformats.org/drawingml/2006/diagram" xmlns:a="http://schemas.openxmlformats.org/drawingml/2006/main" uniqueId="urn:microsoft.com/office/officeart/2018/2/layout/IconLabelList">
  <dgm:title val="Icon Label List"/>
  <dgm:desc val="Use to show non-sequential or grouped chunks of information accompanied by a related visuals. Works best with icons or small pictures with short text ca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snake">
          <dgm:param type="grDir" val="tL"/>
          <dgm:param type="flowDir" val="row"/>
          <dgm:param type="contDir" val="sameDir"/>
          <dgm:param type="off" val="ctr"/>
          <dgm:param type="vertAlign" val="mid"/>
          <dgm:param type="horzAlign" val="ctr"/>
        </dgm:alg>
      </dgm:if>
      <dgm:else name="Name2">
        <dgm:alg type="snake">
          <dgm:param type="grDir" val="tR"/>
          <dgm:param type="flowDir" val="row"/>
          <dgm:param type="contDir" val="sameDir"/>
          <dgm:param type="off" val="ctr"/>
          <dgm:param type="vertAlign" val="mid"/>
          <dgm:param type="horzAlign" val="ct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2">
        <dgm:constrLst>
          <dgm:constr type="h" for="ch" forName="compNode" refType="h" fact="0.4"/>
          <dgm:constr type="w" for="ch" forName="compNode" val="120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50"/>
          <dgm:constr type="h" for="des" forName="compNode" op="equ"/>
          <dgm:constr type="h" for="des" forName="textRect" op="equ"/>
        </dgm:constrLst>
      </dgm:if>
      <dgm:if name="Name5" axis="ch" ptType="node" func="cnt" op="lte" val="4">
        <dgm:constrLst>
          <dgm:constr type="h" for="ch" forName="compNode" refType="h" fact="0.4"/>
          <dgm:constr type="w" for="ch" forName="compNode" refType="w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36"/>
          <dgm:constr type="h" for="des" forName="compNode" op="equ"/>
          <dgm:constr type="h" for="des" forName="textRect" op="equ"/>
        </dgm:constrLst>
      </dgm:if>
      <dgm:else name="Name6">
        <dgm:constrLst>
          <dgm:constr type="h" for="ch" forName="compNode" refType="h" fact="0.4"/>
          <dgm:constr type="w" for="ch" forName="compNode" refType="w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24"/>
          <dgm:constr type="h" for="des" forName="compNode" op="equ"/>
          <dgm:constr type="h" for="des" forName="textRect" op="equ"/>
        </dgm:constrLst>
      </dgm:else>
    </dgm:choose>
    <dgm:ruleLst>
      <dgm:rule type="w" for="ch" forName="compNode" val="50" fact="NaN" max="NaN"/>
    </dgm:ruleLst>
    <dgm:forEach name="Name7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4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h" for="ch" forName="spaceRect" refType="h" fact="0.15"/>
          <dgm:constr type="w" for="ch" forName="spaceRect" refType="w"/>
          <dgm:constr type="l" for="ch" forName="spaceRect"/>
          <dgm:constr type="t" for="ch" forName="spaceRect" refType="b" refFor="ch" refForName="iconRect"/>
          <dgm:constr type="h" for="ch" forName="textRect" val="20"/>
          <dgm:constr type="w" for="ch" forName="textRect" refType="w"/>
          <dgm:constr type="l" for="ch" forName="textRect"/>
          <dgm:constr type="t" for="ch" forName="textRect" refType="b" refFor="ch" refForName="spaceRect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textRect" styleLbl="revTx">
          <dgm:varLst>
            <dgm:chMax val="1"/>
            <dgm:chPref val="1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1" fact="NaN" max="NaN"/>
            <dgm:rule type="h" val="INF" fact="NaN" max="NaN"/>
          </dgm:ruleLst>
        </dgm:layoutNode>
      </dgm:layoutNode>
      <dgm:forEach name="Name8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</dgm1612:lstStyle>
    </a:ext>
  </dgm:extLst>
</dgm:layoutDef>
</file>

<file path=ppt/diagrams/layout12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23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24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25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26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27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2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2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30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3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3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3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3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3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36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37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3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39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E6A620D-E0D7-4B53-8D52-AD352954AB78}" type="datetimeFigureOut">
              <a:rPr lang="tr-TR" smtClean="0"/>
              <a:t>2.01.2025</a:t>
            </a:fld>
            <a:endParaRPr lang="tr-TR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tr-TR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r-T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DF5B5F0-2C70-4A25-84A9-E7B04A992215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03574954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tr-TR"/>
              <a:t>08.05.2021</a:t>
            </a:r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DF5B5F0-2C70-4A25-84A9-E7B04A992215}" type="slidenum">
              <a:rPr lang="tr-TR" smtClean="0"/>
              <a:t>9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2539596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tr-TR"/>
              <a:t>08.05.2021</a:t>
            </a:r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DF5B5F0-2C70-4A25-84A9-E7B04A992215}" type="slidenum">
              <a:rPr lang="tr-TR" smtClean="0"/>
              <a:t>12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06235995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tr-TR"/>
              <a:t>08.05.2021</a:t>
            </a:r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DF5B5F0-2C70-4A25-84A9-E7B04A992215}" type="slidenum">
              <a:rPr lang="tr-TR" smtClean="0"/>
              <a:t>13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3110516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tr-TR"/>
              <a:t>08.05.2021</a:t>
            </a:r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DF5B5F0-2C70-4A25-84A9-E7B04A992215}" type="slidenum">
              <a:rPr lang="tr-TR" smtClean="0"/>
              <a:t>14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13117067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tr-TR"/>
              <a:t>08.05.2021</a:t>
            </a:r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DF5B5F0-2C70-4A25-84A9-E7B04A992215}" type="slidenum">
              <a:rPr lang="tr-TR" smtClean="0"/>
              <a:t>15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38137902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tr-TR"/>
              <a:t>08.05.2021</a:t>
            </a:r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DF5B5F0-2C70-4A25-84A9-E7B04A992215}" type="slidenum">
              <a:rPr lang="tr-TR" smtClean="0"/>
              <a:t>16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08443997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tr-TR"/>
              <a:t>21.04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DF5B5F0-2C70-4A25-84A9-E7B04A992215}" type="slidenum">
              <a:rPr lang="tr-TR" smtClean="0"/>
              <a:t>25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08127190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tr-TR" dirty="0"/>
              <a:t>22.05.2021</a:t>
            </a:r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DF5B5F0-2C70-4A25-84A9-E7B04A992215}" type="slidenum">
              <a:rPr lang="tr-TR" smtClean="0"/>
              <a:t>72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99116433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1" y="3177"/>
            <a:ext cx="12198351" cy="6875463"/>
            <a:chOff x="0" y="3175"/>
            <a:chExt cx="12198350" cy="6875463"/>
          </a:xfrm>
        </p:grpSpPr>
        <p:sp>
          <p:nvSpPr>
            <p:cNvPr id="11" name="Freeform 5"/>
            <p:cNvSpPr>
              <a:spLocks noEditPoints="1"/>
            </p:cNvSpPr>
            <p:nvPr/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7" name="Freeform 9"/>
            <p:cNvSpPr>
              <a:spLocks noEditPoints="1"/>
            </p:cNvSpPr>
            <p:nvPr/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20" name="Freeform 13"/>
            <p:cNvSpPr>
              <a:spLocks noEditPoints="1"/>
            </p:cNvSpPr>
            <p:nvPr/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973319" y="6442526"/>
            <a:ext cx="2743200" cy="365125"/>
          </a:xfrm>
        </p:spPr>
        <p:txBody>
          <a:bodyPr/>
          <a:lstStyle/>
          <a:p>
            <a:fld id="{48A87A34-81AB-432B-8DAE-1953F412C126}" type="datetimeFigureOut">
              <a:rPr lang="en-US" smtClean="0"/>
              <a:t>1/2/2025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2211" y="6442526"/>
            <a:ext cx="4114800" cy="365125"/>
          </a:xfrm>
        </p:spPr>
        <p:txBody>
          <a:bodyPr/>
          <a:lstStyle>
            <a:lvl1pPr algn="ctr">
              <a:defRPr/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66432" y="6442526"/>
            <a:ext cx="2755379" cy="365125"/>
          </a:xfrm>
        </p:spPr>
        <p:txBody>
          <a:bodyPr anchor="ctr"/>
          <a:lstStyle>
            <a:lvl1pPr algn="l">
              <a:defRPr sz="1200"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68" name="Freeform 57"/>
          <p:cNvSpPr/>
          <p:nvPr/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9" name="Group 8" title="Text Container Shape"/>
          <p:cNvGrpSpPr/>
          <p:nvPr/>
        </p:nvGrpSpPr>
        <p:grpSpPr>
          <a:xfrm>
            <a:off x="7320300" y="467786"/>
            <a:ext cx="4875213" cy="5922963"/>
            <a:chOff x="7320300" y="467784"/>
            <a:chExt cx="4875213" cy="5922963"/>
          </a:xfrm>
        </p:grpSpPr>
        <p:sp>
          <p:nvSpPr>
            <p:cNvPr id="231" name="Freeform 206"/>
            <p:cNvSpPr/>
            <p:nvPr/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237" name="Freeform 211"/>
            <p:cNvSpPr/>
            <p:nvPr/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0" name="Straight Connector 9"/>
            <p:cNvCxnSpPr/>
            <p:nvPr/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920753" y="1023869"/>
            <a:ext cx="3793679" cy="3349641"/>
          </a:xfrm>
        </p:spPr>
        <p:txBody>
          <a:bodyPr anchor="t">
            <a:normAutofit/>
          </a:bodyPr>
          <a:lstStyle>
            <a:lvl1pPr algn="l">
              <a:lnSpc>
                <a:spcPct val="105000"/>
              </a:lnSpc>
              <a:defRPr sz="3900" baseline="0">
                <a:solidFill>
                  <a:schemeClr val="bg2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7920753" y="4945377"/>
            <a:ext cx="3793679" cy="1037760"/>
          </a:xfrm>
        </p:spPr>
        <p:txBody>
          <a:bodyPr anchor="t">
            <a:normAutofit/>
          </a:bodyPr>
          <a:lstStyle>
            <a:lvl1pPr marL="0" indent="0" algn="l">
              <a:lnSpc>
                <a:spcPct val="130000"/>
              </a:lnSpc>
              <a:buNone/>
              <a:defRPr sz="2000" baseline="0">
                <a:solidFill>
                  <a:schemeClr val="bg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7317730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56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1/2/2025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4113800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5" title="Feather Background"/>
          <p:cNvSpPr>
            <a:spLocks noEditPoints="1"/>
          </p:cNvSpPr>
          <p:nvPr/>
        </p:nvSpPr>
        <p:spPr bwMode="auto">
          <a:xfrm>
            <a:off x="2" y="-4679"/>
            <a:ext cx="12200615" cy="6862679"/>
          </a:xfrm>
          <a:custGeom>
            <a:avLst/>
            <a:gdLst/>
            <a:ahLst/>
            <a:cxnLst/>
            <a:rect l="0" t="0" r="r" b="b"/>
            <a:pathLst>
              <a:path w="3845" h="2161">
                <a:moveTo>
                  <a:pt x="18" y="864"/>
                </a:moveTo>
                <a:cubicBezTo>
                  <a:pt x="16" y="855"/>
                  <a:pt x="21" y="853"/>
                  <a:pt x="20" y="846"/>
                </a:cubicBezTo>
                <a:cubicBezTo>
                  <a:pt x="41" y="815"/>
                  <a:pt x="37" y="806"/>
                  <a:pt x="42" y="805"/>
                </a:cubicBezTo>
                <a:cubicBezTo>
                  <a:pt x="72" y="726"/>
                  <a:pt x="76" y="720"/>
                  <a:pt x="81" y="714"/>
                </a:cubicBezTo>
                <a:cubicBezTo>
                  <a:pt x="129" y="628"/>
                  <a:pt x="132" y="626"/>
                  <a:pt x="131" y="620"/>
                </a:cubicBezTo>
                <a:cubicBezTo>
                  <a:pt x="150" y="599"/>
                  <a:pt x="153" y="596"/>
                  <a:pt x="156" y="593"/>
                </a:cubicBezTo>
                <a:cubicBezTo>
                  <a:pt x="188" y="551"/>
                  <a:pt x="199" y="551"/>
                  <a:pt x="201" y="543"/>
                </a:cubicBezTo>
                <a:cubicBezTo>
                  <a:pt x="164" y="580"/>
                  <a:pt x="148" y="580"/>
                  <a:pt x="147" y="594"/>
                </a:cubicBezTo>
                <a:cubicBezTo>
                  <a:pt x="113" y="629"/>
                  <a:pt x="116" y="637"/>
                  <a:pt x="108" y="635"/>
                </a:cubicBezTo>
                <a:cubicBezTo>
                  <a:pt x="92" y="669"/>
                  <a:pt x="83" y="676"/>
                  <a:pt x="80" y="688"/>
                </a:cubicBezTo>
                <a:cubicBezTo>
                  <a:pt x="41" y="758"/>
                  <a:pt x="42" y="774"/>
                  <a:pt x="33" y="782"/>
                </a:cubicBezTo>
                <a:cubicBezTo>
                  <a:pt x="5" y="857"/>
                  <a:pt x="3" y="863"/>
                  <a:pt x="0" y="869"/>
                </a:cubicBezTo>
                <a:cubicBezTo>
                  <a:pt x="4" y="883"/>
                  <a:pt x="10" y="873"/>
                  <a:pt x="18" y="864"/>
                </a:cubicBezTo>
                <a:close/>
                <a:moveTo>
                  <a:pt x="1" y="658"/>
                </a:moveTo>
                <a:cubicBezTo>
                  <a:pt x="13" y="648"/>
                  <a:pt x="15" y="628"/>
                  <a:pt x="26" y="617"/>
                </a:cubicBezTo>
                <a:cubicBezTo>
                  <a:pt x="26" y="607"/>
                  <a:pt x="36" y="606"/>
                  <a:pt x="37" y="597"/>
                </a:cubicBezTo>
                <a:cubicBezTo>
                  <a:pt x="43" y="590"/>
                  <a:pt x="46" y="582"/>
                  <a:pt x="51" y="576"/>
                </a:cubicBezTo>
                <a:cubicBezTo>
                  <a:pt x="51" y="565"/>
                  <a:pt x="63" y="565"/>
                  <a:pt x="62" y="552"/>
                </a:cubicBezTo>
                <a:cubicBezTo>
                  <a:pt x="66" y="551"/>
                  <a:pt x="69" y="548"/>
                  <a:pt x="71" y="543"/>
                </a:cubicBezTo>
                <a:cubicBezTo>
                  <a:pt x="71" y="538"/>
                  <a:pt x="80" y="541"/>
                  <a:pt x="79" y="535"/>
                </a:cubicBezTo>
                <a:cubicBezTo>
                  <a:pt x="66" y="533"/>
                  <a:pt x="70" y="547"/>
                  <a:pt x="59" y="547"/>
                </a:cubicBezTo>
                <a:cubicBezTo>
                  <a:pt x="58" y="556"/>
                  <a:pt x="51" y="560"/>
                  <a:pt x="48" y="567"/>
                </a:cubicBezTo>
                <a:cubicBezTo>
                  <a:pt x="34" y="575"/>
                  <a:pt x="31" y="593"/>
                  <a:pt x="20" y="603"/>
                </a:cubicBezTo>
                <a:cubicBezTo>
                  <a:pt x="20" y="613"/>
                  <a:pt x="13" y="617"/>
                  <a:pt x="12" y="626"/>
                </a:cubicBezTo>
                <a:cubicBezTo>
                  <a:pt x="4" y="628"/>
                  <a:pt x="6" y="639"/>
                  <a:pt x="0" y="643"/>
                </a:cubicBezTo>
                <a:cubicBezTo>
                  <a:pt x="0" y="666"/>
                  <a:pt x="0" y="666"/>
                  <a:pt x="0" y="666"/>
                </a:cubicBezTo>
                <a:cubicBezTo>
                  <a:pt x="1" y="664"/>
                  <a:pt x="1" y="662"/>
                  <a:pt x="1" y="658"/>
                </a:cubicBezTo>
                <a:close/>
                <a:moveTo>
                  <a:pt x="2647" y="983"/>
                </a:moveTo>
                <a:cubicBezTo>
                  <a:pt x="2653" y="990"/>
                  <a:pt x="2664" y="992"/>
                  <a:pt x="2673" y="995"/>
                </a:cubicBezTo>
                <a:cubicBezTo>
                  <a:pt x="2729" y="1039"/>
                  <a:pt x="2739" y="1042"/>
                  <a:pt x="2743" y="1052"/>
                </a:cubicBezTo>
                <a:cubicBezTo>
                  <a:pt x="2778" y="1086"/>
                  <a:pt x="2785" y="1084"/>
                  <a:pt x="2784" y="1094"/>
                </a:cubicBezTo>
                <a:cubicBezTo>
                  <a:pt x="2823" y="1157"/>
                  <a:pt x="2816" y="1157"/>
                  <a:pt x="2811" y="1154"/>
                </a:cubicBezTo>
                <a:cubicBezTo>
                  <a:pt x="2785" y="1115"/>
                  <a:pt x="2783" y="1107"/>
                  <a:pt x="2773" y="1111"/>
                </a:cubicBezTo>
                <a:cubicBezTo>
                  <a:pt x="2789" y="1138"/>
                  <a:pt x="2788" y="1145"/>
                  <a:pt x="2790" y="1149"/>
                </a:cubicBezTo>
                <a:cubicBezTo>
                  <a:pt x="2715" y="1159"/>
                  <a:pt x="2728" y="1162"/>
                  <a:pt x="2747" y="1158"/>
                </a:cubicBezTo>
                <a:cubicBezTo>
                  <a:pt x="2765" y="1165"/>
                  <a:pt x="2770" y="1166"/>
                  <a:pt x="2771" y="1174"/>
                </a:cubicBezTo>
                <a:cubicBezTo>
                  <a:pt x="2803" y="1190"/>
                  <a:pt x="2813" y="1186"/>
                  <a:pt x="2816" y="1194"/>
                </a:cubicBezTo>
                <a:cubicBezTo>
                  <a:pt x="2884" y="1309"/>
                  <a:pt x="2883" y="1320"/>
                  <a:pt x="2894" y="1314"/>
                </a:cubicBezTo>
                <a:cubicBezTo>
                  <a:pt x="2897" y="1284"/>
                  <a:pt x="2901" y="1280"/>
                  <a:pt x="2895" y="1279"/>
                </a:cubicBezTo>
                <a:cubicBezTo>
                  <a:pt x="2889" y="1253"/>
                  <a:pt x="2889" y="1246"/>
                  <a:pt x="2888" y="1242"/>
                </a:cubicBezTo>
                <a:cubicBezTo>
                  <a:pt x="2886" y="1169"/>
                  <a:pt x="2881" y="1155"/>
                  <a:pt x="2887" y="1150"/>
                </a:cubicBezTo>
                <a:cubicBezTo>
                  <a:pt x="2909" y="1094"/>
                  <a:pt x="2920" y="1091"/>
                  <a:pt x="2917" y="1079"/>
                </a:cubicBezTo>
                <a:cubicBezTo>
                  <a:pt x="2888" y="1116"/>
                  <a:pt x="2881" y="1119"/>
                  <a:pt x="2883" y="1127"/>
                </a:cubicBezTo>
                <a:cubicBezTo>
                  <a:pt x="2866" y="1168"/>
                  <a:pt x="2873" y="1182"/>
                  <a:pt x="2865" y="1184"/>
                </a:cubicBezTo>
                <a:cubicBezTo>
                  <a:pt x="2856" y="1131"/>
                  <a:pt x="2860" y="1123"/>
                  <a:pt x="2859" y="1111"/>
                </a:cubicBezTo>
                <a:cubicBezTo>
                  <a:pt x="2868" y="1077"/>
                  <a:pt x="2867" y="1071"/>
                  <a:pt x="2867" y="1065"/>
                </a:cubicBezTo>
                <a:cubicBezTo>
                  <a:pt x="2883" y="1010"/>
                  <a:pt x="2882" y="996"/>
                  <a:pt x="2890" y="987"/>
                </a:cubicBezTo>
                <a:cubicBezTo>
                  <a:pt x="2921" y="912"/>
                  <a:pt x="2929" y="909"/>
                  <a:pt x="2929" y="902"/>
                </a:cubicBezTo>
                <a:cubicBezTo>
                  <a:pt x="2962" y="842"/>
                  <a:pt x="2972" y="834"/>
                  <a:pt x="2975" y="822"/>
                </a:cubicBezTo>
                <a:cubicBezTo>
                  <a:pt x="3000" y="780"/>
                  <a:pt x="3007" y="781"/>
                  <a:pt x="3004" y="775"/>
                </a:cubicBezTo>
                <a:cubicBezTo>
                  <a:pt x="3028" y="742"/>
                  <a:pt x="3025" y="732"/>
                  <a:pt x="3030" y="728"/>
                </a:cubicBezTo>
                <a:cubicBezTo>
                  <a:pt x="3043" y="708"/>
                  <a:pt x="3026" y="705"/>
                  <a:pt x="3031" y="716"/>
                </a:cubicBezTo>
                <a:cubicBezTo>
                  <a:pt x="3014" y="740"/>
                  <a:pt x="3011" y="747"/>
                  <a:pt x="3012" y="755"/>
                </a:cubicBezTo>
                <a:cubicBezTo>
                  <a:pt x="2968" y="813"/>
                  <a:pt x="2972" y="824"/>
                  <a:pt x="2964" y="827"/>
                </a:cubicBezTo>
                <a:cubicBezTo>
                  <a:pt x="2937" y="869"/>
                  <a:pt x="2932" y="876"/>
                  <a:pt x="2928" y="882"/>
                </a:cubicBezTo>
                <a:cubicBezTo>
                  <a:pt x="2918" y="904"/>
                  <a:pt x="2916" y="906"/>
                  <a:pt x="2913" y="908"/>
                </a:cubicBezTo>
                <a:cubicBezTo>
                  <a:pt x="2884" y="974"/>
                  <a:pt x="2877" y="988"/>
                  <a:pt x="2869" y="1000"/>
                </a:cubicBezTo>
                <a:cubicBezTo>
                  <a:pt x="2854" y="1076"/>
                  <a:pt x="2854" y="1081"/>
                  <a:pt x="2850" y="1084"/>
                </a:cubicBezTo>
                <a:cubicBezTo>
                  <a:pt x="2852" y="1039"/>
                  <a:pt x="2849" y="1027"/>
                  <a:pt x="2855" y="1020"/>
                </a:cubicBezTo>
                <a:cubicBezTo>
                  <a:pt x="2863" y="985"/>
                  <a:pt x="2867" y="982"/>
                  <a:pt x="2867" y="977"/>
                </a:cubicBezTo>
                <a:cubicBezTo>
                  <a:pt x="2882" y="929"/>
                  <a:pt x="2889" y="928"/>
                  <a:pt x="2889" y="922"/>
                </a:cubicBezTo>
                <a:cubicBezTo>
                  <a:pt x="2919" y="867"/>
                  <a:pt x="2933" y="854"/>
                  <a:pt x="2943" y="837"/>
                </a:cubicBezTo>
                <a:cubicBezTo>
                  <a:pt x="2965" y="814"/>
                  <a:pt x="2963" y="807"/>
                  <a:pt x="2969" y="805"/>
                </a:cubicBezTo>
                <a:cubicBezTo>
                  <a:pt x="2996" y="760"/>
                  <a:pt x="3005" y="755"/>
                  <a:pt x="3007" y="745"/>
                </a:cubicBezTo>
                <a:cubicBezTo>
                  <a:pt x="3051" y="665"/>
                  <a:pt x="3052" y="660"/>
                  <a:pt x="3054" y="655"/>
                </a:cubicBezTo>
                <a:cubicBezTo>
                  <a:pt x="3034" y="678"/>
                  <a:pt x="3032" y="691"/>
                  <a:pt x="3025" y="700"/>
                </a:cubicBezTo>
                <a:cubicBezTo>
                  <a:pt x="3007" y="737"/>
                  <a:pt x="2998" y="737"/>
                  <a:pt x="3001" y="746"/>
                </a:cubicBezTo>
                <a:cubicBezTo>
                  <a:pt x="2985" y="770"/>
                  <a:pt x="2983" y="772"/>
                  <a:pt x="2980" y="774"/>
                </a:cubicBezTo>
                <a:cubicBezTo>
                  <a:pt x="2958" y="808"/>
                  <a:pt x="2951" y="811"/>
                  <a:pt x="2947" y="816"/>
                </a:cubicBezTo>
                <a:cubicBezTo>
                  <a:pt x="2895" y="882"/>
                  <a:pt x="2900" y="890"/>
                  <a:pt x="2895" y="891"/>
                </a:cubicBezTo>
                <a:cubicBezTo>
                  <a:pt x="2872" y="929"/>
                  <a:pt x="2874" y="933"/>
                  <a:pt x="2874" y="934"/>
                </a:cubicBezTo>
                <a:cubicBezTo>
                  <a:pt x="2865" y="962"/>
                  <a:pt x="2861" y="963"/>
                  <a:pt x="2859" y="966"/>
                </a:cubicBezTo>
                <a:cubicBezTo>
                  <a:pt x="2842" y="1004"/>
                  <a:pt x="2853" y="1017"/>
                  <a:pt x="2842" y="1014"/>
                </a:cubicBezTo>
                <a:cubicBezTo>
                  <a:pt x="2833" y="1044"/>
                  <a:pt x="2833" y="1036"/>
                  <a:pt x="2830" y="1026"/>
                </a:cubicBezTo>
                <a:cubicBezTo>
                  <a:pt x="2853" y="949"/>
                  <a:pt x="2852" y="936"/>
                  <a:pt x="2860" y="928"/>
                </a:cubicBezTo>
                <a:cubicBezTo>
                  <a:pt x="2885" y="865"/>
                  <a:pt x="2890" y="859"/>
                  <a:pt x="2896" y="853"/>
                </a:cubicBezTo>
                <a:cubicBezTo>
                  <a:pt x="2913" y="814"/>
                  <a:pt x="2923" y="815"/>
                  <a:pt x="2919" y="807"/>
                </a:cubicBezTo>
                <a:cubicBezTo>
                  <a:pt x="2946" y="758"/>
                  <a:pt x="2954" y="758"/>
                  <a:pt x="2956" y="755"/>
                </a:cubicBezTo>
                <a:cubicBezTo>
                  <a:pt x="2985" y="708"/>
                  <a:pt x="2995" y="695"/>
                  <a:pt x="3006" y="683"/>
                </a:cubicBezTo>
                <a:cubicBezTo>
                  <a:pt x="3029" y="648"/>
                  <a:pt x="3027" y="641"/>
                  <a:pt x="3033" y="639"/>
                </a:cubicBezTo>
                <a:cubicBezTo>
                  <a:pt x="3098" y="510"/>
                  <a:pt x="3106" y="507"/>
                  <a:pt x="3109" y="502"/>
                </a:cubicBezTo>
                <a:cubicBezTo>
                  <a:pt x="3087" y="511"/>
                  <a:pt x="3089" y="528"/>
                  <a:pt x="3075" y="524"/>
                </a:cubicBezTo>
                <a:cubicBezTo>
                  <a:pt x="3049" y="561"/>
                  <a:pt x="3048" y="567"/>
                  <a:pt x="3043" y="569"/>
                </a:cubicBezTo>
                <a:cubicBezTo>
                  <a:pt x="2965" y="656"/>
                  <a:pt x="2967" y="663"/>
                  <a:pt x="2961" y="665"/>
                </a:cubicBezTo>
                <a:cubicBezTo>
                  <a:pt x="2952" y="682"/>
                  <a:pt x="2945" y="683"/>
                  <a:pt x="2942" y="687"/>
                </a:cubicBezTo>
                <a:cubicBezTo>
                  <a:pt x="2891" y="759"/>
                  <a:pt x="2881" y="774"/>
                  <a:pt x="2871" y="790"/>
                </a:cubicBezTo>
                <a:cubicBezTo>
                  <a:pt x="2856" y="814"/>
                  <a:pt x="2855" y="816"/>
                  <a:pt x="2856" y="819"/>
                </a:cubicBezTo>
                <a:cubicBezTo>
                  <a:pt x="2839" y="846"/>
                  <a:pt x="2838" y="857"/>
                  <a:pt x="2833" y="865"/>
                </a:cubicBezTo>
                <a:cubicBezTo>
                  <a:pt x="2822" y="878"/>
                  <a:pt x="2825" y="870"/>
                  <a:pt x="2826" y="861"/>
                </a:cubicBezTo>
                <a:cubicBezTo>
                  <a:pt x="2839" y="832"/>
                  <a:pt x="2839" y="825"/>
                  <a:pt x="2845" y="821"/>
                </a:cubicBezTo>
                <a:cubicBezTo>
                  <a:pt x="2861" y="792"/>
                  <a:pt x="2866" y="780"/>
                  <a:pt x="2873" y="769"/>
                </a:cubicBezTo>
                <a:cubicBezTo>
                  <a:pt x="2895" y="729"/>
                  <a:pt x="2898" y="724"/>
                  <a:pt x="2901" y="719"/>
                </a:cubicBezTo>
                <a:cubicBezTo>
                  <a:pt x="2931" y="683"/>
                  <a:pt x="2922" y="669"/>
                  <a:pt x="2932" y="668"/>
                </a:cubicBezTo>
                <a:cubicBezTo>
                  <a:pt x="2960" y="609"/>
                  <a:pt x="2963" y="603"/>
                  <a:pt x="2969" y="599"/>
                </a:cubicBezTo>
                <a:cubicBezTo>
                  <a:pt x="3016" y="483"/>
                  <a:pt x="3024" y="480"/>
                  <a:pt x="3023" y="472"/>
                </a:cubicBezTo>
                <a:cubicBezTo>
                  <a:pt x="3041" y="433"/>
                  <a:pt x="3036" y="426"/>
                  <a:pt x="3040" y="424"/>
                </a:cubicBezTo>
                <a:cubicBezTo>
                  <a:pt x="3047" y="387"/>
                  <a:pt x="3057" y="384"/>
                  <a:pt x="3054" y="374"/>
                </a:cubicBezTo>
                <a:cubicBezTo>
                  <a:pt x="3069" y="330"/>
                  <a:pt x="3063" y="319"/>
                  <a:pt x="3069" y="315"/>
                </a:cubicBezTo>
                <a:cubicBezTo>
                  <a:pt x="3071" y="244"/>
                  <a:pt x="3069" y="244"/>
                  <a:pt x="3066" y="245"/>
                </a:cubicBezTo>
                <a:cubicBezTo>
                  <a:pt x="3061" y="226"/>
                  <a:pt x="3060" y="232"/>
                  <a:pt x="3058" y="235"/>
                </a:cubicBezTo>
                <a:cubicBezTo>
                  <a:pt x="3059" y="281"/>
                  <a:pt x="3059" y="290"/>
                  <a:pt x="3056" y="297"/>
                </a:cubicBezTo>
                <a:cubicBezTo>
                  <a:pt x="3041" y="354"/>
                  <a:pt x="3035" y="359"/>
                  <a:pt x="3035" y="369"/>
                </a:cubicBezTo>
                <a:cubicBezTo>
                  <a:pt x="3012" y="420"/>
                  <a:pt x="3014" y="431"/>
                  <a:pt x="3007" y="437"/>
                </a:cubicBezTo>
                <a:cubicBezTo>
                  <a:pt x="2997" y="477"/>
                  <a:pt x="2988" y="476"/>
                  <a:pt x="2990" y="482"/>
                </a:cubicBezTo>
                <a:cubicBezTo>
                  <a:pt x="2970" y="533"/>
                  <a:pt x="2969" y="537"/>
                  <a:pt x="2966" y="540"/>
                </a:cubicBezTo>
                <a:cubicBezTo>
                  <a:pt x="2950" y="561"/>
                  <a:pt x="2955" y="570"/>
                  <a:pt x="2948" y="570"/>
                </a:cubicBezTo>
                <a:cubicBezTo>
                  <a:pt x="2926" y="605"/>
                  <a:pt x="2930" y="612"/>
                  <a:pt x="2924" y="613"/>
                </a:cubicBezTo>
                <a:cubicBezTo>
                  <a:pt x="2909" y="650"/>
                  <a:pt x="2900" y="661"/>
                  <a:pt x="2895" y="675"/>
                </a:cubicBezTo>
                <a:cubicBezTo>
                  <a:pt x="2878" y="698"/>
                  <a:pt x="2880" y="708"/>
                  <a:pt x="2873" y="712"/>
                </a:cubicBezTo>
                <a:cubicBezTo>
                  <a:pt x="2854" y="733"/>
                  <a:pt x="2860" y="746"/>
                  <a:pt x="2851" y="749"/>
                </a:cubicBezTo>
                <a:cubicBezTo>
                  <a:pt x="2819" y="813"/>
                  <a:pt x="2819" y="822"/>
                  <a:pt x="2817" y="830"/>
                </a:cubicBezTo>
                <a:cubicBezTo>
                  <a:pt x="2786" y="921"/>
                  <a:pt x="2784" y="929"/>
                  <a:pt x="2779" y="935"/>
                </a:cubicBezTo>
                <a:cubicBezTo>
                  <a:pt x="2760" y="944"/>
                  <a:pt x="2775" y="940"/>
                  <a:pt x="2772" y="931"/>
                </a:cubicBezTo>
                <a:cubicBezTo>
                  <a:pt x="2818" y="764"/>
                  <a:pt x="2819" y="752"/>
                  <a:pt x="2823" y="743"/>
                </a:cubicBezTo>
                <a:cubicBezTo>
                  <a:pt x="2843" y="691"/>
                  <a:pt x="2853" y="690"/>
                  <a:pt x="2849" y="682"/>
                </a:cubicBezTo>
                <a:cubicBezTo>
                  <a:pt x="2911" y="580"/>
                  <a:pt x="2921" y="561"/>
                  <a:pt x="2931" y="541"/>
                </a:cubicBezTo>
                <a:cubicBezTo>
                  <a:pt x="2962" y="479"/>
                  <a:pt x="2960" y="472"/>
                  <a:pt x="2963" y="467"/>
                </a:cubicBezTo>
                <a:cubicBezTo>
                  <a:pt x="2973" y="430"/>
                  <a:pt x="2988" y="425"/>
                  <a:pt x="2978" y="422"/>
                </a:cubicBezTo>
                <a:cubicBezTo>
                  <a:pt x="2959" y="463"/>
                  <a:pt x="2955" y="475"/>
                  <a:pt x="2949" y="484"/>
                </a:cubicBezTo>
                <a:cubicBezTo>
                  <a:pt x="2929" y="540"/>
                  <a:pt x="2917" y="539"/>
                  <a:pt x="2920" y="549"/>
                </a:cubicBezTo>
                <a:cubicBezTo>
                  <a:pt x="2883" y="601"/>
                  <a:pt x="2881" y="608"/>
                  <a:pt x="2874" y="612"/>
                </a:cubicBezTo>
                <a:cubicBezTo>
                  <a:pt x="2842" y="670"/>
                  <a:pt x="2843" y="679"/>
                  <a:pt x="2835" y="682"/>
                </a:cubicBezTo>
                <a:cubicBezTo>
                  <a:pt x="2846" y="651"/>
                  <a:pt x="2848" y="648"/>
                  <a:pt x="2851" y="646"/>
                </a:cubicBezTo>
                <a:cubicBezTo>
                  <a:pt x="2884" y="566"/>
                  <a:pt x="2890" y="562"/>
                  <a:pt x="2892" y="555"/>
                </a:cubicBezTo>
                <a:cubicBezTo>
                  <a:pt x="2904" y="531"/>
                  <a:pt x="2911" y="528"/>
                  <a:pt x="2912" y="521"/>
                </a:cubicBezTo>
                <a:cubicBezTo>
                  <a:pt x="2922" y="495"/>
                  <a:pt x="2933" y="494"/>
                  <a:pt x="2931" y="485"/>
                </a:cubicBezTo>
                <a:cubicBezTo>
                  <a:pt x="2968" y="429"/>
                  <a:pt x="2971" y="424"/>
                  <a:pt x="2974" y="417"/>
                </a:cubicBezTo>
                <a:cubicBezTo>
                  <a:pt x="2984" y="407"/>
                  <a:pt x="2979" y="418"/>
                  <a:pt x="2986" y="418"/>
                </a:cubicBezTo>
                <a:cubicBezTo>
                  <a:pt x="2990" y="392"/>
                  <a:pt x="2993" y="391"/>
                  <a:pt x="2991" y="387"/>
                </a:cubicBezTo>
                <a:cubicBezTo>
                  <a:pt x="3036" y="293"/>
                  <a:pt x="3046" y="286"/>
                  <a:pt x="3045" y="273"/>
                </a:cubicBezTo>
                <a:cubicBezTo>
                  <a:pt x="3027" y="298"/>
                  <a:pt x="3032" y="307"/>
                  <a:pt x="3026" y="309"/>
                </a:cubicBezTo>
                <a:cubicBezTo>
                  <a:pt x="3006" y="362"/>
                  <a:pt x="2994" y="367"/>
                  <a:pt x="2992" y="378"/>
                </a:cubicBezTo>
                <a:cubicBezTo>
                  <a:pt x="2964" y="416"/>
                  <a:pt x="2966" y="421"/>
                  <a:pt x="2963" y="422"/>
                </a:cubicBezTo>
                <a:cubicBezTo>
                  <a:pt x="2949" y="447"/>
                  <a:pt x="2941" y="448"/>
                  <a:pt x="2940" y="454"/>
                </a:cubicBezTo>
                <a:cubicBezTo>
                  <a:pt x="2919" y="497"/>
                  <a:pt x="2914" y="497"/>
                  <a:pt x="2914" y="500"/>
                </a:cubicBezTo>
                <a:cubicBezTo>
                  <a:pt x="2892" y="540"/>
                  <a:pt x="2885" y="543"/>
                  <a:pt x="2885" y="550"/>
                </a:cubicBezTo>
                <a:cubicBezTo>
                  <a:pt x="2873" y="571"/>
                  <a:pt x="2871" y="574"/>
                  <a:pt x="2866" y="575"/>
                </a:cubicBezTo>
                <a:cubicBezTo>
                  <a:pt x="2854" y="618"/>
                  <a:pt x="2841" y="624"/>
                  <a:pt x="2841" y="639"/>
                </a:cubicBezTo>
                <a:cubicBezTo>
                  <a:pt x="2817" y="697"/>
                  <a:pt x="2810" y="700"/>
                  <a:pt x="2810" y="707"/>
                </a:cubicBezTo>
                <a:cubicBezTo>
                  <a:pt x="2778" y="792"/>
                  <a:pt x="2777" y="806"/>
                  <a:pt x="2770" y="816"/>
                </a:cubicBezTo>
                <a:cubicBezTo>
                  <a:pt x="2754" y="865"/>
                  <a:pt x="2754" y="881"/>
                  <a:pt x="2754" y="896"/>
                </a:cubicBezTo>
                <a:cubicBezTo>
                  <a:pt x="2775" y="855"/>
                  <a:pt x="2770" y="846"/>
                  <a:pt x="2776" y="844"/>
                </a:cubicBezTo>
                <a:cubicBezTo>
                  <a:pt x="2784" y="806"/>
                  <a:pt x="2791" y="799"/>
                  <a:pt x="2788" y="786"/>
                </a:cubicBezTo>
                <a:cubicBezTo>
                  <a:pt x="2824" y="703"/>
                  <a:pt x="2823" y="697"/>
                  <a:pt x="2828" y="695"/>
                </a:cubicBezTo>
                <a:cubicBezTo>
                  <a:pt x="2829" y="688"/>
                  <a:pt x="2840" y="700"/>
                  <a:pt x="2829" y="698"/>
                </a:cubicBezTo>
                <a:cubicBezTo>
                  <a:pt x="2809" y="738"/>
                  <a:pt x="2813" y="751"/>
                  <a:pt x="2805" y="756"/>
                </a:cubicBezTo>
                <a:cubicBezTo>
                  <a:pt x="2793" y="782"/>
                  <a:pt x="2799" y="791"/>
                  <a:pt x="2795" y="793"/>
                </a:cubicBezTo>
                <a:cubicBezTo>
                  <a:pt x="2780" y="832"/>
                  <a:pt x="2785" y="841"/>
                  <a:pt x="2781" y="843"/>
                </a:cubicBezTo>
                <a:cubicBezTo>
                  <a:pt x="2778" y="876"/>
                  <a:pt x="2774" y="879"/>
                  <a:pt x="2775" y="886"/>
                </a:cubicBezTo>
                <a:cubicBezTo>
                  <a:pt x="2765" y="916"/>
                  <a:pt x="2767" y="927"/>
                  <a:pt x="2761" y="933"/>
                </a:cubicBezTo>
                <a:cubicBezTo>
                  <a:pt x="2744" y="885"/>
                  <a:pt x="2752" y="885"/>
                  <a:pt x="2747" y="877"/>
                </a:cubicBezTo>
                <a:cubicBezTo>
                  <a:pt x="2746" y="830"/>
                  <a:pt x="2745" y="823"/>
                  <a:pt x="2743" y="815"/>
                </a:cubicBezTo>
                <a:cubicBezTo>
                  <a:pt x="2748" y="777"/>
                  <a:pt x="2752" y="764"/>
                  <a:pt x="2755" y="754"/>
                </a:cubicBezTo>
                <a:cubicBezTo>
                  <a:pt x="2765" y="726"/>
                  <a:pt x="2760" y="718"/>
                  <a:pt x="2765" y="716"/>
                </a:cubicBezTo>
                <a:cubicBezTo>
                  <a:pt x="2791" y="643"/>
                  <a:pt x="2786" y="634"/>
                  <a:pt x="2793" y="634"/>
                </a:cubicBezTo>
                <a:cubicBezTo>
                  <a:pt x="2803" y="609"/>
                  <a:pt x="2798" y="601"/>
                  <a:pt x="2803" y="599"/>
                </a:cubicBezTo>
                <a:cubicBezTo>
                  <a:pt x="2822" y="573"/>
                  <a:pt x="2819" y="562"/>
                  <a:pt x="2824" y="557"/>
                </a:cubicBezTo>
                <a:cubicBezTo>
                  <a:pt x="2850" y="507"/>
                  <a:pt x="2852" y="499"/>
                  <a:pt x="2859" y="493"/>
                </a:cubicBezTo>
                <a:cubicBezTo>
                  <a:pt x="2880" y="458"/>
                  <a:pt x="2882" y="455"/>
                  <a:pt x="2883" y="450"/>
                </a:cubicBezTo>
                <a:cubicBezTo>
                  <a:pt x="2924" y="384"/>
                  <a:pt x="2929" y="378"/>
                  <a:pt x="2935" y="372"/>
                </a:cubicBezTo>
                <a:cubicBezTo>
                  <a:pt x="2956" y="339"/>
                  <a:pt x="2959" y="336"/>
                  <a:pt x="2959" y="331"/>
                </a:cubicBezTo>
                <a:cubicBezTo>
                  <a:pt x="3018" y="236"/>
                  <a:pt x="3020" y="218"/>
                  <a:pt x="3032" y="207"/>
                </a:cubicBezTo>
                <a:cubicBezTo>
                  <a:pt x="3044" y="169"/>
                  <a:pt x="3058" y="173"/>
                  <a:pt x="3053" y="165"/>
                </a:cubicBezTo>
                <a:cubicBezTo>
                  <a:pt x="3070" y="136"/>
                  <a:pt x="3074" y="130"/>
                  <a:pt x="3080" y="124"/>
                </a:cubicBezTo>
                <a:cubicBezTo>
                  <a:pt x="3102" y="48"/>
                  <a:pt x="3114" y="39"/>
                  <a:pt x="3110" y="20"/>
                </a:cubicBezTo>
                <a:cubicBezTo>
                  <a:pt x="3108" y="5"/>
                  <a:pt x="3105" y="10"/>
                  <a:pt x="3103" y="16"/>
                </a:cubicBezTo>
                <a:cubicBezTo>
                  <a:pt x="3083" y="39"/>
                  <a:pt x="3088" y="48"/>
                  <a:pt x="3083" y="49"/>
                </a:cubicBezTo>
                <a:cubicBezTo>
                  <a:pt x="3046" y="83"/>
                  <a:pt x="3052" y="97"/>
                  <a:pt x="3043" y="102"/>
                </a:cubicBezTo>
                <a:cubicBezTo>
                  <a:pt x="2983" y="178"/>
                  <a:pt x="2970" y="190"/>
                  <a:pt x="2957" y="202"/>
                </a:cubicBezTo>
                <a:cubicBezTo>
                  <a:pt x="2922" y="253"/>
                  <a:pt x="2914" y="258"/>
                  <a:pt x="2908" y="265"/>
                </a:cubicBezTo>
                <a:cubicBezTo>
                  <a:pt x="2888" y="294"/>
                  <a:pt x="2883" y="302"/>
                  <a:pt x="2875" y="307"/>
                </a:cubicBezTo>
                <a:cubicBezTo>
                  <a:pt x="2858" y="333"/>
                  <a:pt x="2856" y="336"/>
                  <a:pt x="2855" y="340"/>
                </a:cubicBezTo>
                <a:cubicBezTo>
                  <a:pt x="2822" y="376"/>
                  <a:pt x="2827" y="390"/>
                  <a:pt x="2815" y="393"/>
                </a:cubicBezTo>
                <a:cubicBezTo>
                  <a:pt x="2767" y="468"/>
                  <a:pt x="2768" y="479"/>
                  <a:pt x="2763" y="486"/>
                </a:cubicBezTo>
                <a:cubicBezTo>
                  <a:pt x="2716" y="623"/>
                  <a:pt x="2714" y="633"/>
                  <a:pt x="2711" y="641"/>
                </a:cubicBezTo>
                <a:cubicBezTo>
                  <a:pt x="2701" y="687"/>
                  <a:pt x="2697" y="690"/>
                  <a:pt x="2699" y="697"/>
                </a:cubicBezTo>
                <a:cubicBezTo>
                  <a:pt x="2687" y="700"/>
                  <a:pt x="2685" y="700"/>
                  <a:pt x="2685" y="700"/>
                </a:cubicBezTo>
                <a:cubicBezTo>
                  <a:pt x="2689" y="682"/>
                  <a:pt x="2684" y="669"/>
                  <a:pt x="2685" y="658"/>
                </a:cubicBezTo>
                <a:cubicBezTo>
                  <a:pt x="2703" y="595"/>
                  <a:pt x="2701" y="589"/>
                  <a:pt x="2699" y="582"/>
                </a:cubicBezTo>
                <a:cubicBezTo>
                  <a:pt x="2711" y="526"/>
                  <a:pt x="2723" y="523"/>
                  <a:pt x="2720" y="509"/>
                </a:cubicBezTo>
                <a:cubicBezTo>
                  <a:pt x="2739" y="465"/>
                  <a:pt x="2744" y="462"/>
                  <a:pt x="2742" y="455"/>
                </a:cubicBezTo>
                <a:cubicBezTo>
                  <a:pt x="2787" y="376"/>
                  <a:pt x="2797" y="367"/>
                  <a:pt x="2805" y="356"/>
                </a:cubicBezTo>
                <a:cubicBezTo>
                  <a:pt x="2831" y="322"/>
                  <a:pt x="2831" y="317"/>
                  <a:pt x="2833" y="321"/>
                </a:cubicBezTo>
                <a:cubicBezTo>
                  <a:pt x="2859" y="285"/>
                  <a:pt x="2871" y="277"/>
                  <a:pt x="2878" y="265"/>
                </a:cubicBezTo>
                <a:cubicBezTo>
                  <a:pt x="2941" y="195"/>
                  <a:pt x="2951" y="186"/>
                  <a:pt x="2958" y="175"/>
                </a:cubicBezTo>
                <a:cubicBezTo>
                  <a:pt x="2971" y="155"/>
                  <a:pt x="2980" y="157"/>
                  <a:pt x="2980" y="153"/>
                </a:cubicBezTo>
                <a:cubicBezTo>
                  <a:pt x="3038" y="76"/>
                  <a:pt x="3048" y="75"/>
                  <a:pt x="3045" y="66"/>
                </a:cubicBezTo>
                <a:cubicBezTo>
                  <a:pt x="3084" y="11"/>
                  <a:pt x="3088" y="6"/>
                  <a:pt x="3091" y="1"/>
                </a:cubicBezTo>
                <a:cubicBezTo>
                  <a:pt x="3017" y="56"/>
                  <a:pt x="3016" y="65"/>
                  <a:pt x="3008" y="70"/>
                </a:cubicBezTo>
                <a:cubicBezTo>
                  <a:pt x="2991" y="82"/>
                  <a:pt x="2993" y="87"/>
                  <a:pt x="2991" y="88"/>
                </a:cubicBezTo>
                <a:cubicBezTo>
                  <a:pt x="2953" y="135"/>
                  <a:pt x="2944" y="134"/>
                  <a:pt x="2944" y="139"/>
                </a:cubicBezTo>
                <a:cubicBezTo>
                  <a:pt x="2907" y="177"/>
                  <a:pt x="2908" y="189"/>
                  <a:pt x="2896" y="193"/>
                </a:cubicBezTo>
                <a:cubicBezTo>
                  <a:pt x="2881" y="211"/>
                  <a:pt x="2883" y="216"/>
                  <a:pt x="2880" y="217"/>
                </a:cubicBezTo>
                <a:cubicBezTo>
                  <a:pt x="2844" y="246"/>
                  <a:pt x="2847" y="262"/>
                  <a:pt x="2831" y="265"/>
                </a:cubicBezTo>
                <a:cubicBezTo>
                  <a:pt x="2800" y="311"/>
                  <a:pt x="2792" y="314"/>
                  <a:pt x="2792" y="321"/>
                </a:cubicBezTo>
                <a:cubicBezTo>
                  <a:pt x="2765" y="356"/>
                  <a:pt x="2760" y="367"/>
                  <a:pt x="2753" y="376"/>
                </a:cubicBezTo>
                <a:cubicBezTo>
                  <a:pt x="2720" y="423"/>
                  <a:pt x="2720" y="431"/>
                  <a:pt x="2714" y="434"/>
                </a:cubicBezTo>
                <a:cubicBezTo>
                  <a:pt x="2699" y="468"/>
                  <a:pt x="2698" y="481"/>
                  <a:pt x="2695" y="473"/>
                </a:cubicBezTo>
                <a:cubicBezTo>
                  <a:pt x="2718" y="422"/>
                  <a:pt x="2719" y="415"/>
                  <a:pt x="2717" y="407"/>
                </a:cubicBezTo>
                <a:cubicBezTo>
                  <a:pt x="2751" y="339"/>
                  <a:pt x="2750" y="332"/>
                  <a:pt x="2756" y="337"/>
                </a:cubicBezTo>
                <a:cubicBezTo>
                  <a:pt x="2774" y="304"/>
                  <a:pt x="2780" y="300"/>
                  <a:pt x="2784" y="296"/>
                </a:cubicBezTo>
                <a:cubicBezTo>
                  <a:pt x="2810" y="255"/>
                  <a:pt x="2822" y="249"/>
                  <a:pt x="2825" y="237"/>
                </a:cubicBezTo>
                <a:cubicBezTo>
                  <a:pt x="2860" y="189"/>
                  <a:pt x="2866" y="185"/>
                  <a:pt x="2870" y="181"/>
                </a:cubicBezTo>
                <a:cubicBezTo>
                  <a:pt x="2905" y="133"/>
                  <a:pt x="2906" y="126"/>
                  <a:pt x="2915" y="124"/>
                </a:cubicBezTo>
                <a:cubicBezTo>
                  <a:pt x="2944" y="85"/>
                  <a:pt x="2953" y="78"/>
                  <a:pt x="2960" y="68"/>
                </a:cubicBezTo>
                <a:cubicBezTo>
                  <a:pt x="2994" y="27"/>
                  <a:pt x="3002" y="13"/>
                  <a:pt x="3012" y="1"/>
                </a:cubicBezTo>
                <a:cubicBezTo>
                  <a:pt x="2981" y="16"/>
                  <a:pt x="2986" y="24"/>
                  <a:pt x="2981" y="25"/>
                </a:cubicBezTo>
                <a:cubicBezTo>
                  <a:pt x="2930" y="92"/>
                  <a:pt x="2910" y="100"/>
                  <a:pt x="2905" y="118"/>
                </a:cubicBezTo>
                <a:cubicBezTo>
                  <a:pt x="2869" y="168"/>
                  <a:pt x="2861" y="174"/>
                  <a:pt x="2855" y="181"/>
                </a:cubicBezTo>
                <a:cubicBezTo>
                  <a:pt x="2844" y="198"/>
                  <a:pt x="2843" y="202"/>
                  <a:pt x="2841" y="198"/>
                </a:cubicBezTo>
                <a:cubicBezTo>
                  <a:pt x="2933" y="59"/>
                  <a:pt x="2943" y="36"/>
                  <a:pt x="2959" y="18"/>
                </a:cubicBezTo>
                <a:cubicBezTo>
                  <a:pt x="2954" y="1"/>
                  <a:pt x="2954" y="1"/>
                  <a:pt x="2954" y="1"/>
                </a:cubicBezTo>
                <a:cubicBezTo>
                  <a:pt x="2930" y="29"/>
                  <a:pt x="2935" y="37"/>
                  <a:pt x="2930" y="39"/>
                </a:cubicBezTo>
                <a:cubicBezTo>
                  <a:pt x="2900" y="90"/>
                  <a:pt x="2898" y="100"/>
                  <a:pt x="2890" y="106"/>
                </a:cubicBezTo>
                <a:cubicBezTo>
                  <a:pt x="2859" y="155"/>
                  <a:pt x="2855" y="158"/>
                  <a:pt x="2851" y="161"/>
                </a:cubicBezTo>
                <a:cubicBezTo>
                  <a:pt x="2832" y="194"/>
                  <a:pt x="2829" y="198"/>
                  <a:pt x="2824" y="202"/>
                </a:cubicBezTo>
                <a:cubicBezTo>
                  <a:pt x="2793" y="247"/>
                  <a:pt x="2791" y="252"/>
                  <a:pt x="2788" y="256"/>
                </a:cubicBezTo>
                <a:cubicBezTo>
                  <a:pt x="2762" y="289"/>
                  <a:pt x="2756" y="299"/>
                  <a:pt x="2754" y="310"/>
                </a:cubicBezTo>
                <a:cubicBezTo>
                  <a:pt x="2728" y="355"/>
                  <a:pt x="2727" y="358"/>
                  <a:pt x="2726" y="360"/>
                </a:cubicBezTo>
                <a:cubicBezTo>
                  <a:pt x="2737" y="312"/>
                  <a:pt x="2737" y="306"/>
                  <a:pt x="2737" y="299"/>
                </a:cubicBezTo>
                <a:cubicBezTo>
                  <a:pt x="2762" y="253"/>
                  <a:pt x="2765" y="247"/>
                  <a:pt x="2770" y="242"/>
                </a:cubicBezTo>
                <a:cubicBezTo>
                  <a:pt x="2795" y="199"/>
                  <a:pt x="2796" y="191"/>
                  <a:pt x="2800" y="186"/>
                </a:cubicBezTo>
                <a:cubicBezTo>
                  <a:pt x="2834" y="128"/>
                  <a:pt x="2836" y="125"/>
                  <a:pt x="2841" y="124"/>
                </a:cubicBezTo>
                <a:cubicBezTo>
                  <a:pt x="2862" y="84"/>
                  <a:pt x="2873" y="74"/>
                  <a:pt x="2878" y="61"/>
                </a:cubicBezTo>
                <a:cubicBezTo>
                  <a:pt x="2905" y="13"/>
                  <a:pt x="2909" y="11"/>
                  <a:pt x="2909" y="7"/>
                </a:cubicBezTo>
                <a:cubicBezTo>
                  <a:pt x="2897" y="17"/>
                  <a:pt x="2882" y="26"/>
                  <a:pt x="2881" y="43"/>
                </a:cubicBezTo>
                <a:cubicBezTo>
                  <a:pt x="2863" y="67"/>
                  <a:pt x="2856" y="71"/>
                  <a:pt x="2856" y="80"/>
                </a:cubicBezTo>
                <a:cubicBezTo>
                  <a:pt x="2818" y="140"/>
                  <a:pt x="2816" y="143"/>
                  <a:pt x="2813" y="145"/>
                </a:cubicBezTo>
                <a:cubicBezTo>
                  <a:pt x="2795" y="179"/>
                  <a:pt x="2789" y="180"/>
                  <a:pt x="2788" y="182"/>
                </a:cubicBezTo>
                <a:cubicBezTo>
                  <a:pt x="2770" y="222"/>
                  <a:pt x="2761" y="224"/>
                  <a:pt x="2763" y="235"/>
                </a:cubicBezTo>
                <a:cubicBezTo>
                  <a:pt x="2738" y="290"/>
                  <a:pt x="2728" y="288"/>
                  <a:pt x="2730" y="295"/>
                </a:cubicBezTo>
                <a:cubicBezTo>
                  <a:pt x="2713" y="340"/>
                  <a:pt x="2713" y="350"/>
                  <a:pt x="2710" y="358"/>
                </a:cubicBezTo>
                <a:cubicBezTo>
                  <a:pt x="2684" y="436"/>
                  <a:pt x="2683" y="440"/>
                  <a:pt x="2684" y="446"/>
                </a:cubicBezTo>
                <a:cubicBezTo>
                  <a:pt x="2673" y="473"/>
                  <a:pt x="2679" y="482"/>
                  <a:pt x="2674" y="483"/>
                </a:cubicBezTo>
                <a:cubicBezTo>
                  <a:pt x="2668" y="520"/>
                  <a:pt x="2659" y="525"/>
                  <a:pt x="2664" y="538"/>
                </a:cubicBezTo>
                <a:cubicBezTo>
                  <a:pt x="2652" y="556"/>
                  <a:pt x="2652" y="553"/>
                  <a:pt x="2649" y="553"/>
                </a:cubicBezTo>
                <a:cubicBezTo>
                  <a:pt x="2621" y="466"/>
                  <a:pt x="2630" y="443"/>
                  <a:pt x="2623" y="437"/>
                </a:cubicBezTo>
                <a:cubicBezTo>
                  <a:pt x="2637" y="353"/>
                  <a:pt x="2631" y="339"/>
                  <a:pt x="2634" y="332"/>
                </a:cubicBezTo>
                <a:cubicBezTo>
                  <a:pt x="2645" y="270"/>
                  <a:pt x="2642" y="258"/>
                  <a:pt x="2648" y="252"/>
                </a:cubicBezTo>
                <a:cubicBezTo>
                  <a:pt x="2678" y="173"/>
                  <a:pt x="2679" y="164"/>
                  <a:pt x="2685" y="159"/>
                </a:cubicBezTo>
                <a:cubicBezTo>
                  <a:pt x="2707" y="104"/>
                  <a:pt x="2705" y="93"/>
                  <a:pt x="2712" y="88"/>
                </a:cubicBezTo>
                <a:cubicBezTo>
                  <a:pt x="2728" y="64"/>
                  <a:pt x="2723" y="55"/>
                  <a:pt x="2726" y="53"/>
                </a:cubicBezTo>
                <a:cubicBezTo>
                  <a:pt x="2743" y="12"/>
                  <a:pt x="2747" y="7"/>
                  <a:pt x="2749" y="1"/>
                </a:cubicBezTo>
                <a:cubicBezTo>
                  <a:pt x="2729" y="27"/>
                  <a:pt x="2720" y="35"/>
                  <a:pt x="2719" y="48"/>
                </a:cubicBezTo>
                <a:cubicBezTo>
                  <a:pt x="2697" y="82"/>
                  <a:pt x="2700" y="90"/>
                  <a:pt x="2696" y="94"/>
                </a:cubicBezTo>
                <a:cubicBezTo>
                  <a:pt x="2683" y="133"/>
                  <a:pt x="2678" y="136"/>
                  <a:pt x="2680" y="145"/>
                </a:cubicBezTo>
                <a:cubicBezTo>
                  <a:pt x="2660" y="197"/>
                  <a:pt x="2657" y="198"/>
                  <a:pt x="2655" y="200"/>
                </a:cubicBezTo>
                <a:cubicBezTo>
                  <a:pt x="2674" y="116"/>
                  <a:pt x="2683" y="114"/>
                  <a:pt x="2680" y="104"/>
                </a:cubicBezTo>
                <a:cubicBezTo>
                  <a:pt x="2694" y="56"/>
                  <a:pt x="2694" y="47"/>
                  <a:pt x="2697" y="41"/>
                </a:cubicBezTo>
                <a:cubicBezTo>
                  <a:pt x="2706" y="14"/>
                  <a:pt x="2706" y="6"/>
                  <a:pt x="2709" y="1"/>
                </a:cubicBezTo>
                <a:cubicBezTo>
                  <a:pt x="2685" y="32"/>
                  <a:pt x="2688" y="48"/>
                  <a:pt x="2679" y="56"/>
                </a:cubicBezTo>
                <a:cubicBezTo>
                  <a:pt x="2654" y="139"/>
                  <a:pt x="2653" y="153"/>
                  <a:pt x="2651" y="166"/>
                </a:cubicBezTo>
                <a:cubicBezTo>
                  <a:pt x="2647" y="198"/>
                  <a:pt x="2636" y="206"/>
                  <a:pt x="2640" y="212"/>
                </a:cubicBezTo>
                <a:cubicBezTo>
                  <a:pt x="2624" y="254"/>
                  <a:pt x="2633" y="267"/>
                  <a:pt x="2625" y="268"/>
                </a:cubicBezTo>
                <a:cubicBezTo>
                  <a:pt x="2628" y="217"/>
                  <a:pt x="2628" y="212"/>
                  <a:pt x="2626" y="203"/>
                </a:cubicBezTo>
                <a:cubicBezTo>
                  <a:pt x="2637" y="163"/>
                  <a:pt x="2637" y="150"/>
                  <a:pt x="2643" y="141"/>
                </a:cubicBezTo>
                <a:cubicBezTo>
                  <a:pt x="2659" y="84"/>
                  <a:pt x="2651" y="72"/>
                  <a:pt x="2658" y="69"/>
                </a:cubicBezTo>
                <a:cubicBezTo>
                  <a:pt x="2662" y="1"/>
                  <a:pt x="2662" y="1"/>
                  <a:pt x="2662" y="1"/>
                </a:cubicBezTo>
                <a:cubicBezTo>
                  <a:pt x="2640" y="90"/>
                  <a:pt x="2639" y="107"/>
                  <a:pt x="2633" y="122"/>
                </a:cubicBezTo>
                <a:cubicBezTo>
                  <a:pt x="2614" y="203"/>
                  <a:pt x="2615" y="242"/>
                  <a:pt x="2611" y="277"/>
                </a:cubicBezTo>
                <a:cubicBezTo>
                  <a:pt x="2608" y="339"/>
                  <a:pt x="2621" y="355"/>
                  <a:pt x="2609" y="354"/>
                </a:cubicBezTo>
                <a:cubicBezTo>
                  <a:pt x="2594" y="215"/>
                  <a:pt x="2597" y="210"/>
                  <a:pt x="2597" y="203"/>
                </a:cubicBezTo>
                <a:cubicBezTo>
                  <a:pt x="2605" y="116"/>
                  <a:pt x="2602" y="100"/>
                  <a:pt x="2610" y="91"/>
                </a:cubicBezTo>
                <a:cubicBezTo>
                  <a:pt x="2620" y="21"/>
                  <a:pt x="2623" y="11"/>
                  <a:pt x="2624" y="1"/>
                </a:cubicBezTo>
                <a:cubicBezTo>
                  <a:pt x="2609" y="6"/>
                  <a:pt x="2614" y="13"/>
                  <a:pt x="2609" y="14"/>
                </a:cubicBezTo>
                <a:cubicBezTo>
                  <a:pt x="2600" y="57"/>
                  <a:pt x="2596" y="70"/>
                  <a:pt x="2596" y="85"/>
                </a:cubicBezTo>
                <a:cubicBezTo>
                  <a:pt x="2594" y="22"/>
                  <a:pt x="2592" y="12"/>
                  <a:pt x="2595" y="5"/>
                </a:cubicBezTo>
                <a:cubicBezTo>
                  <a:pt x="2584" y="6"/>
                  <a:pt x="2584" y="12"/>
                  <a:pt x="2583" y="17"/>
                </a:cubicBezTo>
                <a:cubicBezTo>
                  <a:pt x="2577" y="36"/>
                  <a:pt x="2573" y="24"/>
                  <a:pt x="2577" y="18"/>
                </a:cubicBezTo>
                <a:cubicBezTo>
                  <a:pt x="2565" y="5"/>
                  <a:pt x="2563" y="10"/>
                  <a:pt x="2565" y="17"/>
                </a:cubicBezTo>
                <a:cubicBezTo>
                  <a:pt x="2562" y="50"/>
                  <a:pt x="2560" y="58"/>
                  <a:pt x="2564" y="71"/>
                </a:cubicBezTo>
                <a:cubicBezTo>
                  <a:pt x="2558" y="85"/>
                  <a:pt x="2555" y="71"/>
                  <a:pt x="2553" y="58"/>
                </a:cubicBezTo>
                <a:cubicBezTo>
                  <a:pt x="2555" y="11"/>
                  <a:pt x="2554" y="6"/>
                  <a:pt x="2554" y="1"/>
                </a:cubicBezTo>
                <a:cubicBezTo>
                  <a:pt x="2544" y="74"/>
                  <a:pt x="2544" y="78"/>
                  <a:pt x="2542" y="81"/>
                </a:cubicBezTo>
                <a:cubicBezTo>
                  <a:pt x="2547" y="111"/>
                  <a:pt x="2554" y="121"/>
                  <a:pt x="2548" y="121"/>
                </a:cubicBezTo>
                <a:cubicBezTo>
                  <a:pt x="2517" y="31"/>
                  <a:pt x="2519" y="24"/>
                  <a:pt x="2511" y="10"/>
                </a:cubicBezTo>
                <a:cubicBezTo>
                  <a:pt x="2498" y="3"/>
                  <a:pt x="2502" y="0"/>
                  <a:pt x="2498" y="7"/>
                </a:cubicBezTo>
                <a:cubicBezTo>
                  <a:pt x="2519" y="72"/>
                  <a:pt x="2531" y="98"/>
                  <a:pt x="2540" y="129"/>
                </a:cubicBezTo>
                <a:cubicBezTo>
                  <a:pt x="2564" y="228"/>
                  <a:pt x="2564" y="233"/>
                  <a:pt x="2562" y="237"/>
                </a:cubicBezTo>
                <a:cubicBezTo>
                  <a:pt x="2578" y="287"/>
                  <a:pt x="2582" y="307"/>
                  <a:pt x="2586" y="326"/>
                </a:cubicBezTo>
                <a:cubicBezTo>
                  <a:pt x="2580" y="350"/>
                  <a:pt x="2572" y="341"/>
                  <a:pt x="2576" y="334"/>
                </a:cubicBezTo>
                <a:cubicBezTo>
                  <a:pt x="2543" y="217"/>
                  <a:pt x="2533" y="206"/>
                  <a:pt x="2531" y="184"/>
                </a:cubicBezTo>
                <a:cubicBezTo>
                  <a:pt x="2508" y="140"/>
                  <a:pt x="2506" y="132"/>
                  <a:pt x="2502" y="128"/>
                </a:cubicBezTo>
                <a:cubicBezTo>
                  <a:pt x="2471" y="62"/>
                  <a:pt x="2466" y="58"/>
                  <a:pt x="2463" y="53"/>
                </a:cubicBezTo>
                <a:cubicBezTo>
                  <a:pt x="2424" y="1"/>
                  <a:pt x="2424" y="1"/>
                  <a:pt x="2424" y="1"/>
                </a:cubicBezTo>
                <a:cubicBezTo>
                  <a:pt x="2441" y="28"/>
                  <a:pt x="2441" y="33"/>
                  <a:pt x="2444" y="33"/>
                </a:cubicBezTo>
                <a:cubicBezTo>
                  <a:pt x="2455" y="74"/>
                  <a:pt x="2468" y="76"/>
                  <a:pt x="2471" y="92"/>
                </a:cubicBezTo>
                <a:cubicBezTo>
                  <a:pt x="2504" y="146"/>
                  <a:pt x="2503" y="159"/>
                  <a:pt x="2508" y="162"/>
                </a:cubicBezTo>
                <a:cubicBezTo>
                  <a:pt x="2554" y="285"/>
                  <a:pt x="2555" y="292"/>
                  <a:pt x="2557" y="300"/>
                </a:cubicBezTo>
                <a:cubicBezTo>
                  <a:pt x="2554" y="295"/>
                  <a:pt x="2543" y="303"/>
                  <a:pt x="2544" y="294"/>
                </a:cubicBezTo>
                <a:cubicBezTo>
                  <a:pt x="2531" y="246"/>
                  <a:pt x="2530" y="240"/>
                  <a:pt x="2529" y="234"/>
                </a:cubicBezTo>
                <a:cubicBezTo>
                  <a:pt x="2500" y="168"/>
                  <a:pt x="2501" y="161"/>
                  <a:pt x="2496" y="161"/>
                </a:cubicBezTo>
                <a:cubicBezTo>
                  <a:pt x="2466" y="95"/>
                  <a:pt x="2458" y="84"/>
                  <a:pt x="2451" y="70"/>
                </a:cubicBezTo>
                <a:cubicBezTo>
                  <a:pt x="2430" y="44"/>
                  <a:pt x="2431" y="36"/>
                  <a:pt x="2427" y="36"/>
                </a:cubicBezTo>
                <a:cubicBezTo>
                  <a:pt x="2388" y="1"/>
                  <a:pt x="2388" y="1"/>
                  <a:pt x="2388" y="1"/>
                </a:cubicBezTo>
                <a:cubicBezTo>
                  <a:pt x="2404" y="21"/>
                  <a:pt x="2407" y="23"/>
                  <a:pt x="2408" y="28"/>
                </a:cubicBezTo>
                <a:cubicBezTo>
                  <a:pt x="2450" y="83"/>
                  <a:pt x="2452" y="92"/>
                  <a:pt x="2457" y="95"/>
                </a:cubicBezTo>
                <a:cubicBezTo>
                  <a:pt x="2503" y="182"/>
                  <a:pt x="2512" y="215"/>
                  <a:pt x="2525" y="244"/>
                </a:cubicBezTo>
                <a:cubicBezTo>
                  <a:pt x="2526" y="263"/>
                  <a:pt x="2510" y="258"/>
                  <a:pt x="2506" y="236"/>
                </a:cubicBezTo>
                <a:cubicBezTo>
                  <a:pt x="2482" y="214"/>
                  <a:pt x="2481" y="208"/>
                  <a:pt x="2474" y="210"/>
                </a:cubicBezTo>
                <a:cubicBezTo>
                  <a:pt x="2426" y="144"/>
                  <a:pt x="2422" y="139"/>
                  <a:pt x="2420" y="132"/>
                </a:cubicBezTo>
                <a:cubicBezTo>
                  <a:pt x="2377" y="81"/>
                  <a:pt x="2375" y="77"/>
                  <a:pt x="2375" y="70"/>
                </a:cubicBezTo>
                <a:cubicBezTo>
                  <a:pt x="2351" y="45"/>
                  <a:pt x="2351" y="40"/>
                  <a:pt x="2348" y="40"/>
                </a:cubicBezTo>
                <a:cubicBezTo>
                  <a:pt x="2331" y="10"/>
                  <a:pt x="2326" y="7"/>
                  <a:pt x="2323" y="1"/>
                </a:cubicBezTo>
                <a:cubicBezTo>
                  <a:pt x="2326" y="20"/>
                  <a:pt x="2333" y="38"/>
                  <a:pt x="2344" y="50"/>
                </a:cubicBezTo>
                <a:cubicBezTo>
                  <a:pt x="2377" y="95"/>
                  <a:pt x="2382" y="101"/>
                  <a:pt x="2386" y="109"/>
                </a:cubicBezTo>
                <a:cubicBezTo>
                  <a:pt x="2392" y="121"/>
                  <a:pt x="2386" y="113"/>
                  <a:pt x="2379" y="108"/>
                </a:cubicBezTo>
                <a:cubicBezTo>
                  <a:pt x="2336" y="59"/>
                  <a:pt x="2328" y="54"/>
                  <a:pt x="2320" y="49"/>
                </a:cubicBezTo>
                <a:cubicBezTo>
                  <a:pt x="2259" y="1"/>
                  <a:pt x="2260" y="1"/>
                  <a:pt x="2260" y="2"/>
                </a:cubicBezTo>
                <a:cubicBezTo>
                  <a:pt x="2336" y="75"/>
                  <a:pt x="2338" y="82"/>
                  <a:pt x="2342" y="86"/>
                </a:cubicBezTo>
                <a:cubicBezTo>
                  <a:pt x="2395" y="136"/>
                  <a:pt x="2408" y="158"/>
                  <a:pt x="2427" y="169"/>
                </a:cubicBezTo>
                <a:cubicBezTo>
                  <a:pt x="2505" y="258"/>
                  <a:pt x="2506" y="269"/>
                  <a:pt x="2513" y="273"/>
                </a:cubicBezTo>
                <a:cubicBezTo>
                  <a:pt x="2547" y="325"/>
                  <a:pt x="2548" y="321"/>
                  <a:pt x="2550" y="325"/>
                </a:cubicBezTo>
                <a:cubicBezTo>
                  <a:pt x="2568" y="363"/>
                  <a:pt x="2578" y="358"/>
                  <a:pt x="2577" y="370"/>
                </a:cubicBezTo>
                <a:cubicBezTo>
                  <a:pt x="2561" y="355"/>
                  <a:pt x="2554" y="357"/>
                  <a:pt x="2555" y="348"/>
                </a:cubicBezTo>
                <a:cubicBezTo>
                  <a:pt x="2543" y="332"/>
                  <a:pt x="2540" y="332"/>
                  <a:pt x="2539" y="330"/>
                </a:cubicBezTo>
                <a:cubicBezTo>
                  <a:pt x="2508" y="295"/>
                  <a:pt x="2504" y="287"/>
                  <a:pt x="2499" y="279"/>
                </a:cubicBezTo>
                <a:cubicBezTo>
                  <a:pt x="2423" y="198"/>
                  <a:pt x="2413" y="191"/>
                  <a:pt x="2403" y="183"/>
                </a:cubicBezTo>
                <a:cubicBezTo>
                  <a:pt x="2355" y="145"/>
                  <a:pt x="2342" y="122"/>
                  <a:pt x="2321" y="111"/>
                </a:cubicBezTo>
                <a:cubicBezTo>
                  <a:pt x="2285" y="75"/>
                  <a:pt x="2274" y="70"/>
                  <a:pt x="2266" y="60"/>
                </a:cubicBezTo>
                <a:cubicBezTo>
                  <a:pt x="2248" y="46"/>
                  <a:pt x="2245" y="40"/>
                  <a:pt x="2241" y="35"/>
                </a:cubicBezTo>
                <a:cubicBezTo>
                  <a:pt x="2212" y="6"/>
                  <a:pt x="2210" y="3"/>
                  <a:pt x="2208" y="1"/>
                </a:cubicBezTo>
                <a:cubicBezTo>
                  <a:pt x="2202" y="10"/>
                  <a:pt x="2211" y="18"/>
                  <a:pt x="2218" y="28"/>
                </a:cubicBezTo>
                <a:cubicBezTo>
                  <a:pt x="2307" y="112"/>
                  <a:pt x="2315" y="120"/>
                  <a:pt x="2324" y="128"/>
                </a:cubicBezTo>
                <a:cubicBezTo>
                  <a:pt x="2344" y="143"/>
                  <a:pt x="2346" y="151"/>
                  <a:pt x="2353" y="152"/>
                </a:cubicBezTo>
                <a:cubicBezTo>
                  <a:pt x="2396" y="194"/>
                  <a:pt x="2402" y="196"/>
                  <a:pt x="2407" y="200"/>
                </a:cubicBezTo>
                <a:cubicBezTo>
                  <a:pt x="2468" y="257"/>
                  <a:pt x="2471" y="274"/>
                  <a:pt x="2484" y="276"/>
                </a:cubicBezTo>
                <a:cubicBezTo>
                  <a:pt x="2498" y="301"/>
                  <a:pt x="2505" y="298"/>
                  <a:pt x="2505" y="304"/>
                </a:cubicBezTo>
                <a:cubicBezTo>
                  <a:pt x="2544" y="352"/>
                  <a:pt x="2548" y="358"/>
                  <a:pt x="2550" y="366"/>
                </a:cubicBezTo>
                <a:cubicBezTo>
                  <a:pt x="2577" y="410"/>
                  <a:pt x="2591" y="413"/>
                  <a:pt x="2589" y="429"/>
                </a:cubicBezTo>
                <a:cubicBezTo>
                  <a:pt x="2604" y="444"/>
                  <a:pt x="2610" y="461"/>
                  <a:pt x="2605" y="465"/>
                </a:cubicBezTo>
                <a:cubicBezTo>
                  <a:pt x="2580" y="426"/>
                  <a:pt x="2579" y="418"/>
                  <a:pt x="2572" y="418"/>
                </a:cubicBezTo>
                <a:cubicBezTo>
                  <a:pt x="2546" y="393"/>
                  <a:pt x="2545" y="389"/>
                  <a:pt x="2544" y="385"/>
                </a:cubicBezTo>
                <a:cubicBezTo>
                  <a:pt x="2506" y="349"/>
                  <a:pt x="2497" y="342"/>
                  <a:pt x="2492" y="331"/>
                </a:cubicBezTo>
                <a:cubicBezTo>
                  <a:pt x="2409" y="265"/>
                  <a:pt x="2408" y="254"/>
                  <a:pt x="2402" y="251"/>
                </a:cubicBezTo>
                <a:cubicBezTo>
                  <a:pt x="2358" y="208"/>
                  <a:pt x="2348" y="213"/>
                  <a:pt x="2346" y="206"/>
                </a:cubicBezTo>
                <a:cubicBezTo>
                  <a:pt x="2312" y="182"/>
                  <a:pt x="2308" y="171"/>
                  <a:pt x="2297" y="169"/>
                </a:cubicBezTo>
                <a:cubicBezTo>
                  <a:pt x="2251" y="119"/>
                  <a:pt x="2241" y="124"/>
                  <a:pt x="2242" y="115"/>
                </a:cubicBezTo>
                <a:cubicBezTo>
                  <a:pt x="2204" y="78"/>
                  <a:pt x="2199" y="77"/>
                  <a:pt x="2195" y="74"/>
                </a:cubicBezTo>
                <a:cubicBezTo>
                  <a:pt x="2189" y="66"/>
                  <a:pt x="2188" y="71"/>
                  <a:pt x="2192" y="72"/>
                </a:cubicBezTo>
                <a:cubicBezTo>
                  <a:pt x="2222" y="98"/>
                  <a:pt x="2214" y="104"/>
                  <a:pt x="2220" y="110"/>
                </a:cubicBezTo>
                <a:cubicBezTo>
                  <a:pt x="2279" y="163"/>
                  <a:pt x="2287" y="171"/>
                  <a:pt x="2296" y="178"/>
                </a:cubicBezTo>
                <a:cubicBezTo>
                  <a:pt x="2325" y="207"/>
                  <a:pt x="2330" y="210"/>
                  <a:pt x="2335" y="211"/>
                </a:cubicBezTo>
                <a:cubicBezTo>
                  <a:pt x="2365" y="237"/>
                  <a:pt x="2373" y="235"/>
                  <a:pt x="2377" y="241"/>
                </a:cubicBezTo>
                <a:cubicBezTo>
                  <a:pt x="2400" y="265"/>
                  <a:pt x="2402" y="267"/>
                  <a:pt x="2403" y="271"/>
                </a:cubicBezTo>
                <a:cubicBezTo>
                  <a:pt x="2438" y="305"/>
                  <a:pt x="2448" y="302"/>
                  <a:pt x="2450" y="312"/>
                </a:cubicBezTo>
                <a:cubicBezTo>
                  <a:pt x="2484" y="348"/>
                  <a:pt x="2493" y="346"/>
                  <a:pt x="2494" y="357"/>
                </a:cubicBezTo>
                <a:cubicBezTo>
                  <a:pt x="2540" y="405"/>
                  <a:pt x="2546" y="402"/>
                  <a:pt x="2546" y="408"/>
                </a:cubicBezTo>
                <a:cubicBezTo>
                  <a:pt x="2573" y="430"/>
                  <a:pt x="2572" y="438"/>
                  <a:pt x="2576" y="438"/>
                </a:cubicBezTo>
                <a:cubicBezTo>
                  <a:pt x="2606" y="495"/>
                  <a:pt x="2612" y="495"/>
                  <a:pt x="2613" y="504"/>
                </a:cubicBezTo>
                <a:cubicBezTo>
                  <a:pt x="2634" y="570"/>
                  <a:pt x="2636" y="577"/>
                  <a:pt x="2641" y="585"/>
                </a:cubicBezTo>
                <a:cubicBezTo>
                  <a:pt x="2649" y="625"/>
                  <a:pt x="2652" y="624"/>
                  <a:pt x="2654" y="638"/>
                </a:cubicBezTo>
                <a:cubicBezTo>
                  <a:pt x="2632" y="603"/>
                  <a:pt x="2620" y="596"/>
                  <a:pt x="2616" y="578"/>
                </a:cubicBezTo>
                <a:cubicBezTo>
                  <a:pt x="2580" y="533"/>
                  <a:pt x="2570" y="523"/>
                  <a:pt x="2561" y="512"/>
                </a:cubicBezTo>
                <a:cubicBezTo>
                  <a:pt x="2492" y="422"/>
                  <a:pt x="2486" y="419"/>
                  <a:pt x="2482" y="412"/>
                </a:cubicBezTo>
                <a:cubicBezTo>
                  <a:pt x="2465" y="388"/>
                  <a:pt x="2458" y="387"/>
                  <a:pt x="2452" y="383"/>
                </a:cubicBezTo>
                <a:cubicBezTo>
                  <a:pt x="2421" y="342"/>
                  <a:pt x="2414" y="343"/>
                  <a:pt x="2413" y="335"/>
                </a:cubicBezTo>
                <a:cubicBezTo>
                  <a:pt x="2376" y="303"/>
                  <a:pt x="2375" y="295"/>
                  <a:pt x="2367" y="297"/>
                </a:cubicBezTo>
                <a:cubicBezTo>
                  <a:pt x="2344" y="270"/>
                  <a:pt x="2339" y="269"/>
                  <a:pt x="2335" y="268"/>
                </a:cubicBezTo>
                <a:cubicBezTo>
                  <a:pt x="2309" y="240"/>
                  <a:pt x="2305" y="237"/>
                  <a:pt x="2301" y="233"/>
                </a:cubicBezTo>
                <a:cubicBezTo>
                  <a:pt x="2246" y="189"/>
                  <a:pt x="2241" y="179"/>
                  <a:pt x="2233" y="173"/>
                </a:cubicBezTo>
                <a:cubicBezTo>
                  <a:pt x="2179" y="126"/>
                  <a:pt x="2173" y="116"/>
                  <a:pt x="2167" y="109"/>
                </a:cubicBezTo>
                <a:cubicBezTo>
                  <a:pt x="2137" y="80"/>
                  <a:pt x="2128" y="75"/>
                  <a:pt x="2125" y="61"/>
                </a:cubicBezTo>
                <a:cubicBezTo>
                  <a:pt x="2112" y="42"/>
                  <a:pt x="2107" y="44"/>
                  <a:pt x="2106" y="41"/>
                </a:cubicBezTo>
                <a:cubicBezTo>
                  <a:pt x="2085" y="5"/>
                  <a:pt x="2087" y="10"/>
                  <a:pt x="2089" y="15"/>
                </a:cubicBezTo>
                <a:cubicBezTo>
                  <a:pt x="2106" y="41"/>
                  <a:pt x="2095" y="48"/>
                  <a:pt x="2104" y="48"/>
                </a:cubicBezTo>
                <a:cubicBezTo>
                  <a:pt x="2120" y="73"/>
                  <a:pt x="2127" y="76"/>
                  <a:pt x="2126" y="85"/>
                </a:cubicBezTo>
                <a:cubicBezTo>
                  <a:pt x="2177" y="147"/>
                  <a:pt x="2181" y="161"/>
                  <a:pt x="2190" y="166"/>
                </a:cubicBezTo>
                <a:cubicBezTo>
                  <a:pt x="2214" y="195"/>
                  <a:pt x="2218" y="193"/>
                  <a:pt x="2220" y="196"/>
                </a:cubicBezTo>
                <a:cubicBezTo>
                  <a:pt x="2243" y="215"/>
                  <a:pt x="2242" y="227"/>
                  <a:pt x="2249" y="226"/>
                </a:cubicBezTo>
                <a:cubicBezTo>
                  <a:pt x="2268" y="246"/>
                  <a:pt x="2276" y="254"/>
                  <a:pt x="2283" y="263"/>
                </a:cubicBezTo>
                <a:cubicBezTo>
                  <a:pt x="2317" y="292"/>
                  <a:pt x="2321" y="305"/>
                  <a:pt x="2329" y="313"/>
                </a:cubicBezTo>
                <a:cubicBezTo>
                  <a:pt x="2358" y="348"/>
                  <a:pt x="2362" y="349"/>
                  <a:pt x="2363" y="351"/>
                </a:cubicBezTo>
                <a:cubicBezTo>
                  <a:pt x="2388" y="382"/>
                  <a:pt x="2388" y="393"/>
                  <a:pt x="2395" y="391"/>
                </a:cubicBezTo>
                <a:cubicBezTo>
                  <a:pt x="2426" y="424"/>
                  <a:pt x="2430" y="438"/>
                  <a:pt x="2440" y="441"/>
                </a:cubicBezTo>
                <a:cubicBezTo>
                  <a:pt x="2449" y="455"/>
                  <a:pt x="2451" y="457"/>
                  <a:pt x="2453" y="460"/>
                </a:cubicBezTo>
                <a:cubicBezTo>
                  <a:pt x="2421" y="436"/>
                  <a:pt x="2417" y="435"/>
                  <a:pt x="2417" y="428"/>
                </a:cubicBezTo>
                <a:cubicBezTo>
                  <a:pt x="2372" y="389"/>
                  <a:pt x="2351" y="370"/>
                  <a:pt x="2331" y="351"/>
                </a:cubicBezTo>
                <a:cubicBezTo>
                  <a:pt x="2226" y="270"/>
                  <a:pt x="2225" y="259"/>
                  <a:pt x="2217" y="259"/>
                </a:cubicBezTo>
                <a:cubicBezTo>
                  <a:pt x="2183" y="219"/>
                  <a:pt x="2161" y="202"/>
                  <a:pt x="2140" y="182"/>
                </a:cubicBezTo>
                <a:cubicBezTo>
                  <a:pt x="2093" y="137"/>
                  <a:pt x="2090" y="135"/>
                  <a:pt x="2086" y="134"/>
                </a:cubicBezTo>
                <a:cubicBezTo>
                  <a:pt x="2016" y="59"/>
                  <a:pt x="2017" y="51"/>
                  <a:pt x="2013" y="51"/>
                </a:cubicBezTo>
                <a:cubicBezTo>
                  <a:pt x="1991" y="16"/>
                  <a:pt x="1982" y="18"/>
                  <a:pt x="1981" y="7"/>
                </a:cubicBezTo>
                <a:cubicBezTo>
                  <a:pt x="1973" y="3"/>
                  <a:pt x="1975" y="7"/>
                  <a:pt x="1976" y="11"/>
                </a:cubicBezTo>
                <a:cubicBezTo>
                  <a:pt x="1999" y="38"/>
                  <a:pt x="2005" y="53"/>
                  <a:pt x="2015" y="63"/>
                </a:cubicBezTo>
                <a:cubicBezTo>
                  <a:pt x="2083" y="138"/>
                  <a:pt x="2090" y="151"/>
                  <a:pt x="2102" y="157"/>
                </a:cubicBezTo>
                <a:cubicBezTo>
                  <a:pt x="2141" y="198"/>
                  <a:pt x="2153" y="205"/>
                  <a:pt x="2162" y="217"/>
                </a:cubicBezTo>
                <a:cubicBezTo>
                  <a:pt x="2176" y="224"/>
                  <a:pt x="2175" y="229"/>
                  <a:pt x="2179" y="228"/>
                </a:cubicBezTo>
                <a:cubicBezTo>
                  <a:pt x="2262" y="304"/>
                  <a:pt x="2265" y="312"/>
                  <a:pt x="2270" y="316"/>
                </a:cubicBezTo>
                <a:cubicBezTo>
                  <a:pt x="2296" y="339"/>
                  <a:pt x="2300" y="340"/>
                  <a:pt x="2302" y="342"/>
                </a:cubicBezTo>
                <a:cubicBezTo>
                  <a:pt x="2361" y="394"/>
                  <a:pt x="2371" y="405"/>
                  <a:pt x="2382" y="415"/>
                </a:cubicBezTo>
                <a:cubicBezTo>
                  <a:pt x="2422" y="455"/>
                  <a:pt x="2434" y="462"/>
                  <a:pt x="2446" y="470"/>
                </a:cubicBezTo>
                <a:cubicBezTo>
                  <a:pt x="2486" y="514"/>
                  <a:pt x="2491" y="518"/>
                  <a:pt x="2495" y="522"/>
                </a:cubicBezTo>
                <a:cubicBezTo>
                  <a:pt x="2522" y="556"/>
                  <a:pt x="2524" y="560"/>
                  <a:pt x="2525" y="566"/>
                </a:cubicBezTo>
                <a:cubicBezTo>
                  <a:pt x="2554" y="592"/>
                  <a:pt x="2554" y="596"/>
                  <a:pt x="2557" y="595"/>
                </a:cubicBezTo>
                <a:cubicBezTo>
                  <a:pt x="2536" y="580"/>
                  <a:pt x="2527" y="580"/>
                  <a:pt x="2523" y="573"/>
                </a:cubicBezTo>
                <a:cubicBezTo>
                  <a:pt x="2501" y="559"/>
                  <a:pt x="2500" y="555"/>
                  <a:pt x="2496" y="555"/>
                </a:cubicBezTo>
                <a:cubicBezTo>
                  <a:pt x="2486" y="535"/>
                  <a:pt x="2482" y="535"/>
                  <a:pt x="2482" y="531"/>
                </a:cubicBezTo>
                <a:cubicBezTo>
                  <a:pt x="2456" y="511"/>
                  <a:pt x="2449" y="507"/>
                  <a:pt x="2441" y="503"/>
                </a:cubicBezTo>
                <a:cubicBezTo>
                  <a:pt x="2417" y="480"/>
                  <a:pt x="2411" y="474"/>
                  <a:pt x="2407" y="466"/>
                </a:cubicBezTo>
                <a:cubicBezTo>
                  <a:pt x="2330" y="411"/>
                  <a:pt x="2327" y="404"/>
                  <a:pt x="2320" y="403"/>
                </a:cubicBezTo>
                <a:cubicBezTo>
                  <a:pt x="2277" y="359"/>
                  <a:pt x="2258" y="344"/>
                  <a:pt x="2240" y="328"/>
                </a:cubicBezTo>
                <a:cubicBezTo>
                  <a:pt x="2209" y="300"/>
                  <a:pt x="2205" y="295"/>
                  <a:pt x="2203" y="288"/>
                </a:cubicBezTo>
                <a:cubicBezTo>
                  <a:pt x="2158" y="248"/>
                  <a:pt x="2155" y="242"/>
                  <a:pt x="2151" y="236"/>
                </a:cubicBezTo>
                <a:cubicBezTo>
                  <a:pt x="2107" y="184"/>
                  <a:pt x="2096" y="179"/>
                  <a:pt x="2089" y="166"/>
                </a:cubicBezTo>
                <a:cubicBezTo>
                  <a:pt x="2056" y="132"/>
                  <a:pt x="2047" y="123"/>
                  <a:pt x="2040" y="111"/>
                </a:cubicBezTo>
                <a:cubicBezTo>
                  <a:pt x="2009" y="80"/>
                  <a:pt x="2007" y="71"/>
                  <a:pt x="2002" y="68"/>
                </a:cubicBezTo>
                <a:cubicBezTo>
                  <a:pt x="2002" y="79"/>
                  <a:pt x="2006" y="84"/>
                  <a:pt x="2011" y="87"/>
                </a:cubicBezTo>
                <a:cubicBezTo>
                  <a:pt x="2037" y="126"/>
                  <a:pt x="2044" y="128"/>
                  <a:pt x="2047" y="133"/>
                </a:cubicBezTo>
                <a:cubicBezTo>
                  <a:pt x="2078" y="166"/>
                  <a:pt x="2083" y="171"/>
                  <a:pt x="2086" y="179"/>
                </a:cubicBezTo>
                <a:cubicBezTo>
                  <a:pt x="2104" y="196"/>
                  <a:pt x="2106" y="204"/>
                  <a:pt x="2112" y="206"/>
                </a:cubicBezTo>
                <a:cubicBezTo>
                  <a:pt x="2128" y="226"/>
                  <a:pt x="2132" y="234"/>
                  <a:pt x="2139" y="236"/>
                </a:cubicBezTo>
                <a:cubicBezTo>
                  <a:pt x="2175" y="272"/>
                  <a:pt x="2182" y="285"/>
                  <a:pt x="2192" y="293"/>
                </a:cubicBezTo>
                <a:cubicBezTo>
                  <a:pt x="2257" y="354"/>
                  <a:pt x="2266" y="363"/>
                  <a:pt x="2275" y="371"/>
                </a:cubicBezTo>
                <a:cubicBezTo>
                  <a:pt x="2321" y="418"/>
                  <a:pt x="2327" y="419"/>
                  <a:pt x="2333" y="422"/>
                </a:cubicBezTo>
                <a:cubicBezTo>
                  <a:pt x="2375" y="452"/>
                  <a:pt x="2380" y="466"/>
                  <a:pt x="2393" y="469"/>
                </a:cubicBezTo>
                <a:cubicBezTo>
                  <a:pt x="2385" y="477"/>
                  <a:pt x="2377" y="470"/>
                  <a:pt x="2368" y="465"/>
                </a:cubicBezTo>
                <a:cubicBezTo>
                  <a:pt x="2326" y="437"/>
                  <a:pt x="2325" y="429"/>
                  <a:pt x="2317" y="431"/>
                </a:cubicBezTo>
                <a:cubicBezTo>
                  <a:pt x="2287" y="412"/>
                  <a:pt x="2285" y="406"/>
                  <a:pt x="2282" y="402"/>
                </a:cubicBezTo>
                <a:cubicBezTo>
                  <a:pt x="2242" y="368"/>
                  <a:pt x="2237" y="367"/>
                  <a:pt x="2235" y="361"/>
                </a:cubicBezTo>
                <a:cubicBezTo>
                  <a:pt x="2206" y="345"/>
                  <a:pt x="2209" y="332"/>
                  <a:pt x="2203" y="332"/>
                </a:cubicBezTo>
                <a:cubicBezTo>
                  <a:pt x="2159" y="290"/>
                  <a:pt x="2156" y="286"/>
                  <a:pt x="2151" y="284"/>
                </a:cubicBezTo>
                <a:cubicBezTo>
                  <a:pt x="2094" y="228"/>
                  <a:pt x="2089" y="219"/>
                  <a:pt x="2081" y="215"/>
                </a:cubicBezTo>
                <a:cubicBezTo>
                  <a:pt x="2070" y="213"/>
                  <a:pt x="2082" y="226"/>
                  <a:pt x="2095" y="239"/>
                </a:cubicBezTo>
                <a:cubicBezTo>
                  <a:pt x="2135" y="286"/>
                  <a:pt x="2142" y="283"/>
                  <a:pt x="2144" y="288"/>
                </a:cubicBezTo>
                <a:cubicBezTo>
                  <a:pt x="2161" y="304"/>
                  <a:pt x="2166" y="312"/>
                  <a:pt x="2173" y="318"/>
                </a:cubicBezTo>
                <a:cubicBezTo>
                  <a:pt x="2200" y="342"/>
                  <a:pt x="2205" y="353"/>
                  <a:pt x="2213" y="357"/>
                </a:cubicBezTo>
                <a:cubicBezTo>
                  <a:pt x="2244" y="401"/>
                  <a:pt x="2253" y="407"/>
                  <a:pt x="2261" y="415"/>
                </a:cubicBezTo>
                <a:cubicBezTo>
                  <a:pt x="2322" y="469"/>
                  <a:pt x="2330" y="480"/>
                  <a:pt x="2343" y="485"/>
                </a:cubicBezTo>
                <a:cubicBezTo>
                  <a:pt x="2369" y="507"/>
                  <a:pt x="2373" y="507"/>
                  <a:pt x="2375" y="511"/>
                </a:cubicBezTo>
                <a:cubicBezTo>
                  <a:pt x="2410" y="544"/>
                  <a:pt x="2420" y="541"/>
                  <a:pt x="2423" y="548"/>
                </a:cubicBezTo>
                <a:cubicBezTo>
                  <a:pt x="2448" y="564"/>
                  <a:pt x="2448" y="578"/>
                  <a:pt x="2459" y="577"/>
                </a:cubicBezTo>
                <a:cubicBezTo>
                  <a:pt x="2526" y="631"/>
                  <a:pt x="2528" y="642"/>
                  <a:pt x="2540" y="640"/>
                </a:cubicBezTo>
                <a:cubicBezTo>
                  <a:pt x="2563" y="667"/>
                  <a:pt x="2571" y="668"/>
                  <a:pt x="2574" y="678"/>
                </a:cubicBezTo>
                <a:cubicBezTo>
                  <a:pt x="2618" y="723"/>
                  <a:pt x="2624" y="730"/>
                  <a:pt x="2630" y="738"/>
                </a:cubicBezTo>
                <a:cubicBezTo>
                  <a:pt x="2691" y="806"/>
                  <a:pt x="2689" y="815"/>
                  <a:pt x="2695" y="813"/>
                </a:cubicBezTo>
                <a:cubicBezTo>
                  <a:pt x="2719" y="849"/>
                  <a:pt x="2700" y="842"/>
                  <a:pt x="2706" y="852"/>
                </a:cubicBezTo>
                <a:cubicBezTo>
                  <a:pt x="2685" y="828"/>
                  <a:pt x="2679" y="823"/>
                  <a:pt x="2675" y="814"/>
                </a:cubicBezTo>
                <a:cubicBezTo>
                  <a:pt x="2562" y="716"/>
                  <a:pt x="2559" y="705"/>
                  <a:pt x="2552" y="703"/>
                </a:cubicBezTo>
                <a:cubicBezTo>
                  <a:pt x="2523" y="676"/>
                  <a:pt x="2516" y="680"/>
                  <a:pt x="2516" y="672"/>
                </a:cubicBezTo>
                <a:cubicBezTo>
                  <a:pt x="2491" y="659"/>
                  <a:pt x="2488" y="657"/>
                  <a:pt x="2486" y="654"/>
                </a:cubicBezTo>
                <a:cubicBezTo>
                  <a:pt x="2454" y="630"/>
                  <a:pt x="2448" y="632"/>
                  <a:pt x="2446" y="630"/>
                </a:cubicBezTo>
                <a:cubicBezTo>
                  <a:pt x="2412" y="597"/>
                  <a:pt x="2398" y="599"/>
                  <a:pt x="2396" y="586"/>
                </a:cubicBezTo>
                <a:cubicBezTo>
                  <a:pt x="2361" y="565"/>
                  <a:pt x="2355" y="555"/>
                  <a:pt x="2344" y="552"/>
                </a:cubicBezTo>
                <a:cubicBezTo>
                  <a:pt x="2307" y="519"/>
                  <a:pt x="2304" y="514"/>
                  <a:pt x="2301" y="511"/>
                </a:cubicBezTo>
                <a:cubicBezTo>
                  <a:pt x="2224" y="442"/>
                  <a:pt x="2218" y="433"/>
                  <a:pt x="2210" y="429"/>
                </a:cubicBezTo>
                <a:cubicBezTo>
                  <a:pt x="2162" y="372"/>
                  <a:pt x="2156" y="363"/>
                  <a:pt x="2148" y="355"/>
                </a:cubicBezTo>
                <a:cubicBezTo>
                  <a:pt x="2097" y="289"/>
                  <a:pt x="2095" y="283"/>
                  <a:pt x="2093" y="275"/>
                </a:cubicBezTo>
                <a:cubicBezTo>
                  <a:pt x="2089" y="280"/>
                  <a:pt x="2090" y="292"/>
                  <a:pt x="2097" y="294"/>
                </a:cubicBezTo>
                <a:cubicBezTo>
                  <a:pt x="2145" y="364"/>
                  <a:pt x="2165" y="389"/>
                  <a:pt x="2186" y="413"/>
                </a:cubicBezTo>
                <a:cubicBezTo>
                  <a:pt x="2222" y="455"/>
                  <a:pt x="2229" y="456"/>
                  <a:pt x="2232" y="466"/>
                </a:cubicBezTo>
                <a:cubicBezTo>
                  <a:pt x="2329" y="554"/>
                  <a:pt x="2342" y="559"/>
                  <a:pt x="2348" y="572"/>
                </a:cubicBezTo>
                <a:cubicBezTo>
                  <a:pt x="2412" y="620"/>
                  <a:pt x="2421" y="622"/>
                  <a:pt x="2425" y="631"/>
                </a:cubicBezTo>
                <a:cubicBezTo>
                  <a:pt x="2494" y="679"/>
                  <a:pt x="2501" y="680"/>
                  <a:pt x="2507" y="682"/>
                </a:cubicBezTo>
                <a:cubicBezTo>
                  <a:pt x="2533" y="705"/>
                  <a:pt x="2546" y="710"/>
                  <a:pt x="2553" y="723"/>
                </a:cubicBezTo>
                <a:cubicBezTo>
                  <a:pt x="2596" y="760"/>
                  <a:pt x="2603" y="758"/>
                  <a:pt x="2606" y="763"/>
                </a:cubicBezTo>
                <a:cubicBezTo>
                  <a:pt x="2629" y="785"/>
                  <a:pt x="2629" y="790"/>
                  <a:pt x="2632" y="790"/>
                </a:cubicBezTo>
                <a:cubicBezTo>
                  <a:pt x="2674" y="838"/>
                  <a:pt x="2669" y="831"/>
                  <a:pt x="2663" y="826"/>
                </a:cubicBezTo>
                <a:cubicBezTo>
                  <a:pt x="2633" y="801"/>
                  <a:pt x="2623" y="795"/>
                  <a:pt x="2616" y="785"/>
                </a:cubicBezTo>
                <a:cubicBezTo>
                  <a:pt x="2592" y="775"/>
                  <a:pt x="2591" y="767"/>
                  <a:pt x="2583" y="768"/>
                </a:cubicBezTo>
                <a:cubicBezTo>
                  <a:pt x="2530" y="739"/>
                  <a:pt x="2532" y="725"/>
                  <a:pt x="2522" y="730"/>
                </a:cubicBezTo>
                <a:cubicBezTo>
                  <a:pt x="2453" y="693"/>
                  <a:pt x="2447" y="690"/>
                  <a:pt x="2442" y="687"/>
                </a:cubicBezTo>
                <a:cubicBezTo>
                  <a:pt x="2385" y="663"/>
                  <a:pt x="2385" y="654"/>
                  <a:pt x="2377" y="655"/>
                </a:cubicBezTo>
                <a:cubicBezTo>
                  <a:pt x="2341" y="632"/>
                  <a:pt x="2334" y="631"/>
                  <a:pt x="2327" y="630"/>
                </a:cubicBezTo>
                <a:cubicBezTo>
                  <a:pt x="2264" y="575"/>
                  <a:pt x="2255" y="568"/>
                  <a:pt x="2246" y="560"/>
                </a:cubicBezTo>
                <a:cubicBezTo>
                  <a:pt x="2210" y="525"/>
                  <a:pt x="2202" y="515"/>
                  <a:pt x="2193" y="506"/>
                </a:cubicBezTo>
                <a:cubicBezTo>
                  <a:pt x="2210" y="531"/>
                  <a:pt x="2215" y="539"/>
                  <a:pt x="2219" y="548"/>
                </a:cubicBezTo>
                <a:cubicBezTo>
                  <a:pt x="2267" y="593"/>
                  <a:pt x="2276" y="597"/>
                  <a:pt x="2281" y="606"/>
                </a:cubicBezTo>
                <a:cubicBezTo>
                  <a:pt x="2384" y="673"/>
                  <a:pt x="2393" y="674"/>
                  <a:pt x="2402" y="677"/>
                </a:cubicBezTo>
                <a:cubicBezTo>
                  <a:pt x="2432" y="692"/>
                  <a:pt x="2431" y="700"/>
                  <a:pt x="2438" y="696"/>
                </a:cubicBezTo>
                <a:cubicBezTo>
                  <a:pt x="2484" y="722"/>
                  <a:pt x="2493" y="727"/>
                  <a:pt x="2502" y="731"/>
                </a:cubicBezTo>
                <a:cubicBezTo>
                  <a:pt x="2545" y="761"/>
                  <a:pt x="2553" y="761"/>
                  <a:pt x="2556" y="767"/>
                </a:cubicBezTo>
                <a:cubicBezTo>
                  <a:pt x="2633" y="818"/>
                  <a:pt x="2637" y="824"/>
                  <a:pt x="2644" y="823"/>
                </a:cubicBezTo>
                <a:cubicBezTo>
                  <a:pt x="2684" y="867"/>
                  <a:pt x="2694" y="864"/>
                  <a:pt x="2693" y="876"/>
                </a:cubicBezTo>
                <a:cubicBezTo>
                  <a:pt x="2735" y="917"/>
                  <a:pt x="2735" y="928"/>
                  <a:pt x="2740" y="931"/>
                </a:cubicBezTo>
                <a:cubicBezTo>
                  <a:pt x="2748" y="947"/>
                  <a:pt x="2734" y="942"/>
                  <a:pt x="2727" y="925"/>
                </a:cubicBezTo>
                <a:cubicBezTo>
                  <a:pt x="2676" y="881"/>
                  <a:pt x="2668" y="875"/>
                  <a:pt x="2660" y="871"/>
                </a:cubicBezTo>
                <a:cubicBezTo>
                  <a:pt x="2623" y="840"/>
                  <a:pt x="2623" y="837"/>
                  <a:pt x="2620" y="837"/>
                </a:cubicBezTo>
                <a:cubicBezTo>
                  <a:pt x="2598" y="820"/>
                  <a:pt x="2597" y="812"/>
                  <a:pt x="2589" y="814"/>
                </a:cubicBezTo>
                <a:cubicBezTo>
                  <a:pt x="2524" y="770"/>
                  <a:pt x="2519" y="769"/>
                  <a:pt x="2515" y="767"/>
                </a:cubicBezTo>
                <a:cubicBezTo>
                  <a:pt x="2479" y="747"/>
                  <a:pt x="2471" y="743"/>
                  <a:pt x="2462" y="739"/>
                </a:cubicBezTo>
                <a:cubicBezTo>
                  <a:pt x="2444" y="730"/>
                  <a:pt x="2440" y="726"/>
                  <a:pt x="2433" y="727"/>
                </a:cubicBezTo>
                <a:cubicBezTo>
                  <a:pt x="2363" y="689"/>
                  <a:pt x="2361" y="685"/>
                  <a:pt x="2354" y="687"/>
                </a:cubicBezTo>
                <a:cubicBezTo>
                  <a:pt x="2309" y="659"/>
                  <a:pt x="2307" y="651"/>
                  <a:pt x="2302" y="650"/>
                </a:cubicBezTo>
                <a:cubicBezTo>
                  <a:pt x="2216" y="555"/>
                  <a:pt x="2204" y="551"/>
                  <a:pt x="2199" y="534"/>
                </a:cubicBezTo>
                <a:cubicBezTo>
                  <a:pt x="2188" y="536"/>
                  <a:pt x="2195" y="540"/>
                  <a:pt x="2199" y="549"/>
                </a:cubicBezTo>
                <a:cubicBezTo>
                  <a:pt x="2222" y="574"/>
                  <a:pt x="2226" y="583"/>
                  <a:pt x="2231" y="590"/>
                </a:cubicBezTo>
                <a:cubicBezTo>
                  <a:pt x="2307" y="664"/>
                  <a:pt x="2312" y="671"/>
                  <a:pt x="2319" y="676"/>
                </a:cubicBezTo>
                <a:cubicBezTo>
                  <a:pt x="2355" y="696"/>
                  <a:pt x="2370" y="704"/>
                  <a:pt x="2383" y="716"/>
                </a:cubicBezTo>
                <a:cubicBezTo>
                  <a:pt x="2446" y="745"/>
                  <a:pt x="2462" y="752"/>
                  <a:pt x="2478" y="759"/>
                </a:cubicBezTo>
                <a:cubicBezTo>
                  <a:pt x="2508" y="775"/>
                  <a:pt x="2515" y="779"/>
                  <a:pt x="2521" y="786"/>
                </a:cubicBezTo>
                <a:cubicBezTo>
                  <a:pt x="2550" y="804"/>
                  <a:pt x="2560" y="805"/>
                  <a:pt x="2565" y="813"/>
                </a:cubicBezTo>
                <a:cubicBezTo>
                  <a:pt x="2595" y="829"/>
                  <a:pt x="2599" y="838"/>
                  <a:pt x="2607" y="843"/>
                </a:cubicBezTo>
                <a:cubicBezTo>
                  <a:pt x="2638" y="867"/>
                  <a:pt x="2641" y="866"/>
                  <a:pt x="2642" y="868"/>
                </a:cubicBezTo>
                <a:cubicBezTo>
                  <a:pt x="2629" y="870"/>
                  <a:pt x="2628" y="864"/>
                  <a:pt x="2626" y="863"/>
                </a:cubicBezTo>
                <a:cubicBezTo>
                  <a:pt x="2552" y="837"/>
                  <a:pt x="2547" y="831"/>
                  <a:pt x="2537" y="833"/>
                </a:cubicBezTo>
                <a:cubicBezTo>
                  <a:pt x="2465" y="805"/>
                  <a:pt x="2457" y="801"/>
                  <a:pt x="2448" y="801"/>
                </a:cubicBezTo>
                <a:cubicBezTo>
                  <a:pt x="2376" y="757"/>
                  <a:pt x="2367" y="756"/>
                  <a:pt x="2363" y="747"/>
                </a:cubicBezTo>
                <a:cubicBezTo>
                  <a:pt x="2287" y="696"/>
                  <a:pt x="2281" y="682"/>
                  <a:pt x="2269" y="677"/>
                </a:cubicBezTo>
                <a:cubicBezTo>
                  <a:pt x="2312" y="722"/>
                  <a:pt x="2323" y="734"/>
                  <a:pt x="2336" y="743"/>
                </a:cubicBezTo>
                <a:cubicBezTo>
                  <a:pt x="2381" y="774"/>
                  <a:pt x="2387" y="778"/>
                  <a:pt x="2394" y="782"/>
                </a:cubicBezTo>
                <a:cubicBezTo>
                  <a:pt x="2423" y="790"/>
                  <a:pt x="2418" y="804"/>
                  <a:pt x="2427" y="799"/>
                </a:cubicBezTo>
                <a:cubicBezTo>
                  <a:pt x="2466" y="820"/>
                  <a:pt x="2475" y="820"/>
                  <a:pt x="2479" y="827"/>
                </a:cubicBezTo>
                <a:cubicBezTo>
                  <a:pt x="2536" y="845"/>
                  <a:pt x="2545" y="847"/>
                  <a:pt x="2554" y="847"/>
                </a:cubicBezTo>
                <a:cubicBezTo>
                  <a:pt x="2602" y="876"/>
                  <a:pt x="2616" y="870"/>
                  <a:pt x="2620" y="879"/>
                </a:cubicBezTo>
                <a:cubicBezTo>
                  <a:pt x="2633" y="887"/>
                  <a:pt x="2628" y="886"/>
                  <a:pt x="2624" y="884"/>
                </a:cubicBezTo>
                <a:cubicBezTo>
                  <a:pt x="2566" y="867"/>
                  <a:pt x="2556" y="864"/>
                  <a:pt x="2545" y="861"/>
                </a:cubicBezTo>
                <a:cubicBezTo>
                  <a:pt x="2443" y="830"/>
                  <a:pt x="2434" y="824"/>
                  <a:pt x="2425" y="820"/>
                </a:cubicBezTo>
                <a:cubicBezTo>
                  <a:pt x="2398" y="815"/>
                  <a:pt x="2409" y="812"/>
                  <a:pt x="2413" y="820"/>
                </a:cubicBezTo>
                <a:cubicBezTo>
                  <a:pt x="2460" y="845"/>
                  <a:pt x="2465" y="852"/>
                  <a:pt x="2475" y="851"/>
                </a:cubicBezTo>
                <a:cubicBezTo>
                  <a:pt x="2578" y="922"/>
                  <a:pt x="2590" y="925"/>
                  <a:pt x="2601" y="930"/>
                </a:cubicBezTo>
                <a:cubicBezTo>
                  <a:pt x="2628" y="940"/>
                  <a:pt x="2629" y="944"/>
                  <a:pt x="2633" y="944"/>
                </a:cubicBezTo>
                <a:cubicBezTo>
                  <a:pt x="2675" y="953"/>
                  <a:pt x="2672" y="968"/>
                  <a:pt x="2681" y="964"/>
                </a:cubicBezTo>
                <a:cubicBezTo>
                  <a:pt x="2735" y="1000"/>
                  <a:pt x="2745" y="1007"/>
                  <a:pt x="2754" y="1014"/>
                </a:cubicBezTo>
                <a:cubicBezTo>
                  <a:pt x="2775" y="1046"/>
                  <a:pt x="2782" y="1052"/>
                  <a:pt x="2789" y="1057"/>
                </a:cubicBezTo>
                <a:cubicBezTo>
                  <a:pt x="2815" y="1092"/>
                  <a:pt x="2819" y="1109"/>
                  <a:pt x="2814" y="1109"/>
                </a:cubicBezTo>
                <a:cubicBezTo>
                  <a:pt x="2781" y="1074"/>
                  <a:pt x="2783" y="1065"/>
                  <a:pt x="2779" y="1065"/>
                </a:cubicBezTo>
                <a:cubicBezTo>
                  <a:pt x="2742" y="1031"/>
                  <a:pt x="2732" y="1018"/>
                  <a:pt x="2718" y="1013"/>
                </a:cubicBezTo>
                <a:cubicBezTo>
                  <a:pt x="2646" y="969"/>
                  <a:pt x="2633" y="970"/>
                  <a:pt x="2625" y="963"/>
                </a:cubicBezTo>
                <a:cubicBezTo>
                  <a:pt x="2579" y="945"/>
                  <a:pt x="2570" y="936"/>
                  <a:pt x="2568" y="945"/>
                </a:cubicBezTo>
                <a:cubicBezTo>
                  <a:pt x="2600" y="966"/>
                  <a:pt x="2611" y="966"/>
                  <a:pt x="2618" y="974"/>
                </a:cubicBezTo>
                <a:close/>
                <a:moveTo>
                  <a:pt x="2842" y="1103"/>
                </a:moveTo>
                <a:cubicBezTo>
                  <a:pt x="2854" y="1100"/>
                  <a:pt x="2845" y="1115"/>
                  <a:pt x="2846" y="1120"/>
                </a:cubicBezTo>
                <a:cubicBezTo>
                  <a:pt x="2837" y="1119"/>
                  <a:pt x="2844" y="1108"/>
                  <a:pt x="2842" y="1103"/>
                </a:cubicBezTo>
                <a:close/>
                <a:moveTo>
                  <a:pt x="2845" y="1206"/>
                </a:moveTo>
                <a:cubicBezTo>
                  <a:pt x="2849" y="1209"/>
                  <a:pt x="2852" y="1213"/>
                  <a:pt x="2856" y="1216"/>
                </a:cubicBezTo>
                <a:cubicBezTo>
                  <a:pt x="2858" y="1223"/>
                  <a:pt x="2859" y="1231"/>
                  <a:pt x="2861" y="1238"/>
                </a:cubicBezTo>
                <a:cubicBezTo>
                  <a:pt x="2861" y="1243"/>
                  <a:pt x="2864" y="1243"/>
                  <a:pt x="2865" y="1246"/>
                </a:cubicBezTo>
                <a:cubicBezTo>
                  <a:pt x="2866" y="1249"/>
                  <a:pt x="2866" y="1252"/>
                  <a:pt x="2867" y="1255"/>
                </a:cubicBezTo>
                <a:cubicBezTo>
                  <a:pt x="2868" y="1258"/>
                  <a:pt x="2868" y="1260"/>
                  <a:pt x="2869" y="1263"/>
                </a:cubicBezTo>
                <a:cubicBezTo>
                  <a:pt x="2865" y="1263"/>
                  <a:pt x="2865" y="1257"/>
                  <a:pt x="2864" y="1252"/>
                </a:cubicBezTo>
                <a:cubicBezTo>
                  <a:pt x="2861" y="1245"/>
                  <a:pt x="2857" y="1240"/>
                  <a:pt x="2852" y="1237"/>
                </a:cubicBezTo>
                <a:cubicBezTo>
                  <a:pt x="2852" y="1228"/>
                  <a:pt x="2847" y="1227"/>
                  <a:pt x="2845" y="1221"/>
                </a:cubicBezTo>
                <a:cubicBezTo>
                  <a:pt x="2843" y="1216"/>
                  <a:pt x="2842" y="1209"/>
                  <a:pt x="2837" y="1208"/>
                </a:cubicBezTo>
                <a:cubicBezTo>
                  <a:pt x="2838" y="1202"/>
                  <a:pt x="2842" y="1206"/>
                  <a:pt x="2845" y="1206"/>
                </a:cubicBezTo>
                <a:close/>
                <a:moveTo>
                  <a:pt x="2868" y="743"/>
                </a:moveTo>
                <a:cubicBezTo>
                  <a:pt x="2872" y="739"/>
                  <a:pt x="2875" y="735"/>
                  <a:pt x="2877" y="729"/>
                </a:cubicBezTo>
                <a:cubicBezTo>
                  <a:pt x="2889" y="705"/>
                  <a:pt x="2900" y="699"/>
                  <a:pt x="2901" y="686"/>
                </a:cubicBezTo>
                <a:cubicBezTo>
                  <a:pt x="2948" y="586"/>
                  <a:pt x="2956" y="579"/>
                  <a:pt x="2963" y="570"/>
                </a:cubicBezTo>
                <a:cubicBezTo>
                  <a:pt x="2990" y="496"/>
                  <a:pt x="2997" y="488"/>
                  <a:pt x="3001" y="477"/>
                </a:cubicBezTo>
                <a:cubicBezTo>
                  <a:pt x="3018" y="436"/>
                  <a:pt x="3022" y="425"/>
                  <a:pt x="3023" y="413"/>
                </a:cubicBezTo>
                <a:cubicBezTo>
                  <a:pt x="3050" y="346"/>
                  <a:pt x="3049" y="338"/>
                  <a:pt x="3052" y="333"/>
                </a:cubicBezTo>
                <a:cubicBezTo>
                  <a:pt x="3058" y="320"/>
                  <a:pt x="3059" y="324"/>
                  <a:pt x="3059" y="326"/>
                </a:cubicBezTo>
                <a:cubicBezTo>
                  <a:pt x="3048" y="383"/>
                  <a:pt x="3037" y="395"/>
                  <a:pt x="3035" y="414"/>
                </a:cubicBezTo>
                <a:cubicBezTo>
                  <a:pt x="3023" y="447"/>
                  <a:pt x="3018" y="454"/>
                  <a:pt x="3019" y="464"/>
                </a:cubicBezTo>
                <a:cubicBezTo>
                  <a:pt x="2990" y="521"/>
                  <a:pt x="2986" y="536"/>
                  <a:pt x="2983" y="551"/>
                </a:cubicBezTo>
                <a:cubicBezTo>
                  <a:pt x="2943" y="627"/>
                  <a:pt x="2942" y="631"/>
                  <a:pt x="2937" y="632"/>
                </a:cubicBezTo>
                <a:cubicBezTo>
                  <a:pt x="2927" y="653"/>
                  <a:pt x="2925" y="656"/>
                  <a:pt x="2922" y="658"/>
                </a:cubicBezTo>
                <a:cubicBezTo>
                  <a:pt x="2888" y="720"/>
                  <a:pt x="2884" y="726"/>
                  <a:pt x="2880" y="732"/>
                </a:cubicBezTo>
                <a:cubicBezTo>
                  <a:pt x="2845" y="790"/>
                  <a:pt x="2848" y="801"/>
                  <a:pt x="2838" y="802"/>
                </a:cubicBezTo>
                <a:close/>
                <a:moveTo>
                  <a:pt x="2704" y="412"/>
                </a:moveTo>
                <a:cubicBezTo>
                  <a:pt x="2700" y="405"/>
                  <a:pt x="2708" y="405"/>
                  <a:pt x="2707" y="400"/>
                </a:cubicBezTo>
                <a:cubicBezTo>
                  <a:pt x="2709" y="390"/>
                  <a:pt x="2714" y="383"/>
                  <a:pt x="2717" y="374"/>
                </a:cubicBezTo>
                <a:cubicBezTo>
                  <a:pt x="2721" y="374"/>
                  <a:pt x="2718" y="379"/>
                  <a:pt x="2715" y="380"/>
                </a:cubicBezTo>
                <a:cubicBezTo>
                  <a:pt x="2715" y="398"/>
                  <a:pt x="2705" y="408"/>
                  <a:pt x="2703" y="424"/>
                </a:cubicBezTo>
                <a:cubicBezTo>
                  <a:pt x="2696" y="425"/>
                  <a:pt x="2701" y="414"/>
                  <a:pt x="2704" y="412"/>
                </a:cubicBezTo>
                <a:close/>
                <a:moveTo>
                  <a:pt x="2584" y="226"/>
                </a:moveTo>
                <a:cubicBezTo>
                  <a:pt x="2584" y="232"/>
                  <a:pt x="2589" y="240"/>
                  <a:pt x="2580" y="239"/>
                </a:cubicBezTo>
                <a:cubicBezTo>
                  <a:pt x="2584" y="233"/>
                  <a:pt x="2576" y="232"/>
                  <a:pt x="2577" y="222"/>
                </a:cubicBezTo>
                <a:cubicBezTo>
                  <a:pt x="2573" y="214"/>
                  <a:pt x="2580" y="213"/>
                  <a:pt x="2576" y="204"/>
                </a:cubicBezTo>
                <a:cubicBezTo>
                  <a:pt x="2574" y="194"/>
                  <a:pt x="2572" y="183"/>
                  <a:pt x="2570" y="173"/>
                </a:cubicBezTo>
                <a:cubicBezTo>
                  <a:pt x="2570" y="138"/>
                  <a:pt x="2575" y="106"/>
                  <a:pt x="2576" y="71"/>
                </a:cubicBezTo>
                <a:cubicBezTo>
                  <a:pt x="2579" y="71"/>
                  <a:pt x="2579" y="74"/>
                  <a:pt x="2580" y="76"/>
                </a:cubicBezTo>
                <a:cubicBezTo>
                  <a:pt x="2582" y="101"/>
                  <a:pt x="2579" y="123"/>
                  <a:pt x="2586" y="152"/>
                </a:cubicBezTo>
                <a:cubicBezTo>
                  <a:pt x="2587" y="162"/>
                  <a:pt x="2583" y="170"/>
                  <a:pt x="2586" y="182"/>
                </a:cubicBezTo>
                <a:cubicBezTo>
                  <a:pt x="2592" y="188"/>
                  <a:pt x="2574" y="191"/>
                  <a:pt x="2586" y="193"/>
                </a:cubicBezTo>
                <a:cubicBezTo>
                  <a:pt x="2584" y="198"/>
                  <a:pt x="2585" y="204"/>
                  <a:pt x="2583" y="209"/>
                </a:cubicBezTo>
                <a:cubicBezTo>
                  <a:pt x="2582" y="214"/>
                  <a:pt x="2590" y="225"/>
                  <a:pt x="2584" y="226"/>
                </a:cubicBezTo>
                <a:close/>
                <a:moveTo>
                  <a:pt x="2589" y="282"/>
                </a:moveTo>
                <a:cubicBezTo>
                  <a:pt x="2588" y="278"/>
                  <a:pt x="2587" y="274"/>
                  <a:pt x="2586" y="270"/>
                </a:cubicBezTo>
                <a:cubicBezTo>
                  <a:pt x="2587" y="266"/>
                  <a:pt x="2589" y="269"/>
                  <a:pt x="2590" y="272"/>
                </a:cubicBezTo>
                <a:cubicBezTo>
                  <a:pt x="2591" y="276"/>
                  <a:pt x="2591" y="280"/>
                  <a:pt x="2592" y="284"/>
                </a:cubicBezTo>
                <a:cubicBezTo>
                  <a:pt x="2591" y="289"/>
                  <a:pt x="2589" y="285"/>
                  <a:pt x="2589" y="282"/>
                </a:cubicBezTo>
                <a:close/>
                <a:moveTo>
                  <a:pt x="2594" y="100"/>
                </a:moveTo>
                <a:cubicBezTo>
                  <a:pt x="2588" y="99"/>
                  <a:pt x="2592" y="95"/>
                  <a:pt x="2592" y="92"/>
                </a:cubicBezTo>
                <a:cubicBezTo>
                  <a:pt x="2596" y="83"/>
                  <a:pt x="2593" y="96"/>
                  <a:pt x="2594" y="100"/>
                </a:cubicBezTo>
                <a:close/>
                <a:moveTo>
                  <a:pt x="2589" y="385"/>
                </a:moveTo>
                <a:cubicBezTo>
                  <a:pt x="2595" y="373"/>
                  <a:pt x="2601" y="394"/>
                  <a:pt x="2601" y="403"/>
                </a:cubicBezTo>
                <a:cubicBezTo>
                  <a:pt x="2594" y="402"/>
                  <a:pt x="2595" y="387"/>
                  <a:pt x="2589" y="385"/>
                </a:cubicBezTo>
                <a:close/>
                <a:moveTo>
                  <a:pt x="2602" y="421"/>
                </a:moveTo>
                <a:cubicBezTo>
                  <a:pt x="2601" y="417"/>
                  <a:pt x="2600" y="413"/>
                  <a:pt x="2600" y="409"/>
                </a:cubicBezTo>
                <a:cubicBezTo>
                  <a:pt x="2600" y="405"/>
                  <a:pt x="2603" y="409"/>
                  <a:pt x="2603" y="412"/>
                </a:cubicBezTo>
                <a:cubicBezTo>
                  <a:pt x="2604" y="416"/>
                  <a:pt x="2605" y="419"/>
                  <a:pt x="2605" y="423"/>
                </a:cubicBezTo>
                <a:cubicBezTo>
                  <a:pt x="2605" y="428"/>
                  <a:pt x="2602" y="424"/>
                  <a:pt x="2602" y="421"/>
                </a:cubicBezTo>
                <a:close/>
                <a:moveTo>
                  <a:pt x="2218" y="365"/>
                </a:moveTo>
                <a:cubicBezTo>
                  <a:pt x="2224" y="368"/>
                  <a:pt x="2230" y="369"/>
                  <a:pt x="2232" y="377"/>
                </a:cubicBezTo>
                <a:cubicBezTo>
                  <a:pt x="2227" y="374"/>
                  <a:pt x="2220" y="373"/>
                  <a:pt x="2218" y="365"/>
                </a:cubicBezTo>
                <a:close/>
                <a:moveTo>
                  <a:pt x="2247" y="392"/>
                </a:moveTo>
                <a:cubicBezTo>
                  <a:pt x="2242" y="390"/>
                  <a:pt x="2240" y="382"/>
                  <a:pt x="2233" y="383"/>
                </a:cubicBezTo>
                <a:cubicBezTo>
                  <a:pt x="2234" y="374"/>
                  <a:pt x="2241" y="388"/>
                  <a:pt x="2246" y="386"/>
                </a:cubicBezTo>
                <a:cubicBezTo>
                  <a:pt x="2250" y="390"/>
                  <a:pt x="2254" y="393"/>
                  <a:pt x="2260" y="395"/>
                </a:cubicBezTo>
                <a:cubicBezTo>
                  <a:pt x="2259" y="403"/>
                  <a:pt x="2249" y="395"/>
                  <a:pt x="2247" y="392"/>
                </a:cubicBezTo>
                <a:close/>
                <a:moveTo>
                  <a:pt x="2670" y="596"/>
                </a:moveTo>
                <a:cubicBezTo>
                  <a:pt x="2678" y="593"/>
                  <a:pt x="2668" y="577"/>
                  <a:pt x="2677" y="574"/>
                </a:cubicBezTo>
                <a:cubicBezTo>
                  <a:pt x="2690" y="518"/>
                  <a:pt x="2697" y="515"/>
                  <a:pt x="2696" y="505"/>
                </a:cubicBezTo>
                <a:cubicBezTo>
                  <a:pt x="2745" y="414"/>
                  <a:pt x="2753" y="392"/>
                  <a:pt x="2767" y="373"/>
                </a:cubicBezTo>
                <a:cubicBezTo>
                  <a:pt x="2819" y="299"/>
                  <a:pt x="2833" y="280"/>
                  <a:pt x="2851" y="264"/>
                </a:cubicBezTo>
                <a:cubicBezTo>
                  <a:pt x="2878" y="234"/>
                  <a:pt x="2881" y="229"/>
                  <a:pt x="2885" y="225"/>
                </a:cubicBezTo>
                <a:cubicBezTo>
                  <a:pt x="2909" y="199"/>
                  <a:pt x="2907" y="194"/>
                  <a:pt x="2911" y="193"/>
                </a:cubicBezTo>
                <a:cubicBezTo>
                  <a:pt x="2959" y="140"/>
                  <a:pt x="2966" y="133"/>
                  <a:pt x="2971" y="125"/>
                </a:cubicBezTo>
                <a:cubicBezTo>
                  <a:pt x="2994" y="96"/>
                  <a:pt x="3006" y="93"/>
                  <a:pt x="3010" y="85"/>
                </a:cubicBezTo>
                <a:cubicBezTo>
                  <a:pt x="3044" y="52"/>
                  <a:pt x="3045" y="46"/>
                  <a:pt x="3046" y="42"/>
                </a:cubicBezTo>
                <a:cubicBezTo>
                  <a:pt x="3058" y="32"/>
                  <a:pt x="3055" y="36"/>
                  <a:pt x="3055" y="40"/>
                </a:cubicBezTo>
                <a:cubicBezTo>
                  <a:pt x="3000" y="106"/>
                  <a:pt x="2991" y="120"/>
                  <a:pt x="2981" y="132"/>
                </a:cubicBezTo>
                <a:cubicBezTo>
                  <a:pt x="2963" y="150"/>
                  <a:pt x="2957" y="164"/>
                  <a:pt x="2950" y="168"/>
                </a:cubicBezTo>
                <a:cubicBezTo>
                  <a:pt x="2881" y="245"/>
                  <a:pt x="2877" y="251"/>
                  <a:pt x="2871" y="257"/>
                </a:cubicBezTo>
                <a:cubicBezTo>
                  <a:pt x="2859" y="269"/>
                  <a:pt x="2857" y="271"/>
                  <a:pt x="2856" y="275"/>
                </a:cubicBezTo>
                <a:cubicBezTo>
                  <a:pt x="2820" y="325"/>
                  <a:pt x="2810" y="323"/>
                  <a:pt x="2811" y="329"/>
                </a:cubicBezTo>
                <a:cubicBezTo>
                  <a:pt x="2781" y="370"/>
                  <a:pt x="2779" y="373"/>
                  <a:pt x="2776" y="377"/>
                </a:cubicBezTo>
                <a:cubicBezTo>
                  <a:pt x="2753" y="408"/>
                  <a:pt x="2759" y="417"/>
                  <a:pt x="2752" y="417"/>
                </a:cubicBezTo>
                <a:cubicBezTo>
                  <a:pt x="2735" y="457"/>
                  <a:pt x="2729" y="462"/>
                  <a:pt x="2727" y="470"/>
                </a:cubicBezTo>
                <a:cubicBezTo>
                  <a:pt x="2710" y="525"/>
                  <a:pt x="2699" y="527"/>
                  <a:pt x="2703" y="540"/>
                </a:cubicBezTo>
                <a:cubicBezTo>
                  <a:pt x="2683" y="628"/>
                  <a:pt x="2677" y="642"/>
                  <a:pt x="2677" y="660"/>
                </a:cubicBezTo>
                <a:cubicBezTo>
                  <a:pt x="2658" y="608"/>
                  <a:pt x="2673" y="608"/>
                  <a:pt x="2670" y="596"/>
                </a:cubicBezTo>
                <a:close/>
                <a:moveTo>
                  <a:pt x="2671" y="694"/>
                </a:moveTo>
                <a:cubicBezTo>
                  <a:pt x="2670" y="699"/>
                  <a:pt x="2668" y="693"/>
                  <a:pt x="2668" y="689"/>
                </a:cubicBezTo>
                <a:cubicBezTo>
                  <a:pt x="2669" y="683"/>
                  <a:pt x="2671" y="690"/>
                  <a:pt x="2671" y="694"/>
                </a:cubicBezTo>
                <a:close/>
                <a:moveTo>
                  <a:pt x="2167" y="124"/>
                </a:moveTo>
                <a:cubicBezTo>
                  <a:pt x="2175" y="123"/>
                  <a:pt x="2174" y="135"/>
                  <a:pt x="2181" y="136"/>
                </a:cubicBezTo>
                <a:cubicBezTo>
                  <a:pt x="2179" y="142"/>
                  <a:pt x="2168" y="131"/>
                  <a:pt x="2167" y="124"/>
                </a:cubicBezTo>
                <a:close/>
                <a:moveTo>
                  <a:pt x="2496" y="513"/>
                </a:moveTo>
                <a:cubicBezTo>
                  <a:pt x="2494" y="511"/>
                  <a:pt x="2492" y="509"/>
                  <a:pt x="2492" y="505"/>
                </a:cubicBezTo>
                <a:cubicBezTo>
                  <a:pt x="2484" y="506"/>
                  <a:pt x="2485" y="495"/>
                  <a:pt x="2478" y="496"/>
                </a:cubicBezTo>
                <a:cubicBezTo>
                  <a:pt x="2472" y="486"/>
                  <a:pt x="2464" y="478"/>
                  <a:pt x="2455" y="471"/>
                </a:cubicBezTo>
                <a:cubicBezTo>
                  <a:pt x="2456" y="466"/>
                  <a:pt x="2461" y="468"/>
                  <a:pt x="2462" y="473"/>
                </a:cubicBezTo>
                <a:cubicBezTo>
                  <a:pt x="2465" y="473"/>
                  <a:pt x="2467" y="477"/>
                  <a:pt x="2471" y="477"/>
                </a:cubicBezTo>
                <a:cubicBezTo>
                  <a:pt x="2479" y="493"/>
                  <a:pt x="2493" y="500"/>
                  <a:pt x="2502" y="515"/>
                </a:cubicBezTo>
                <a:cubicBezTo>
                  <a:pt x="2501" y="521"/>
                  <a:pt x="2500" y="512"/>
                  <a:pt x="2496" y="513"/>
                </a:cubicBezTo>
                <a:close/>
                <a:moveTo>
                  <a:pt x="2529" y="557"/>
                </a:moveTo>
                <a:cubicBezTo>
                  <a:pt x="2528" y="543"/>
                  <a:pt x="2516" y="546"/>
                  <a:pt x="2515" y="533"/>
                </a:cubicBezTo>
                <a:cubicBezTo>
                  <a:pt x="2523" y="537"/>
                  <a:pt x="2526" y="549"/>
                  <a:pt x="2534" y="553"/>
                </a:cubicBezTo>
                <a:cubicBezTo>
                  <a:pt x="2538" y="561"/>
                  <a:pt x="2546" y="564"/>
                  <a:pt x="2550" y="573"/>
                </a:cubicBezTo>
                <a:cubicBezTo>
                  <a:pt x="2540" y="572"/>
                  <a:pt x="2539" y="557"/>
                  <a:pt x="2529" y="557"/>
                </a:cubicBezTo>
                <a:close/>
                <a:moveTo>
                  <a:pt x="2518" y="518"/>
                </a:moveTo>
                <a:cubicBezTo>
                  <a:pt x="2508" y="500"/>
                  <a:pt x="2491" y="491"/>
                  <a:pt x="2482" y="472"/>
                </a:cubicBezTo>
                <a:cubicBezTo>
                  <a:pt x="2435" y="429"/>
                  <a:pt x="2435" y="413"/>
                  <a:pt x="2426" y="412"/>
                </a:cubicBezTo>
                <a:cubicBezTo>
                  <a:pt x="2383" y="364"/>
                  <a:pt x="2381" y="351"/>
                  <a:pt x="2374" y="345"/>
                </a:cubicBezTo>
                <a:cubicBezTo>
                  <a:pt x="2323" y="284"/>
                  <a:pt x="2313" y="279"/>
                  <a:pt x="2306" y="270"/>
                </a:cubicBezTo>
                <a:cubicBezTo>
                  <a:pt x="2257" y="215"/>
                  <a:pt x="2249" y="218"/>
                  <a:pt x="2246" y="211"/>
                </a:cubicBezTo>
                <a:cubicBezTo>
                  <a:pt x="2217" y="186"/>
                  <a:pt x="2215" y="179"/>
                  <a:pt x="2210" y="177"/>
                </a:cubicBezTo>
                <a:cubicBezTo>
                  <a:pt x="2186" y="148"/>
                  <a:pt x="2183" y="146"/>
                  <a:pt x="2182" y="141"/>
                </a:cubicBezTo>
                <a:cubicBezTo>
                  <a:pt x="2231" y="178"/>
                  <a:pt x="2230" y="192"/>
                  <a:pt x="2240" y="192"/>
                </a:cubicBezTo>
                <a:cubicBezTo>
                  <a:pt x="2298" y="245"/>
                  <a:pt x="2307" y="257"/>
                  <a:pt x="2319" y="265"/>
                </a:cubicBezTo>
                <a:cubicBezTo>
                  <a:pt x="2341" y="287"/>
                  <a:pt x="2346" y="292"/>
                  <a:pt x="2352" y="297"/>
                </a:cubicBezTo>
                <a:cubicBezTo>
                  <a:pt x="2448" y="398"/>
                  <a:pt x="2456" y="399"/>
                  <a:pt x="2462" y="402"/>
                </a:cubicBezTo>
                <a:cubicBezTo>
                  <a:pt x="2503" y="460"/>
                  <a:pt x="2512" y="459"/>
                  <a:pt x="2514" y="468"/>
                </a:cubicBezTo>
                <a:cubicBezTo>
                  <a:pt x="2557" y="528"/>
                  <a:pt x="2567" y="533"/>
                  <a:pt x="2573" y="542"/>
                </a:cubicBezTo>
                <a:cubicBezTo>
                  <a:pt x="2620" y="605"/>
                  <a:pt x="2622" y="613"/>
                  <a:pt x="2624" y="620"/>
                </a:cubicBezTo>
                <a:cubicBezTo>
                  <a:pt x="2651" y="697"/>
                  <a:pt x="2652" y="687"/>
                  <a:pt x="2646" y="687"/>
                </a:cubicBezTo>
                <a:cubicBezTo>
                  <a:pt x="2628" y="656"/>
                  <a:pt x="2626" y="652"/>
                  <a:pt x="2621" y="651"/>
                </a:cubicBezTo>
                <a:cubicBezTo>
                  <a:pt x="2601" y="617"/>
                  <a:pt x="2591" y="615"/>
                  <a:pt x="2588" y="604"/>
                </a:cubicBezTo>
                <a:close/>
                <a:moveTo>
                  <a:pt x="2558" y="584"/>
                </a:moveTo>
                <a:cubicBezTo>
                  <a:pt x="2570" y="588"/>
                  <a:pt x="2571" y="611"/>
                  <a:pt x="2584" y="614"/>
                </a:cubicBezTo>
                <a:cubicBezTo>
                  <a:pt x="2585" y="624"/>
                  <a:pt x="2593" y="623"/>
                  <a:pt x="2594" y="632"/>
                </a:cubicBezTo>
                <a:cubicBezTo>
                  <a:pt x="2583" y="627"/>
                  <a:pt x="2576" y="615"/>
                  <a:pt x="2566" y="608"/>
                </a:cubicBezTo>
                <a:cubicBezTo>
                  <a:pt x="2567" y="596"/>
                  <a:pt x="2563" y="595"/>
                  <a:pt x="2558" y="584"/>
                </a:cubicBezTo>
                <a:close/>
                <a:moveTo>
                  <a:pt x="2679" y="775"/>
                </a:moveTo>
                <a:cubicBezTo>
                  <a:pt x="2671" y="767"/>
                  <a:pt x="2664" y="755"/>
                  <a:pt x="2658" y="744"/>
                </a:cubicBezTo>
                <a:cubicBezTo>
                  <a:pt x="2603" y="689"/>
                  <a:pt x="2594" y="678"/>
                  <a:pt x="2584" y="670"/>
                </a:cubicBezTo>
                <a:cubicBezTo>
                  <a:pt x="2548" y="635"/>
                  <a:pt x="2538" y="628"/>
                  <a:pt x="2527" y="622"/>
                </a:cubicBezTo>
                <a:cubicBezTo>
                  <a:pt x="2495" y="589"/>
                  <a:pt x="2492" y="587"/>
                  <a:pt x="2487" y="586"/>
                </a:cubicBezTo>
                <a:cubicBezTo>
                  <a:pt x="2442" y="547"/>
                  <a:pt x="2434" y="544"/>
                  <a:pt x="2430" y="535"/>
                </a:cubicBezTo>
                <a:cubicBezTo>
                  <a:pt x="2377" y="492"/>
                  <a:pt x="2357" y="490"/>
                  <a:pt x="2349" y="472"/>
                </a:cubicBezTo>
                <a:cubicBezTo>
                  <a:pt x="2292" y="434"/>
                  <a:pt x="2291" y="422"/>
                  <a:pt x="2283" y="423"/>
                </a:cubicBezTo>
                <a:cubicBezTo>
                  <a:pt x="2300" y="431"/>
                  <a:pt x="2306" y="435"/>
                  <a:pt x="2313" y="438"/>
                </a:cubicBezTo>
                <a:cubicBezTo>
                  <a:pt x="2366" y="477"/>
                  <a:pt x="2371" y="481"/>
                  <a:pt x="2378" y="484"/>
                </a:cubicBezTo>
                <a:cubicBezTo>
                  <a:pt x="2447" y="528"/>
                  <a:pt x="2446" y="534"/>
                  <a:pt x="2447" y="535"/>
                </a:cubicBezTo>
                <a:cubicBezTo>
                  <a:pt x="2478" y="560"/>
                  <a:pt x="2486" y="560"/>
                  <a:pt x="2492" y="564"/>
                </a:cubicBezTo>
                <a:cubicBezTo>
                  <a:pt x="2547" y="608"/>
                  <a:pt x="2556" y="618"/>
                  <a:pt x="2569" y="623"/>
                </a:cubicBezTo>
                <a:cubicBezTo>
                  <a:pt x="2629" y="682"/>
                  <a:pt x="2635" y="694"/>
                  <a:pt x="2646" y="699"/>
                </a:cubicBezTo>
                <a:cubicBezTo>
                  <a:pt x="2678" y="752"/>
                  <a:pt x="2685" y="750"/>
                  <a:pt x="2685" y="759"/>
                </a:cubicBezTo>
                <a:cubicBezTo>
                  <a:pt x="2693" y="798"/>
                  <a:pt x="2686" y="786"/>
                  <a:pt x="2679" y="775"/>
                </a:cubicBezTo>
                <a:close/>
                <a:moveTo>
                  <a:pt x="2707" y="769"/>
                </a:moveTo>
                <a:cubicBezTo>
                  <a:pt x="2707" y="760"/>
                  <a:pt x="2703" y="756"/>
                  <a:pt x="2701" y="750"/>
                </a:cubicBezTo>
                <a:cubicBezTo>
                  <a:pt x="2708" y="683"/>
                  <a:pt x="2719" y="672"/>
                  <a:pt x="2716" y="652"/>
                </a:cubicBezTo>
                <a:cubicBezTo>
                  <a:pt x="2729" y="615"/>
                  <a:pt x="2729" y="610"/>
                  <a:pt x="2728" y="606"/>
                </a:cubicBezTo>
                <a:cubicBezTo>
                  <a:pt x="2739" y="567"/>
                  <a:pt x="2743" y="565"/>
                  <a:pt x="2742" y="561"/>
                </a:cubicBezTo>
                <a:cubicBezTo>
                  <a:pt x="2789" y="452"/>
                  <a:pt x="2797" y="452"/>
                  <a:pt x="2796" y="447"/>
                </a:cubicBezTo>
                <a:cubicBezTo>
                  <a:pt x="2831" y="388"/>
                  <a:pt x="2842" y="377"/>
                  <a:pt x="2851" y="365"/>
                </a:cubicBezTo>
                <a:cubicBezTo>
                  <a:pt x="2877" y="319"/>
                  <a:pt x="2887" y="317"/>
                  <a:pt x="2887" y="307"/>
                </a:cubicBezTo>
                <a:cubicBezTo>
                  <a:pt x="2921" y="268"/>
                  <a:pt x="2925" y="262"/>
                  <a:pt x="2930" y="257"/>
                </a:cubicBezTo>
                <a:cubicBezTo>
                  <a:pt x="3006" y="164"/>
                  <a:pt x="3022" y="140"/>
                  <a:pt x="3044" y="119"/>
                </a:cubicBezTo>
                <a:cubicBezTo>
                  <a:pt x="3048" y="131"/>
                  <a:pt x="3038" y="131"/>
                  <a:pt x="3039" y="138"/>
                </a:cubicBezTo>
                <a:cubicBezTo>
                  <a:pt x="3028" y="157"/>
                  <a:pt x="3025" y="162"/>
                  <a:pt x="3021" y="165"/>
                </a:cubicBezTo>
                <a:cubicBezTo>
                  <a:pt x="2972" y="241"/>
                  <a:pt x="2970" y="247"/>
                  <a:pt x="2964" y="251"/>
                </a:cubicBezTo>
                <a:cubicBezTo>
                  <a:pt x="2938" y="288"/>
                  <a:pt x="2935" y="294"/>
                  <a:pt x="2929" y="299"/>
                </a:cubicBezTo>
                <a:cubicBezTo>
                  <a:pt x="2901" y="357"/>
                  <a:pt x="2894" y="361"/>
                  <a:pt x="2890" y="366"/>
                </a:cubicBezTo>
                <a:cubicBezTo>
                  <a:pt x="2857" y="418"/>
                  <a:pt x="2855" y="420"/>
                  <a:pt x="2850" y="421"/>
                </a:cubicBezTo>
                <a:cubicBezTo>
                  <a:pt x="2834" y="447"/>
                  <a:pt x="2837" y="452"/>
                  <a:pt x="2836" y="454"/>
                </a:cubicBezTo>
                <a:cubicBezTo>
                  <a:pt x="2828" y="473"/>
                  <a:pt x="2814" y="471"/>
                  <a:pt x="2818" y="481"/>
                </a:cubicBezTo>
                <a:cubicBezTo>
                  <a:pt x="2790" y="525"/>
                  <a:pt x="2784" y="536"/>
                  <a:pt x="2782" y="550"/>
                </a:cubicBezTo>
                <a:cubicBezTo>
                  <a:pt x="2736" y="645"/>
                  <a:pt x="2730" y="672"/>
                  <a:pt x="2726" y="700"/>
                </a:cubicBezTo>
                <a:cubicBezTo>
                  <a:pt x="2718" y="757"/>
                  <a:pt x="2717" y="771"/>
                  <a:pt x="2716" y="785"/>
                </a:cubicBezTo>
                <a:close/>
                <a:moveTo>
                  <a:pt x="2714" y="863"/>
                </a:moveTo>
                <a:cubicBezTo>
                  <a:pt x="2717" y="862"/>
                  <a:pt x="2720" y="861"/>
                  <a:pt x="2723" y="861"/>
                </a:cubicBezTo>
                <a:cubicBezTo>
                  <a:pt x="2727" y="864"/>
                  <a:pt x="2728" y="870"/>
                  <a:pt x="2729" y="877"/>
                </a:cubicBezTo>
                <a:cubicBezTo>
                  <a:pt x="2723" y="875"/>
                  <a:pt x="2718" y="870"/>
                  <a:pt x="2714" y="863"/>
                </a:cubicBezTo>
                <a:close/>
                <a:moveTo>
                  <a:pt x="2736" y="855"/>
                </a:moveTo>
                <a:cubicBezTo>
                  <a:pt x="2726" y="849"/>
                  <a:pt x="2732" y="839"/>
                  <a:pt x="2726" y="831"/>
                </a:cubicBezTo>
                <a:cubicBezTo>
                  <a:pt x="2729" y="830"/>
                  <a:pt x="2731" y="829"/>
                  <a:pt x="2731" y="827"/>
                </a:cubicBezTo>
                <a:cubicBezTo>
                  <a:pt x="2739" y="830"/>
                  <a:pt x="2737" y="849"/>
                  <a:pt x="2736" y="855"/>
                </a:cubicBezTo>
                <a:close/>
                <a:moveTo>
                  <a:pt x="2735" y="820"/>
                </a:moveTo>
                <a:cubicBezTo>
                  <a:pt x="2725" y="820"/>
                  <a:pt x="2734" y="813"/>
                  <a:pt x="2729" y="803"/>
                </a:cubicBezTo>
                <a:cubicBezTo>
                  <a:pt x="2732" y="737"/>
                  <a:pt x="2730" y="728"/>
                  <a:pt x="2733" y="723"/>
                </a:cubicBezTo>
                <a:cubicBezTo>
                  <a:pt x="2741" y="692"/>
                  <a:pt x="2742" y="689"/>
                  <a:pt x="2739" y="689"/>
                </a:cubicBezTo>
                <a:cubicBezTo>
                  <a:pt x="2750" y="646"/>
                  <a:pt x="2751" y="643"/>
                  <a:pt x="2752" y="639"/>
                </a:cubicBezTo>
                <a:cubicBezTo>
                  <a:pt x="2766" y="607"/>
                  <a:pt x="2767" y="604"/>
                  <a:pt x="2768" y="600"/>
                </a:cubicBezTo>
                <a:cubicBezTo>
                  <a:pt x="2799" y="541"/>
                  <a:pt x="2800" y="525"/>
                  <a:pt x="2810" y="515"/>
                </a:cubicBezTo>
                <a:cubicBezTo>
                  <a:pt x="2867" y="421"/>
                  <a:pt x="2872" y="420"/>
                  <a:pt x="2870" y="414"/>
                </a:cubicBezTo>
                <a:cubicBezTo>
                  <a:pt x="2911" y="347"/>
                  <a:pt x="2929" y="325"/>
                  <a:pt x="2941" y="299"/>
                </a:cubicBezTo>
                <a:cubicBezTo>
                  <a:pt x="3021" y="183"/>
                  <a:pt x="3028" y="172"/>
                  <a:pt x="3034" y="160"/>
                </a:cubicBezTo>
                <a:cubicBezTo>
                  <a:pt x="3044" y="136"/>
                  <a:pt x="3050" y="137"/>
                  <a:pt x="3050" y="136"/>
                </a:cubicBezTo>
                <a:cubicBezTo>
                  <a:pt x="3066" y="96"/>
                  <a:pt x="3066" y="88"/>
                  <a:pt x="3069" y="82"/>
                </a:cubicBezTo>
                <a:cubicBezTo>
                  <a:pt x="3104" y="54"/>
                  <a:pt x="3097" y="55"/>
                  <a:pt x="3097" y="61"/>
                </a:cubicBezTo>
                <a:cubicBezTo>
                  <a:pt x="3072" y="112"/>
                  <a:pt x="3069" y="131"/>
                  <a:pt x="3055" y="144"/>
                </a:cubicBezTo>
                <a:cubicBezTo>
                  <a:pt x="3029" y="181"/>
                  <a:pt x="3039" y="192"/>
                  <a:pt x="3029" y="190"/>
                </a:cubicBezTo>
                <a:cubicBezTo>
                  <a:pt x="3015" y="235"/>
                  <a:pt x="3001" y="231"/>
                  <a:pt x="3006" y="239"/>
                </a:cubicBezTo>
                <a:cubicBezTo>
                  <a:pt x="2970" y="301"/>
                  <a:pt x="2958" y="314"/>
                  <a:pt x="2950" y="330"/>
                </a:cubicBezTo>
                <a:cubicBezTo>
                  <a:pt x="2925" y="367"/>
                  <a:pt x="2916" y="382"/>
                  <a:pt x="2904" y="396"/>
                </a:cubicBezTo>
                <a:cubicBezTo>
                  <a:pt x="2876" y="444"/>
                  <a:pt x="2871" y="447"/>
                  <a:pt x="2871" y="452"/>
                </a:cubicBezTo>
                <a:cubicBezTo>
                  <a:pt x="2848" y="489"/>
                  <a:pt x="2843" y="492"/>
                  <a:pt x="2845" y="499"/>
                </a:cubicBezTo>
                <a:cubicBezTo>
                  <a:pt x="2813" y="562"/>
                  <a:pt x="2806" y="563"/>
                  <a:pt x="2806" y="569"/>
                </a:cubicBezTo>
                <a:cubicBezTo>
                  <a:pt x="2786" y="621"/>
                  <a:pt x="2775" y="635"/>
                  <a:pt x="2773" y="656"/>
                </a:cubicBezTo>
                <a:cubicBezTo>
                  <a:pt x="2748" y="740"/>
                  <a:pt x="2743" y="743"/>
                  <a:pt x="2745" y="750"/>
                </a:cubicBezTo>
                <a:close/>
                <a:moveTo>
                  <a:pt x="2691" y="953"/>
                </a:moveTo>
                <a:cubicBezTo>
                  <a:pt x="2685" y="951"/>
                  <a:pt x="2678" y="950"/>
                  <a:pt x="2675" y="944"/>
                </a:cubicBezTo>
                <a:cubicBezTo>
                  <a:pt x="2667" y="944"/>
                  <a:pt x="2661" y="943"/>
                  <a:pt x="2658" y="936"/>
                </a:cubicBezTo>
                <a:cubicBezTo>
                  <a:pt x="2648" y="939"/>
                  <a:pt x="2645" y="934"/>
                  <a:pt x="2639" y="931"/>
                </a:cubicBezTo>
                <a:cubicBezTo>
                  <a:pt x="2631" y="934"/>
                  <a:pt x="2630" y="925"/>
                  <a:pt x="2623" y="925"/>
                </a:cubicBezTo>
                <a:cubicBezTo>
                  <a:pt x="2623" y="922"/>
                  <a:pt x="2619" y="924"/>
                  <a:pt x="2617" y="923"/>
                </a:cubicBezTo>
                <a:cubicBezTo>
                  <a:pt x="2615" y="923"/>
                  <a:pt x="2615" y="922"/>
                  <a:pt x="2614" y="921"/>
                </a:cubicBezTo>
                <a:cubicBezTo>
                  <a:pt x="2611" y="920"/>
                  <a:pt x="2606" y="917"/>
                  <a:pt x="2601" y="918"/>
                </a:cubicBezTo>
                <a:cubicBezTo>
                  <a:pt x="2598" y="918"/>
                  <a:pt x="2591" y="916"/>
                  <a:pt x="2588" y="912"/>
                </a:cubicBezTo>
                <a:cubicBezTo>
                  <a:pt x="2575" y="910"/>
                  <a:pt x="2565" y="904"/>
                  <a:pt x="2556" y="897"/>
                </a:cubicBezTo>
                <a:cubicBezTo>
                  <a:pt x="2550" y="900"/>
                  <a:pt x="2551" y="893"/>
                  <a:pt x="2546" y="893"/>
                </a:cubicBezTo>
                <a:cubicBezTo>
                  <a:pt x="2543" y="893"/>
                  <a:pt x="2540" y="892"/>
                  <a:pt x="2539" y="889"/>
                </a:cubicBezTo>
                <a:cubicBezTo>
                  <a:pt x="2534" y="885"/>
                  <a:pt x="2526" y="886"/>
                  <a:pt x="2523" y="880"/>
                </a:cubicBezTo>
                <a:cubicBezTo>
                  <a:pt x="2516" y="880"/>
                  <a:pt x="2513" y="872"/>
                  <a:pt x="2506" y="872"/>
                </a:cubicBezTo>
                <a:cubicBezTo>
                  <a:pt x="2505" y="869"/>
                  <a:pt x="2500" y="871"/>
                  <a:pt x="2499" y="867"/>
                </a:cubicBezTo>
                <a:cubicBezTo>
                  <a:pt x="2498" y="865"/>
                  <a:pt x="2496" y="863"/>
                  <a:pt x="2493" y="863"/>
                </a:cubicBezTo>
                <a:cubicBezTo>
                  <a:pt x="2494" y="855"/>
                  <a:pt x="2504" y="864"/>
                  <a:pt x="2508" y="866"/>
                </a:cubicBezTo>
                <a:cubicBezTo>
                  <a:pt x="2513" y="867"/>
                  <a:pt x="2523" y="862"/>
                  <a:pt x="2524" y="871"/>
                </a:cubicBezTo>
                <a:cubicBezTo>
                  <a:pt x="2533" y="867"/>
                  <a:pt x="2536" y="872"/>
                  <a:pt x="2542" y="873"/>
                </a:cubicBezTo>
                <a:cubicBezTo>
                  <a:pt x="2550" y="871"/>
                  <a:pt x="2552" y="878"/>
                  <a:pt x="2560" y="876"/>
                </a:cubicBezTo>
                <a:cubicBezTo>
                  <a:pt x="2568" y="884"/>
                  <a:pt x="2582" y="883"/>
                  <a:pt x="2592" y="887"/>
                </a:cubicBezTo>
                <a:cubicBezTo>
                  <a:pt x="2604" y="888"/>
                  <a:pt x="2612" y="896"/>
                  <a:pt x="2626" y="895"/>
                </a:cubicBezTo>
                <a:cubicBezTo>
                  <a:pt x="2637" y="905"/>
                  <a:pt x="2652" y="910"/>
                  <a:pt x="2666" y="917"/>
                </a:cubicBezTo>
                <a:cubicBezTo>
                  <a:pt x="2670" y="921"/>
                  <a:pt x="2674" y="924"/>
                  <a:pt x="2680" y="926"/>
                </a:cubicBezTo>
                <a:cubicBezTo>
                  <a:pt x="2679" y="937"/>
                  <a:pt x="2691" y="928"/>
                  <a:pt x="2691" y="938"/>
                </a:cubicBezTo>
                <a:cubicBezTo>
                  <a:pt x="2702" y="941"/>
                  <a:pt x="2710" y="949"/>
                  <a:pt x="2721" y="953"/>
                </a:cubicBezTo>
                <a:cubicBezTo>
                  <a:pt x="2729" y="970"/>
                  <a:pt x="2744" y="977"/>
                  <a:pt x="2752" y="994"/>
                </a:cubicBezTo>
                <a:cubicBezTo>
                  <a:pt x="2732" y="980"/>
                  <a:pt x="2711" y="967"/>
                  <a:pt x="2691" y="953"/>
                </a:cubicBezTo>
                <a:close/>
                <a:moveTo>
                  <a:pt x="2756" y="996"/>
                </a:moveTo>
                <a:cubicBezTo>
                  <a:pt x="2759" y="998"/>
                  <a:pt x="2761" y="1000"/>
                  <a:pt x="2763" y="1003"/>
                </a:cubicBezTo>
                <a:cubicBezTo>
                  <a:pt x="2764" y="1011"/>
                  <a:pt x="2756" y="1000"/>
                  <a:pt x="2756" y="996"/>
                </a:cubicBezTo>
                <a:close/>
                <a:moveTo>
                  <a:pt x="2815" y="895"/>
                </a:moveTo>
                <a:cubicBezTo>
                  <a:pt x="2818" y="885"/>
                  <a:pt x="2822" y="900"/>
                  <a:pt x="2819" y="901"/>
                </a:cubicBezTo>
                <a:cubicBezTo>
                  <a:pt x="2818" y="901"/>
                  <a:pt x="2815" y="897"/>
                  <a:pt x="2815" y="895"/>
                </a:cubicBezTo>
                <a:close/>
                <a:moveTo>
                  <a:pt x="2784" y="988"/>
                </a:moveTo>
                <a:cubicBezTo>
                  <a:pt x="2780" y="988"/>
                  <a:pt x="2780" y="983"/>
                  <a:pt x="2779" y="980"/>
                </a:cubicBezTo>
                <a:cubicBezTo>
                  <a:pt x="2784" y="978"/>
                  <a:pt x="2785" y="981"/>
                  <a:pt x="2786" y="984"/>
                </a:cubicBezTo>
                <a:cubicBezTo>
                  <a:pt x="2783" y="984"/>
                  <a:pt x="2784" y="986"/>
                  <a:pt x="2784" y="988"/>
                </a:cubicBezTo>
                <a:close/>
                <a:moveTo>
                  <a:pt x="2796" y="1018"/>
                </a:moveTo>
                <a:cubicBezTo>
                  <a:pt x="2794" y="1018"/>
                  <a:pt x="2791" y="1014"/>
                  <a:pt x="2792" y="1013"/>
                </a:cubicBezTo>
                <a:cubicBezTo>
                  <a:pt x="2794" y="1002"/>
                  <a:pt x="2798" y="1017"/>
                  <a:pt x="2796" y="1018"/>
                </a:cubicBezTo>
                <a:close/>
                <a:moveTo>
                  <a:pt x="2798" y="928"/>
                </a:moveTo>
                <a:cubicBezTo>
                  <a:pt x="2800" y="935"/>
                  <a:pt x="2796" y="938"/>
                  <a:pt x="2796" y="944"/>
                </a:cubicBezTo>
                <a:cubicBezTo>
                  <a:pt x="2797" y="947"/>
                  <a:pt x="2792" y="948"/>
                  <a:pt x="2791" y="951"/>
                </a:cubicBezTo>
                <a:cubicBezTo>
                  <a:pt x="2791" y="952"/>
                  <a:pt x="2793" y="955"/>
                  <a:pt x="2792" y="956"/>
                </a:cubicBezTo>
                <a:cubicBezTo>
                  <a:pt x="2792" y="957"/>
                  <a:pt x="2790" y="956"/>
                  <a:pt x="2789" y="957"/>
                </a:cubicBezTo>
                <a:cubicBezTo>
                  <a:pt x="2788" y="961"/>
                  <a:pt x="2792" y="971"/>
                  <a:pt x="2783" y="970"/>
                </a:cubicBezTo>
                <a:cubicBezTo>
                  <a:pt x="2779" y="961"/>
                  <a:pt x="2786" y="960"/>
                  <a:pt x="2786" y="955"/>
                </a:cubicBezTo>
                <a:cubicBezTo>
                  <a:pt x="2788" y="950"/>
                  <a:pt x="2789" y="945"/>
                  <a:pt x="2792" y="942"/>
                </a:cubicBezTo>
                <a:cubicBezTo>
                  <a:pt x="2792" y="931"/>
                  <a:pt x="2800" y="925"/>
                  <a:pt x="2798" y="914"/>
                </a:cubicBezTo>
                <a:cubicBezTo>
                  <a:pt x="2806" y="914"/>
                  <a:pt x="2802" y="927"/>
                  <a:pt x="2798" y="928"/>
                </a:cubicBezTo>
                <a:close/>
                <a:moveTo>
                  <a:pt x="2804" y="1046"/>
                </a:moveTo>
                <a:cubicBezTo>
                  <a:pt x="2801" y="1038"/>
                  <a:pt x="2809" y="1039"/>
                  <a:pt x="2808" y="1033"/>
                </a:cubicBezTo>
                <a:cubicBezTo>
                  <a:pt x="2811" y="972"/>
                  <a:pt x="2808" y="961"/>
                  <a:pt x="2809" y="953"/>
                </a:cubicBezTo>
                <a:cubicBezTo>
                  <a:pt x="2827" y="913"/>
                  <a:pt x="2831" y="903"/>
                  <a:pt x="2833" y="892"/>
                </a:cubicBezTo>
                <a:cubicBezTo>
                  <a:pt x="2866" y="831"/>
                  <a:pt x="2864" y="821"/>
                  <a:pt x="2871" y="816"/>
                </a:cubicBezTo>
                <a:cubicBezTo>
                  <a:pt x="2892" y="787"/>
                  <a:pt x="2888" y="781"/>
                  <a:pt x="2893" y="779"/>
                </a:cubicBezTo>
                <a:cubicBezTo>
                  <a:pt x="2920" y="738"/>
                  <a:pt x="2924" y="732"/>
                  <a:pt x="2926" y="725"/>
                </a:cubicBezTo>
                <a:cubicBezTo>
                  <a:pt x="3006" y="618"/>
                  <a:pt x="3015" y="620"/>
                  <a:pt x="3013" y="613"/>
                </a:cubicBezTo>
                <a:cubicBezTo>
                  <a:pt x="3042" y="578"/>
                  <a:pt x="3056" y="570"/>
                  <a:pt x="3061" y="556"/>
                </a:cubicBezTo>
                <a:cubicBezTo>
                  <a:pt x="3048" y="583"/>
                  <a:pt x="3050" y="590"/>
                  <a:pt x="3048" y="594"/>
                </a:cubicBezTo>
                <a:cubicBezTo>
                  <a:pt x="3026" y="632"/>
                  <a:pt x="3025" y="638"/>
                  <a:pt x="3022" y="641"/>
                </a:cubicBezTo>
                <a:cubicBezTo>
                  <a:pt x="3005" y="668"/>
                  <a:pt x="2999" y="669"/>
                  <a:pt x="2999" y="675"/>
                </a:cubicBezTo>
                <a:cubicBezTo>
                  <a:pt x="2979" y="700"/>
                  <a:pt x="2978" y="705"/>
                  <a:pt x="2976" y="709"/>
                </a:cubicBezTo>
                <a:cubicBezTo>
                  <a:pt x="2944" y="744"/>
                  <a:pt x="2950" y="757"/>
                  <a:pt x="2939" y="758"/>
                </a:cubicBezTo>
                <a:cubicBezTo>
                  <a:pt x="2913" y="800"/>
                  <a:pt x="2911" y="802"/>
                  <a:pt x="2906" y="803"/>
                </a:cubicBezTo>
                <a:cubicBezTo>
                  <a:pt x="2888" y="838"/>
                  <a:pt x="2888" y="847"/>
                  <a:pt x="2880" y="850"/>
                </a:cubicBezTo>
                <a:cubicBezTo>
                  <a:pt x="2863" y="873"/>
                  <a:pt x="2870" y="887"/>
                  <a:pt x="2858" y="887"/>
                </a:cubicBezTo>
                <a:cubicBezTo>
                  <a:pt x="2848" y="932"/>
                  <a:pt x="2838" y="937"/>
                  <a:pt x="2838" y="950"/>
                </a:cubicBezTo>
                <a:cubicBezTo>
                  <a:pt x="2811" y="1075"/>
                  <a:pt x="2812" y="1054"/>
                  <a:pt x="2804" y="1046"/>
                </a:cubicBezTo>
                <a:close/>
                <a:moveTo>
                  <a:pt x="5" y="592"/>
                </a:moveTo>
                <a:cubicBezTo>
                  <a:pt x="9" y="591"/>
                  <a:pt x="8" y="584"/>
                  <a:pt x="2" y="586"/>
                </a:cubicBezTo>
                <a:cubicBezTo>
                  <a:pt x="1" y="586"/>
                  <a:pt x="1" y="587"/>
                  <a:pt x="0" y="588"/>
                </a:cubicBezTo>
                <a:cubicBezTo>
                  <a:pt x="0" y="597"/>
                  <a:pt x="0" y="597"/>
                  <a:pt x="0" y="597"/>
                </a:cubicBezTo>
                <a:cubicBezTo>
                  <a:pt x="3" y="596"/>
                  <a:pt x="4" y="594"/>
                  <a:pt x="5" y="592"/>
                </a:cubicBezTo>
                <a:close/>
                <a:moveTo>
                  <a:pt x="3831" y="2118"/>
                </a:moveTo>
                <a:cubicBezTo>
                  <a:pt x="3824" y="2121"/>
                  <a:pt x="3821" y="2125"/>
                  <a:pt x="3822" y="2130"/>
                </a:cubicBezTo>
                <a:cubicBezTo>
                  <a:pt x="3815" y="2138"/>
                  <a:pt x="3807" y="2145"/>
                  <a:pt x="3801" y="2153"/>
                </a:cubicBezTo>
                <a:cubicBezTo>
                  <a:pt x="3803" y="2156"/>
                  <a:pt x="3799" y="2158"/>
                  <a:pt x="3796" y="2161"/>
                </a:cubicBezTo>
                <a:cubicBezTo>
                  <a:pt x="3805" y="2161"/>
                  <a:pt x="3805" y="2161"/>
                  <a:pt x="3805" y="2161"/>
                </a:cubicBezTo>
                <a:cubicBezTo>
                  <a:pt x="3806" y="2159"/>
                  <a:pt x="3808" y="2158"/>
                  <a:pt x="3807" y="2156"/>
                </a:cubicBezTo>
                <a:cubicBezTo>
                  <a:pt x="3821" y="2145"/>
                  <a:pt x="3824" y="2132"/>
                  <a:pt x="3836" y="2121"/>
                </a:cubicBezTo>
                <a:cubicBezTo>
                  <a:pt x="3834" y="2118"/>
                  <a:pt x="3839" y="2116"/>
                  <a:pt x="3840" y="2114"/>
                </a:cubicBezTo>
                <a:cubicBezTo>
                  <a:pt x="3840" y="2099"/>
                  <a:pt x="3840" y="2099"/>
                  <a:pt x="3840" y="2099"/>
                </a:cubicBezTo>
                <a:cubicBezTo>
                  <a:pt x="3839" y="2101"/>
                  <a:pt x="3838" y="2104"/>
                  <a:pt x="3838" y="2107"/>
                </a:cubicBezTo>
                <a:cubicBezTo>
                  <a:pt x="3834" y="2110"/>
                  <a:pt x="3824" y="2112"/>
                  <a:pt x="3831" y="2118"/>
                </a:cubicBezTo>
                <a:close/>
                <a:moveTo>
                  <a:pt x="3838" y="2069"/>
                </a:moveTo>
                <a:cubicBezTo>
                  <a:pt x="3825" y="2083"/>
                  <a:pt x="3823" y="2099"/>
                  <a:pt x="3819" y="2115"/>
                </a:cubicBezTo>
                <a:cubicBezTo>
                  <a:pt x="3831" y="2110"/>
                  <a:pt x="3824" y="2101"/>
                  <a:pt x="3830" y="2094"/>
                </a:cubicBezTo>
                <a:cubicBezTo>
                  <a:pt x="3837" y="2088"/>
                  <a:pt x="3833" y="2080"/>
                  <a:pt x="3840" y="2074"/>
                </a:cubicBezTo>
                <a:cubicBezTo>
                  <a:pt x="3840" y="2056"/>
                  <a:pt x="3840" y="2056"/>
                  <a:pt x="3840" y="2056"/>
                </a:cubicBezTo>
                <a:cubicBezTo>
                  <a:pt x="3838" y="2060"/>
                  <a:pt x="3837" y="2064"/>
                  <a:pt x="3838" y="2069"/>
                </a:cubicBezTo>
                <a:close/>
                <a:moveTo>
                  <a:pt x="79" y="331"/>
                </a:moveTo>
                <a:cubicBezTo>
                  <a:pt x="90" y="333"/>
                  <a:pt x="97" y="344"/>
                  <a:pt x="106" y="349"/>
                </a:cubicBezTo>
                <a:cubicBezTo>
                  <a:pt x="180" y="397"/>
                  <a:pt x="187" y="395"/>
                  <a:pt x="192" y="398"/>
                </a:cubicBezTo>
                <a:cubicBezTo>
                  <a:pt x="227" y="412"/>
                  <a:pt x="232" y="415"/>
                  <a:pt x="238" y="416"/>
                </a:cubicBezTo>
                <a:cubicBezTo>
                  <a:pt x="257" y="426"/>
                  <a:pt x="262" y="430"/>
                  <a:pt x="269" y="428"/>
                </a:cubicBezTo>
                <a:cubicBezTo>
                  <a:pt x="306" y="444"/>
                  <a:pt x="312" y="447"/>
                  <a:pt x="318" y="448"/>
                </a:cubicBezTo>
                <a:cubicBezTo>
                  <a:pt x="366" y="463"/>
                  <a:pt x="369" y="464"/>
                  <a:pt x="372" y="464"/>
                </a:cubicBezTo>
                <a:cubicBezTo>
                  <a:pt x="414" y="472"/>
                  <a:pt x="415" y="483"/>
                  <a:pt x="425" y="477"/>
                </a:cubicBezTo>
                <a:cubicBezTo>
                  <a:pt x="453" y="500"/>
                  <a:pt x="463" y="489"/>
                  <a:pt x="463" y="499"/>
                </a:cubicBezTo>
                <a:cubicBezTo>
                  <a:pt x="521" y="515"/>
                  <a:pt x="525" y="516"/>
                  <a:pt x="529" y="517"/>
                </a:cubicBezTo>
                <a:cubicBezTo>
                  <a:pt x="549" y="528"/>
                  <a:pt x="561" y="521"/>
                  <a:pt x="565" y="532"/>
                </a:cubicBezTo>
                <a:cubicBezTo>
                  <a:pt x="575" y="542"/>
                  <a:pt x="561" y="538"/>
                  <a:pt x="546" y="539"/>
                </a:cubicBezTo>
                <a:cubicBezTo>
                  <a:pt x="512" y="546"/>
                  <a:pt x="509" y="549"/>
                  <a:pt x="503" y="549"/>
                </a:cubicBezTo>
                <a:cubicBezTo>
                  <a:pt x="570" y="549"/>
                  <a:pt x="575" y="557"/>
                  <a:pt x="587" y="553"/>
                </a:cubicBezTo>
                <a:cubicBezTo>
                  <a:pt x="583" y="580"/>
                  <a:pt x="598" y="570"/>
                  <a:pt x="606" y="574"/>
                </a:cubicBezTo>
                <a:cubicBezTo>
                  <a:pt x="626" y="583"/>
                  <a:pt x="622" y="575"/>
                  <a:pt x="611" y="581"/>
                </a:cubicBezTo>
                <a:cubicBezTo>
                  <a:pt x="592" y="595"/>
                  <a:pt x="584" y="591"/>
                  <a:pt x="583" y="597"/>
                </a:cubicBezTo>
                <a:cubicBezTo>
                  <a:pt x="649" y="599"/>
                  <a:pt x="655" y="604"/>
                  <a:pt x="663" y="601"/>
                </a:cubicBezTo>
                <a:cubicBezTo>
                  <a:pt x="701" y="612"/>
                  <a:pt x="698" y="629"/>
                  <a:pt x="707" y="623"/>
                </a:cubicBezTo>
                <a:cubicBezTo>
                  <a:pt x="745" y="638"/>
                  <a:pt x="742" y="633"/>
                  <a:pt x="749" y="631"/>
                </a:cubicBezTo>
                <a:cubicBezTo>
                  <a:pt x="726" y="564"/>
                  <a:pt x="728" y="560"/>
                  <a:pt x="728" y="556"/>
                </a:cubicBezTo>
                <a:cubicBezTo>
                  <a:pt x="762" y="514"/>
                  <a:pt x="754" y="499"/>
                  <a:pt x="770" y="496"/>
                </a:cubicBezTo>
                <a:cubicBezTo>
                  <a:pt x="747" y="506"/>
                  <a:pt x="742" y="511"/>
                  <a:pt x="736" y="516"/>
                </a:cubicBezTo>
                <a:cubicBezTo>
                  <a:pt x="708" y="553"/>
                  <a:pt x="705" y="559"/>
                  <a:pt x="700" y="565"/>
                </a:cubicBezTo>
                <a:cubicBezTo>
                  <a:pt x="672" y="523"/>
                  <a:pt x="679" y="523"/>
                  <a:pt x="676" y="518"/>
                </a:cubicBezTo>
                <a:cubicBezTo>
                  <a:pt x="670" y="468"/>
                  <a:pt x="680" y="468"/>
                  <a:pt x="676" y="460"/>
                </a:cubicBezTo>
                <a:cubicBezTo>
                  <a:pt x="679" y="424"/>
                  <a:pt x="679" y="419"/>
                  <a:pt x="682" y="415"/>
                </a:cubicBezTo>
                <a:cubicBezTo>
                  <a:pt x="703" y="321"/>
                  <a:pt x="705" y="311"/>
                  <a:pt x="710" y="303"/>
                </a:cubicBezTo>
                <a:cubicBezTo>
                  <a:pt x="729" y="235"/>
                  <a:pt x="738" y="233"/>
                  <a:pt x="737" y="227"/>
                </a:cubicBezTo>
                <a:cubicBezTo>
                  <a:pt x="754" y="170"/>
                  <a:pt x="752" y="162"/>
                  <a:pt x="754" y="157"/>
                </a:cubicBezTo>
                <a:cubicBezTo>
                  <a:pt x="772" y="108"/>
                  <a:pt x="770" y="97"/>
                  <a:pt x="775" y="89"/>
                </a:cubicBezTo>
                <a:cubicBezTo>
                  <a:pt x="775" y="23"/>
                  <a:pt x="773" y="11"/>
                  <a:pt x="771" y="1"/>
                </a:cubicBezTo>
                <a:cubicBezTo>
                  <a:pt x="764" y="45"/>
                  <a:pt x="770" y="53"/>
                  <a:pt x="767" y="55"/>
                </a:cubicBezTo>
                <a:cubicBezTo>
                  <a:pt x="760" y="88"/>
                  <a:pt x="763" y="94"/>
                  <a:pt x="763" y="99"/>
                </a:cubicBezTo>
                <a:cubicBezTo>
                  <a:pt x="706" y="271"/>
                  <a:pt x="708" y="278"/>
                  <a:pt x="703" y="281"/>
                </a:cubicBezTo>
                <a:cubicBezTo>
                  <a:pt x="698" y="308"/>
                  <a:pt x="685" y="313"/>
                  <a:pt x="690" y="327"/>
                </a:cubicBezTo>
                <a:cubicBezTo>
                  <a:pt x="672" y="409"/>
                  <a:pt x="665" y="412"/>
                  <a:pt x="668" y="420"/>
                </a:cubicBezTo>
                <a:cubicBezTo>
                  <a:pt x="658" y="515"/>
                  <a:pt x="666" y="529"/>
                  <a:pt x="660" y="535"/>
                </a:cubicBezTo>
                <a:cubicBezTo>
                  <a:pt x="665" y="561"/>
                  <a:pt x="670" y="561"/>
                  <a:pt x="666" y="564"/>
                </a:cubicBezTo>
                <a:cubicBezTo>
                  <a:pt x="652" y="539"/>
                  <a:pt x="651" y="534"/>
                  <a:pt x="649" y="529"/>
                </a:cubicBezTo>
                <a:cubicBezTo>
                  <a:pt x="650" y="434"/>
                  <a:pt x="654" y="430"/>
                  <a:pt x="652" y="425"/>
                </a:cubicBezTo>
                <a:cubicBezTo>
                  <a:pt x="665" y="346"/>
                  <a:pt x="670" y="343"/>
                  <a:pt x="673" y="339"/>
                </a:cubicBezTo>
                <a:cubicBezTo>
                  <a:pt x="684" y="302"/>
                  <a:pt x="682" y="295"/>
                  <a:pt x="684" y="290"/>
                </a:cubicBezTo>
                <a:cubicBezTo>
                  <a:pt x="696" y="242"/>
                  <a:pt x="701" y="242"/>
                  <a:pt x="701" y="238"/>
                </a:cubicBezTo>
                <a:cubicBezTo>
                  <a:pt x="709" y="214"/>
                  <a:pt x="709" y="211"/>
                  <a:pt x="710" y="208"/>
                </a:cubicBezTo>
                <a:cubicBezTo>
                  <a:pt x="716" y="181"/>
                  <a:pt x="716" y="178"/>
                  <a:pt x="721" y="177"/>
                </a:cubicBezTo>
                <a:cubicBezTo>
                  <a:pt x="729" y="98"/>
                  <a:pt x="740" y="98"/>
                  <a:pt x="735" y="90"/>
                </a:cubicBezTo>
                <a:cubicBezTo>
                  <a:pt x="738" y="25"/>
                  <a:pt x="740" y="14"/>
                  <a:pt x="740" y="3"/>
                </a:cubicBezTo>
                <a:cubicBezTo>
                  <a:pt x="734" y="1"/>
                  <a:pt x="734" y="2"/>
                  <a:pt x="734" y="2"/>
                </a:cubicBezTo>
                <a:cubicBezTo>
                  <a:pt x="727" y="68"/>
                  <a:pt x="728" y="76"/>
                  <a:pt x="727" y="84"/>
                </a:cubicBezTo>
                <a:cubicBezTo>
                  <a:pt x="712" y="148"/>
                  <a:pt x="713" y="156"/>
                  <a:pt x="710" y="162"/>
                </a:cubicBezTo>
                <a:cubicBezTo>
                  <a:pt x="691" y="223"/>
                  <a:pt x="692" y="231"/>
                  <a:pt x="688" y="236"/>
                </a:cubicBezTo>
                <a:cubicBezTo>
                  <a:pt x="681" y="269"/>
                  <a:pt x="679" y="272"/>
                  <a:pt x="676" y="274"/>
                </a:cubicBezTo>
                <a:cubicBezTo>
                  <a:pt x="663" y="318"/>
                  <a:pt x="664" y="325"/>
                  <a:pt x="661" y="331"/>
                </a:cubicBezTo>
                <a:cubicBezTo>
                  <a:pt x="637" y="411"/>
                  <a:pt x="639" y="420"/>
                  <a:pt x="641" y="429"/>
                </a:cubicBezTo>
                <a:cubicBezTo>
                  <a:pt x="636" y="477"/>
                  <a:pt x="632" y="482"/>
                  <a:pt x="637" y="491"/>
                </a:cubicBezTo>
                <a:cubicBezTo>
                  <a:pt x="623" y="532"/>
                  <a:pt x="626" y="513"/>
                  <a:pt x="621" y="499"/>
                </a:cubicBezTo>
                <a:cubicBezTo>
                  <a:pt x="626" y="456"/>
                  <a:pt x="619" y="442"/>
                  <a:pt x="624" y="434"/>
                </a:cubicBezTo>
                <a:cubicBezTo>
                  <a:pt x="641" y="343"/>
                  <a:pt x="639" y="332"/>
                  <a:pt x="647" y="326"/>
                </a:cubicBezTo>
                <a:cubicBezTo>
                  <a:pt x="654" y="290"/>
                  <a:pt x="662" y="284"/>
                  <a:pt x="660" y="273"/>
                </a:cubicBezTo>
                <a:cubicBezTo>
                  <a:pt x="671" y="239"/>
                  <a:pt x="675" y="231"/>
                  <a:pt x="677" y="222"/>
                </a:cubicBezTo>
                <a:cubicBezTo>
                  <a:pt x="689" y="207"/>
                  <a:pt x="676" y="196"/>
                  <a:pt x="688" y="197"/>
                </a:cubicBezTo>
                <a:cubicBezTo>
                  <a:pt x="697" y="151"/>
                  <a:pt x="705" y="151"/>
                  <a:pt x="701" y="144"/>
                </a:cubicBezTo>
                <a:cubicBezTo>
                  <a:pt x="713" y="80"/>
                  <a:pt x="716" y="72"/>
                  <a:pt x="721" y="64"/>
                </a:cubicBezTo>
                <a:cubicBezTo>
                  <a:pt x="712" y="1"/>
                  <a:pt x="712" y="1"/>
                  <a:pt x="712" y="1"/>
                </a:cubicBezTo>
                <a:cubicBezTo>
                  <a:pt x="709" y="61"/>
                  <a:pt x="702" y="71"/>
                  <a:pt x="703" y="85"/>
                </a:cubicBezTo>
                <a:cubicBezTo>
                  <a:pt x="690" y="147"/>
                  <a:pt x="687" y="149"/>
                  <a:pt x="689" y="154"/>
                </a:cubicBezTo>
                <a:cubicBezTo>
                  <a:pt x="675" y="188"/>
                  <a:pt x="675" y="195"/>
                  <a:pt x="674" y="201"/>
                </a:cubicBezTo>
                <a:cubicBezTo>
                  <a:pt x="659" y="224"/>
                  <a:pt x="665" y="234"/>
                  <a:pt x="662" y="239"/>
                </a:cubicBezTo>
                <a:cubicBezTo>
                  <a:pt x="652" y="264"/>
                  <a:pt x="647" y="268"/>
                  <a:pt x="649" y="276"/>
                </a:cubicBezTo>
                <a:cubicBezTo>
                  <a:pt x="618" y="362"/>
                  <a:pt x="625" y="381"/>
                  <a:pt x="616" y="391"/>
                </a:cubicBezTo>
                <a:cubicBezTo>
                  <a:pt x="612" y="443"/>
                  <a:pt x="611" y="453"/>
                  <a:pt x="609" y="463"/>
                </a:cubicBezTo>
                <a:cubicBezTo>
                  <a:pt x="604" y="488"/>
                  <a:pt x="596" y="479"/>
                  <a:pt x="602" y="478"/>
                </a:cubicBezTo>
                <a:cubicBezTo>
                  <a:pt x="599" y="439"/>
                  <a:pt x="599" y="431"/>
                  <a:pt x="600" y="424"/>
                </a:cubicBezTo>
                <a:cubicBezTo>
                  <a:pt x="601" y="393"/>
                  <a:pt x="601" y="384"/>
                  <a:pt x="606" y="379"/>
                </a:cubicBezTo>
                <a:cubicBezTo>
                  <a:pt x="612" y="304"/>
                  <a:pt x="623" y="301"/>
                  <a:pt x="617" y="290"/>
                </a:cubicBezTo>
                <a:cubicBezTo>
                  <a:pt x="639" y="225"/>
                  <a:pt x="642" y="218"/>
                  <a:pt x="644" y="211"/>
                </a:cubicBezTo>
                <a:cubicBezTo>
                  <a:pt x="658" y="181"/>
                  <a:pt x="656" y="164"/>
                  <a:pt x="664" y="153"/>
                </a:cubicBezTo>
                <a:cubicBezTo>
                  <a:pt x="685" y="100"/>
                  <a:pt x="679" y="93"/>
                  <a:pt x="684" y="92"/>
                </a:cubicBezTo>
                <a:cubicBezTo>
                  <a:pt x="690" y="64"/>
                  <a:pt x="694" y="58"/>
                  <a:pt x="692" y="49"/>
                </a:cubicBezTo>
                <a:cubicBezTo>
                  <a:pt x="701" y="5"/>
                  <a:pt x="701" y="3"/>
                  <a:pt x="702" y="1"/>
                </a:cubicBezTo>
                <a:cubicBezTo>
                  <a:pt x="683" y="28"/>
                  <a:pt x="686" y="47"/>
                  <a:pt x="680" y="62"/>
                </a:cubicBezTo>
                <a:cubicBezTo>
                  <a:pt x="669" y="102"/>
                  <a:pt x="668" y="105"/>
                  <a:pt x="664" y="107"/>
                </a:cubicBezTo>
                <a:cubicBezTo>
                  <a:pt x="645" y="182"/>
                  <a:pt x="637" y="183"/>
                  <a:pt x="639" y="188"/>
                </a:cubicBezTo>
                <a:cubicBezTo>
                  <a:pt x="622" y="227"/>
                  <a:pt x="625" y="237"/>
                  <a:pt x="620" y="243"/>
                </a:cubicBezTo>
                <a:cubicBezTo>
                  <a:pt x="607" y="306"/>
                  <a:pt x="596" y="318"/>
                  <a:pt x="602" y="338"/>
                </a:cubicBezTo>
                <a:cubicBezTo>
                  <a:pt x="587" y="411"/>
                  <a:pt x="584" y="413"/>
                  <a:pt x="585" y="416"/>
                </a:cubicBezTo>
                <a:cubicBezTo>
                  <a:pt x="592" y="456"/>
                  <a:pt x="589" y="476"/>
                  <a:pt x="586" y="486"/>
                </a:cubicBezTo>
                <a:cubicBezTo>
                  <a:pt x="576" y="486"/>
                  <a:pt x="582" y="466"/>
                  <a:pt x="574" y="456"/>
                </a:cubicBezTo>
                <a:cubicBezTo>
                  <a:pt x="572" y="408"/>
                  <a:pt x="575" y="405"/>
                  <a:pt x="574" y="401"/>
                </a:cubicBezTo>
                <a:cubicBezTo>
                  <a:pt x="570" y="359"/>
                  <a:pt x="578" y="356"/>
                  <a:pt x="578" y="348"/>
                </a:cubicBezTo>
                <a:cubicBezTo>
                  <a:pt x="591" y="269"/>
                  <a:pt x="606" y="253"/>
                  <a:pt x="607" y="229"/>
                </a:cubicBezTo>
                <a:cubicBezTo>
                  <a:pt x="628" y="172"/>
                  <a:pt x="635" y="153"/>
                  <a:pt x="636" y="131"/>
                </a:cubicBezTo>
                <a:cubicBezTo>
                  <a:pt x="651" y="107"/>
                  <a:pt x="647" y="100"/>
                  <a:pt x="649" y="97"/>
                </a:cubicBezTo>
                <a:cubicBezTo>
                  <a:pt x="666" y="58"/>
                  <a:pt x="663" y="48"/>
                  <a:pt x="671" y="44"/>
                </a:cubicBezTo>
                <a:cubicBezTo>
                  <a:pt x="683" y="4"/>
                  <a:pt x="683" y="2"/>
                  <a:pt x="683" y="1"/>
                </a:cubicBezTo>
                <a:cubicBezTo>
                  <a:pt x="666" y="15"/>
                  <a:pt x="663" y="20"/>
                  <a:pt x="662" y="25"/>
                </a:cubicBezTo>
                <a:cubicBezTo>
                  <a:pt x="656" y="53"/>
                  <a:pt x="651" y="53"/>
                  <a:pt x="651" y="56"/>
                </a:cubicBezTo>
                <a:cubicBezTo>
                  <a:pt x="614" y="161"/>
                  <a:pt x="615" y="172"/>
                  <a:pt x="609" y="180"/>
                </a:cubicBezTo>
                <a:cubicBezTo>
                  <a:pt x="604" y="215"/>
                  <a:pt x="593" y="215"/>
                  <a:pt x="598" y="223"/>
                </a:cubicBezTo>
                <a:cubicBezTo>
                  <a:pt x="586" y="276"/>
                  <a:pt x="579" y="282"/>
                  <a:pt x="579" y="293"/>
                </a:cubicBezTo>
                <a:cubicBezTo>
                  <a:pt x="560" y="338"/>
                  <a:pt x="569" y="347"/>
                  <a:pt x="564" y="350"/>
                </a:cubicBezTo>
                <a:cubicBezTo>
                  <a:pt x="556" y="408"/>
                  <a:pt x="565" y="420"/>
                  <a:pt x="560" y="424"/>
                </a:cubicBezTo>
                <a:cubicBezTo>
                  <a:pt x="561" y="455"/>
                  <a:pt x="552" y="459"/>
                  <a:pt x="548" y="453"/>
                </a:cubicBezTo>
                <a:cubicBezTo>
                  <a:pt x="532" y="389"/>
                  <a:pt x="527" y="378"/>
                  <a:pt x="530" y="370"/>
                </a:cubicBezTo>
                <a:cubicBezTo>
                  <a:pt x="539" y="313"/>
                  <a:pt x="532" y="301"/>
                  <a:pt x="540" y="297"/>
                </a:cubicBezTo>
                <a:cubicBezTo>
                  <a:pt x="549" y="257"/>
                  <a:pt x="550" y="254"/>
                  <a:pt x="552" y="250"/>
                </a:cubicBezTo>
                <a:cubicBezTo>
                  <a:pt x="596" y="123"/>
                  <a:pt x="598" y="112"/>
                  <a:pt x="602" y="103"/>
                </a:cubicBezTo>
                <a:cubicBezTo>
                  <a:pt x="625" y="40"/>
                  <a:pt x="632" y="38"/>
                  <a:pt x="631" y="32"/>
                </a:cubicBezTo>
                <a:cubicBezTo>
                  <a:pt x="639" y="15"/>
                  <a:pt x="637" y="12"/>
                  <a:pt x="640" y="11"/>
                </a:cubicBezTo>
                <a:cubicBezTo>
                  <a:pt x="630" y="1"/>
                  <a:pt x="630" y="1"/>
                  <a:pt x="630" y="1"/>
                </a:cubicBezTo>
                <a:cubicBezTo>
                  <a:pt x="607" y="52"/>
                  <a:pt x="609" y="69"/>
                  <a:pt x="598" y="80"/>
                </a:cubicBezTo>
                <a:cubicBezTo>
                  <a:pt x="569" y="164"/>
                  <a:pt x="566" y="166"/>
                  <a:pt x="566" y="169"/>
                </a:cubicBezTo>
                <a:cubicBezTo>
                  <a:pt x="552" y="205"/>
                  <a:pt x="550" y="211"/>
                  <a:pt x="552" y="220"/>
                </a:cubicBezTo>
                <a:cubicBezTo>
                  <a:pt x="537" y="253"/>
                  <a:pt x="536" y="256"/>
                  <a:pt x="538" y="261"/>
                </a:cubicBezTo>
                <a:cubicBezTo>
                  <a:pt x="521" y="307"/>
                  <a:pt x="526" y="318"/>
                  <a:pt x="522" y="324"/>
                </a:cubicBezTo>
                <a:cubicBezTo>
                  <a:pt x="510" y="398"/>
                  <a:pt x="520" y="411"/>
                  <a:pt x="515" y="418"/>
                </a:cubicBezTo>
                <a:cubicBezTo>
                  <a:pt x="503" y="393"/>
                  <a:pt x="505" y="389"/>
                  <a:pt x="505" y="384"/>
                </a:cubicBezTo>
                <a:cubicBezTo>
                  <a:pt x="498" y="348"/>
                  <a:pt x="502" y="342"/>
                  <a:pt x="500" y="334"/>
                </a:cubicBezTo>
                <a:cubicBezTo>
                  <a:pt x="515" y="273"/>
                  <a:pt x="518" y="271"/>
                  <a:pt x="515" y="265"/>
                </a:cubicBezTo>
                <a:cubicBezTo>
                  <a:pt x="538" y="213"/>
                  <a:pt x="532" y="203"/>
                  <a:pt x="539" y="200"/>
                </a:cubicBezTo>
                <a:cubicBezTo>
                  <a:pt x="551" y="167"/>
                  <a:pt x="552" y="164"/>
                  <a:pt x="550" y="159"/>
                </a:cubicBezTo>
                <a:cubicBezTo>
                  <a:pt x="581" y="93"/>
                  <a:pt x="581" y="77"/>
                  <a:pt x="594" y="69"/>
                </a:cubicBezTo>
                <a:cubicBezTo>
                  <a:pt x="600" y="44"/>
                  <a:pt x="602" y="37"/>
                  <a:pt x="603" y="29"/>
                </a:cubicBezTo>
                <a:cubicBezTo>
                  <a:pt x="603" y="1"/>
                  <a:pt x="603" y="1"/>
                  <a:pt x="603" y="1"/>
                </a:cubicBezTo>
                <a:cubicBezTo>
                  <a:pt x="584" y="53"/>
                  <a:pt x="582" y="60"/>
                  <a:pt x="581" y="67"/>
                </a:cubicBezTo>
                <a:cubicBezTo>
                  <a:pt x="568" y="85"/>
                  <a:pt x="569" y="93"/>
                  <a:pt x="564" y="97"/>
                </a:cubicBezTo>
                <a:cubicBezTo>
                  <a:pt x="549" y="137"/>
                  <a:pt x="552" y="145"/>
                  <a:pt x="543" y="146"/>
                </a:cubicBezTo>
                <a:cubicBezTo>
                  <a:pt x="525" y="205"/>
                  <a:pt x="525" y="211"/>
                  <a:pt x="520" y="215"/>
                </a:cubicBezTo>
                <a:cubicBezTo>
                  <a:pt x="503" y="255"/>
                  <a:pt x="509" y="265"/>
                  <a:pt x="504" y="269"/>
                </a:cubicBezTo>
                <a:cubicBezTo>
                  <a:pt x="495" y="313"/>
                  <a:pt x="495" y="319"/>
                  <a:pt x="491" y="325"/>
                </a:cubicBezTo>
                <a:cubicBezTo>
                  <a:pt x="487" y="349"/>
                  <a:pt x="488" y="356"/>
                  <a:pt x="485" y="360"/>
                </a:cubicBezTo>
                <a:cubicBezTo>
                  <a:pt x="469" y="364"/>
                  <a:pt x="476" y="349"/>
                  <a:pt x="467" y="336"/>
                </a:cubicBezTo>
                <a:cubicBezTo>
                  <a:pt x="481" y="253"/>
                  <a:pt x="485" y="249"/>
                  <a:pt x="486" y="244"/>
                </a:cubicBezTo>
                <a:cubicBezTo>
                  <a:pt x="495" y="202"/>
                  <a:pt x="498" y="192"/>
                  <a:pt x="503" y="184"/>
                </a:cubicBezTo>
                <a:cubicBezTo>
                  <a:pt x="523" y="137"/>
                  <a:pt x="520" y="129"/>
                  <a:pt x="524" y="125"/>
                </a:cubicBezTo>
                <a:cubicBezTo>
                  <a:pt x="535" y="89"/>
                  <a:pt x="543" y="85"/>
                  <a:pt x="542" y="77"/>
                </a:cubicBezTo>
                <a:cubicBezTo>
                  <a:pt x="563" y="25"/>
                  <a:pt x="574" y="20"/>
                  <a:pt x="572" y="9"/>
                </a:cubicBezTo>
                <a:cubicBezTo>
                  <a:pt x="562" y="5"/>
                  <a:pt x="561" y="8"/>
                  <a:pt x="561" y="13"/>
                </a:cubicBezTo>
                <a:cubicBezTo>
                  <a:pt x="539" y="57"/>
                  <a:pt x="539" y="67"/>
                  <a:pt x="532" y="74"/>
                </a:cubicBezTo>
                <a:cubicBezTo>
                  <a:pt x="517" y="115"/>
                  <a:pt x="506" y="115"/>
                  <a:pt x="511" y="123"/>
                </a:cubicBezTo>
                <a:cubicBezTo>
                  <a:pt x="494" y="184"/>
                  <a:pt x="485" y="190"/>
                  <a:pt x="484" y="199"/>
                </a:cubicBezTo>
                <a:cubicBezTo>
                  <a:pt x="471" y="262"/>
                  <a:pt x="463" y="268"/>
                  <a:pt x="464" y="279"/>
                </a:cubicBezTo>
                <a:cubicBezTo>
                  <a:pt x="447" y="319"/>
                  <a:pt x="453" y="311"/>
                  <a:pt x="446" y="297"/>
                </a:cubicBezTo>
                <a:cubicBezTo>
                  <a:pt x="451" y="252"/>
                  <a:pt x="460" y="248"/>
                  <a:pt x="454" y="236"/>
                </a:cubicBezTo>
                <a:cubicBezTo>
                  <a:pt x="474" y="171"/>
                  <a:pt x="475" y="167"/>
                  <a:pt x="479" y="164"/>
                </a:cubicBezTo>
                <a:cubicBezTo>
                  <a:pt x="510" y="88"/>
                  <a:pt x="518" y="88"/>
                  <a:pt x="513" y="80"/>
                </a:cubicBezTo>
                <a:cubicBezTo>
                  <a:pt x="525" y="51"/>
                  <a:pt x="532" y="49"/>
                  <a:pt x="535" y="45"/>
                </a:cubicBezTo>
                <a:cubicBezTo>
                  <a:pt x="549" y="1"/>
                  <a:pt x="550" y="1"/>
                  <a:pt x="551" y="1"/>
                </a:cubicBezTo>
                <a:cubicBezTo>
                  <a:pt x="527" y="19"/>
                  <a:pt x="529" y="30"/>
                  <a:pt x="519" y="35"/>
                </a:cubicBezTo>
                <a:cubicBezTo>
                  <a:pt x="513" y="72"/>
                  <a:pt x="498" y="74"/>
                  <a:pt x="499" y="85"/>
                </a:cubicBezTo>
                <a:cubicBezTo>
                  <a:pt x="486" y="116"/>
                  <a:pt x="478" y="122"/>
                  <a:pt x="477" y="131"/>
                </a:cubicBezTo>
                <a:cubicBezTo>
                  <a:pt x="449" y="196"/>
                  <a:pt x="458" y="206"/>
                  <a:pt x="450" y="207"/>
                </a:cubicBezTo>
                <a:cubicBezTo>
                  <a:pt x="436" y="264"/>
                  <a:pt x="442" y="272"/>
                  <a:pt x="439" y="275"/>
                </a:cubicBezTo>
                <a:cubicBezTo>
                  <a:pt x="425" y="265"/>
                  <a:pt x="431" y="254"/>
                  <a:pt x="430" y="238"/>
                </a:cubicBezTo>
                <a:cubicBezTo>
                  <a:pt x="448" y="140"/>
                  <a:pt x="454" y="128"/>
                  <a:pt x="456" y="114"/>
                </a:cubicBezTo>
                <a:cubicBezTo>
                  <a:pt x="464" y="89"/>
                  <a:pt x="467" y="83"/>
                  <a:pt x="469" y="76"/>
                </a:cubicBezTo>
                <a:cubicBezTo>
                  <a:pt x="483" y="52"/>
                  <a:pt x="480" y="49"/>
                  <a:pt x="481" y="48"/>
                </a:cubicBezTo>
                <a:cubicBezTo>
                  <a:pt x="506" y="2"/>
                  <a:pt x="506" y="1"/>
                  <a:pt x="507" y="1"/>
                </a:cubicBezTo>
                <a:cubicBezTo>
                  <a:pt x="486" y="11"/>
                  <a:pt x="488" y="23"/>
                  <a:pt x="477" y="28"/>
                </a:cubicBezTo>
                <a:cubicBezTo>
                  <a:pt x="464" y="64"/>
                  <a:pt x="460" y="72"/>
                  <a:pt x="458" y="82"/>
                </a:cubicBezTo>
                <a:cubicBezTo>
                  <a:pt x="445" y="116"/>
                  <a:pt x="441" y="120"/>
                  <a:pt x="439" y="125"/>
                </a:cubicBezTo>
                <a:cubicBezTo>
                  <a:pt x="428" y="163"/>
                  <a:pt x="432" y="171"/>
                  <a:pt x="424" y="173"/>
                </a:cubicBezTo>
                <a:cubicBezTo>
                  <a:pt x="418" y="232"/>
                  <a:pt x="416" y="240"/>
                  <a:pt x="415" y="249"/>
                </a:cubicBezTo>
                <a:cubicBezTo>
                  <a:pt x="407" y="213"/>
                  <a:pt x="405" y="196"/>
                  <a:pt x="408" y="181"/>
                </a:cubicBezTo>
                <a:cubicBezTo>
                  <a:pt x="424" y="109"/>
                  <a:pt x="422" y="100"/>
                  <a:pt x="422" y="91"/>
                </a:cubicBezTo>
                <a:cubicBezTo>
                  <a:pt x="441" y="48"/>
                  <a:pt x="439" y="41"/>
                  <a:pt x="444" y="38"/>
                </a:cubicBezTo>
                <a:cubicBezTo>
                  <a:pt x="455" y="8"/>
                  <a:pt x="456" y="4"/>
                  <a:pt x="457" y="1"/>
                </a:cubicBezTo>
                <a:cubicBezTo>
                  <a:pt x="421" y="65"/>
                  <a:pt x="416" y="75"/>
                  <a:pt x="414" y="88"/>
                </a:cubicBezTo>
                <a:cubicBezTo>
                  <a:pt x="401" y="145"/>
                  <a:pt x="400" y="152"/>
                  <a:pt x="397" y="157"/>
                </a:cubicBezTo>
                <a:cubicBezTo>
                  <a:pt x="398" y="212"/>
                  <a:pt x="390" y="221"/>
                  <a:pt x="396" y="237"/>
                </a:cubicBezTo>
                <a:cubicBezTo>
                  <a:pt x="386" y="261"/>
                  <a:pt x="383" y="257"/>
                  <a:pt x="386" y="255"/>
                </a:cubicBezTo>
                <a:cubicBezTo>
                  <a:pt x="376" y="202"/>
                  <a:pt x="382" y="193"/>
                  <a:pt x="381" y="181"/>
                </a:cubicBezTo>
                <a:cubicBezTo>
                  <a:pt x="388" y="120"/>
                  <a:pt x="382" y="112"/>
                  <a:pt x="385" y="109"/>
                </a:cubicBezTo>
                <a:cubicBezTo>
                  <a:pt x="399" y="34"/>
                  <a:pt x="404" y="27"/>
                  <a:pt x="400" y="16"/>
                </a:cubicBezTo>
                <a:cubicBezTo>
                  <a:pt x="394" y="1"/>
                  <a:pt x="394" y="2"/>
                  <a:pt x="393" y="3"/>
                </a:cubicBezTo>
                <a:cubicBezTo>
                  <a:pt x="380" y="78"/>
                  <a:pt x="376" y="85"/>
                  <a:pt x="373" y="92"/>
                </a:cubicBezTo>
                <a:cubicBezTo>
                  <a:pt x="372" y="133"/>
                  <a:pt x="366" y="134"/>
                  <a:pt x="371" y="141"/>
                </a:cubicBezTo>
                <a:cubicBezTo>
                  <a:pt x="364" y="197"/>
                  <a:pt x="370" y="209"/>
                  <a:pt x="368" y="216"/>
                </a:cubicBezTo>
                <a:cubicBezTo>
                  <a:pt x="357" y="219"/>
                  <a:pt x="356" y="217"/>
                  <a:pt x="358" y="216"/>
                </a:cubicBezTo>
                <a:cubicBezTo>
                  <a:pt x="355" y="162"/>
                  <a:pt x="352" y="147"/>
                  <a:pt x="350" y="133"/>
                </a:cubicBezTo>
                <a:cubicBezTo>
                  <a:pt x="362" y="59"/>
                  <a:pt x="364" y="48"/>
                  <a:pt x="368" y="39"/>
                </a:cubicBezTo>
                <a:cubicBezTo>
                  <a:pt x="365" y="1"/>
                  <a:pt x="365" y="1"/>
                  <a:pt x="365" y="1"/>
                </a:cubicBezTo>
                <a:cubicBezTo>
                  <a:pt x="349" y="51"/>
                  <a:pt x="346" y="61"/>
                  <a:pt x="348" y="72"/>
                </a:cubicBezTo>
                <a:cubicBezTo>
                  <a:pt x="352" y="86"/>
                  <a:pt x="338" y="94"/>
                  <a:pt x="345" y="101"/>
                </a:cubicBezTo>
                <a:cubicBezTo>
                  <a:pt x="336" y="147"/>
                  <a:pt x="338" y="154"/>
                  <a:pt x="340" y="160"/>
                </a:cubicBezTo>
                <a:cubicBezTo>
                  <a:pt x="330" y="154"/>
                  <a:pt x="325" y="142"/>
                  <a:pt x="321" y="130"/>
                </a:cubicBezTo>
                <a:cubicBezTo>
                  <a:pt x="326" y="18"/>
                  <a:pt x="325" y="12"/>
                  <a:pt x="323" y="4"/>
                </a:cubicBezTo>
                <a:cubicBezTo>
                  <a:pt x="312" y="22"/>
                  <a:pt x="309" y="43"/>
                  <a:pt x="310" y="67"/>
                </a:cubicBezTo>
                <a:cubicBezTo>
                  <a:pt x="310" y="113"/>
                  <a:pt x="308" y="119"/>
                  <a:pt x="311" y="127"/>
                </a:cubicBezTo>
                <a:cubicBezTo>
                  <a:pt x="299" y="84"/>
                  <a:pt x="299" y="81"/>
                  <a:pt x="299" y="70"/>
                </a:cubicBezTo>
                <a:cubicBezTo>
                  <a:pt x="302" y="16"/>
                  <a:pt x="304" y="9"/>
                  <a:pt x="303" y="1"/>
                </a:cubicBezTo>
                <a:cubicBezTo>
                  <a:pt x="289" y="13"/>
                  <a:pt x="290" y="21"/>
                  <a:pt x="288" y="28"/>
                </a:cubicBezTo>
                <a:cubicBezTo>
                  <a:pt x="287" y="102"/>
                  <a:pt x="295" y="113"/>
                  <a:pt x="287" y="117"/>
                </a:cubicBezTo>
                <a:cubicBezTo>
                  <a:pt x="280" y="84"/>
                  <a:pt x="274" y="76"/>
                  <a:pt x="279" y="74"/>
                </a:cubicBezTo>
                <a:cubicBezTo>
                  <a:pt x="262" y="7"/>
                  <a:pt x="262" y="13"/>
                  <a:pt x="264" y="20"/>
                </a:cubicBezTo>
                <a:cubicBezTo>
                  <a:pt x="261" y="51"/>
                  <a:pt x="259" y="54"/>
                  <a:pt x="259" y="59"/>
                </a:cubicBezTo>
                <a:cubicBezTo>
                  <a:pt x="248" y="7"/>
                  <a:pt x="247" y="4"/>
                  <a:pt x="247" y="1"/>
                </a:cubicBezTo>
                <a:cubicBezTo>
                  <a:pt x="229" y="6"/>
                  <a:pt x="229" y="3"/>
                  <a:pt x="229" y="1"/>
                </a:cubicBezTo>
                <a:cubicBezTo>
                  <a:pt x="177" y="11"/>
                  <a:pt x="185" y="9"/>
                  <a:pt x="189" y="14"/>
                </a:cubicBezTo>
                <a:cubicBezTo>
                  <a:pt x="216" y="33"/>
                  <a:pt x="219" y="35"/>
                  <a:pt x="219" y="41"/>
                </a:cubicBezTo>
                <a:cubicBezTo>
                  <a:pt x="189" y="23"/>
                  <a:pt x="185" y="25"/>
                  <a:pt x="183" y="23"/>
                </a:cubicBezTo>
                <a:cubicBezTo>
                  <a:pt x="73" y="1"/>
                  <a:pt x="73" y="1"/>
                  <a:pt x="73" y="1"/>
                </a:cubicBezTo>
                <a:cubicBezTo>
                  <a:pt x="119" y="16"/>
                  <a:pt x="134" y="17"/>
                  <a:pt x="146" y="22"/>
                </a:cubicBezTo>
                <a:cubicBezTo>
                  <a:pt x="175" y="40"/>
                  <a:pt x="180" y="39"/>
                  <a:pt x="183" y="41"/>
                </a:cubicBezTo>
                <a:cubicBezTo>
                  <a:pt x="212" y="56"/>
                  <a:pt x="217" y="59"/>
                  <a:pt x="214" y="61"/>
                </a:cubicBezTo>
                <a:cubicBezTo>
                  <a:pt x="179" y="49"/>
                  <a:pt x="169" y="49"/>
                  <a:pt x="162" y="42"/>
                </a:cubicBezTo>
                <a:cubicBezTo>
                  <a:pt x="119" y="25"/>
                  <a:pt x="110" y="31"/>
                  <a:pt x="108" y="26"/>
                </a:cubicBezTo>
                <a:cubicBezTo>
                  <a:pt x="42" y="13"/>
                  <a:pt x="33" y="12"/>
                  <a:pt x="25" y="7"/>
                </a:cubicBezTo>
                <a:cubicBezTo>
                  <a:pt x="13" y="18"/>
                  <a:pt x="19" y="25"/>
                  <a:pt x="31" y="23"/>
                </a:cubicBezTo>
                <a:cubicBezTo>
                  <a:pt x="134" y="48"/>
                  <a:pt x="141" y="45"/>
                  <a:pt x="143" y="51"/>
                </a:cubicBezTo>
                <a:cubicBezTo>
                  <a:pt x="177" y="59"/>
                  <a:pt x="179" y="61"/>
                  <a:pt x="181" y="63"/>
                </a:cubicBezTo>
                <a:cubicBezTo>
                  <a:pt x="226" y="82"/>
                  <a:pt x="237" y="84"/>
                  <a:pt x="243" y="95"/>
                </a:cubicBezTo>
                <a:cubicBezTo>
                  <a:pt x="205" y="81"/>
                  <a:pt x="200" y="78"/>
                  <a:pt x="194" y="77"/>
                </a:cubicBezTo>
                <a:cubicBezTo>
                  <a:pt x="174" y="64"/>
                  <a:pt x="166" y="67"/>
                  <a:pt x="162" y="63"/>
                </a:cubicBezTo>
                <a:cubicBezTo>
                  <a:pt x="101" y="49"/>
                  <a:pt x="97" y="45"/>
                  <a:pt x="90" y="47"/>
                </a:cubicBezTo>
                <a:cubicBezTo>
                  <a:pt x="30" y="30"/>
                  <a:pt x="23" y="32"/>
                  <a:pt x="18" y="30"/>
                </a:cubicBezTo>
                <a:cubicBezTo>
                  <a:pt x="14" y="43"/>
                  <a:pt x="28" y="45"/>
                  <a:pt x="42" y="47"/>
                </a:cubicBezTo>
                <a:cubicBezTo>
                  <a:pt x="148" y="75"/>
                  <a:pt x="165" y="75"/>
                  <a:pt x="178" y="82"/>
                </a:cubicBezTo>
                <a:cubicBezTo>
                  <a:pt x="205" y="96"/>
                  <a:pt x="213" y="96"/>
                  <a:pt x="220" y="99"/>
                </a:cubicBezTo>
                <a:cubicBezTo>
                  <a:pt x="266" y="125"/>
                  <a:pt x="274" y="125"/>
                  <a:pt x="281" y="128"/>
                </a:cubicBezTo>
                <a:cubicBezTo>
                  <a:pt x="283" y="148"/>
                  <a:pt x="277" y="143"/>
                  <a:pt x="272" y="137"/>
                </a:cubicBezTo>
                <a:cubicBezTo>
                  <a:pt x="247" y="129"/>
                  <a:pt x="244" y="127"/>
                  <a:pt x="243" y="122"/>
                </a:cubicBezTo>
                <a:cubicBezTo>
                  <a:pt x="206" y="110"/>
                  <a:pt x="203" y="108"/>
                  <a:pt x="201" y="105"/>
                </a:cubicBezTo>
                <a:cubicBezTo>
                  <a:pt x="163" y="90"/>
                  <a:pt x="151" y="98"/>
                  <a:pt x="147" y="89"/>
                </a:cubicBezTo>
                <a:cubicBezTo>
                  <a:pt x="93" y="76"/>
                  <a:pt x="85" y="75"/>
                  <a:pt x="77" y="72"/>
                </a:cubicBezTo>
                <a:cubicBezTo>
                  <a:pt x="3" y="63"/>
                  <a:pt x="2" y="63"/>
                  <a:pt x="0" y="63"/>
                </a:cubicBezTo>
                <a:cubicBezTo>
                  <a:pt x="49" y="82"/>
                  <a:pt x="61" y="86"/>
                  <a:pt x="75" y="85"/>
                </a:cubicBezTo>
                <a:cubicBezTo>
                  <a:pt x="108" y="95"/>
                  <a:pt x="111" y="94"/>
                  <a:pt x="115" y="94"/>
                </a:cubicBezTo>
                <a:cubicBezTo>
                  <a:pt x="171" y="111"/>
                  <a:pt x="174" y="115"/>
                  <a:pt x="179" y="112"/>
                </a:cubicBezTo>
                <a:cubicBezTo>
                  <a:pt x="211" y="121"/>
                  <a:pt x="214" y="128"/>
                  <a:pt x="222" y="126"/>
                </a:cubicBezTo>
                <a:cubicBezTo>
                  <a:pt x="234" y="144"/>
                  <a:pt x="232" y="142"/>
                  <a:pt x="228" y="142"/>
                </a:cubicBezTo>
                <a:cubicBezTo>
                  <a:pt x="183" y="124"/>
                  <a:pt x="175" y="125"/>
                  <a:pt x="169" y="121"/>
                </a:cubicBezTo>
                <a:cubicBezTo>
                  <a:pt x="55" y="106"/>
                  <a:pt x="27" y="103"/>
                  <a:pt x="2" y="94"/>
                </a:cubicBezTo>
                <a:cubicBezTo>
                  <a:pt x="1" y="106"/>
                  <a:pt x="2" y="106"/>
                  <a:pt x="3" y="106"/>
                </a:cubicBezTo>
                <a:cubicBezTo>
                  <a:pt x="98" y="123"/>
                  <a:pt x="108" y="118"/>
                  <a:pt x="112" y="125"/>
                </a:cubicBezTo>
                <a:cubicBezTo>
                  <a:pt x="196" y="142"/>
                  <a:pt x="210" y="145"/>
                  <a:pt x="222" y="153"/>
                </a:cubicBezTo>
                <a:cubicBezTo>
                  <a:pt x="248" y="160"/>
                  <a:pt x="253" y="158"/>
                  <a:pt x="253" y="164"/>
                </a:cubicBezTo>
                <a:cubicBezTo>
                  <a:pt x="286" y="179"/>
                  <a:pt x="290" y="179"/>
                  <a:pt x="293" y="182"/>
                </a:cubicBezTo>
                <a:cubicBezTo>
                  <a:pt x="318" y="191"/>
                  <a:pt x="317" y="201"/>
                  <a:pt x="323" y="200"/>
                </a:cubicBezTo>
                <a:cubicBezTo>
                  <a:pt x="270" y="188"/>
                  <a:pt x="256" y="175"/>
                  <a:pt x="239" y="166"/>
                </a:cubicBezTo>
                <a:cubicBezTo>
                  <a:pt x="191" y="149"/>
                  <a:pt x="183" y="150"/>
                  <a:pt x="177" y="146"/>
                </a:cubicBezTo>
                <a:cubicBezTo>
                  <a:pt x="94" y="133"/>
                  <a:pt x="76" y="135"/>
                  <a:pt x="64" y="125"/>
                </a:cubicBezTo>
                <a:cubicBezTo>
                  <a:pt x="0" y="137"/>
                  <a:pt x="0" y="137"/>
                  <a:pt x="0" y="137"/>
                </a:cubicBezTo>
                <a:cubicBezTo>
                  <a:pt x="60" y="143"/>
                  <a:pt x="71" y="141"/>
                  <a:pt x="79" y="145"/>
                </a:cubicBezTo>
                <a:cubicBezTo>
                  <a:pt x="136" y="155"/>
                  <a:pt x="151" y="153"/>
                  <a:pt x="163" y="157"/>
                </a:cubicBezTo>
                <a:cubicBezTo>
                  <a:pt x="211" y="169"/>
                  <a:pt x="211" y="177"/>
                  <a:pt x="217" y="173"/>
                </a:cubicBezTo>
                <a:cubicBezTo>
                  <a:pt x="252" y="192"/>
                  <a:pt x="257" y="191"/>
                  <a:pt x="260" y="193"/>
                </a:cubicBezTo>
                <a:cubicBezTo>
                  <a:pt x="198" y="184"/>
                  <a:pt x="190" y="179"/>
                  <a:pt x="179" y="179"/>
                </a:cubicBezTo>
                <a:cubicBezTo>
                  <a:pt x="135" y="174"/>
                  <a:pt x="123" y="169"/>
                  <a:pt x="107" y="172"/>
                </a:cubicBezTo>
                <a:cubicBezTo>
                  <a:pt x="88" y="173"/>
                  <a:pt x="75" y="167"/>
                  <a:pt x="71" y="166"/>
                </a:cubicBezTo>
                <a:cubicBezTo>
                  <a:pt x="36" y="163"/>
                  <a:pt x="30" y="168"/>
                  <a:pt x="28" y="164"/>
                </a:cubicBezTo>
                <a:cubicBezTo>
                  <a:pt x="0" y="176"/>
                  <a:pt x="0" y="176"/>
                  <a:pt x="0" y="176"/>
                </a:cubicBezTo>
                <a:cubicBezTo>
                  <a:pt x="86" y="183"/>
                  <a:pt x="97" y="181"/>
                  <a:pt x="106" y="181"/>
                </a:cubicBezTo>
                <a:cubicBezTo>
                  <a:pt x="182" y="188"/>
                  <a:pt x="198" y="195"/>
                  <a:pt x="215" y="198"/>
                </a:cubicBezTo>
                <a:cubicBezTo>
                  <a:pt x="250" y="208"/>
                  <a:pt x="258" y="212"/>
                  <a:pt x="269" y="211"/>
                </a:cubicBezTo>
                <a:cubicBezTo>
                  <a:pt x="350" y="250"/>
                  <a:pt x="354" y="255"/>
                  <a:pt x="358" y="261"/>
                </a:cubicBezTo>
                <a:cubicBezTo>
                  <a:pt x="381" y="276"/>
                  <a:pt x="386" y="279"/>
                  <a:pt x="383" y="281"/>
                </a:cubicBezTo>
                <a:cubicBezTo>
                  <a:pt x="348" y="269"/>
                  <a:pt x="346" y="260"/>
                  <a:pt x="340" y="261"/>
                </a:cubicBezTo>
                <a:cubicBezTo>
                  <a:pt x="282" y="242"/>
                  <a:pt x="276" y="230"/>
                  <a:pt x="263" y="231"/>
                </a:cubicBezTo>
                <a:cubicBezTo>
                  <a:pt x="187" y="212"/>
                  <a:pt x="177" y="207"/>
                  <a:pt x="164" y="209"/>
                </a:cubicBezTo>
                <a:cubicBezTo>
                  <a:pt x="75" y="195"/>
                  <a:pt x="69" y="190"/>
                  <a:pt x="61" y="190"/>
                </a:cubicBezTo>
                <a:cubicBezTo>
                  <a:pt x="26" y="185"/>
                  <a:pt x="19" y="191"/>
                  <a:pt x="17" y="186"/>
                </a:cubicBezTo>
                <a:cubicBezTo>
                  <a:pt x="4" y="200"/>
                  <a:pt x="8" y="200"/>
                  <a:pt x="12" y="200"/>
                </a:cubicBezTo>
                <a:cubicBezTo>
                  <a:pt x="84" y="208"/>
                  <a:pt x="94" y="205"/>
                  <a:pt x="98" y="212"/>
                </a:cubicBezTo>
                <a:cubicBezTo>
                  <a:pt x="158" y="221"/>
                  <a:pt x="174" y="220"/>
                  <a:pt x="188" y="225"/>
                </a:cubicBezTo>
                <a:cubicBezTo>
                  <a:pt x="287" y="256"/>
                  <a:pt x="298" y="253"/>
                  <a:pt x="303" y="261"/>
                </a:cubicBezTo>
                <a:cubicBezTo>
                  <a:pt x="343" y="277"/>
                  <a:pt x="347" y="278"/>
                  <a:pt x="351" y="279"/>
                </a:cubicBezTo>
                <a:cubicBezTo>
                  <a:pt x="398" y="315"/>
                  <a:pt x="404" y="310"/>
                  <a:pt x="406" y="316"/>
                </a:cubicBezTo>
                <a:cubicBezTo>
                  <a:pt x="404" y="328"/>
                  <a:pt x="403" y="314"/>
                  <a:pt x="392" y="320"/>
                </a:cubicBezTo>
                <a:cubicBezTo>
                  <a:pt x="333" y="287"/>
                  <a:pt x="323" y="290"/>
                  <a:pt x="317" y="284"/>
                </a:cubicBezTo>
                <a:cubicBezTo>
                  <a:pt x="253" y="264"/>
                  <a:pt x="235" y="264"/>
                  <a:pt x="221" y="254"/>
                </a:cubicBezTo>
                <a:cubicBezTo>
                  <a:pt x="139" y="237"/>
                  <a:pt x="136" y="240"/>
                  <a:pt x="134" y="239"/>
                </a:cubicBezTo>
                <a:cubicBezTo>
                  <a:pt x="119" y="241"/>
                  <a:pt x="118" y="238"/>
                  <a:pt x="113" y="240"/>
                </a:cubicBezTo>
                <a:cubicBezTo>
                  <a:pt x="34" y="230"/>
                  <a:pt x="18" y="226"/>
                  <a:pt x="0" y="224"/>
                </a:cubicBezTo>
                <a:cubicBezTo>
                  <a:pt x="36" y="244"/>
                  <a:pt x="73" y="237"/>
                  <a:pt x="99" y="251"/>
                </a:cubicBezTo>
                <a:cubicBezTo>
                  <a:pt x="160" y="259"/>
                  <a:pt x="168" y="253"/>
                  <a:pt x="171" y="258"/>
                </a:cubicBezTo>
                <a:cubicBezTo>
                  <a:pt x="221" y="269"/>
                  <a:pt x="227" y="269"/>
                  <a:pt x="230" y="272"/>
                </a:cubicBezTo>
                <a:cubicBezTo>
                  <a:pt x="269" y="284"/>
                  <a:pt x="273" y="282"/>
                  <a:pt x="274" y="285"/>
                </a:cubicBezTo>
                <a:cubicBezTo>
                  <a:pt x="324" y="295"/>
                  <a:pt x="325" y="305"/>
                  <a:pt x="332" y="303"/>
                </a:cubicBezTo>
                <a:cubicBezTo>
                  <a:pt x="361" y="321"/>
                  <a:pt x="356" y="321"/>
                  <a:pt x="352" y="318"/>
                </a:cubicBezTo>
                <a:cubicBezTo>
                  <a:pt x="316" y="309"/>
                  <a:pt x="312" y="304"/>
                  <a:pt x="304" y="310"/>
                </a:cubicBezTo>
                <a:cubicBezTo>
                  <a:pt x="260" y="293"/>
                  <a:pt x="249" y="291"/>
                  <a:pt x="240" y="284"/>
                </a:cubicBezTo>
                <a:cubicBezTo>
                  <a:pt x="179" y="278"/>
                  <a:pt x="175" y="277"/>
                  <a:pt x="171" y="276"/>
                </a:cubicBezTo>
                <a:cubicBezTo>
                  <a:pt x="131" y="266"/>
                  <a:pt x="118" y="274"/>
                  <a:pt x="113" y="268"/>
                </a:cubicBezTo>
                <a:cubicBezTo>
                  <a:pt x="79" y="264"/>
                  <a:pt x="73" y="259"/>
                  <a:pt x="65" y="259"/>
                </a:cubicBezTo>
                <a:cubicBezTo>
                  <a:pt x="0" y="260"/>
                  <a:pt x="0" y="260"/>
                  <a:pt x="0" y="260"/>
                </a:cubicBezTo>
                <a:cubicBezTo>
                  <a:pt x="44" y="273"/>
                  <a:pt x="54" y="282"/>
                  <a:pt x="67" y="286"/>
                </a:cubicBezTo>
                <a:cubicBezTo>
                  <a:pt x="111" y="307"/>
                  <a:pt x="127" y="305"/>
                  <a:pt x="137" y="312"/>
                </a:cubicBezTo>
                <a:cubicBezTo>
                  <a:pt x="179" y="324"/>
                  <a:pt x="190" y="319"/>
                  <a:pt x="195" y="323"/>
                </a:cubicBezTo>
                <a:cubicBezTo>
                  <a:pt x="222" y="325"/>
                  <a:pt x="223" y="337"/>
                  <a:pt x="232" y="333"/>
                </a:cubicBezTo>
                <a:cubicBezTo>
                  <a:pt x="292" y="351"/>
                  <a:pt x="302" y="345"/>
                  <a:pt x="305" y="352"/>
                </a:cubicBezTo>
                <a:cubicBezTo>
                  <a:pt x="329" y="363"/>
                  <a:pt x="340" y="358"/>
                  <a:pt x="343" y="367"/>
                </a:cubicBezTo>
                <a:cubicBezTo>
                  <a:pt x="373" y="376"/>
                  <a:pt x="382" y="374"/>
                  <a:pt x="389" y="376"/>
                </a:cubicBezTo>
                <a:cubicBezTo>
                  <a:pt x="406" y="389"/>
                  <a:pt x="413" y="387"/>
                  <a:pt x="416" y="392"/>
                </a:cubicBezTo>
                <a:cubicBezTo>
                  <a:pt x="467" y="419"/>
                  <a:pt x="477" y="429"/>
                  <a:pt x="490" y="432"/>
                </a:cubicBezTo>
                <a:cubicBezTo>
                  <a:pt x="509" y="449"/>
                  <a:pt x="516" y="448"/>
                  <a:pt x="519" y="456"/>
                </a:cubicBezTo>
                <a:cubicBezTo>
                  <a:pt x="469" y="428"/>
                  <a:pt x="454" y="428"/>
                  <a:pt x="443" y="420"/>
                </a:cubicBezTo>
                <a:cubicBezTo>
                  <a:pt x="419" y="407"/>
                  <a:pt x="408" y="412"/>
                  <a:pt x="405" y="405"/>
                </a:cubicBezTo>
                <a:cubicBezTo>
                  <a:pt x="306" y="379"/>
                  <a:pt x="297" y="374"/>
                  <a:pt x="287" y="370"/>
                </a:cubicBezTo>
                <a:cubicBezTo>
                  <a:pt x="211" y="350"/>
                  <a:pt x="203" y="340"/>
                  <a:pt x="190" y="344"/>
                </a:cubicBezTo>
                <a:cubicBezTo>
                  <a:pt x="149" y="329"/>
                  <a:pt x="146" y="328"/>
                  <a:pt x="144" y="325"/>
                </a:cubicBezTo>
                <a:cubicBezTo>
                  <a:pt x="107" y="320"/>
                  <a:pt x="106" y="307"/>
                  <a:pt x="94" y="313"/>
                </a:cubicBezTo>
                <a:cubicBezTo>
                  <a:pt x="53" y="301"/>
                  <a:pt x="49" y="294"/>
                  <a:pt x="42" y="294"/>
                </a:cubicBezTo>
                <a:cubicBezTo>
                  <a:pt x="16" y="282"/>
                  <a:pt x="8" y="278"/>
                  <a:pt x="0" y="273"/>
                </a:cubicBezTo>
                <a:cubicBezTo>
                  <a:pt x="60" y="320"/>
                  <a:pt x="73" y="318"/>
                  <a:pt x="79" y="331"/>
                </a:cubicBezTo>
                <a:close/>
                <a:moveTo>
                  <a:pt x="604" y="502"/>
                </a:moveTo>
                <a:cubicBezTo>
                  <a:pt x="608" y="501"/>
                  <a:pt x="608" y="508"/>
                  <a:pt x="610" y="512"/>
                </a:cubicBezTo>
                <a:cubicBezTo>
                  <a:pt x="603" y="513"/>
                  <a:pt x="601" y="506"/>
                  <a:pt x="604" y="502"/>
                </a:cubicBezTo>
                <a:close/>
                <a:moveTo>
                  <a:pt x="404" y="338"/>
                </a:moveTo>
                <a:cubicBezTo>
                  <a:pt x="406" y="345"/>
                  <a:pt x="395" y="341"/>
                  <a:pt x="395" y="338"/>
                </a:cubicBezTo>
                <a:cubicBezTo>
                  <a:pt x="392" y="333"/>
                  <a:pt x="384" y="339"/>
                  <a:pt x="383" y="329"/>
                </a:cubicBezTo>
                <a:cubicBezTo>
                  <a:pt x="393" y="327"/>
                  <a:pt x="395" y="339"/>
                  <a:pt x="404" y="338"/>
                </a:cubicBezTo>
                <a:close/>
                <a:moveTo>
                  <a:pt x="477" y="412"/>
                </a:moveTo>
                <a:cubicBezTo>
                  <a:pt x="474" y="408"/>
                  <a:pt x="470" y="406"/>
                  <a:pt x="466" y="406"/>
                </a:cubicBezTo>
                <a:cubicBezTo>
                  <a:pt x="452" y="392"/>
                  <a:pt x="445" y="397"/>
                  <a:pt x="445" y="389"/>
                </a:cubicBezTo>
                <a:cubicBezTo>
                  <a:pt x="413" y="374"/>
                  <a:pt x="403" y="373"/>
                  <a:pt x="398" y="364"/>
                </a:cubicBezTo>
                <a:cubicBezTo>
                  <a:pt x="332" y="349"/>
                  <a:pt x="327" y="344"/>
                  <a:pt x="321" y="344"/>
                </a:cubicBezTo>
                <a:cubicBezTo>
                  <a:pt x="277" y="328"/>
                  <a:pt x="268" y="331"/>
                  <a:pt x="263" y="326"/>
                </a:cubicBezTo>
                <a:cubicBezTo>
                  <a:pt x="192" y="308"/>
                  <a:pt x="184" y="312"/>
                  <a:pt x="178" y="308"/>
                </a:cubicBezTo>
                <a:cubicBezTo>
                  <a:pt x="158" y="302"/>
                  <a:pt x="153" y="305"/>
                  <a:pt x="151" y="301"/>
                </a:cubicBezTo>
                <a:cubicBezTo>
                  <a:pt x="61" y="275"/>
                  <a:pt x="60" y="273"/>
                  <a:pt x="57" y="274"/>
                </a:cubicBezTo>
                <a:cubicBezTo>
                  <a:pt x="96" y="277"/>
                  <a:pt x="101" y="280"/>
                  <a:pt x="106" y="282"/>
                </a:cubicBezTo>
                <a:cubicBezTo>
                  <a:pt x="170" y="289"/>
                  <a:pt x="182" y="289"/>
                  <a:pt x="192" y="294"/>
                </a:cubicBezTo>
                <a:cubicBezTo>
                  <a:pt x="250" y="297"/>
                  <a:pt x="250" y="305"/>
                  <a:pt x="256" y="304"/>
                </a:cubicBezTo>
                <a:cubicBezTo>
                  <a:pt x="293" y="316"/>
                  <a:pt x="296" y="316"/>
                  <a:pt x="300" y="317"/>
                </a:cubicBezTo>
                <a:cubicBezTo>
                  <a:pt x="317" y="321"/>
                  <a:pt x="319" y="322"/>
                  <a:pt x="320" y="323"/>
                </a:cubicBezTo>
                <a:cubicBezTo>
                  <a:pt x="363" y="337"/>
                  <a:pt x="369" y="340"/>
                  <a:pt x="375" y="341"/>
                </a:cubicBezTo>
                <a:cubicBezTo>
                  <a:pt x="408" y="364"/>
                  <a:pt x="416" y="361"/>
                  <a:pt x="421" y="363"/>
                </a:cubicBezTo>
                <a:cubicBezTo>
                  <a:pt x="473" y="405"/>
                  <a:pt x="479" y="400"/>
                  <a:pt x="481" y="404"/>
                </a:cubicBezTo>
                <a:close/>
                <a:moveTo>
                  <a:pt x="574" y="496"/>
                </a:moveTo>
                <a:cubicBezTo>
                  <a:pt x="568" y="500"/>
                  <a:pt x="567" y="492"/>
                  <a:pt x="563" y="490"/>
                </a:cubicBezTo>
                <a:cubicBezTo>
                  <a:pt x="562" y="485"/>
                  <a:pt x="555" y="489"/>
                  <a:pt x="554" y="481"/>
                </a:cubicBezTo>
                <a:cubicBezTo>
                  <a:pt x="561" y="486"/>
                  <a:pt x="571" y="485"/>
                  <a:pt x="574" y="496"/>
                </a:cubicBezTo>
                <a:close/>
                <a:moveTo>
                  <a:pt x="103" y="329"/>
                </a:moveTo>
                <a:cubicBezTo>
                  <a:pt x="109" y="325"/>
                  <a:pt x="110" y="333"/>
                  <a:pt x="115" y="331"/>
                </a:cubicBezTo>
                <a:cubicBezTo>
                  <a:pt x="171" y="348"/>
                  <a:pt x="180" y="348"/>
                  <a:pt x="187" y="354"/>
                </a:cubicBezTo>
                <a:cubicBezTo>
                  <a:pt x="252" y="368"/>
                  <a:pt x="264" y="379"/>
                  <a:pt x="281" y="381"/>
                </a:cubicBezTo>
                <a:cubicBezTo>
                  <a:pt x="354" y="410"/>
                  <a:pt x="361" y="404"/>
                  <a:pt x="363" y="409"/>
                </a:cubicBezTo>
                <a:cubicBezTo>
                  <a:pt x="405" y="413"/>
                  <a:pt x="402" y="428"/>
                  <a:pt x="410" y="421"/>
                </a:cubicBezTo>
                <a:cubicBezTo>
                  <a:pt x="445" y="442"/>
                  <a:pt x="452" y="438"/>
                  <a:pt x="456" y="440"/>
                </a:cubicBezTo>
                <a:cubicBezTo>
                  <a:pt x="488" y="458"/>
                  <a:pt x="495" y="458"/>
                  <a:pt x="498" y="466"/>
                </a:cubicBezTo>
                <a:cubicBezTo>
                  <a:pt x="561" y="506"/>
                  <a:pt x="568" y="512"/>
                  <a:pt x="575" y="517"/>
                </a:cubicBezTo>
                <a:cubicBezTo>
                  <a:pt x="558" y="513"/>
                  <a:pt x="551" y="516"/>
                  <a:pt x="549" y="510"/>
                </a:cubicBezTo>
                <a:cubicBezTo>
                  <a:pt x="513" y="494"/>
                  <a:pt x="503" y="492"/>
                  <a:pt x="493" y="489"/>
                </a:cubicBezTo>
                <a:cubicBezTo>
                  <a:pt x="404" y="458"/>
                  <a:pt x="396" y="460"/>
                  <a:pt x="391" y="458"/>
                </a:cubicBezTo>
                <a:cubicBezTo>
                  <a:pt x="326" y="439"/>
                  <a:pt x="303" y="432"/>
                  <a:pt x="282" y="420"/>
                </a:cubicBezTo>
                <a:cubicBezTo>
                  <a:pt x="227" y="398"/>
                  <a:pt x="222" y="396"/>
                  <a:pt x="216" y="396"/>
                </a:cubicBezTo>
                <a:cubicBezTo>
                  <a:pt x="173" y="374"/>
                  <a:pt x="170" y="375"/>
                  <a:pt x="166" y="375"/>
                </a:cubicBezTo>
                <a:cubicBezTo>
                  <a:pt x="119" y="342"/>
                  <a:pt x="112" y="342"/>
                  <a:pt x="106" y="340"/>
                </a:cubicBezTo>
                <a:close/>
                <a:moveTo>
                  <a:pt x="3826" y="1984"/>
                </a:moveTo>
                <a:cubicBezTo>
                  <a:pt x="3826" y="1988"/>
                  <a:pt x="3827" y="1993"/>
                  <a:pt x="3819" y="1999"/>
                </a:cubicBezTo>
                <a:cubicBezTo>
                  <a:pt x="3821" y="2007"/>
                  <a:pt x="3806" y="2010"/>
                  <a:pt x="3810" y="2018"/>
                </a:cubicBezTo>
                <a:cubicBezTo>
                  <a:pt x="3803" y="2023"/>
                  <a:pt x="3802" y="2030"/>
                  <a:pt x="3797" y="2036"/>
                </a:cubicBezTo>
                <a:cubicBezTo>
                  <a:pt x="3779" y="2061"/>
                  <a:pt x="3766" y="2086"/>
                  <a:pt x="3744" y="2110"/>
                </a:cubicBezTo>
                <a:cubicBezTo>
                  <a:pt x="3742" y="2117"/>
                  <a:pt x="3735" y="2123"/>
                  <a:pt x="3729" y="2130"/>
                </a:cubicBezTo>
                <a:cubicBezTo>
                  <a:pt x="3727" y="2136"/>
                  <a:pt x="3717" y="2141"/>
                  <a:pt x="3716" y="2148"/>
                </a:cubicBezTo>
                <a:cubicBezTo>
                  <a:pt x="3711" y="2152"/>
                  <a:pt x="3707" y="2156"/>
                  <a:pt x="3703" y="2161"/>
                </a:cubicBezTo>
                <a:cubicBezTo>
                  <a:pt x="3713" y="2161"/>
                  <a:pt x="3713" y="2161"/>
                  <a:pt x="3713" y="2161"/>
                </a:cubicBezTo>
                <a:cubicBezTo>
                  <a:pt x="3720" y="2153"/>
                  <a:pt x="3727" y="2145"/>
                  <a:pt x="3734" y="2137"/>
                </a:cubicBezTo>
                <a:cubicBezTo>
                  <a:pt x="3735" y="2132"/>
                  <a:pt x="3741" y="2129"/>
                  <a:pt x="3743" y="2124"/>
                </a:cubicBezTo>
                <a:cubicBezTo>
                  <a:pt x="3746" y="2120"/>
                  <a:pt x="3752" y="2117"/>
                  <a:pt x="3752" y="2112"/>
                </a:cubicBezTo>
                <a:cubicBezTo>
                  <a:pt x="3762" y="2104"/>
                  <a:pt x="3768" y="2096"/>
                  <a:pt x="3771" y="2087"/>
                </a:cubicBezTo>
                <a:cubicBezTo>
                  <a:pt x="3797" y="2054"/>
                  <a:pt x="3817" y="2020"/>
                  <a:pt x="3838" y="1987"/>
                </a:cubicBezTo>
                <a:cubicBezTo>
                  <a:pt x="3839" y="1985"/>
                  <a:pt x="3840" y="1983"/>
                  <a:pt x="3840" y="1982"/>
                </a:cubicBezTo>
                <a:cubicBezTo>
                  <a:pt x="3840" y="1963"/>
                  <a:pt x="3840" y="1963"/>
                  <a:pt x="3840" y="1963"/>
                </a:cubicBezTo>
                <a:cubicBezTo>
                  <a:pt x="3837" y="1969"/>
                  <a:pt x="3834" y="1975"/>
                  <a:pt x="3831" y="1981"/>
                </a:cubicBezTo>
                <a:cubicBezTo>
                  <a:pt x="3831" y="1982"/>
                  <a:pt x="3826" y="1983"/>
                  <a:pt x="3826" y="1984"/>
                </a:cubicBezTo>
                <a:close/>
                <a:moveTo>
                  <a:pt x="3810" y="1936"/>
                </a:moveTo>
                <a:cubicBezTo>
                  <a:pt x="3798" y="1951"/>
                  <a:pt x="3791" y="1968"/>
                  <a:pt x="3782" y="1984"/>
                </a:cubicBezTo>
                <a:cubicBezTo>
                  <a:pt x="3772" y="2000"/>
                  <a:pt x="3766" y="2017"/>
                  <a:pt x="3758" y="2033"/>
                </a:cubicBezTo>
                <a:cubicBezTo>
                  <a:pt x="3749" y="2044"/>
                  <a:pt x="3744" y="2055"/>
                  <a:pt x="3738" y="2066"/>
                </a:cubicBezTo>
                <a:cubicBezTo>
                  <a:pt x="3734" y="2078"/>
                  <a:pt x="3725" y="2089"/>
                  <a:pt x="3721" y="2100"/>
                </a:cubicBezTo>
                <a:cubicBezTo>
                  <a:pt x="3715" y="2112"/>
                  <a:pt x="3706" y="2122"/>
                  <a:pt x="3705" y="2134"/>
                </a:cubicBezTo>
                <a:cubicBezTo>
                  <a:pt x="3697" y="2139"/>
                  <a:pt x="3694" y="2144"/>
                  <a:pt x="3695" y="2151"/>
                </a:cubicBezTo>
                <a:cubicBezTo>
                  <a:pt x="3688" y="2153"/>
                  <a:pt x="3686" y="2157"/>
                  <a:pt x="3684" y="2161"/>
                </a:cubicBezTo>
                <a:cubicBezTo>
                  <a:pt x="3697" y="2161"/>
                  <a:pt x="3697" y="2161"/>
                  <a:pt x="3697" y="2161"/>
                </a:cubicBezTo>
                <a:cubicBezTo>
                  <a:pt x="3704" y="2154"/>
                  <a:pt x="3710" y="2146"/>
                  <a:pt x="3710" y="2138"/>
                </a:cubicBezTo>
                <a:cubicBezTo>
                  <a:pt x="3722" y="2132"/>
                  <a:pt x="3719" y="2123"/>
                  <a:pt x="3724" y="2116"/>
                </a:cubicBezTo>
                <a:cubicBezTo>
                  <a:pt x="3729" y="2109"/>
                  <a:pt x="3730" y="2102"/>
                  <a:pt x="3735" y="2095"/>
                </a:cubicBezTo>
                <a:cubicBezTo>
                  <a:pt x="3737" y="2087"/>
                  <a:pt x="3745" y="2081"/>
                  <a:pt x="3749" y="2073"/>
                </a:cubicBezTo>
                <a:cubicBezTo>
                  <a:pt x="3747" y="2064"/>
                  <a:pt x="3759" y="2059"/>
                  <a:pt x="3758" y="2050"/>
                </a:cubicBezTo>
                <a:cubicBezTo>
                  <a:pt x="3767" y="2044"/>
                  <a:pt x="3765" y="2035"/>
                  <a:pt x="3772" y="2028"/>
                </a:cubicBezTo>
                <a:cubicBezTo>
                  <a:pt x="3774" y="2021"/>
                  <a:pt x="3781" y="2015"/>
                  <a:pt x="3783" y="2007"/>
                </a:cubicBezTo>
                <a:cubicBezTo>
                  <a:pt x="3788" y="1992"/>
                  <a:pt x="3797" y="1977"/>
                  <a:pt x="3806" y="1962"/>
                </a:cubicBezTo>
                <a:cubicBezTo>
                  <a:pt x="3800" y="1957"/>
                  <a:pt x="3819" y="1957"/>
                  <a:pt x="3813" y="1951"/>
                </a:cubicBezTo>
                <a:cubicBezTo>
                  <a:pt x="3816" y="1948"/>
                  <a:pt x="3817" y="1944"/>
                  <a:pt x="3820" y="1940"/>
                </a:cubicBezTo>
                <a:cubicBezTo>
                  <a:pt x="3821" y="1933"/>
                  <a:pt x="3828" y="1927"/>
                  <a:pt x="3831" y="1920"/>
                </a:cubicBezTo>
                <a:cubicBezTo>
                  <a:pt x="3832" y="1914"/>
                  <a:pt x="3837" y="1910"/>
                  <a:pt x="3840" y="1905"/>
                </a:cubicBezTo>
                <a:cubicBezTo>
                  <a:pt x="3840" y="1885"/>
                  <a:pt x="3840" y="1885"/>
                  <a:pt x="3840" y="1885"/>
                </a:cubicBezTo>
                <a:cubicBezTo>
                  <a:pt x="3840" y="1886"/>
                  <a:pt x="3839" y="1887"/>
                  <a:pt x="3838" y="1888"/>
                </a:cubicBezTo>
                <a:cubicBezTo>
                  <a:pt x="3828" y="1904"/>
                  <a:pt x="3816" y="1919"/>
                  <a:pt x="3810" y="1936"/>
                </a:cubicBezTo>
                <a:close/>
                <a:moveTo>
                  <a:pt x="3827" y="853"/>
                </a:moveTo>
                <a:cubicBezTo>
                  <a:pt x="3813" y="863"/>
                  <a:pt x="3798" y="861"/>
                  <a:pt x="3784" y="868"/>
                </a:cubicBezTo>
                <a:cubicBezTo>
                  <a:pt x="3747" y="873"/>
                  <a:pt x="3744" y="883"/>
                  <a:pt x="3740" y="882"/>
                </a:cubicBezTo>
                <a:cubicBezTo>
                  <a:pt x="3688" y="888"/>
                  <a:pt x="3681" y="898"/>
                  <a:pt x="3674" y="897"/>
                </a:cubicBezTo>
                <a:cubicBezTo>
                  <a:pt x="3645" y="906"/>
                  <a:pt x="3638" y="910"/>
                  <a:pt x="3630" y="912"/>
                </a:cubicBezTo>
                <a:cubicBezTo>
                  <a:pt x="3580" y="930"/>
                  <a:pt x="3573" y="940"/>
                  <a:pt x="3566" y="939"/>
                </a:cubicBezTo>
                <a:cubicBezTo>
                  <a:pt x="3521" y="966"/>
                  <a:pt x="3517" y="968"/>
                  <a:pt x="3514" y="969"/>
                </a:cubicBezTo>
                <a:cubicBezTo>
                  <a:pt x="3487" y="983"/>
                  <a:pt x="3484" y="993"/>
                  <a:pt x="3480" y="990"/>
                </a:cubicBezTo>
                <a:cubicBezTo>
                  <a:pt x="3470" y="1008"/>
                  <a:pt x="3482" y="995"/>
                  <a:pt x="3495" y="994"/>
                </a:cubicBezTo>
                <a:cubicBezTo>
                  <a:pt x="3557" y="953"/>
                  <a:pt x="3583" y="947"/>
                  <a:pt x="3608" y="931"/>
                </a:cubicBezTo>
                <a:cubicBezTo>
                  <a:pt x="3710" y="900"/>
                  <a:pt x="3716" y="894"/>
                  <a:pt x="3723" y="895"/>
                </a:cubicBezTo>
                <a:cubicBezTo>
                  <a:pt x="3788" y="882"/>
                  <a:pt x="3794" y="872"/>
                  <a:pt x="3801" y="873"/>
                </a:cubicBezTo>
                <a:cubicBezTo>
                  <a:pt x="3827" y="863"/>
                  <a:pt x="3834" y="869"/>
                  <a:pt x="3840" y="864"/>
                </a:cubicBezTo>
                <a:close/>
                <a:moveTo>
                  <a:pt x="2555" y="2043"/>
                </a:moveTo>
                <a:cubicBezTo>
                  <a:pt x="2556" y="2071"/>
                  <a:pt x="2547" y="2096"/>
                  <a:pt x="2551" y="2126"/>
                </a:cubicBezTo>
                <a:cubicBezTo>
                  <a:pt x="2546" y="2133"/>
                  <a:pt x="2544" y="2141"/>
                  <a:pt x="2543" y="2149"/>
                </a:cubicBezTo>
                <a:cubicBezTo>
                  <a:pt x="2536" y="2151"/>
                  <a:pt x="2544" y="2158"/>
                  <a:pt x="2539" y="2161"/>
                </a:cubicBezTo>
                <a:cubicBezTo>
                  <a:pt x="2554" y="2161"/>
                  <a:pt x="2554" y="2161"/>
                  <a:pt x="2554" y="2161"/>
                </a:cubicBezTo>
                <a:cubicBezTo>
                  <a:pt x="2553" y="2158"/>
                  <a:pt x="2552" y="2155"/>
                  <a:pt x="2551" y="2152"/>
                </a:cubicBezTo>
                <a:cubicBezTo>
                  <a:pt x="2560" y="2136"/>
                  <a:pt x="2553" y="2115"/>
                  <a:pt x="2560" y="2099"/>
                </a:cubicBezTo>
                <a:cubicBezTo>
                  <a:pt x="2555" y="2087"/>
                  <a:pt x="2564" y="2081"/>
                  <a:pt x="2559" y="2070"/>
                </a:cubicBezTo>
                <a:cubicBezTo>
                  <a:pt x="2561" y="2066"/>
                  <a:pt x="2561" y="2061"/>
                  <a:pt x="2562" y="2056"/>
                </a:cubicBezTo>
                <a:cubicBezTo>
                  <a:pt x="2558" y="2052"/>
                  <a:pt x="2564" y="2041"/>
                  <a:pt x="2555" y="2043"/>
                </a:cubicBezTo>
                <a:close/>
                <a:moveTo>
                  <a:pt x="3812" y="907"/>
                </a:moveTo>
                <a:cubicBezTo>
                  <a:pt x="3803" y="905"/>
                  <a:pt x="3794" y="910"/>
                  <a:pt x="3786" y="913"/>
                </a:cubicBezTo>
                <a:cubicBezTo>
                  <a:pt x="3729" y="928"/>
                  <a:pt x="3724" y="926"/>
                  <a:pt x="3720" y="932"/>
                </a:cubicBezTo>
                <a:cubicBezTo>
                  <a:pt x="3672" y="946"/>
                  <a:pt x="3662" y="944"/>
                  <a:pt x="3654" y="952"/>
                </a:cubicBezTo>
                <a:cubicBezTo>
                  <a:pt x="3593" y="974"/>
                  <a:pt x="3584" y="976"/>
                  <a:pt x="3576" y="983"/>
                </a:cubicBezTo>
                <a:cubicBezTo>
                  <a:pt x="3533" y="993"/>
                  <a:pt x="3529" y="999"/>
                  <a:pt x="3525" y="1003"/>
                </a:cubicBezTo>
                <a:cubicBezTo>
                  <a:pt x="3481" y="1019"/>
                  <a:pt x="3477" y="1025"/>
                  <a:pt x="3472" y="1024"/>
                </a:cubicBezTo>
                <a:cubicBezTo>
                  <a:pt x="3392" y="1085"/>
                  <a:pt x="3391" y="1089"/>
                  <a:pt x="3391" y="1094"/>
                </a:cubicBezTo>
                <a:cubicBezTo>
                  <a:pt x="3389" y="1100"/>
                  <a:pt x="3391" y="1098"/>
                  <a:pt x="3393" y="1095"/>
                </a:cubicBezTo>
                <a:cubicBezTo>
                  <a:pt x="3476" y="1037"/>
                  <a:pt x="3483" y="1026"/>
                  <a:pt x="3491" y="1028"/>
                </a:cubicBezTo>
                <a:cubicBezTo>
                  <a:pt x="3531" y="1015"/>
                  <a:pt x="3534" y="1006"/>
                  <a:pt x="3538" y="1009"/>
                </a:cubicBezTo>
                <a:cubicBezTo>
                  <a:pt x="3595" y="988"/>
                  <a:pt x="3603" y="981"/>
                  <a:pt x="3611" y="980"/>
                </a:cubicBezTo>
                <a:cubicBezTo>
                  <a:pt x="3651" y="964"/>
                  <a:pt x="3655" y="958"/>
                  <a:pt x="3659" y="955"/>
                </a:cubicBezTo>
                <a:cubicBezTo>
                  <a:pt x="3690" y="953"/>
                  <a:pt x="3697" y="945"/>
                  <a:pt x="3706" y="947"/>
                </a:cubicBezTo>
                <a:cubicBezTo>
                  <a:pt x="3744" y="927"/>
                  <a:pt x="3750" y="943"/>
                  <a:pt x="3753" y="932"/>
                </a:cubicBezTo>
                <a:cubicBezTo>
                  <a:pt x="3783" y="923"/>
                  <a:pt x="3792" y="925"/>
                  <a:pt x="3799" y="919"/>
                </a:cubicBezTo>
                <a:cubicBezTo>
                  <a:pt x="3840" y="899"/>
                  <a:pt x="3840" y="899"/>
                  <a:pt x="3840" y="899"/>
                </a:cubicBezTo>
                <a:close/>
                <a:moveTo>
                  <a:pt x="18" y="991"/>
                </a:moveTo>
                <a:cubicBezTo>
                  <a:pt x="19" y="988"/>
                  <a:pt x="21" y="987"/>
                  <a:pt x="24" y="985"/>
                </a:cubicBezTo>
                <a:cubicBezTo>
                  <a:pt x="41" y="954"/>
                  <a:pt x="52" y="950"/>
                  <a:pt x="55" y="938"/>
                </a:cubicBezTo>
                <a:cubicBezTo>
                  <a:pt x="77" y="912"/>
                  <a:pt x="76" y="910"/>
                  <a:pt x="77" y="909"/>
                </a:cubicBezTo>
                <a:cubicBezTo>
                  <a:pt x="85" y="893"/>
                  <a:pt x="91" y="890"/>
                  <a:pt x="94" y="885"/>
                </a:cubicBezTo>
                <a:cubicBezTo>
                  <a:pt x="117" y="847"/>
                  <a:pt x="125" y="839"/>
                  <a:pt x="127" y="826"/>
                </a:cubicBezTo>
                <a:cubicBezTo>
                  <a:pt x="144" y="805"/>
                  <a:pt x="143" y="800"/>
                  <a:pt x="147" y="800"/>
                </a:cubicBezTo>
                <a:cubicBezTo>
                  <a:pt x="208" y="707"/>
                  <a:pt x="208" y="692"/>
                  <a:pt x="219" y="688"/>
                </a:cubicBezTo>
                <a:cubicBezTo>
                  <a:pt x="270" y="630"/>
                  <a:pt x="278" y="623"/>
                  <a:pt x="284" y="613"/>
                </a:cubicBezTo>
                <a:cubicBezTo>
                  <a:pt x="313" y="588"/>
                  <a:pt x="318" y="585"/>
                  <a:pt x="321" y="581"/>
                </a:cubicBezTo>
                <a:cubicBezTo>
                  <a:pt x="347" y="553"/>
                  <a:pt x="359" y="556"/>
                  <a:pt x="361" y="551"/>
                </a:cubicBezTo>
                <a:cubicBezTo>
                  <a:pt x="311" y="579"/>
                  <a:pt x="302" y="591"/>
                  <a:pt x="289" y="599"/>
                </a:cubicBezTo>
                <a:cubicBezTo>
                  <a:pt x="258" y="633"/>
                  <a:pt x="251" y="631"/>
                  <a:pt x="253" y="637"/>
                </a:cubicBezTo>
                <a:cubicBezTo>
                  <a:pt x="226" y="662"/>
                  <a:pt x="224" y="664"/>
                  <a:pt x="219" y="664"/>
                </a:cubicBezTo>
                <a:cubicBezTo>
                  <a:pt x="196" y="698"/>
                  <a:pt x="191" y="703"/>
                  <a:pt x="188" y="709"/>
                </a:cubicBezTo>
                <a:cubicBezTo>
                  <a:pt x="146" y="779"/>
                  <a:pt x="135" y="788"/>
                  <a:pt x="132" y="806"/>
                </a:cubicBezTo>
                <a:cubicBezTo>
                  <a:pt x="97" y="854"/>
                  <a:pt x="91" y="860"/>
                  <a:pt x="88" y="868"/>
                </a:cubicBezTo>
                <a:cubicBezTo>
                  <a:pt x="70" y="899"/>
                  <a:pt x="64" y="905"/>
                  <a:pt x="60" y="912"/>
                </a:cubicBezTo>
                <a:cubicBezTo>
                  <a:pt x="43" y="944"/>
                  <a:pt x="31" y="945"/>
                  <a:pt x="29" y="953"/>
                </a:cubicBezTo>
                <a:cubicBezTo>
                  <a:pt x="9" y="980"/>
                  <a:pt x="5" y="985"/>
                  <a:pt x="0" y="989"/>
                </a:cubicBezTo>
                <a:cubicBezTo>
                  <a:pt x="14" y="1002"/>
                  <a:pt x="13" y="994"/>
                  <a:pt x="18" y="991"/>
                </a:cubicBezTo>
                <a:close/>
                <a:moveTo>
                  <a:pt x="3610" y="40"/>
                </a:moveTo>
                <a:cubicBezTo>
                  <a:pt x="3615" y="31"/>
                  <a:pt x="3617" y="22"/>
                  <a:pt x="3618" y="15"/>
                </a:cubicBezTo>
                <a:cubicBezTo>
                  <a:pt x="3619" y="9"/>
                  <a:pt x="3616" y="6"/>
                  <a:pt x="3616" y="1"/>
                </a:cubicBezTo>
                <a:cubicBezTo>
                  <a:pt x="3612" y="1"/>
                  <a:pt x="3612" y="1"/>
                  <a:pt x="3612" y="1"/>
                </a:cubicBezTo>
                <a:cubicBezTo>
                  <a:pt x="3612" y="10"/>
                  <a:pt x="3612" y="19"/>
                  <a:pt x="3612" y="28"/>
                </a:cubicBezTo>
                <a:cubicBezTo>
                  <a:pt x="3611" y="32"/>
                  <a:pt x="3607" y="38"/>
                  <a:pt x="3610" y="40"/>
                </a:cubicBezTo>
                <a:close/>
                <a:moveTo>
                  <a:pt x="19" y="916"/>
                </a:moveTo>
                <a:cubicBezTo>
                  <a:pt x="19" y="903"/>
                  <a:pt x="26" y="898"/>
                  <a:pt x="30" y="890"/>
                </a:cubicBezTo>
                <a:cubicBezTo>
                  <a:pt x="76" y="798"/>
                  <a:pt x="87" y="794"/>
                  <a:pt x="88" y="781"/>
                </a:cubicBezTo>
                <a:cubicBezTo>
                  <a:pt x="108" y="743"/>
                  <a:pt x="114" y="734"/>
                  <a:pt x="122" y="728"/>
                </a:cubicBezTo>
                <a:cubicBezTo>
                  <a:pt x="159" y="672"/>
                  <a:pt x="164" y="670"/>
                  <a:pt x="166" y="666"/>
                </a:cubicBezTo>
                <a:cubicBezTo>
                  <a:pt x="223" y="605"/>
                  <a:pt x="228" y="603"/>
                  <a:pt x="232" y="600"/>
                </a:cubicBezTo>
                <a:cubicBezTo>
                  <a:pt x="247" y="569"/>
                  <a:pt x="246" y="586"/>
                  <a:pt x="228" y="589"/>
                </a:cubicBezTo>
                <a:cubicBezTo>
                  <a:pt x="207" y="610"/>
                  <a:pt x="209" y="617"/>
                  <a:pt x="203" y="615"/>
                </a:cubicBezTo>
                <a:cubicBezTo>
                  <a:pt x="173" y="649"/>
                  <a:pt x="165" y="650"/>
                  <a:pt x="163" y="657"/>
                </a:cubicBezTo>
                <a:cubicBezTo>
                  <a:pt x="144" y="680"/>
                  <a:pt x="141" y="682"/>
                  <a:pt x="138" y="684"/>
                </a:cubicBezTo>
                <a:cubicBezTo>
                  <a:pt x="99" y="747"/>
                  <a:pt x="91" y="751"/>
                  <a:pt x="91" y="760"/>
                </a:cubicBezTo>
                <a:cubicBezTo>
                  <a:pt x="66" y="804"/>
                  <a:pt x="62" y="805"/>
                  <a:pt x="63" y="810"/>
                </a:cubicBezTo>
                <a:cubicBezTo>
                  <a:pt x="19" y="878"/>
                  <a:pt x="9" y="898"/>
                  <a:pt x="0" y="918"/>
                </a:cubicBezTo>
                <a:cubicBezTo>
                  <a:pt x="9" y="931"/>
                  <a:pt x="10" y="920"/>
                  <a:pt x="19" y="916"/>
                </a:cubicBezTo>
                <a:close/>
                <a:moveTo>
                  <a:pt x="101" y="952"/>
                </a:moveTo>
                <a:cubicBezTo>
                  <a:pt x="107" y="933"/>
                  <a:pt x="124" y="926"/>
                  <a:pt x="129" y="907"/>
                </a:cubicBezTo>
                <a:cubicBezTo>
                  <a:pt x="153" y="887"/>
                  <a:pt x="154" y="883"/>
                  <a:pt x="155" y="878"/>
                </a:cubicBezTo>
                <a:cubicBezTo>
                  <a:pt x="186" y="849"/>
                  <a:pt x="185" y="838"/>
                  <a:pt x="197" y="839"/>
                </a:cubicBezTo>
                <a:cubicBezTo>
                  <a:pt x="226" y="799"/>
                  <a:pt x="231" y="800"/>
                  <a:pt x="234" y="797"/>
                </a:cubicBezTo>
                <a:cubicBezTo>
                  <a:pt x="261" y="768"/>
                  <a:pt x="267" y="763"/>
                  <a:pt x="273" y="759"/>
                </a:cubicBezTo>
                <a:cubicBezTo>
                  <a:pt x="334" y="706"/>
                  <a:pt x="348" y="698"/>
                  <a:pt x="358" y="687"/>
                </a:cubicBezTo>
                <a:cubicBezTo>
                  <a:pt x="387" y="672"/>
                  <a:pt x="392" y="667"/>
                  <a:pt x="398" y="663"/>
                </a:cubicBezTo>
                <a:cubicBezTo>
                  <a:pt x="445" y="635"/>
                  <a:pt x="453" y="633"/>
                  <a:pt x="458" y="629"/>
                </a:cubicBezTo>
                <a:cubicBezTo>
                  <a:pt x="471" y="618"/>
                  <a:pt x="463" y="619"/>
                  <a:pt x="458" y="623"/>
                </a:cubicBezTo>
                <a:cubicBezTo>
                  <a:pt x="388" y="656"/>
                  <a:pt x="381" y="668"/>
                  <a:pt x="367" y="672"/>
                </a:cubicBezTo>
                <a:cubicBezTo>
                  <a:pt x="297" y="725"/>
                  <a:pt x="290" y="728"/>
                  <a:pt x="284" y="732"/>
                </a:cubicBezTo>
                <a:cubicBezTo>
                  <a:pt x="256" y="751"/>
                  <a:pt x="251" y="765"/>
                  <a:pt x="239" y="771"/>
                </a:cubicBezTo>
                <a:cubicBezTo>
                  <a:pt x="216" y="797"/>
                  <a:pt x="214" y="800"/>
                  <a:pt x="211" y="801"/>
                </a:cubicBezTo>
                <a:cubicBezTo>
                  <a:pt x="180" y="835"/>
                  <a:pt x="174" y="839"/>
                  <a:pt x="168" y="843"/>
                </a:cubicBezTo>
                <a:cubicBezTo>
                  <a:pt x="151" y="871"/>
                  <a:pt x="144" y="869"/>
                  <a:pt x="146" y="875"/>
                </a:cubicBezTo>
                <a:cubicBezTo>
                  <a:pt x="128" y="897"/>
                  <a:pt x="124" y="895"/>
                  <a:pt x="123" y="896"/>
                </a:cubicBezTo>
                <a:cubicBezTo>
                  <a:pt x="104" y="928"/>
                  <a:pt x="98" y="932"/>
                  <a:pt x="92" y="934"/>
                </a:cubicBezTo>
                <a:cubicBezTo>
                  <a:pt x="62" y="972"/>
                  <a:pt x="61" y="980"/>
                  <a:pt x="53" y="982"/>
                </a:cubicBezTo>
                <a:cubicBezTo>
                  <a:pt x="19" y="1020"/>
                  <a:pt x="10" y="1027"/>
                  <a:pt x="0" y="1035"/>
                </a:cubicBezTo>
                <a:cubicBezTo>
                  <a:pt x="55" y="1004"/>
                  <a:pt x="76" y="975"/>
                  <a:pt x="101" y="952"/>
                </a:cubicBezTo>
                <a:close/>
                <a:moveTo>
                  <a:pt x="26" y="733"/>
                </a:moveTo>
                <a:cubicBezTo>
                  <a:pt x="36" y="726"/>
                  <a:pt x="41" y="714"/>
                  <a:pt x="46" y="701"/>
                </a:cubicBezTo>
                <a:cubicBezTo>
                  <a:pt x="50" y="697"/>
                  <a:pt x="53" y="691"/>
                  <a:pt x="54" y="683"/>
                </a:cubicBezTo>
                <a:cubicBezTo>
                  <a:pt x="60" y="679"/>
                  <a:pt x="63" y="673"/>
                  <a:pt x="65" y="665"/>
                </a:cubicBezTo>
                <a:cubicBezTo>
                  <a:pt x="74" y="657"/>
                  <a:pt x="79" y="645"/>
                  <a:pt x="87" y="636"/>
                </a:cubicBezTo>
                <a:cubicBezTo>
                  <a:pt x="87" y="632"/>
                  <a:pt x="92" y="633"/>
                  <a:pt x="93" y="630"/>
                </a:cubicBezTo>
                <a:cubicBezTo>
                  <a:pt x="93" y="625"/>
                  <a:pt x="95" y="622"/>
                  <a:pt x="99" y="621"/>
                </a:cubicBezTo>
                <a:cubicBezTo>
                  <a:pt x="99" y="617"/>
                  <a:pt x="103" y="616"/>
                  <a:pt x="104" y="612"/>
                </a:cubicBezTo>
                <a:cubicBezTo>
                  <a:pt x="104" y="608"/>
                  <a:pt x="112" y="610"/>
                  <a:pt x="110" y="603"/>
                </a:cubicBezTo>
                <a:cubicBezTo>
                  <a:pt x="118" y="594"/>
                  <a:pt x="125" y="584"/>
                  <a:pt x="135" y="577"/>
                </a:cubicBezTo>
                <a:cubicBezTo>
                  <a:pt x="137" y="570"/>
                  <a:pt x="145" y="569"/>
                  <a:pt x="146" y="562"/>
                </a:cubicBezTo>
                <a:cubicBezTo>
                  <a:pt x="155" y="560"/>
                  <a:pt x="153" y="549"/>
                  <a:pt x="161" y="547"/>
                </a:cubicBezTo>
                <a:cubicBezTo>
                  <a:pt x="169" y="543"/>
                  <a:pt x="171" y="533"/>
                  <a:pt x="183" y="532"/>
                </a:cubicBezTo>
                <a:cubicBezTo>
                  <a:pt x="185" y="528"/>
                  <a:pt x="188" y="525"/>
                  <a:pt x="192" y="523"/>
                </a:cubicBezTo>
                <a:cubicBezTo>
                  <a:pt x="191" y="519"/>
                  <a:pt x="203" y="514"/>
                  <a:pt x="194" y="511"/>
                </a:cubicBezTo>
                <a:cubicBezTo>
                  <a:pt x="194" y="517"/>
                  <a:pt x="185" y="513"/>
                  <a:pt x="183" y="517"/>
                </a:cubicBezTo>
                <a:cubicBezTo>
                  <a:pt x="180" y="521"/>
                  <a:pt x="175" y="523"/>
                  <a:pt x="175" y="529"/>
                </a:cubicBezTo>
                <a:cubicBezTo>
                  <a:pt x="164" y="532"/>
                  <a:pt x="160" y="541"/>
                  <a:pt x="149" y="544"/>
                </a:cubicBezTo>
                <a:cubicBezTo>
                  <a:pt x="150" y="555"/>
                  <a:pt x="139" y="554"/>
                  <a:pt x="138" y="562"/>
                </a:cubicBezTo>
                <a:cubicBezTo>
                  <a:pt x="131" y="565"/>
                  <a:pt x="129" y="572"/>
                  <a:pt x="124" y="577"/>
                </a:cubicBezTo>
                <a:cubicBezTo>
                  <a:pt x="117" y="590"/>
                  <a:pt x="102" y="594"/>
                  <a:pt x="98" y="609"/>
                </a:cubicBezTo>
                <a:cubicBezTo>
                  <a:pt x="78" y="628"/>
                  <a:pt x="64" y="652"/>
                  <a:pt x="48" y="675"/>
                </a:cubicBezTo>
                <a:cubicBezTo>
                  <a:pt x="45" y="681"/>
                  <a:pt x="38" y="684"/>
                  <a:pt x="40" y="695"/>
                </a:cubicBezTo>
                <a:cubicBezTo>
                  <a:pt x="33" y="698"/>
                  <a:pt x="29" y="704"/>
                  <a:pt x="28" y="713"/>
                </a:cubicBezTo>
                <a:cubicBezTo>
                  <a:pt x="19" y="723"/>
                  <a:pt x="15" y="737"/>
                  <a:pt x="6" y="748"/>
                </a:cubicBezTo>
                <a:cubicBezTo>
                  <a:pt x="4" y="751"/>
                  <a:pt x="2" y="753"/>
                  <a:pt x="0" y="756"/>
                </a:cubicBezTo>
                <a:cubicBezTo>
                  <a:pt x="0" y="781"/>
                  <a:pt x="0" y="781"/>
                  <a:pt x="0" y="781"/>
                </a:cubicBezTo>
                <a:cubicBezTo>
                  <a:pt x="3" y="777"/>
                  <a:pt x="7" y="775"/>
                  <a:pt x="7" y="768"/>
                </a:cubicBezTo>
                <a:cubicBezTo>
                  <a:pt x="12" y="756"/>
                  <a:pt x="23" y="748"/>
                  <a:pt x="26" y="733"/>
                </a:cubicBezTo>
                <a:close/>
                <a:moveTo>
                  <a:pt x="3187" y="40"/>
                </a:moveTo>
                <a:cubicBezTo>
                  <a:pt x="3188" y="27"/>
                  <a:pt x="3189" y="13"/>
                  <a:pt x="3189" y="1"/>
                </a:cubicBezTo>
                <a:cubicBezTo>
                  <a:pt x="3183" y="1"/>
                  <a:pt x="3183" y="1"/>
                  <a:pt x="3183" y="1"/>
                </a:cubicBezTo>
                <a:cubicBezTo>
                  <a:pt x="3183" y="5"/>
                  <a:pt x="3183" y="9"/>
                  <a:pt x="3183" y="13"/>
                </a:cubicBezTo>
                <a:cubicBezTo>
                  <a:pt x="3181" y="18"/>
                  <a:pt x="3181" y="23"/>
                  <a:pt x="3184" y="26"/>
                </a:cubicBezTo>
                <a:cubicBezTo>
                  <a:pt x="3183" y="31"/>
                  <a:pt x="3180" y="38"/>
                  <a:pt x="3187" y="40"/>
                </a:cubicBezTo>
                <a:close/>
                <a:moveTo>
                  <a:pt x="2732" y="114"/>
                </a:moveTo>
                <a:cubicBezTo>
                  <a:pt x="2734" y="119"/>
                  <a:pt x="2732" y="121"/>
                  <a:pt x="2728" y="123"/>
                </a:cubicBezTo>
                <a:cubicBezTo>
                  <a:pt x="2709" y="162"/>
                  <a:pt x="2703" y="166"/>
                  <a:pt x="2703" y="176"/>
                </a:cubicBezTo>
                <a:cubicBezTo>
                  <a:pt x="2684" y="207"/>
                  <a:pt x="2689" y="215"/>
                  <a:pt x="2685" y="218"/>
                </a:cubicBezTo>
                <a:cubicBezTo>
                  <a:pt x="2667" y="269"/>
                  <a:pt x="2658" y="272"/>
                  <a:pt x="2663" y="284"/>
                </a:cubicBezTo>
                <a:cubicBezTo>
                  <a:pt x="2644" y="335"/>
                  <a:pt x="2647" y="346"/>
                  <a:pt x="2641" y="351"/>
                </a:cubicBezTo>
                <a:cubicBezTo>
                  <a:pt x="2639" y="382"/>
                  <a:pt x="2639" y="386"/>
                  <a:pt x="2637" y="390"/>
                </a:cubicBezTo>
                <a:cubicBezTo>
                  <a:pt x="2637" y="425"/>
                  <a:pt x="2634" y="438"/>
                  <a:pt x="2641" y="437"/>
                </a:cubicBezTo>
                <a:cubicBezTo>
                  <a:pt x="2651" y="364"/>
                  <a:pt x="2648" y="354"/>
                  <a:pt x="2652" y="349"/>
                </a:cubicBezTo>
                <a:cubicBezTo>
                  <a:pt x="2709" y="187"/>
                  <a:pt x="2709" y="180"/>
                  <a:pt x="2715" y="176"/>
                </a:cubicBezTo>
                <a:cubicBezTo>
                  <a:pt x="2743" y="114"/>
                  <a:pt x="2749" y="110"/>
                  <a:pt x="2748" y="102"/>
                </a:cubicBezTo>
                <a:cubicBezTo>
                  <a:pt x="2765" y="72"/>
                  <a:pt x="2767" y="70"/>
                  <a:pt x="2770" y="68"/>
                </a:cubicBezTo>
                <a:cubicBezTo>
                  <a:pt x="2795" y="1"/>
                  <a:pt x="2795" y="1"/>
                  <a:pt x="2795" y="1"/>
                </a:cubicBezTo>
                <a:cubicBezTo>
                  <a:pt x="2777" y="34"/>
                  <a:pt x="2773" y="46"/>
                  <a:pt x="2761" y="52"/>
                </a:cubicBezTo>
                <a:close/>
                <a:moveTo>
                  <a:pt x="2792" y="99"/>
                </a:moveTo>
                <a:cubicBezTo>
                  <a:pt x="2784" y="104"/>
                  <a:pt x="2782" y="114"/>
                  <a:pt x="2778" y="122"/>
                </a:cubicBezTo>
                <a:cubicBezTo>
                  <a:pt x="2752" y="174"/>
                  <a:pt x="2748" y="177"/>
                  <a:pt x="2750" y="184"/>
                </a:cubicBezTo>
                <a:cubicBezTo>
                  <a:pt x="2728" y="230"/>
                  <a:pt x="2720" y="235"/>
                  <a:pt x="2721" y="246"/>
                </a:cubicBezTo>
                <a:cubicBezTo>
                  <a:pt x="2696" y="307"/>
                  <a:pt x="2692" y="315"/>
                  <a:pt x="2692" y="326"/>
                </a:cubicBezTo>
                <a:cubicBezTo>
                  <a:pt x="2671" y="365"/>
                  <a:pt x="2673" y="371"/>
                  <a:pt x="2673" y="377"/>
                </a:cubicBezTo>
                <a:cubicBezTo>
                  <a:pt x="2656" y="421"/>
                  <a:pt x="2658" y="428"/>
                  <a:pt x="2654" y="431"/>
                </a:cubicBezTo>
                <a:cubicBezTo>
                  <a:pt x="2647" y="531"/>
                  <a:pt x="2649" y="535"/>
                  <a:pt x="2652" y="538"/>
                </a:cubicBezTo>
                <a:cubicBezTo>
                  <a:pt x="2656" y="543"/>
                  <a:pt x="2655" y="540"/>
                  <a:pt x="2655" y="537"/>
                </a:cubicBezTo>
                <a:cubicBezTo>
                  <a:pt x="2666" y="437"/>
                  <a:pt x="2662" y="424"/>
                  <a:pt x="2670" y="419"/>
                </a:cubicBezTo>
                <a:cubicBezTo>
                  <a:pt x="2686" y="381"/>
                  <a:pt x="2681" y="373"/>
                  <a:pt x="2687" y="371"/>
                </a:cubicBezTo>
                <a:cubicBezTo>
                  <a:pt x="2709" y="315"/>
                  <a:pt x="2708" y="304"/>
                  <a:pt x="2713" y="298"/>
                </a:cubicBezTo>
                <a:cubicBezTo>
                  <a:pt x="2727" y="257"/>
                  <a:pt x="2726" y="250"/>
                  <a:pt x="2726" y="245"/>
                </a:cubicBezTo>
                <a:cubicBezTo>
                  <a:pt x="2745" y="221"/>
                  <a:pt x="2744" y="210"/>
                  <a:pt x="2751" y="205"/>
                </a:cubicBezTo>
                <a:cubicBezTo>
                  <a:pt x="2762" y="163"/>
                  <a:pt x="2778" y="168"/>
                  <a:pt x="2771" y="159"/>
                </a:cubicBezTo>
                <a:cubicBezTo>
                  <a:pt x="2784" y="131"/>
                  <a:pt x="2792" y="126"/>
                  <a:pt x="2792" y="117"/>
                </a:cubicBezTo>
                <a:cubicBezTo>
                  <a:pt x="2824" y="61"/>
                  <a:pt x="2826" y="58"/>
                  <a:pt x="2827" y="53"/>
                </a:cubicBezTo>
                <a:cubicBezTo>
                  <a:pt x="2852" y="7"/>
                  <a:pt x="2854" y="4"/>
                  <a:pt x="2855" y="1"/>
                </a:cubicBezTo>
                <a:cubicBezTo>
                  <a:pt x="2819" y="29"/>
                  <a:pt x="2828" y="46"/>
                  <a:pt x="2814" y="47"/>
                </a:cubicBezTo>
                <a:close/>
                <a:moveTo>
                  <a:pt x="3206" y="61"/>
                </a:moveTo>
                <a:cubicBezTo>
                  <a:pt x="3210" y="70"/>
                  <a:pt x="3206" y="82"/>
                  <a:pt x="3213" y="89"/>
                </a:cubicBezTo>
                <a:cubicBezTo>
                  <a:pt x="3220" y="70"/>
                  <a:pt x="3208" y="57"/>
                  <a:pt x="3213" y="38"/>
                </a:cubicBezTo>
                <a:cubicBezTo>
                  <a:pt x="3212" y="31"/>
                  <a:pt x="3212" y="23"/>
                  <a:pt x="3214" y="14"/>
                </a:cubicBezTo>
                <a:cubicBezTo>
                  <a:pt x="3218" y="8"/>
                  <a:pt x="3218" y="3"/>
                  <a:pt x="3213" y="1"/>
                </a:cubicBezTo>
                <a:cubicBezTo>
                  <a:pt x="3213" y="1"/>
                  <a:pt x="3214" y="1"/>
                  <a:pt x="3214" y="1"/>
                </a:cubicBezTo>
                <a:cubicBezTo>
                  <a:pt x="3208" y="1"/>
                  <a:pt x="3208" y="1"/>
                  <a:pt x="3208" y="1"/>
                </a:cubicBezTo>
                <a:cubicBezTo>
                  <a:pt x="3210" y="10"/>
                  <a:pt x="3205" y="21"/>
                  <a:pt x="3207" y="30"/>
                </a:cubicBezTo>
                <a:cubicBezTo>
                  <a:pt x="3203" y="42"/>
                  <a:pt x="3208" y="50"/>
                  <a:pt x="3206" y="61"/>
                </a:cubicBezTo>
                <a:close/>
                <a:moveTo>
                  <a:pt x="3548" y="95"/>
                </a:moveTo>
                <a:cubicBezTo>
                  <a:pt x="3562" y="84"/>
                  <a:pt x="3563" y="61"/>
                  <a:pt x="3570" y="45"/>
                </a:cubicBezTo>
                <a:cubicBezTo>
                  <a:pt x="3566" y="37"/>
                  <a:pt x="3574" y="24"/>
                  <a:pt x="3570" y="16"/>
                </a:cubicBezTo>
                <a:cubicBezTo>
                  <a:pt x="3571" y="11"/>
                  <a:pt x="3571" y="6"/>
                  <a:pt x="3571" y="1"/>
                </a:cubicBezTo>
                <a:cubicBezTo>
                  <a:pt x="3561" y="1"/>
                  <a:pt x="3561" y="1"/>
                  <a:pt x="3561" y="1"/>
                </a:cubicBezTo>
                <a:cubicBezTo>
                  <a:pt x="3561" y="3"/>
                  <a:pt x="3561" y="6"/>
                  <a:pt x="3561" y="9"/>
                </a:cubicBezTo>
                <a:cubicBezTo>
                  <a:pt x="3564" y="17"/>
                  <a:pt x="3561" y="28"/>
                  <a:pt x="3561" y="38"/>
                </a:cubicBezTo>
                <a:cubicBezTo>
                  <a:pt x="3562" y="42"/>
                  <a:pt x="3561" y="46"/>
                  <a:pt x="3558" y="52"/>
                </a:cubicBezTo>
                <a:cubicBezTo>
                  <a:pt x="3562" y="56"/>
                  <a:pt x="3552" y="65"/>
                  <a:pt x="3557" y="68"/>
                </a:cubicBezTo>
                <a:cubicBezTo>
                  <a:pt x="3557" y="72"/>
                  <a:pt x="3548" y="80"/>
                  <a:pt x="3554" y="82"/>
                </a:cubicBezTo>
                <a:cubicBezTo>
                  <a:pt x="3552" y="83"/>
                  <a:pt x="3543" y="92"/>
                  <a:pt x="3548" y="95"/>
                </a:cubicBezTo>
                <a:close/>
                <a:moveTo>
                  <a:pt x="76" y="1103"/>
                </a:moveTo>
                <a:cubicBezTo>
                  <a:pt x="81" y="1103"/>
                  <a:pt x="85" y="1103"/>
                  <a:pt x="88" y="1106"/>
                </a:cubicBezTo>
                <a:cubicBezTo>
                  <a:pt x="152" y="1133"/>
                  <a:pt x="158" y="1136"/>
                  <a:pt x="167" y="1136"/>
                </a:cubicBezTo>
                <a:cubicBezTo>
                  <a:pt x="227" y="1170"/>
                  <a:pt x="234" y="1172"/>
                  <a:pt x="240" y="1174"/>
                </a:cubicBezTo>
                <a:cubicBezTo>
                  <a:pt x="321" y="1207"/>
                  <a:pt x="340" y="1214"/>
                  <a:pt x="358" y="1223"/>
                </a:cubicBezTo>
                <a:cubicBezTo>
                  <a:pt x="404" y="1238"/>
                  <a:pt x="411" y="1238"/>
                  <a:pt x="413" y="1242"/>
                </a:cubicBezTo>
                <a:cubicBezTo>
                  <a:pt x="447" y="1249"/>
                  <a:pt x="457" y="1244"/>
                  <a:pt x="457" y="1250"/>
                </a:cubicBezTo>
                <a:cubicBezTo>
                  <a:pt x="517" y="1256"/>
                  <a:pt x="529" y="1259"/>
                  <a:pt x="535" y="1251"/>
                </a:cubicBezTo>
                <a:cubicBezTo>
                  <a:pt x="336" y="1206"/>
                  <a:pt x="322" y="1195"/>
                  <a:pt x="299" y="1193"/>
                </a:cubicBezTo>
                <a:cubicBezTo>
                  <a:pt x="271" y="1176"/>
                  <a:pt x="265" y="1177"/>
                  <a:pt x="266" y="1171"/>
                </a:cubicBezTo>
                <a:cubicBezTo>
                  <a:pt x="194" y="1139"/>
                  <a:pt x="185" y="1135"/>
                  <a:pt x="175" y="1130"/>
                </a:cubicBezTo>
                <a:cubicBezTo>
                  <a:pt x="105" y="1104"/>
                  <a:pt x="108" y="1094"/>
                  <a:pt x="99" y="1097"/>
                </a:cubicBezTo>
                <a:cubicBezTo>
                  <a:pt x="50" y="1083"/>
                  <a:pt x="46" y="1082"/>
                  <a:pt x="44" y="1078"/>
                </a:cubicBezTo>
                <a:cubicBezTo>
                  <a:pt x="93" y="1083"/>
                  <a:pt x="131" y="1095"/>
                  <a:pt x="166" y="1109"/>
                </a:cubicBezTo>
                <a:cubicBezTo>
                  <a:pt x="213" y="1124"/>
                  <a:pt x="213" y="1131"/>
                  <a:pt x="222" y="1128"/>
                </a:cubicBezTo>
                <a:cubicBezTo>
                  <a:pt x="338" y="1176"/>
                  <a:pt x="340" y="1187"/>
                  <a:pt x="354" y="1186"/>
                </a:cubicBezTo>
                <a:cubicBezTo>
                  <a:pt x="440" y="1224"/>
                  <a:pt x="457" y="1219"/>
                  <a:pt x="462" y="1227"/>
                </a:cubicBezTo>
                <a:cubicBezTo>
                  <a:pt x="557" y="1225"/>
                  <a:pt x="569" y="1230"/>
                  <a:pt x="569" y="1224"/>
                </a:cubicBezTo>
                <a:cubicBezTo>
                  <a:pt x="440" y="1206"/>
                  <a:pt x="429" y="1207"/>
                  <a:pt x="424" y="1201"/>
                </a:cubicBezTo>
                <a:cubicBezTo>
                  <a:pt x="366" y="1182"/>
                  <a:pt x="359" y="1178"/>
                  <a:pt x="351" y="1174"/>
                </a:cubicBezTo>
                <a:cubicBezTo>
                  <a:pt x="275" y="1141"/>
                  <a:pt x="269" y="1135"/>
                  <a:pt x="257" y="1136"/>
                </a:cubicBezTo>
                <a:cubicBezTo>
                  <a:pt x="219" y="1120"/>
                  <a:pt x="221" y="1112"/>
                  <a:pt x="213" y="1114"/>
                </a:cubicBezTo>
                <a:cubicBezTo>
                  <a:pt x="148" y="1090"/>
                  <a:pt x="134" y="1083"/>
                  <a:pt x="116" y="1079"/>
                </a:cubicBezTo>
                <a:cubicBezTo>
                  <a:pt x="82" y="1067"/>
                  <a:pt x="68" y="1070"/>
                  <a:pt x="64" y="1063"/>
                </a:cubicBezTo>
                <a:cubicBezTo>
                  <a:pt x="151" y="1077"/>
                  <a:pt x="159" y="1074"/>
                  <a:pt x="160" y="1078"/>
                </a:cubicBezTo>
                <a:cubicBezTo>
                  <a:pt x="189" y="1083"/>
                  <a:pt x="187" y="1091"/>
                  <a:pt x="195" y="1088"/>
                </a:cubicBezTo>
                <a:cubicBezTo>
                  <a:pt x="215" y="1101"/>
                  <a:pt x="223" y="1098"/>
                  <a:pt x="224" y="1102"/>
                </a:cubicBezTo>
                <a:cubicBezTo>
                  <a:pt x="288" y="1122"/>
                  <a:pt x="291" y="1129"/>
                  <a:pt x="297" y="1132"/>
                </a:cubicBezTo>
                <a:cubicBezTo>
                  <a:pt x="370" y="1168"/>
                  <a:pt x="383" y="1174"/>
                  <a:pt x="397" y="1179"/>
                </a:cubicBezTo>
                <a:cubicBezTo>
                  <a:pt x="433" y="1178"/>
                  <a:pt x="410" y="1183"/>
                  <a:pt x="403" y="1170"/>
                </a:cubicBezTo>
                <a:cubicBezTo>
                  <a:pt x="313" y="1125"/>
                  <a:pt x="296" y="1122"/>
                  <a:pt x="285" y="1112"/>
                </a:cubicBezTo>
                <a:cubicBezTo>
                  <a:pt x="252" y="1097"/>
                  <a:pt x="247" y="1098"/>
                  <a:pt x="244" y="1096"/>
                </a:cubicBezTo>
                <a:cubicBezTo>
                  <a:pt x="172" y="1070"/>
                  <a:pt x="166" y="1066"/>
                  <a:pt x="159" y="1063"/>
                </a:cubicBezTo>
                <a:cubicBezTo>
                  <a:pt x="136" y="1042"/>
                  <a:pt x="141" y="1046"/>
                  <a:pt x="165" y="1049"/>
                </a:cubicBezTo>
                <a:cubicBezTo>
                  <a:pt x="235" y="1074"/>
                  <a:pt x="239" y="1084"/>
                  <a:pt x="253" y="1084"/>
                </a:cubicBezTo>
                <a:cubicBezTo>
                  <a:pt x="281" y="1103"/>
                  <a:pt x="298" y="1092"/>
                  <a:pt x="297" y="1100"/>
                </a:cubicBezTo>
                <a:cubicBezTo>
                  <a:pt x="347" y="1120"/>
                  <a:pt x="357" y="1124"/>
                  <a:pt x="367" y="1127"/>
                </a:cubicBezTo>
                <a:cubicBezTo>
                  <a:pt x="445" y="1150"/>
                  <a:pt x="459" y="1156"/>
                  <a:pt x="472" y="1157"/>
                </a:cubicBezTo>
                <a:cubicBezTo>
                  <a:pt x="550" y="1146"/>
                  <a:pt x="566" y="1152"/>
                  <a:pt x="567" y="1146"/>
                </a:cubicBezTo>
                <a:cubicBezTo>
                  <a:pt x="601" y="1124"/>
                  <a:pt x="598" y="1131"/>
                  <a:pt x="593" y="1133"/>
                </a:cubicBezTo>
                <a:cubicBezTo>
                  <a:pt x="510" y="1147"/>
                  <a:pt x="491" y="1148"/>
                  <a:pt x="472" y="1148"/>
                </a:cubicBezTo>
                <a:cubicBezTo>
                  <a:pt x="441" y="1135"/>
                  <a:pt x="429" y="1141"/>
                  <a:pt x="428" y="1135"/>
                </a:cubicBezTo>
                <a:cubicBezTo>
                  <a:pt x="326" y="1104"/>
                  <a:pt x="324" y="1094"/>
                  <a:pt x="311" y="1094"/>
                </a:cubicBezTo>
                <a:cubicBezTo>
                  <a:pt x="246" y="1066"/>
                  <a:pt x="233" y="1065"/>
                  <a:pt x="223" y="1062"/>
                </a:cubicBezTo>
                <a:cubicBezTo>
                  <a:pt x="182" y="1047"/>
                  <a:pt x="179" y="1041"/>
                  <a:pt x="173" y="1040"/>
                </a:cubicBezTo>
                <a:cubicBezTo>
                  <a:pt x="231" y="1046"/>
                  <a:pt x="245" y="1047"/>
                  <a:pt x="255" y="1052"/>
                </a:cubicBezTo>
                <a:cubicBezTo>
                  <a:pt x="317" y="1068"/>
                  <a:pt x="319" y="1075"/>
                  <a:pt x="328" y="1073"/>
                </a:cubicBezTo>
                <a:cubicBezTo>
                  <a:pt x="367" y="1091"/>
                  <a:pt x="373" y="1092"/>
                  <a:pt x="380" y="1092"/>
                </a:cubicBezTo>
                <a:cubicBezTo>
                  <a:pt x="423" y="1104"/>
                  <a:pt x="431" y="1104"/>
                  <a:pt x="436" y="1108"/>
                </a:cubicBezTo>
                <a:cubicBezTo>
                  <a:pt x="614" y="1117"/>
                  <a:pt x="617" y="1115"/>
                  <a:pt x="619" y="1112"/>
                </a:cubicBezTo>
                <a:cubicBezTo>
                  <a:pt x="640" y="1096"/>
                  <a:pt x="638" y="1106"/>
                  <a:pt x="627" y="1106"/>
                </a:cubicBezTo>
                <a:cubicBezTo>
                  <a:pt x="519" y="1110"/>
                  <a:pt x="510" y="1108"/>
                  <a:pt x="500" y="1110"/>
                </a:cubicBezTo>
                <a:cubicBezTo>
                  <a:pt x="460" y="1102"/>
                  <a:pt x="454" y="1100"/>
                  <a:pt x="450" y="1096"/>
                </a:cubicBezTo>
                <a:cubicBezTo>
                  <a:pt x="384" y="1077"/>
                  <a:pt x="366" y="1080"/>
                  <a:pt x="357" y="1073"/>
                </a:cubicBezTo>
                <a:cubicBezTo>
                  <a:pt x="244" y="1029"/>
                  <a:pt x="222" y="1035"/>
                  <a:pt x="216" y="1024"/>
                </a:cubicBezTo>
                <a:cubicBezTo>
                  <a:pt x="238" y="1032"/>
                  <a:pt x="253" y="1026"/>
                  <a:pt x="257" y="1032"/>
                </a:cubicBezTo>
                <a:cubicBezTo>
                  <a:pt x="397" y="1064"/>
                  <a:pt x="404" y="1064"/>
                  <a:pt x="409" y="1066"/>
                </a:cubicBezTo>
                <a:cubicBezTo>
                  <a:pt x="549" y="1075"/>
                  <a:pt x="573" y="1082"/>
                  <a:pt x="621" y="1072"/>
                </a:cubicBezTo>
                <a:cubicBezTo>
                  <a:pt x="670" y="1061"/>
                  <a:pt x="671" y="1056"/>
                  <a:pt x="678" y="1056"/>
                </a:cubicBezTo>
                <a:cubicBezTo>
                  <a:pt x="721" y="1036"/>
                  <a:pt x="728" y="1036"/>
                  <a:pt x="727" y="1028"/>
                </a:cubicBezTo>
                <a:cubicBezTo>
                  <a:pt x="646" y="1060"/>
                  <a:pt x="641" y="1059"/>
                  <a:pt x="641" y="1060"/>
                </a:cubicBezTo>
                <a:cubicBezTo>
                  <a:pt x="623" y="1064"/>
                  <a:pt x="620" y="1064"/>
                  <a:pt x="618" y="1066"/>
                </a:cubicBezTo>
                <a:cubicBezTo>
                  <a:pt x="489" y="1066"/>
                  <a:pt x="464" y="1062"/>
                  <a:pt x="435" y="1062"/>
                </a:cubicBezTo>
                <a:cubicBezTo>
                  <a:pt x="410" y="1046"/>
                  <a:pt x="395" y="1056"/>
                  <a:pt x="397" y="1048"/>
                </a:cubicBezTo>
                <a:cubicBezTo>
                  <a:pt x="365" y="1040"/>
                  <a:pt x="354" y="1045"/>
                  <a:pt x="350" y="1044"/>
                </a:cubicBezTo>
                <a:cubicBezTo>
                  <a:pt x="390" y="1049"/>
                  <a:pt x="401" y="1044"/>
                  <a:pt x="405" y="1045"/>
                </a:cubicBezTo>
                <a:cubicBezTo>
                  <a:pt x="484" y="1055"/>
                  <a:pt x="513" y="1054"/>
                  <a:pt x="542" y="1053"/>
                </a:cubicBezTo>
                <a:cubicBezTo>
                  <a:pt x="672" y="1032"/>
                  <a:pt x="671" y="1025"/>
                  <a:pt x="680" y="1027"/>
                </a:cubicBezTo>
                <a:cubicBezTo>
                  <a:pt x="744" y="995"/>
                  <a:pt x="757" y="994"/>
                  <a:pt x="760" y="984"/>
                </a:cubicBezTo>
                <a:cubicBezTo>
                  <a:pt x="685" y="1014"/>
                  <a:pt x="681" y="1016"/>
                  <a:pt x="680" y="1021"/>
                </a:cubicBezTo>
                <a:cubicBezTo>
                  <a:pt x="616" y="1034"/>
                  <a:pt x="613" y="1029"/>
                  <a:pt x="611" y="1034"/>
                </a:cubicBezTo>
                <a:cubicBezTo>
                  <a:pt x="555" y="1041"/>
                  <a:pt x="545" y="1042"/>
                  <a:pt x="536" y="1042"/>
                </a:cubicBezTo>
                <a:cubicBezTo>
                  <a:pt x="438" y="1039"/>
                  <a:pt x="430" y="1043"/>
                  <a:pt x="417" y="1036"/>
                </a:cubicBezTo>
                <a:cubicBezTo>
                  <a:pt x="383" y="1031"/>
                  <a:pt x="377" y="1033"/>
                  <a:pt x="376" y="1029"/>
                </a:cubicBezTo>
                <a:cubicBezTo>
                  <a:pt x="301" y="1014"/>
                  <a:pt x="292" y="1013"/>
                  <a:pt x="288" y="1008"/>
                </a:cubicBezTo>
                <a:cubicBezTo>
                  <a:pt x="475" y="1026"/>
                  <a:pt x="514" y="1025"/>
                  <a:pt x="553" y="1024"/>
                </a:cubicBezTo>
                <a:cubicBezTo>
                  <a:pt x="587" y="1017"/>
                  <a:pt x="595" y="1016"/>
                  <a:pt x="596" y="1020"/>
                </a:cubicBezTo>
                <a:cubicBezTo>
                  <a:pt x="700" y="991"/>
                  <a:pt x="704" y="985"/>
                  <a:pt x="714" y="985"/>
                </a:cubicBezTo>
                <a:cubicBezTo>
                  <a:pt x="664" y="990"/>
                  <a:pt x="653" y="1000"/>
                  <a:pt x="633" y="1002"/>
                </a:cubicBezTo>
                <a:cubicBezTo>
                  <a:pt x="589" y="1013"/>
                  <a:pt x="578" y="1009"/>
                  <a:pt x="579" y="1015"/>
                </a:cubicBezTo>
                <a:cubicBezTo>
                  <a:pt x="444" y="1014"/>
                  <a:pt x="424" y="1017"/>
                  <a:pt x="413" y="1010"/>
                </a:cubicBezTo>
                <a:cubicBezTo>
                  <a:pt x="404" y="1004"/>
                  <a:pt x="431" y="1002"/>
                  <a:pt x="456" y="1003"/>
                </a:cubicBezTo>
                <a:cubicBezTo>
                  <a:pt x="488" y="1002"/>
                  <a:pt x="486" y="997"/>
                  <a:pt x="494" y="997"/>
                </a:cubicBezTo>
                <a:cubicBezTo>
                  <a:pt x="541" y="984"/>
                  <a:pt x="558" y="990"/>
                  <a:pt x="563" y="983"/>
                </a:cubicBezTo>
                <a:cubicBezTo>
                  <a:pt x="676" y="951"/>
                  <a:pt x="685" y="950"/>
                  <a:pt x="693" y="948"/>
                </a:cubicBezTo>
                <a:cubicBezTo>
                  <a:pt x="696" y="934"/>
                  <a:pt x="697" y="940"/>
                  <a:pt x="690" y="939"/>
                </a:cubicBezTo>
                <a:cubicBezTo>
                  <a:pt x="530" y="982"/>
                  <a:pt x="521" y="983"/>
                  <a:pt x="500" y="988"/>
                </a:cubicBezTo>
                <a:cubicBezTo>
                  <a:pt x="465" y="989"/>
                  <a:pt x="459" y="989"/>
                  <a:pt x="453" y="989"/>
                </a:cubicBezTo>
                <a:cubicBezTo>
                  <a:pt x="506" y="970"/>
                  <a:pt x="522" y="965"/>
                  <a:pt x="539" y="961"/>
                </a:cubicBezTo>
                <a:cubicBezTo>
                  <a:pt x="597" y="943"/>
                  <a:pt x="603" y="938"/>
                  <a:pt x="611" y="936"/>
                </a:cubicBezTo>
                <a:cubicBezTo>
                  <a:pt x="580" y="940"/>
                  <a:pt x="567" y="944"/>
                  <a:pt x="554" y="949"/>
                </a:cubicBezTo>
                <a:cubicBezTo>
                  <a:pt x="401" y="981"/>
                  <a:pt x="381" y="986"/>
                  <a:pt x="360" y="988"/>
                </a:cubicBezTo>
                <a:cubicBezTo>
                  <a:pt x="316" y="997"/>
                  <a:pt x="300" y="998"/>
                  <a:pt x="302" y="993"/>
                </a:cubicBezTo>
                <a:cubicBezTo>
                  <a:pt x="400" y="959"/>
                  <a:pt x="420" y="956"/>
                  <a:pt x="438" y="952"/>
                </a:cubicBezTo>
                <a:cubicBezTo>
                  <a:pt x="507" y="931"/>
                  <a:pt x="523" y="925"/>
                  <a:pt x="541" y="920"/>
                </a:cubicBezTo>
                <a:cubicBezTo>
                  <a:pt x="618" y="894"/>
                  <a:pt x="618" y="888"/>
                  <a:pt x="625" y="889"/>
                </a:cubicBezTo>
                <a:cubicBezTo>
                  <a:pt x="689" y="858"/>
                  <a:pt x="701" y="859"/>
                  <a:pt x="705" y="852"/>
                </a:cubicBezTo>
                <a:cubicBezTo>
                  <a:pt x="722" y="841"/>
                  <a:pt x="720" y="840"/>
                  <a:pt x="719" y="843"/>
                </a:cubicBezTo>
                <a:cubicBezTo>
                  <a:pt x="646" y="876"/>
                  <a:pt x="634" y="871"/>
                  <a:pt x="633" y="877"/>
                </a:cubicBezTo>
                <a:cubicBezTo>
                  <a:pt x="541" y="910"/>
                  <a:pt x="522" y="912"/>
                  <a:pt x="506" y="918"/>
                </a:cubicBezTo>
                <a:cubicBezTo>
                  <a:pt x="431" y="942"/>
                  <a:pt x="425" y="940"/>
                  <a:pt x="420" y="941"/>
                </a:cubicBezTo>
                <a:cubicBezTo>
                  <a:pt x="432" y="927"/>
                  <a:pt x="438" y="928"/>
                  <a:pt x="440" y="926"/>
                </a:cubicBezTo>
                <a:cubicBezTo>
                  <a:pt x="473" y="899"/>
                  <a:pt x="488" y="902"/>
                  <a:pt x="488" y="892"/>
                </a:cubicBezTo>
                <a:cubicBezTo>
                  <a:pt x="545" y="862"/>
                  <a:pt x="559" y="854"/>
                  <a:pt x="574" y="847"/>
                </a:cubicBezTo>
                <a:cubicBezTo>
                  <a:pt x="711" y="785"/>
                  <a:pt x="715" y="784"/>
                  <a:pt x="718" y="782"/>
                </a:cubicBezTo>
                <a:cubicBezTo>
                  <a:pt x="746" y="773"/>
                  <a:pt x="759" y="769"/>
                  <a:pt x="749" y="767"/>
                </a:cubicBezTo>
                <a:cubicBezTo>
                  <a:pt x="669" y="789"/>
                  <a:pt x="670" y="794"/>
                  <a:pt x="666" y="795"/>
                </a:cubicBezTo>
                <a:cubicBezTo>
                  <a:pt x="642" y="808"/>
                  <a:pt x="630" y="805"/>
                  <a:pt x="628" y="810"/>
                </a:cubicBezTo>
                <a:cubicBezTo>
                  <a:pt x="521" y="866"/>
                  <a:pt x="509" y="865"/>
                  <a:pt x="505" y="872"/>
                </a:cubicBezTo>
                <a:cubicBezTo>
                  <a:pt x="462" y="897"/>
                  <a:pt x="456" y="897"/>
                  <a:pt x="454" y="899"/>
                </a:cubicBezTo>
                <a:cubicBezTo>
                  <a:pt x="465" y="886"/>
                  <a:pt x="470" y="882"/>
                  <a:pt x="476" y="878"/>
                </a:cubicBezTo>
                <a:cubicBezTo>
                  <a:pt x="554" y="827"/>
                  <a:pt x="572" y="825"/>
                  <a:pt x="579" y="815"/>
                </a:cubicBezTo>
                <a:cubicBezTo>
                  <a:pt x="643" y="787"/>
                  <a:pt x="651" y="785"/>
                  <a:pt x="657" y="781"/>
                </a:cubicBezTo>
                <a:cubicBezTo>
                  <a:pt x="722" y="751"/>
                  <a:pt x="738" y="757"/>
                  <a:pt x="737" y="747"/>
                </a:cubicBezTo>
                <a:cubicBezTo>
                  <a:pt x="667" y="777"/>
                  <a:pt x="649" y="767"/>
                  <a:pt x="651" y="775"/>
                </a:cubicBezTo>
                <a:cubicBezTo>
                  <a:pt x="560" y="811"/>
                  <a:pt x="554" y="818"/>
                  <a:pt x="545" y="821"/>
                </a:cubicBezTo>
                <a:cubicBezTo>
                  <a:pt x="469" y="872"/>
                  <a:pt x="457" y="873"/>
                  <a:pt x="450" y="879"/>
                </a:cubicBezTo>
                <a:cubicBezTo>
                  <a:pt x="421" y="900"/>
                  <a:pt x="415" y="906"/>
                  <a:pt x="405" y="909"/>
                </a:cubicBezTo>
                <a:cubicBezTo>
                  <a:pt x="349" y="942"/>
                  <a:pt x="342" y="950"/>
                  <a:pt x="330" y="952"/>
                </a:cubicBezTo>
                <a:cubicBezTo>
                  <a:pt x="304" y="975"/>
                  <a:pt x="288" y="965"/>
                  <a:pt x="290" y="973"/>
                </a:cubicBezTo>
                <a:cubicBezTo>
                  <a:pt x="293" y="964"/>
                  <a:pt x="296" y="956"/>
                  <a:pt x="307" y="955"/>
                </a:cubicBezTo>
                <a:cubicBezTo>
                  <a:pt x="361" y="916"/>
                  <a:pt x="374" y="905"/>
                  <a:pt x="387" y="895"/>
                </a:cubicBezTo>
                <a:cubicBezTo>
                  <a:pt x="440" y="852"/>
                  <a:pt x="459" y="847"/>
                  <a:pt x="470" y="835"/>
                </a:cubicBezTo>
                <a:cubicBezTo>
                  <a:pt x="534" y="803"/>
                  <a:pt x="537" y="800"/>
                  <a:pt x="541" y="798"/>
                </a:cubicBezTo>
                <a:cubicBezTo>
                  <a:pt x="601" y="775"/>
                  <a:pt x="607" y="768"/>
                  <a:pt x="616" y="764"/>
                </a:cubicBezTo>
                <a:cubicBezTo>
                  <a:pt x="644" y="755"/>
                  <a:pt x="637" y="759"/>
                  <a:pt x="624" y="756"/>
                </a:cubicBezTo>
                <a:cubicBezTo>
                  <a:pt x="598" y="770"/>
                  <a:pt x="588" y="767"/>
                  <a:pt x="587" y="771"/>
                </a:cubicBezTo>
                <a:cubicBezTo>
                  <a:pt x="543" y="791"/>
                  <a:pt x="533" y="793"/>
                  <a:pt x="524" y="796"/>
                </a:cubicBezTo>
                <a:cubicBezTo>
                  <a:pt x="488" y="818"/>
                  <a:pt x="478" y="815"/>
                  <a:pt x="478" y="820"/>
                </a:cubicBezTo>
                <a:cubicBezTo>
                  <a:pt x="419" y="857"/>
                  <a:pt x="415" y="859"/>
                  <a:pt x="409" y="860"/>
                </a:cubicBezTo>
                <a:cubicBezTo>
                  <a:pt x="376" y="885"/>
                  <a:pt x="379" y="893"/>
                  <a:pt x="369" y="890"/>
                </a:cubicBezTo>
                <a:cubicBezTo>
                  <a:pt x="323" y="929"/>
                  <a:pt x="293" y="946"/>
                  <a:pt x="264" y="965"/>
                </a:cubicBezTo>
                <a:cubicBezTo>
                  <a:pt x="329" y="916"/>
                  <a:pt x="326" y="908"/>
                  <a:pt x="332" y="908"/>
                </a:cubicBezTo>
                <a:cubicBezTo>
                  <a:pt x="386" y="863"/>
                  <a:pt x="389" y="860"/>
                  <a:pt x="392" y="857"/>
                </a:cubicBezTo>
                <a:cubicBezTo>
                  <a:pt x="429" y="825"/>
                  <a:pt x="440" y="824"/>
                  <a:pt x="446" y="818"/>
                </a:cubicBezTo>
                <a:cubicBezTo>
                  <a:pt x="529" y="763"/>
                  <a:pt x="551" y="761"/>
                  <a:pt x="563" y="748"/>
                </a:cubicBezTo>
                <a:cubicBezTo>
                  <a:pt x="594" y="736"/>
                  <a:pt x="598" y="734"/>
                  <a:pt x="600" y="730"/>
                </a:cubicBezTo>
                <a:cubicBezTo>
                  <a:pt x="580" y="736"/>
                  <a:pt x="568" y="736"/>
                  <a:pt x="563" y="743"/>
                </a:cubicBezTo>
                <a:cubicBezTo>
                  <a:pt x="483" y="783"/>
                  <a:pt x="474" y="786"/>
                  <a:pt x="468" y="791"/>
                </a:cubicBezTo>
                <a:cubicBezTo>
                  <a:pt x="420" y="828"/>
                  <a:pt x="407" y="826"/>
                  <a:pt x="403" y="834"/>
                </a:cubicBezTo>
                <a:cubicBezTo>
                  <a:pt x="317" y="904"/>
                  <a:pt x="288" y="923"/>
                  <a:pt x="264" y="947"/>
                </a:cubicBezTo>
                <a:cubicBezTo>
                  <a:pt x="201" y="992"/>
                  <a:pt x="194" y="992"/>
                  <a:pt x="189" y="996"/>
                </a:cubicBezTo>
                <a:cubicBezTo>
                  <a:pt x="155" y="1017"/>
                  <a:pt x="150" y="1017"/>
                  <a:pt x="149" y="1020"/>
                </a:cubicBezTo>
                <a:cubicBezTo>
                  <a:pt x="158" y="1010"/>
                  <a:pt x="159" y="1005"/>
                  <a:pt x="166" y="1005"/>
                </a:cubicBezTo>
                <a:cubicBezTo>
                  <a:pt x="222" y="962"/>
                  <a:pt x="230" y="955"/>
                  <a:pt x="240" y="951"/>
                </a:cubicBezTo>
                <a:cubicBezTo>
                  <a:pt x="268" y="923"/>
                  <a:pt x="278" y="919"/>
                  <a:pt x="286" y="912"/>
                </a:cubicBezTo>
                <a:cubicBezTo>
                  <a:pt x="330" y="884"/>
                  <a:pt x="323" y="870"/>
                  <a:pt x="334" y="873"/>
                </a:cubicBezTo>
                <a:cubicBezTo>
                  <a:pt x="409" y="805"/>
                  <a:pt x="425" y="807"/>
                  <a:pt x="428" y="795"/>
                </a:cubicBezTo>
                <a:cubicBezTo>
                  <a:pt x="515" y="747"/>
                  <a:pt x="520" y="745"/>
                  <a:pt x="522" y="741"/>
                </a:cubicBezTo>
                <a:cubicBezTo>
                  <a:pt x="509" y="740"/>
                  <a:pt x="505" y="746"/>
                  <a:pt x="496" y="747"/>
                </a:cubicBezTo>
                <a:cubicBezTo>
                  <a:pt x="390" y="816"/>
                  <a:pt x="382" y="817"/>
                  <a:pt x="379" y="823"/>
                </a:cubicBezTo>
                <a:cubicBezTo>
                  <a:pt x="320" y="867"/>
                  <a:pt x="314" y="878"/>
                  <a:pt x="300" y="883"/>
                </a:cubicBezTo>
                <a:cubicBezTo>
                  <a:pt x="276" y="904"/>
                  <a:pt x="273" y="907"/>
                  <a:pt x="268" y="907"/>
                </a:cubicBezTo>
                <a:cubicBezTo>
                  <a:pt x="239" y="935"/>
                  <a:pt x="231" y="942"/>
                  <a:pt x="223" y="948"/>
                </a:cubicBezTo>
                <a:cubicBezTo>
                  <a:pt x="183" y="979"/>
                  <a:pt x="180" y="980"/>
                  <a:pt x="177" y="982"/>
                </a:cubicBezTo>
                <a:cubicBezTo>
                  <a:pt x="191" y="973"/>
                  <a:pt x="185" y="961"/>
                  <a:pt x="194" y="964"/>
                </a:cubicBezTo>
                <a:cubicBezTo>
                  <a:pt x="215" y="948"/>
                  <a:pt x="216" y="945"/>
                  <a:pt x="217" y="943"/>
                </a:cubicBezTo>
                <a:cubicBezTo>
                  <a:pt x="277" y="892"/>
                  <a:pt x="274" y="884"/>
                  <a:pt x="282" y="886"/>
                </a:cubicBezTo>
                <a:cubicBezTo>
                  <a:pt x="318" y="843"/>
                  <a:pt x="332" y="852"/>
                  <a:pt x="328" y="841"/>
                </a:cubicBezTo>
                <a:cubicBezTo>
                  <a:pt x="393" y="789"/>
                  <a:pt x="411" y="781"/>
                  <a:pt x="424" y="769"/>
                </a:cubicBezTo>
                <a:cubicBezTo>
                  <a:pt x="487" y="734"/>
                  <a:pt x="496" y="718"/>
                  <a:pt x="519" y="715"/>
                </a:cubicBezTo>
                <a:cubicBezTo>
                  <a:pt x="571" y="688"/>
                  <a:pt x="575" y="686"/>
                  <a:pt x="582" y="687"/>
                </a:cubicBezTo>
                <a:cubicBezTo>
                  <a:pt x="612" y="679"/>
                  <a:pt x="624" y="684"/>
                  <a:pt x="625" y="677"/>
                </a:cubicBezTo>
                <a:cubicBezTo>
                  <a:pt x="534" y="694"/>
                  <a:pt x="524" y="699"/>
                  <a:pt x="515" y="703"/>
                </a:cubicBezTo>
                <a:cubicBezTo>
                  <a:pt x="430" y="748"/>
                  <a:pt x="426" y="757"/>
                  <a:pt x="415" y="761"/>
                </a:cubicBezTo>
                <a:cubicBezTo>
                  <a:pt x="356" y="807"/>
                  <a:pt x="351" y="809"/>
                  <a:pt x="347" y="812"/>
                </a:cubicBezTo>
                <a:cubicBezTo>
                  <a:pt x="283" y="872"/>
                  <a:pt x="274" y="869"/>
                  <a:pt x="273" y="875"/>
                </a:cubicBezTo>
                <a:cubicBezTo>
                  <a:pt x="234" y="910"/>
                  <a:pt x="227" y="917"/>
                  <a:pt x="219" y="922"/>
                </a:cubicBezTo>
                <a:cubicBezTo>
                  <a:pt x="118" y="1004"/>
                  <a:pt x="104" y="1019"/>
                  <a:pt x="86" y="1030"/>
                </a:cubicBezTo>
                <a:cubicBezTo>
                  <a:pt x="56" y="1040"/>
                  <a:pt x="55" y="1048"/>
                  <a:pt x="43" y="1046"/>
                </a:cubicBezTo>
                <a:cubicBezTo>
                  <a:pt x="80" y="1008"/>
                  <a:pt x="90" y="1008"/>
                  <a:pt x="94" y="1001"/>
                </a:cubicBezTo>
                <a:cubicBezTo>
                  <a:pt x="146" y="953"/>
                  <a:pt x="150" y="948"/>
                  <a:pt x="156" y="944"/>
                </a:cubicBezTo>
                <a:cubicBezTo>
                  <a:pt x="185" y="910"/>
                  <a:pt x="188" y="909"/>
                  <a:pt x="190" y="906"/>
                </a:cubicBezTo>
                <a:cubicBezTo>
                  <a:pt x="234" y="866"/>
                  <a:pt x="235" y="857"/>
                  <a:pt x="244" y="855"/>
                </a:cubicBezTo>
                <a:cubicBezTo>
                  <a:pt x="280" y="816"/>
                  <a:pt x="288" y="813"/>
                  <a:pt x="292" y="805"/>
                </a:cubicBezTo>
                <a:cubicBezTo>
                  <a:pt x="343" y="766"/>
                  <a:pt x="354" y="756"/>
                  <a:pt x="369" y="748"/>
                </a:cubicBezTo>
                <a:cubicBezTo>
                  <a:pt x="419" y="708"/>
                  <a:pt x="435" y="702"/>
                  <a:pt x="448" y="693"/>
                </a:cubicBezTo>
                <a:cubicBezTo>
                  <a:pt x="507" y="662"/>
                  <a:pt x="522" y="655"/>
                  <a:pt x="537" y="648"/>
                </a:cubicBezTo>
                <a:cubicBezTo>
                  <a:pt x="514" y="649"/>
                  <a:pt x="514" y="658"/>
                  <a:pt x="503" y="657"/>
                </a:cubicBezTo>
                <a:cubicBezTo>
                  <a:pt x="453" y="679"/>
                  <a:pt x="447" y="683"/>
                  <a:pt x="443" y="688"/>
                </a:cubicBezTo>
                <a:cubicBezTo>
                  <a:pt x="399" y="716"/>
                  <a:pt x="388" y="716"/>
                  <a:pt x="385" y="724"/>
                </a:cubicBezTo>
                <a:cubicBezTo>
                  <a:pt x="335" y="755"/>
                  <a:pt x="328" y="768"/>
                  <a:pt x="311" y="772"/>
                </a:cubicBezTo>
                <a:cubicBezTo>
                  <a:pt x="262" y="818"/>
                  <a:pt x="258" y="819"/>
                  <a:pt x="258" y="823"/>
                </a:cubicBezTo>
                <a:cubicBezTo>
                  <a:pt x="224" y="847"/>
                  <a:pt x="222" y="855"/>
                  <a:pt x="218" y="862"/>
                </a:cubicBezTo>
                <a:cubicBezTo>
                  <a:pt x="189" y="882"/>
                  <a:pt x="192" y="891"/>
                  <a:pt x="187" y="891"/>
                </a:cubicBezTo>
                <a:cubicBezTo>
                  <a:pt x="139" y="944"/>
                  <a:pt x="136" y="952"/>
                  <a:pt x="127" y="954"/>
                </a:cubicBezTo>
                <a:cubicBezTo>
                  <a:pt x="24" y="1043"/>
                  <a:pt x="16" y="1045"/>
                  <a:pt x="11" y="1050"/>
                </a:cubicBezTo>
                <a:cubicBezTo>
                  <a:pt x="19" y="1089"/>
                  <a:pt x="35" y="1093"/>
                  <a:pt x="53" y="1095"/>
                </a:cubicBezTo>
                <a:close/>
                <a:moveTo>
                  <a:pt x="434" y="905"/>
                </a:moveTo>
                <a:cubicBezTo>
                  <a:pt x="436" y="905"/>
                  <a:pt x="437" y="905"/>
                  <a:pt x="439" y="905"/>
                </a:cubicBezTo>
                <a:cubicBezTo>
                  <a:pt x="441" y="911"/>
                  <a:pt x="435" y="911"/>
                  <a:pt x="431" y="911"/>
                </a:cubicBezTo>
                <a:cubicBezTo>
                  <a:pt x="431" y="909"/>
                  <a:pt x="434" y="908"/>
                  <a:pt x="434" y="905"/>
                </a:cubicBezTo>
                <a:close/>
                <a:moveTo>
                  <a:pt x="402" y="926"/>
                </a:moveTo>
                <a:cubicBezTo>
                  <a:pt x="410" y="929"/>
                  <a:pt x="396" y="933"/>
                  <a:pt x="397" y="938"/>
                </a:cubicBezTo>
                <a:cubicBezTo>
                  <a:pt x="393" y="938"/>
                  <a:pt x="389" y="938"/>
                  <a:pt x="388" y="941"/>
                </a:cubicBezTo>
                <a:cubicBezTo>
                  <a:pt x="379" y="935"/>
                  <a:pt x="402" y="934"/>
                  <a:pt x="402" y="926"/>
                </a:cubicBezTo>
                <a:close/>
                <a:moveTo>
                  <a:pt x="274" y="1011"/>
                </a:moveTo>
                <a:cubicBezTo>
                  <a:pt x="271" y="1015"/>
                  <a:pt x="271" y="1018"/>
                  <a:pt x="274" y="1023"/>
                </a:cubicBezTo>
                <a:cubicBezTo>
                  <a:pt x="289" y="1020"/>
                  <a:pt x="295" y="1026"/>
                  <a:pt x="306" y="1028"/>
                </a:cubicBezTo>
                <a:cubicBezTo>
                  <a:pt x="317" y="1028"/>
                  <a:pt x="298" y="1035"/>
                  <a:pt x="300" y="1028"/>
                </a:cubicBezTo>
                <a:cubicBezTo>
                  <a:pt x="278" y="1029"/>
                  <a:pt x="267" y="1019"/>
                  <a:pt x="248" y="1017"/>
                </a:cubicBezTo>
                <a:cubicBezTo>
                  <a:pt x="252" y="1011"/>
                  <a:pt x="268" y="1016"/>
                  <a:pt x="274" y="1011"/>
                </a:cubicBezTo>
                <a:close/>
                <a:moveTo>
                  <a:pt x="244" y="991"/>
                </a:moveTo>
                <a:cubicBezTo>
                  <a:pt x="243" y="997"/>
                  <a:pt x="237" y="999"/>
                  <a:pt x="230" y="1000"/>
                </a:cubicBezTo>
                <a:cubicBezTo>
                  <a:pt x="232" y="995"/>
                  <a:pt x="238" y="993"/>
                  <a:pt x="244" y="991"/>
                </a:cubicBezTo>
                <a:close/>
                <a:moveTo>
                  <a:pt x="9" y="1076"/>
                </a:moveTo>
                <a:cubicBezTo>
                  <a:pt x="11" y="1065"/>
                  <a:pt x="24" y="1072"/>
                  <a:pt x="29" y="1075"/>
                </a:cubicBezTo>
                <a:cubicBezTo>
                  <a:pt x="25" y="1084"/>
                  <a:pt x="18" y="1072"/>
                  <a:pt x="9" y="1076"/>
                </a:cubicBezTo>
                <a:close/>
                <a:moveTo>
                  <a:pt x="3234" y="70"/>
                </a:moveTo>
                <a:cubicBezTo>
                  <a:pt x="3242" y="49"/>
                  <a:pt x="3239" y="35"/>
                  <a:pt x="3240" y="19"/>
                </a:cubicBezTo>
                <a:cubicBezTo>
                  <a:pt x="3243" y="12"/>
                  <a:pt x="3244" y="6"/>
                  <a:pt x="3245" y="1"/>
                </a:cubicBezTo>
                <a:cubicBezTo>
                  <a:pt x="3237" y="1"/>
                  <a:pt x="3237" y="1"/>
                  <a:pt x="3237" y="1"/>
                </a:cubicBezTo>
                <a:cubicBezTo>
                  <a:pt x="3236" y="8"/>
                  <a:pt x="3236" y="16"/>
                  <a:pt x="3235" y="23"/>
                </a:cubicBezTo>
                <a:cubicBezTo>
                  <a:pt x="3232" y="32"/>
                  <a:pt x="3236" y="37"/>
                  <a:pt x="3232" y="47"/>
                </a:cubicBezTo>
                <a:cubicBezTo>
                  <a:pt x="3237" y="52"/>
                  <a:pt x="3228" y="64"/>
                  <a:pt x="3234" y="70"/>
                </a:cubicBezTo>
                <a:close/>
                <a:moveTo>
                  <a:pt x="3757" y="273"/>
                </a:moveTo>
                <a:cubicBezTo>
                  <a:pt x="3761" y="261"/>
                  <a:pt x="3767" y="248"/>
                  <a:pt x="3775" y="236"/>
                </a:cubicBezTo>
                <a:cubicBezTo>
                  <a:pt x="3836" y="136"/>
                  <a:pt x="3838" y="133"/>
                  <a:pt x="3840" y="131"/>
                </a:cubicBezTo>
                <a:cubicBezTo>
                  <a:pt x="3812" y="151"/>
                  <a:pt x="3794" y="184"/>
                  <a:pt x="3770" y="218"/>
                </a:cubicBezTo>
                <a:cubicBezTo>
                  <a:pt x="3714" y="341"/>
                  <a:pt x="3715" y="347"/>
                  <a:pt x="3711" y="354"/>
                </a:cubicBezTo>
                <a:cubicBezTo>
                  <a:pt x="3708" y="378"/>
                  <a:pt x="3704" y="383"/>
                  <a:pt x="3699" y="389"/>
                </a:cubicBezTo>
                <a:cubicBezTo>
                  <a:pt x="3679" y="449"/>
                  <a:pt x="3679" y="460"/>
                  <a:pt x="3673" y="471"/>
                </a:cubicBezTo>
                <a:cubicBezTo>
                  <a:pt x="3649" y="556"/>
                  <a:pt x="3641" y="564"/>
                  <a:pt x="3641" y="571"/>
                </a:cubicBezTo>
                <a:cubicBezTo>
                  <a:pt x="3629" y="606"/>
                  <a:pt x="3625" y="604"/>
                  <a:pt x="3628" y="608"/>
                </a:cubicBezTo>
                <a:cubicBezTo>
                  <a:pt x="3603" y="675"/>
                  <a:pt x="3595" y="687"/>
                  <a:pt x="3591" y="700"/>
                </a:cubicBezTo>
                <a:cubicBezTo>
                  <a:pt x="3566" y="761"/>
                  <a:pt x="3550" y="791"/>
                  <a:pt x="3542" y="808"/>
                </a:cubicBezTo>
                <a:cubicBezTo>
                  <a:pt x="3507" y="868"/>
                  <a:pt x="3500" y="883"/>
                  <a:pt x="3494" y="881"/>
                </a:cubicBezTo>
                <a:cubicBezTo>
                  <a:pt x="3504" y="842"/>
                  <a:pt x="3512" y="840"/>
                  <a:pt x="3519" y="827"/>
                </a:cubicBezTo>
                <a:cubicBezTo>
                  <a:pt x="3541" y="787"/>
                  <a:pt x="3551" y="772"/>
                  <a:pt x="3557" y="758"/>
                </a:cubicBezTo>
                <a:cubicBezTo>
                  <a:pt x="3572" y="724"/>
                  <a:pt x="3577" y="719"/>
                  <a:pt x="3574" y="716"/>
                </a:cubicBezTo>
                <a:cubicBezTo>
                  <a:pt x="3610" y="627"/>
                  <a:pt x="3611" y="620"/>
                  <a:pt x="3612" y="614"/>
                </a:cubicBezTo>
                <a:cubicBezTo>
                  <a:pt x="3626" y="578"/>
                  <a:pt x="3619" y="566"/>
                  <a:pt x="3626" y="552"/>
                </a:cubicBezTo>
                <a:cubicBezTo>
                  <a:pt x="3638" y="497"/>
                  <a:pt x="3641" y="483"/>
                  <a:pt x="3650" y="468"/>
                </a:cubicBezTo>
                <a:cubicBezTo>
                  <a:pt x="3660" y="391"/>
                  <a:pt x="3671" y="379"/>
                  <a:pt x="3671" y="368"/>
                </a:cubicBezTo>
                <a:cubicBezTo>
                  <a:pt x="3699" y="286"/>
                  <a:pt x="3697" y="275"/>
                  <a:pt x="3700" y="262"/>
                </a:cubicBezTo>
                <a:cubicBezTo>
                  <a:pt x="3760" y="136"/>
                  <a:pt x="3757" y="124"/>
                  <a:pt x="3767" y="117"/>
                </a:cubicBezTo>
                <a:cubicBezTo>
                  <a:pt x="3790" y="76"/>
                  <a:pt x="3794" y="72"/>
                  <a:pt x="3797" y="67"/>
                </a:cubicBezTo>
                <a:cubicBezTo>
                  <a:pt x="3835" y="16"/>
                  <a:pt x="3845" y="9"/>
                  <a:pt x="3838" y="3"/>
                </a:cubicBezTo>
                <a:cubicBezTo>
                  <a:pt x="3814" y="18"/>
                  <a:pt x="3804" y="31"/>
                  <a:pt x="3809" y="32"/>
                </a:cubicBezTo>
                <a:cubicBezTo>
                  <a:pt x="3769" y="96"/>
                  <a:pt x="3753" y="119"/>
                  <a:pt x="3737" y="141"/>
                </a:cubicBezTo>
                <a:cubicBezTo>
                  <a:pt x="3695" y="232"/>
                  <a:pt x="3701" y="237"/>
                  <a:pt x="3696" y="244"/>
                </a:cubicBezTo>
                <a:cubicBezTo>
                  <a:pt x="3684" y="292"/>
                  <a:pt x="3679" y="300"/>
                  <a:pt x="3681" y="306"/>
                </a:cubicBezTo>
                <a:cubicBezTo>
                  <a:pt x="3651" y="396"/>
                  <a:pt x="3653" y="396"/>
                  <a:pt x="3652" y="397"/>
                </a:cubicBezTo>
                <a:cubicBezTo>
                  <a:pt x="3638" y="444"/>
                  <a:pt x="3641" y="447"/>
                  <a:pt x="3637" y="451"/>
                </a:cubicBezTo>
                <a:cubicBezTo>
                  <a:pt x="3625" y="516"/>
                  <a:pt x="3623" y="519"/>
                  <a:pt x="3620" y="522"/>
                </a:cubicBezTo>
                <a:cubicBezTo>
                  <a:pt x="3616" y="556"/>
                  <a:pt x="3614" y="559"/>
                  <a:pt x="3611" y="562"/>
                </a:cubicBezTo>
                <a:cubicBezTo>
                  <a:pt x="3605" y="607"/>
                  <a:pt x="3603" y="621"/>
                  <a:pt x="3596" y="635"/>
                </a:cubicBezTo>
                <a:cubicBezTo>
                  <a:pt x="3579" y="690"/>
                  <a:pt x="3572" y="704"/>
                  <a:pt x="3566" y="718"/>
                </a:cubicBezTo>
                <a:cubicBezTo>
                  <a:pt x="3510" y="823"/>
                  <a:pt x="3512" y="836"/>
                  <a:pt x="3504" y="834"/>
                </a:cubicBezTo>
                <a:cubicBezTo>
                  <a:pt x="3516" y="767"/>
                  <a:pt x="3518" y="762"/>
                  <a:pt x="3518" y="757"/>
                </a:cubicBezTo>
                <a:cubicBezTo>
                  <a:pt x="3527" y="708"/>
                  <a:pt x="3526" y="690"/>
                  <a:pt x="3537" y="670"/>
                </a:cubicBezTo>
                <a:cubicBezTo>
                  <a:pt x="3551" y="615"/>
                  <a:pt x="3545" y="603"/>
                  <a:pt x="3551" y="589"/>
                </a:cubicBezTo>
                <a:cubicBezTo>
                  <a:pt x="3558" y="556"/>
                  <a:pt x="3560" y="550"/>
                  <a:pt x="3563" y="544"/>
                </a:cubicBezTo>
                <a:cubicBezTo>
                  <a:pt x="3571" y="525"/>
                  <a:pt x="3565" y="517"/>
                  <a:pt x="3571" y="510"/>
                </a:cubicBezTo>
                <a:cubicBezTo>
                  <a:pt x="3581" y="460"/>
                  <a:pt x="3589" y="452"/>
                  <a:pt x="3587" y="446"/>
                </a:cubicBezTo>
                <a:cubicBezTo>
                  <a:pt x="3607" y="374"/>
                  <a:pt x="3605" y="367"/>
                  <a:pt x="3604" y="361"/>
                </a:cubicBezTo>
                <a:cubicBezTo>
                  <a:pt x="3638" y="247"/>
                  <a:pt x="3639" y="241"/>
                  <a:pt x="3640" y="235"/>
                </a:cubicBezTo>
                <a:cubicBezTo>
                  <a:pt x="3662" y="190"/>
                  <a:pt x="3665" y="167"/>
                  <a:pt x="3679" y="141"/>
                </a:cubicBezTo>
                <a:cubicBezTo>
                  <a:pt x="3700" y="101"/>
                  <a:pt x="3700" y="97"/>
                  <a:pt x="3703" y="90"/>
                </a:cubicBezTo>
                <a:cubicBezTo>
                  <a:pt x="3708" y="82"/>
                  <a:pt x="3707" y="79"/>
                  <a:pt x="3711" y="75"/>
                </a:cubicBezTo>
                <a:cubicBezTo>
                  <a:pt x="3742" y="28"/>
                  <a:pt x="3747" y="23"/>
                  <a:pt x="3751" y="17"/>
                </a:cubicBezTo>
                <a:cubicBezTo>
                  <a:pt x="3748" y="5"/>
                  <a:pt x="3744" y="9"/>
                  <a:pt x="3740" y="13"/>
                </a:cubicBezTo>
                <a:cubicBezTo>
                  <a:pt x="3710" y="57"/>
                  <a:pt x="3706" y="62"/>
                  <a:pt x="3702" y="68"/>
                </a:cubicBezTo>
                <a:cubicBezTo>
                  <a:pt x="3646" y="191"/>
                  <a:pt x="3645" y="198"/>
                  <a:pt x="3641" y="206"/>
                </a:cubicBezTo>
                <a:cubicBezTo>
                  <a:pt x="3631" y="245"/>
                  <a:pt x="3622" y="250"/>
                  <a:pt x="3626" y="254"/>
                </a:cubicBezTo>
                <a:cubicBezTo>
                  <a:pt x="3570" y="459"/>
                  <a:pt x="3570" y="474"/>
                  <a:pt x="3564" y="490"/>
                </a:cubicBezTo>
                <a:cubicBezTo>
                  <a:pt x="3545" y="571"/>
                  <a:pt x="3545" y="578"/>
                  <a:pt x="3542" y="586"/>
                </a:cubicBezTo>
                <a:cubicBezTo>
                  <a:pt x="3534" y="624"/>
                  <a:pt x="3534" y="636"/>
                  <a:pt x="3530" y="632"/>
                </a:cubicBezTo>
                <a:cubicBezTo>
                  <a:pt x="3539" y="568"/>
                  <a:pt x="3537" y="559"/>
                  <a:pt x="3537" y="550"/>
                </a:cubicBezTo>
                <a:cubicBezTo>
                  <a:pt x="3543" y="396"/>
                  <a:pt x="3545" y="365"/>
                  <a:pt x="3548" y="333"/>
                </a:cubicBezTo>
                <a:cubicBezTo>
                  <a:pt x="3551" y="302"/>
                  <a:pt x="3551" y="295"/>
                  <a:pt x="3554" y="287"/>
                </a:cubicBezTo>
                <a:cubicBezTo>
                  <a:pt x="3554" y="256"/>
                  <a:pt x="3557" y="247"/>
                  <a:pt x="3558" y="239"/>
                </a:cubicBezTo>
                <a:cubicBezTo>
                  <a:pt x="3557" y="208"/>
                  <a:pt x="3563" y="200"/>
                  <a:pt x="3560" y="193"/>
                </a:cubicBezTo>
                <a:cubicBezTo>
                  <a:pt x="3554" y="154"/>
                  <a:pt x="3571" y="148"/>
                  <a:pt x="3564" y="145"/>
                </a:cubicBezTo>
                <a:cubicBezTo>
                  <a:pt x="3553" y="219"/>
                  <a:pt x="3551" y="231"/>
                  <a:pt x="3548" y="242"/>
                </a:cubicBezTo>
                <a:cubicBezTo>
                  <a:pt x="3545" y="287"/>
                  <a:pt x="3547" y="297"/>
                  <a:pt x="3541" y="309"/>
                </a:cubicBezTo>
                <a:cubicBezTo>
                  <a:pt x="3539" y="365"/>
                  <a:pt x="3537" y="370"/>
                  <a:pt x="3534" y="376"/>
                </a:cubicBezTo>
                <a:cubicBezTo>
                  <a:pt x="3538" y="422"/>
                  <a:pt x="3529" y="434"/>
                  <a:pt x="3533" y="445"/>
                </a:cubicBezTo>
                <a:cubicBezTo>
                  <a:pt x="3528" y="550"/>
                  <a:pt x="3524" y="556"/>
                  <a:pt x="3524" y="562"/>
                </a:cubicBezTo>
                <a:cubicBezTo>
                  <a:pt x="3521" y="635"/>
                  <a:pt x="3513" y="659"/>
                  <a:pt x="3518" y="681"/>
                </a:cubicBezTo>
                <a:cubicBezTo>
                  <a:pt x="3503" y="798"/>
                  <a:pt x="3495" y="807"/>
                  <a:pt x="3497" y="814"/>
                </a:cubicBezTo>
                <a:cubicBezTo>
                  <a:pt x="3480" y="874"/>
                  <a:pt x="3484" y="872"/>
                  <a:pt x="3483" y="876"/>
                </a:cubicBezTo>
                <a:cubicBezTo>
                  <a:pt x="3466" y="915"/>
                  <a:pt x="3476" y="919"/>
                  <a:pt x="3467" y="926"/>
                </a:cubicBezTo>
                <a:cubicBezTo>
                  <a:pt x="3467" y="904"/>
                  <a:pt x="3461" y="900"/>
                  <a:pt x="3469" y="894"/>
                </a:cubicBezTo>
                <a:cubicBezTo>
                  <a:pt x="3472" y="875"/>
                  <a:pt x="3471" y="874"/>
                  <a:pt x="3472" y="871"/>
                </a:cubicBezTo>
                <a:cubicBezTo>
                  <a:pt x="3477" y="825"/>
                  <a:pt x="3480" y="816"/>
                  <a:pt x="3484" y="808"/>
                </a:cubicBezTo>
                <a:cubicBezTo>
                  <a:pt x="3493" y="697"/>
                  <a:pt x="3492" y="684"/>
                  <a:pt x="3492" y="672"/>
                </a:cubicBezTo>
                <a:cubicBezTo>
                  <a:pt x="3488" y="611"/>
                  <a:pt x="3497" y="586"/>
                  <a:pt x="3491" y="562"/>
                </a:cubicBezTo>
                <a:cubicBezTo>
                  <a:pt x="3494" y="512"/>
                  <a:pt x="3491" y="500"/>
                  <a:pt x="3493" y="488"/>
                </a:cubicBezTo>
                <a:cubicBezTo>
                  <a:pt x="3491" y="465"/>
                  <a:pt x="3493" y="459"/>
                  <a:pt x="3495" y="452"/>
                </a:cubicBezTo>
                <a:cubicBezTo>
                  <a:pt x="3497" y="408"/>
                  <a:pt x="3501" y="402"/>
                  <a:pt x="3497" y="396"/>
                </a:cubicBezTo>
                <a:cubicBezTo>
                  <a:pt x="3508" y="327"/>
                  <a:pt x="3513" y="315"/>
                  <a:pt x="3513" y="303"/>
                </a:cubicBezTo>
                <a:cubicBezTo>
                  <a:pt x="3527" y="239"/>
                  <a:pt x="3533" y="232"/>
                  <a:pt x="3532" y="226"/>
                </a:cubicBezTo>
                <a:cubicBezTo>
                  <a:pt x="3535" y="205"/>
                  <a:pt x="3525" y="222"/>
                  <a:pt x="3521" y="240"/>
                </a:cubicBezTo>
                <a:cubicBezTo>
                  <a:pt x="3499" y="309"/>
                  <a:pt x="3506" y="324"/>
                  <a:pt x="3494" y="343"/>
                </a:cubicBezTo>
                <a:cubicBezTo>
                  <a:pt x="3487" y="407"/>
                  <a:pt x="3488" y="419"/>
                  <a:pt x="3485" y="431"/>
                </a:cubicBezTo>
                <a:cubicBezTo>
                  <a:pt x="3481" y="553"/>
                  <a:pt x="3480" y="565"/>
                  <a:pt x="3481" y="576"/>
                </a:cubicBezTo>
                <a:cubicBezTo>
                  <a:pt x="3482" y="601"/>
                  <a:pt x="3478" y="608"/>
                  <a:pt x="3482" y="613"/>
                </a:cubicBezTo>
                <a:cubicBezTo>
                  <a:pt x="3478" y="674"/>
                  <a:pt x="3481" y="680"/>
                  <a:pt x="3481" y="686"/>
                </a:cubicBezTo>
                <a:cubicBezTo>
                  <a:pt x="3479" y="770"/>
                  <a:pt x="3468" y="784"/>
                  <a:pt x="3475" y="794"/>
                </a:cubicBezTo>
                <a:cubicBezTo>
                  <a:pt x="3466" y="822"/>
                  <a:pt x="3473" y="824"/>
                  <a:pt x="3468" y="828"/>
                </a:cubicBezTo>
                <a:cubicBezTo>
                  <a:pt x="3458" y="890"/>
                  <a:pt x="3457" y="896"/>
                  <a:pt x="3451" y="903"/>
                </a:cubicBezTo>
                <a:cubicBezTo>
                  <a:pt x="3437" y="953"/>
                  <a:pt x="3444" y="965"/>
                  <a:pt x="3430" y="974"/>
                </a:cubicBezTo>
                <a:cubicBezTo>
                  <a:pt x="3429" y="995"/>
                  <a:pt x="3420" y="1011"/>
                  <a:pt x="3414" y="1010"/>
                </a:cubicBezTo>
                <a:cubicBezTo>
                  <a:pt x="3427" y="965"/>
                  <a:pt x="3432" y="959"/>
                  <a:pt x="3427" y="954"/>
                </a:cubicBezTo>
                <a:cubicBezTo>
                  <a:pt x="3428" y="918"/>
                  <a:pt x="3431" y="915"/>
                  <a:pt x="3434" y="912"/>
                </a:cubicBezTo>
                <a:cubicBezTo>
                  <a:pt x="3435" y="859"/>
                  <a:pt x="3434" y="848"/>
                  <a:pt x="3440" y="836"/>
                </a:cubicBezTo>
                <a:cubicBezTo>
                  <a:pt x="3434" y="731"/>
                  <a:pt x="3442" y="723"/>
                  <a:pt x="3440" y="716"/>
                </a:cubicBezTo>
                <a:cubicBezTo>
                  <a:pt x="3443" y="655"/>
                  <a:pt x="3432" y="651"/>
                  <a:pt x="3436" y="644"/>
                </a:cubicBezTo>
                <a:cubicBezTo>
                  <a:pt x="3432" y="604"/>
                  <a:pt x="3437" y="593"/>
                  <a:pt x="3432" y="583"/>
                </a:cubicBezTo>
                <a:cubicBezTo>
                  <a:pt x="3439" y="515"/>
                  <a:pt x="3429" y="512"/>
                  <a:pt x="3436" y="506"/>
                </a:cubicBezTo>
                <a:cubicBezTo>
                  <a:pt x="3438" y="453"/>
                  <a:pt x="3435" y="449"/>
                  <a:pt x="3435" y="444"/>
                </a:cubicBezTo>
                <a:cubicBezTo>
                  <a:pt x="3437" y="434"/>
                  <a:pt x="3433" y="437"/>
                  <a:pt x="3435" y="440"/>
                </a:cubicBezTo>
                <a:cubicBezTo>
                  <a:pt x="3435" y="480"/>
                  <a:pt x="3425" y="478"/>
                  <a:pt x="3425" y="487"/>
                </a:cubicBezTo>
                <a:cubicBezTo>
                  <a:pt x="3425" y="566"/>
                  <a:pt x="3424" y="577"/>
                  <a:pt x="3424" y="588"/>
                </a:cubicBezTo>
                <a:cubicBezTo>
                  <a:pt x="3422" y="629"/>
                  <a:pt x="3423" y="635"/>
                  <a:pt x="3425" y="640"/>
                </a:cubicBezTo>
                <a:cubicBezTo>
                  <a:pt x="3425" y="679"/>
                  <a:pt x="3432" y="684"/>
                  <a:pt x="3430" y="691"/>
                </a:cubicBezTo>
                <a:cubicBezTo>
                  <a:pt x="3428" y="723"/>
                  <a:pt x="3428" y="727"/>
                  <a:pt x="3425" y="731"/>
                </a:cubicBezTo>
                <a:cubicBezTo>
                  <a:pt x="3424" y="779"/>
                  <a:pt x="3432" y="785"/>
                  <a:pt x="3426" y="793"/>
                </a:cubicBezTo>
                <a:cubicBezTo>
                  <a:pt x="3421" y="842"/>
                  <a:pt x="3429" y="848"/>
                  <a:pt x="3422" y="855"/>
                </a:cubicBezTo>
                <a:cubicBezTo>
                  <a:pt x="3416" y="922"/>
                  <a:pt x="3423" y="924"/>
                  <a:pt x="3417" y="928"/>
                </a:cubicBezTo>
                <a:cubicBezTo>
                  <a:pt x="3419" y="963"/>
                  <a:pt x="3412" y="967"/>
                  <a:pt x="3415" y="970"/>
                </a:cubicBezTo>
                <a:cubicBezTo>
                  <a:pt x="3392" y="1031"/>
                  <a:pt x="3396" y="1036"/>
                  <a:pt x="3390" y="1042"/>
                </a:cubicBezTo>
                <a:cubicBezTo>
                  <a:pt x="3355" y="1102"/>
                  <a:pt x="3350" y="1107"/>
                  <a:pt x="3348" y="1116"/>
                </a:cubicBezTo>
                <a:cubicBezTo>
                  <a:pt x="3323" y="1149"/>
                  <a:pt x="3326" y="1150"/>
                  <a:pt x="3317" y="1162"/>
                </a:cubicBezTo>
                <a:cubicBezTo>
                  <a:pt x="3329" y="1121"/>
                  <a:pt x="3326" y="1108"/>
                  <a:pt x="3337" y="1093"/>
                </a:cubicBezTo>
                <a:cubicBezTo>
                  <a:pt x="3347" y="1036"/>
                  <a:pt x="3348" y="1022"/>
                  <a:pt x="3350" y="1008"/>
                </a:cubicBezTo>
                <a:cubicBezTo>
                  <a:pt x="3371" y="897"/>
                  <a:pt x="3369" y="890"/>
                  <a:pt x="3372" y="883"/>
                </a:cubicBezTo>
                <a:cubicBezTo>
                  <a:pt x="3379" y="854"/>
                  <a:pt x="3375" y="848"/>
                  <a:pt x="3374" y="841"/>
                </a:cubicBezTo>
                <a:cubicBezTo>
                  <a:pt x="3384" y="791"/>
                  <a:pt x="3379" y="786"/>
                  <a:pt x="3384" y="780"/>
                </a:cubicBezTo>
                <a:cubicBezTo>
                  <a:pt x="3383" y="731"/>
                  <a:pt x="3389" y="725"/>
                  <a:pt x="3382" y="720"/>
                </a:cubicBezTo>
                <a:cubicBezTo>
                  <a:pt x="3387" y="686"/>
                  <a:pt x="3385" y="681"/>
                  <a:pt x="3383" y="677"/>
                </a:cubicBezTo>
                <a:cubicBezTo>
                  <a:pt x="3387" y="640"/>
                  <a:pt x="3385" y="634"/>
                  <a:pt x="3386" y="629"/>
                </a:cubicBezTo>
                <a:cubicBezTo>
                  <a:pt x="3383" y="559"/>
                  <a:pt x="3387" y="548"/>
                  <a:pt x="3386" y="537"/>
                </a:cubicBezTo>
                <a:cubicBezTo>
                  <a:pt x="3386" y="466"/>
                  <a:pt x="3389" y="456"/>
                  <a:pt x="3390" y="446"/>
                </a:cubicBezTo>
                <a:cubicBezTo>
                  <a:pt x="3392" y="404"/>
                  <a:pt x="3390" y="394"/>
                  <a:pt x="3398" y="383"/>
                </a:cubicBezTo>
                <a:cubicBezTo>
                  <a:pt x="3404" y="361"/>
                  <a:pt x="3399" y="358"/>
                  <a:pt x="3400" y="356"/>
                </a:cubicBezTo>
                <a:cubicBezTo>
                  <a:pt x="3424" y="303"/>
                  <a:pt x="3423" y="300"/>
                  <a:pt x="3427" y="296"/>
                </a:cubicBezTo>
                <a:cubicBezTo>
                  <a:pt x="3405" y="329"/>
                  <a:pt x="3404" y="333"/>
                  <a:pt x="3404" y="336"/>
                </a:cubicBezTo>
                <a:cubicBezTo>
                  <a:pt x="3400" y="363"/>
                  <a:pt x="3389" y="367"/>
                  <a:pt x="3388" y="368"/>
                </a:cubicBezTo>
                <a:cubicBezTo>
                  <a:pt x="3386" y="410"/>
                  <a:pt x="3379" y="422"/>
                  <a:pt x="3378" y="433"/>
                </a:cubicBezTo>
                <a:cubicBezTo>
                  <a:pt x="3363" y="507"/>
                  <a:pt x="3358" y="513"/>
                  <a:pt x="3361" y="518"/>
                </a:cubicBezTo>
                <a:cubicBezTo>
                  <a:pt x="3358" y="546"/>
                  <a:pt x="3355" y="549"/>
                  <a:pt x="3357" y="552"/>
                </a:cubicBezTo>
                <a:cubicBezTo>
                  <a:pt x="3354" y="588"/>
                  <a:pt x="3355" y="591"/>
                  <a:pt x="3355" y="594"/>
                </a:cubicBezTo>
                <a:cubicBezTo>
                  <a:pt x="3353" y="641"/>
                  <a:pt x="3349" y="647"/>
                  <a:pt x="3350" y="652"/>
                </a:cubicBezTo>
                <a:cubicBezTo>
                  <a:pt x="3346" y="713"/>
                  <a:pt x="3338" y="726"/>
                  <a:pt x="3341" y="736"/>
                </a:cubicBezTo>
                <a:cubicBezTo>
                  <a:pt x="3334" y="759"/>
                  <a:pt x="3339" y="764"/>
                  <a:pt x="3334" y="770"/>
                </a:cubicBezTo>
                <a:cubicBezTo>
                  <a:pt x="3326" y="810"/>
                  <a:pt x="3328" y="815"/>
                  <a:pt x="3328" y="821"/>
                </a:cubicBezTo>
                <a:cubicBezTo>
                  <a:pt x="3320" y="874"/>
                  <a:pt x="3320" y="877"/>
                  <a:pt x="3320" y="880"/>
                </a:cubicBezTo>
                <a:cubicBezTo>
                  <a:pt x="3315" y="895"/>
                  <a:pt x="3318" y="899"/>
                  <a:pt x="3314" y="897"/>
                </a:cubicBezTo>
                <a:cubicBezTo>
                  <a:pt x="3313" y="842"/>
                  <a:pt x="3312" y="839"/>
                  <a:pt x="3313" y="835"/>
                </a:cubicBezTo>
                <a:cubicBezTo>
                  <a:pt x="3317" y="701"/>
                  <a:pt x="3313" y="673"/>
                  <a:pt x="3316" y="644"/>
                </a:cubicBezTo>
                <a:cubicBezTo>
                  <a:pt x="3315" y="579"/>
                  <a:pt x="3315" y="576"/>
                  <a:pt x="3312" y="573"/>
                </a:cubicBezTo>
                <a:cubicBezTo>
                  <a:pt x="3315" y="461"/>
                  <a:pt x="3320" y="447"/>
                  <a:pt x="3316" y="433"/>
                </a:cubicBezTo>
                <a:cubicBezTo>
                  <a:pt x="3321" y="398"/>
                  <a:pt x="3322" y="393"/>
                  <a:pt x="3320" y="389"/>
                </a:cubicBezTo>
                <a:cubicBezTo>
                  <a:pt x="3336" y="289"/>
                  <a:pt x="3333" y="285"/>
                  <a:pt x="3336" y="282"/>
                </a:cubicBezTo>
                <a:cubicBezTo>
                  <a:pt x="3345" y="231"/>
                  <a:pt x="3348" y="223"/>
                  <a:pt x="3346" y="216"/>
                </a:cubicBezTo>
                <a:cubicBezTo>
                  <a:pt x="3334" y="252"/>
                  <a:pt x="3336" y="255"/>
                  <a:pt x="3331" y="259"/>
                </a:cubicBezTo>
                <a:cubicBezTo>
                  <a:pt x="3318" y="359"/>
                  <a:pt x="3314" y="374"/>
                  <a:pt x="3314" y="388"/>
                </a:cubicBezTo>
                <a:cubicBezTo>
                  <a:pt x="3311" y="458"/>
                  <a:pt x="3307" y="465"/>
                  <a:pt x="3309" y="472"/>
                </a:cubicBezTo>
                <a:cubicBezTo>
                  <a:pt x="3306" y="525"/>
                  <a:pt x="3310" y="526"/>
                  <a:pt x="3310" y="527"/>
                </a:cubicBezTo>
                <a:cubicBezTo>
                  <a:pt x="3299" y="585"/>
                  <a:pt x="3304" y="612"/>
                  <a:pt x="3305" y="640"/>
                </a:cubicBezTo>
                <a:cubicBezTo>
                  <a:pt x="3305" y="685"/>
                  <a:pt x="3305" y="688"/>
                  <a:pt x="3302" y="692"/>
                </a:cubicBezTo>
                <a:cubicBezTo>
                  <a:pt x="3308" y="738"/>
                  <a:pt x="3305" y="752"/>
                  <a:pt x="3308" y="766"/>
                </a:cubicBezTo>
                <a:cubicBezTo>
                  <a:pt x="3302" y="837"/>
                  <a:pt x="3302" y="844"/>
                  <a:pt x="3305" y="851"/>
                </a:cubicBezTo>
                <a:cubicBezTo>
                  <a:pt x="3301" y="936"/>
                  <a:pt x="3297" y="942"/>
                  <a:pt x="3298" y="947"/>
                </a:cubicBezTo>
                <a:cubicBezTo>
                  <a:pt x="3292" y="995"/>
                  <a:pt x="3290" y="1000"/>
                  <a:pt x="3287" y="1004"/>
                </a:cubicBezTo>
                <a:cubicBezTo>
                  <a:pt x="3288" y="1046"/>
                  <a:pt x="3280" y="1051"/>
                  <a:pt x="3286" y="1054"/>
                </a:cubicBezTo>
                <a:cubicBezTo>
                  <a:pt x="3277" y="1058"/>
                  <a:pt x="3283" y="1050"/>
                  <a:pt x="3280" y="1043"/>
                </a:cubicBezTo>
                <a:cubicBezTo>
                  <a:pt x="3274" y="1006"/>
                  <a:pt x="3274" y="1002"/>
                  <a:pt x="3278" y="997"/>
                </a:cubicBezTo>
                <a:cubicBezTo>
                  <a:pt x="3276" y="977"/>
                  <a:pt x="3278" y="974"/>
                  <a:pt x="3280" y="970"/>
                </a:cubicBezTo>
                <a:cubicBezTo>
                  <a:pt x="3285" y="945"/>
                  <a:pt x="3275" y="942"/>
                  <a:pt x="3280" y="937"/>
                </a:cubicBezTo>
                <a:cubicBezTo>
                  <a:pt x="3273" y="897"/>
                  <a:pt x="3281" y="891"/>
                  <a:pt x="3277" y="888"/>
                </a:cubicBezTo>
                <a:cubicBezTo>
                  <a:pt x="3282" y="784"/>
                  <a:pt x="3267" y="781"/>
                  <a:pt x="3276" y="774"/>
                </a:cubicBezTo>
                <a:cubicBezTo>
                  <a:pt x="3273" y="731"/>
                  <a:pt x="3277" y="724"/>
                  <a:pt x="3275" y="718"/>
                </a:cubicBezTo>
                <a:cubicBezTo>
                  <a:pt x="3273" y="623"/>
                  <a:pt x="3277" y="617"/>
                  <a:pt x="3276" y="611"/>
                </a:cubicBezTo>
                <a:cubicBezTo>
                  <a:pt x="3283" y="561"/>
                  <a:pt x="3278" y="550"/>
                  <a:pt x="3285" y="537"/>
                </a:cubicBezTo>
                <a:cubicBezTo>
                  <a:pt x="3283" y="488"/>
                  <a:pt x="3291" y="475"/>
                  <a:pt x="3289" y="464"/>
                </a:cubicBezTo>
                <a:cubicBezTo>
                  <a:pt x="3292" y="404"/>
                  <a:pt x="3301" y="396"/>
                  <a:pt x="3298" y="390"/>
                </a:cubicBezTo>
                <a:cubicBezTo>
                  <a:pt x="3312" y="326"/>
                  <a:pt x="3300" y="322"/>
                  <a:pt x="3308" y="314"/>
                </a:cubicBezTo>
                <a:cubicBezTo>
                  <a:pt x="3307" y="284"/>
                  <a:pt x="3309" y="289"/>
                  <a:pt x="3307" y="296"/>
                </a:cubicBezTo>
                <a:cubicBezTo>
                  <a:pt x="3297" y="341"/>
                  <a:pt x="3295" y="347"/>
                  <a:pt x="3297" y="353"/>
                </a:cubicBezTo>
                <a:cubicBezTo>
                  <a:pt x="3287" y="398"/>
                  <a:pt x="3295" y="403"/>
                  <a:pt x="3286" y="411"/>
                </a:cubicBezTo>
                <a:cubicBezTo>
                  <a:pt x="3284" y="443"/>
                  <a:pt x="3284" y="447"/>
                  <a:pt x="3281" y="451"/>
                </a:cubicBezTo>
                <a:cubicBezTo>
                  <a:pt x="3276" y="487"/>
                  <a:pt x="3278" y="487"/>
                  <a:pt x="3278" y="488"/>
                </a:cubicBezTo>
                <a:cubicBezTo>
                  <a:pt x="3272" y="535"/>
                  <a:pt x="3275" y="540"/>
                  <a:pt x="3270" y="547"/>
                </a:cubicBezTo>
                <a:cubicBezTo>
                  <a:pt x="3268" y="637"/>
                  <a:pt x="3264" y="651"/>
                  <a:pt x="3265" y="664"/>
                </a:cubicBezTo>
                <a:cubicBezTo>
                  <a:pt x="3260" y="747"/>
                  <a:pt x="3264" y="753"/>
                  <a:pt x="3266" y="759"/>
                </a:cubicBezTo>
                <a:cubicBezTo>
                  <a:pt x="3266" y="803"/>
                  <a:pt x="3266" y="810"/>
                  <a:pt x="3265" y="817"/>
                </a:cubicBezTo>
                <a:cubicBezTo>
                  <a:pt x="3265" y="883"/>
                  <a:pt x="3262" y="873"/>
                  <a:pt x="3259" y="863"/>
                </a:cubicBezTo>
                <a:cubicBezTo>
                  <a:pt x="3249" y="798"/>
                  <a:pt x="3260" y="792"/>
                  <a:pt x="3251" y="788"/>
                </a:cubicBezTo>
                <a:cubicBezTo>
                  <a:pt x="3244" y="752"/>
                  <a:pt x="3249" y="746"/>
                  <a:pt x="3247" y="741"/>
                </a:cubicBezTo>
                <a:cubicBezTo>
                  <a:pt x="3244" y="700"/>
                  <a:pt x="3249" y="689"/>
                  <a:pt x="3246" y="679"/>
                </a:cubicBezTo>
                <a:cubicBezTo>
                  <a:pt x="3246" y="644"/>
                  <a:pt x="3245" y="640"/>
                  <a:pt x="3247" y="635"/>
                </a:cubicBezTo>
                <a:cubicBezTo>
                  <a:pt x="3249" y="583"/>
                  <a:pt x="3251" y="573"/>
                  <a:pt x="3249" y="565"/>
                </a:cubicBezTo>
                <a:cubicBezTo>
                  <a:pt x="3256" y="516"/>
                  <a:pt x="3250" y="498"/>
                  <a:pt x="3256" y="479"/>
                </a:cubicBezTo>
                <a:cubicBezTo>
                  <a:pt x="3259" y="432"/>
                  <a:pt x="3256" y="428"/>
                  <a:pt x="3255" y="423"/>
                </a:cubicBezTo>
                <a:cubicBezTo>
                  <a:pt x="3245" y="515"/>
                  <a:pt x="3239" y="525"/>
                  <a:pt x="3243" y="534"/>
                </a:cubicBezTo>
                <a:cubicBezTo>
                  <a:pt x="3242" y="556"/>
                  <a:pt x="3238" y="559"/>
                  <a:pt x="3241" y="562"/>
                </a:cubicBezTo>
                <a:cubicBezTo>
                  <a:pt x="3245" y="605"/>
                  <a:pt x="3233" y="612"/>
                  <a:pt x="3236" y="616"/>
                </a:cubicBezTo>
                <a:cubicBezTo>
                  <a:pt x="3227" y="664"/>
                  <a:pt x="3220" y="676"/>
                  <a:pt x="3223" y="686"/>
                </a:cubicBezTo>
                <a:cubicBezTo>
                  <a:pt x="3219" y="765"/>
                  <a:pt x="3223" y="776"/>
                  <a:pt x="3218" y="788"/>
                </a:cubicBezTo>
                <a:cubicBezTo>
                  <a:pt x="3228" y="850"/>
                  <a:pt x="3221" y="855"/>
                  <a:pt x="3228" y="857"/>
                </a:cubicBezTo>
                <a:cubicBezTo>
                  <a:pt x="3231" y="895"/>
                  <a:pt x="3228" y="902"/>
                  <a:pt x="3233" y="908"/>
                </a:cubicBezTo>
                <a:cubicBezTo>
                  <a:pt x="3229" y="943"/>
                  <a:pt x="3231" y="947"/>
                  <a:pt x="3226" y="951"/>
                </a:cubicBezTo>
                <a:cubicBezTo>
                  <a:pt x="3233" y="1019"/>
                  <a:pt x="3235" y="1036"/>
                  <a:pt x="3232" y="1053"/>
                </a:cubicBezTo>
                <a:cubicBezTo>
                  <a:pt x="3238" y="1095"/>
                  <a:pt x="3241" y="1099"/>
                  <a:pt x="3241" y="1104"/>
                </a:cubicBezTo>
                <a:cubicBezTo>
                  <a:pt x="3231" y="1164"/>
                  <a:pt x="3234" y="1172"/>
                  <a:pt x="3229" y="1182"/>
                </a:cubicBezTo>
                <a:cubicBezTo>
                  <a:pt x="3221" y="1258"/>
                  <a:pt x="3219" y="1277"/>
                  <a:pt x="3212" y="1296"/>
                </a:cubicBezTo>
                <a:cubicBezTo>
                  <a:pt x="3204" y="1329"/>
                  <a:pt x="3200" y="1334"/>
                  <a:pt x="3205" y="1339"/>
                </a:cubicBezTo>
                <a:cubicBezTo>
                  <a:pt x="3190" y="1328"/>
                  <a:pt x="3191" y="1324"/>
                  <a:pt x="3194" y="1319"/>
                </a:cubicBezTo>
                <a:cubicBezTo>
                  <a:pt x="3201" y="1214"/>
                  <a:pt x="3206" y="1182"/>
                  <a:pt x="3202" y="1151"/>
                </a:cubicBezTo>
                <a:cubicBezTo>
                  <a:pt x="3196" y="1100"/>
                  <a:pt x="3199" y="1097"/>
                  <a:pt x="3198" y="1093"/>
                </a:cubicBezTo>
                <a:cubicBezTo>
                  <a:pt x="3203" y="1064"/>
                  <a:pt x="3189" y="1061"/>
                  <a:pt x="3197" y="1056"/>
                </a:cubicBezTo>
                <a:cubicBezTo>
                  <a:pt x="3188" y="1026"/>
                  <a:pt x="3194" y="1017"/>
                  <a:pt x="3189" y="1010"/>
                </a:cubicBezTo>
                <a:cubicBezTo>
                  <a:pt x="3184" y="979"/>
                  <a:pt x="3183" y="971"/>
                  <a:pt x="3180" y="963"/>
                </a:cubicBezTo>
                <a:cubicBezTo>
                  <a:pt x="3174" y="915"/>
                  <a:pt x="3187" y="908"/>
                  <a:pt x="3178" y="904"/>
                </a:cubicBezTo>
                <a:cubicBezTo>
                  <a:pt x="3178" y="837"/>
                  <a:pt x="3182" y="831"/>
                  <a:pt x="3178" y="827"/>
                </a:cubicBezTo>
                <a:cubicBezTo>
                  <a:pt x="3175" y="761"/>
                  <a:pt x="3177" y="740"/>
                  <a:pt x="3180" y="719"/>
                </a:cubicBezTo>
                <a:cubicBezTo>
                  <a:pt x="3184" y="648"/>
                  <a:pt x="3190" y="637"/>
                  <a:pt x="3188" y="627"/>
                </a:cubicBezTo>
                <a:cubicBezTo>
                  <a:pt x="3206" y="529"/>
                  <a:pt x="3210" y="523"/>
                  <a:pt x="3212" y="518"/>
                </a:cubicBezTo>
                <a:cubicBezTo>
                  <a:pt x="3215" y="478"/>
                  <a:pt x="3213" y="486"/>
                  <a:pt x="3213" y="493"/>
                </a:cubicBezTo>
                <a:cubicBezTo>
                  <a:pt x="3197" y="549"/>
                  <a:pt x="3191" y="558"/>
                  <a:pt x="3194" y="566"/>
                </a:cubicBezTo>
                <a:cubicBezTo>
                  <a:pt x="3172" y="693"/>
                  <a:pt x="3170" y="700"/>
                  <a:pt x="3170" y="708"/>
                </a:cubicBezTo>
                <a:cubicBezTo>
                  <a:pt x="3163" y="788"/>
                  <a:pt x="3167" y="818"/>
                  <a:pt x="3168" y="849"/>
                </a:cubicBezTo>
                <a:cubicBezTo>
                  <a:pt x="3172" y="944"/>
                  <a:pt x="3169" y="952"/>
                  <a:pt x="3171" y="960"/>
                </a:cubicBezTo>
                <a:cubicBezTo>
                  <a:pt x="3187" y="1035"/>
                  <a:pt x="3173" y="1051"/>
                  <a:pt x="3185" y="1062"/>
                </a:cubicBezTo>
                <a:cubicBezTo>
                  <a:pt x="3190" y="1094"/>
                  <a:pt x="3188" y="1097"/>
                  <a:pt x="3189" y="1101"/>
                </a:cubicBezTo>
                <a:cubicBezTo>
                  <a:pt x="3192" y="1176"/>
                  <a:pt x="3190" y="1185"/>
                  <a:pt x="3195" y="1193"/>
                </a:cubicBezTo>
                <a:cubicBezTo>
                  <a:pt x="3189" y="1228"/>
                  <a:pt x="3192" y="1232"/>
                  <a:pt x="3187" y="1238"/>
                </a:cubicBezTo>
                <a:cubicBezTo>
                  <a:pt x="3185" y="1275"/>
                  <a:pt x="3189" y="1295"/>
                  <a:pt x="3181" y="1317"/>
                </a:cubicBezTo>
                <a:cubicBezTo>
                  <a:pt x="3187" y="1274"/>
                  <a:pt x="3177" y="1271"/>
                  <a:pt x="3184" y="1265"/>
                </a:cubicBezTo>
                <a:cubicBezTo>
                  <a:pt x="3181" y="1218"/>
                  <a:pt x="3177" y="1215"/>
                  <a:pt x="3177" y="1212"/>
                </a:cubicBezTo>
                <a:cubicBezTo>
                  <a:pt x="3168" y="1153"/>
                  <a:pt x="3163" y="1148"/>
                  <a:pt x="3165" y="1141"/>
                </a:cubicBezTo>
                <a:cubicBezTo>
                  <a:pt x="3150" y="1077"/>
                  <a:pt x="3148" y="1065"/>
                  <a:pt x="3145" y="1053"/>
                </a:cubicBezTo>
                <a:cubicBezTo>
                  <a:pt x="3135" y="1005"/>
                  <a:pt x="3126" y="994"/>
                  <a:pt x="3127" y="981"/>
                </a:cubicBezTo>
                <a:cubicBezTo>
                  <a:pt x="3115" y="941"/>
                  <a:pt x="3113" y="935"/>
                  <a:pt x="3111" y="929"/>
                </a:cubicBezTo>
                <a:cubicBezTo>
                  <a:pt x="3102" y="864"/>
                  <a:pt x="3107" y="851"/>
                  <a:pt x="3103" y="839"/>
                </a:cubicBezTo>
                <a:cubicBezTo>
                  <a:pt x="3109" y="779"/>
                  <a:pt x="3104" y="773"/>
                  <a:pt x="3107" y="766"/>
                </a:cubicBezTo>
                <a:cubicBezTo>
                  <a:pt x="3102" y="711"/>
                  <a:pt x="3107" y="729"/>
                  <a:pt x="3099" y="749"/>
                </a:cubicBezTo>
                <a:cubicBezTo>
                  <a:pt x="3097" y="814"/>
                  <a:pt x="3095" y="823"/>
                  <a:pt x="3094" y="832"/>
                </a:cubicBezTo>
                <a:cubicBezTo>
                  <a:pt x="3101" y="937"/>
                  <a:pt x="3107" y="955"/>
                  <a:pt x="3111" y="973"/>
                </a:cubicBezTo>
                <a:cubicBezTo>
                  <a:pt x="3117" y="1018"/>
                  <a:pt x="3130" y="1021"/>
                  <a:pt x="3125" y="1027"/>
                </a:cubicBezTo>
                <a:cubicBezTo>
                  <a:pt x="3132" y="1062"/>
                  <a:pt x="3142" y="1071"/>
                  <a:pt x="3138" y="1081"/>
                </a:cubicBezTo>
                <a:cubicBezTo>
                  <a:pt x="3150" y="1143"/>
                  <a:pt x="3157" y="1149"/>
                  <a:pt x="3155" y="1155"/>
                </a:cubicBezTo>
                <a:cubicBezTo>
                  <a:pt x="3169" y="1248"/>
                  <a:pt x="3163" y="1254"/>
                  <a:pt x="3171" y="1258"/>
                </a:cubicBezTo>
                <a:cubicBezTo>
                  <a:pt x="3169" y="1318"/>
                  <a:pt x="3169" y="1323"/>
                  <a:pt x="3168" y="1329"/>
                </a:cubicBezTo>
                <a:cubicBezTo>
                  <a:pt x="3165" y="1389"/>
                  <a:pt x="3157" y="1396"/>
                  <a:pt x="3158" y="1401"/>
                </a:cubicBezTo>
                <a:cubicBezTo>
                  <a:pt x="3146" y="1441"/>
                  <a:pt x="3147" y="1455"/>
                  <a:pt x="3140" y="1453"/>
                </a:cubicBezTo>
                <a:cubicBezTo>
                  <a:pt x="3150" y="1368"/>
                  <a:pt x="3151" y="1358"/>
                  <a:pt x="3146" y="1349"/>
                </a:cubicBezTo>
                <a:cubicBezTo>
                  <a:pt x="3139" y="1285"/>
                  <a:pt x="3151" y="1278"/>
                  <a:pt x="3144" y="1274"/>
                </a:cubicBezTo>
                <a:cubicBezTo>
                  <a:pt x="3144" y="1255"/>
                  <a:pt x="3149" y="1250"/>
                  <a:pt x="3145" y="1245"/>
                </a:cubicBezTo>
                <a:cubicBezTo>
                  <a:pt x="3130" y="1166"/>
                  <a:pt x="3132" y="1161"/>
                  <a:pt x="3132" y="1156"/>
                </a:cubicBezTo>
                <a:cubicBezTo>
                  <a:pt x="3122" y="1123"/>
                  <a:pt x="3127" y="1117"/>
                  <a:pt x="3122" y="1112"/>
                </a:cubicBezTo>
                <a:cubicBezTo>
                  <a:pt x="3108" y="1076"/>
                  <a:pt x="3112" y="1073"/>
                  <a:pt x="3110" y="1070"/>
                </a:cubicBezTo>
                <a:cubicBezTo>
                  <a:pt x="3090" y="992"/>
                  <a:pt x="3087" y="987"/>
                  <a:pt x="3085" y="983"/>
                </a:cubicBezTo>
                <a:cubicBezTo>
                  <a:pt x="3078" y="933"/>
                  <a:pt x="3076" y="927"/>
                  <a:pt x="3077" y="922"/>
                </a:cubicBezTo>
                <a:cubicBezTo>
                  <a:pt x="3079" y="845"/>
                  <a:pt x="3081" y="819"/>
                  <a:pt x="3084" y="792"/>
                </a:cubicBezTo>
                <a:cubicBezTo>
                  <a:pt x="3090" y="720"/>
                  <a:pt x="3087" y="729"/>
                  <a:pt x="3091" y="736"/>
                </a:cubicBezTo>
                <a:cubicBezTo>
                  <a:pt x="3078" y="779"/>
                  <a:pt x="3079" y="783"/>
                  <a:pt x="3077" y="787"/>
                </a:cubicBezTo>
                <a:cubicBezTo>
                  <a:pt x="3065" y="878"/>
                  <a:pt x="3069" y="894"/>
                  <a:pt x="3063" y="911"/>
                </a:cubicBezTo>
                <a:cubicBezTo>
                  <a:pt x="3069" y="952"/>
                  <a:pt x="3069" y="956"/>
                  <a:pt x="3070" y="960"/>
                </a:cubicBezTo>
                <a:cubicBezTo>
                  <a:pt x="3089" y="1043"/>
                  <a:pt x="3092" y="1051"/>
                  <a:pt x="3096" y="1060"/>
                </a:cubicBezTo>
                <a:cubicBezTo>
                  <a:pt x="3108" y="1126"/>
                  <a:pt x="3117" y="1129"/>
                  <a:pt x="3113" y="1134"/>
                </a:cubicBezTo>
                <a:cubicBezTo>
                  <a:pt x="3128" y="1175"/>
                  <a:pt x="3121" y="1180"/>
                  <a:pt x="3126" y="1184"/>
                </a:cubicBezTo>
                <a:cubicBezTo>
                  <a:pt x="3136" y="1226"/>
                  <a:pt x="3130" y="1231"/>
                  <a:pt x="3131" y="1235"/>
                </a:cubicBezTo>
                <a:cubicBezTo>
                  <a:pt x="3134" y="1290"/>
                  <a:pt x="3134" y="1294"/>
                  <a:pt x="3133" y="1299"/>
                </a:cubicBezTo>
                <a:cubicBezTo>
                  <a:pt x="3129" y="1306"/>
                  <a:pt x="3135" y="1302"/>
                  <a:pt x="3129" y="1299"/>
                </a:cubicBezTo>
                <a:cubicBezTo>
                  <a:pt x="3119" y="1252"/>
                  <a:pt x="3109" y="1239"/>
                  <a:pt x="3106" y="1224"/>
                </a:cubicBezTo>
                <a:cubicBezTo>
                  <a:pt x="3078" y="1167"/>
                  <a:pt x="3078" y="1152"/>
                  <a:pt x="3066" y="1138"/>
                </a:cubicBezTo>
                <a:cubicBezTo>
                  <a:pt x="3050" y="1074"/>
                  <a:pt x="3046" y="1057"/>
                  <a:pt x="3046" y="1040"/>
                </a:cubicBezTo>
                <a:cubicBezTo>
                  <a:pt x="3035" y="972"/>
                  <a:pt x="3034" y="955"/>
                  <a:pt x="3032" y="938"/>
                </a:cubicBezTo>
                <a:cubicBezTo>
                  <a:pt x="3026" y="930"/>
                  <a:pt x="3027" y="937"/>
                  <a:pt x="3022" y="946"/>
                </a:cubicBezTo>
                <a:cubicBezTo>
                  <a:pt x="3033" y="1023"/>
                  <a:pt x="3031" y="1031"/>
                  <a:pt x="3031" y="1040"/>
                </a:cubicBezTo>
                <a:cubicBezTo>
                  <a:pt x="3035" y="1078"/>
                  <a:pt x="3045" y="1081"/>
                  <a:pt x="3040" y="1086"/>
                </a:cubicBezTo>
                <a:cubicBezTo>
                  <a:pt x="3049" y="1118"/>
                  <a:pt x="3053" y="1126"/>
                  <a:pt x="3055" y="1134"/>
                </a:cubicBezTo>
                <a:cubicBezTo>
                  <a:pt x="3080" y="1186"/>
                  <a:pt x="3074" y="1195"/>
                  <a:pt x="3083" y="1202"/>
                </a:cubicBezTo>
                <a:cubicBezTo>
                  <a:pt x="3109" y="1254"/>
                  <a:pt x="3102" y="1264"/>
                  <a:pt x="3111" y="1271"/>
                </a:cubicBezTo>
                <a:cubicBezTo>
                  <a:pt x="3116" y="1309"/>
                  <a:pt x="3125" y="1319"/>
                  <a:pt x="3117" y="1316"/>
                </a:cubicBezTo>
                <a:cubicBezTo>
                  <a:pt x="3103" y="1276"/>
                  <a:pt x="3095" y="1267"/>
                  <a:pt x="3092" y="1257"/>
                </a:cubicBezTo>
                <a:cubicBezTo>
                  <a:pt x="3057" y="1179"/>
                  <a:pt x="3038" y="1161"/>
                  <a:pt x="3039" y="1140"/>
                </a:cubicBezTo>
                <a:cubicBezTo>
                  <a:pt x="3025" y="1089"/>
                  <a:pt x="3031" y="1082"/>
                  <a:pt x="3024" y="1078"/>
                </a:cubicBezTo>
                <a:cubicBezTo>
                  <a:pt x="3025" y="1131"/>
                  <a:pt x="3027" y="1138"/>
                  <a:pt x="3031" y="1145"/>
                </a:cubicBezTo>
                <a:cubicBezTo>
                  <a:pt x="3045" y="1237"/>
                  <a:pt x="3045" y="1259"/>
                  <a:pt x="3052" y="1281"/>
                </a:cubicBezTo>
                <a:cubicBezTo>
                  <a:pt x="3067" y="1333"/>
                  <a:pt x="3072" y="1336"/>
                  <a:pt x="3070" y="1338"/>
                </a:cubicBezTo>
                <a:cubicBezTo>
                  <a:pt x="3085" y="1370"/>
                  <a:pt x="3084" y="1376"/>
                  <a:pt x="3085" y="1382"/>
                </a:cubicBezTo>
                <a:cubicBezTo>
                  <a:pt x="3099" y="1427"/>
                  <a:pt x="3097" y="1439"/>
                  <a:pt x="3098" y="1451"/>
                </a:cubicBezTo>
                <a:cubicBezTo>
                  <a:pt x="3103" y="1502"/>
                  <a:pt x="3091" y="1509"/>
                  <a:pt x="3099" y="1513"/>
                </a:cubicBezTo>
                <a:cubicBezTo>
                  <a:pt x="3085" y="1572"/>
                  <a:pt x="3084" y="1577"/>
                  <a:pt x="3079" y="1581"/>
                </a:cubicBezTo>
                <a:cubicBezTo>
                  <a:pt x="3072" y="1591"/>
                  <a:pt x="3073" y="1589"/>
                  <a:pt x="3073" y="1587"/>
                </a:cubicBezTo>
                <a:cubicBezTo>
                  <a:pt x="3075" y="1545"/>
                  <a:pt x="3082" y="1541"/>
                  <a:pt x="3079" y="1538"/>
                </a:cubicBezTo>
                <a:cubicBezTo>
                  <a:pt x="3081" y="1487"/>
                  <a:pt x="3084" y="1472"/>
                  <a:pt x="3079" y="1457"/>
                </a:cubicBezTo>
                <a:cubicBezTo>
                  <a:pt x="3063" y="1375"/>
                  <a:pt x="3054" y="1366"/>
                  <a:pt x="3054" y="1355"/>
                </a:cubicBezTo>
                <a:cubicBezTo>
                  <a:pt x="3038" y="1309"/>
                  <a:pt x="3038" y="1296"/>
                  <a:pt x="3030" y="1301"/>
                </a:cubicBezTo>
                <a:cubicBezTo>
                  <a:pt x="3035" y="1339"/>
                  <a:pt x="3043" y="1347"/>
                  <a:pt x="3042" y="1357"/>
                </a:cubicBezTo>
                <a:cubicBezTo>
                  <a:pt x="3060" y="1423"/>
                  <a:pt x="3066" y="1432"/>
                  <a:pt x="3064" y="1443"/>
                </a:cubicBezTo>
                <a:cubicBezTo>
                  <a:pt x="3070" y="1512"/>
                  <a:pt x="3065" y="1522"/>
                  <a:pt x="3066" y="1532"/>
                </a:cubicBezTo>
                <a:cubicBezTo>
                  <a:pt x="3061" y="1570"/>
                  <a:pt x="3061" y="1578"/>
                  <a:pt x="3060" y="1587"/>
                </a:cubicBezTo>
                <a:cubicBezTo>
                  <a:pt x="3040" y="1632"/>
                  <a:pt x="3036" y="1627"/>
                  <a:pt x="3035" y="1621"/>
                </a:cubicBezTo>
                <a:cubicBezTo>
                  <a:pt x="3043" y="1586"/>
                  <a:pt x="3043" y="1584"/>
                  <a:pt x="3042" y="1582"/>
                </a:cubicBezTo>
                <a:cubicBezTo>
                  <a:pt x="3036" y="1582"/>
                  <a:pt x="3034" y="1584"/>
                  <a:pt x="3031" y="1587"/>
                </a:cubicBezTo>
                <a:cubicBezTo>
                  <a:pt x="3023" y="1596"/>
                  <a:pt x="3020" y="1592"/>
                  <a:pt x="3016" y="1587"/>
                </a:cubicBezTo>
                <a:cubicBezTo>
                  <a:pt x="2967" y="1552"/>
                  <a:pt x="2974" y="1564"/>
                  <a:pt x="2989" y="1575"/>
                </a:cubicBezTo>
                <a:cubicBezTo>
                  <a:pt x="2989" y="1588"/>
                  <a:pt x="2990" y="1589"/>
                  <a:pt x="2989" y="1590"/>
                </a:cubicBezTo>
                <a:cubicBezTo>
                  <a:pt x="3003" y="1622"/>
                  <a:pt x="3005" y="1626"/>
                  <a:pt x="3005" y="1631"/>
                </a:cubicBezTo>
                <a:cubicBezTo>
                  <a:pt x="2978" y="1732"/>
                  <a:pt x="2973" y="1741"/>
                  <a:pt x="2966" y="1750"/>
                </a:cubicBezTo>
                <a:cubicBezTo>
                  <a:pt x="2976" y="1791"/>
                  <a:pt x="2980" y="1771"/>
                  <a:pt x="2989" y="1782"/>
                </a:cubicBezTo>
                <a:cubicBezTo>
                  <a:pt x="3002" y="1755"/>
                  <a:pt x="3010" y="1760"/>
                  <a:pt x="3016" y="1756"/>
                </a:cubicBezTo>
                <a:cubicBezTo>
                  <a:pt x="3024" y="1731"/>
                  <a:pt x="3029" y="1727"/>
                  <a:pt x="3034" y="1723"/>
                </a:cubicBezTo>
                <a:cubicBezTo>
                  <a:pt x="3073" y="1687"/>
                  <a:pt x="3079" y="1674"/>
                  <a:pt x="3088" y="1675"/>
                </a:cubicBezTo>
                <a:cubicBezTo>
                  <a:pt x="3144" y="1654"/>
                  <a:pt x="3154" y="1661"/>
                  <a:pt x="3161" y="1651"/>
                </a:cubicBezTo>
                <a:cubicBezTo>
                  <a:pt x="3114" y="1654"/>
                  <a:pt x="3107" y="1650"/>
                  <a:pt x="3102" y="1657"/>
                </a:cubicBezTo>
                <a:cubicBezTo>
                  <a:pt x="3060" y="1671"/>
                  <a:pt x="3055" y="1686"/>
                  <a:pt x="3047" y="1681"/>
                </a:cubicBezTo>
                <a:cubicBezTo>
                  <a:pt x="3082" y="1640"/>
                  <a:pt x="3090" y="1637"/>
                  <a:pt x="3098" y="1629"/>
                </a:cubicBezTo>
                <a:cubicBezTo>
                  <a:pt x="3130" y="1613"/>
                  <a:pt x="3134" y="1608"/>
                  <a:pt x="3138" y="1604"/>
                </a:cubicBezTo>
                <a:cubicBezTo>
                  <a:pt x="3173" y="1585"/>
                  <a:pt x="3176" y="1583"/>
                  <a:pt x="3178" y="1580"/>
                </a:cubicBezTo>
                <a:cubicBezTo>
                  <a:pt x="3259" y="1554"/>
                  <a:pt x="3272" y="1554"/>
                  <a:pt x="3283" y="1547"/>
                </a:cubicBezTo>
                <a:cubicBezTo>
                  <a:pt x="3332" y="1540"/>
                  <a:pt x="3344" y="1534"/>
                  <a:pt x="3356" y="1533"/>
                </a:cubicBezTo>
                <a:cubicBezTo>
                  <a:pt x="3432" y="1521"/>
                  <a:pt x="3434" y="1516"/>
                  <a:pt x="3437" y="1518"/>
                </a:cubicBezTo>
                <a:cubicBezTo>
                  <a:pt x="3470" y="1511"/>
                  <a:pt x="3475" y="1508"/>
                  <a:pt x="3480" y="1503"/>
                </a:cubicBezTo>
                <a:cubicBezTo>
                  <a:pt x="3518" y="1495"/>
                  <a:pt x="3532" y="1496"/>
                  <a:pt x="3528" y="1489"/>
                </a:cubicBezTo>
                <a:cubicBezTo>
                  <a:pt x="3494" y="1499"/>
                  <a:pt x="3490" y="1500"/>
                  <a:pt x="3486" y="1500"/>
                </a:cubicBezTo>
                <a:cubicBezTo>
                  <a:pt x="3429" y="1509"/>
                  <a:pt x="3415" y="1514"/>
                  <a:pt x="3401" y="1516"/>
                </a:cubicBezTo>
                <a:cubicBezTo>
                  <a:pt x="3352" y="1523"/>
                  <a:pt x="3345" y="1522"/>
                  <a:pt x="3339" y="1527"/>
                </a:cubicBezTo>
                <a:cubicBezTo>
                  <a:pt x="3303" y="1531"/>
                  <a:pt x="3300" y="1536"/>
                  <a:pt x="3296" y="1531"/>
                </a:cubicBezTo>
                <a:cubicBezTo>
                  <a:pt x="3260" y="1542"/>
                  <a:pt x="3247" y="1550"/>
                  <a:pt x="3232" y="1552"/>
                </a:cubicBezTo>
                <a:cubicBezTo>
                  <a:pt x="3151" y="1588"/>
                  <a:pt x="3150" y="1589"/>
                  <a:pt x="3149" y="1591"/>
                </a:cubicBezTo>
                <a:cubicBezTo>
                  <a:pt x="3109" y="1607"/>
                  <a:pt x="3105" y="1612"/>
                  <a:pt x="3100" y="1612"/>
                </a:cubicBezTo>
                <a:cubicBezTo>
                  <a:pt x="3147" y="1576"/>
                  <a:pt x="3155" y="1565"/>
                  <a:pt x="3164" y="1566"/>
                </a:cubicBezTo>
                <a:cubicBezTo>
                  <a:pt x="3195" y="1548"/>
                  <a:pt x="3200" y="1549"/>
                  <a:pt x="3205" y="1546"/>
                </a:cubicBezTo>
                <a:cubicBezTo>
                  <a:pt x="3250" y="1525"/>
                  <a:pt x="3255" y="1530"/>
                  <a:pt x="3260" y="1526"/>
                </a:cubicBezTo>
                <a:cubicBezTo>
                  <a:pt x="3321" y="1512"/>
                  <a:pt x="3340" y="1513"/>
                  <a:pt x="3359" y="1510"/>
                </a:cubicBezTo>
                <a:cubicBezTo>
                  <a:pt x="3391" y="1511"/>
                  <a:pt x="3395" y="1505"/>
                  <a:pt x="3400" y="1508"/>
                </a:cubicBezTo>
                <a:cubicBezTo>
                  <a:pt x="3452" y="1499"/>
                  <a:pt x="3462" y="1502"/>
                  <a:pt x="3471" y="1496"/>
                </a:cubicBezTo>
                <a:cubicBezTo>
                  <a:pt x="3560" y="1477"/>
                  <a:pt x="3564" y="1474"/>
                  <a:pt x="3569" y="1472"/>
                </a:cubicBezTo>
                <a:cubicBezTo>
                  <a:pt x="3539" y="1473"/>
                  <a:pt x="3528" y="1480"/>
                  <a:pt x="3516" y="1480"/>
                </a:cubicBezTo>
                <a:cubicBezTo>
                  <a:pt x="3477" y="1491"/>
                  <a:pt x="3471" y="1485"/>
                  <a:pt x="3466" y="1493"/>
                </a:cubicBezTo>
                <a:cubicBezTo>
                  <a:pt x="3437" y="1497"/>
                  <a:pt x="3434" y="1496"/>
                  <a:pt x="3432" y="1496"/>
                </a:cubicBezTo>
                <a:cubicBezTo>
                  <a:pt x="3391" y="1502"/>
                  <a:pt x="3384" y="1498"/>
                  <a:pt x="3378" y="1499"/>
                </a:cubicBezTo>
                <a:cubicBezTo>
                  <a:pt x="3294" y="1503"/>
                  <a:pt x="3291" y="1512"/>
                  <a:pt x="3286" y="1509"/>
                </a:cubicBezTo>
                <a:cubicBezTo>
                  <a:pt x="3243" y="1517"/>
                  <a:pt x="3242" y="1522"/>
                  <a:pt x="3241" y="1522"/>
                </a:cubicBezTo>
                <a:cubicBezTo>
                  <a:pt x="3214" y="1534"/>
                  <a:pt x="3210" y="1532"/>
                  <a:pt x="3207" y="1533"/>
                </a:cubicBezTo>
                <a:cubicBezTo>
                  <a:pt x="3167" y="1545"/>
                  <a:pt x="3165" y="1562"/>
                  <a:pt x="3160" y="1552"/>
                </a:cubicBezTo>
                <a:cubicBezTo>
                  <a:pt x="3131" y="1565"/>
                  <a:pt x="3137" y="1559"/>
                  <a:pt x="3143" y="1550"/>
                </a:cubicBezTo>
                <a:cubicBezTo>
                  <a:pt x="3216" y="1516"/>
                  <a:pt x="3225" y="1507"/>
                  <a:pt x="3237" y="1508"/>
                </a:cubicBezTo>
                <a:cubicBezTo>
                  <a:pt x="3300" y="1485"/>
                  <a:pt x="3308" y="1484"/>
                  <a:pt x="3316" y="1485"/>
                </a:cubicBezTo>
                <a:cubicBezTo>
                  <a:pt x="3356" y="1472"/>
                  <a:pt x="3363" y="1480"/>
                  <a:pt x="3366" y="1472"/>
                </a:cubicBezTo>
                <a:cubicBezTo>
                  <a:pt x="3420" y="1459"/>
                  <a:pt x="3425" y="1466"/>
                  <a:pt x="3429" y="1465"/>
                </a:cubicBezTo>
                <a:cubicBezTo>
                  <a:pt x="3484" y="1456"/>
                  <a:pt x="3500" y="1455"/>
                  <a:pt x="3517" y="1455"/>
                </a:cubicBezTo>
                <a:cubicBezTo>
                  <a:pt x="3558" y="1449"/>
                  <a:pt x="3562" y="1443"/>
                  <a:pt x="3567" y="1446"/>
                </a:cubicBezTo>
                <a:cubicBezTo>
                  <a:pt x="3707" y="1409"/>
                  <a:pt x="3714" y="1413"/>
                  <a:pt x="3720" y="1412"/>
                </a:cubicBezTo>
                <a:cubicBezTo>
                  <a:pt x="3698" y="1402"/>
                  <a:pt x="3687" y="1414"/>
                  <a:pt x="3681" y="1401"/>
                </a:cubicBezTo>
                <a:cubicBezTo>
                  <a:pt x="3636" y="1406"/>
                  <a:pt x="3631" y="1409"/>
                  <a:pt x="3626" y="1407"/>
                </a:cubicBezTo>
                <a:cubicBezTo>
                  <a:pt x="3510" y="1407"/>
                  <a:pt x="3506" y="1412"/>
                  <a:pt x="3500" y="1410"/>
                </a:cubicBezTo>
                <a:cubicBezTo>
                  <a:pt x="3482" y="1414"/>
                  <a:pt x="3476" y="1409"/>
                  <a:pt x="3471" y="1409"/>
                </a:cubicBezTo>
                <a:cubicBezTo>
                  <a:pt x="3384" y="1419"/>
                  <a:pt x="3365" y="1422"/>
                  <a:pt x="3347" y="1424"/>
                </a:cubicBezTo>
                <a:cubicBezTo>
                  <a:pt x="3319" y="1429"/>
                  <a:pt x="3317" y="1430"/>
                  <a:pt x="3315" y="1433"/>
                </a:cubicBezTo>
                <a:cubicBezTo>
                  <a:pt x="3283" y="1437"/>
                  <a:pt x="3275" y="1444"/>
                  <a:pt x="3265" y="1446"/>
                </a:cubicBezTo>
                <a:cubicBezTo>
                  <a:pt x="3249" y="1446"/>
                  <a:pt x="3257" y="1444"/>
                  <a:pt x="3264" y="1438"/>
                </a:cubicBezTo>
                <a:cubicBezTo>
                  <a:pt x="3294" y="1429"/>
                  <a:pt x="3299" y="1423"/>
                  <a:pt x="3306" y="1426"/>
                </a:cubicBezTo>
                <a:cubicBezTo>
                  <a:pt x="3339" y="1418"/>
                  <a:pt x="3351" y="1414"/>
                  <a:pt x="3364" y="1412"/>
                </a:cubicBezTo>
                <a:cubicBezTo>
                  <a:pt x="3408" y="1402"/>
                  <a:pt x="3414" y="1401"/>
                  <a:pt x="3420" y="1400"/>
                </a:cubicBezTo>
                <a:cubicBezTo>
                  <a:pt x="3466" y="1399"/>
                  <a:pt x="3471" y="1383"/>
                  <a:pt x="3479" y="1390"/>
                </a:cubicBezTo>
                <a:cubicBezTo>
                  <a:pt x="3541" y="1372"/>
                  <a:pt x="3548" y="1369"/>
                  <a:pt x="3555" y="1371"/>
                </a:cubicBezTo>
                <a:cubicBezTo>
                  <a:pt x="3674" y="1330"/>
                  <a:pt x="3680" y="1333"/>
                  <a:pt x="3686" y="1328"/>
                </a:cubicBezTo>
                <a:cubicBezTo>
                  <a:pt x="3727" y="1315"/>
                  <a:pt x="3729" y="1307"/>
                  <a:pt x="3733" y="1309"/>
                </a:cubicBezTo>
                <a:cubicBezTo>
                  <a:pt x="3766" y="1289"/>
                  <a:pt x="3774" y="1295"/>
                  <a:pt x="3779" y="1286"/>
                </a:cubicBezTo>
                <a:cubicBezTo>
                  <a:pt x="3822" y="1268"/>
                  <a:pt x="3827" y="1256"/>
                  <a:pt x="3833" y="1258"/>
                </a:cubicBezTo>
                <a:cubicBezTo>
                  <a:pt x="3840" y="1236"/>
                  <a:pt x="3839" y="1236"/>
                  <a:pt x="3839" y="1237"/>
                </a:cubicBezTo>
                <a:cubicBezTo>
                  <a:pt x="3786" y="1263"/>
                  <a:pt x="3778" y="1262"/>
                  <a:pt x="3771" y="1269"/>
                </a:cubicBezTo>
                <a:cubicBezTo>
                  <a:pt x="3717" y="1285"/>
                  <a:pt x="3710" y="1294"/>
                  <a:pt x="3702" y="1293"/>
                </a:cubicBezTo>
                <a:cubicBezTo>
                  <a:pt x="3665" y="1312"/>
                  <a:pt x="3660" y="1304"/>
                  <a:pt x="3656" y="1309"/>
                </a:cubicBezTo>
                <a:cubicBezTo>
                  <a:pt x="3605" y="1328"/>
                  <a:pt x="3601" y="1331"/>
                  <a:pt x="3597" y="1330"/>
                </a:cubicBezTo>
                <a:cubicBezTo>
                  <a:pt x="3570" y="1332"/>
                  <a:pt x="3568" y="1342"/>
                  <a:pt x="3563" y="1337"/>
                </a:cubicBezTo>
                <a:cubicBezTo>
                  <a:pt x="3522" y="1343"/>
                  <a:pt x="3519" y="1351"/>
                  <a:pt x="3515" y="1348"/>
                </a:cubicBezTo>
                <a:cubicBezTo>
                  <a:pt x="3477" y="1360"/>
                  <a:pt x="3463" y="1361"/>
                  <a:pt x="3449" y="1367"/>
                </a:cubicBezTo>
                <a:cubicBezTo>
                  <a:pt x="3421" y="1369"/>
                  <a:pt x="3414" y="1377"/>
                  <a:pt x="3407" y="1375"/>
                </a:cubicBezTo>
                <a:cubicBezTo>
                  <a:pt x="3378" y="1374"/>
                  <a:pt x="3372" y="1388"/>
                  <a:pt x="3364" y="1383"/>
                </a:cubicBezTo>
                <a:cubicBezTo>
                  <a:pt x="3295" y="1401"/>
                  <a:pt x="3288" y="1407"/>
                  <a:pt x="3281" y="1411"/>
                </a:cubicBezTo>
                <a:cubicBezTo>
                  <a:pt x="3192" y="1448"/>
                  <a:pt x="3185" y="1451"/>
                  <a:pt x="3177" y="1452"/>
                </a:cubicBezTo>
                <a:cubicBezTo>
                  <a:pt x="3158" y="1444"/>
                  <a:pt x="3171" y="1453"/>
                  <a:pt x="3176" y="1444"/>
                </a:cubicBezTo>
                <a:cubicBezTo>
                  <a:pt x="3331" y="1367"/>
                  <a:pt x="3340" y="1360"/>
                  <a:pt x="3350" y="1358"/>
                </a:cubicBezTo>
                <a:cubicBezTo>
                  <a:pt x="3403" y="1338"/>
                  <a:pt x="3409" y="1345"/>
                  <a:pt x="3414" y="1337"/>
                </a:cubicBezTo>
                <a:cubicBezTo>
                  <a:pt x="3530" y="1316"/>
                  <a:pt x="3551" y="1310"/>
                  <a:pt x="3573" y="1304"/>
                </a:cubicBezTo>
                <a:cubicBezTo>
                  <a:pt x="3640" y="1286"/>
                  <a:pt x="3645" y="1281"/>
                  <a:pt x="3650" y="1279"/>
                </a:cubicBezTo>
                <a:cubicBezTo>
                  <a:pt x="3684" y="1263"/>
                  <a:pt x="3698" y="1270"/>
                  <a:pt x="3693" y="1261"/>
                </a:cubicBezTo>
                <a:cubicBezTo>
                  <a:pt x="3650" y="1274"/>
                  <a:pt x="3639" y="1279"/>
                  <a:pt x="3627" y="1280"/>
                </a:cubicBezTo>
                <a:cubicBezTo>
                  <a:pt x="3572" y="1302"/>
                  <a:pt x="3565" y="1293"/>
                  <a:pt x="3560" y="1302"/>
                </a:cubicBezTo>
                <a:cubicBezTo>
                  <a:pt x="3496" y="1309"/>
                  <a:pt x="3490" y="1312"/>
                  <a:pt x="3482" y="1309"/>
                </a:cubicBezTo>
                <a:cubicBezTo>
                  <a:pt x="3417" y="1323"/>
                  <a:pt x="3411" y="1330"/>
                  <a:pt x="3404" y="1326"/>
                </a:cubicBezTo>
                <a:cubicBezTo>
                  <a:pt x="3435" y="1314"/>
                  <a:pt x="3438" y="1313"/>
                  <a:pt x="3442" y="1314"/>
                </a:cubicBezTo>
                <a:cubicBezTo>
                  <a:pt x="3523" y="1286"/>
                  <a:pt x="3530" y="1288"/>
                  <a:pt x="3537" y="1284"/>
                </a:cubicBezTo>
                <a:cubicBezTo>
                  <a:pt x="3563" y="1277"/>
                  <a:pt x="3570" y="1281"/>
                  <a:pt x="3575" y="1277"/>
                </a:cubicBezTo>
                <a:cubicBezTo>
                  <a:pt x="3602" y="1268"/>
                  <a:pt x="3609" y="1275"/>
                  <a:pt x="3615" y="1267"/>
                </a:cubicBezTo>
                <a:cubicBezTo>
                  <a:pt x="3681" y="1258"/>
                  <a:pt x="3688" y="1257"/>
                  <a:pt x="3694" y="1254"/>
                </a:cubicBezTo>
                <a:cubicBezTo>
                  <a:pt x="3708" y="1255"/>
                  <a:pt x="3697" y="1259"/>
                  <a:pt x="3702" y="1264"/>
                </a:cubicBezTo>
                <a:cubicBezTo>
                  <a:pt x="3723" y="1250"/>
                  <a:pt x="3726" y="1252"/>
                  <a:pt x="3728" y="1248"/>
                </a:cubicBezTo>
                <a:cubicBezTo>
                  <a:pt x="3825" y="1221"/>
                  <a:pt x="3833" y="1221"/>
                  <a:pt x="3840" y="1218"/>
                </a:cubicBezTo>
                <a:cubicBezTo>
                  <a:pt x="3833" y="1218"/>
                  <a:pt x="3828" y="1214"/>
                  <a:pt x="3824" y="1218"/>
                </a:cubicBezTo>
                <a:cubicBezTo>
                  <a:pt x="3785" y="1224"/>
                  <a:pt x="3777" y="1236"/>
                  <a:pt x="3766" y="1232"/>
                </a:cubicBezTo>
                <a:cubicBezTo>
                  <a:pt x="3701" y="1249"/>
                  <a:pt x="3696" y="1247"/>
                  <a:pt x="3691" y="1249"/>
                </a:cubicBezTo>
                <a:cubicBezTo>
                  <a:pt x="3670" y="1248"/>
                  <a:pt x="3666" y="1254"/>
                  <a:pt x="3661" y="1251"/>
                </a:cubicBezTo>
                <a:cubicBezTo>
                  <a:pt x="3609" y="1256"/>
                  <a:pt x="3605" y="1262"/>
                  <a:pt x="3600" y="1263"/>
                </a:cubicBezTo>
                <a:cubicBezTo>
                  <a:pt x="3574" y="1268"/>
                  <a:pt x="3564" y="1271"/>
                  <a:pt x="3553" y="1268"/>
                </a:cubicBezTo>
                <a:cubicBezTo>
                  <a:pt x="3523" y="1281"/>
                  <a:pt x="3519" y="1278"/>
                  <a:pt x="3515" y="1279"/>
                </a:cubicBezTo>
                <a:cubicBezTo>
                  <a:pt x="3489" y="1284"/>
                  <a:pt x="3483" y="1291"/>
                  <a:pt x="3475" y="1285"/>
                </a:cubicBezTo>
                <a:cubicBezTo>
                  <a:pt x="3398" y="1315"/>
                  <a:pt x="3393" y="1319"/>
                  <a:pt x="3386" y="1316"/>
                </a:cubicBezTo>
                <a:cubicBezTo>
                  <a:pt x="3319" y="1338"/>
                  <a:pt x="3307" y="1346"/>
                  <a:pt x="3295" y="1349"/>
                </a:cubicBezTo>
                <a:cubicBezTo>
                  <a:pt x="3238" y="1382"/>
                  <a:pt x="3231" y="1378"/>
                  <a:pt x="3226" y="1387"/>
                </a:cubicBezTo>
                <a:cubicBezTo>
                  <a:pt x="3220" y="1395"/>
                  <a:pt x="3225" y="1397"/>
                  <a:pt x="3229" y="1393"/>
                </a:cubicBezTo>
                <a:cubicBezTo>
                  <a:pt x="3260" y="1385"/>
                  <a:pt x="3263" y="1372"/>
                  <a:pt x="3268" y="1375"/>
                </a:cubicBezTo>
                <a:cubicBezTo>
                  <a:pt x="3357" y="1337"/>
                  <a:pt x="3366" y="1334"/>
                  <a:pt x="3376" y="1334"/>
                </a:cubicBezTo>
                <a:cubicBezTo>
                  <a:pt x="3398" y="1329"/>
                  <a:pt x="3402" y="1326"/>
                  <a:pt x="3400" y="1330"/>
                </a:cubicBezTo>
                <a:cubicBezTo>
                  <a:pt x="3369" y="1340"/>
                  <a:pt x="3360" y="1340"/>
                  <a:pt x="3353" y="1345"/>
                </a:cubicBezTo>
                <a:cubicBezTo>
                  <a:pt x="3313" y="1357"/>
                  <a:pt x="3310" y="1367"/>
                  <a:pt x="3306" y="1364"/>
                </a:cubicBezTo>
                <a:cubicBezTo>
                  <a:pt x="3275" y="1379"/>
                  <a:pt x="3267" y="1381"/>
                  <a:pt x="3259" y="1387"/>
                </a:cubicBezTo>
                <a:cubicBezTo>
                  <a:pt x="3231" y="1393"/>
                  <a:pt x="3229" y="1409"/>
                  <a:pt x="3224" y="1404"/>
                </a:cubicBezTo>
                <a:cubicBezTo>
                  <a:pt x="3200" y="1417"/>
                  <a:pt x="3196" y="1425"/>
                  <a:pt x="3190" y="1425"/>
                </a:cubicBezTo>
                <a:cubicBezTo>
                  <a:pt x="3183" y="1406"/>
                  <a:pt x="3189" y="1400"/>
                  <a:pt x="3188" y="1395"/>
                </a:cubicBezTo>
                <a:cubicBezTo>
                  <a:pt x="3214" y="1373"/>
                  <a:pt x="3222" y="1372"/>
                  <a:pt x="3229" y="1364"/>
                </a:cubicBezTo>
                <a:cubicBezTo>
                  <a:pt x="3257" y="1339"/>
                  <a:pt x="3261" y="1337"/>
                  <a:pt x="3264" y="1332"/>
                </a:cubicBezTo>
                <a:cubicBezTo>
                  <a:pt x="3312" y="1304"/>
                  <a:pt x="3316" y="1301"/>
                  <a:pt x="3320" y="1302"/>
                </a:cubicBezTo>
                <a:cubicBezTo>
                  <a:pt x="3383" y="1267"/>
                  <a:pt x="3392" y="1272"/>
                  <a:pt x="3400" y="1264"/>
                </a:cubicBezTo>
                <a:cubicBezTo>
                  <a:pt x="3427" y="1255"/>
                  <a:pt x="3430" y="1253"/>
                  <a:pt x="3433" y="1253"/>
                </a:cubicBezTo>
                <a:cubicBezTo>
                  <a:pt x="3462" y="1248"/>
                  <a:pt x="3465" y="1240"/>
                  <a:pt x="3469" y="1240"/>
                </a:cubicBezTo>
                <a:cubicBezTo>
                  <a:pt x="3522" y="1227"/>
                  <a:pt x="3529" y="1226"/>
                  <a:pt x="3537" y="1222"/>
                </a:cubicBezTo>
                <a:cubicBezTo>
                  <a:pt x="3590" y="1218"/>
                  <a:pt x="3593" y="1210"/>
                  <a:pt x="3597" y="1210"/>
                </a:cubicBezTo>
                <a:cubicBezTo>
                  <a:pt x="3664" y="1205"/>
                  <a:pt x="3670" y="1195"/>
                  <a:pt x="3678" y="1199"/>
                </a:cubicBezTo>
                <a:cubicBezTo>
                  <a:pt x="3728" y="1185"/>
                  <a:pt x="3734" y="1198"/>
                  <a:pt x="3737" y="1189"/>
                </a:cubicBezTo>
                <a:cubicBezTo>
                  <a:pt x="3812" y="1175"/>
                  <a:pt x="3826" y="1174"/>
                  <a:pt x="3840" y="1169"/>
                </a:cubicBezTo>
                <a:cubicBezTo>
                  <a:pt x="3814" y="1164"/>
                  <a:pt x="3805" y="1170"/>
                  <a:pt x="3796" y="1168"/>
                </a:cubicBezTo>
                <a:cubicBezTo>
                  <a:pt x="3726" y="1182"/>
                  <a:pt x="3721" y="1182"/>
                  <a:pt x="3717" y="1181"/>
                </a:cubicBezTo>
                <a:cubicBezTo>
                  <a:pt x="3631" y="1189"/>
                  <a:pt x="3623" y="1202"/>
                  <a:pt x="3614" y="1197"/>
                </a:cubicBezTo>
                <a:cubicBezTo>
                  <a:pt x="3579" y="1204"/>
                  <a:pt x="3569" y="1199"/>
                  <a:pt x="3562" y="1209"/>
                </a:cubicBezTo>
                <a:cubicBezTo>
                  <a:pt x="3518" y="1219"/>
                  <a:pt x="3500" y="1218"/>
                  <a:pt x="3483" y="1226"/>
                </a:cubicBezTo>
                <a:cubicBezTo>
                  <a:pt x="3449" y="1235"/>
                  <a:pt x="3442" y="1240"/>
                  <a:pt x="3433" y="1239"/>
                </a:cubicBezTo>
                <a:cubicBezTo>
                  <a:pt x="3323" y="1285"/>
                  <a:pt x="3315" y="1292"/>
                  <a:pt x="3307" y="1296"/>
                </a:cubicBezTo>
                <a:cubicBezTo>
                  <a:pt x="3267" y="1328"/>
                  <a:pt x="3249" y="1324"/>
                  <a:pt x="3235" y="1343"/>
                </a:cubicBezTo>
                <a:cubicBezTo>
                  <a:pt x="3267" y="1301"/>
                  <a:pt x="3279" y="1299"/>
                  <a:pt x="3289" y="1286"/>
                </a:cubicBezTo>
                <a:cubicBezTo>
                  <a:pt x="3325" y="1269"/>
                  <a:pt x="3327" y="1260"/>
                  <a:pt x="3331" y="1263"/>
                </a:cubicBezTo>
                <a:cubicBezTo>
                  <a:pt x="3357" y="1248"/>
                  <a:pt x="3365" y="1247"/>
                  <a:pt x="3371" y="1239"/>
                </a:cubicBezTo>
                <a:cubicBezTo>
                  <a:pt x="3398" y="1229"/>
                  <a:pt x="3405" y="1230"/>
                  <a:pt x="3411" y="1225"/>
                </a:cubicBezTo>
                <a:cubicBezTo>
                  <a:pt x="3445" y="1217"/>
                  <a:pt x="3458" y="1210"/>
                  <a:pt x="3472" y="1206"/>
                </a:cubicBezTo>
                <a:cubicBezTo>
                  <a:pt x="3603" y="1184"/>
                  <a:pt x="3609" y="1175"/>
                  <a:pt x="3617" y="1178"/>
                </a:cubicBezTo>
                <a:cubicBezTo>
                  <a:pt x="3652" y="1176"/>
                  <a:pt x="3664" y="1167"/>
                  <a:pt x="3678" y="1170"/>
                </a:cubicBezTo>
                <a:cubicBezTo>
                  <a:pt x="3840" y="1137"/>
                  <a:pt x="3840" y="1137"/>
                  <a:pt x="3840" y="1137"/>
                </a:cubicBezTo>
                <a:cubicBezTo>
                  <a:pt x="3806" y="1141"/>
                  <a:pt x="3799" y="1138"/>
                  <a:pt x="3792" y="1140"/>
                </a:cubicBezTo>
                <a:cubicBezTo>
                  <a:pt x="3748" y="1151"/>
                  <a:pt x="3741" y="1141"/>
                  <a:pt x="3735" y="1147"/>
                </a:cubicBezTo>
                <a:cubicBezTo>
                  <a:pt x="3671" y="1162"/>
                  <a:pt x="3664" y="1158"/>
                  <a:pt x="3659" y="1162"/>
                </a:cubicBezTo>
                <a:cubicBezTo>
                  <a:pt x="3606" y="1165"/>
                  <a:pt x="3603" y="1170"/>
                  <a:pt x="3600" y="1168"/>
                </a:cubicBezTo>
                <a:cubicBezTo>
                  <a:pt x="3574" y="1176"/>
                  <a:pt x="3572" y="1172"/>
                  <a:pt x="3571" y="1172"/>
                </a:cubicBezTo>
                <a:cubicBezTo>
                  <a:pt x="3535" y="1174"/>
                  <a:pt x="3530" y="1185"/>
                  <a:pt x="3523" y="1183"/>
                </a:cubicBezTo>
                <a:cubicBezTo>
                  <a:pt x="3454" y="1197"/>
                  <a:pt x="3442" y="1210"/>
                  <a:pt x="3429" y="1206"/>
                </a:cubicBezTo>
                <a:cubicBezTo>
                  <a:pt x="3311" y="1258"/>
                  <a:pt x="3305" y="1267"/>
                  <a:pt x="3299" y="1268"/>
                </a:cubicBezTo>
                <a:cubicBezTo>
                  <a:pt x="3246" y="1300"/>
                  <a:pt x="3253" y="1294"/>
                  <a:pt x="3254" y="1288"/>
                </a:cubicBezTo>
                <a:cubicBezTo>
                  <a:pt x="3292" y="1257"/>
                  <a:pt x="3299" y="1247"/>
                  <a:pt x="3306" y="1248"/>
                </a:cubicBezTo>
                <a:cubicBezTo>
                  <a:pt x="3374" y="1215"/>
                  <a:pt x="3376" y="1196"/>
                  <a:pt x="3381" y="1203"/>
                </a:cubicBezTo>
                <a:cubicBezTo>
                  <a:pt x="3414" y="1176"/>
                  <a:pt x="3420" y="1190"/>
                  <a:pt x="3423" y="1180"/>
                </a:cubicBezTo>
                <a:cubicBezTo>
                  <a:pt x="3528" y="1153"/>
                  <a:pt x="3534" y="1139"/>
                  <a:pt x="3543" y="1147"/>
                </a:cubicBezTo>
                <a:cubicBezTo>
                  <a:pt x="3579" y="1136"/>
                  <a:pt x="3593" y="1134"/>
                  <a:pt x="3607" y="1134"/>
                </a:cubicBezTo>
                <a:cubicBezTo>
                  <a:pt x="3682" y="1127"/>
                  <a:pt x="3688" y="1116"/>
                  <a:pt x="3697" y="1122"/>
                </a:cubicBezTo>
                <a:cubicBezTo>
                  <a:pt x="3749" y="1118"/>
                  <a:pt x="3756" y="1112"/>
                  <a:pt x="3764" y="1119"/>
                </a:cubicBezTo>
                <a:cubicBezTo>
                  <a:pt x="3833" y="1113"/>
                  <a:pt x="3837" y="1112"/>
                  <a:pt x="3840" y="1112"/>
                </a:cubicBezTo>
                <a:cubicBezTo>
                  <a:pt x="3809" y="1104"/>
                  <a:pt x="3800" y="1105"/>
                  <a:pt x="3791" y="1102"/>
                </a:cubicBezTo>
                <a:cubicBezTo>
                  <a:pt x="3748" y="1107"/>
                  <a:pt x="3743" y="1106"/>
                  <a:pt x="3738" y="1106"/>
                </a:cubicBezTo>
                <a:cubicBezTo>
                  <a:pt x="3695" y="1118"/>
                  <a:pt x="3689" y="1106"/>
                  <a:pt x="3685" y="1113"/>
                </a:cubicBezTo>
                <a:cubicBezTo>
                  <a:pt x="3651" y="1111"/>
                  <a:pt x="3643" y="1116"/>
                  <a:pt x="3634" y="1118"/>
                </a:cubicBezTo>
                <a:cubicBezTo>
                  <a:pt x="3564" y="1128"/>
                  <a:pt x="3546" y="1132"/>
                  <a:pt x="3529" y="1137"/>
                </a:cubicBezTo>
                <a:cubicBezTo>
                  <a:pt x="3443" y="1162"/>
                  <a:pt x="3409" y="1170"/>
                  <a:pt x="3377" y="1193"/>
                </a:cubicBezTo>
                <a:cubicBezTo>
                  <a:pt x="3323" y="1217"/>
                  <a:pt x="3320" y="1227"/>
                  <a:pt x="3316" y="1226"/>
                </a:cubicBezTo>
                <a:cubicBezTo>
                  <a:pt x="3283" y="1240"/>
                  <a:pt x="3288" y="1235"/>
                  <a:pt x="3291" y="1229"/>
                </a:cubicBezTo>
                <a:cubicBezTo>
                  <a:pt x="3297" y="1221"/>
                  <a:pt x="3298" y="1219"/>
                  <a:pt x="3298" y="1216"/>
                </a:cubicBezTo>
                <a:cubicBezTo>
                  <a:pt x="3357" y="1173"/>
                  <a:pt x="3368" y="1179"/>
                  <a:pt x="3376" y="1166"/>
                </a:cubicBezTo>
                <a:cubicBezTo>
                  <a:pt x="3412" y="1149"/>
                  <a:pt x="3420" y="1140"/>
                  <a:pt x="3430" y="1142"/>
                </a:cubicBezTo>
                <a:cubicBezTo>
                  <a:pt x="3490" y="1121"/>
                  <a:pt x="3494" y="1111"/>
                  <a:pt x="3499" y="1114"/>
                </a:cubicBezTo>
                <a:cubicBezTo>
                  <a:pt x="3564" y="1099"/>
                  <a:pt x="3575" y="1089"/>
                  <a:pt x="3589" y="1095"/>
                </a:cubicBezTo>
                <a:cubicBezTo>
                  <a:pt x="3655" y="1083"/>
                  <a:pt x="3662" y="1086"/>
                  <a:pt x="3668" y="1082"/>
                </a:cubicBezTo>
                <a:cubicBezTo>
                  <a:pt x="3690" y="1086"/>
                  <a:pt x="3696" y="1077"/>
                  <a:pt x="3704" y="1083"/>
                </a:cubicBezTo>
                <a:cubicBezTo>
                  <a:pt x="3798" y="1082"/>
                  <a:pt x="3812" y="1084"/>
                  <a:pt x="3825" y="1081"/>
                </a:cubicBezTo>
                <a:cubicBezTo>
                  <a:pt x="3833" y="1071"/>
                  <a:pt x="3825" y="1070"/>
                  <a:pt x="3818" y="1072"/>
                </a:cubicBezTo>
                <a:cubicBezTo>
                  <a:pt x="3743" y="1070"/>
                  <a:pt x="3742" y="1073"/>
                  <a:pt x="3740" y="1074"/>
                </a:cubicBezTo>
                <a:cubicBezTo>
                  <a:pt x="3707" y="1068"/>
                  <a:pt x="3693" y="1074"/>
                  <a:pt x="3677" y="1071"/>
                </a:cubicBezTo>
                <a:cubicBezTo>
                  <a:pt x="3645" y="1072"/>
                  <a:pt x="3638" y="1077"/>
                  <a:pt x="3630" y="1075"/>
                </a:cubicBezTo>
                <a:cubicBezTo>
                  <a:pt x="3590" y="1081"/>
                  <a:pt x="3586" y="1078"/>
                  <a:pt x="3584" y="1083"/>
                </a:cubicBezTo>
                <a:cubicBezTo>
                  <a:pt x="3543" y="1087"/>
                  <a:pt x="3540" y="1088"/>
                  <a:pt x="3537" y="1092"/>
                </a:cubicBezTo>
                <a:cubicBezTo>
                  <a:pt x="3483" y="1106"/>
                  <a:pt x="3476" y="1110"/>
                  <a:pt x="3468" y="1112"/>
                </a:cubicBezTo>
                <a:cubicBezTo>
                  <a:pt x="3415" y="1133"/>
                  <a:pt x="3409" y="1139"/>
                  <a:pt x="3401" y="1142"/>
                </a:cubicBezTo>
                <a:cubicBezTo>
                  <a:pt x="3311" y="1188"/>
                  <a:pt x="3323" y="1181"/>
                  <a:pt x="3325" y="1175"/>
                </a:cubicBezTo>
                <a:cubicBezTo>
                  <a:pt x="3366" y="1149"/>
                  <a:pt x="3372" y="1131"/>
                  <a:pt x="3380" y="1136"/>
                </a:cubicBezTo>
                <a:cubicBezTo>
                  <a:pt x="3431" y="1109"/>
                  <a:pt x="3438" y="1112"/>
                  <a:pt x="3444" y="1105"/>
                </a:cubicBezTo>
                <a:cubicBezTo>
                  <a:pt x="3545" y="1081"/>
                  <a:pt x="3567" y="1072"/>
                  <a:pt x="3590" y="1070"/>
                </a:cubicBezTo>
                <a:cubicBezTo>
                  <a:pt x="3680" y="1060"/>
                  <a:pt x="3704" y="1058"/>
                  <a:pt x="3728" y="1062"/>
                </a:cubicBezTo>
                <a:cubicBezTo>
                  <a:pt x="3768" y="1062"/>
                  <a:pt x="3774" y="1061"/>
                  <a:pt x="3779" y="1061"/>
                </a:cubicBezTo>
                <a:cubicBezTo>
                  <a:pt x="3815" y="1062"/>
                  <a:pt x="3817" y="1057"/>
                  <a:pt x="3820" y="1059"/>
                </a:cubicBezTo>
                <a:cubicBezTo>
                  <a:pt x="3840" y="1048"/>
                  <a:pt x="3840" y="1048"/>
                  <a:pt x="3840" y="1048"/>
                </a:cubicBezTo>
                <a:cubicBezTo>
                  <a:pt x="3806" y="1050"/>
                  <a:pt x="3802" y="1053"/>
                  <a:pt x="3796" y="1048"/>
                </a:cubicBezTo>
                <a:cubicBezTo>
                  <a:pt x="3776" y="1051"/>
                  <a:pt x="3771" y="1052"/>
                  <a:pt x="3765" y="1050"/>
                </a:cubicBezTo>
                <a:cubicBezTo>
                  <a:pt x="3703" y="1050"/>
                  <a:pt x="3691" y="1049"/>
                  <a:pt x="3680" y="1047"/>
                </a:cubicBezTo>
                <a:cubicBezTo>
                  <a:pt x="3640" y="1050"/>
                  <a:pt x="3634" y="1051"/>
                  <a:pt x="3630" y="1056"/>
                </a:cubicBezTo>
                <a:cubicBezTo>
                  <a:pt x="3567" y="1060"/>
                  <a:pt x="3556" y="1066"/>
                  <a:pt x="3544" y="1064"/>
                </a:cubicBezTo>
                <a:cubicBezTo>
                  <a:pt x="3503" y="1076"/>
                  <a:pt x="3495" y="1078"/>
                  <a:pt x="3488" y="1080"/>
                </a:cubicBezTo>
                <a:cubicBezTo>
                  <a:pt x="3478" y="1080"/>
                  <a:pt x="3489" y="1078"/>
                  <a:pt x="3499" y="1070"/>
                </a:cubicBezTo>
                <a:cubicBezTo>
                  <a:pt x="3544" y="1058"/>
                  <a:pt x="3555" y="1047"/>
                  <a:pt x="3566" y="1045"/>
                </a:cubicBezTo>
                <a:cubicBezTo>
                  <a:pt x="3615" y="1034"/>
                  <a:pt x="3620" y="1038"/>
                  <a:pt x="3625" y="1038"/>
                </a:cubicBezTo>
                <a:cubicBezTo>
                  <a:pt x="3666" y="1032"/>
                  <a:pt x="3672" y="1032"/>
                  <a:pt x="3678" y="1031"/>
                </a:cubicBezTo>
                <a:cubicBezTo>
                  <a:pt x="3744" y="1028"/>
                  <a:pt x="3755" y="1020"/>
                  <a:pt x="3768" y="1027"/>
                </a:cubicBezTo>
                <a:cubicBezTo>
                  <a:pt x="3814" y="1016"/>
                  <a:pt x="3827" y="1016"/>
                  <a:pt x="3839" y="1015"/>
                </a:cubicBezTo>
                <a:cubicBezTo>
                  <a:pt x="3833" y="1005"/>
                  <a:pt x="3827" y="1007"/>
                  <a:pt x="3819" y="1003"/>
                </a:cubicBezTo>
                <a:cubicBezTo>
                  <a:pt x="3779" y="1013"/>
                  <a:pt x="3777" y="1012"/>
                  <a:pt x="3775" y="1014"/>
                </a:cubicBezTo>
                <a:cubicBezTo>
                  <a:pt x="3840" y="991"/>
                  <a:pt x="3840" y="991"/>
                  <a:pt x="3840" y="991"/>
                </a:cubicBezTo>
                <a:cubicBezTo>
                  <a:pt x="3800" y="999"/>
                  <a:pt x="3794" y="992"/>
                  <a:pt x="3789" y="999"/>
                </a:cubicBezTo>
                <a:cubicBezTo>
                  <a:pt x="3746" y="1003"/>
                  <a:pt x="3735" y="1004"/>
                  <a:pt x="3724" y="1004"/>
                </a:cubicBezTo>
                <a:cubicBezTo>
                  <a:pt x="3687" y="1015"/>
                  <a:pt x="3681" y="1004"/>
                  <a:pt x="3677" y="1013"/>
                </a:cubicBezTo>
                <a:cubicBezTo>
                  <a:pt x="3617" y="1018"/>
                  <a:pt x="3607" y="1022"/>
                  <a:pt x="3596" y="1024"/>
                </a:cubicBezTo>
                <a:cubicBezTo>
                  <a:pt x="3570" y="1029"/>
                  <a:pt x="3566" y="1032"/>
                  <a:pt x="3568" y="1028"/>
                </a:cubicBezTo>
                <a:cubicBezTo>
                  <a:pt x="3635" y="1006"/>
                  <a:pt x="3642" y="993"/>
                  <a:pt x="3651" y="1000"/>
                </a:cubicBezTo>
                <a:cubicBezTo>
                  <a:pt x="3697" y="983"/>
                  <a:pt x="3704" y="982"/>
                  <a:pt x="3711" y="983"/>
                </a:cubicBezTo>
                <a:cubicBezTo>
                  <a:pt x="3759" y="971"/>
                  <a:pt x="3765" y="966"/>
                  <a:pt x="3773" y="968"/>
                </a:cubicBezTo>
                <a:cubicBezTo>
                  <a:pt x="3828" y="957"/>
                  <a:pt x="3832" y="957"/>
                  <a:pt x="3835" y="958"/>
                </a:cubicBezTo>
                <a:cubicBezTo>
                  <a:pt x="3835" y="947"/>
                  <a:pt x="3829" y="948"/>
                  <a:pt x="3824" y="949"/>
                </a:cubicBezTo>
                <a:cubicBezTo>
                  <a:pt x="3787" y="949"/>
                  <a:pt x="3784" y="958"/>
                  <a:pt x="3779" y="955"/>
                </a:cubicBezTo>
                <a:cubicBezTo>
                  <a:pt x="3744" y="967"/>
                  <a:pt x="3739" y="961"/>
                  <a:pt x="3735" y="965"/>
                </a:cubicBezTo>
                <a:cubicBezTo>
                  <a:pt x="3676" y="976"/>
                  <a:pt x="3661" y="982"/>
                  <a:pt x="3647" y="986"/>
                </a:cubicBezTo>
                <a:cubicBezTo>
                  <a:pt x="3617" y="992"/>
                  <a:pt x="3610" y="997"/>
                  <a:pt x="3603" y="996"/>
                </a:cubicBezTo>
                <a:cubicBezTo>
                  <a:pt x="3556" y="1018"/>
                  <a:pt x="3549" y="1029"/>
                  <a:pt x="3540" y="1025"/>
                </a:cubicBezTo>
                <a:cubicBezTo>
                  <a:pt x="3476" y="1050"/>
                  <a:pt x="3474" y="1068"/>
                  <a:pt x="3469" y="1062"/>
                </a:cubicBezTo>
                <a:cubicBezTo>
                  <a:pt x="3441" y="1071"/>
                  <a:pt x="3438" y="1080"/>
                  <a:pt x="3434" y="1079"/>
                </a:cubicBezTo>
                <a:cubicBezTo>
                  <a:pt x="3392" y="1102"/>
                  <a:pt x="3387" y="1101"/>
                  <a:pt x="3382" y="1109"/>
                </a:cubicBezTo>
                <a:cubicBezTo>
                  <a:pt x="3373" y="1105"/>
                  <a:pt x="3370" y="1117"/>
                  <a:pt x="3364" y="1114"/>
                </a:cubicBezTo>
                <a:cubicBezTo>
                  <a:pt x="3454" y="1005"/>
                  <a:pt x="3460" y="995"/>
                  <a:pt x="3468" y="996"/>
                </a:cubicBezTo>
                <a:cubicBezTo>
                  <a:pt x="3541" y="937"/>
                  <a:pt x="3548" y="932"/>
                  <a:pt x="3556" y="928"/>
                </a:cubicBezTo>
                <a:cubicBezTo>
                  <a:pt x="3617" y="891"/>
                  <a:pt x="3633" y="889"/>
                  <a:pt x="3649" y="882"/>
                </a:cubicBezTo>
                <a:cubicBezTo>
                  <a:pt x="3704" y="860"/>
                  <a:pt x="3713" y="867"/>
                  <a:pt x="3720" y="856"/>
                </a:cubicBezTo>
                <a:cubicBezTo>
                  <a:pt x="3771" y="833"/>
                  <a:pt x="3776" y="840"/>
                  <a:pt x="3780" y="839"/>
                </a:cubicBezTo>
                <a:cubicBezTo>
                  <a:pt x="3807" y="829"/>
                  <a:pt x="3811" y="828"/>
                  <a:pt x="3815" y="826"/>
                </a:cubicBezTo>
                <a:cubicBezTo>
                  <a:pt x="3840" y="805"/>
                  <a:pt x="3840" y="805"/>
                  <a:pt x="3840" y="805"/>
                </a:cubicBezTo>
                <a:cubicBezTo>
                  <a:pt x="3796" y="818"/>
                  <a:pt x="3791" y="821"/>
                  <a:pt x="3786" y="826"/>
                </a:cubicBezTo>
                <a:cubicBezTo>
                  <a:pt x="3747" y="834"/>
                  <a:pt x="3742" y="840"/>
                  <a:pt x="3736" y="839"/>
                </a:cubicBezTo>
                <a:cubicBezTo>
                  <a:pt x="3692" y="855"/>
                  <a:pt x="3681" y="861"/>
                  <a:pt x="3669" y="865"/>
                </a:cubicBezTo>
                <a:cubicBezTo>
                  <a:pt x="3643" y="874"/>
                  <a:pt x="3638" y="875"/>
                  <a:pt x="3639" y="871"/>
                </a:cubicBezTo>
                <a:cubicBezTo>
                  <a:pt x="3741" y="826"/>
                  <a:pt x="3747" y="821"/>
                  <a:pt x="3754" y="820"/>
                </a:cubicBezTo>
                <a:cubicBezTo>
                  <a:pt x="3796" y="801"/>
                  <a:pt x="3799" y="793"/>
                  <a:pt x="3803" y="795"/>
                </a:cubicBezTo>
                <a:cubicBezTo>
                  <a:pt x="3835" y="780"/>
                  <a:pt x="3837" y="778"/>
                  <a:pt x="3840" y="777"/>
                </a:cubicBezTo>
                <a:cubicBezTo>
                  <a:pt x="3825" y="770"/>
                  <a:pt x="3814" y="777"/>
                  <a:pt x="3803" y="780"/>
                </a:cubicBezTo>
                <a:cubicBezTo>
                  <a:pt x="3726" y="822"/>
                  <a:pt x="3713" y="820"/>
                  <a:pt x="3702" y="831"/>
                </a:cubicBezTo>
                <a:cubicBezTo>
                  <a:pt x="3649" y="856"/>
                  <a:pt x="3643" y="857"/>
                  <a:pt x="3638" y="859"/>
                </a:cubicBezTo>
                <a:cubicBezTo>
                  <a:pt x="3603" y="881"/>
                  <a:pt x="3597" y="883"/>
                  <a:pt x="3592" y="890"/>
                </a:cubicBezTo>
                <a:cubicBezTo>
                  <a:pt x="3601" y="874"/>
                  <a:pt x="3608" y="869"/>
                  <a:pt x="3608" y="869"/>
                </a:cubicBezTo>
                <a:cubicBezTo>
                  <a:pt x="3642" y="851"/>
                  <a:pt x="3646" y="841"/>
                  <a:pt x="3652" y="840"/>
                </a:cubicBezTo>
                <a:cubicBezTo>
                  <a:pt x="3718" y="799"/>
                  <a:pt x="3723" y="800"/>
                  <a:pt x="3728" y="797"/>
                </a:cubicBezTo>
                <a:cubicBezTo>
                  <a:pt x="3812" y="749"/>
                  <a:pt x="3818" y="750"/>
                  <a:pt x="3823" y="748"/>
                </a:cubicBezTo>
                <a:cubicBezTo>
                  <a:pt x="3840" y="723"/>
                  <a:pt x="3840" y="723"/>
                  <a:pt x="3840" y="723"/>
                </a:cubicBezTo>
                <a:cubicBezTo>
                  <a:pt x="3762" y="765"/>
                  <a:pt x="3748" y="776"/>
                  <a:pt x="3732" y="782"/>
                </a:cubicBezTo>
                <a:cubicBezTo>
                  <a:pt x="3661" y="818"/>
                  <a:pt x="3654" y="828"/>
                  <a:pt x="3646" y="829"/>
                </a:cubicBezTo>
                <a:cubicBezTo>
                  <a:pt x="3520" y="927"/>
                  <a:pt x="3524" y="928"/>
                  <a:pt x="3517" y="931"/>
                </a:cubicBezTo>
                <a:cubicBezTo>
                  <a:pt x="3579" y="847"/>
                  <a:pt x="3586" y="855"/>
                  <a:pt x="3590" y="845"/>
                </a:cubicBezTo>
                <a:cubicBezTo>
                  <a:pt x="3644" y="795"/>
                  <a:pt x="3655" y="792"/>
                  <a:pt x="3664" y="781"/>
                </a:cubicBezTo>
                <a:cubicBezTo>
                  <a:pt x="3725" y="746"/>
                  <a:pt x="3737" y="740"/>
                  <a:pt x="3748" y="732"/>
                </a:cubicBezTo>
                <a:cubicBezTo>
                  <a:pt x="3825" y="689"/>
                  <a:pt x="3833" y="681"/>
                  <a:pt x="3840" y="676"/>
                </a:cubicBezTo>
                <a:cubicBezTo>
                  <a:pt x="3811" y="685"/>
                  <a:pt x="3787" y="691"/>
                  <a:pt x="3764" y="711"/>
                </a:cubicBezTo>
                <a:cubicBezTo>
                  <a:pt x="3739" y="722"/>
                  <a:pt x="3733" y="725"/>
                  <a:pt x="3727" y="730"/>
                </a:cubicBezTo>
                <a:cubicBezTo>
                  <a:pt x="3717" y="721"/>
                  <a:pt x="3725" y="722"/>
                  <a:pt x="3731" y="711"/>
                </a:cubicBezTo>
                <a:cubicBezTo>
                  <a:pt x="3767" y="690"/>
                  <a:pt x="3769" y="682"/>
                  <a:pt x="3773" y="685"/>
                </a:cubicBezTo>
                <a:cubicBezTo>
                  <a:pt x="3808" y="658"/>
                  <a:pt x="3810" y="652"/>
                  <a:pt x="3814" y="654"/>
                </a:cubicBezTo>
                <a:cubicBezTo>
                  <a:pt x="3839" y="610"/>
                  <a:pt x="3837" y="611"/>
                  <a:pt x="3835" y="612"/>
                </a:cubicBezTo>
                <a:cubicBezTo>
                  <a:pt x="3761" y="660"/>
                  <a:pt x="3754" y="666"/>
                  <a:pt x="3746" y="668"/>
                </a:cubicBezTo>
                <a:cubicBezTo>
                  <a:pt x="3711" y="697"/>
                  <a:pt x="3699" y="693"/>
                  <a:pt x="3704" y="698"/>
                </a:cubicBezTo>
                <a:cubicBezTo>
                  <a:pt x="3667" y="726"/>
                  <a:pt x="3664" y="738"/>
                  <a:pt x="3660" y="734"/>
                </a:cubicBezTo>
                <a:cubicBezTo>
                  <a:pt x="3704" y="688"/>
                  <a:pt x="3709" y="680"/>
                  <a:pt x="3714" y="681"/>
                </a:cubicBezTo>
                <a:cubicBezTo>
                  <a:pt x="3762" y="643"/>
                  <a:pt x="3766" y="631"/>
                  <a:pt x="3772" y="633"/>
                </a:cubicBezTo>
                <a:cubicBezTo>
                  <a:pt x="3840" y="553"/>
                  <a:pt x="3840" y="553"/>
                  <a:pt x="3840" y="553"/>
                </a:cubicBezTo>
                <a:cubicBezTo>
                  <a:pt x="3817" y="571"/>
                  <a:pt x="3821" y="564"/>
                  <a:pt x="3826" y="558"/>
                </a:cubicBezTo>
                <a:cubicBezTo>
                  <a:pt x="3838" y="522"/>
                  <a:pt x="3836" y="525"/>
                  <a:pt x="3834" y="527"/>
                </a:cubicBezTo>
                <a:cubicBezTo>
                  <a:pt x="3840" y="450"/>
                  <a:pt x="3840" y="450"/>
                  <a:pt x="3840" y="450"/>
                </a:cubicBezTo>
                <a:cubicBezTo>
                  <a:pt x="3777" y="574"/>
                  <a:pt x="3770" y="582"/>
                  <a:pt x="3764" y="591"/>
                </a:cubicBezTo>
                <a:cubicBezTo>
                  <a:pt x="3784" y="541"/>
                  <a:pt x="3797" y="511"/>
                  <a:pt x="3811" y="481"/>
                </a:cubicBezTo>
                <a:cubicBezTo>
                  <a:pt x="3840" y="357"/>
                  <a:pt x="3840" y="357"/>
                  <a:pt x="3840" y="357"/>
                </a:cubicBezTo>
                <a:cubicBezTo>
                  <a:pt x="3823" y="412"/>
                  <a:pt x="3823" y="421"/>
                  <a:pt x="3816" y="431"/>
                </a:cubicBezTo>
                <a:cubicBezTo>
                  <a:pt x="3810" y="463"/>
                  <a:pt x="3799" y="470"/>
                  <a:pt x="3802" y="474"/>
                </a:cubicBezTo>
                <a:cubicBezTo>
                  <a:pt x="3755" y="580"/>
                  <a:pt x="3748" y="582"/>
                  <a:pt x="3748" y="583"/>
                </a:cubicBezTo>
                <a:cubicBezTo>
                  <a:pt x="3754" y="565"/>
                  <a:pt x="3748" y="562"/>
                  <a:pt x="3753" y="557"/>
                </a:cubicBezTo>
                <a:cubicBezTo>
                  <a:pt x="3773" y="481"/>
                  <a:pt x="3785" y="471"/>
                  <a:pt x="3786" y="462"/>
                </a:cubicBezTo>
                <a:cubicBezTo>
                  <a:pt x="3813" y="376"/>
                  <a:pt x="3825" y="370"/>
                  <a:pt x="3822" y="366"/>
                </a:cubicBezTo>
                <a:cubicBezTo>
                  <a:pt x="3836" y="335"/>
                  <a:pt x="3830" y="331"/>
                  <a:pt x="3837" y="326"/>
                </a:cubicBezTo>
                <a:cubicBezTo>
                  <a:pt x="3839" y="288"/>
                  <a:pt x="3837" y="292"/>
                  <a:pt x="3835" y="296"/>
                </a:cubicBezTo>
                <a:cubicBezTo>
                  <a:pt x="3825" y="345"/>
                  <a:pt x="3814" y="354"/>
                  <a:pt x="3815" y="360"/>
                </a:cubicBezTo>
                <a:cubicBezTo>
                  <a:pt x="3772" y="484"/>
                  <a:pt x="3767" y="496"/>
                  <a:pt x="3761" y="509"/>
                </a:cubicBezTo>
                <a:cubicBezTo>
                  <a:pt x="3737" y="574"/>
                  <a:pt x="3726" y="600"/>
                  <a:pt x="3715" y="627"/>
                </a:cubicBezTo>
                <a:cubicBezTo>
                  <a:pt x="3653" y="712"/>
                  <a:pt x="3660" y="722"/>
                  <a:pt x="3653" y="718"/>
                </a:cubicBezTo>
                <a:cubicBezTo>
                  <a:pt x="3648" y="721"/>
                  <a:pt x="3648" y="711"/>
                  <a:pt x="3659" y="697"/>
                </a:cubicBezTo>
                <a:cubicBezTo>
                  <a:pt x="3699" y="632"/>
                  <a:pt x="3698" y="626"/>
                  <a:pt x="3702" y="620"/>
                </a:cubicBezTo>
                <a:cubicBezTo>
                  <a:pt x="3721" y="580"/>
                  <a:pt x="3729" y="573"/>
                  <a:pt x="3728" y="567"/>
                </a:cubicBezTo>
                <a:cubicBezTo>
                  <a:pt x="3737" y="541"/>
                  <a:pt x="3737" y="535"/>
                  <a:pt x="3739" y="528"/>
                </a:cubicBezTo>
                <a:cubicBezTo>
                  <a:pt x="3765" y="447"/>
                  <a:pt x="3760" y="442"/>
                  <a:pt x="3765" y="436"/>
                </a:cubicBezTo>
                <a:cubicBezTo>
                  <a:pt x="3787" y="371"/>
                  <a:pt x="3784" y="366"/>
                  <a:pt x="3786" y="360"/>
                </a:cubicBezTo>
                <a:cubicBezTo>
                  <a:pt x="3804" y="296"/>
                  <a:pt x="3805" y="291"/>
                  <a:pt x="3807" y="285"/>
                </a:cubicBezTo>
                <a:cubicBezTo>
                  <a:pt x="3824" y="215"/>
                  <a:pt x="3828" y="203"/>
                  <a:pt x="3835" y="190"/>
                </a:cubicBezTo>
                <a:cubicBezTo>
                  <a:pt x="3840" y="139"/>
                  <a:pt x="3840" y="139"/>
                  <a:pt x="3840" y="139"/>
                </a:cubicBezTo>
                <a:cubicBezTo>
                  <a:pt x="3822" y="187"/>
                  <a:pt x="3825" y="192"/>
                  <a:pt x="3818" y="199"/>
                </a:cubicBezTo>
                <a:cubicBezTo>
                  <a:pt x="3809" y="245"/>
                  <a:pt x="3800" y="251"/>
                  <a:pt x="3805" y="254"/>
                </a:cubicBezTo>
                <a:cubicBezTo>
                  <a:pt x="3785" y="327"/>
                  <a:pt x="3774" y="337"/>
                  <a:pt x="3780" y="345"/>
                </a:cubicBezTo>
                <a:cubicBezTo>
                  <a:pt x="3758" y="405"/>
                  <a:pt x="3763" y="412"/>
                  <a:pt x="3755" y="420"/>
                </a:cubicBezTo>
                <a:cubicBezTo>
                  <a:pt x="3731" y="521"/>
                  <a:pt x="3726" y="528"/>
                  <a:pt x="3727" y="534"/>
                </a:cubicBezTo>
                <a:cubicBezTo>
                  <a:pt x="3688" y="623"/>
                  <a:pt x="3695" y="625"/>
                  <a:pt x="3686" y="627"/>
                </a:cubicBezTo>
                <a:cubicBezTo>
                  <a:pt x="3651" y="685"/>
                  <a:pt x="3640" y="712"/>
                  <a:pt x="3623" y="739"/>
                </a:cubicBezTo>
                <a:cubicBezTo>
                  <a:pt x="3564" y="823"/>
                  <a:pt x="3560" y="825"/>
                  <a:pt x="3556" y="827"/>
                </a:cubicBezTo>
                <a:cubicBezTo>
                  <a:pt x="3530" y="872"/>
                  <a:pt x="3517" y="888"/>
                  <a:pt x="3505" y="904"/>
                </a:cubicBezTo>
                <a:cubicBezTo>
                  <a:pt x="3483" y="915"/>
                  <a:pt x="3485" y="903"/>
                  <a:pt x="3492" y="902"/>
                </a:cubicBezTo>
                <a:cubicBezTo>
                  <a:pt x="3559" y="799"/>
                  <a:pt x="3560" y="785"/>
                  <a:pt x="3575" y="768"/>
                </a:cubicBezTo>
                <a:cubicBezTo>
                  <a:pt x="3593" y="722"/>
                  <a:pt x="3597" y="715"/>
                  <a:pt x="3598" y="709"/>
                </a:cubicBezTo>
                <a:cubicBezTo>
                  <a:pt x="3627" y="643"/>
                  <a:pt x="3627" y="637"/>
                  <a:pt x="3629" y="630"/>
                </a:cubicBezTo>
                <a:cubicBezTo>
                  <a:pt x="3654" y="575"/>
                  <a:pt x="3651" y="570"/>
                  <a:pt x="3655" y="567"/>
                </a:cubicBezTo>
                <a:cubicBezTo>
                  <a:pt x="3661" y="537"/>
                  <a:pt x="3666" y="533"/>
                  <a:pt x="3669" y="530"/>
                </a:cubicBezTo>
                <a:cubicBezTo>
                  <a:pt x="3678" y="495"/>
                  <a:pt x="3683" y="488"/>
                  <a:pt x="3683" y="482"/>
                </a:cubicBezTo>
                <a:cubicBezTo>
                  <a:pt x="3719" y="376"/>
                  <a:pt x="3722" y="363"/>
                  <a:pt x="3725" y="350"/>
                </a:cubicBezTo>
                <a:cubicBezTo>
                  <a:pt x="3754" y="286"/>
                  <a:pt x="3753" y="280"/>
                  <a:pt x="3757" y="273"/>
                </a:cubicBezTo>
                <a:close/>
                <a:moveTo>
                  <a:pt x="3018" y="1695"/>
                </a:moveTo>
                <a:cubicBezTo>
                  <a:pt x="3014" y="1702"/>
                  <a:pt x="3009" y="1708"/>
                  <a:pt x="3004" y="1714"/>
                </a:cubicBezTo>
                <a:cubicBezTo>
                  <a:pt x="3001" y="1717"/>
                  <a:pt x="3003" y="1719"/>
                  <a:pt x="3001" y="1723"/>
                </a:cubicBezTo>
                <a:cubicBezTo>
                  <a:pt x="3001" y="1723"/>
                  <a:pt x="3001" y="1723"/>
                  <a:pt x="3001" y="1723"/>
                </a:cubicBezTo>
                <a:cubicBezTo>
                  <a:pt x="3000" y="1725"/>
                  <a:pt x="2998" y="1727"/>
                  <a:pt x="2996" y="1729"/>
                </a:cubicBezTo>
                <a:cubicBezTo>
                  <a:pt x="2994" y="1732"/>
                  <a:pt x="2993" y="1734"/>
                  <a:pt x="2991" y="1736"/>
                </a:cubicBezTo>
                <a:cubicBezTo>
                  <a:pt x="2988" y="1733"/>
                  <a:pt x="2993" y="1729"/>
                  <a:pt x="2996" y="1725"/>
                </a:cubicBezTo>
                <a:cubicBezTo>
                  <a:pt x="2996" y="1724"/>
                  <a:pt x="2996" y="1723"/>
                  <a:pt x="2997" y="1723"/>
                </a:cubicBezTo>
                <a:cubicBezTo>
                  <a:pt x="2999" y="1717"/>
                  <a:pt x="3000" y="1711"/>
                  <a:pt x="2999" y="1706"/>
                </a:cubicBezTo>
                <a:cubicBezTo>
                  <a:pt x="3006" y="1701"/>
                  <a:pt x="3003" y="1696"/>
                  <a:pt x="3007" y="1691"/>
                </a:cubicBezTo>
                <a:cubicBezTo>
                  <a:pt x="3009" y="1686"/>
                  <a:pt x="3013" y="1680"/>
                  <a:pt x="3011" y="1676"/>
                </a:cubicBezTo>
                <a:cubicBezTo>
                  <a:pt x="3016" y="1673"/>
                  <a:pt x="3016" y="1678"/>
                  <a:pt x="3018" y="1681"/>
                </a:cubicBezTo>
                <a:cubicBezTo>
                  <a:pt x="3018" y="1686"/>
                  <a:pt x="3017" y="1691"/>
                  <a:pt x="3018" y="1695"/>
                </a:cubicBezTo>
                <a:close/>
                <a:moveTo>
                  <a:pt x="3083" y="1624"/>
                </a:moveTo>
                <a:cubicBezTo>
                  <a:pt x="3078" y="1617"/>
                  <a:pt x="3091" y="1615"/>
                  <a:pt x="3094" y="1611"/>
                </a:cubicBezTo>
                <a:cubicBezTo>
                  <a:pt x="3104" y="1617"/>
                  <a:pt x="3086" y="1621"/>
                  <a:pt x="3083" y="1624"/>
                </a:cubicBezTo>
                <a:close/>
                <a:moveTo>
                  <a:pt x="3380" y="1391"/>
                </a:moveTo>
                <a:cubicBezTo>
                  <a:pt x="3385" y="1392"/>
                  <a:pt x="3391" y="1391"/>
                  <a:pt x="3396" y="1389"/>
                </a:cubicBezTo>
                <a:cubicBezTo>
                  <a:pt x="3423" y="1382"/>
                  <a:pt x="3434" y="1385"/>
                  <a:pt x="3444" y="1378"/>
                </a:cubicBezTo>
                <a:cubicBezTo>
                  <a:pt x="3550" y="1347"/>
                  <a:pt x="3562" y="1348"/>
                  <a:pt x="3573" y="1348"/>
                </a:cubicBezTo>
                <a:cubicBezTo>
                  <a:pt x="3646" y="1319"/>
                  <a:pt x="3657" y="1319"/>
                  <a:pt x="3667" y="1314"/>
                </a:cubicBezTo>
                <a:cubicBezTo>
                  <a:pt x="3709" y="1300"/>
                  <a:pt x="3720" y="1296"/>
                  <a:pt x="3730" y="1289"/>
                </a:cubicBezTo>
                <a:cubicBezTo>
                  <a:pt x="3798" y="1265"/>
                  <a:pt x="3803" y="1259"/>
                  <a:pt x="3808" y="1257"/>
                </a:cubicBezTo>
                <a:cubicBezTo>
                  <a:pt x="3822" y="1253"/>
                  <a:pt x="3821" y="1257"/>
                  <a:pt x="3819" y="1258"/>
                </a:cubicBezTo>
                <a:cubicBezTo>
                  <a:pt x="3769" y="1288"/>
                  <a:pt x="3753" y="1288"/>
                  <a:pt x="3737" y="1298"/>
                </a:cubicBezTo>
                <a:cubicBezTo>
                  <a:pt x="3704" y="1311"/>
                  <a:pt x="3696" y="1312"/>
                  <a:pt x="3689" y="1319"/>
                </a:cubicBezTo>
                <a:cubicBezTo>
                  <a:pt x="3627" y="1336"/>
                  <a:pt x="3613" y="1343"/>
                  <a:pt x="3600" y="1350"/>
                </a:cubicBezTo>
                <a:cubicBezTo>
                  <a:pt x="3516" y="1371"/>
                  <a:pt x="3513" y="1372"/>
                  <a:pt x="3509" y="1369"/>
                </a:cubicBezTo>
                <a:cubicBezTo>
                  <a:pt x="3486" y="1376"/>
                  <a:pt x="3483" y="1376"/>
                  <a:pt x="3479" y="1375"/>
                </a:cubicBezTo>
                <a:cubicBezTo>
                  <a:pt x="3410" y="1391"/>
                  <a:pt x="3403" y="1392"/>
                  <a:pt x="3397" y="1393"/>
                </a:cubicBezTo>
                <a:cubicBezTo>
                  <a:pt x="3329" y="1405"/>
                  <a:pt x="3324" y="1415"/>
                  <a:pt x="3316" y="1408"/>
                </a:cubicBezTo>
                <a:close/>
                <a:moveTo>
                  <a:pt x="3144" y="1481"/>
                </a:moveTo>
                <a:cubicBezTo>
                  <a:pt x="3149" y="1484"/>
                  <a:pt x="3147" y="1487"/>
                  <a:pt x="3145" y="1490"/>
                </a:cubicBezTo>
                <a:cubicBezTo>
                  <a:pt x="3143" y="1488"/>
                  <a:pt x="3142" y="1489"/>
                  <a:pt x="3141" y="1490"/>
                </a:cubicBezTo>
                <a:cubicBezTo>
                  <a:pt x="3139" y="1488"/>
                  <a:pt x="3142" y="1484"/>
                  <a:pt x="3144" y="1481"/>
                </a:cubicBezTo>
                <a:close/>
                <a:moveTo>
                  <a:pt x="3128" y="1513"/>
                </a:moveTo>
                <a:cubicBezTo>
                  <a:pt x="3137" y="1507"/>
                  <a:pt x="3129" y="1520"/>
                  <a:pt x="3126" y="1519"/>
                </a:cubicBezTo>
                <a:cubicBezTo>
                  <a:pt x="3125" y="1518"/>
                  <a:pt x="3126" y="1514"/>
                  <a:pt x="3128" y="1513"/>
                </a:cubicBezTo>
                <a:close/>
                <a:moveTo>
                  <a:pt x="3101" y="1380"/>
                </a:moveTo>
                <a:cubicBezTo>
                  <a:pt x="3097" y="1374"/>
                  <a:pt x="3093" y="1369"/>
                  <a:pt x="3096" y="1362"/>
                </a:cubicBezTo>
                <a:cubicBezTo>
                  <a:pt x="3087" y="1357"/>
                  <a:pt x="3089" y="1350"/>
                  <a:pt x="3088" y="1344"/>
                </a:cubicBezTo>
                <a:cubicBezTo>
                  <a:pt x="3080" y="1340"/>
                  <a:pt x="3086" y="1334"/>
                  <a:pt x="3082" y="1329"/>
                </a:cubicBezTo>
                <a:cubicBezTo>
                  <a:pt x="3083" y="1326"/>
                  <a:pt x="3080" y="1325"/>
                  <a:pt x="3079" y="1323"/>
                </a:cubicBezTo>
                <a:cubicBezTo>
                  <a:pt x="3077" y="1321"/>
                  <a:pt x="3079" y="1320"/>
                  <a:pt x="3078" y="1319"/>
                </a:cubicBezTo>
                <a:cubicBezTo>
                  <a:pt x="3077" y="1316"/>
                  <a:pt x="3076" y="1310"/>
                  <a:pt x="3072" y="1307"/>
                </a:cubicBezTo>
                <a:cubicBezTo>
                  <a:pt x="3070" y="1305"/>
                  <a:pt x="3067" y="1298"/>
                  <a:pt x="3068" y="1293"/>
                </a:cubicBezTo>
                <a:cubicBezTo>
                  <a:pt x="3061" y="1283"/>
                  <a:pt x="3059" y="1271"/>
                  <a:pt x="3057" y="1260"/>
                </a:cubicBezTo>
                <a:cubicBezTo>
                  <a:pt x="3051" y="1257"/>
                  <a:pt x="3058" y="1253"/>
                  <a:pt x="3054" y="1250"/>
                </a:cubicBezTo>
                <a:cubicBezTo>
                  <a:pt x="3053" y="1247"/>
                  <a:pt x="3051" y="1245"/>
                  <a:pt x="3053" y="1242"/>
                </a:cubicBezTo>
                <a:cubicBezTo>
                  <a:pt x="3052" y="1235"/>
                  <a:pt x="3046" y="1230"/>
                  <a:pt x="3048" y="1224"/>
                </a:cubicBezTo>
                <a:cubicBezTo>
                  <a:pt x="3044" y="1218"/>
                  <a:pt x="3048" y="1211"/>
                  <a:pt x="3044" y="1206"/>
                </a:cubicBezTo>
                <a:cubicBezTo>
                  <a:pt x="3045" y="1203"/>
                  <a:pt x="3040" y="1201"/>
                  <a:pt x="3043" y="1197"/>
                </a:cubicBezTo>
                <a:cubicBezTo>
                  <a:pt x="3043" y="1195"/>
                  <a:pt x="3044" y="1192"/>
                  <a:pt x="3042" y="1189"/>
                </a:cubicBezTo>
                <a:cubicBezTo>
                  <a:pt x="3049" y="1185"/>
                  <a:pt x="3048" y="1199"/>
                  <a:pt x="3050" y="1203"/>
                </a:cubicBezTo>
                <a:cubicBezTo>
                  <a:pt x="3052" y="1208"/>
                  <a:pt x="3062" y="1212"/>
                  <a:pt x="3056" y="1218"/>
                </a:cubicBezTo>
                <a:cubicBezTo>
                  <a:pt x="3065" y="1223"/>
                  <a:pt x="3064" y="1228"/>
                  <a:pt x="3066" y="1234"/>
                </a:cubicBezTo>
                <a:cubicBezTo>
                  <a:pt x="3074" y="1238"/>
                  <a:pt x="3069" y="1244"/>
                  <a:pt x="3077" y="1249"/>
                </a:cubicBezTo>
                <a:cubicBezTo>
                  <a:pt x="3076" y="1260"/>
                  <a:pt x="3086" y="1269"/>
                  <a:pt x="3089" y="1280"/>
                </a:cubicBezTo>
                <a:cubicBezTo>
                  <a:pt x="3097" y="1290"/>
                  <a:pt x="3096" y="1301"/>
                  <a:pt x="3106" y="1311"/>
                </a:cubicBezTo>
                <a:cubicBezTo>
                  <a:pt x="3106" y="1326"/>
                  <a:pt x="3112" y="1340"/>
                  <a:pt x="3116" y="1355"/>
                </a:cubicBezTo>
                <a:cubicBezTo>
                  <a:pt x="3115" y="1361"/>
                  <a:pt x="3116" y="1366"/>
                  <a:pt x="3118" y="1371"/>
                </a:cubicBezTo>
                <a:cubicBezTo>
                  <a:pt x="3109" y="1378"/>
                  <a:pt x="3124" y="1381"/>
                  <a:pt x="3117" y="1388"/>
                </a:cubicBezTo>
                <a:cubicBezTo>
                  <a:pt x="3122" y="1398"/>
                  <a:pt x="3122" y="1409"/>
                  <a:pt x="3125" y="1420"/>
                </a:cubicBezTo>
                <a:cubicBezTo>
                  <a:pt x="3118" y="1437"/>
                  <a:pt x="3123" y="1453"/>
                  <a:pt x="3116" y="1471"/>
                </a:cubicBezTo>
                <a:cubicBezTo>
                  <a:pt x="3113" y="1446"/>
                  <a:pt x="3108" y="1422"/>
                  <a:pt x="3106" y="1398"/>
                </a:cubicBezTo>
                <a:cubicBezTo>
                  <a:pt x="3103" y="1392"/>
                  <a:pt x="3099" y="1386"/>
                  <a:pt x="3101" y="1380"/>
                </a:cubicBezTo>
                <a:close/>
                <a:moveTo>
                  <a:pt x="3116" y="1485"/>
                </a:moveTo>
                <a:cubicBezTo>
                  <a:pt x="3110" y="1490"/>
                  <a:pt x="3113" y="1478"/>
                  <a:pt x="3116" y="1475"/>
                </a:cubicBezTo>
                <a:cubicBezTo>
                  <a:pt x="3117" y="1478"/>
                  <a:pt x="3117" y="1482"/>
                  <a:pt x="3116" y="1485"/>
                </a:cubicBezTo>
                <a:close/>
                <a:moveTo>
                  <a:pt x="3231" y="1453"/>
                </a:moveTo>
                <a:cubicBezTo>
                  <a:pt x="3241" y="1447"/>
                  <a:pt x="3232" y="1460"/>
                  <a:pt x="3230" y="1459"/>
                </a:cubicBezTo>
                <a:cubicBezTo>
                  <a:pt x="3228" y="1458"/>
                  <a:pt x="3229" y="1454"/>
                  <a:pt x="3231" y="1453"/>
                </a:cubicBezTo>
                <a:close/>
                <a:moveTo>
                  <a:pt x="3245" y="1463"/>
                </a:moveTo>
                <a:cubicBezTo>
                  <a:pt x="3256" y="1465"/>
                  <a:pt x="3264" y="1454"/>
                  <a:pt x="3275" y="1457"/>
                </a:cubicBezTo>
                <a:cubicBezTo>
                  <a:pt x="3333" y="1437"/>
                  <a:pt x="3340" y="1441"/>
                  <a:pt x="3347" y="1439"/>
                </a:cubicBezTo>
                <a:cubicBezTo>
                  <a:pt x="3375" y="1429"/>
                  <a:pt x="3383" y="1435"/>
                  <a:pt x="3389" y="1427"/>
                </a:cubicBezTo>
                <a:cubicBezTo>
                  <a:pt x="3447" y="1427"/>
                  <a:pt x="3460" y="1420"/>
                  <a:pt x="3475" y="1423"/>
                </a:cubicBezTo>
                <a:cubicBezTo>
                  <a:pt x="3577" y="1415"/>
                  <a:pt x="3580" y="1413"/>
                  <a:pt x="3584" y="1415"/>
                </a:cubicBezTo>
                <a:cubicBezTo>
                  <a:pt x="3653" y="1417"/>
                  <a:pt x="3640" y="1416"/>
                  <a:pt x="3638" y="1419"/>
                </a:cubicBezTo>
                <a:cubicBezTo>
                  <a:pt x="3606" y="1428"/>
                  <a:pt x="3602" y="1428"/>
                  <a:pt x="3598" y="1429"/>
                </a:cubicBezTo>
                <a:cubicBezTo>
                  <a:pt x="3554" y="1436"/>
                  <a:pt x="3551" y="1445"/>
                  <a:pt x="3546" y="1440"/>
                </a:cubicBezTo>
                <a:cubicBezTo>
                  <a:pt x="3512" y="1439"/>
                  <a:pt x="3509" y="1452"/>
                  <a:pt x="3503" y="1444"/>
                </a:cubicBezTo>
                <a:cubicBezTo>
                  <a:pt x="3472" y="1444"/>
                  <a:pt x="3469" y="1451"/>
                  <a:pt x="3464" y="1448"/>
                </a:cubicBezTo>
                <a:cubicBezTo>
                  <a:pt x="3408" y="1459"/>
                  <a:pt x="3400" y="1455"/>
                  <a:pt x="3393" y="1459"/>
                </a:cubicBezTo>
                <a:cubicBezTo>
                  <a:pt x="3357" y="1464"/>
                  <a:pt x="3354" y="1465"/>
                  <a:pt x="3350" y="1463"/>
                </a:cubicBezTo>
                <a:cubicBezTo>
                  <a:pt x="3304" y="1474"/>
                  <a:pt x="3300" y="1474"/>
                  <a:pt x="3296" y="1477"/>
                </a:cubicBezTo>
                <a:cubicBezTo>
                  <a:pt x="3261" y="1487"/>
                  <a:pt x="3255" y="1479"/>
                  <a:pt x="3251" y="1490"/>
                </a:cubicBezTo>
                <a:cubicBezTo>
                  <a:pt x="3185" y="1506"/>
                  <a:pt x="3167" y="1526"/>
                  <a:pt x="3147" y="1531"/>
                </a:cubicBezTo>
                <a:cubicBezTo>
                  <a:pt x="3114" y="1536"/>
                  <a:pt x="3119" y="1543"/>
                  <a:pt x="3123" y="1538"/>
                </a:cubicBezTo>
                <a:cubicBezTo>
                  <a:pt x="3171" y="1501"/>
                  <a:pt x="3177" y="1490"/>
                  <a:pt x="3184" y="1486"/>
                </a:cubicBezTo>
                <a:cubicBezTo>
                  <a:pt x="3226" y="1473"/>
                  <a:pt x="3235" y="1470"/>
                  <a:pt x="3245" y="1463"/>
                </a:cubicBezTo>
                <a:close/>
                <a:moveTo>
                  <a:pt x="3167" y="1470"/>
                </a:moveTo>
                <a:cubicBezTo>
                  <a:pt x="3172" y="1469"/>
                  <a:pt x="3176" y="1466"/>
                  <a:pt x="3181" y="1466"/>
                </a:cubicBezTo>
                <a:cubicBezTo>
                  <a:pt x="3189" y="1458"/>
                  <a:pt x="3198" y="1461"/>
                  <a:pt x="3206" y="1452"/>
                </a:cubicBezTo>
                <a:cubicBezTo>
                  <a:pt x="3211" y="1458"/>
                  <a:pt x="3198" y="1463"/>
                  <a:pt x="3195" y="1462"/>
                </a:cubicBezTo>
                <a:cubicBezTo>
                  <a:pt x="3191" y="1468"/>
                  <a:pt x="3186" y="1466"/>
                  <a:pt x="3182" y="1470"/>
                </a:cubicBezTo>
                <a:cubicBezTo>
                  <a:pt x="3180" y="1473"/>
                  <a:pt x="3176" y="1470"/>
                  <a:pt x="3174" y="1471"/>
                </a:cubicBezTo>
                <a:cubicBezTo>
                  <a:pt x="3172" y="1472"/>
                  <a:pt x="3171" y="1476"/>
                  <a:pt x="3170" y="1476"/>
                </a:cubicBezTo>
                <a:cubicBezTo>
                  <a:pt x="3170" y="1476"/>
                  <a:pt x="3168" y="1474"/>
                  <a:pt x="3168" y="1474"/>
                </a:cubicBezTo>
                <a:cubicBezTo>
                  <a:pt x="3164" y="1476"/>
                  <a:pt x="3159" y="1485"/>
                  <a:pt x="3154" y="1478"/>
                </a:cubicBezTo>
                <a:cubicBezTo>
                  <a:pt x="3157" y="1469"/>
                  <a:pt x="3163" y="1474"/>
                  <a:pt x="3167" y="1470"/>
                </a:cubicBezTo>
                <a:close/>
                <a:moveTo>
                  <a:pt x="3187" y="1376"/>
                </a:moveTo>
                <a:cubicBezTo>
                  <a:pt x="3185" y="1370"/>
                  <a:pt x="3185" y="1363"/>
                  <a:pt x="3189" y="1355"/>
                </a:cubicBezTo>
                <a:cubicBezTo>
                  <a:pt x="3191" y="1357"/>
                  <a:pt x="3193" y="1359"/>
                  <a:pt x="3196" y="1361"/>
                </a:cubicBezTo>
                <a:cubicBezTo>
                  <a:pt x="3196" y="1365"/>
                  <a:pt x="3192" y="1371"/>
                  <a:pt x="3187" y="1376"/>
                </a:cubicBezTo>
                <a:close/>
                <a:moveTo>
                  <a:pt x="3379" y="456"/>
                </a:moveTo>
                <a:cubicBezTo>
                  <a:pt x="3385" y="461"/>
                  <a:pt x="3376" y="469"/>
                  <a:pt x="3380" y="474"/>
                </a:cubicBezTo>
                <a:cubicBezTo>
                  <a:pt x="3373" y="477"/>
                  <a:pt x="3375" y="461"/>
                  <a:pt x="3379" y="456"/>
                </a:cubicBezTo>
                <a:close/>
                <a:moveTo>
                  <a:pt x="3309" y="952"/>
                </a:moveTo>
                <a:cubicBezTo>
                  <a:pt x="3303" y="947"/>
                  <a:pt x="3312" y="940"/>
                  <a:pt x="3307" y="935"/>
                </a:cubicBezTo>
                <a:cubicBezTo>
                  <a:pt x="3310" y="924"/>
                  <a:pt x="3311" y="913"/>
                  <a:pt x="3310" y="902"/>
                </a:cubicBezTo>
                <a:cubicBezTo>
                  <a:pt x="3315" y="899"/>
                  <a:pt x="3317" y="904"/>
                  <a:pt x="3313" y="908"/>
                </a:cubicBezTo>
                <a:cubicBezTo>
                  <a:pt x="3316" y="911"/>
                  <a:pt x="3314" y="914"/>
                  <a:pt x="3317" y="918"/>
                </a:cubicBezTo>
                <a:cubicBezTo>
                  <a:pt x="3310" y="934"/>
                  <a:pt x="3314" y="950"/>
                  <a:pt x="3309" y="966"/>
                </a:cubicBezTo>
                <a:cubicBezTo>
                  <a:pt x="3303" y="969"/>
                  <a:pt x="3309" y="963"/>
                  <a:pt x="3306" y="960"/>
                </a:cubicBezTo>
                <a:cubicBezTo>
                  <a:pt x="3306" y="958"/>
                  <a:pt x="3306" y="955"/>
                  <a:pt x="3309" y="952"/>
                </a:cubicBezTo>
                <a:close/>
                <a:moveTo>
                  <a:pt x="3303" y="988"/>
                </a:moveTo>
                <a:cubicBezTo>
                  <a:pt x="3306" y="996"/>
                  <a:pt x="3298" y="1006"/>
                  <a:pt x="3301" y="1015"/>
                </a:cubicBezTo>
                <a:cubicBezTo>
                  <a:pt x="3298" y="1024"/>
                  <a:pt x="3301" y="1032"/>
                  <a:pt x="3296" y="1040"/>
                </a:cubicBezTo>
                <a:cubicBezTo>
                  <a:pt x="3291" y="1032"/>
                  <a:pt x="3301" y="1022"/>
                  <a:pt x="3295" y="1014"/>
                </a:cubicBezTo>
                <a:cubicBezTo>
                  <a:pt x="3305" y="1004"/>
                  <a:pt x="3294" y="997"/>
                  <a:pt x="3303" y="988"/>
                </a:cubicBezTo>
                <a:close/>
                <a:moveTo>
                  <a:pt x="3280" y="1076"/>
                </a:moveTo>
                <a:cubicBezTo>
                  <a:pt x="3290" y="1068"/>
                  <a:pt x="3289" y="1064"/>
                  <a:pt x="3294" y="1053"/>
                </a:cubicBezTo>
                <a:cubicBezTo>
                  <a:pt x="3299" y="1066"/>
                  <a:pt x="3282" y="1081"/>
                  <a:pt x="3289" y="1093"/>
                </a:cubicBezTo>
                <a:cubicBezTo>
                  <a:pt x="3281" y="1100"/>
                  <a:pt x="3287" y="1106"/>
                  <a:pt x="3281" y="1113"/>
                </a:cubicBezTo>
                <a:cubicBezTo>
                  <a:pt x="3278" y="1101"/>
                  <a:pt x="3282" y="1088"/>
                  <a:pt x="3280" y="1076"/>
                </a:cubicBezTo>
                <a:close/>
                <a:moveTo>
                  <a:pt x="3233" y="654"/>
                </a:moveTo>
                <a:cubicBezTo>
                  <a:pt x="3234" y="660"/>
                  <a:pt x="3238" y="666"/>
                  <a:pt x="3233" y="672"/>
                </a:cubicBezTo>
                <a:cubicBezTo>
                  <a:pt x="3231" y="666"/>
                  <a:pt x="3228" y="661"/>
                  <a:pt x="3233" y="654"/>
                </a:cubicBezTo>
                <a:close/>
                <a:moveTo>
                  <a:pt x="3235" y="689"/>
                </a:moveTo>
                <a:cubicBezTo>
                  <a:pt x="3234" y="694"/>
                  <a:pt x="3235" y="700"/>
                  <a:pt x="3238" y="705"/>
                </a:cubicBezTo>
                <a:cubicBezTo>
                  <a:pt x="3231" y="710"/>
                  <a:pt x="3231" y="697"/>
                  <a:pt x="3232" y="693"/>
                </a:cubicBezTo>
                <a:cubicBezTo>
                  <a:pt x="3229" y="688"/>
                  <a:pt x="3234" y="682"/>
                  <a:pt x="3230" y="677"/>
                </a:cubicBezTo>
                <a:cubicBezTo>
                  <a:pt x="3236" y="672"/>
                  <a:pt x="3231" y="686"/>
                  <a:pt x="3235" y="689"/>
                </a:cubicBezTo>
                <a:close/>
                <a:moveTo>
                  <a:pt x="3209" y="1367"/>
                </a:moveTo>
                <a:cubicBezTo>
                  <a:pt x="3206" y="1355"/>
                  <a:pt x="3218" y="1354"/>
                  <a:pt x="3220" y="1343"/>
                </a:cubicBezTo>
                <a:cubicBezTo>
                  <a:pt x="3222" y="1345"/>
                  <a:pt x="3225" y="1345"/>
                  <a:pt x="3226" y="1344"/>
                </a:cubicBezTo>
                <a:cubicBezTo>
                  <a:pt x="3229" y="1352"/>
                  <a:pt x="3214" y="1363"/>
                  <a:pt x="3209" y="1367"/>
                </a:cubicBezTo>
                <a:close/>
                <a:moveTo>
                  <a:pt x="3267" y="1160"/>
                </a:moveTo>
                <a:cubicBezTo>
                  <a:pt x="3268" y="1172"/>
                  <a:pt x="3262" y="1184"/>
                  <a:pt x="3266" y="1196"/>
                </a:cubicBezTo>
                <a:cubicBezTo>
                  <a:pt x="3248" y="1255"/>
                  <a:pt x="3254" y="1259"/>
                  <a:pt x="3246" y="1265"/>
                </a:cubicBezTo>
                <a:cubicBezTo>
                  <a:pt x="3223" y="1297"/>
                  <a:pt x="3227" y="1284"/>
                  <a:pt x="3231" y="1271"/>
                </a:cubicBezTo>
                <a:cubicBezTo>
                  <a:pt x="3240" y="1191"/>
                  <a:pt x="3240" y="1181"/>
                  <a:pt x="3246" y="1169"/>
                </a:cubicBezTo>
                <a:cubicBezTo>
                  <a:pt x="3253" y="1104"/>
                  <a:pt x="3245" y="1099"/>
                  <a:pt x="3254" y="1092"/>
                </a:cubicBezTo>
                <a:cubicBezTo>
                  <a:pt x="3247" y="1024"/>
                  <a:pt x="3244" y="1019"/>
                  <a:pt x="3247" y="1014"/>
                </a:cubicBezTo>
                <a:cubicBezTo>
                  <a:pt x="3240" y="967"/>
                  <a:pt x="3246" y="958"/>
                  <a:pt x="3240" y="951"/>
                </a:cubicBezTo>
                <a:cubicBezTo>
                  <a:pt x="3238" y="891"/>
                  <a:pt x="3244" y="882"/>
                  <a:pt x="3240" y="874"/>
                </a:cubicBezTo>
                <a:cubicBezTo>
                  <a:pt x="3236" y="775"/>
                  <a:pt x="3228" y="769"/>
                  <a:pt x="3235" y="761"/>
                </a:cubicBezTo>
                <a:cubicBezTo>
                  <a:pt x="3237" y="746"/>
                  <a:pt x="3235" y="749"/>
                  <a:pt x="3238" y="753"/>
                </a:cubicBezTo>
                <a:cubicBezTo>
                  <a:pt x="3240" y="819"/>
                  <a:pt x="3250" y="825"/>
                  <a:pt x="3247" y="832"/>
                </a:cubicBezTo>
                <a:cubicBezTo>
                  <a:pt x="3256" y="904"/>
                  <a:pt x="3258" y="918"/>
                  <a:pt x="3259" y="932"/>
                </a:cubicBezTo>
                <a:cubicBezTo>
                  <a:pt x="3261" y="958"/>
                  <a:pt x="3261" y="964"/>
                  <a:pt x="3262" y="971"/>
                </a:cubicBezTo>
                <a:cubicBezTo>
                  <a:pt x="3270" y="1022"/>
                  <a:pt x="3268" y="1035"/>
                  <a:pt x="3272" y="1048"/>
                </a:cubicBezTo>
                <a:cubicBezTo>
                  <a:pt x="3265" y="1137"/>
                  <a:pt x="3271" y="1148"/>
                  <a:pt x="3267" y="1160"/>
                </a:cubicBezTo>
                <a:close/>
                <a:moveTo>
                  <a:pt x="3287" y="1211"/>
                </a:moveTo>
                <a:cubicBezTo>
                  <a:pt x="3282" y="1214"/>
                  <a:pt x="3285" y="1208"/>
                  <a:pt x="3288" y="1205"/>
                </a:cubicBezTo>
                <a:cubicBezTo>
                  <a:pt x="3293" y="1202"/>
                  <a:pt x="3289" y="1208"/>
                  <a:pt x="3287" y="1211"/>
                </a:cubicBezTo>
                <a:close/>
                <a:moveTo>
                  <a:pt x="3275" y="1203"/>
                </a:moveTo>
                <a:cubicBezTo>
                  <a:pt x="3271" y="1198"/>
                  <a:pt x="3280" y="1192"/>
                  <a:pt x="3275" y="1188"/>
                </a:cubicBezTo>
                <a:cubicBezTo>
                  <a:pt x="3286" y="1153"/>
                  <a:pt x="3288" y="1149"/>
                  <a:pt x="3286" y="1145"/>
                </a:cubicBezTo>
                <a:cubicBezTo>
                  <a:pt x="3298" y="1108"/>
                  <a:pt x="3292" y="1100"/>
                  <a:pt x="3299" y="1090"/>
                </a:cubicBezTo>
                <a:cubicBezTo>
                  <a:pt x="3325" y="914"/>
                  <a:pt x="3327" y="904"/>
                  <a:pt x="3330" y="895"/>
                </a:cubicBezTo>
                <a:cubicBezTo>
                  <a:pt x="3339" y="831"/>
                  <a:pt x="3337" y="822"/>
                  <a:pt x="3337" y="813"/>
                </a:cubicBezTo>
                <a:cubicBezTo>
                  <a:pt x="3352" y="746"/>
                  <a:pt x="3355" y="735"/>
                  <a:pt x="3354" y="724"/>
                </a:cubicBezTo>
                <a:cubicBezTo>
                  <a:pt x="3362" y="646"/>
                  <a:pt x="3363" y="634"/>
                  <a:pt x="3365" y="623"/>
                </a:cubicBezTo>
                <a:cubicBezTo>
                  <a:pt x="3371" y="567"/>
                  <a:pt x="3358" y="563"/>
                  <a:pt x="3368" y="557"/>
                </a:cubicBezTo>
                <a:cubicBezTo>
                  <a:pt x="3370" y="518"/>
                  <a:pt x="3369" y="512"/>
                  <a:pt x="3370" y="507"/>
                </a:cubicBezTo>
                <a:cubicBezTo>
                  <a:pt x="3377" y="482"/>
                  <a:pt x="3378" y="484"/>
                  <a:pt x="3381" y="486"/>
                </a:cubicBezTo>
                <a:cubicBezTo>
                  <a:pt x="3379" y="562"/>
                  <a:pt x="3370" y="570"/>
                  <a:pt x="3375" y="576"/>
                </a:cubicBezTo>
                <a:cubicBezTo>
                  <a:pt x="3375" y="667"/>
                  <a:pt x="3369" y="672"/>
                  <a:pt x="3376" y="675"/>
                </a:cubicBezTo>
                <a:cubicBezTo>
                  <a:pt x="3373" y="724"/>
                  <a:pt x="3374" y="738"/>
                  <a:pt x="3372" y="753"/>
                </a:cubicBezTo>
                <a:cubicBezTo>
                  <a:pt x="3360" y="869"/>
                  <a:pt x="3367" y="875"/>
                  <a:pt x="3361" y="882"/>
                </a:cubicBezTo>
                <a:cubicBezTo>
                  <a:pt x="3346" y="951"/>
                  <a:pt x="3348" y="958"/>
                  <a:pt x="3346" y="965"/>
                </a:cubicBezTo>
                <a:cubicBezTo>
                  <a:pt x="3339" y="1047"/>
                  <a:pt x="3329" y="1059"/>
                  <a:pt x="3333" y="1068"/>
                </a:cubicBezTo>
                <a:cubicBezTo>
                  <a:pt x="3314" y="1133"/>
                  <a:pt x="3303" y="1141"/>
                  <a:pt x="3307" y="1147"/>
                </a:cubicBezTo>
                <a:close/>
                <a:moveTo>
                  <a:pt x="3519" y="1049"/>
                </a:moveTo>
                <a:cubicBezTo>
                  <a:pt x="3522" y="1041"/>
                  <a:pt x="3527" y="1048"/>
                  <a:pt x="3531" y="1043"/>
                </a:cubicBezTo>
                <a:cubicBezTo>
                  <a:pt x="3539" y="1038"/>
                  <a:pt x="3548" y="1037"/>
                  <a:pt x="3556" y="1033"/>
                </a:cubicBezTo>
                <a:cubicBezTo>
                  <a:pt x="3559" y="1037"/>
                  <a:pt x="3553" y="1038"/>
                  <a:pt x="3550" y="1036"/>
                </a:cubicBezTo>
                <a:cubicBezTo>
                  <a:pt x="3537" y="1048"/>
                  <a:pt x="3523" y="1047"/>
                  <a:pt x="3510" y="1056"/>
                </a:cubicBezTo>
                <a:cubicBezTo>
                  <a:pt x="3505" y="1052"/>
                  <a:pt x="3516" y="1048"/>
                  <a:pt x="3519" y="1049"/>
                </a:cubicBezTo>
                <a:close/>
                <a:moveTo>
                  <a:pt x="3453" y="973"/>
                </a:moveTo>
                <a:cubicBezTo>
                  <a:pt x="3450" y="976"/>
                  <a:pt x="3448" y="979"/>
                  <a:pt x="3446" y="982"/>
                </a:cubicBezTo>
                <a:cubicBezTo>
                  <a:pt x="3442" y="985"/>
                  <a:pt x="3443" y="981"/>
                  <a:pt x="3445" y="978"/>
                </a:cubicBezTo>
                <a:cubicBezTo>
                  <a:pt x="3447" y="975"/>
                  <a:pt x="3450" y="972"/>
                  <a:pt x="3452" y="969"/>
                </a:cubicBezTo>
                <a:cubicBezTo>
                  <a:pt x="3456" y="967"/>
                  <a:pt x="3455" y="971"/>
                  <a:pt x="3453" y="973"/>
                </a:cubicBezTo>
                <a:close/>
                <a:moveTo>
                  <a:pt x="3458" y="966"/>
                </a:moveTo>
                <a:cubicBezTo>
                  <a:pt x="3454" y="960"/>
                  <a:pt x="3466" y="951"/>
                  <a:pt x="3463" y="945"/>
                </a:cubicBezTo>
                <a:cubicBezTo>
                  <a:pt x="3476" y="942"/>
                  <a:pt x="3465" y="960"/>
                  <a:pt x="3458" y="966"/>
                </a:cubicBezTo>
                <a:close/>
                <a:moveTo>
                  <a:pt x="3710" y="706"/>
                </a:moveTo>
                <a:cubicBezTo>
                  <a:pt x="3717" y="705"/>
                  <a:pt x="3723" y="694"/>
                  <a:pt x="3731" y="693"/>
                </a:cubicBezTo>
                <a:cubicBezTo>
                  <a:pt x="3737" y="691"/>
                  <a:pt x="3743" y="685"/>
                  <a:pt x="3750" y="682"/>
                </a:cubicBezTo>
                <a:cubicBezTo>
                  <a:pt x="3763" y="672"/>
                  <a:pt x="3776" y="663"/>
                  <a:pt x="3789" y="654"/>
                </a:cubicBezTo>
                <a:cubicBezTo>
                  <a:pt x="3792" y="657"/>
                  <a:pt x="3786" y="656"/>
                  <a:pt x="3784" y="661"/>
                </a:cubicBezTo>
                <a:cubicBezTo>
                  <a:pt x="3782" y="664"/>
                  <a:pt x="3779" y="667"/>
                  <a:pt x="3777" y="670"/>
                </a:cubicBezTo>
                <a:cubicBezTo>
                  <a:pt x="3769" y="670"/>
                  <a:pt x="3763" y="676"/>
                  <a:pt x="3756" y="683"/>
                </a:cubicBezTo>
                <a:cubicBezTo>
                  <a:pt x="3749" y="685"/>
                  <a:pt x="3742" y="693"/>
                  <a:pt x="3735" y="696"/>
                </a:cubicBezTo>
                <a:cubicBezTo>
                  <a:pt x="3723" y="711"/>
                  <a:pt x="3708" y="711"/>
                  <a:pt x="3696" y="729"/>
                </a:cubicBezTo>
                <a:cubicBezTo>
                  <a:pt x="3689" y="721"/>
                  <a:pt x="3705" y="718"/>
                  <a:pt x="3710" y="706"/>
                </a:cubicBezTo>
                <a:close/>
                <a:moveTo>
                  <a:pt x="3778" y="601"/>
                </a:moveTo>
                <a:cubicBezTo>
                  <a:pt x="3783" y="595"/>
                  <a:pt x="3788" y="585"/>
                  <a:pt x="3794" y="585"/>
                </a:cubicBezTo>
                <a:cubicBezTo>
                  <a:pt x="3799" y="592"/>
                  <a:pt x="3786" y="589"/>
                  <a:pt x="3784" y="599"/>
                </a:cubicBezTo>
                <a:cubicBezTo>
                  <a:pt x="3782" y="603"/>
                  <a:pt x="3779" y="601"/>
                  <a:pt x="3776" y="604"/>
                </a:cubicBezTo>
                <a:cubicBezTo>
                  <a:pt x="3774" y="607"/>
                  <a:pt x="3771" y="610"/>
                  <a:pt x="3769" y="613"/>
                </a:cubicBezTo>
                <a:cubicBezTo>
                  <a:pt x="3761" y="620"/>
                  <a:pt x="3774" y="596"/>
                  <a:pt x="3778" y="601"/>
                </a:cubicBezTo>
                <a:close/>
                <a:moveTo>
                  <a:pt x="3680" y="760"/>
                </a:moveTo>
                <a:cubicBezTo>
                  <a:pt x="3677" y="755"/>
                  <a:pt x="3683" y="755"/>
                  <a:pt x="3685" y="753"/>
                </a:cubicBezTo>
                <a:cubicBezTo>
                  <a:pt x="3694" y="750"/>
                  <a:pt x="3682" y="757"/>
                  <a:pt x="3680" y="760"/>
                </a:cubicBezTo>
                <a:close/>
                <a:moveTo>
                  <a:pt x="3577" y="828"/>
                </a:moveTo>
                <a:cubicBezTo>
                  <a:pt x="3581" y="819"/>
                  <a:pt x="3586" y="824"/>
                  <a:pt x="3590" y="816"/>
                </a:cubicBezTo>
                <a:cubicBezTo>
                  <a:pt x="3597" y="807"/>
                  <a:pt x="3603" y="799"/>
                  <a:pt x="3609" y="790"/>
                </a:cubicBezTo>
                <a:cubicBezTo>
                  <a:pt x="3636" y="767"/>
                  <a:pt x="3663" y="749"/>
                  <a:pt x="3690" y="727"/>
                </a:cubicBezTo>
                <a:cubicBezTo>
                  <a:pt x="3692" y="729"/>
                  <a:pt x="3689" y="732"/>
                  <a:pt x="3689" y="734"/>
                </a:cubicBezTo>
                <a:cubicBezTo>
                  <a:pt x="3671" y="752"/>
                  <a:pt x="3653" y="764"/>
                  <a:pt x="3636" y="789"/>
                </a:cubicBezTo>
                <a:cubicBezTo>
                  <a:pt x="3629" y="796"/>
                  <a:pt x="3621" y="798"/>
                  <a:pt x="3614" y="808"/>
                </a:cubicBezTo>
                <a:cubicBezTo>
                  <a:pt x="3613" y="816"/>
                  <a:pt x="3599" y="806"/>
                  <a:pt x="3605" y="816"/>
                </a:cubicBezTo>
                <a:cubicBezTo>
                  <a:pt x="3600" y="817"/>
                  <a:pt x="3596" y="823"/>
                  <a:pt x="3591" y="824"/>
                </a:cubicBezTo>
                <a:cubicBezTo>
                  <a:pt x="3587" y="827"/>
                  <a:pt x="3584" y="839"/>
                  <a:pt x="3578" y="836"/>
                </a:cubicBezTo>
                <a:cubicBezTo>
                  <a:pt x="3575" y="840"/>
                  <a:pt x="3572" y="849"/>
                  <a:pt x="3567" y="842"/>
                </a:cubicBezTo>
                <a:cubicBezTo>
                  <a:pt x="3574" y="841"/>
                  <a:pt x="3569" y="834"/>
                  <a:pt x="3577" y="828"/>
                </a:cubicBezTo>
                <a:close/>
                <a:moveTo>
                  <a:pt x="3541" y="876"/>
                </a:moveTo>
                <a:cubicBezTo>
                  <a:pt x="3543" y="873"/>
                  <a:pt x="3545" y="870"/>
                  <a:pt x="3548" y="867"/>
                </a:cubicBezTo>
                <a:cubicBezTo>
                  <a:pt x="3552" y="864"/>
                  <a:pt x="3550" y="869"/>
                  <a:pt x="3548" y="871"/>
                </a:cubicBezTo>
                <a:cubicBezTo>
                  <a:pt x="3546" y="874"/>
                  <a:pt x="3543" y="877"/>
                  <a:pt x="3541" y="880"/>
                </a:cubicBezTo>
                <a:cubicBezTo>
                  <a:pt x="3537" y="883"/>
                  <a:pt x="3539" y="879"/>
                  <a:pt x="3541" y="876"/>
                </a:cubicBezTo>
                <a:close/>
                <a:moveTo>
                  <a:pt x="2581" y="1492"/>
                </a:moveTo>
                <a:cubicBezTo>
                  <a:pt x="2570" y="1501"/>
                  <a:pt x="2566" y="1513"/>
                  <a:pt x="2557" y="1523"/>
                </a:cubicBezTo>
                <a:cubicBezTo>
                  <a:pt x="2536" y="1560"/>
                  <a:pt x="2537" y="1566"/>
                  <a:pt x="2530" y="1570"/>
                </a:cubicBezTo>
                <a:cubicBezTo>
                  <a:pt x="2522" y="1593"/>
                  <a:pt x="2529" y="1602"/>
                  <a:pt x="2522" y="1607"/>
                </a:cubicBezTo>
                <a:cubicBezTo>
                  <a:pt x="2494" y="1556"/>
                  <a:pt x="2500" y="1555"/>
                  <a:pt x="2496" y="1551"/>
                </a:cubicBezTo>
                <a:cubicBezTo>
                  <a:pt x="2482" y="1508"/>
                  <a:pt x="2492" y="1506"/>
                  <a:pt x="2486" y="1500"/>
                </a:cubicBezTo>
                <a:cubicBezTo>
                  <a:pt x="2483" y="1469"/>
                  <a:pt x="2482" y="1464"/>
                  <a:pt x="2484" y="1460"/>
                </a:cubicBezTo>
                <a:cubicBezTo>
                  <a:pt x="2486" y="1375"/>
                  <a:pt x="2486" y="1366"/>
                  <a:pt x="2489" y="1358"/>
                </a:cubicBezTo>
                <a:cubicBezTo>
                  <a:pt x="2494" y="1296"/>
                  <a:pt x="2502" y="1293"/>
                  <a:pt x="2500" y="1287"/>
                </a:cubicBezTo>
                <a:cubicBezTo>
                  <a:pt x="2505" y="1234"/>
                  <a:pt x="2502" y="1228"/>
                  <a:pt x="2503" y="1224"/>
                </a:cubicBezTo>
                <a:cubicBezTo>
                  <a:pt x="2510" y="1178"/>
                  <a:pt x="2507" y="1169"/>
                  <a:pt x="2509" y="1161"/>
                </a:cubicBezTo>
                <a:cubicBezTo>
                  <a:pt x="2496" y="1098"/>
                  <a:pt x="2490" y="1085"/>
                  <a:pt x="2486" y="1071"/>
                </a:cubicBezTo>
                <a:cubicBezTo>
                  <a:pt x="2484" y="1075"/>
                  <a:pt x="2486" y="1097"/>
                  <a:pt x="2496" y="1122"/>
                </a:cubicBezTo>
                <a:cubicBezTo>
                  <a:pt x="2494" y="1149"/>
                  <a:pt x="2501" y="1155"/>
                  <a:pt x="2499" y="1158"/>
                </a:cubicBezTo>
                <a:cubicBezTo>
                  <a:pt x="2498" y="1254"/>
                  <a:pt x="2485" y="1289"/>
                  <a:pt x="2484" y="1328"/>
                </a:cubicBezTo>
                <a:cubicBezTo>
                  <a:pt x="2478" y="1349"/>
                  <a:pt x="2476" y="1352"/>
                  <a:pt x="2475" y="1354"/>
                </a:cubicBezTo>
                <a:cubicBezTo>
                  <a:pt x="2474" y="1443"/>
                  <a:pt x="2471" y="1446"/>
                  <a:pt x="2470" y="1450"/>
                </a:cubicBezTo>
                <a:cubicBezTo>
                  <a:pt x="2480" y="1512"/>
                  <a:pt x="2475" y="1527"/>
                  <a:pt x="2481" y="1544"/>
                </a:cubicBezTo>
                <a:cubicBezTo>
                  <a:pt x="2491" y="1583"/>
                  <a:pt x="2492" y="1585"/>
                  <a:pt x="2493" y="1587"/>
                </a:cubicBezTo>
                <a:cubicBezTo>
                  <a:pt x="2493" y="1591"/>
                  <a:pt x="2491" y="1590"/>
                  <a:pt x="2488" y="1587"/>
                </a:cubicBezTo>
                <a:cubicBezTo>
                  <a:pt x="2479" y="1573"/>
                  <a:pt x="2477" y="1569"/>
                  <a:pt x="2475" y="1565"/>
                </a:cubicBezTo>
                <a:cubicBezTo>
                  <a:pt x="2459" y="1482"/>
                  <a:pt x="2462" y="1478"/>
                  <a:pt x="2460" y="1474"/>
                </a:cubicBezTo>
                <a:cubicBezTo>
                  <a:pt x="2458" y="1403"/>
                  <a:pt x="2461" y="1399"/>
                  <a:pt x="2463" y="1396"/>
                </a:cubicBezTo>
                <a:cubicBezTo>
                  <a:pt x="2467" y="1361"/>
                  <a:pt x="2464" y="1356"/>
                  <a:pt x="2464" y="1351"/>
                </a:cubicBezTo>
                <a:cubicBezTo>
                  <a:pt x="2467" y="1307"/>
                  <a:pt x="2471" y="1306"/>
                  <a:pt x="2470" y="1303"/>
                </a:cubicBezTo>
                <a:cubicBezTo>
                  <a:pt x="2473" y="1281"/>
                  <a:pt x="2473" y="1278"/>
                  <a:pt x="2473" y="1276"/>
                </a:cubicBezTo>
                <a:cubicBezTo>
                  <a:pt x="2474" y="1251"/>
                  <a:pt x="2473" y="1248"/>
                  <a:pt x="2477" y="1247"/>
                </a:cubicBezTo>
                <a:cubicBezTo>
                  <a:pt x="2471" y="1176"/>
                  <a:pt x="2480" y="1174"/>
                  <a:pt x="2475" y="1169"/>
                </a:cubicBezTo>
                <a:cubicBezTo>
                  <a:pt x="2466" y="1111"/>
                  <a:pt x="2466" y="1102"/>
                  <a:pt x="2465" y="1092"/>
                </a:cubicBezTo>
                <a:cubicBezTo>
                  <a:pt x="2454" y="1039"/>
                  <a:pt x="2450" y="1025"/>
                  <a:pt x="2440" y="1000"/>
                </a:cubicBezTo>
                <a:cubicBezTo>
                  <a:pt x="2407" y="919"/>
                  <a:pt x="2402" y="913"/>
                  <a:pt x="2404" y="908"/>
                </a:cubicBezTo>
                <a:cubicBezTo>
                  <a:pt x="2376" y="864"/>
                  <a:pt x="2379" y="860"/>
                  <a:pt x="2374" y="854"/>
                </a:cubicBezTo>
                <a:cubicBezTo>
                  <a:pt x="2393" y="923"/>
                  <a:pt x="2396" y="928"/>
                  <a:pt x="2397" y="933"/>
                </a:cubicBezTo>
                <a:cubicBezTo>
                  <a:pt x="2403" y="984"/>
                  <a:pt x="2413" y="997"/>
                  <a:pt x="2408" y="1006"/>
                </a:cubicBezTo>
                <a:cubicBezTo>
                  <a:pt x="2408" y="1056"/>
                  <a:pt x="2407" y="1061"/>
                  <a:pt x="2406" y="1066"/>
                </a:cubicBezTo>
                <a:cubicBezTo>
                  <a:pt x="2400" y="1099"/>
                  <a:pt x="2410" y="1107"/>
                  <a:pt x="2401" y="1110"/>
                </a:cubicBezTo>
                <a:cubicBezTo>
                  <a:pt x="2397" y="1141"/>
                  <a:pt x="2395" y="1143"/>
                  <a:pt x="2398" y="1147"/>
                </a:cubicBezTo>
                <a:cubicBezTo>
                  <a:pt x="2390" y="1224"/>
                  <a:pt x="2383" y="1232"/>
                  <a:pt x="2387" y="1244"/>
                </a:cubicBezTo>
                <a:cubicBezTo>
                  <a:pt x="2385" y="1287"/>
                  <a:pt x="2379" y="1290"/>
                  <a:pt x="2380" y="1295"/>
                </a:cubicBezTo>
                <a:cubicBezTo>
                  <a:pt x="2374" y="1328"/>
                  <a:pt x="2378" y="1338"/>
                  <a:pt x="2373" y="1345"/>
                </a:cubicBezTo>
                <a:cubicBezTo>
                  <a:pt x="2373" y="1403"/>
                  <a:pt x="2370" y="1406"/>
                  <a:pt x="2372" y="1411"/>
                </a:cubicBezTo>
                <a:cubicBezTo>
                  <a:pt x="2377" y="1460"/>
                  <a:pt x="2373" y="1464"/>
                  <a:pt x="2379" y="1472"/>
                </a:cubicBezTo>
                <a:cubicBezTo>
                  <a:pt x="2386" y="1514"/>
                  <a:pt x="2390" y="1520"/>
                  <a:pt x="2388" y="1525"/>
                </a:cubicBezTo>
                <a:cubicBezTo>
                  <a:pt x="2352" y="1492"/>
                  <a:pt x="2352" y="1482"/>
                  <a:pt x="2345" y="1470"/>
                </a:cubicBezTo>
                <a:cubicBezTo>
                  <a:pt x="2343" y="1417"/>
                  <a:pt x="2340" y="1409"/>
                  <a:pt x="2340" y="1402"/>
                </a:cubicBezTo>
                <a:cubicBezTo>
                  <a:pt x="2338" y="1356"/>
                  <a:pt x="2345" y="1354"/>
                  <a:pt x="2340" y="1349"/>
                </a:cubicBezTo>
                <a:cubicBezTo>
                  <a:pt x="2356" y="1248"/>
                  <a:pt x="2354" y="1238"/>
                  <a:pt x="2359" y="1230"/>
                </a:cubicBezTo>
                <a:cubicBezTo>
                  <a:pt x="2370" y="1167"/>
                  <a:pt x="2367" y="1157"/>
                  <a:pt x="2373" y="1149"/>
                </a:cubicBezTo>
                <a:cubicBezTo>
                  <a:pt x="2376" y="1126"/>
                  <a:pt x="2377" y="1124"/>
                  <a:pt x="2379" y="1122"/>
                </a:cubicBezTo>
                <a:cubicBezTo>
                  <a:pt x="2379" y="1104"/>
                  <a:pt x="2380" y="1099"/>
                  <a:pt x="2384" y="1095"/>
                </a:cubicBezTo>
                <a:cubicBezTo>
                  <a:pt x="2388" y="1033"/>
                  <a:pt x="2385" y="1028"/>
                  <a:pt x="2389" y="1025"/>
                </a:cubicBezTo>
                <a:cubicBezTo>
                  <a:pt x="2390" y="972"/>
                  <a:pt x="2390" y="963"/>
                  <a:pt x="2387" y="953"/>
                </a:cubicBezTo>
                <a:cubicBezTo>
                  <a:pt x="2380" y="910"/>
                  <a:pt x="2379" y="911"/>
                  <a:pt x="2376" y="900"/>
                </a:cubicBezTo>
                <a:cubicBezTo>
                  <a:pt x="2373" y="891"/>
                  <a:pt x="2372" y="904"/>
                  <a:pt x="2377" y="918"/>
                </a:cubicBezTo>
                <a:cubicBezTo>
                  <a:pt x="2384" y="965"/>
                  <a:pt x="2380" y="971"/>
                  <a:pt x="2380" y="977"/>
                </a:cubicBezTo>
                <a:cubicBezTo>
                  <a:pt x="2377" y="1048"/>
                  <a:pt x="2377" y="1060"/>
                  <a:pt x="2374" y="1072"/>
                </a:cubicBezTo>
                <a:cubicBezTo>
                  <a:pt x="2374" y="1098"/>
                  <a:pt x="2366" y="1102"/>
                  <a:pt x="2369" y="1110"/>
                </a:cubicBezTo>
                <a:cubicBezTo>
                  <a:pt x="2354" y="1196"/>
                  <a:pt x="2351" y="1207"/>
                  <a:pt x="2347" y="1219"/>
                </a:cubicBezTo>
                <a:cubicBezTo>
                  <a:pt x="2338" y="1268"/>
                  <a:pt x="2343" y="1273"/>
                  <a:pt x="2340" y="1276"/>
                </a:cubicBezTo>
                <a:cubicBezTo>
                  <a:pt x="2333" y="1318"/>
                  <a:pt x="2333" y="1325"/>
                  <a:pt x="2334" y="1332"/>
                </a:cubicBezTo>
                <a:cubicBezTo>
                  <a:pt x="2330" y="1356"/>
                  <a:pt x="2325" y="1361"/>
                  <a:pt x="2331" y="1369"/>
                </a:cubicBezTo>
                <a:cubicBezTo>
                  <a:pt x="2335" y="1423"/>
                  <a:pt x="2330" y="1435"/>
                  <a:pt x="2334" y="1450"/>
                </a:cubicBezTo>
                <a:cubicBezTo>
                  <a:pt x="2336" y="1491"/>
                  <a:pt x="2334" y="1482"/>
                  <a:pt x="2330" y="1484"/>
                </a:cubicBezTo>
                <a:cubicBezTo>
                  <a:pt x="2322" y="1459"/>
                  <a:pt x="2317" y="1464"/>
                  <a:pt x="2315" y="1457"/>
                </a:cubicBezTo>
                <a:cubicBezTo>
                  <a:pt x="2316" y="1410"/>
                  <a:pt x="2312" y="1397"/>
                  <a:pt x="2317" y="1386"/>
                </a:cubicBezTo>
                <a:cubicBezTo>
                  <a:pt x="2318" y="1357"/>
                  <a:pt x="2316" y="1353"/>
                  <a:pt x="2317" y="1350"/>
                </a:cubicBezTo>
                <a:cubicBezTo>
                  <a:pt x="2323" y="1291"/>
                  <a:pt x="2324" y="1285"/>
                  <a:pt x="2324" y="1279"/>
                </a:cubicBezTo>
                <a:cubicBezTo>
                  <a:pt x="2334" y="1256"/>
                  <a:pt x="2329" y="1248"/>
                  <a:pt x="2331" y="1243"/>
                </a:cubicBezTo>
                <a:cubicBezTo>
                  <a:pt x="2347" y="1171"/>
                  <a:pt x="2347" y="1169"/>
                  <a:pt x="2347" y="1166"/>
                </a:cubicBezTo>
                <a:cubicBezTo>
                  <a:pt x="2356" y="1134"/>
                  <a:pt x="2348" y="1127"/>
                  <a:pt x="2356" y="1123"/>
                </a:cubicBezTo>
                <a:cubicBezTo>
                  <a:pt x="2358" y="1085"/>
                  <a:pt x="2358" y="1082"/>
                  <a:pt x="2361" y="1079"/>
                </a:cubicBezTo>
                <a:cubicBezTo>
                  <a:pt x="2369" y="1010"/>
                  <a:pt x="2369" y="985"/>
                  <a:pt x="2368" y="960"/>
                </a:cubicBezTo>
                <a:cubicBezTo>
                  <a:pt x="2366" y="918"/>
                  <a:pt x="2364" y="911"/>
                  <a:pt x="2363" y="904"/>
                </a:cubicBezTo>
                <a:cubicBezTo>
                  <a:pt x="2363" y="901"/>
                  <a:pt x="2355" y="911"/>
                  <a:pt x="2363" y="925"/>
                </a:cubicBezTo>
                <a:cubicBezTo>
                  <a:pt x="2359" y="1008"/>
                  <a:pt x="2358" y="1021"/>
                  <a:pt x="2359" y="1033"/>
                </a:cubicBezTo>
                <a:cubicBezTo>
                  <a:pt x="2350" y="1061"/>
                  <a:pt x="2352" y="1064"/>
                  <a:pt x="2351" y="1067"/>
                </a:cubicBezTo>
                <a:cubicBezTo>
                  <a:pt x="2342" y="1114"/>
                  <a:pt x="2344" y="1127"/>
                  <a:pt x="2340" y="1138"/>
                </a:cubicBezTo>
                <a:cubicBezTo>
                  <a:pt x="2335" y="1176"/>
                  <a:pt x="2332" y="1178"/>
                  <a:pt x="2335" y="1182"/>
                </a:cubicBezTo>
                <a:cubicBezTo>
                  <a:pt x="2330" y="1210"/>
                  <a:pt x="2326" y="1215"/>
                  <a:pt x="2324" y="1220"/>
                </a:cubicBezTo>
                <a:cubicBezTo>
                  <a:pt x="2321" y="1257"/>
                  <a:pt x="2317" y="1261"/>
                  <a:pt x="2315" y="1266"/>
                </a:cubicBezTo>
                <a:cubicBezTo>
                  <a:pt x="2307" y="1319"/>
                  <a:pt x="2313" y="1326"/>
                  <a:pt x="2306" y="1330"/>
                </a:cubicBezTo>
                <a:cubicBezTo>
                  <a:pt x="2305" y="1369"/>
                  <a:pt x="2301" y="1374"/>
                  <a:pt x="2305" y="1381"/>
                </a:cubicBezTo>
                <a:cubicBezTo>
                  <a:pt x="2304" y="1417"/>
                  <a:pt x="2305" y="1420"/>
                  <a:pt x="2301" y="1421"/>
                </a:cubicBezTo>
                <a:cubicBezTo>
                  <a:pt x="2305" y="1449"/>
                  <a:pt x="2305" y="1452"/>
                  <a:pt x="2305" y="1454"/>
                </a:cubicBezTo>
                <a:cubicBezTo>
                  <a:pt x="2287" y="1410"/>
                  <a:pt x="2277" y="1389"/>
                  <a:pt x="2283" y="1372"/>
                </a:cubicBezTo>
                <a:cubicBezTo>
                  <a:pt x="2281" y="1339"/>
                  <a:pt x="2284" y="1336"/>
                  <a:pt x="2287" y="1332"/>
                </a:cubicBezTo>
                <a:cubicBezTo>
                  <a:pt x="2288" y="1280"/>
                  <a:pt x="2291" y="1271"/>
                  <a:pt x="2292" y="1262"/>
                </a:cubicBezTo>
                <a:cubicBezTo>
                  <a:pt x="2298" y="1231"/>
                  <a:pt x="2295" y="1225"/>
                  <a:pt x="2299" y="1222"/>
                </a:cubicBezTo>
                <a:cubicBezTo>
                  <a:pt x="2310" y="1185"/>
                  <a:pt x="2309" y="1179"/>
                  <a:pt x="2313" y="1173"/>
                </a:cubicBezTo>
                <a:cubicBezTo>
                  <a:pt x="2326" y="1124"/>
                  <a:pt x="2321" y="1119"/>
                  <a:pt x="2322" y="1115"/>
                </a:cubicBezTo>
                <a:cubicBezTo>
                  <a:pt x="2335" y="1090"/>
                  <a:pt x="2326" y="1083"/>
                  <a:pt x="2332" y="1080"/>
                </a:cubicBezTo>
                <a:cubicBezTo>
                  <a:pt x="2340" y="1050"/>
                  <a:pt x="2340" y="1042"/>
                  <a:pt x="2341" y="1034"/>
                </a:cubicBezTo>
                <a:cubicBezTo>
                  <a:pt x="2350" y="953"/>
                  <a:pt x="2351" y="945"/>
                  <a:pt x="2349" y="936"/>
                </a:cubicBezTo>
                <a:cubicBezTo>
                  <a:pt x="2349" y="903"/>
                  <a:pt x="2344" y="892"/>
                  <a:pt x="2346" y="884"/>
                </a:cubicBezTo>
                <a:cubicBezTo>
                  <a:pt x="2332" y="814"/>
                  <a:pt x="2327" y="796"/>
                  <a:pt x="2322" y="777"/>
                </a:cubicBezTo>
                <a:cubicBezTo>
                  <a:pt x="2326" y="816"/>
                  <a:pt x="2334" y="824"/>
                  <a:pt x="2330" y="829"/>
                </a:cubicBezTo>
                <a:cubicBezTo>
                  <a:pt x="2336" y="885"/>
                  <a:pt x="2345" y="894"/>
                  <a:pt x="2339" y="897"/>
                </a:cubicBezTo>
                <a:cubicBezTo>
                  <a:pt x="2342" y="953"/>
                  <a:pt x="2337" y="957"/>
                  <a:pt x="2341" y="964"/>
                </a:cubicBezTo>
                <a:cubicBezTo>
                  <a:pt x="2335" y="1025"/>
                  <a:pt x="2327" y="1034"/>
                  <a:pt x="2330" y="1046"/>
                </a:cubicBezTo>
                <a:cubicBezTo>
                  <a:pt x="2317" y="1076"/>
                  <a:pt x="2324" y="1082"/>
                  <a:pt x="2319" y="1084"/>
                </a:cubicBezTo>
                <a:cubicBezTo>
                  <a:pt x="2310" y="1111"/>
                  <a:pt x="2314" y="1116"/>
                  <a:pt x="2309" y="1119"/>
                </a:cubicBezTo>
                <a:cubicBezTo>
                  <a:pt x="2309" y="1152"/>
                  <a:pt x="2300" y="1158"/>
                  <a:pt x="2303" y="1167"/>
                </a:cubicBezTo>
                <a:cubicBezTo>
                  <a:pt x="2288" y="1215"/>
                  <a:pt x="2287" y="1219"/>
                  <a:pt x="2288" y="1223"/>
                </a:cubicBezTo>
                <a:cubicBezTo>
                  <a:pt x="2279" y="1266"/>
                  <a:pt x="2282" y="1275"/>
                  <a:pt x="2276" y="1282"/>
                </a:cubicBezTo>
                <a:cubicBezTo>
                  <a:pt x="2274" y="1338"/>
                  <a:pt x="2275" y="1347"/>
                  <a:pt x="2269" y="1353"/>
                </a:cubicBezTo>
                <a:cubicBezTo>
                  <a:pt x="2267" y="1410"/>
                  <a:pt x="2278" y="1422"/>
                  <a:pt x="2269" y="1427"/>
                </a:cubicBezTo>
                <a:cubicBezTo>
                  <a:pt x="2263" y="1376"/>
                  <a:pt x="2254" y="1371"/>
                  <a:pt x="2262" y="1366"/>
                </a:cubicBezTo>
                <a:cubicBezTo>
                  <a:pt x="2255" y="1293"/>
                  <a:pt x="2268" y="1293"/>
                  <a:pt x="2262" y="1287"/>
                </a:cubicBezTo>
                <a:cubicBezTo>
                  <a:pt x="2269" y="1238"/>
                  <a:pt x="2275" y="1224"/>
                  <a:pt x="2280" y="1209"/>
                </a:cubicBezTo>
                <a:cubicBezTo>
                  <a:pt x="2281" y="1181"/>
                  <a:pt x="2290" y="1180"/>
                  <a:pt x="2288" y="1176"/>
                </a:cubicBezTo>
                <a:cubicBezTo>
                  <a:pt x="2295" y="1137"/>
                  <a:pt x="2297" y="1130"/>
                  <a:pt x="2297" y="1123"/>
                </a:cubicBezTo>
                <a:cubicBezTo>
                  <a:pt x="2311" y="1079"/>
                  <a:pt x="2310" y="1072"/>
                  <a:pt x="2312" y="1065"/>
                </a:cubicBezTo>
                <a:cubicBezTo>
                  <a:pt x="2319" y="1019"/>
                  <a:pt x="2324" y="1013"/>
                  <a:pt x="2323" y="1006"/>
                </a:cubicBezTo>
                <a:cubicBezTo>
                  <a:pt x="2326" y="958"/>
                  <a:pt x="2328" y="952"/>
                  <a:pt x="2331" y="946"/>
                </a:cubicBezTo>
                <a:cubicBezTo>
                  <a:pt x="2327" y="896"/>
                  <a:pt x="2335" y="892"/>
                  <a:pt x="2328" y="883"/>
                </a:cubicBezTo>
                <a:cubicBezTo>
                  <a:pt x="2320" y="847"/>
                  <a:pt x="2327" y="838"/>
                  <a:pt x="2319" y="841"/>
                </a:cubicBezTo>
                <a:cubicBezTo>
                  <a:pt x="2327" y="881"/>
                  <a:pt x="2320" y="882"/>
                  <a:pt x="2325" y="888"/>
                </a:cubicBezTo>
                <a:cubicBezTo>
                  <a:pt x="2316" y="985"/>
                  <a:pt x="2317" y="991"/>
                  <a:pt x="2316" y="998"/>
                </a:cubicBezTo>
                <a:cubicBezTo>
                  <a:pt x="2304" y="1051"/>
                  <a:pt x="2303" y="1058"/>
                  <a:pt x="2304" y="1067"/>
                </a:cubicBezTo>
                <a:cubicBezTo>
                  <a:pt x="2282" y="1142"/>
                  <a:pt x="2285" y="1152"/>
                  <a:pt x="2278" y="1158"/>
                </a:cubicBezTo>
                <a:cubicBezTo>
                  <a:pt x="2279" y="1191"/>
                  <a:pt x="2266" y="1195"/>
                  <a:pt x="2268" y="1204"/>
                </a:cubicBezTo>
                <a:cubicBezTo>
                  <a:pt x="2263" y="1233"/>
                  <a:pt x="2257" y="1240"/>
                  <a:pt x="2258" y="1248"/>
                </a:cubicBezTo>
                <a:cubicBezTo>
                  <a:pt x="2244" y="1309"/>
                  <a:pt x="2254" y="1316"/>
                  <a:pt x="2247" y="1319"/>
                </a:cubicBezTo>
                <a:cubicBezTo>
                  <a:pt x="2244" y="1371"/>
                  <a:pt x="2251" y="1377"/>
                  <a:pt x="2248" y="1380"/>
                </a:cubicBezTo>
                <a:cubicBezTo>
                  <a:pt x="2235" y="1373"/>
                  <a:pt x="2239" y="1362"/>
                  <a:pt x="2234" y="1349"/>
                </a:cubicBezTo>
                <a:cubicBezTo>
                  <a:pt x="2233" y="1261"/>
                  <a:pt x="2237" y="1249"/>
                  <a:pt x="2236" y="1236"/>
                </a:cubicBezTo>
                <a:cubicBezTo>
                  <a:pt x="2239" y="1214"/>
                  <a:pt x="2240" y="1208"/>
                  <a:pt x="2241" y="1202"/>
                </a:cubicBezTo>
                <a:cubicBezTo>
                  <a:pt x="2249" y="1179"/>
                  <a:pt x="2246" y="1176"/>
                  <a:pt x="2246" y="1175"/>
                </a:cubicBezTo>
                <a:cubicBezTo>
                  <a:pt x="2263" y="1120"/>
                  <a:pt x="2265" y="1108"/>
                  <a:pt x="2271" y="1097"/>
                </a:cubicBezTo>
                <a:cubicBezTo>
                  <a:pt x="2285" y="1059"/>
                  <a:pt x="2281" y="1051"/>
                  <a:pt x="2283" y="1046"/>
                </a:cubicBezTo>
                <a:cubicBezTo>
                  <a:pt x="2296" y="980"/>
                  <a:pt x="2297" y="968"/>
                  <a:pt x="2301" y="956"/>
                </a:cubicBezTo>
                <a:cubicBezTo>
                  <a:pt x="2298" y="924"/>
                  <a:pt x="2305" y="923"/>
                  <a:pt x="2301" y="919"/>
                </a:cubicBezTo>
                <a:cubicBezTo>
                  <a:pt x="2304" y="878"/>
                  <a:pt x="2298" y="874"/>
                  <a:pt x="2301" y="871"/>
                </a:cubicBezTo>
                <a:cubicBezTo>
                  <a:pt x="2300" y="837"/>
                  <a:pt x="2297" y="829"/>
                  <a:pt x="2294" y="822"/>
                </a:cubicBezTo>
                <a:cubicBezTo>
                  <a:pt x="2291" y="796"/>
                  <a:pt x="2287" y="802"/>
                  <a:pt x="2291" y="812"/>
                </a:cubicBezTo>
                <a:cubicBezTo>
                  <a:pt x="2296" y="848"/>
                  <a:pt x="2293" y="855"/>
                  <a:pt x="2294" y="864"/>
                </a:cubicBezTo>
                <a:cubicBezTo>
                  <a:pt x="2294" y="898"/>
                  <a:pt x="2294" y="907"/>
                  <a:pt x="2292" y="914"/>
                </a:cubicBezTo>
                <a:cubicBezTo>
                  <a:pt x="2284" y="943"/>
                  <a:pt x="2293" y="950"/>
                  <a:pt x="2291" y="953"/>
                </a:cubicBezTo>
                <a:cubicBezTo>
                  <a:pt x="2283" y="982"/>
                  <a:pt x="2286" y="987"/>
                  <a:pt x="2282" y="991"/>
                </a:cubicBezTo>
                <a:cubicBezTo>
                  <a:pt x="2270" y="1054"/>
                  <a:pt x="2267" y="1058"/>
                  <a:pt x="2266" y="1062"/>
                </a:cubicBezTo>
                <a:cubicBezTo>
                  <a:pt x="2255" y="1101"/>
                  <a:pt x="2258" y="1106"/>
                  <a:pt x="2254" y="1109"/>
                </a:cubicBezTo>
                <a:cubicBezTo>
                  <a:pt x="2245" y="1142"/>
                  <a:pt x="2249" y="1152"/>
                  <a:pt x="2240" y="1158"/>
                </a:cubicBezTo>
                <a:cubicBezTo>
                  <a:pt x="2234" y="1192"/>
                  <a:pt x="2232" y="1200"/>
                  <a:pt x="2233" y="1209"/>
                </a:cubicBezTo>
                <a:cubicBezTo>
                  <a:pt x="2227" y="1241"/>
                  <a:pt x="2224" y="1245"/>
                  <a:pt x="2223" y="1250"/>
                </a:cubicBezTo>
                <a:cubicBezTo>
                  <a:pt x="2220" y="1284"/>
                  <a:pt x="2225" y="1290"/>
                  <a:pt x="2218" y="1294"/>
                </a:cubicBezTo>
                <a:cubicBezTo>
                  <a:pt x="2223" y="1346"/>
                  <a:pt x="2223" y="1354"/>
                  <a:pt x="2223" y="1361"/>
                </a:cubicBezTo>
                <a:cubicBezTo>
                  <a:pt x="2210" y="1331"/>
                  <a:pt x="2206" y="1316"/>
                  <a:pt x="2206" y="1303"/>
                </a:cubicBezTo>
                <a:cubicBezTo>
                  <a:pt x="2207" y="1238"/>
                  <a:pt x="2205" y="1231"/>
                  <a:pt x="2202" y="1223"/>
                </a:cubicBezTo>
                <a:cubicBezTo>
                  <a:pt x="2212" y="1182"/>
                  <a:pt x="2209" y="1176"/>
                  <a:pt x="2213" y="1173"/>
                </a:cubicBezTo>
                <a:cubicBezTo>
                  <a:pt x="2218" y="1139"/>
                  <a:pt x="2216" y="1130"/>
                  <a:pt x="2223" y="1123"/>
                </a:cubicBezTo>
                <a:cubicBezTo>
                  <a:pt x="2228" y="1103"/>
                  <a:pt x="2225" y="1100"/>
                  <a:pt x="2227" y="1098"/>
                </a:cubicBezTo>
                <a:cubicBezTo>
                  <a:pt x="2232" y="1068"/>
                  <a:pt x="2237" y="1065"/>
                  <a:pt x="2236" y="1061"/>
                </a:cubicBezTo>
                <a:cubicBezTo>
                  <a:pt x="2242" y="1016"/>
                  <a:pt x="2251" y="1014"/>
                  <a:pt x="2245" y="1008"/>
                </a:cubicBezTo>
                <a:cubicBezTo>
                  <a:pt x="2252" y="962"/>
                  <a:pt x="2252" y="953"/>
                  <a:pt x="2254" y="945"/>
                </a:cubicBezTo>
                <a:cubicBezTo>
                  <a:pt x="2251" y="913"/>
                  <a:pt x="2263" y="912"/>
                  <a:pt x="2255" y="906"/>
                </a:cubicBezTo>
                <a:cubicBezTo>
                  <a:pt x="2260" y="876"/>
                  <a:pt x="2253" y="870"/>
                  <a:pt x="2257" y="866"/>
                </a:cubicBezTo>
                <a:cubicBezTo>
                  <a:pt x="2250" y="834"/>
                  <a:pt x="2254" y="830"/>
                  <a:pt x="2248" y="824"/>
                </a:cubicBezTo>
                <a:cubicBezTo>
                  <a:pt x="2249" y="882"/>
                  <a:pt x="2252" y="888"/>
                  <a:pt x="2251" y="893"/>
                </a:cubicBezTo>
                <a:cubicBezTo>
                  <a:pt x="2252" y="921"/>
                  <a:pt x="2245" y="922"/>
                  <a:pt x="2249" y="927"/>
                </a:cubicBezTo>
                <a:cubicBezTo>
                  <a:pt x="2239" y="983"/>
                  <a:pt x="2235" y="993"/>
                  <a:pt x="2237" y="1004"/>
                </a:cubicBezTo>
                <a:cubicBezTo>
                  <a:pt x="2224" y="1087"/>
                  <a:pt x="2213" y="1090"/>
                  <a:pt x="2218" y="1097"/>
                </a:cubicBezTo>
                <a:cubicBezTo>
                  <a:pt x="2213" y="1122"/>
                  <a:pt x="2207" y="1123"/>
                  <a:pt x="2211" y="1127"/>
                </a:cubicBezTo>
                <a:cubicBezTo>
                  <a:pt x="2190" y="1230"/>
                  <a:pt x="2197" y="1243"/>
                  <a:pt x="2192" y="1252"/>
                </a:cubicBezTo>
                <a:cubicBezTo>
                  <a:pt x="2195" y="1291"/>
                  <a:pt x="2195" y="1296"/>
                  <a:pt x="2193" y="1302"/>
                </a:cubicBezTo>
                <a:cubicBezTo>
                  <a:pt x="2204" y="1364"/>
                  <a:pt x="2218" y="1379"/>
                  <a:pt x="2212" y="1388"/>
                </a:cubicBezTo>
                <a:cubicBezTo>
                  <a:pt x="2199" y="1369"/>
                  <a:pt x="2195" y="1370"/>
                  <a:pt x="2197" y="1367"/>
                </a:cubicBezTo>
                <a:cubicBezTo>
                  <a:pt x="2178" y="1295"/>
                  <a:pt x="2180" y="1289"/>
                  <a:pt x="2175" y="1279"/>
                </a:cubicBezTo>
                <a:cubicBezTo>
                  <a:pt x="2172" y="1240"/>
                  <a:pt x="2175" y="1237"/>
                  <a:pt x="2172" y="1231"/>
                </a:cubicBezTo>
                <a:cubicBezTo>
                  <a:pt x="2178" y="1155"/>
                  <a:pt x="2170" y="1144"/>
                  <a:pt x="2176" y="1138"/>
                </a:cubicBezTo>
                <a:cubicBezTo>
                  <a:pt x="2175" y="1107"/>
                  <a:pt x="2181" y="1100"/>
                  <a:pt x="2176" y="1091"/>
                </a:cubicBezTo>
                <a:cubicBezTo>
                  <a:pt x="2181" y="1061"/>
                  <a:pt x="2183" y="1054"/>
                  <a:pt x="2187" y="1047"/>
                </a:cubicBezTo>
                <a:cubicBezTo>
                  <a:pt x="2187" y="1014"/>
                  <a:pt x="2195" y="1008"/>
                  <a:pt x="2193" y="999"/>
                </a:cubicBezTo>
                <a:cubicBezTo>
                  <a:pt x="2214" y="901"/>
                  <a:pt x="2209" y="892"/>
                  <a:pt x="2215" y="887"/>
                </a:cubicBezTo>
                <a:cubicBezTo>
                  <a:pt x="2221" y="831"/>
                  <a:pt x="2226" y="824"/>
                  <a:pt x="2223" y="815"/>
                </a:cubicBezTo>
                <a:cubicBezTo>
                  <a:pt x="2227" y="765"/>
                  <a:pt x="2220" y="759"/>
                  <a:pt x="2222" y="756"/>
                </a:cubicBezTo>
                <a:cubicBezTo>
                  <a:pt x="2216" y="728"/>
                  <a:pt x="2221" y="718"/>
                  <a:pt x="2214" y="720"/>
                </a:cubicBezTo>
                <a:cubicBezTo>
                  <a:pt x="2214" y="767"/>
                  <a:pt x="2221" y="775"/>
                  <a:pt x="2219" y="782"/>
                </a:cubicBezTo>
                <a:cubicBezTo>
                  <a:pt x="2212" y="847"/>
                  <a:pt x="2214" y="855"/>
                  <a:pt x="2210" y="860"/>
                </a:cubicBezTo>
                <a:cubicBezTo>
                  <a:pt x="2197" y="924"/>
                  <a:pt x="2199" y="932"/>
                  <a:pt x="2197" y="938"/>
                </a:cubicBezTo>
                <a:cubicBezTo>
                  <a:pt x="2180" y="1008"/>
                  <a:pt x="2184" y="1023"/>
                  <a:pt x="2177" y="1034"/>
                </a:cubicBezTo>
                <a:cubicBezTo>
                  <a:pt x="2173" y="1065"/>
                  <a:pt x="2174" y="1069"/>
                  <a:pt x="2172" y="1073"/>
                </a:cubicBezTo>
                <a:cubicBezTo>
                  <a:pt x="2167" y="1166"/>
                  <a:pt x="2159" y="1178"/>
                  <a:pt x="2165" y="1194"/>
                </a:cubicBezTo>
                <a:cubicBezTo>
                  <a:pt x="2167" y="1241"/>
                  <a:pt x="2158" y="1245"/>
                  <a:pt x="2164" y="1253"/>
                </a:cubicBezTo>
                <a:cubicBezTo>
                  <a:pt x="2165" y="1282"/>
                  <a:pt x="2165" y="1288"/>
                  <a:pt x="2167" y="1296"/>
                </a:cubicBezTo>
                <a:cubicBezTo>
                  <a:pt x="2182" y="1349"/>
                  <a:pt x="2181" y="1356"/>
                  <a:pt x="2180" y="1362"/>
                </a:cubicBezTo>
                <a:cubicBezTo>
                  <a:pt x="2170" y="1343"/>
                  <a:pt x="2171" y="1346"/>
                  <a:pt x="2173" y="1345"/>
                </a:cubicBezTo>
                <a:cubicBezTo>
                  <a:pt x="2149" y="1263"/>
                  <a:pt x="2145" y="1252"/>
                  <a:pt x="2149" y="1244"/>
                </a:cubicBezTo>
                <a:cubicBezTo>
                  <a:pt x="2145" y="1176"/>
                  <a:pt x="2147" y="1168"/>
                  <a:pt x="2146" y="1158"/>
                </a:cubicBezTo>
                <a:cubicBezTo>
                  <a:pt x="2161" y="1068"/>
                  <a:pt x="2156" y="1057"/>
                  <a:pt x="2165" y="1050"/>
                </a:cubicBezTo>
                <a:cubicBezTo>
                  <a:pt x="2172" y="989"/>
                  <a:pt x="2177" y="985"/>
                  <a:pt x="2176" y="979"/>
                </a:cubicBezTo>
                <a:cubicBezTo>
                  <a:pt x="2184" y="942"/>
                  <a:pt x="2183" y="936"/>
                  <a:pt x="2187" y="932"/>
                </a:cubicBezTo>
                <a:cubicBezTo>
                  <a:pt x="2192" y="874"/>
                  <a:pt x="2202" y="853"/>
                  <a:pt x="2201" y="830"/>
                </a:cubicBezTo>
                <a:cubicBezTo>
                  <a:pt x="2209" y="786"/>
                  <a:pt x="2205" y="773"/>
                  <a:pt x="2208" y="762"/>
                </a:cubicBezTo>
                <a:cubicBezTo>
                  <a:pt x="2198" y="812"/>
                  <a:pt x="2196" y="824"/>
                  <a:pt x="2194" y="837"/>
                </a:cubicBezTo>
                <a:cubicBezTo>
                  <a:pt x="2179" y="917"/>
                  <a:pt x="2178" y="920"/>
                  <a:pt x="2180" y="924"/>
                </a:cubicBezTo>
                <a:cubicBezTo>
                  <a:pt x="2177" y="959"/>
                  <a:pt x="2164" y="962"/>
                  <a:pt x="2171" y="970"/>
                </a:cubicBezTo>
                <a:cubicBezTo>
                  <a:pt x="2157" y="1013"/>
                  <a:pt x="2159" y="1021"/>
                  <a:pt x="2155" y="1026"/>
                </a:cubicBezTo>
                <a:cubicBezTo>
                  <a:pt x="2147" y="1070"/>
                  <a:pt x="2142" y="1073"/>
                  <a:pt x="2145" y="1078"/>
                </a:cubicBezTo>
                <a:cubicBezTo>
                  <a:pt x="2138" y="1143"/>
                  <a:pt x="2135" y="1146"/>
                  <a:pt x="2136" y="1151"/>
                </a:cubicBezTo>
                <a:cubicBezTo>
                  <a:pt x="2133" y="1201"/>
                  <a:pt x="2132" y="1209"/>
                  <a:pt x="2136" y="1219"/>
                </a:cubicBezTo>
                <a:cubicBezTo>
                  <a:pt x="2141" y="1230"/>
                  <a:pt x="2130" y="1239"/>
                  <a:pt x="2138" y="1244"/>
                </a:cubicBezTo>
                <a:cubicBezTo>
                  <a:pt x="2137" y="1286"/>
                  <a:pt x="2140" y="1291"/>
                  <a:pt x="2144" y="1297"/>
                </a:cubicBezTo>
                <a:cubicBezTo>
                  <a:pt x="2134" y="1293"/>
                  <a:pt x="2127" y="1283"/>
                  <a:pt x="2122" y="1274"/>
                </a:cubicBezTo>
                <a:cubicBezTo>
                  <a:pt x="2107" y="1176"/>
                  <a:pt x="2105" y="1170"/>
                  <a:pt x="2102" y="1164"/>
                </a:cubicBezTo>
                <a:cubicBezTo>
                  <a:pt x="2105" y="1127"/>
                  <a:pt x="2102" y="1121"/>
                  <a:pt x="2105" y="1116"/>
                </a:cubicBezTo>
                <a:cubicBezTo>
                  <a:pt x="2100" y="1072"/>
                  <a:pt x="2106" y="1063"/>
                  <a:pt x="2104" y="1051"/>
                </a:cubicBezTo>
                <a:cubicBezTo>
                  <a:pt x="2110" y="1035"/>
                  <a:pt x="2110" y="1033"/>
                  <a:pt x="2110" y="1030"/>
                </a:cubicBezTo>
                <a:cubicBezTo>
                  <a:pt x="2118" y="1002"/>
                  <a:pt x="2110" y="994"/>
                  <a:pt x="2118" y="991"/>
                </a:cubicBezTo>
                <a:cubicBezTo>
                  <a:pt x="2130" y="927"/>
                  <a:pt x="2136" y="924"/>
                  <a:pt x="2136" y="919"/>
                </a:cubicBezTo>
                <a:cubicBezTo>
                  <a:pt x="2164" y="835"/>
                  <a:pt x="2170" y="826"/>
                  <a:pt x="2173" y="816"/>
                </a:cubicBezTo>
                <a:cubicBezTo>
                  <a:pt x="2182" y="781"/>
                  <a:pt x="2184" y="777"/>
                  <a:pt x="2184" y="772"/>
                </a:cubicBezTo>
                <a:cubicBezTo>
                  <a:pt x="2193" y="740"/>
                  <a:pt x="2193" y="737"/>
                  <a:pt x="2193" y="735"/>
                </a:cubicBezTo>
                <a:cubicBezTo>
                  <a:pt x="2187" y="749"/>
                  <a:pt x="2183" y="752"/>
                  <a:pt x="2183" y="755"/>
                </a:cubicBezTo>
                <a:cubicBezTo>
                  <a:pt x="2178" y="790"/>
                  <a:pt x="2168" y="794"/>
                  <a:pt x="2171" y="802"/>
                </a:cubicBezTo>
                <a:cubicBezTo>
                  <a:pt x="2135" y="886"/>
                  <a:pt x="2135" y="900"/>
                  <a:pt x="2129" y="911"/>
                </a:cubicBezTo>
                <a:cubicBezTo>
                  <a:pt x="2109" y="988"/>
                  <a:pt x="2105" y="990"/>
                  <a:pt x="2104" y="993"/>
                </a:cubicBezTo>
                <a:cubicBezTo>
                  <a:pt x="2102" y="1035"/>
                  <a:pt x="2096" y="1044"/>
                  <a:pt x="2097" y="1055"/>
                </a:cubicBezTo>
                <a:cubicBezTo>
                  <a:pt x="2095" y="1124"/>
                  <a:pt x="2089" y="1128"/>
                  <a:pt x="2092" y="1135"/>
                </a:cubicBezTo>
                <a:cubicBezTo>
                  <a:pt x="2100" y="1225"/>
                  <a:pt x="2106" y="1232"/>
                  <a:pt x="2104" y="1237"/>
                </a:cubicBezTo>
                <a:cubicBezTo>
                  <a:pt x="2112" y="1278"/>
                  <a:pt x="2121" y="1287"/>
                  <a:pt x="2113" y="1290"/>
                </a:cubicBezTo>
                <a:cubicBezTo>
                  <a:pt x="2090" y="1218"/>
                  <a:pt x="2093" y="1208"/>
                  <a:pt x="2087" y="1205"/>
                </a:cubicBezTo>
                <a:cubicBezTo>
                  <a:pt x="2081" y="1159"/>
                  <a:pt x="2082" y="1156"/>
                  <a:pt x="2084" y="1153"/>
                </a:cubicBezTo>
                <a:cubicBezTo>
                  <a:pt x="2086" y="1127"/>
                  <a:pt x="2079" y="1122"/>
                  <a:pt x="2083" y="1119"/>
                </a:cubicBezTo>
                <a:cubicBezTo>
                  <a:pt x="2083" y="1085"/>
                  <a:pt x="2084" y="1082"/>
                  <a:pt x="2087" y="1079"/>
                </a:cubicBezTo>
                <a:cubicBezTo>
                  <a:pt x="2100" y="1026"/>
                  <a:pt x="2087" y="1018"/>
                  <a:pt x="2093" y="1016"/>
                </a:cubicBezTo>
                <a:cubicBezTo>
                  <a:pt x="2106" y="953"/>
                  <a:pt x="2103" y="950"/>
                  <a:pt x="2105" y="948"/>
                </a:cubicBezTo>
                <a:cubicBezTo>
                  <a:pt x="2111" y="914"/>
                  <a:pt x="2118" y="905"/>
                  <a:pt x="2120" y="895"/>
                </a:cubicBezTo>
                <a:cubicBezTo>
                  <a:pt x="2153" y="804"/>
                  <a:pt x="2150" y="800"/>
                  <a:pt x="2152" y="799"/>
                </a:cubicBezTo>
                <a:cubicBezTo>
                  <a:pt x="2160" y="766"/>
                  <a:pt x="2166" y="757"/>
                  <a:pt x="2167" y="746"/>
                </a:cubicBezTo>
                <a:cubicBezTo>
                  <a:pt x="2166" y="717"/>
                  <a:pt x="2167" y="723"/>
                  <a:pt x="2166" y="729"/>
                </a:cubicBezTo>
                <a:cubicBezTo>
                  <a:pt x="2155" y="768"/>
                  <a:pt x="2153" y="774"/>
                  <a:pt x="2153" y="780"/>
                </a:cubicBezTo>
                <a:cubicBezTo>
                  <a:pt x="2144" y="801"/>
                  <a:pt x="2142" y="807"/>
                  <a:pt x="2142" y="813"/>
                </a:cubicBezTo>
                <a:cubicBezTo>
                  <a:pt x="2128" y="832"/>
                  <a:pt x="2133" y="840"/>
                  <a:pt x="2127" y="844"/>
                </a:cubicBezTo>
                <a:cubicBezTo>
                  <a:pt x="2088" y="1003"/>
                  <a:pt x="2079" y="1024"/>
                  <a:pt x="2079" y="1048"/>
                </a:cubicBezTo>
                <a:cubicBezTo>
                  <a:pt x="2070" y="1105"/>
                  <a:pt x="2072" y="1112"/>
                  <a:pt x="2070" y="1117"/>
                </a:cubicBezTo>
                <a:cubicBezTo>
                  <a:pt x="2073" y="1148"/>
                  <a:pt x="2070" y="1150"/>
                  <a:pt x="2073" y="1154"/>
                </a:cubicBezTo>
                <a:cubicBezTo>
                  <a:pt x="2078" y="1203"/>
                  <a:pt x="2075" y="1214"/>
                  <a:pt x="2082" y="1228"/>
                </a:cubicBezTo>
                <a:cubicBezTo>
                  <a:pt x="2083" y="1265"/>
                  <a:pt x="2079" y="1258"/>
                  <a:pt x="2073" y="1254"/>
                </a:cubicBezTo>
                <a:cubicBezTo>
                  <a:pt x="2059" y="1202"/>
                  <a:pt x="2068" y="1180"/>
                  <a:pt x="2053" y="1150"/>
                </a:cubicBezTo>
                <a:cubicBezTo>
                  <a:pt x="2055" y="1085"/>
                  <a:pt x="2054" y="1069"/>
                  <a:pt x="2055" y="1052"/>
                </a:cubicBezTo>
                <a:cubicBezTo>
                  <a:pt x="2066" y="991"/>
                  <a:pt x="2063" y="986"/>
                  <a:pt x="2062" y="981"/>
                </a:cubicBezTo>
                <a:cubicBezTo>
                  <a:pt x="2076" y="929"/>
                  <a:pt x="2079" y="926"/>
                  <a:pt x="2075" y="920"/>
                </a:cubicBezTo>
                <a:cubicBezTo>
                  <a:pt x="2101" y="853"/>
                  <a:pt x="2106" y="845"/>
                  <a:pt x="2108" y="837"/>
                </a:cubicBezTo>
                <a:cubicBezTo>
                  <a:pt x="2130" y="786"/>
                  <a:pt x="2129" y="781"/>
                  <a:pt x="2135" y="779"/>
                </a:cubicBezTo>
                <a:cubicBezTo>
                  <a:pt x="2126" y="782"/>
                  <a:pt x="2125" y="785"/>
                  <a:pt x="2122" y="788"/>
                </a:cubicBezTo>
                <a:cubicBezTo>
                  <a:pt x="2114" y="826"/>
                  <a:pt x="2102" y="827"/>
                  <a:pt x="2106" y="833"/>
                </a:cubicBezTo>
                <a:cubicBezTo>
                  <a:pt x="2073" y="903"/>
                  <a:pt x="2073" y="912"/>
                  <a:pt x="2072" y="919"/>
                </a:cubicBezTo>
                <a:cubicBezTo>
                  <a:pt x="2053" y="974"/>
                  <a:pt x="2057" y="980"/>
                  <a:pt x="2055" y="984"/>
                </a:cubicBezTo>
                <a:cubicBezTo>
                  <a:pt x="2045" y="1034"/>
                  <a:pt x="2049" y="1040"/>
                  <a:pt x="2044" y="1044"/>
                </a:cubicBezTo>
                <a:cubicBezTo>
                  <a:pt x="2043" y="1086"/>
                  <a:pt x="2045" y="1094"/>
                  <a:pt x="2043" y="1100"/>
                </a:cubicBezTo>
                <a:cubicBezTo>
                  <a:pt x="2050" y="1191"/>
                  <a:pt x="2057" y="1196"/>
                  <a:pt x="2054" y="1200"/>
                </a:cubicBezTo>
                <a:cubicBezTo>
                  <a:pt x="2058" y="1224"/>
                  <a:pt x="2065" y="1228"/>
                  <a:pt x="2057" y="1231"/>
                </a:cubicBezTo>
                <a:cubicBezTo>
                  <a:pt x="2032" y="1165"/>
                  <a:pt x="2039" y="1163"/>
                  <a:pt x="2034" y="1158"/>
                </a:cubicBezTo>
                <a:cubicBezTo>
                  <a:pt x="2023" y="1088"/>
                  <a:pt x="2014" y="1081"/>
                  <a:pt x="2022" y="1079"/>
                </a:cubicBezTo>
                <a:cubicBezTo>
                  <a:pt x="2025" y="985"/>
                  <a:pt x="2026" y="967"/>
                  <a:pt x="2027" y="950"/>
                </a:cubicBezTo>
                <a:cubicBezTo>
                  <a:pt x="2039" y="917"/>
                  <a:pt x="2041" y="915"/>
                  <a:pt x="2038" y="912"/>
                </a:cubicBezTo>
                <a:cubicBezTo>
                  <a:pt x="2046" y="898"/>
                  <a:pt x="2043" y="895"/>
                  <a:pt x="2043" y="894"/>
                </a:cubicBezTo>
                <a:cubicBezTo>
                  <a:pt x="2075" y="811"/>
                  <a:pt x="2065" y="797"/>
                  <a:pt x="2075" y="788"/>
                </a:cubicBezTo>
                <a:cubicBezTo>
                  <a:pt x="2075" y="729"/>
                  <a:pt x="2082" y="724"/>
                  <a:pt x="2077" y="717"/>
                </a:cubicBezTo>
                <a:cubicBezTo>
                  <a:pt x="2075" y="687"/>
                  <a:pt x="2077" y="683"/>
                  <a:pt x="2073" y="684"/>
                </a:cubicBezTo>
                <a:cubicBezTo>
                  <a:pt x="2073" y="750"/>
                  <a:pt x="2067" y="765"/>
                  <a:pt x="2069" y="783"/>
                </a:cubicBezTo>
                <a:cubicBezTo>
                  <a:pt x="2044" y="864"/>
                  <a:pt x="2041" y="875"/>
                  <a:pt x="2036" y="886"/>
                </a:cubicBezTo>
                <a:cubicBezTo>
                  <a:pt x="2025" y="915"/>
                  <a:pt x="2027" y="919"/>
                  <a:pt x="2026" y="921"/>
                </a:cubicBezTo>
                <a:cubicBezTo>
                  <a:pt x="2009" y="998"/>
                  <a:pt x="2009" y="1005"/>
                  <a:pt x="2011" y="1012"/>
                </a:cubicBezTo>
                <a:cubicBezTo>
                  <a:pt x="2003" y="1072"/>
                  <a:pt x="2013" y="1079"/>
                  <a:pt x="2010" y="1083"/>
                </a:cubicBezTo>
                <a:cubicBezTo>
                  <a:pt x="2014" y="1116"/>
                  <a:pt x="2016" y="1121"/>
                  <a:pt x="2013" y="1125"/>
                </a:cubicBezTo>
                <a:cubicBezTo>
                  <a:pt x="2016" y="1175"/>
                  <a:pt x="2024" y="1171"/>
                  <a:pt x="2015" y="1166"/>
                </a:cubicBezTo>
                <a:cubicBezTo>
                  <a:pt x="2007" y="1137"/>
                  <a:pt x="2007" y="1134"/>
                  <a:pt x="2008" y="1131"/>
                </a:cubicBezTo>
                <a:cubicBezTo>
                  <a:pt x="1999" y="1087"/>
                  <a:pt x="1999" y="1067"/>
                  <a:pt x="1996" y="1047"/>
                </a:cubicBezTo>
                <a:cubicBezTo>
                  <a:pt x="1997" y="1033"/>
                  <a:pt x="1995" y="1031"/>
                  <a:pt x="1995" y="1030"/>
                </a:cubicBezTo>
                <a:cubicBezTo>
                  <a:pt x="1998" y="980"/>
                  <a:pt x="1993" y="969"/>
                  <a:pt x="1998" y="961"/>
                </a:cubicBezTo>
                <a:cubicBezTo>
                  <a:pt x="2001" y="927"/>
                  <a:pt x="2000" y="922"/>
                  <a:pt x="2000" y="918"/>
                </a:cubicBezTo>
                <a:cubicBezTo>
                  <a:pt x="2006" y="884"/>
                  <a:pt x="2008" y="880"/>
                  <a:pt x="2005" y="874"/>
                </a:cubicBezTo>
                <a:cubicBezTo>
                  <a:pt x="2020" y="830"/>
                  <a:pt x="2016" y="824"/>
                  <a:pt x="2019" y="819"/>
                </a:cubicBezTo>
                <a:cubicBezTo>
                  <a:pt x="2023" y="772"/>
                  <a:pt x="2031" y="769"/>
                  <a:pt x="2026" y="763"/>
                </a:cubicBezTo>
                <a:cubicBezTo>
                  <a:pt x="2029" y="715"/>
                  <a:pt x="2021" y="708"/>
                  <a:pt x="2026" y="704"/>
                </a:cubicBezTo>
                <a:cubicBezTo>
                  <a:pt x="2001" y="648"/>
                  <a:pt x="2005" y="634"/>
                  <a:pt x="1994" y="636"/>
                </a:cubicBezTo>
                <a:cubicBezTo>
                  <a:pt x="2020" y="727"/>
                  <a:pt x="2018" y="738"/>
                  <a:pt x="2022" y="750"/>
                </a:cubicBezTo>
                <a:cubicBezTo>
                  <a:pt x="2015" y="792"/>
                  <a:pt x="2018" y="797"/>
                  <a:pt x="2011" y="800"/>
                </a:cubicBezTo>
                <a:cubicBezTo>
                  <a:pt x="2001" y="868"/>
                  <a:pt x="1998" y="871"/>
                  <a:pt x="1997" y="875"/>
                </a:cubicBezTo>
                <a:cubicBezTo>
                  <a:pt x="1989" y="930"/>
                  <a:pt x="1989" y="935"/>
                  <a:pt x="1989" y="939"/>
                </a:cubicBezTo>
                <a:cubicBezTo>
                  <a:pt x="1982" y="941"/>
                  <a:pt x="1987" y="937"/>
                  <a:pt x="1984" y="930"/>
                </a:cubicBezTo>
                <a:cubicBezTo>
                  <a:pt x="1989" y="906"/>
                  <a:pt x="1990" y="900"/>
                  <a:pt x="1987" y="893"/>
                </a:cubicBezTo>
                <a:cubicBezTo>
                  <a:pt x="1990" y="852"/>
                  <a:pt x="1991" y="846"/>
                  <a:pt x="1989" y="839"/>
                </a:cubicBezTo>
                <a:cubicBezTo>
                  <a:pt x="1993" y="754"/>
                  <a:pt x="1993" y="741"/>
                  <a:pt x="1989" y="727"/>
                </a:cubicBezTo>
                <a:cubicBezTo>
                  <a:pt x="1956" y="632"/>
                  <a:pt x="1946" y="614"/>
                  <a:pt x="1939" y="602"/>
                </a:cubicBezTo>
                <a:cubicBezTo>
                  <a:pt x="1947" y="627"/>
                  <a:pt x="1954" y="638"/>
                  <a:pt x="1960" y="649"/>
                </a:cubicBezTo>
                <a:cubicBezTo>
                  <a:pt x="1979" y="729"/>
                  <a:pt x="1986" y="739"/>
                  <a:pt x="1985" y="747"/>
                </a:cubicBezTo>
                <a:cubicBezTo>
                  <a:pt x="1986" y="776"/>
                  <a:pt x="1986" y="780"/>
                  <a:pt x="1984" y="783"/>
                </a:cubicBezTo>
                <a:cubicBezTo>
                  <a:pt x="1981" y="852"/>
                  <a:pt x="1983" y="861"/>
                  <a:pt x="1979" y="868"/>
                </a:cubicBezTo>
                <a:cubicBezTo>
                  <a:pt x="1974" y="922"/>
                  <a:pt x="1979" y="932"/>
                  <a:pt x="1974" y="939"/>
                </a:cubicBezTo>
                <a:cubicBezTo>
                  <a:pt x="1971" y="1003"/>
                  <a:pt x="1974" y="1020"/>
                  <a:pt x="1972" y="1036"/>
                </a:cubicBezTo>
                <a:cubicBezTo>
                  <a:pt x="1972" y="1069"/>
                  <a:pt x="1979" y="1079"/>
                  <a:pt x="1973" y="1086"/>
                </a:cubicBezTo>
                <a:cubicBezTo>
                  <a:pt x="1984" y="1144"/>
                  <a:pt x="1993" y="1150"/>
                  <a:pt x="1994" y="1154"/>
                </a:cubicBezTo>
                <a:cubicBezTo>
                  <a:pt x="1987" y="1173"/>
                  <a:pt x="1993" y="1161"/>
                  <a:pt x="1987" y="1152"/>
                </a:cubicBezTo>
                <a:cubicBezTo>
                  <a:pt x="1963" y="1079"/>
                  <a:pt x="1956" y="1073"/>
                  <a:pt x="1959" y="1070"/>
                </a:cubicBezTo>
                <a:cubicBezTo>
                  <a:pt x="1953" y="1019"/>
                  <a:pt x="1949" y="1003"/>
                  <a:pt x="1952" y="989"/>
                </a:cubicBezTo>
                <a:cubicBezTo>
                  <a:pt x="1953" y="939"/>
                  <a:pt x="1949" y="934"/>
                  <a:pt x="1948" y="929"/>
                </a:cubicBezTo>
                <a:cubicBezTo>
                  <a:pt x="1952" y="875"/>
                  <a:pt x="1952" y="865"/>
                  <a:pt x="1951" y="854"/>
                </a:cubicBezTo>
                <a:cubicBezTo>
                  <a:pt x="1956" y="816"/>
                  <a:pt x="1952" y="804"/>
                  <a:pt x="1953" y="795"/>
                </a:cubicBezTo>
                <a:cubicBezTo>
                  <a:pt x="1950" y="743"/>
                  <a:pt x="1950" y="738"/>
                  <a:pt x="1947" y="733"/>
                </a:cubicBezTo>
                <a:cubicBezTo>
                  <a:pt x="1937" y="689"/>
                  <a:pt x="1936" y="678"/>
                  <a:pt x="1931" y="666"/>
                </a:cubicBezTo>
                <a:cubicBezTo>
                  <a:pt x="1905" y="625"/>
                  <a:pt x="1903" y="616"/>
                  <a:pt x="1898" y="622"/>
                </a:cubicBezTo>
                <a:cubicBezTo>
                  <a:pt x="1943" y="730"/>
                  <a:pt x="1937" y="735"/>
                  <a:pt x="1941" y="742"/>
                </a:cubicBezTo>
                <a:cubicBezTo>
                  <a:pt x="1944" y="784"/>
                  <a:pt x="1942" y="787"/>
                  <a:pt x="1944" y="790"/>
                </a:cubicBezTo>
                <a:cubicBezTo>
                  <a:pt x="1947" y="833"/>
                  <a:pt x="1940" y="844"/>
                  <a:pt x="1944" y="858"/>
                </a:cubicBezTo>
                <a:cubicBezTo>
                  <a:pt x="1937" y="946"/>
                  <a:pt x="1939" y="960"/>
                  <a:pt x="1940" y="972"/>
                </a:cubicBezTo>
                <a:cubicBezTo>
                  <a:pt x="1934" y="984"/>
                  <a:pt x="1932" y="957"/>
                  <a:pt x="1931" y="930"/>
                </a:cubicBezTo>
                <a:cubicBezTo>
                  <a:pt x="1930" y="884"/>
                  <a:pt x="1927" y="877"/>
                  <a:pt x="1927" y="870"/>
                </a:cubicBezTo>
                <a:cubicBezTo>
                  <a:pt x="1928" y="824"/>
                  <a:pt x="1922" y="815"/>
                  <a:pt x="1926" y="810"/>
                </a:cubicBezTo>
                <a:cubicBezTo>
                  <a:pt x="1915" y="741"/>
                  <a:pt x="1916" y="734"/>
                  <a:pt x="1912" y="726"/>
                </a:cubicBezTo>
                <a:cubicBezTo>
                  <a:pt x="1880" y="639"/>
                  <a:pt x="1869" y="630"/>
                  <a:pt x="1873" y="624"/>
                </a:cubicBezTo>
                <a:cubicBezTo>
                  <a:pt x="1833" y="579"/>
                  <a:pt x="1834" y="560"/>
                  <a:pt x="1827" y="564"/>
                </a:cubicBezTo>
                <a:cubicBezTo>
                  <a:pt x="1858" y="614"/>
                  <a:pt x="1865" y="627"/>
                  <a:pt x="1872" y="639"/>
                </a:cubicBezTo>
                <a:cubicBezTo>
                  <a:pt x="1896" y="714"/>
                  <a:pt x="1904" y="720"/>
                  <a:pt x="1905" y="724"/>
                </a:cubicBezTo>
                <a:cubicBezTo>
                  <a:pt x="1907" y="751"/>
                  <a:pt x="1914" y="757"/>
                  <a:pt x="1910" y="760"/>
                </a:cubicBezTo>
                <a:cubicBezTo>
                  <a:pt x="1919" y="840"/>
                  <a:pt x="1916" y="846"/>
                  <a:pt x="1918" y="855"/>
                </a:cubicBezTo>
                <a:cubicBezTo>
                  <a:pt x="1914" y="907"/>
                  <a:pt x="1924" y="918"/>
                  <a:pt x="1919" y="925"/>
                </a:cubicBezTo>
                <a:cubicBezTo>
                  <a:pt x="1918" y="962"/>
                  <a:pt x="1925" y="968"/>
                  <a:pt x="1921" y="971"/>
                </a:cubicBezTo>
                <a:cubicBezTo>
                  <a:pt x="1931" y="1064"/>
                  <a:pt x="1939" y="1077"/>
                  <a:pt x="1935" y="1086"/>
                </a:cubicBezTo>
                <a:cubicBezTo>
                  <a:pt x="1942" y="1110"/>
                  <a:pt x="1931" y="1109"/>
                  <a:pt x="1934" y="1099"/>
                </a:cubicBezTo>
                <a:cubicBezTo>
                  <a:pt x="1905" y="1020"/>
                  <a:pt x="1902" y="1012"/>
                  <a:pt x="1902" y="1005"/>
                </a:cubicBezTo>
                <a:cubicBezTo>
                  <a:pt x="1893" y="967"/>
                  <a:pt x="1902" y="955"/>
                  <a:pt x="1891" y="938"/>
                </a:cubicBezTo>
                <a:cubicBezTo>
                  <a:pt x="1893" y="890"/>
                  <a:pt x="1891" y="877"/>
                  <a:pt x="1891" y="864"/>
                </a:cubicBezTo>
                <a:cubicBezTo>
                  <a:pt x="1889" y="815"/>
                  <a:pt x="1889" y="802"/>
                  <a:pt x="1891" y="790"/>
                </a:cubicBezTo>
                <a:cubicBezTo>
                  <a:pt x="1872" y="709"/>
                  <a:pt x="1877" y="700"/>
                  <a:pt x="1875" y="697"/>
                </a:cubicBezTo>
                <a:cubicBezTo>
                  <a:pt x="1868" y="667"/>
                  <a:pt x="1860" y="660"/>
                  <a:pt x="1865" y="658"/>
                </a:cubicBezTo>
                <a:cubicBezTo>
                  <a:pt x="1849" y="621"/>
                  <a:pt x="1852" y="615"/>
                  <a:pt x="1844" y="605"/>
                </a:cubicBezTo>
                <a:cubicBezTo>
                  <a:pt x="1869" y="708"/>
                  <a:pt x="1873" y="725"/>
                  <a:pt x="1873" y="742"/>
                </a:cubicBezTo>
                <a:cubicBezTo>
                  <a:pt x="1880" y="813"/>
                  <a:pt x="1883" y="817"/>
                  <a:pt x="1878" y="819"/>
                </a:cubicBezTo>
                <a:cubicBezTo>
                  <a:pt x="1878" y="867"/>
                  <a:pt x="1884" y="878"/>
                  <a:pt x="1881" y="887"/>
                </a:cubicBezTo>
                <a:cubicBezTo>
                  <a:pt x="1885" y="957"/>
                  <a:pt x="1886" y="966"/>
                  <a:pt x="1886" y="976"/>
                </a:cubicBezTo>
                <a:cubicBezTo>
                  <a:pt x="1894" y="1014"/>
                  <a:pt x="1894" y="1022"/>
                  <a:pt x="1895" y="1029"/>
                </a:cubicBezTo>
                <a:cubicBezTo>
                  <a:pt x="1892" y="1044"/>
                  <a:pt x="1896" y="1037"/>
                  <a:pt x="1889" y="1035"/>
                </a:cubicBezTo>
                <a:cubicBezTo>
                  <a:pt x="1864" y="902"/>
                  <a:pt x="1869" y="899"/>
                  <a:pt x="1864" y="894"/>
                </a:cubicBezTo>
                <a:cubicBezTo>
                  <a:pt x="1863" y="813"/>
                  <a:pt x="1855" y="794"/>
                  <a:pt x="1859" y="779"/>
                </a:cubicBezTo>
                <a:cubicBezTo>
                  <a:pt x="1845" y="710"/>
                  <a:pt x="1848" y="694"/>
                  <a:pt x="1843" y="676"/>
                </a:cubicBezTo>
                <a:cubicBezTo>
                  <a:pt x="1822" y="607"/>
                  <a:pt x="1813" y="592"/>
                  <a:pt x="1805" y="577"/>
                </a:cubicBezTo>
                <a:cubicBezTo>
                  <a:pt x="1830" y="642"/>
                  <a:pt x="1828" y="655"/>
                  <a:pt x="1837" y="671"/>
                </a:cubicBezTo>
                <a:cubicBezTo>
                  <a:pt x="1839" y="722"/>
                  <a:pt x="1845" y="730"/>
                  <a:pt x="1841" y="736"/>
                </a:cubicBezTo>
                <a:cubicBezTo>
                  <a:pt x="1852" y="813"/>
                  <a:pt x="1848" y="818"/>
                  <a:pt x="1853" y="827"/>
                </a:cubicBezTo>
                <a:cubicBezTo>
                  <a:pt x="1849" y="873"/>
                  <a:pt x="1856" y="879"/>
                  <a:pt x="1854" y="882"/>
                </a:cubicBezTo>
                <a:cubicBezTo>
                  <a:pt x="1856" y="922"/>
                  <a:pt x="1862" y="931"/>
                  <a:pt x="1859" y="938"/>
                </a:cubicBezTo>
                <a:cubicBezTo>
                  <a:pt x="1871" y="1000"/>
                  <a:pt x="1866" y="1002"/>
                  <a:pt x="1871" y="1007"/>
                </a:cubicBezTo>
                <a:cubicBezTo>
                  <a:pt x="1854" y="986"/>
                  <a:pt x="1855" y="974"/>
                  <a:pt x="1847" y="959"/>
                </a:cubicBezTo>
                <a:cubicBezTo>
                  <a:pt x="1848" y="937"/>
                  <a:pt x="1844" y="933"/>
                  <a:pt x="1842" y="929"/>
                </a:cubicBezTo>
                <a:cubicBezTo>
                  <a:pt x="1840" y="905"/>
                  <a:pt x="1842" y="902"/>
                  <a:pt x="1840" y="898"/>
                </a:cubicBezTo>
                <a:cubicBezTo>
                  <a:pt x="1839" y="866"/>
                  <a:pt x="1833" y="851"/>
                  <a:pt x="1836" y="839"/>
                </a:cubicBezTo>
                <a:cubicBezTo>
                  <a:pt x="1833" y="787"/>
                  <a:pt x="1835" y="774"/>
                  <a:pt x="1834" y="761"/>
                </a:cubicBezTo>
                <a:cubicBezTo>
                  <a:pt x="1823" y="696"/>
                  <a:pt x="1825" y="683"/>
                  <a:pt x="1816" y="682"/>
                </a:cubicBezTo>
                <a:cubicBezTo>
                  <a:pt x="1823" y="772"/>
                  <a:pt x="1826" y="786"/>
                  <a:pt x="1825" y="798"/>
                </a:cubicBezTo>
                <a:cubicBezTo>
                  <a:pt x="1822" y="859"/>
                  <a:pt x="1826" y="863"/>
                  <a:pt x="1828" y="867"/>
                </a:cubicBezTo>
                <a:cubicBezTo>
                  <a:pt x="1832" y="923"/>
                  <a:pt x="1835" y="931"/>
                  <a:pt x="1831" y="936"/>
                </a:cubicBezTo>
                <a:cubicBezTo>
                  <a:pt x="1840" y="983"/>
                  <a:pt x="1851" y="993"/>
                  <a:pt x="1842" y="997"/>
                </a:cubicBezTo>
                <a:cubicBezTo>
                  <a:pt x="1822" y="919"/>
                  <a:pt x="1815" y="909"/>
                  <a:pt x="1818" y="902"/>
                </a:cubicBezTo>
                <a:cubicBezTo>
                  <a:pt x="1811" y="856"/>
                  <a:pt x="1814" y="852"/>
                  <a:pt x="1811" y="847"/>
                </a:cubicBezTo>
                <a:cubicBezTo>
                  <a:pt x="1804" y="810"/>
                  <a:pt x="1808" y="803"/>
                  <a:pt x="1802" y="793"/>
                </a:cubicBezTo>
                <a:cubicBezTo>
                  <a:pt x="1794" y="729"/>
                  <a:pt x="1792" y="720"/>
                  <a:pt x="1795" y="712"/>
                </a:cubicBezTo>
                <a:cubicBezTo>
                  <a:pt x="1755" y="627"/>
                  <a:pt x="1750" y="623"/>
                  <a:pt x="1747" y="615"/>
                </a:cubicBezTo>
                <a:cubicBezTo>
                  <a:pt x="1715" y="587"/>
                  <a:pt x="1713" y="571"/>
                  <a:pt x="1705" y="577"/>
                </a:cubicBezTo>
                <a:cubicBezTo>
                  <a:pt x="1734" y="610"/>
                  <a:pt x="1742" y="621"/>
                  <a:pt x="1750" y="631"/>
                </a:cubicBezTo>
                <a:cubicBezTo>
                  <a:pt x="1776" y="693"/>
                  <a:pt x="1783" y="699"/>
                  <a:pt x="1781" y="702"/>
                </a:cubicBezTo>
                <a:cubicBezTo>
                  <a:pt x="1786" y="761"/>
                  <a:pt x="1800" y="783"/>
                  <a:pt x="1793" y="798"/>
                </a:cubicBezTo>
                <a:cubicBezTo>
                  <a:pt x="1801" y="860"/>
                  <a:pt x="1803" y="870"/>
                  <a:pt x="1806" y="879"/>
                </a:cubicBezTo>
                <a:cubicBezTo>
                  <a:pt x="1807" y="927"/>
                  <a:pt x="1811" y="934"/>
                  <a:pt x="1809" y="939"/>
                </a:cubicBezTo>
                <a:cubicBezTo>
                  <a:pt x="1799" y="952"/>
                  <a:pt x="1801" y="936"/>
                  <a:pt x="1791" y="917"/>
                </a:cubicBezTo>
                <a:cubicBezTo>
                  <a:pt x="1785" y="848"/>
                  <a:pt x="1777" y="840"/>
                  <a:pt x="1782" y="837"/>
                </a:cubicBezTo>
                <a:cubicBezTo>
                  <a:pt x="1773" y="798"/>
                  <a:pt x="1777" y="794"/>
                  <a:pt x="1772" y="786"/>
                </a:cubicBezTo>
                <a:cubicBezTo>
                  <a:pt x="1768" y="750"/>
                  <a:pt x="1763" y="744"/>
                  <a:pt x="1763" y="739"/>
                </a:cubicBezTo>
                <a:cubicBezTo>
                  <a:pt x="1716" y="617"/>
                  <a:pt x="1713" y="606"/>
                  <a:pt x="1695" y="579"/>
                </a:cubicBezTo>
                <a:cubicBezTo>
                  <a:pt x="1673" y="558"/>
                  <a:pt x="1668" y="552"/>
                  <a:pt x="1660" y="554"/>
                </a:cubicBezTo>
                <a:cubicBezTo>
                  <a:pt x="1708" y="621"/>
                  <a:pt x="1717" y="635"/>
                  <a:pt x="1724" y="648"/>
                </a:cubicBezTo>
                <a:cubicBezTo>
                  <a:pt x="1735" y="694"/>
                  <a:pt x="1743" y="692"/>
                  <a:pt x="1740" y="698"/>
                </a:cubicBezTo>
                <a:cubicBezTo>
                  <a:pt x="1756" y="743"/>
                  <a:pt x="1754" y="752"/>
                  <a:pt x="1759" y="764"/>
                </a:cubicBezTo>
                <a:cubicBezTo>
                  <a:pt x="1775" y="873"/>
                  <a:pt x="1775" y="883"/>
                  <a:pt x="1779" y="894"/>
                </a:cubicBezTo>
                <a:cubicBezTo>
                  <a:pt x="1780" y="915"/>
                  <a:pt x="1774" y="916"/>
                  <a:pt x="1777" y="913"/>
                </a:cubicBezTo>
                <a:cubicBezTo>
                  <a:pt x="1754" y="827"/>
                  <a:pt x="1755" y="802"/>
                  <a:pt x="1738" y="773"/>
                </a:cubicBezTo>
                <a:cubicBezTo>
                  <a:pt x="1723" y="724"/>
                  <a:pt x="1718" y="706"/>
                  <a:pt x="1711" y="688"/>
                </a:cubicBezTo>
                <a:cubicBezTo>
                  <a:pt x="1635" y="563"/>
                  <a:pt x="1630" y="568"/>
                  <a:pt x="1627" y="564"/>
                </a:cubicBezTo>
                <a:cubicBezTo>
                  <a:pt x="1595" y="532"/>
                  <a:pt x="1592" y="530"/>
                  <a:pt x="1588" y="530"/>
                </a:cubicBezTo>
                <a:cubicBezTo>
                  <a:pt x="1618" y="563"/>
                  <a:pt x="1628" y="574"/>
                  <a:pt x="1634" y="575"/>
                </a:cubicBezTo>
                <a:cubicBezTo>
                  <a:pt x="1643" y="585"/>
                  <a:pt x="1644" y="589"/>
                  <a:pt x="1645" y="590"/>
                </a:cubicBezTo>
                <a:cubicBezTo>
                  <a:pt x="1676" y="640"/>
                  <a:pt x="1685" y="658"/>
                  <a:pt x="1694" y="674"/>
                </a:cubicBezTo>
                <a:cubicBezTo>
                  <a:pt x="1722" y="755"/>
                  <a:pt x="1723" y="759"/>
                  <a:pt x="1727" y="764"/>
                </a:cubicBezTo>
                <a:cubicBezTo>
                  <a:pt x="1730" y="792"/>
                  <a:pt x="1738" y="798"/>
                  <a:pt x="1739" y="802"/>
                </a:cubicBezTo>
                <a:cubicBezTo>
                  <a:pt x="1736" y="820"/>
                  <a:pt x="1736" y="803"/>
                  <a:pt x="1725" y="783"/>
                </a:cubicBezTo>
                <a:cubicBezTo>
                  <a:pt x="1716" y="747"/>
                  <a:pt x="1713" y="737"/>
                  <a:pt x="1709" y="727"/>
                </a:cubicBezTo>
                <a:cubicBezTo>
                  <a:pt x="1609" y="583"/>
                  <a:pt x="1607" y="574"/>
                  <a:pt x="1604" y="574"/>
                </a:cubicBezTo>
                <a:cubicBezTo>
                  <a:pt x="1566" y="535"/>
                  <a:pt x="1558" y="534"/>
                  <a:pt x="1551" y="527"/>
                </a:cubicBezTo>
                <a:cubicBezTo>
                  <a:pt x="1569" y="548"/>
                  <a:pt x="1575" y="552"/>
                  <a:pt x="1580" y="558"/>
                </a:cubicBezTo>
                <a:cubicBezTo>
                  <a:pt x="1605" y="590"/>
                  <a:pt x="1615" y="597"/>
                  <a:pt x="1625" y="607"/>
                </a:cubicBezTo>
                <a:cubicBezTo>
                  <a:pt x="1641" y="634"/>
                  <a:pt x="1647" y="639"/>
                  <a:pt x="1653" y="647"/>
                </a:cubicBezTo>
                <a:cubicBezTo>
                  <a:pt x="1682" y="699"/>
                  <a:pt x="1690" y="715"/>
                  <a:pt x="1700" y="732"/>
                </a:cubicBezTo>
                <a:cubicBezTo>
                  <a:pt x="1717" y="784"/>
                  <a:pt x="1718" y="787"/>
                  <a:pt x="1718" y="790"/>
                </a:cubicBezTo>
                <a:cubicBezTo>
                  <a:pt x="1738" y="847"/>
                  <a:pt x="1737" y="852"/>
                  <a:pt x="1738" y="858"/>
                </a:cubicBezTo>
                <a:cubicBezTo>
                  <a:pt x="1709" y="796"/>
                  <a:pt x="1702" y="775"/>
                  <a:pt x="1694" y="753"/>
                </a:cubicBezTo>
                <a:cubicBezTo>
                  <a:pt x="1626" y="645"/>
                  <a:pt x="1630" y="641"/>
                  <a:pt x="1627" y="638"/>
                </a:cubicBezTo>
                <a:cubicBezTo>
                  <a:pt x="1583" y="588"/>
                  <a:pt x="1573" y="577"/>
                  <a:pt x="1562" y="568"/>
                </a:cubicBezTo>
                <a:cubicBezTo>
                  <a:pt x="1540" y="558"/>
                  <a:pt x="1552" y="564"/>
                  <a:pt x="1562" y="574"/>
                </a:cubicBezTo>
                <a:cubicBezTo>
                  <a:pt x="1612" y="632"/>
                  <a:pt x="1614" y="635"/>
                  <a:pt x="1618" y="637"/>
                </a:cubicBezTo>
                <a:cubicBezTo>
                  <a:pt x="1660" y="706"/>
                  <a:pt x="1670" y="726"/>
                  <a:pt x="1679" y="741"/>
                </a:cubicBezTo>
                <a:cubicBezTo>
                  <a:pt x="1694" y="803"/>
                  <a:pt x="1711" y="814"/>
                  <a:pt x="1700" y="817"/>
                </a:cubicBezTo>
                <a:cubicBezTo>
                  <a:pt x="1657" y="737"/>
                  <a:pt x="1656" y="726"/>
                  <a:pt x="1652" y="730"/>
                </a:cubicBezTo>
                <a:cubicBezTo>
                  <a:pt x="1637" y="702"/>
                  <a:pt x="1630" y="700"/>
                  <a:pt x="1626" y="688"/>
                </a:cubicBezTo>
                <a:cubicBezTo>
                  <a:pt x="1561" y="618"/>
                  <a:pt x="1551" y="613"/>
                  <a:pt x="1542" y="596"/>
                </a:cubicBezTo>
                <a:cubicBezTo>
                  <a:pt x="1505" y="580"/>
                  <a:pt x="1510" y="581"/>
                  <a:pt x="1513" y="580"/>
                </a:cubicBezTo>
                <a:cubicBezTo>
                  <a:pt x="1561" y="628"/>
                  <a:pt x="1583" y="655"/>
                  <a:pt x="1607" y="681"/>
                </a:cubicBezTo>
                <a:cubicBezTo>
                  <a:pt x="1645" y="733"/>
                  <a:pt x="1648" y="738"/>
                  <a:pt x="1650" y="742"/>
                </a:cubicBezTo>
                <a:cubicBezTo>
                  <a:pt x="1653" y="756"/>
                  <a:pt x="1642" y="747"/>
                  <a:pt x="1631" y="735"/>
                </a:cubicBezTo>
                <a:cubicBezTo>
                  <a:pt x="1578" y="677"/>
                  <a:pt x="1572" y="674"/>
                  <a:pt x="1567" y="668"/>
                </a:cubicBezTo>
                <a:cubicBezTo>
                  <a:pt x="1540" y="654"/>
                  <a:pt x="1550" y="658"/>
                  <a:pt x="1558" y="667"/>
                </a:cubicBezTo>
                <a:cubicBezTo>
                  <a:pt x="1646" y="768"/>
                  <a:pt x="1658" y="779"/>
                  <a:pt x="1671" y="790"/>
                </a:cubicBezTo>
                <a:cubicBezTo>
                  <a:pt x="1712" y="855"/>
                  <a:pt x="1715" y="859"/>
                  <a:pt x="1717" y="864"/>
                </a:cubicBezTo>
                <a:cubicBezTo>
                  <a:pt x="1689" y="842"/>
                  <a:pt x="1679" y="827"/>
                  <a:pt x="1668" y="817"/>
                </a:cubicBezTo>
                <a:cubicBezTo>
                  <a:pt x="1614" y="758"/>
                  <a:pt x="1606" y="757"/>
                  <a:pt x="1601" y="749"/>
                </a:cubicBezTo>
                <a:cubicBezTo>
                  <a:pt x="1528" y="684"/>
                  <a:pt x="1524" y="671"/>
                  <a:pt x="1517" y="672"/>
                </a:cubicBezTo>
                <a:cubicBezTo>
                  <a:pt x="1488" y="643"/>
                  <a:pt x="1475" y="638"/>
                  <a:pt x="1464" y="625"/>
                </a:cubicBezTo>
                <a:cubicBezTo>
                  <a:pt x="1436" y="606"/>
                  <a:pt x="1435" y="603"/>
                  <a:pt x="1432" y="605"/>
                </a:cubicBezTo>
                <a:cubicBezTo>
                  <a:pt x="1476" y="651"/>
                  <a:pt x="1482" y="648"/>
                  <a:pt x="1485" y="652"/>
                </a:cubicBezTo>
                <a:cubicBezTo>
                  <a:pt x="1526" y="693"/>
                  <a:pt x="1538" y="697"/>
                  <a:pt x="1547" y="711"/>
                </a:cubicBezTo>
                <a:cubicBezTo>
                  <a:pt x="1615" y="783"/>
                  <a:pt x="1621" y="786"/>
                  <a:pt x="1626" y="794"/>
                </a:cubicBezTo>
                <a:cubicBezTo>
                  <a:pt x="1633" y="805"/>
                  <a:pt x="1627" y="802"/>
                  <a:pt x="1621" y="796"/>
                </a:cubicBezTo>
                <a:cubicBezTo>
                  <a:pt x="1597" y="786"/>
                  <a:pt x="1591" y="781"/>
                  <a:pt x="1586" y="775"/>
                </a:cubicBezTo>
                <a:cubicBezTo>
                  <a:pt x="1545" y="749"/>
                  <a:pt x="1539" y="746"/>
                  <a:pt x="1533" y="743"/>
                </a:cubicBezTo>
                <a:cubicBezTo>
                  <a:pt x="1416" y="660"/>
                  <a:pt x="1405" y="649"/>
                  <a:pt x="1394" y="641"/>
                </a:cubicBezTo>
                <a:cubicBezTo>
                  <a:pt x="1375" y="622"/>
                  <a:pt x="1372" y="618"/>
                  <a:pt x="1370" y="613"/>
                </a:cubicBezTo>
                <a:cubicBezTo>
                  <a:pt x="1392" y="651"/>
                  <a:pt x="1401" y="653"/>
                  <a:pt x="1408" y="662"/>
                </a:cubicBezTo>
                <a:cubicBezTo>
                  <a:pt x="1424" y="676"/>
                  <a:pt x="1430" y="678"/>
                  <a:pt x="1432" y="684"/>
                </a:cubicBezTo>
                <a:cubicBezTo>
                  <a:pt x="1480" y="726"/>
                  <a:pt x="1504" y="734"/>
                  <a:pt x="1526" y="752"/>
                </a:cubicBezTo>
                <a:cubicBezTo>
                  <a:pt x="1567" y="780"/>
                  <a:pt x="1573" y="782"/>
                  <a:pt x="1578" y="788"/>
                </a:cubicBezTo>
                <a:cubicBezTo>
                  <a:pt x="1586" y="800"/>
                  <a:pt x="1582" y="796"/>
                  <a:pt x="1577" y="791"/>
                </a:cubicBezTo>
                <a:cubicBezTo>
                  <a:pt x="1521" y="755"/>
                  <a:pt x="1509" y="756"/>
                  <a:pt x="1500" y="747"/>
                </a:cubicBezTo>
                <a:cubicBezTo>
                  <a:pt x="1435" y="702"/>
                  <a:pt x="1431" y="695"/>
                  <a:pt x="1426" y="693"/>
                </a:cubicBezTo>
                <a:cubicBezTo>
                  <a:pt x="1376" y="654"/>
                  <a:pt x="1373" y="643"/>
                  <a:pt x="1366" y="644"/>
                </a:cubicBezTo>
                <a:cubicBezTo>
                  <a:pt x="1393" y="671"/>
                  <a:pt x="1394" y="680"/>
                  <a:pt x="1398" y="680"/>
                </a:cubicBezTo>
                <a:cubicBezTo>
                  <a:pt x="1442" y="716"/>
                  <a:pt x="1455" y="727"/>
                  <a:pt x="1468" y="738"/>
                </a:cubicBezTo>
                <a:cubicBezTo>
                  <a:pt x="1522" y="777"/>
                  <a:pt x="1538" y="781"/>
                  <a:pt x="1551" y="791"/>
                </a:cubicBezTo>
                <a:cubicBezTo>
                  <a:pt x="1586" y="810"/>
                  <a:pt x="1591" y="809"/>
                  <a:pt x="1593" y="815"/>
                </a:cubicBezTo>
                <a:cubicBezTo>
                  <a:pt x="1643" y="841"/>
                  <a:pt x="1650" y="846"/>
                  <a:pt x="1657" y="850"/>
                </a:cubicBezTo>
                <a:cubicBezTo>
                  <a:pt x="1696" y="880"/>
                  <a:pt x="1701" y="876"/>
                  <a:pt x="1702" y="884"/>
                </a:cubicBezTo>
                <a:cubicBezTo>
                  <a:pt x="1722" y="907"/>
                  <a:pt x="1717" y="899"/>
                  <a:pt x="1710" y="897"/>
                </a:cubicBezTo>
                <a:cubicBezTo>
                  <a:pt x="1665" y="870"/>
                  <a:pt x="1658" y="868"/>
                  <a:pt x="1651" y="865"/>
                </a:cubicBezTo>
                <a:cubicBezTo>
                  <a:pt x="1584" y="834"/>
                  <a:pt x="1576" y="832"/>
                  <a:pt x="1570" y="825"/>
                </a:cubicBezTo>
                <a:cubicBezTo>
                  <a:pt x="1486" y="780"/>
                  <a:pt x="1485" y="771"/>
                  <a:pt x="1481" y="772"/>
                </a:cubicBezTo>
                <a:cubicBezTo>
                  <a:pt x="1446" y="749"/>
                  <a:pt x="1442" y="737"/>
                  <a:pt x="1435" y="736"/>
                </a:cubicBezTo>
                <a:cubicBezTo>
                  <a:pt x="1397" y="703"/>
                  <a:pt x="1395" y="690"/>
                  <a:pt x="1388" y="694"/>
                </a:cubicBezTo>
                <a:cubicBezTo>
                  <a:pt x="1416" y="730"/>
                  <a:pt x="1420" y="727"/>
                  <a:pt x="1422" y="734"/>
                </a:cubicBezTo>
                <a:cubicBezTo>
                  <a:pt x="1447" y="751"/>
                  <a:pt x="1451" y="764"/>
                  <a:pt x="1459" y="763"/>
                </a:cubicBezTo>
                <a:cubicBezTo>
                  <a:pt x="1498" y="800"/>
                  <a:pt x="1503" y="795"/>
                  <a:pt x="1505" y="799"/>
                </a:cubicBezTo>
                <a:cubicBezTo>
                  <a:pt x="1559" y="828"/>
                  <a:pt x="1561" y="837"/>
                  <a:pt x="1564" y="837"/>
                </a:cubicBezTo>
                <a:cubicBezTo>
                  <a:pt x="1598" y="852"/>
                  <a:pt x="1601" y="853"/>
                  <a:pt x="1604" y="856"/>
                </a:cubicBezTo>
                <a:cubicBezTo>
                  <a:pt x="1628" y="870"/>
                  <a:pt x="1633" y="866"/>
                  <a:pt x="1636" y="871"/>
                </a:cubicBezTo>
                <a:cubicBezTo>
                  <a:pt x="1667" y="896"/>
                  <a:pt x="1661" y="889"/>
                  <a:pt x="1653" y="891"/>
                </a:cubicBezTo>
                <a:cubicBezTo>
                  <a:pt x="1617" y="876"/>
                  <a:pt x="1604" y="867"/>
                  <a:pt x="1590" y="861"/>
                </a:cubicBezTo>
                <a:cubicBezTo>
                  <a:pt x="1561" y="845"/>
                  <a:pt x="1552" y="849"/>
                  <a:pt x="1546" y="841"/>
                </a:cubicBezTo>
                <a:cubicBezTo>
                  <a:pt x="1491" y="812"/>
                  <a:pt x="1477" y="804"/>
                  <a:pt x="1464" y="793"/>
                </a:cubicBezTo>
                <a:cubicBezTo>
                  <a:pt x="1411" y="759"/>
                  <a:pt x="1408" y="753"/>
                  <a:pt x="1403" y="753"/>
                </a:cubicBezTo>
                <a:cubicBezTo>
                  <a:pt x="1387" y="749"/>
                  <a:pt x="1395" y="748"/>
                  <a:pt x="1400" y="758"/>
                </a:cubicBezTo>
                <a:cubicBezTo>
                  <a:pt x="1465" y="803"/>
                  <a:pt x="1470" y="811"/>
                  <a:pt x="1477" y="812"/>
                </a:cubicBezTo>
                <a:cubicBezTo>
                  <a:pt x="1523" y="839"/>
                  <a:pt x="1530" y="844"/>
                  <a:pt x="1536" y="850"/>
                </a:cubicBezTo>
                <a:cubicBezTo>
                  <a:pt x="1591" y="873"/>
                  <a:pt x="1604" y="882"/>
                  <a:pt x="1618" y="886"/>
                </a:cubicBezTo>
                <a:cubicBezTo>
                  <a:pt x="1740" y="942"/>
                  <a:pt x="1750" y="945"/>
                  <a:pt x="1758" y="953"/>
                </a:cubicBezTo>
                <a:cubicBezTo>
                  <a:pt x="1791" y="969"/>
                  <a:pt x="1794" y="979"/>
                  <a:pt x="1801" y="976"/>
                </a:cubicBezTo>
                <a:cubicBezTo>
                  <a:pt x="1805" y="990"/>
                  <a:pt x="1804" y="981"/>
                  <a:pt x="1799" y="983"/>
                </a:cubicBezTo>
                <a:cubicBezTo>
                  <a:pt x="1754" y="961"/>
                  <a:pt x="1748" y="953"/>
                  <a:pt x="1740" y="951"/>
                </a:cubicBezTo>
                <a:cubicBezTo>
                  <a:pt x="1699" y="931"/>
                  <a:pt x="1695" y="932"/>
                  <a:pt x="1692" y="928"/>
                </a:cubicBezTo>
                <a:cubicBezTo>
                  <a:pt x="1636" y="908"/>
                  <a:pt x="1633" y="902"/>
                  <a:pt x="1628" y="904"/>
                </a:cubicBezTo>
                <a:cubicBezTo>
                  <a:pt x="1558" y="873"/>
                  <a:pt x="1549" y="872"/>
                  <a:pt x="1542" y="864"/>
                </a:cubicBezTo>
                <a:cubicBezTo>
                  <a:pt x="1461" y="823"/>
                  <a:pt x="1454" y="813"/>
                  <a:pt x="1445" y="812"/>
                </a:cubicBezTo>
                <a:cubicBezTo>
                  <a:pt x="1425" y="803"/>
                  <a:pt x="1430" y="806"/>
                  <a:pt x="1435" y="806"/>
                </a:cubicBezTo>
                <a:cubicBezTo>
                  <a:pt x="1500" y="857"/>
                  <a:pt x="1521" y="865"/>
                  <a:pt x="1542" y="876"/>
                </a:cubicBezTo>
                <a:cubicBezTo>
                  <a:pt x="1583" y="901"/>
                  <a:pt x="1595" y="899"/>
                  <a:pt x="1605" y="905"/>
                </a:cubicBezTo>
                <a:cubicBezTo>
                  <a:pt x="1656" y="924"/>
                  <a:pt x="1659" y="926"/>
                  <a:pt x="1661" y="930"/>
                </a:cubicBezTo>
                <a:cubicBezTo>
                  <a:pt x="1685" y="942"/>
                  <a:pt x="1691" y="937"/>
                  <a:pt x="1695" y="944"/>
                </a:cubicBezTo>
                <a:cubicBezTo>
                  <a:pt x="1750" y="965"/>
                  <a:pt x="1754" y="969"/>
                  <a:pt x="1758" y="973"/>
                </a:cubicBezTo>
                <a:cubicBezTo>
                  <a:pt x="1763" y="979"/>
                  <a:pt x="1760" y="976"/>
                  <a:pt x="1756" y="975"/>
                </a:cubicBezTo>
                <a:cubicBezTo>
                  <a:pt x="1731" y="961"/>
                  <a:pt x="1727" y="964"/>
                  <a:pt x="1725" y="962"/>
                </a:cubicBezTo>
                <a:cubicBezTo>
                  <a:pt x="1664" y="939"/>
                  <a:pt x="1660" y="938"/>
                  <a:pt x="1657" y="935"/>
                </a:cubicBezTo>
                <a:cubicBezTo>
                  <a:pt x="1618" y="921"/>
                  <a:pt x="1610" y="922"/>
                  <a:pt x="1604" y="918"/>
                </a:cubicBezTo>
                <a:cubicBezTo>
                  <a:pt x="1568" y="903"/>
                  <a:pt x="1554" y="896"/>
                  <a:pt x="1540" y="889"/>
                </a:cubicBezTo>
                <a:cubicBezTo>
                  <a:pt x="1470" y="854"/>
                  <a:pt x="1464" y="848"/>
                  <a:pt x="1456" y="847"/>
                </a:cubicBezTo>
                <a:cubicBezTo>
                  <a:pt x="1389" y="802"/>
                  <a:pt x="1383" y="794"/>
                  <a:pt x="1376" y="789"/>
                </a:cubicBezTo>
                <a:cubicBezTo>
                  <a:pt x="1354" y="768"/>
                  <a:pt x="1353" y="757"/>
                  <a:pt x="1348" y="760"/>
                </a:cubicBezTo>
                <a:cubicBezTo>
                  <a:pt x="1374" y="793"/>
                  <a:pt x="1378" y="805"/>
                  <a:pt x="1386" y="807"/>
                </a:cubicBezTo>
                <a:cubicBezTo>
                  <a:pt x="1457" y="858"/>
                  <a:pt x="1465" y="860"/>
                  <a:pt x="1471" y="865"/>
                </a:cubicBezTo>
                <a:cubicBezTo>
                  <a:pt x="1545" y="898"/>
                  <a:pt x="1546" y="907"/>
                  <a:pt x="1550" y="907"/>
                </a:cubicBezTo>
                <a:cubicBezTo>
                  <a:pt x="1600" y="930"/>
                  <a:pt x="1616" y="933"/>
                  <a:pt x="1631" y="941"/>
                </a:cubicBezTo>
                <a:cubicBezTo>
                  <a:pt x="1662" y="949"/>
                  <a:pt x="1669" y="954"/>
                  <a:pt x="1678" y="956"/>
                </a:cubicBezTo>
                <a:cubicBezTo>
                  <a:pt x="1747" y="985"/>
                  <a:pt x="1769" y="994"/>
                  <a:pt x="1791" y="1002"/>
                </a:cubicBezTo>
                <a:cubicBezTo>
                  <a:pt x="1851" y="1035"/>
                  <a:pt x="1853" y="1040"/>
                  <a:pt x="1856" y="1039"/>
                </a:cubicBezTo>
                <a:cubicBezTo>
                  <a:pt x="1846" y="1046"/>
                  <a:pt x="1839" y="1044"/>
                  <a:pt x="1833" y="1040"/>
                </a:cubicBezTo>
                <a:cubicBezTo>
                  <a:pt x="1785" y="1020"/>
                  <a:pt x="1773" y="1017"/>
                  <a:pt x="1762" y="1012"/>
                </a:cubicBezTo>
                <a:cubicBezTo>
                  <a:pt x="1719" y="1007"/>
                  <a:pt x="1717" y="994"/>
                  <a:pt x="1709" y="1001"/>
                </a:cubicBezTo>
                <a:cubicBezTo>
                  <a:pt x="1680" y="991"/>
                  <a:pt x="1668" y="988"/>
                  <a:pt x="1656" y="986"/>
                </a:cubicBezTo>
                <a:cubicBezTo>
                  <a:pt x="1612" y="968"/>
                  <a:pt x="1604" y="966"/>
                  <a:pt x="1600" y="964"/>
                </a:cubicBezTo>
                <a:cubicBezTo>
                  <a:pt x="1554" y="947"/>
                  <a:pt x="1548" y="942"/>
                  <a:pt x="1541" y="938"/>
                </a:cubicBezTo>
                <a:cubicBezTo>
                  <a:pt x="1478" y="908"/>
                  <a:pt x="1471" y="908"/>
                  <a:pt x="1465" y="901"/>
                </a:cubicBezTo>
                <a:cubicBezTo>
                  <a:pt x="1404" y="863"/>
                  <a:pt x="1396" y="865"/>
                  <a:pt x="1391" y="857"/>
                </a:cubicBezTo>
                <a:cubicBezTo>
                  <a:pt x="1351" y="831"/>
                  <a:pt x="1356" y="837"/>
                  <a:pt x="1361" y="841"/>
                </a:cubicBezTo>
                <a:cubicBezTo>
                  <a:pt x="1397" y="871"/>
                  <a:pt x="1403" y="876"/>
                  <a:pt x="1410" y="876"/>
                </a:cubicBezTo>
                <a:cubicBezTo>
                  <a:pt x="1447" y="906"/>
                  <a:pt x="1455" y="902"/>
                  <a:pt x="1458" y="911"/>
                </a:cubicBezTo>
                <a:cubicBezTo>
                  <a:pt x="1499" y="931"/>
                  <a:pt x="1505" y="935"/>
                  <a:pt x="1511" y="937"/>
                </a:cubicBezTo>
                <a:cubicBezTo>
                  <a:pt x="1587" y="972"/>
                  <a:pt x="1593" y="972"/>
                  <a:pt x="1598" y="977"/>
                </a:cubicBezTo>
                <a:cubicBezTo>
                  <a:pt x="1623" y="984"/>
                  <a:pt x="1629" y="985"/>
                  <a:pt x="1635" y="986"/>
                </a:cubicBezTo>
                <a:cubicBezTo>
                  <a:pt x="1674" y="1000"/>
                  <a:pt x="1676" y="1003"/>
                  <a:pt x="1680" y="1002"/>
                </a:cubicBezTo>
                <a:cubicBezTo>
                  <a:pt x="1732" y="1019"/>
                  <a:pt x="1740" y="1013"/>
                  <a:pt x="1745" y="1019"/>
                </a:cubicBezTo>
                <a:cubicBezTo>
                  <a:pt x="1847" y="1059"/>
                  <a:pt x="1859" y="1062"/>
                  <a:pt x="1870" y="1070"/>
                </a:cubicBezTo>
                <a:cubicBezTo>
                  <a:pt x="1889" y="1087"/>
                  <a:pt x="1876" y="1080"/>
                  <a:pt x="1862" y="1071"/>
                </a:cubicBezTo>
                <a:cubicBezTo>
                  <a:pt x="1724" y="1039"/>
                  <a:pt x="1721" y="1038"/>
                  <a:pt x="1716" y="1041"/>
                </a:cubicBezTo>
                <a:cubicBezTo>
                  <a:pt x="1689" y="1034"/>
                  <a:pt x="1685" y="1031"/>
                  <a:pt x="1680" y="1034"/>
                </a:cubicBezTo>
                <a:cubicBezTo>
                  <a:pt x="1636" y="1025"/>
                  <a:pt x="1633" y="1013"/>
                  <a:pt x="1624" y="1018"/>
                </a:cubicBezTo>
                <a:cubicBezTo>
                  <a:pt x="1593" y="1009"/>
                  <a:pt x="1591" y="1008"/>
                  <a:pt x="1588" y="1006"/>
                </a:cubicBezTo>
                <a:cubicBezTo>
                  <a:pt x="1544" y="990"/>
                  <a:pt x="1538" y="988"/>
                  <a:pt x="1532" y="984"/>
                </a:cubicBezTo>
                <a:cubicBezTo>
                  <a:pt x="1457" y="950"/>
                  <a:pt x="1454" y="949"/>
                  <a:pt x="1451" y="950"/>
                </a:cubicBezTo>
                <a:cubicBezTo>
                  <a:pt x="1419" y="925"/>
                  <a:pt x="1411" y="929"/>
                  <a:pt x="1406" y="922"/>
                </a:cubicBezTo>
                <a:cubicBezTo>
                  <a:pt x="1371" y="895"/>
                  <a:pt x="1368" y="895"/>
                  <a:pt x="1365" y="895"/>
                </a:cubicBezTo>
                <a:cubicBezTo>
                  <a:pt x="1374" y="905"/>
                  <a:pt x="1378" y="913"/>
                  <a:pt x="1384" y="914"/>
                </a:cubicBezTo>
                <a:cubicBezTo>
                  <a:pt x="1456" y="958"/>
                  <a:pt x="1466" y="966"/>
                  <a:pt x="1477" y="971"/>
                </a:cubicBezTo>
                <a:cubicBezTo>
                  <a:pt x="1528" y="997"/>
                  <a:pt x="1532" y="992"/>
                  <a:pt x="1534" y="998"/>
                </a:cubicBezTo>
                <a:cubicBezTo>
                  <a:pt x="1581" y="1012"/>
                  <a:pt x="1586" y="1017"/>
                  <a:pt x="1592" y="1019"/>
                </a:cubicBezTo>
                <a:cubicBezTo>
                  <a:pt x="1615" y="1024"/>
                  <a:pt x="1621" y="1023"/>
                  <a:pt x="1625" y="1030"/>
                </a:cubicBezTo>
                <a:cubicBezTo>
                  <a:pt x="1667" y="1035"/>
                  <a:pt x="1671" y="1043"/>
                  <a:pt x="1678" y="1041"/>
                </a:cubicBezTo>
                <a:cubicBezTo>
                  <a:pt x="1699" y="1049"/>
                  <a:pt x="1705" y="1050"/>
                  <a:pt x="1712" y="1049"/>
                </a:cubicBezTo>
                <a:cubicBezTo>
                  <a:pt x="1723" y="1054"/>
                  <a:pt x="1726" y="1053"/>
                  <a:pt x="1729" y="1054"/>
                </a:cubicBezTo>
                <a:cubicBezTo>
                  <a:pt x="1771" y="1057"/>
                  <a:pt x="1775" y="1065"/>
                  <a:pt x="1781" y="1063"/>
                </a:cubicBezTo>
                <a:cubicBezTo>
                  <a:pt x="1822" y="1073"/>
                  <a:pt x="1828" y="1072"/>
                  <a:pt x="1833" y="1076"/>
                </a:cubicBezTo>
                <a:cubicBezTo>
                  <a:pt x="1893" y="1097"/>
                  <a:pt x="1899" y="1107"/>
                  <a:pt x="1909" y="1107"/>
                </a:cubicBezTo>
                <a:cubicBezTo>
                  <a:pt x="1912" y="1114"/>
                  <a:pt x="1904" y="1118"/>
                  <a:pt x="1899" y="1116"/>
                </a:cubicBezTo>
                <a:cubicBezTo>
                  <a:pt x="1862" y="1102"/>
                  <a:pt x="1857" y="1100"/>
                  <a:pt x="1852" y="1100"/>
                </a:cubicBezTo>
                <a:cubicBezTo>
                  <a:pt x="1829" y="1091"/>
                  <a:pt x="1826" y="1094"/>
                  <a:pt x="1824" y="1092"/>
                </a:cubicBezTo>
                <a:cubicBezTo>
                  <a:pt x="1778" y="1083"/>
                  <a:pt x="1772" y="1088"/>
                  <a:pt x="1767" y="1086"/>
                </a:cubicBezTo>
                <a:cubicBezTo>
                  <a:pt x="1748" y="1084"/>
                  <a:pt x="1746" y="1083"/>
                  <a:pt x="1745" y="1083"/>
                </a:cubicBezTo>
                <a:cubicBezTo>
                  <a:pt x="1718" y="1080"/>
                  <a:pt x="1714" y="1081"/>
                  <a:pt x="1709" y="1080"/>
                </a:cubicBezTo>
                <a:cubicBezTo>
                  <a:pt x="1660" y="1074"/>
                  <a:pt x="1654" y="1078"/>
                  <a:pt x="1650" y="1075"/>
                </a:cubicBezTo>
                <a:cubicBezTo>
                  <a:pt x="1615" y="1074"/>
                  <a:pt x="1595" y="1073"/>
                  <a:pt x="1575" y="1072"/>
                </a:cubicBezTo>
                <a:cubicBezTo>
                  <a:pt x="1506" y="1067"/>
                  <a:pt x="1498" y="1058"/>
                  <a:pt x="1488" y="1059"/>
                </a:cubicBezTo>
                <a:cubicBezTo>
                  <a:pt x="1428" y="1039"/>
                  <a:pt x="1423" y="1038"/>
                  <a:pt x="1419" y="1035"/>
                </a:cubicBezTo>
                <a:cubicBezTo>
                  <a:pt x="1387" y="1022"/>
                  <a:pt x="1381" y="1028"/>
                  <a:pt x="1378" y="1020"/>
                </a:cubicBezTo>
                <a:cubicBezTo>
                  <a:pt x="1355" y="1018"/>
                  <a:pt x="1360" y="1022"/>
                  <a:pt x="1367" y="1020"/>
                </a:cubicBezTo>
                <a:cubicBezTo>
                  <a:pt x="1424" y="1046"/>
                  <a:pt x="1429" y="1051"/>
                  <a:pt x="1436" y="1050"/>
                </a:cubicBezTo>
                <a:cubicBezTo>
                  <a:pt x="1466" y="1061"/>
                  <a:pt x="1469" y="1062"/>
                  <a:pt x="1472" y="1062"/>
                </a:cubicBezTo>
                <a:cubicBezTo>
                  <a:pt x="1503" y="1071"/>
                  <a:pt x="1506" y="1070"/>
                  <a:pt x="1509" y="1070"/>
                </a:cubicBezTo>
                <a:cubicBezTo>
                  <a:pt x="1554" y="1076"/>
                  <a:pt x="1559" y="1083"/>
                  <a:pt x="1567" y="1079"/>
                </a:cubicBezTo>
                <a:cubicBezTo>
                  <a:pt x="1651" y="1091"/>
                  <a:pt x="1661" y="1081"/>
                  <a:pt x="1666" y="1089"/>
                </a:cubicBezTo>
                <a:cubicBezTo>
                  <a:pt x="1717" y="1092"/>
                  <a:pt x="1720" y="1093"/>
                  <a:pt x="1724" y="1092"/>
                </a:cubicBezTo>
                <a:cubicBezTo>
                  <a:pt x="1764" y="1093"/>
                  <a:pt x="1765" y="1101"/>
                  <a:pt x="1769" y="1099"/>
                </a:cubicBezTo>
                <a:cubicBezTo>
                  <a:pt x="1807" y="1105"/>
                  <a:pt x="1813" y="1100"/>
                  <a:pt x="1814" y="1107"/>
                </a:cubicBezTo>
                <a:cubicBezTo>
                  <a:pt x="1874" y="1119"/>
                  <a:pt x="1880" y="1122"/>
                  <a:pt x="1887" y="1122"/>
                </a:cubicBezTo>
                <a:cubicBezTo>
                  <a:pt x="1910" y="1137"/>
                  <a:pt x="1917" y="1125"/>
                  <a:pt x="1918" y="1134"/>
                </a:cubicBezTo>
                <a:cubicBezTo>
                  <a:pt x="1941" y="1150"/>
                  <a:pt x="1936" y="1147"/>
                  <a:pt x="1929" y="1149"/>
                </a:cubicBezTo>
                <a:cubicBezTo>
                  <a:pt x="1917" y="1147"/>
                  <a:pt x="1914" y="1145"/>
                  <a:pt x="1911" y="1144"/>
                </a:cubicBezTo>
                <a:cubicBezTo>
                  <a:pt x="1841" y="1136"/>
                  <a:pt x="1833" y="1136"/>
                  <a:pt x="1826" y="1133"/>
                </a:cubicBezTo>
                <a:cubicBezTo>
                  <a:pt x="1794" y="1128"/>
                  <a:pt x="1785" y="1132"/>
                  <a:pt x="1778" y="1127"/>
                </a:cubicBezTo>
                <a:cubicBezTo>
                  <a:pt x="1708" y="1130"/>
                  <a:pt x="1691" y="1126"/>
                  <a:pt x="1673" y="1127"/>
                </a:cubicBezTo>
                <a:cubicBezTo>
                  <a:pt x="1625" y="1129"/>
                  <a:pt x="1621" y="1126"/>
                  <a:pt x="1616" y="1126"/>
                </a:cubicBezTo>
                <a:cubicBezTo>
                  <a:pt x="1552" y="1119"/>
                  <a:pt x="1542" y="1121"/>
                  <a:pt x="1534" y="1115"/>
                </a:cubicBezTo>
                <a:cubicBezTo>
                  <a:pt x="1490" y="1104"/>
                  <a:pt x="1471" y="1103"/>
                  <a:pt x="1455" y="1095"/>
                </a:cubicBezTo>
                <a:cubicBezTo>
                  <a:pt x="1420" y="1086"/>
                  <a:pt x="1414" y="1074"/>
                  <a:pt x="1404" y="1076"/>
                </a:cubicBezTo>
                <a:cubicBezTo>
                  <a:pt x="1455" y="1098"/>
                  <a:pt x="1456" y="1102"/>
                  <a:pt x="1459" y="1101"/>
                </a:cubicBezTo>
                <a:cubicBezTo>
                  <a:pt x="1489" y="1110"/>
                  <a:pt x="1494" y="1116"/>
                  <a:pt x="1500" y="1117"/>
                </a:cubicBezTo>
                <a:cubicBezTo>
                  <a:pt x="1534" y="1125"/>
                  <a:pt x="1537" y="1124"/>
                  <a:pt x="1538" y="1128"/>
                </a:cubicBezTo>
                <a:cubicBezTo>
                  <a:pt x="1580" y="1128"/>
                  <a:pt x="1593" y="1133"/>
                  <a:pt x="1606" y="1134"/>
                </a:cubicBezTo>
                <a:cubicBezTo>
                  <a:pt x="1654" y="1136"/>
                  <a:pt x="1662" y="1134"/>
                  <a:pt x="1667" y="1138"/>
                </a:cubicBezTo>
                <a:cubicBezTo>
                  <a:pt x="1702" y="1140"/>
                  <a:pt x="1716" y="1138"/>
                  <a:pt x="1731" y="1136"/>
                </a:cubicBezTo>
                <a:cubicBezTo>
                  <a:pt x="1837" y="1142"/>
                  <a:pt x="1847" y="1149"/>
                  <a:pt x="1860" y="1146"/>
                </a:cubicBezTo>
                <a:cubicBezTo>
                  <a:pt x="1888" y="1152"/>
                  <a:pt x="1891" y="1152"/>
                  <a:pt x="1894" y="1150"/>
                </a:cubicBezTo>
                <a:cubicBezTo>
                  <a:pt x="1970" y="1172"/>
                  <a:pt x="1976" y="1175"/>
                  <a:pt x="1982" y="1181"/>
                </a:cubicBezTo>
                <a:cubicBezTo>
                  <a:pt x="1935" y="1169"/>
                  <a:pt x="1929" y="1167"/>
                  <a:pt x="1924" y="1166"/>
                </a:cubicBezTo>
                <a:cubicBezTo>
                  <a:pt x="1884" y="1157"/>
                  <a:pt x="1872" y="1159"/>
                  <a:pt x="1863" y="1156"/>
                </a:cubicBezTo>
                <a:cubicBezTo>
                  <a:pt x="1791" y="1150"/>
                  <a:pt x="1780" y="1152"/>
                  <a:pt x="1770" y="1149"/>
                </a:cubicBezTo>
                <a:cubicBezTo>
                  <a:pt x="1717" y="1153"/>
                  <a:pt x="1710" y="1152"/>
                  <a:pt x="1703" y="1154"/>
                </a:cubicBezTo>
                <a:cubicBezTo>
                  <a:pt x="1666" y="1159"/>
                  <a:pt x="1651" y="1159"/>
                  <a:pt x="1636" y="1162"/>
                </a:cubicBezTo>
                <a:cubicBezTo>
                  <a:pt x="1580" y="1163"/>
                  <a:pt x="1565" y="1164"/>
                  <a:pt x="1551" y="1162"/>
                </a:cubicBezTo>
                <a:cubicBezTo>
                  <a:pt x="1499" y="1154"/>
                  <a:pt x="1493" y="1159"/>
                  <a:pt x="1490" y="1158"/>
                </a:cubicBezTo>
                <a:cubicBezTo>
                  <a:pt x="1462" y="1153"/>
                  <a:pt x="1457" y="1147"/>
                  <a:pt x="1449" y="1148"/>
                </a:cubicBezTo>
                <a:cubicBezTo>
                  <a:pt x="1404" y="1136"/>
                  <a:pt x="1399" y="1127"/>
                  <a:pt x="1390" y="1131"/>
                </a:cubicBezTo>
                <a:cubicBezTo>
                  <a:pt x="1480" y="1168"/>
                  <a:pt x="1493" y="1159"/>
                  <a:pt x="1500" y="1170"/>
                </a:cubicBezTo>
                <a:cubicBezTo>
                  <a:pt x="1526" y="1170"/>
                  <a:pt x="1530" y="1170"/>
                  <a:pt x="1533" y="1172"/>
                </a:cubicBezTo>
                <a:cubicBezTo>
                  <a:pt x="1584" y="1176"/>
                  <a:pt x="1595" y="1171"/>
                  <a:pt x="1605" y="1173"/>
                </a:cubicBezTo>
                <a:cubicBezTo>
                  <a:pt x="1679" y="1165"/>
                  <a:pt x="1689" y="1167"/>
                  <a:pt x="1700" y="1164"/>
                </a:cubicBezTo>
                <a:cubicBezTo>
                  <a:pt x="1800" y="1167"/>
                  <a:pt x="1809" y="1160"/>
                  <a:pt x="1816" y="1162"/>
                </a:cubicBezTo>
                <a:cubicBezTo>
                  <a:pt x="1851" y="1165"/>
                  <a:pt x="1855" y="1168"/>
                  <a:pt x="1859" y="1170"/>
                </a:cubicBezTo>
                <a:cubicBezTo>
                  <a:pt x="1914" y="1174"/>
                  <a:pt x="1919" y="1176"/>
                  <a:pt x="1924" y="1178"/>
                </a:cubicBezTo>
                <a:cubicBezTo>
                  <a:pt x="1976" y="1194"/>
                  <a:pt x="1983" y="1192"/>
                  <a:pt x="1987" y="1196"/>
                </a:cubicBezTo>
                <a:cubicBezTo>
                  <a:pt x="2014" y="1207"/>
                  <a:pt x="2016" y="1209"/>
                  <a:pt x="2018" y="1214"/>
                </a:cubicBezTo>
                <a:cubicBezTo>
                  <a:pt x="1988" y="1203"/>
                  <a:pt x="1985" y="1206"/>
                  <a:pt x="1983" y="1204"/>
                </a:cubicBezTo>
                <a:cubicBezTo>
                  <a:pt x="1917" y="1194"/>
                  <a:pt x="1913" y="1194"/>
                  <a:pt x="1909" y="1192"/>
                </a:cubicBezTo>
                <a:cubicBezTo>
                  <a:pt x="1864" y="1187"/>
                  <a:pt x="1857" y="1197"/>
                  <a:pt x="1855" y="1190"/>
                </a:cubicBezTo>
                <a:cubicBezTo>
                  <a:pt x="1803" y="1195"/>
                  <a:pt x="1795" y="1191"/>
                  <a:pt x="1786" y="1193"/>
                </a:cubicBezTo>
                <a:cubicBezTo>
                  <a:pt x="1697" y="1195"/>
                  <a:pt x="1691" y="1196"/>
                  <a:pt x="1685" y="1196"/>
                </a:cubicBezTo>
                <a:cubicBezTo>
                  <a:pt x="1622" y="1192"/>
                  <a:pt x="1610" y="1192"/>
                  <a:pt x="1599" y="1194"/>
                </a:cubicBezTo>
                <a:cubicBezTo>
                  <a:pt x="1553" y="1190"/>
                  <a:pt x="1541" y="1191"/>
                  <a:pt x="1530" y="1188"/>
                </a:cubicBezTo>
                <a:cubicBezTo>
                  <a:pt x="1511" y="1187"/>
                  <a:pt x="1508" y="1184"/>
                  <a:pt x="1505" y="1185"/>
                </a:cubicBezTo>
                <a:cubicBezTo>
                  <a:pt x="1458" y="1176"/>
                  <a:pt x="1454" y="1171"/>
                  <a:pt x="1448" y="1172"/>
                </a:cubicBezTo>
                <a:cubicBezTo>
                  <a:pt x="1405" y="1156"/>
                  <a:pt x="1402" y="1155"/>
                  <a:pt x="1399" y="1152"/>
                </a:cubicBezTo>
                <a:cubicBezTo>
                  <a:pt x="1402" y="1162"/>
                  <a:pt x="1406" y="1165"/>
                  <a:pt x="1411" y="1163"/>
                </a:cubicBezTo>
                <a:cubicBezTo>
                  <a:pt x="1457" y="1183"/>
                  <a:pt x="1464" y="1182"/>
                  <a:pt x="1469" y="1184"/>
                </a:cubicBezTo>
                <a:cubicBezTo>
                  <a:pt x="1584" y="1203"/>
                  <a:pt x="1589" y="1207"/>
                  <a:pt x="1597" y="1201"/>
                </a:cubicBezTo>
                <a:cubicBezTo>
                  <a:pt x="1664" y="1208"/>
                  <a:pt x="1677" y="1205"/>
                  <a:pt x="1689" y="1209"/>
                </a:cubicBezTo>
                <a:cubicBezTo>
                  <a:pt x="1772" y="1206"/>
                  <a:pt x="1778" y="1206"/>
                  <a:pt x="1785" y="1202"/>
                </a:cubicBezTo>
                <a:cubicBezTo>
                  <a:pt x="1854" y="1204"/>
                  <a:pt x="1867" y="1203"/>
                  <a:pt x="1880" y="1203"/>
                </a:cubicBezTo>
                <a:cubicBezTo>
                  <a:pt x="1926" y="1209"/>
                  <a:pt x="1939" y="1207"/>
                  <a:pt x="1951" y="1210"/>
                </a:cubicBezTo>
                <a:cubicBezTo>
                  <a:pt x="1980" y="1220"/>
                  <a:pt x="1983" y="1218"/>
                  <a:pt x="1986" y="1220"/>
                </a:cubicBezTo>
                <a:cubicBezTo>
                  <a:pt x="2015" y="1228"/>
                  <a:pt x="2019" y="1230"/>
                  <a:pt x="2017" y="1232"/>
                </a:cubicBezTo>
                <a:cubicBezTo>
                  <a:pt x="1985" y="1227"/>
                  <a:pt x="1975" y="1229"/>
                  <a:pt x="1968" y="1224"/>
                </a:cubicBezTo>
                <a:cubicBezTo>
                  <a:pt x="1928" y="1217"/>
                  <a:pt x="1921" y="1224"/>
                  <a:pt x="1918" y="1219"/>
                </a:cubicBezTo>
                <a:cubicBezTo>
                  <a:pt x="1859" y="1219"/>
                  <a:pt x="1851" y="1220"/>
                  <a:pt x="1843" y="1217"/>
                </a:cubicBezTo>
                <a:cubicBezTo>
                  <a:pt x="1760" y="1230"/>
                  <a:pt x="1753" y="1228"/>
                  <a:pt x="1745" y="1230"/>
                </a:cubicBezTo>
                <a:cubicBezTo>
                  <a:pt x="1659" y="1241"/>
                  <a:pt x="1644" y="1240"/>
                  <a:pt x="1627" y="1246"/>
                </a:cubicBezTo>
                <a:cubicBezTo>
                  <a:pt x="1592" y="1242"/>
                  <a:pt x="1588" y="1243"/>
                  <a:pt x="1584" y="1247"/>
                </a:cubicBezTo>
                <a:cubicBezTo>
                  <a:pt x="1513" y="1242"/>
                  <a:pt x="1505" y="1243"/>
                  <a:pt x="1498" y="1241"/>
                </a:cubicBezTo>
                <a:cubicBezTo>
                  <a:pt x="1460" y="1241"/>
                  <a:pt x="1459" y="1233"/>
                  <a:pt x="1454" y="1236"/>
                </a:cubicBezTo>
                <a:cubicBezTo>
                  <a:pt x="1504" y="1255"/>
                  <a:pt x="1520" y="1250"/>
                  <a:pt x="1532" y="1255"/>
                </a:cubicBezTo>
                <a:cubicBezTo>
                  <a:pt x="1588" y="1251"/>
                  <a:pt x="1601" y="1257"/>
                  <a:pt x="1616" y="1252"/>
                </a:cubicBezTo>
                <a:cubicBezTo>
                  <a:pt x="1643" y="1255"/>
                  <a:pt x="1651" y="1252"/>
                  <a:pt x="1658" y="1249"/>
                </a:cubicBezTo>
                <a:cubicBezTo>
                  <a:pt x="1718" y="1247"/>
                  <a:pt x="1729" y="1239"/>
                  <a:pt x="1736" y="1241"/>
                </a:cubicBezTo>
                <a:cubicBezTo>
                  <a:pt x="1794" y="1236"/>
                  <a:pt x="1808" y="1230"/>
                  <a:pt x="1819" y="1236"/>
                </a:cubicBezTo>
                <a:cubicBezTo>
                  <a:pt x="1901" y="1230"/>
                  <a:pt x="1920" y="1235"/>
                  <a:pt x="1942" y="1230"/>
                </a:cubicBezTo>
                <a:cubicBezTo>
                  <a:pt x="1972" y="1240"/>
                  <a:pt x="1977" y="1237"/>
                  <a:pt x="1981" y="1237"/>
                </a:cubicBezTo>
                <a:cubicBezTo>
                  <a:pt x="2006" y="1237"/>
                  <a:pt x="2013" y="1246"/>
                  <a:pt x="2023" y="1244"/>
                </a:cubicBezTo>
                <a:cubicBezTo>
                  <a:pt x="2029" y="1250"/>
                  <a:pt x="2022" y="1254"/>
                  <a:pt x="2017" y="1249"/>
                </a:cubicBezTo>
                <a:cubicBezTo>
                  <a:pt x="1993" y="1245"/>
                  <a:pt x="1990" y="1244"/>
                  <a:pt x="1986" y="1246"/>
                </a:cubicBezTo>
                <a:cubicBezTo>
                  <a:pt x="1944" y="1241"/>
                  <a:pt x="1934" y="1238"/>
                  <a:pt x="1921" y="1241"/>
                </a:cubicBezTo>
                <a:cubicBezTo>
                  <a:pt x="1878" y="1240"/>
                  <a:pt x="1868" y="1235"/>
                  <a:pt x="1856" y="1239"/>
                </a:cubicBezTo>
                <a:cubicBezTo>
                  <a:pt x="1818" y="1241"/>
                  <a:pt x="1811" y="1245"/>
                  <a:pt x="1806" y="1240"/>
                </a:cubicBezTo>
                <a:cubicBezTo>
                  <a:pt x="1741" y="1257"/>
                  <a:pt x="1731" y="1253"/>
                  <a:pt x="1719" y="1257"/>
                </a:cubicBezTo>
                <a:cubicBezTo>
                  <a:pt x="1677" y="1265"/>
                  <a:pt x="1664" y="1269"/>
                  <a:pt x="1652" y="1270"/>
                </a:cubicBezTo>
                <a:cubicBezTo>
                  <a:pt x="1597" y="1273"/>
                  <a:pt x="1591" y="1273"/>
                  <a:pt x="1585" y="1275"/>
                </a:cubicBezTo>
                <a:cubicBezTo>
                  <a:pt x="1535" y="1271"/>
                  <a:pt x="1532" y="1271"/>
                  <a:pt x="1529" y="1271"/>
                </a:cubicBezTo>
                <a:cubicBezTo>
                  <a:pt x="1555" y="1283"/>
                  <a:pt x="1565" y="1278"/>
                  <a:pt x="1571" y="1283"/>
                </a:cubicBezTo>
                <a:cubicBezTo>
                  <a:pt x="1624" y="1284"/>
                  <a:pt x="1628" y="1283"/>
                  <a:pt x="1632" y="1281"/>
                </a:cubicBezTo>
                <a:cubicBezTo>
                  <a:pt x="1686" y="1275"/>
                  <a:pt x="1703" y="1274"/>
                  <a:pt x="1722" y="1264"/>
                </a:cubicBezTo>
                <a:cubicBezTo>
                  <a:pt x="1770" y="1259"/>
                  <a:pt x="1778" y="1261"/>
                  <a:pt x="1779" y="1255"/>
                </a:cubicBezTo>
                <a:cubicBezTo>
                  <a:pt x="1878" y="1249"/>
                  <a:pt x="1892" y="1250"/>
                  <a:pt x="1906" y="1250"/>
                </a:cubicBezTo>
                <a:cubicBezTo>
                  <a:pt x="1992" y="1255"/>
                  <a:pt x="1995" y="1258"/>
                  <a:pt x="1998" y="1257"/>
                </a:cubicBezTo>
                <a:cubicBezTo>
                  <a:pt x="2034" y="1268"/>
                  <a:pt x="2041" y="1268"/>
                  <a:pt x="2048" y="1268"/>
                </a:cubicBezTo>
                <a:cubicBezTo>
                  <a:pt x="2089" y="1282"/>
                  <a:pt x="2090" y="1287"/>
                  <a:pt x="2094" y="1286"/>
                </a:cubicBezTo>
                <a:cubicBezTo>
                  <a:pt x="2076" y="1291"/>
                  <a:pt x="2074" y="1288"/>
                  <a:pt x="2071" y="1287"/>
                </a:cubicBezTo>
                <a:cubicBezTo>
                  <a:pt x="2047" y="1285"/>
                  <a:pt x="2045" y="1278"/>
                  <a:pt x="2040" y="1281"/>
                </a:cubicBezTo>
                <a:cubicBezTo>
                  <a:pt x="2009" y="1274"/>
                  <a:pt x="2005" y="1277"/>
                  <a:pt x="2003" y="1272"/>
                </a:cubicBezTo>
                <a:cubicBezTo>
                  <a:pt x="1955" y="1271"/>
                  <a:pt x="1949" y="1267"/>
                  <a:pt x="1942" y="1268"/>
                </a:cubicBezTo>
                <a:cubicBezTo>
                  <a:pt x="1883" y="1271"/>
                  <a:pt x="1871" y="1262"/>
                  <a:pt x="1855" y="1269"/>
                </a:cubicBezTo>
                <a:cubicBezTo>
                  <a:pt x="1800" y="1273"/>
                  <a:pt x="1787" y="1281"/>
                  <a:pt x="1777" y="1277"/>
                </a:cubicBezTo>
                <a:cubicBezTo>
                  <a:pt x="1677" y="1314"/>
                  <a:pt x="1680" y="1320"/>
                  <a:pt x="1687" y="1316"/>
                </a:cubicBezTo>
                <a:cubicBezTo>
                  <a:pt x="1788" y="1312"/>
                  <a:pt x="1811" y="1321"/>
                  <a:pt x="1840" y="1307"/>
                </a:cubicBezTo>
                <a:cubicBezTo>
                  <a:pt x="1926" y="1306"/>
                  <a:pt x="1934" y="1300"/>
                  <a:pt x="1939" y="1305"/>
                </a:cubicBezTo>
                <a:cubicBezTo>
                  <a:pt x="2015" y="1306"/>
                  <a:pt x="2028" y="1306"/>
                  <a:pt x="2040" y="1311"/>
                </a:cubicBezTo>
                <a:cubicBezTo>
                  <a:pt x="2063" y="1313"/>
                  <a:pt x="2067" y="1310"/>
                  <a:pt x="2068" y="1315"/>
                </a:cubicBezTo>
                <a:cubicBezTo>
                  <a:pt x="2100" y="1322"/>
                  <a:pt x="2103" y="1321"/>
                  <a:pt x="2106" y="1324"/>
                </a:cubicBezTo>
                <a:cubicBezTo>
                  <a:pt x="2129" y="1328"/>
                  <a:pt x="2130" y="1336"/>
                  <a:pt x="2135" y="1334"/>
                </a:cubicBezTo>
                <a:cubicBezTo>
                  <a:pt x="2087" y="1333"/>
                  <a:pt x="2072" y="1324"/>
                  <a:pt x="2056" y="1319"/>
                </a:cubicBezTo>
                <a:cubicBezTo>
                  <a:pt x="2012" y="1312"/>
                  <a:pt x="2005" y="1315"/>
                  <a:pt x="1999" y="1312"/>
                </a:cubicBezTo>
                <a:cubicBezTo>
                  <a:pt x="1924" y="1315"/>
                  <a:pt x="1909" y="1320"/>
                  <a:pt x="1897" y="1313"/>
                </a:cubicBezTo>
                <a:cubicBezTo>
                  <a:pt x="1835" y="1319"/>
                  <a:pt x="1829" y="1326"/>
                  <a:pt x="1826" y="1323"/>
                </a:cubicBezTo>
                <a:cubicBezTo>
                  <a:pt x="1761" y="1328"/>
                  <a:pt x="1753" y="1329"/>
                  <a:pt x="1746" y="1327"/>
                </a:cubicBezTo>
                <a:cubicBezTo>
                  <a:pt x="1691" y="1334"/>
                  <a:pt x="1684" y="1331"/>
                  <a:pt x="1676" y="1333"/>
                </a:cubicBezTo>
                <a:cubicBezTo>
                  <a:pt x="1631" y="1324"/>
                  <a:pt x="1626" y="1329"/>
                  <a:pt x="1623" y="1328"/>
                </a:cubicBezTo>
                <a:cubicBezTo>
                  <a:pt x="1576" y="1318"/>
                  <a:pt x="1564" y="1310"/>
                  <a:pt x="1549" y="1307"/>
                </a:cubicBezTo>
                <a:cubicBezTo>
                  <a:pt x="1517" y="1289"/>
                  <a:pt x="1514" y="1286"/>
                  <a:pt x="1509" y="1288"/>
                </a:cubicBezTo>
                <a:cubicBezTo>
                  <a:pt x="1552" y="1315"/>
                  <a:pt x="1555" y="1314"/>
                  <a:pt x="1558" y="1317"/>
                </a:cubicBezTo>
                <a:cubicBezTo>
                  <a:pt x="1589" y="1323"/>
                  <a:pt x="1592" y="1333"/>
                  <a:pt x="1600" y="1329"/>
                </a:cubicBezTo>
                <a:cubicBezTo>
                  <a:pt x="1645" y="1337"/>
                  <a:pt x="1654" y="1344"/>
                  <a:pt x="1666" y="1342"/>
                </a:cubicBezTo>
                <a:cubicBezTo>
                  <a:pt x="1714" y="1342"/>
                  <a:pt x="1726" y="1340"/>
                  <a:pt x="1738" y="1340"/>
                </a:cubicBezTo>
                <a:cubicBezTo>
                  <a:pt x="1784" y="1335"/>
                  <a:pt x="1793" y="1338"/>
                  <a:pt x="1802" y="1334"/>
                </a:cubicBezTo>
                <a:cubicBezTo>
                  <a:pt x="1869" y="1332"/>
                  <a:pt x="1878" y="1333"/>
                  <a:pt x="1890" y="1326"/>
                </a:cubicBezTo>
                <a:cubicBezTo>
                  <a:pt x="1944" y="1324"/>
                  <a:pt x="1948" y="1329"/>
                  <a:pt x="1955" y="1322"/>
                </a:cubicBezTo>
                <a:cubicBezTo>
                  <a:pt x="2024" y="1329"/>
                  <a:pt x="2026" y="1328"/>
                  <a:pt x="2029" y="1328"/>
                </a:cubicBezTo>
                <a:cubicBezTo>
                  <a:pt x="2060" y="1333"/>
                  <a:pt x="2065" y="1334"/>
                  <a:pt x="2070" y="1335"/>
                </a:cubicBezTo>
                <a:cubicBezTo>
                  <a:pt x="2067" y="1340"/>
                  <a:pt x="2049" y="1343"/>
                  <a:pt x="2034" y="1337"/>
                </a:cubicBezTo>
                <a:cubicBezTo>
                  <a:pt x="1987" y="1347"/>
                  <a:pt x="1986" y="1335"/>
                  <a:pt x="1980" y="1341"/>
                </a:cubicBezTo>
                <a:cubicBezTo>
                  <a:pt x="1931" y="1348"/>
                  <a:pt x="1929" y="1345"/>
                  <a:pt x="1926" y="1344"/>
                </a:cubicBezTo>
                <a:cubicBezTo>
                  <a:pt x="1888" y="1354"/>
                  <a:pt x="1885" y="1352"/>
                  <a:pt x="1882" y="1354"/>
                </a:cubicBezTo>
                <a:cubicBezTo>
                  <a:pt x="1849" y="1355"/>
                  <a:pt x="1840" y="1364"/>
                  <a:pt x="1836" y="1356"/>
                </a:cubicBezTo>
                <a:cubicBezTo>
                  <a:pt x="1755" y="1371"/>
                  <a:pt x="1745" y="1377"/>
                  <a:pt x="1738" y="1376"/>
                </a:cubicBezTo>
                <a:cubicBezTo>
                  <a:pt x="1713" y="1371"/>
                  <a:pt x="1705" y="1384"/>
                  <a:pt x="1704" y="1374"/>
                </a:cubicBezTo>
                <a:cubicBezTo>
                  <a:pt x="1651" y="1382"/>
                  <a:pt x="1661" y="1378"/>
                  <a:pt x="1670" y="1381"/>
                </a:cubicBezTo>
                <a:cubicBezTo>
                  <a:pt x="1692" y="1384"/>
                  <a:pt x="1695" y="1385"/>
                  <a:pt x="1697" y="1387"/>
                </a:cubicBezTo>
                <a:cubicBezTo>
                  <a:pt x="1752" y="1383"/>
                  <a:pt x="1760" y="1384"/>
                  <a:pt x="1768" y="1382"/>
                </a:cubicBezTo>
                <a:cubicBezTo>
                  <a:pt x="1821" y="1375"/>
                  <a:pt x="1827" y="1366"/>
                  <a:pt x="1829" y="1372"/>
                </a:cubicBezTo>
                <a:cubicBezTo>
                  <a:pt x="1901" y="1365"/>
                  <a:pt x="1911" y="1359"/>
                  <a:pt x="1919" y="1357"/>
                </a:cubicBezTo>
                <a:cubicBezTo>
                  <a:pt x="1977" y="1352"/>
                  <a:pt x="1986" y="1351"/>
                  <a:pt x="1993" y="1354"/>
                </a:cubicBezTo>
                <a:cubicBezTo>
                  <a:pt x="2056" y="1355"/>
                  <a:pt x="2061" y="1351"/>
                  <a:pt x="2065" y="1352"/>
                </a:cubicBezTo>
                <a:cubicBezTo>
                  <a:pt x="2151" y="1373"/>
                  <a:pt x="2158" y="1368"/>
                  <a:pt x="2161" y="1375"/>
                </a:cubicBezTo>
                <a:cubicBezTo>
                  <a:pt x="2192" y="1388"/>
                  <a:pt x="2194" y="1390"/>
                  <a:pt x="2196" y="1391"/>
                </a:cubicBezTo>
                <a:cubicBezTo>
                  <a:pt x="2185" y="1387"/>
                  <a:pt x="2178" y="1392"/>
                  <a:pt x="2175" y="1385"/>
                </a:cubicBezTo>
                <a:cubicBezTo>
                  <a:pt x="2136" y="1380"/>
                  <a:pt x="2127" y="1377"/>
                  <a:pt x="2118" y="1373"/>
                </a:cubicBezTo>
                <a:cubicBezTo>
                  <a:pt x="2050" y="1364"/>
                  <a:pt x="2038" y="1370"/>
                  <a:pt x="2029" y="1366"/>
                </a:cubicBezTo>
                <a:cubicBezTo>
                  <a:pt x="1954" y="1370"/>
                  <a:pt x="1940" y="1371"/>
                  <a:pt x="1926" y="1371"/>
                </a:cubicBezTo>
                <a:cubicBezTo>
                  <a:pt x="1882" y="1372"/>
                  <a:pt x="1882" y="1377"/>
                  <a:pt x="1878" y="1374"/>
                </a:cubicBezTo>
                <a:cubicBezTo>
                  <a:pt x="1837" y="1381"/>
                  <a:pt x="1830" y="1381"/>
                  <a:pt x="1823" y="1381"/>
                </a:cubicBezTo>
                <a:cubicBezTo>
                  <a:pt x="1733" y="1394"/>
                  <a:pt x="1718" y="1389"/>
                  <a:pt x="1700" y="1393"/>
                </a:cubicBezTo>
                <a:cubicBezTo>
                  <a:pt x="1624" y="1391"/>
                  <a:pt x="1620" y="1390"/>
                  <a:pt x="1616" y="1390"/>
                </a:cubicBezTo>
                <a:cubicBezTo>
                  <a:pt x="1649" y="1402"/>
                  <a:pt x="1656" y="1395"/>
                  <a:pt x="1660" y="1401"/>
                </a:cubicBezTo>
                <a:cubicBezTo>
                  <a:pt x="1729" y="1398"/>
                  <a:pt x="1740" y="1401"/>
                  <a:pt x="1754" y="1399"/>
                </a:cubicBezTo>
                <a:cubicBezTo>
                  <a:pt x="1840" y="1389"/>
                  <a:pt x="1852" y="1391"/>
                  <a:pt x="1865" y="1387"/>
                </a:cubicBezTo>
                <a:cubicBezTo>
                  <a:pt x="1929" y="1382"/>
                  <a:pt x="1937" y="1378"/>
                  <a:pt x="1941" y="1383"/>
                </a:cubicBezTo>
                <a:cubicBezTo>
                  <a:pt x="1995" y="1381"/>
                  <a:pt x="2009" y="1377"/>
                  <a:pt x="2022" y="1379"/>
                </a:cubicBezTo>
                <a:cubicBezTo>
                  <a:pt x="2113" y="1389"/>
                  <a:pt x="2122" y="1385"/>
                  <a:pt x="2128" y="1391"/>
                </a:cubicBezTo>
                <a:cubicBezTo>
                  <a:pt x="2166" y="1397"/>
                  <a:pt x="2169" y="1398"/>
                  <a:pt x="2173" y="1398"/>
                </a:cubicBezTo>
                <a:cubicBezTo>
                  <a:pt x="2219" y="1421"/>
                  <a:pt x="2225" y="1416"/>
                  <a:pt x="2227" y="1421"/>
                </a:cubicBezTo>
                <a:cubicBezTo>
                  <a:pt x="2227" y="1432"/>
                  <a:pt x="2224" y="1420"/>
                  <a:pt x="2216" y="1427"/>
                </a:cubicBezTo>
                <a:cubicBezTo>
                  <a:pt x="2159" y="1409"/>
                  <a:pt x="2150" y="1413"/>
                  <a:pt x="2144" y="1408"/>
                </a:cubicBezTo>
                <a:cubicBezTo>
                  <a:pt x="2085" y="1402"/>
                  <a:pt x="2069" y="1405"/>
                  <a:pt x="2056" y="1398"/>
                </a:cubicBezTo>
                <a:cubicBezTo>
                  <a:pt x="1982" y="1398"/>
                  <a:pt x="1979" y="1401"/>
                  <a:pt x="1978" y="1401"/>
                </a:cubicBezTo>
                <a:cubicBezTo>
                  <a:pt x="1965" y="1405"/>
                  <a:pt x="1963" y="1403"/>
                  <a:pt x="1960" y="1405"/>
                </a:cubicBezTo>
                <a:cubicBezTo>
                  <a:pt x="1885" y="1410"/>
                  <a:pt x="1867" y="1408"/>
                  <a:pt x="1848" y="1411"/>
                </a:cubicBezTo>
                <a:cubicBezTo>
                  <a:pt x="1762" y="1408"/>
                  <a:pt x="1758" y="1405"/>
                  <a:pt x="1753" y="1408"/>
                </a:cubicBezTo>
                <a:cubicBezTo>
                  <a:pt x="1753" y="1413"/>
                  <a:pt x="1763" y="1414"/>
                  <a:pt x="1772" y="1416"/>
                </a:cubicBezTo>
                <a:cubicBezTo>
                  <a:pt x="1793" y="1430"/>
                  <a:pt x="1778" y="1423"/>
                  <a:pt x="1784" y="1432"/>
                </a:cubicBezTo>
                <a:cubicBezTo>
                  <a:pt x="1808" y="1437"/>
                  <a:pt x="1813" y="1439"/>
                  <a:pt x="1820" y="1439"/>
                </a:cubicBezTo>
                <a:cubicBezTo>
                  <a:pt x="1884" y="1468"/>
                  <a:pt x="1901" y="1474"/>
                  <a:pt x="1919" y="1475"/>
                </a:cubicBezTo>
                <a:cubicBezTo>
                  <a:pt x="1990" y="1507"/>
                  <a:pt x="2008" y="1516"/>
                  <a:pt x="2027" y="1521"/>
                </a:cubicBezTo>
                <a:cubicBezTo>
                  <a:pt x="2058" y="1533"/>
                  <a:pt x="2065" y="1530"/>
                  <a:pt x="2069" y="1532"/>
                </a:cubicBezTo>
                <a:cubicBezTo>
                  <a:pt x="2100" y="1539"/>
                  <a:pt x="2102" y="1539"/>
                  <a:pt x="2105" y="1539"/>
                </a:cubicBezTo>
                <a:cubicBezTo>
                  <a:pt x="2130" y="1547"/>
                  <a:pt x="2136" y="1542"/>
                  <a:pt x="2140" y="1549"/>
                </a:cubicBezTo>
                <a:cubicBezTo>
                  <a:pt x="2185" y="1552"/>
                  <a:pt x="2197" y="1552"/>
                  <a:pt x="2209" y="1552"/>
                </a:cubicBezTo>
                <a:cubicBezTo>
                  <a:pt x="2227" y="1560"/>
                  <a:pt x="2235" y="1553"/>
                  <a:pt x="2239" y="1558"/>
                </a:cubicBezTo>
                <a:cubicBezTo>
                  <a:pt x="2277" y="1561"/>
                  <a:pt x="2282" y="1563"/>
                  <a:pt x="2289" y="1563"/>
                </a:cubicBezTo>
                <a:cubicBezTo>
                  <a:pt x="2318" y="1566"/>
                  <a:pt x="2327" y="1569"/>
                  <a:pt x="2337" y="1566"/>
                </a:cubicBezTo>
                <a:cubicBezTo>
                  <a:pt x="2370" y="1578"/>
                  <a:pt x="2372" y="1574"/>
                  <a:pt x="2374" y="1574"/>
                </a:cubicBezTo>
                <a:cubicBezTo>
                  <a:pt x="2407" y="1580"/>
                  <a:pt x="2410" y="1580"/>
                  <a:pt x="2414" y="1582"/>
                </a:cubicBezTo>
                <a:cubicBezTo>
                  <a:pt x="2412" y="1589"/>
                  <a:pt x="2400" y="1588"/>
                  <a:pt x="2386" y="1591"/>
                </a:cubicBezTo>
                <a:cubicBezTo>
                  <a:pt x="2358" y="1603"/>
                  <a:pt x="2356" y="1606"/>
                  <a:pt x="2352" y="1607"/>
                </a:cubicBezTo>
                <a:cubicBezTo>
                  <a:pt x="2410" y="1596"/>
                  <a:pt x="2415" y="1602"/>
                  <a:pt x="2425" y="1596"/>
                </a:cubicBezTo>
                <a:cubicBezTo>
                  <a:pt x="2426" y="1620"/>
                  <a:pt x="2437" y="1609"/>
                  <a:pt x="2445" y="1611"/>
                </a:cubicBezTo>
                <a:cubicBezTo>
                  <a:pt x="2464" y="1615"/>
                  <a:pt x="2459" y="1610"/>
                  <a:pt x="2451" y="1617"/>
                </a:cubicBezTo>
                <a:cubicBezTo>
                  <a:pt x="2437" y="1632"/>
                  <a:pt x="2429" y="1630"/>
                  <a:pt x="2429" y="1635"/>
                </a:cubicBezTo>
                <a:cubicBezTo>
                  <a:pt x="2487" y="1626"/>
                  <a:pt x="2492" y="1629"/>
                  <a:pt x="2499" y="1625"/>
                </a:cubicBezTo>
                <a:cubicBezTo>
                  <a:pt x="2534" y="1629"/>
                  <a:pt x="2534" y="1644"/>
                  <a:pt x="2541" y="1637"/>
                </a:cubicBezTo>
                <a:cubicBezTo>
                  <a:pt x="2577" y="1643"/>
                  <a:pt x="2573" y="1640"/>
                  <a:pt x="2579" y="1637"/>
                </a:cubicBezTo>
                <a:cubicBezTo>
                  <a:pt x="2546" y="1587"/>
                  <a:pt x="2545" y="1586"/>
                  <a:pt x="2545" y="1585"/>
                </a:cubicBezTo>
                <a:cubicBezTo>
                  <a:pt x="2552" y="1554"/>
                  <a:pt x="2562" y="1548"/>
                  <a:pt x="2560" y="1539"/>
                </a:cubicBezTo>
                <a:close/>
                <a:moveTo>
                  <a:pt x="1982" y="969"/>
                </a:moveTo>
                <a:cubicBezTo>
                  <a:pt x="1984" y="965"/>
                  <a:pt x="1983" y="961"/>
                  <a:pt x="1984" y="957"/>
                </a:cubicBezTo>
                <a:cubicBezTo>
                  <a:pt x="1993" y="956"/>
                  <a:pt x="1982" y="965"/>
                  <a:pt x="1988" y="969"/>
                </a:cubicBezTo>
                <a:cubicBezTo>
                  <a:pt x="1986" y="973"/>
                  <a:pt x="1987" y="978"/>
                  <a:pt x="1986" y="982"/>
                </a:cubicBezTo>
                <a:cubicBezTo>
                  <a:pt x="1977" y="983"/>
                  <a:pt x="1988" y="974"/>
                  <a:pt x="1982" y="969"/>
                </a:cubicBezTo>
                <a:close/>
                <a:moveTo>
                  <a:pt x="1984" y="1004"/>
                </a:moveTo>
                <a:cubicBezTo>
                  <a:pt x="1983" y="998"/>
                  <a:pt x="1983" y="992"/>
                  <a:pt x="1983" y="986"/>
                </a:cubicBezTo>
                <a:cubicBezTo>
                  <a:pt x="1989" y="986"/>
                  <a:pt x="1981" y="996"/>
                  <a:pt x="1988" y="1001"/>
                </a:cubicBezTo>
                <a:cubicBezTo>
                  <a:pt x="1985" y="1007"/>
                  <a:pt x="1985" y="1013"/>
                  <a:pt x="1987" y="1020"/>
                </a:cubicBezTo>
                <a:cubicBezTo>
                  <a:pt x="1980" y="1020"/>
                  <a:pt x="1983" y="1007"/>
                  <a:pt x="1984" y="1004"/>
                </a:cubicBezTo>
                <a:close/>
                <a:moveTo>
                  <a:pt x="1985" y="1053"/>
                </a:moveTo>
                <a:cubicBezTo>
                  <a:pt x="1986" y="1045"/>
                  <a:pt x="1987" y="1057"/>
                  <a:pt x="1988" y="1060"/>
                </a:cubicBezTo>
                <a:cubicBezTo>
                  <a:pt x="1983" y="1060"/>
                  <a:pt x="1986" y="1056"/>
                  <a:pt x="1985" y="1053"/>
                </a:cubicBezTo>
                <a:close/>
                <a:moveTo>
                  <a:pt x="1936" y="1018"/>
                </a:moveTo>
                <a:cubicBezTo>
                  <a:pt x="1942" y="1016"/>
                  <a:pt x="1941" y="1026"/>
                  <a:pt x="1941" y="1027"/>
                </a:cubicBezTo>
                <a:cubicBezTo>
                  <a:pt x="1933" y="1030"/>
                  <a:pt x="1940" y="1021"/>
                  <a:pt x="1936" y="1018"/>
                </a:cubicBezTo>
                <a:close/>
                <a:moveTo>
                  <a:pt x="1943" y="1058"/>
                </a:moveTo>
                <a:cubicBezTo>
                  <a:pt x="1944" y="1050"/>
                  <a:pt x="1946" y="1062"/>
                  <a:pt x="1947" y="1065"/>
                </a:cubicBezTo>
                <a:cubicBezTo>
                  <a:pt x="1942" y="1066"/>
                  <a:pt x="1945" y="1061"/>
                  <a:pt x="1943" y="1058"/>
                </a:cubicBezTo>
                <a:close/>
                <a:moveTo>
                  <a:pt x="1600" y="805"/>
                </a:moveTo>
                <a:cubicBezTo>
                  <a:pt x="1599" y="804"/>
                  <a:pt x="1598" y="802"/>
                  <a:pt x="1597" y="801"/>
                </a:cubicBezTo>
                <a:cubicBezTo>
                  <a:pt x="1602" y="797"/>
                  <a:pt x="1603" y="802"/>
                  <a:pt x="1606" y="805"/>
                </a:cubicBezTo>
                <a:cubicBezTo>
                  <a:pt x="1604" y="806"/>
                  <a:pt x="1602" y="804"/>
                  <a:pt x="1600" y="805"/>
                </a:cubicBezTo>
                <a:close/>
                <a:moveTo>
                  <a:pt x="1629" y="821"/>
                </a:moveTo>
                <a:cubicBezTo>
                  <a:pt x="1628" y="814"/>
                  <a:pt x="1637" y="824"/>
                  <a:pt x="1641" y="821"/>
                </a:cubicBezTo>
                <a:cubicBezTo>
                  <a:pt x="1642" y="824"/>
                  <a:pt x="1644" y="827"/>
                  <a:pt x="1647" y="826"/>
                </a:cubicBezTo>
                <a:cubicBezTo>
                  <a:pt x="1645" y="836"/>
                  <a:pt x="1635" y="819"/>
                  <a:pt x="1629" y="821"/>
                </a:cubicBezTo>
                <a:close/>
                <a:moveTo>
                  <a:pt x="1745" y="919"/>
                </a:moveTo>
                <a:cubicBezTo>
                  <a:pt x="1750" y="918"/>
                  <a:pt x="1754" y="921"/>
                  <a:pt x="1758" y="926"/>
                </a:cubicBezTo>
                <a:cubicBezTo>
                  <a:pt x="1753" y="927"/>
                  <a:pt x="1749" y="924"/>
                  <a:pt x="1745" y="919"/>
                </a:cubicBezTo>
                <a:close/>
                <a:moveTo>
                  <a:pt x="1748" y="887"/>
                </a:moveTo>
                <a:cubicBezTo>
                  <a:pt x="1753" y="888"/>
                  <a:pt x="1756" y="887"/>
                  <a:pt x="1757" y="883"/>
                </a:cubicBezTo>
                <a:cubicBezTo>
                  <a:pt x="1749" y="872"/>
                  <a:pt x="1751" y="864"/>
                  <a:pt x="1748" y="855"/>
                </a:cubicBezTo>
                <a:cubicBezTo>
                  <a:pt x="1744" y="847"/>
                  <a:pt x="1757" y="859"/>
                  <a:pt x="1751" y="860"/>
                </a:cubicBezTo>
                <a:cubicBezTo>
                  <a:pt x="1761" y="877"/>
                  <a:pt x="1757" y="889"/>
                  <a:pt x="1764" y="905"/>
                </a:cubicBezTo>
                <a:cubicBezTo>
                  <a:pt x="1757" y="904"/>
                  <a:pt x="1755" y="890"/>
                  <a:pt x="1748" y="887"/>
                </a:cubicBezTo>
                <a:close/>
                <a:moveTo>
                  <a:pt x="1899" y="1053"/>
                </a:moveTo>
                <a:cubicBezTo>
                  <a:pt x="1908" y="1053"/>
                  <a:pt x="1901" y="1064"/>
                  <a:pt x="1908" y="1069"/>
                </a:cubicBezTo>
                <a:cubicBezTo>
                  <a:pt x="1899" y="1072"/>
                  <a:pt x="1899" y="1059"/>
                  <a:pt x="1899" y="1053"/>
                </a:cubicBezTo>
                <a:close/>
                <a:moveTo>
                  <a:pt x="2053" y="1297"/>
                </a:moveTo>
                <a:cubicBezTo>
                  <a:pt x="2049" y="1301"/>
                  <a:pt x="2046" y="1299"/>
                  <a:pt x="2043" y="1300"/>
                </a:cubicBezTo>
                <a:cubicBezTo>
                  <a:pt x="2037" y="1297"/>
                  <a:pt x="2031" y="1295"/>
                  <a:pt x="2025" y="1295"/>
                </a:cubicBezTo>
                <a:cubicBezTo>
                  <a:pt x="2018" y="1297"/>
                  <a:pt x="2013" y="1293"/>
                  <a:pt x="2007" y="1294"/>
                </a:cubicBezTo>
                <a:cubicBezTo>
                  <a:pt x="2001" y="1292"/>
                  <a:pt x="1994" y="1294"/>
                  <a:pt x="1988" y="1292"/>
                </a:cubicBezTo>
                <a:cubicBezTo>
                  <a:pt x="1975" y="1293"/>
                  <a:pt x="1964" y="1288"/>
                  <a:pt x="1950" y="1293"/>
                </a:cubicBezTo>
                <a:cubicBezTo>
                  <a:pt x="1939" y="1289"/>
                  <a:pt x="1924" y="1295"/>
                  <a:pt x="1913" y="1290"/>
                </a:cubicBezTo>
                <a:cubicBezTo>
                  <a:pt x="1886" y="1298"/>
                  <a:pt x="1861" y="1300"/>
                  <a:pt x="1838" y="1296"/>
                </a:cubicBezTo>
                <a:cubicBezTo>
                  <a:pt x="1825" y="1302"/>
                  <a:pt x="1814" y="1301"/>
                  <a:pt x="1801" y="1305"/>
                </a:cubicBezTo>
                <a:cubicBezTo>
                  <a:pt x="1791" y="1302"/>
                  <a:pt x="1779" y="1309"/>
                  <a:pt x="1769" y="1305"/>
                </a:cubicBezTo>
                <a:cubicBezTo>
                  <a:pt x="1757" y="1309"/>
                  <a:pt x="1746" y="1307"/>
                  <a:pt x="1734" y="1310"/>
                </a:cubicBezTo>
                <a:cubicBezTo>
                  <a:pt x="1722" y="1312"/>
                  <a:pt x="1713" y="1308"/>
                  <a:pt x="1700" y="1314"/>
                </a:cubicBezTo>
                <a:cubicBezTo>
                  <a:pt x="1704" y="1301"/>
                  <a:pt x="1717" y="1312"/>
                  <a:pt x="1726" y="1302"/>
                </a:cubicBezTo>
                <a:cubicBezTo>
                  <a:pt x="1736" y="1301"/>
                  <a:pt x="1745" y="1298"/>
                  <a:pt x="1756" y="1292"/>
                </a:cubicBezTo>
                <a:cubicBezTo>
                  <a:pt x="1761" y="1295"/>
                  <a:pt x="1769" y="1289"/>
                  <a:pt x="1775" y="1290"/>
                </a:cubicBezTo>
                <a:cubicBezTo>
                  <a:pt x="1782" y="1288"/>
                  <a:pt x="1787" y="1287"/>
                  <a:pt x="1792" y="1289"/>
                </a:cubicBezTo>
                <a:cubicBezTo>
                  <a:pt x="1805" y="1283"/>
                  <a:pt x="1816" y="1288"/>
                  <a:pt x="1829" y="1281"/>
                </a:cubicBezTo>
                <a:cubicBezTo>
                  <a:pt x="1840" y="1283"/>
                  <a:pt x="1854" y="1277"/>
                  <a:pt x="1866" y="1278"/>
                </a:cubicBezTo>
                <a:cubicBezTo>
                  <a:pt x="1877" y="1279"/>
                  <a:pt x="1888" y="1279"/>
                  <a:pt x="1900" y="1276"/>
                </a:cubicBezTo>
                <a:cubicBezTo>
                  <a:pt x="1906" y="1279"/>
                  <a:pt x="1913" y="1276"/>
                  <a:pt x="1918" y="1278"/>
                </a:cubicBezTo>
                <a:cubicBezTo>
                  <a:pt x="1921" y="1279"/>
                  <a:pt x="1925" y="1278"/>
                  <a:pt x="1929" y="1275"/>
                </a:cubicBezTo>
                <a:cubicBezTo>
                  <a:pt x="1930" y="1280"/>
                  <a:pt x="1933" y="1278"/>
                  <a:pt x="1936" y="1277"/>
                </a:cubicBezTo>
                <a:cubicBezTo>
                  <a:pt x="1946" y="1280"/>
                  <a:pt x="1958" y="1277"/>
                  <a:pt x="1968" y="1283"/>
                </a:cubicBezTo>
                <a:cubicBezTo>
                  <a:pt x="1975" y="1279"/>
                  <a:pt x="1979" y="1283"/>
                  <a:pt x="1984" y="1285"/>
                </a:cubicBezTo>
                <a:cubicBezTo>
                  <a:pt x="1988" y="1283"/>
                  <a:pt x="1991" y="1286"/>
                  <a:pt x="1995" y="1283"/>
                </a:cubicBezTo>
                <a:cubicBezTo>
                  <a:pt x="1996" y="1287"/>
                  <a:pt x="1999" y="1286"/>
                  <a:pt x="2002" y="1285"/>
                </a:cubicBezTo>
                <a:cubicBezTo>
                  <a:pt x="2006" y="1290"/>
                  <a:pt x="2013" y="1283"/>
                  <a:pt x="2018" y="1287"/>
                </a:cubicBezTo>
                <a:cubicBezTo>
                  <a:pt x="2024" y="1285"/>
                  <a:pt x="2028" y="1290"/>
                  <a:pt x="2035" y="1287"/>
                </a:cubicBezTo>
                <a:cubicBezTo>
                  <a:pt x="2043" y="1293"/>
                  <a:pt x="2052" y="1295"/>
                  <a:pt x="2061" y="1296"/>
                </a:cubicBezTo>
                <a:cubicBezTo>
                  <a:pt x="2064" y="1302"/>
                  <a:pt x="2054" y="1301"/>
                  <a:pt x="2053" y="1297"/>
                </a:cubicBezTo>
                <a:close/>
                <a:moveTo>
                  <a:pt x="2404" y="1549"/>
                </a:moveTo>
                <a:cubicBezTo>
                  <a:pt x="2399" y="1554"/>
                  <a:pt x="2397" y="1547"/>
                  <a:pt x="2394" y="1546"/>
                </a:cubicBezTo>
                <a:cubicBezTo>
                  <a:pt x="2391" y="1541"/>
                  <a:pt x="2386" y="1546"/>
                  <a:pt x="2384" y="1539"/>
                </a:cubicBezTo>
                <a:cubicBezTo>
                  <a:pt x="2391" y="1542"/>
                  <a:pt x="2399" y="1540"/>
                  <a:pt x="2404" y="1549"/>
                </a:cubicBezTo>
                <a:close/>
                <a:moveTo>
                  <a:pt x="2229" y="1440"/>
                </a:moveTo>
                <a:cubicBezTo>
                  <a:pt x="2232" y="1446"/>
                  <a:pt x="2222" y="1445"/>
                  <a:pt x="2221" y="1442"/>
                </a:cubicBezTo>
                <a:cubicBezTo>
                  <a:pt x="2218" y="1438"/>
                  <a:pt x="2212" y="1445"/>
                  <a:pt x="2209" y="1437"/>
                </a:cubicBezTo>
                <a:cubicBezTo>
                  <a:pt x="2217" y="1433"/>
                  <a:pt x="2222" y="1443"/>
                  <a:pt x="2229" y="1440"/>
                </a:cubicBezTo>
                <a:close/>
                <a:moveTo>
                  <a:pt x="2218" y="1452"/>
                </a:moveTo>
                <a:cubicBezTo>
                  <a:pt x="2223" y="1455"/>
                  <a:pt x="2228" y="1459"/>
                  <a:pt x="2234" y="1455"/>
                </a:cubicBezTo>
                <a:cubicBezTo>
                  <a:pt x="2288" y="1475"/>
                  <a:pt x="2293" y="1480"/>
                  <a:pt x="2299" y="1481"/>
                </a:cubicBezTo>
                <a:cubicBezTo>
                  <a:pt x="2317" y="1498"/>
                  <a:pt x="2308" y="1490"/>
                  <a:pt x="2305" y="1492"/>
                </a:cubicBezTo>
                <a:cubicBezTo>
                  <a:pt x="2286" y="1487"/>
                  <a:pt x="2286" y="1482"/>
                  <a:pt x="2283" y="1484"/>
                </a:cubicBezTo>
                <a:cubicBezTo>
                  <a:pt x="2258" y="1470"/>
                  <a:pt x="2253" y="1477"/>
                  <a:pt x="2250" y="1473"/>
                </a:cubicBezTo>
                <a:cubicBezTo>
                  <a:pt x="2187" y="1460"/>
                  <a:pt x="2179" y="1466"/>
                  <a:pt x="2175" y="1459"/>
                </a:cubicBezTo>
                <a:cubicBezTo>
                  <a:pt x="2134" y="1457"/>
                  <a:pt x="2129" y="1454"/>
                  <a:pt x="2123" y="1455"/>
                </a:cubicBezTo>
                <a:cubicBezTo>
                  <a:pt x="2073" y="1454"/>
                  <a:pt x="2058" y="1457"/>
                  <a:pt x="2045" y="1452"/>
                </a:cubicBezTo>
                <a:cubicBezTo>
                  <a:pt x="2019" y="1457"/>
                  <a:pt x="2017" y="1450"/>
                  <a:pt x="2012" y="1452"/>
                </a:cubicBezTo>
                <a:cubicBezTo>
                  <a:pt x="1949" y="1446"/>
                  <a:pt x="1935" y="1448"/>
                  <a:pt x="1922" y="1443"/>
                </a:cubicBezTo>
                <a:cubicBezTo>
                  <a:pt x="1936" y="1440"/>
                  <a:pt x="1941" y="1439"/>
                  <a:pt x="1945" y="1442"/>
                </a:cubicBezTo>
                <a:cubicBezTo>
                  <a:pt x="1986" y="1440"/>
                  <a:pt x="1997" y="1437"/>
                  <a:pt x="2007" y="1437"/>
                </a:cubicBezTo>
                <a:cubicBezTo>
                  <a:pt x="2068" y="1434"/>
                  <a:pt x="2076" y="1433"/>
                  <a:pt x="2083" y="1436"/>
                </a:cubicBezTo>
                <a:cubicBezTo>
                  <a:pt x="2113" y="1436"/>
                  <a:pt x="2118" y="1440"/>
                  <a:pt x="2125" y="1443"/>
                </a:cubicBezTo>
                <a:cubicBezTo>
                  <a:pt x="2145" y="1442"/>
                  <a:pt x="2147" y="1440"/>
                  <a:pt x="2150" y="1440"/>
                </a:cubicBezTo>
                <a:cubicBezTo>
                  <a:pt x="2168" y="1441"/>
                  <a:pt x="2177" y="1445"/>
                  <a:pt x="2188" y="1446"/>
                </a:cubicBezTo>
                <a:close/>
                <a:moveTo>
                  <a:pt x="1837" y="1432"/>
                </a:moveTo>
                <a:cubicBezTo>
                  <a:pt x="1833" y="1428"/>
                  <a:pt x="1827" y="1435"/>
                  <a:pt x="1824" y="1430"/>
                </a:cubicBezTo>
                <a:cubicBezTo>
                  <a:pt x="1800" y="1417"/>
                  <a:pt x="1814" y="1418"/>
                  <a:pt x="1828" y="1416"/>
                </a:cubicBezTo>
                <a:cubicBezTo>
                  <a:pt x="1855" y="1417"/>
                  <a:pt x="1860" y="1420"/>
                  <a:pt x="1867" y="1418"/>
                </a:cubicBezTo>
                <a:cubicBezTo>
                  <a:pt x="1989" y="1414"/>
                  <a:pt x="1996" y="1407"/>
                  <a:pt x="2000" y="1409"/>
                </a:cubicBezTo>
                <a:cubicBezTo>
                  <a:pt x="2046" y="1406"/>
                  <a:pt x="2049" y="1413"/>
                  <a:pt x="2054" y="1411"/>
                </a:cubicBezTo>
                <a:cubicBezTo>
                  <a:pt x="2096" y="1413"/>
                  <a:pt x="2098" y="1416"/>
                  <a:pt x="2099" y="1418"/>
                </a:cubicBezTo>
                <a:cubicBezTo>
                  <a:pt x="2128" y="1421"/>
                  <a:pt x="2138" y="1416"/>
                  <a:pt x="2146" y="1422"/>
                </a:cubicBezTo>
                <a:cubicBezTo>
                  <a:pt x="2180" y="1427"/>
                  <a:pt x="2194" y="1425"/>
                  <a:pt x="2193" y="1434"/>
                </a:cubicBezTo>
                <a:cubicBezTo>
                  <a:pt x="2164" y="1426"/>
                  <a:pt x="2158" y="1431"/>
                  <a:pt x="2153" y="1430"/>
                </a:cubicBezTo>
                <a:cubicBezTo>
                  <a:pt x="2116" y="1430"/>
                  <a:pt x="2112" y="1427"/>
                  <a:pt x="2107" y="1426"/>
                </a:cubicBezTo>
                <a:cubicBezTo>
                  <a:pt x="2042" y="1426"/>
                  <a:pt x="2035" y="1425"/>
                  <a:pt x="2027" y="1426"/>
                </a:cubicBezTo>
                <a:cubicBezTo>
                  <a:pt x="1999" y="1427"/>
                  <a:pt x="1993" y="1427"/>
                  <a:pt x="1985" y="1429"/>
                </a:cubicBezTo>
                <a:cubicBezTo>
                  <a:pt x="1950" y="1425"/>
                  <a:pt x="1944" y="1432"/>
                  <a:pt x="1941" y="1430"/>
                </a:cubicBezTo>
                <a:cubicBezTo>
                  <a:pt x="1872" y="1429"/>
                  <a:pt x="1865" y="1431"/>
                  <a:pt x="1858" y="1429"/>
                </a:cubicBezTo>
                <a:cubicBezTo>
                  <a:pt x="1849" y="1435"/>
                  <a:pt x="1839" y="1430"/>
                  <a:pt x="1837" y="1432"/>
                </a:cubicBezTo>
                <a:close/>
                <a:moveTo>
                  <a:pt x="1939" y="1469"/>
                </a:moveTo>
                <a:cubicBezTo>
                  <a:pt x="1935" y="1466"/>
                  <a:pt x="1928" y="1469"/>
                  <a:pt x="1923" y="1466"/>
                </a:cubicBezTo>
                <a:cubicBezTo>
                  <a:pt x="1884" y="1451"/>
                  <a:pt x="1888" y="1455"/>
                  <a:pt x="1890" y="1459"/>
                </a:cubicBezTo>
                <a:cubicBezTo>
                  <a:pt x="1858" y="1437"/>
                  <a:pt x="1867" y="1444"/>
                  <a:pt x="1880" y="1441"/>
                </a:cubicBezTo>
                <a:cubicBezTo>
                  <a:pt x="1933" y="1451"/>
                  <a:pt x="1937" y="1458"/>
                  <a:pt x="1943" y="1455"/>
                </a:cubicBezTo>
                <a:cubicBezTo>
                  <a:pt x="1998" y="1461"/>
                  <a:pt x="2004" y="1461"/>
                  <a:pt x="2009" y="1463"/>
                </a:cubicBezTo>
                <a:cubicBezTo>
                  <a:pt x="2047" y="1466"/>
                  <a:pt x="2052" y="1460"/>
                  <a:pt x="2054" y="1464"/>
                </a:cubicBezTo>
                <a:cubicBezTo>
                  <a:pt x="2083" y="1468"/>
                  <a:pt x="2090" y="1465"/>
                  <a:pt x="2095" y="1468"/>
                </a:cubicBezTo>
                <a:cubicBezTo>
                  <a:pt x="2148" y="1472"/>
                  <a:pt x="2152" y="1466"/>
                  <a:pt x="2155" y="1470"/>
                </a:cubicBezTo>
                <a:cubicBezTo>
                  <a:pt x="2187" y="1471"/>
                  <a:pt x="2188" y="1478"/>
                  <a:pt x="2193" y="1475"/>
                </a:cubicBezTo>
                <a:cubicBezTo>
                  <a:pt x="2225" y="1478"/>
                  <a:pt x="2227" y="1479"/>
                  <a:pt x="2230" y="1478"/>
                </a:cubicBezTo>
                <a:cubicBezTo>
                  <a:pt x="2258" y="1485"/>
                  <a:pt x="2266" y="1491"/>
                  <a:pt x="2275" y="1491"/>
                </a:cubicBezTo>
                <a:cubicBezTo>
                  <a:pt x="2322" y="1512"/>
                  <a:pt x="2324" y="1513"/>
                  <a:pt x="2328" y="1512"/>
                </a:cubicBezTo>
                <a:cubicBezTo>
                  <a:pt x="2340" y="1531"/>
                  <a:pt x="2336" y="1519"/>
                  <a:pt x="2329" y="1520"/>
                </a:cubicBezTo>
                <a:cubicBezTo>
                  <a:pt x="2275" y="1502"/>
                  <a:pt x="2270" y="1508"/>
                  <a:pt x="2268" y="1504"/>
                </a:cubicBezTo>
                <a:cubicBezTo>
                  <a:pt x="2228" y="1501"/>
                  <a:pt x="2217" y="1494"/>
                  <a:pt x="2203" y="1499"/>
                </a:cubicBezTo>
                <a:cubicBezTo>
                  <a:pt x="2123" y="1486"/>
                  <a:pt x="2112" y="1488"/>
                  <a:pt x="2103" y="1484"/>
                </a:cubicBezTo>
                <a:cubicBezTo>
                  <a:pt x="2039" y="1476"/>
                  <a:pt x="2032" y="1479"/>
                  <a:pt x="2026" y="1477"/>
                </a:cubicBezTo>
                <a:cubicBezTo>
                  <a:pt x="1998" y="1472"/>
                  <a:pt x="1994" y="1475"/>
                  <a:pt x="1991" y="1473"/>
                </a:cubicBezTo>
                <a:cubicBezTo>
                  <a:pt x="1951" y="1468"/>
                  <a:pt x="1945" y="1469"/>
                  <a:pt x="1939" y="1469"/>
                </a:cubicBezTo>
                <a:close/>
                <a:moveTo>
                  <a:pt x="2404" y="1570"/>
                </a:moveTo>
                <a:cubicBezTo>
                  <a:pt x="2402" y="1568"/>
                  <a:pt x="2400" y="1567"/>
                  <a:pt x="2397" y="1568"/>
                </a:cubicBezTo>
                <a:cubicBezTo>
                  <a:pt x="2367" y="1566"/>
                  <a:pt x="2365" y="1556"/>
                  <a:pt x="2359" y="1562"/>
                </a:cubicBezTo>
                <a:cubicBezTo>
                  <a:pt x="2288" y="1556"/>
                  <a:pt x="2272" y="1547"/>
                  <a:pt x="2253" y="1547"/>
                </a:cubicBezTo>
                <a:cubicBezTo>
                  <a:pt x="2218" y="1542"/>
                  <a:pt x="2209" y="1543"/>
                  <a:pt x="2201" y="1538"/>
                </a:cubicBezTo>
                <a:cubicBezTo>
                  <a:pt x="2100" y="1527"/>
                  <a:pt x="2096" y="1523"/>
                  <a:pt x="2089" y="1527"/>
                </a:cubicBezTo>
                <a:cubicBezTo>
                  <a:pt x="2042" y="1515"/>
                  <a:pt x="2039" y="1515"/>
                  <a:pt x="2036" y="1516"/>
                </a:cubicBezTo>
                <a:cubicBezTo>
                  <a:pt x="2006" y="1503"/>
                  <a:pt x="1996" y="1501"/>
                  <a:pt x="1986" y="1499"/>
                </a:cubicBezTo>
                <a:cubicBezTo>
                  <a:pt x="1955" y="1480"/>
                  <a:pt x="1965" y="1481"/>
                  <a:pt x="1965" y="1484"/>
                </a:cubicBezTo>
                <a:cubicBezTo>
                  <a:pt x="2005" y="1491"/>
                  <a:pt x="2015" y="1484"/>
                  <a:pt x="2021" y="1489"/>
                </a:cubicBezTo>
                <a:cubicBezTo>
                  <a:pt x="2072" y="1496"/>
                  <a:pt x="2081" y="1490"/>
                  <a:pt x="2087" y="1496"/>
                </a:cubicBezTo>
                <a:cubicBezTo>
                  <a:pt x="2181" y="1502"/>
                  <a:pt x="2186" y="1511"/>
                  <a:pt x="2195" y="1506"/>
                </a:cubicBezTo>
                <a:cubicBezTo>
                  <a:pt x="2222" y="1510"/>
                  <a:pt x="2230" y="1509"/>
                  <a:pt x="2237" y="1512"/>
                </a:cubicBezTo>
                <a:cubicBezTo>
                  <a:pt x="2266" y="1517"/>
                  <a:pt x="2272" y="1522"/>
                  <a:pt x="2281" y="1517"/>
                </a:cubicBezTo>
                <a:cubicBezTo>
                  <a:pt x="2305" y="1528"/>
                  <a:pt x="2313" y="1523"/>
                  <a:pt x="2317" y="1530"/>
                </a:cubicBezTo>
                <a:cubicBezTo>
                  <a:pt x="2373" y="1547"/>
                  <a:pt x="2379" y="1556"/>
                  <a:pt x="2387" y="1555"/>
                </a:cubicBezTo>
                <a:close/>
                <a:moveTo>
                  <a:pt x="2415" y="1543"/>
                </a:moveTo>
                <a:cubicBezTo>
                  <a:pt x="2404" y="1540"/>
                  <a:pt x="2406" y="1521"/>
                  <a:pt x="2397" y="1515"/>
                </a:cubicBezTo>
                <a:cubicBezTo>
                  <a:pt x="2387" y="1473"/>
                  <a:pt x="2389" y="1470"/>
                  <a:pt x="2388" y="1467"/>
                </a:cubicBezTo>
                <a:cubicBezTo>
                  <a:pt x="2377" y="1431"/>
                  <a:pt x="2383" y="1426"/>
                  <a:pt x="2382" y="1420"/>
                </a:cubicBezTo>
                <a:cubicBezTo>
                  <a:pt x="2380" y="1349"/>
                  <a:pt x="2390" y="1332"/>
                  <a:pt x="2387" y="1312"/>
                </a:cubicBezTo>
                <a:cubicBezTo>
                  <a:pt x="2396" y="1258"/>
                  <a:pt x="2399" y="1241"/>
                  <a:pt x="2396" y="1221"/>
                </a:cubicBezTo>
                <a:cubicBezTo>
                  <a:pt x="2405" y="1198"/>
                  <a:pt x="2400" y="1192"/>
                  <a:pt x="2401" y="1189"/>
                </a:cubicBezTo>
                <a:cubicBezTo>
                  <a:pt x="2410" y="1152"/>
                  <a:pt x="2405" y="1144"/>
                  <a:pt x="2412" y="1139"/>
                </a:cubicBezTo>
                <a:cubicBezTo>
                  <a:pt x="2410" y="1091"/>
                  <a:pt x="2419" y="1081"/>
                  <a:pt x="2416" y="1069"/>
                </a:cubicBezTo>
                <a:cubicBezTo>
                  <a:pt x="2425" y="1097"/>
                  <a:pt x="2421" y="1103"/>
                  <a:pt x="2425" y="1111"/>
                </a:cubicBezTo>
                <a:cubicBezTo>
                  <a:pt x="2419" y="1179"/>
                  <a:pt x="2424" y="1184"/>
                  <a:pt x="2417" y="1186"/>
                </a:cubicBezTo>
                <a:cubicBezTo>
                  <a:pt x="2408" y="1244"/>
                  <a:pt x="2414" y="1253"/>
                  <a:pt x="2408" y="1259"/>
                </a:cubicBezTo>
                <a:cubicBezTo>
                  <a:pt x="2410" y="1288"/>
                  <a:pt x="2405" y="1294"/>
                  <a:pt x="2405" y="1302"/>
                </a:cubicBezTo>
                <a:cubicBezTo>
                  <a:pt x="2396" y="1349"/>
                  <a:pt x="2402" y="1358"/>
                  <a:pt x="2395" y="1363"/>
                </a:cubicBezTo>
                <a:cubicBezTo>
                  <a:pt x="2400" y="1461"/>
                  <a:pt x="2401" y="1466"/>
                  <a:pt x="2398" y="1470"/>
                </a:cubicBezTo>
                <a:cubicBezTo>
                  <a:pt x="2403" y="1489"/>
                  <a:pt x="2406" y="1498"/>
                  <a:pt x="2403" y="1505"/>
                </a:cubicBezTo>
                <a:cubicBezTo>
                  <a:pt x="2419" y="1544"/>
                  <a:pt x="2416" y="1544"/>
                  <a:pt x="2415" y="1543"/>
                </a:cubicBezTo>
                <a:close/>
                <a:moveTo>
                  <a:pt x="2425" y="1528"/>
                </a:moveTo>
                <a:cubicBezTo>
                  <a:pt x="2428" y="1526"/>
                  <a:pt x="2421" y="1525"/>
                  <a:pt x="2425" y="1523"/>
                </a:cubicBezTo>
                <a:cubicBezTo>
                  <a:pt x="2417" y="1479"/>
                  <a:pt x="2413" y="1475"/>
                  <a:pt x="2411" y="1471"/>
                </a:cubicBezTo>
                <a:cubicBezTo>
                  <a:pt x="2408" y="1434"/>
                  <a:pt x="2409" y="1428"/>
                  <a:pt x="2410" y="1422"/>
                </a:cubicBezTo>
                <a:cubicBezTo>
                  <a:pt x="2410" y="1357"/>
                  <a:pt x="2411" y="1351"/>
                  <a:pt x="2408" y="1344"/>
                </a:cubicBezTo>
                <a:cubicBezTo>
                  <a:pt x="2417" y="1287"/>
                  <a:pt x="2417" y="1284"/>
                  <a:pt x="2417" y="1280"/>
                </a:cubicBezTo>
                <a:cubicBezTo>
                  <a:pt x="2426" y="1222"/>
                  <a:pt x="2428" y="1210"/>
                  <a:pt x="2429" y="1197"/>
                </a:cubicBezTo>
                <a:cubicBezTo>
                  <a:pt x="2430" y="1175"/>
                  <a:pt x="2432" y="1173"/>
                  <a:pt x="2431" y="1169"/>
                </a:cubicBezTo>
                <a:cubicBezTo>
                  <a:pt x="2433" y="1135"/>
                  <a:pt x="2430" y="1128"/>
                  <a:pt x="2431" y="1122"/>
                </a:cubicBezTo>
                <a:cubicBezTo>
                  <a:pt x="2429" y="1077"/>
                  <a:pt x="2426" y="1069"/>
                  <a:pt x="2424" y="1061"/>
                </a:cubicBezTo>
                <a:cubicBezTo>
                  <a:pt x="2415" y="977"/>
                  <a:pt x="2410" y="950"/>
                  <a:pt x="2400" y="922"/>
                </a:cubicBezTo>
                <a:cubicBezTo>
                  <a:pt x="2412" y="962"/>
                  <a:pt x="2421" y="970"/>
                  <a:pt x="2417" y="974"/>
                </a:cubicBezTo>
                <a:cubicBezTo>
                  <a:pt x="2428" y="1034"/>
                  <a:pt x="2433" y="1041"/>
                  <a:pt x="2430" y="1046"/>
                </a:cubicBezTo>
                <a:cubicBezTo>
                  <a:pt x="2445" y="1113"/>
                  <a:pt x="2443" y="1123"/>
                  <a:pt x="2445" y="1135"/>
                </a:cubicBezTo>
                <a:cubicBezTo>
                  <a:pt x="2445" y="1210"/>
                  <a:pt x="2447" y="1217"/>
                  <a:pt x="2443" y="1222"/>
                </a:cubicBezTo>
                <a:cubicBezTo>
                  <a:pt x="2443" y="1247"/>
                  <a:pt x="2445" y="1254"/>
                  <a:pt x="2443" y="1260"/>
                </a:cubicBezTo>
                <a:cubicBezTo>
                  <a:pt x="2436" y="1287"/>
                  <a:pt x="2437" y="1290"/>
                  <a:pt x="2439" y="1294"/>
                </a:cubicBezTo>
                <a:cubicBezTo>
                  <a:pt x="2433" y="1322"/>
                  <a:pt x="2433" y="1325"/>
                  <a:pt x="2435" y="1329"/>
                </a:cubicBezTo>
                <a:cubicBezTo>
                  <a:pt x="2427" y="1392"/>
                  <a:pt x="2423" y="1402"/>
                  <a:pt x="2424" y="1415"/>
                </a:cubicBezTo>
                <a:cubicBezTo>
                  <a:pt x="2421" y="1474"/>
                  <a:pt x="2428" y="1482"/>
                  <a:pt x="2422" y="1486"/>
                </a:cubicBezTo>
                <a:cubicBezTo>
                  <a:pt x="2428" y="1532"/>
                  <a:pt x="2437" y="1539"/>
                  <a:pt x="2429" y="1541"/>
                </a:cubicBezTo>
                <a:close/>
                <a:moveTo>
                  <a:pt x="2431" y="1549"/>
                </a:moveTo>
                <a:cubicBezTo>
                  <a:pt x="2434" y="1548"/>
                  <a:pt x="2436" y="1553"/>
                  <a:pt x="2438" y="1557"/>
                </a:cubicBezTo>
                <a:cubicBezTo>
                  <a:pt x="2432" y="1559"/>
                  <a:pt x="2429" y="1553"/>
                  <a:pt x="2431" y="1549"/>
                </a:cubicBezTo>
                <a:close/>
                <a:moveTo>
                  <a:pt x="2445" y="1544"/>
                </a:moveTo>
                <a:cubicBezTo>
                  <a:pt x="2441" y="1537"/>
                  <a:pt x="2445" y="1533"/>
                  <a:pt x="2446" y="1529"/>
                </a:cubicBezTo>
                <a:cubicBezTo>
                  <a:pt x="2434" y="1477"/>
                  <a:pt x="2436" y="1470"/>
                  <a:pt x="2435" y="1461"/>
                </a:cubicBezTo>
                <a:cubicBezTo>
                  <a:pt x="2431" y="1382"/>
                  <a:pt x="2442" y="1381"/>
                  <a:pt x="2437" y="1375"/>
                </a:cubicBezTo>
                <a:cubicBezTo>
                  <a:pt x="2442" y="1336"/>
                  <a:pt x="2445" y="1332"/>
                  <a:pt x="2443" y="1327"/>
                </a:cubicBezTo>
                <a:cubicBezTo>
                  <a:pt x="2449" y="1291"/>
                  <a:pt x="2446" y="1287"/>
                  <a:pt x="2449" y="1286"/>
                </a:cubicBezTo>
                <a:cubicBezTo>
                  <a:pt x="2452" y="1261"/>
                  <a:pt x="2454" y="1254"/>
                  <a:pt x="2453" y="1245"/>
                </a:cubicBezTo>
                <a:cubicBezTo>
                  <a:pt x="2459" y="1214"/>
                  <a:pt x="2452" y="1204"/>
                  <a:pt x="2455" y="1197"/>
                </a:cubicBezTo>
                <a:cubicBezTo>
                  <a:pt x="2453" y="1139"/>
                  <a:pt x="2455" y="1131"/>
                  <a:pt x="2456" y="1123"/>
                </a:cubicBezTo>
                <a:cubicBezTo>
                  <a:pt x="2439" y="1038"/>
                  <a:pt x="2437" y="1032"/>
                  <a:pt x="2434" y="1027"/>
                </a:cubicBezTo>
                <a:cubicBezTo>
                  <a:pt x="2439" y="997"/>
                  <a:pt x="2433" y="1009"/>
                  <a:pt x="2439" y="1015"/>
                </a:cubicBezTo>
                <a:cubicBezTo>
                  <a:pt x="2455" y="1079"/>
                  <a:pt x="2455" y="1085"/>
                  <a:pt x="2459" y="1092"/>
                </a:cubicBezTo>
                <a:cubicBezTo>
                  <a:pt x="2464" y="1151"/>
                  <a:pt x="2466" y="1158"/>
                  <a:pt x="2467" y="1164"/>
                </a:cubicBezTo>
                <a:cubicBezTo>
                  <a:pt x="2464" y="1223"/>
                  <a:pt x="2467" y="1230"/>
                  <a:pt x="2465" y="1236"/>
                </a:cubicBezTo>
                <a:cubicBezTo>
                  <a:pt x="2459" y="1291"/>
                  <a:pt x="2461" y="1298"/>
                  <a:pt x="2459" y="1304"/>
                </a:cubicBezTo>
                <a:cubicBezTo>
                  <a:pt x="2458" y="1333"/>
                  <a:pt x="2457" y="1336"/>
                  <a:pt x="2455" y="1338"/>
                </a:cubicBezTo>
                <a:cubicBezTo>
                  <a:pt x="2451" y="1379"/>
                  <a:pt x="2453" y="1385"/>
                  <a:pt x="2451" y="1390"/>
                </a:cubicBezTo>
                <a:cubicBezTo>
                  <a:pt x="2444" y="1465"/>
                  <a:pt x="2448" y="1472"/>
                  <a:pt x="2451" y="1479"/>
                </a:cubicBezTo>
                <a:cubicBezTo>
                  <a:pt x="2454" y="1522"/>
                  <a:pt x="2452" y="1527"/>
                  <a:pt x="2458" y="1534"/>
                </a:cubicBezTo>
                <a:cubicBezTo>
                  <a:pt x="2453" y="1572"/>
                  <a:pt x="2452" y="1555"/>
                  <a:pt x="2445" y="1544"/>
                </a:cubicBezTo>
                <a:close/>
                <a:moveTo>
                  <a:pt x="805" y="966"/>
                </a:moveTo>
                <a:cubicBezTo>
                  <a:pt x="811" y="972"/>
                  <a:pt x="817" y="979"/>
                  <a:pt x="829" y="983"/>
                </a:cubicBezTo>
                <a:cubicBezTo>
                  <a:pt x="856" y="1017"/>
                  <a:pt x="846" y="1012"/>
                  <a:pt x="841" y="1005"/>
                </a:cubicBezTo>
                <a:cubicBezTo>
                  <a:pt x="838" y="1014"/>
                  <a:pt x="839" y="1022"/>
                  <a:pt x="851" y="1025"/>
                </a:cubicBezTo>
                <a:cubicBezTo>
                  <a:pt x="876" y="1071"/>
                  <a:pt x="879" y="1077"/>
                  <a:pt x="878" y="1085"/>
                </a:cubicBezTo>
                <a:cubicBezTo>
                  <a:pt x="898" y="1121"/>
                  <a:pt x="888" y="1131"/>
                  <a:pt x="894" y="1134"/>
                </a:cubicBezTo>
                <a:cubicBezTo>
                  <a:pt x="910" y="1179"/>
                  <a:pt x="896" y="1188"/>
                  <a:pt x="907" y="1188"/>
                </a:cubicBezTo>
                <a:cubicBezTo>
                  <a:pt x="911" y="1155"/>
                  <a:pt x="911" y="1151"/>
                  <a:pt x="910" y="1148"/>
                </a:cubicBezTo>
                <a:cubicBezTo>
                  <a:pt x="917" y="1093"/>
                  <a:pt x="920" y="1093"/>
                  <a:pt x="922" y="1087"/>
                </a:cubicBezTo>
                <a:cubicBezTo>
                  <a:pt x="933" y="1041"/>
                  <a:pt x="940" y="1046"/>
                  <a:pt x="941" y="1038"/>
                </a:cubicBezTo>
                <a:cubicBezTo>
                  <a:pt x="985" y="998"/>
                  <a:pt x="994" y="988"/>
                  <a:pt x="1007" y="985"/>
                </a:cubicBezTo>
                <a:cubicBezTo>
                  <a:pt x="1059" y="966"/>
                  <a:pt x="1070" y="982"/>
                  <a:pt x="1071" y="970"/>
                </a:cubicBezTo>
                <a:cubicBezTo>
                  <a:pt x="1012" y="970"/>
                  <a:pt x="1008" y="971"/>
                  <a:pt x="1003" y="971"/>
                </a:cubicBezTo>
                <a:cubicBezTo>
                  <a:pt x="1007" y="965"/>
                  <a:pt x="1008" y="962"/>
                  <a:pt x="1007" y="956"/>
                </a:cubicBezTo>
                <a:cubicBezTo>
                  <a:pt x="1102" y="882"/>
                  <a:pt x="1115" y="872"/>
                  <a:pt x="1128" y="859"/>
                </a:cubicBezTo>
                <a:cubicBezTo>
                  <a:pt x="1161" y="831"/>
                  <a:pt x="1162" y="821"/>
                  <a:pt x="1167" y="823"/>
                </a:cubicBezTo>
                <a:cubicBezTo>
                  <a:pt x="1212" y="742"/>
                  <a:pt x="1213" y="732"/>
                  <a:pt x="1218" y="718"/>
                </a:cubicBezTo>
                <a:cubicBezTo>
                  <a:pt x="1250" y="668"/>
                  <a:pt x="1255" y="668"/>
                  <a:pt x="1259" y="664"/>
                </a:cubicBezTo>
                <a:cubicBezTo>
                  <a:pt x="1308" y="616"/>
                  <a:pt x="1311" y="613"/>
                  <a:pt x="1314" y="606"/>
                </a:cubicBezTo>
                <a:cubicBezTo>
                  <a:pt x="1275" y="632"/>
                  <a:pt x="1267" y="650"/>
                  <a:pt x="1253" y="655"/>
                </a:cubicBezTo>
                <a:cubicBezTo>
                  <a:pt x="1261" y="629"/>
                  <a:pt x="1258" y="633"/>
                  <a:pt x="1259" y="629"/>
                </a:cubicBezTo>
                <a:cubicBezTo>
                  <a:pt x="1298" y="597"/>
                  <a:pt x="1304" y="598"/>
                  <a:pt x="1308" y="597"/>
                </a:cubicBezTo>
                <a:cubicBezTo>
                  <a:pt x="1370" y="544"/>
                  <a:pt x="1387" y="533"/>
                  <a:pt x="1402" y="519"/>
                </a:cubicBezTo>
                <a:cubicBezTo>
                  <a:pt x="1432" y="471"/>
                  <a:pt x="1446" y="471"/>
                  <a:pt x="1439" y="466"/>
                </a:cubicBezTo>
                <a:cubicBezTo>
                  <a:pt x="1386" y="521"/>
                  <a:pt x="1379" y="524"/>
                  <a:pt x="1375" y="535"/>
                </a:cubicBezTo>
                <a:cubicBezTo>
                  <a:pt x="1279" y="601"/>
                  <a:pt x="1275" y="608"/>
                  <a:pt x="1269" y="608"/>
                </a:cubicBezTo>
                <a:cubicBezTo>
                  <a:pt x="1183" y="673"/>
                  <a:pt x="1173" y="679"/>
                  <a:pt x="1164" y="690"/>
                </a:cubicBezTo>
                <a:cubicBezTo>
                  <a:pt x="1129" y="719"/>
                  <a:pt x="1125" y="724"/>
                  <a:pt x="1122" y="732"/>
                </a:cubicBezTo>
                <a:cubicBezTo>
                  <a:pt x="1089" y="767"/>
                  <a:pt x="1082" y="764"/>
                  <a:pt x="1078" y="772"/>
                </a:cubicBezTo>
                <a:cubicBezTo>
                  <a:pt x="1033" y="821"/>
                  <a:pt x="1027" y="821"/>
                  <a:pt x="1023" y="830"/>
                </a:cubicBezTo>
                <a:cubicBezTo>
                  <a:pt x="986" y="864"/>
                  <a:pt x="977" y="877"/>
                  <a:pt x="968" y="888"/>
                </a:cubicBezTo>
                <a:cubicBezTo>
                  <a:pt x="927" y="943"/>
                  <a:pt x="925" y="947"/>
                  <a:pt x="922" y="946"/>
                </a:cubicBezTo>
                <a:cubicBezTo>
                  <a:pt x="956" y="891"/>
                  <a:pt x="964" y="876"/>
                  <a:pt x="980" y="848"/>
                </a:cubicBezTo>
                <a:cubicBezTo>
                  <a:pt x="1015" y="810"/>
                  <a:pt x="1016" y="802"/>
                  <a:pt x="1020" y="803"/>
                </a:cubicBezTo>
                <a:cubicBezTo>
                  <a:pt x="1059" y="757"/>
                  <a:pt x="1072" y="744"/>
                  <a:pt x="1085" y="731"/>
                </a:cubicBezTo>
                <a:cubicBezTo>
                  <a:pt x="1145" y="676"/>
                  <a:pt x="1148" y="673"/>
                  <a:pt x="1153" y="673"/>
                </a:cubicBezTo>
                <a:cubicBezTo>
                  <a:pt x="1207" y="625"/>
                  <a:pt x="1214" y="619"/>
                  <a:pt x="1222" y="618"/>
                </a:cubicBezTo>
                <a:cubicBezTo>
                  <a:pt x="1256" y="592"/>
                  <a:pt x="1268" y="581"/>
                  <a:pt x="1282" y="572"/>
                </a:cubicBezTo>
                <a:cubicBezTo>
                  <a:pt x="1311" y="532"/>
                  <a:pt x="1310" y="551"/>
                  <a:pt x="1302" y="549"/>
                </a:cubicBezTo>
                <a:cubicBezTo>
                  <a:pt x="1276" y="571"/>
                  <a:pt x="1268" y="574"/>
                  <a:pt x="1261" y="575"/>
                </a:cubicBezTo>
                <a:cubicBezTo>
                  <a:pt x="1227" y="601"/>
                  <a:pt x="1214" y="611"/>
                  <a:pt x="1202" y="622"/>
                </a:cubicBezTo>
                <a:cubicBezTo>
                  <a:pt x="1179" y="642"/>
                  <a:pt x="1172" y="637"/>
                  <a:pt x="1170" y="642"/>
                </a:cubicBezTo>
                <a:cubicBezTo>
                  <a:pt x="1179" y="629"/>
                  <a:pt x="1185" y="625"/>
                  <a:pt x="1188" y="616"/>
                </a:cubicBezTo>
                <a:cubicBezTo>
                  <a:pt x="1228" y="585"/>
                  <a:pt x="1233" y="582"/>
                  <a:pt x="1238" y="577"/>
                </a:cubicBezTo>
                <a:cubicBezTo>
                  <a:pt x="1277" y="547"/>
                  <a:pt x="1283" y="543"/>
                  <a:pt x="1290" y="541"/>
                </a:cubicBezTo>
                <a:cubicBezTo>
                  <a:pt x="1327" y="509"/>
                  <a:pt x="1332" y="505"/>
                  <a:pt x="1340" y="507"/>
                </a:cubicBezTo>
                <a:cubicBezTo>
                  <a:pt x="1394" y="460"/>
                  <a:pt x="1402" y="463"/>
                  <a:pt x="1406" y="454"/>
                </a:cubicBezTo>
                <a:cubicBezTo>
                  <a:pt x="1450" y="424"/>
                  <a:pt x="1446" y="420"/>
                  <a:pt x="1455" y="416"/>
                </a:cubicBezTo>
                <a:cubicBezTo>
                  <a:pt x="1506" y="363"/>
                  <a:pt x="1521" y="363"/>
                  <a:pt x="1515" y="354"/>
                </a:cubicBezTo>
                <a:cubicBezTo>
                  <a:pt x="1458" y="403"/>
                  <a:pt x="1455" y="404"/>
                  <a:pt x="1451" y="404"/>
                </a:cubicBezTo>
                <a:cubicBezTo>
                  <a:pt x="1396" y="438"/>
                  <a:pt x="1392" y="445"/>
                  <a:pt x="1385" y="444"/>
                </a:cubicBezTo>
                <a:cubicBezTo>
                  <a:pt x="1365" y="457"/>
                  <a:pt x="1366" y="454"/>
                  <a:pt x="1361" y="462"/>
                </a:cubicBezTo>
                <a:cubicBezTo>
                  <a:pt x="1344" y="457"/>
                  <a:pt x="1339" y="462"/>
                  <a:pt x="1334" y="465"/>
                </a:cubicBezTo>
                <a:cubicBezTo>
                  <a:pt x="1274" y="493"/>
                  <a:pt x="1268" y="499"/>
                  <a:pt x="1260" y="501"/>
                </a:cubicBezTo>
                <a:cubicBezTo>
                  <a:pt x="1232" y="514"/>
                  <a:pt x="1226" y="523"/>
                  <a:pt x="1219" y="528"/>
                </a:cubicBezTo>
                <a:cubicBezTo>
                  <a:pt x="1164" y="559"/>
                  <a:pt x="1151" y="570"/>
                  <a:pt x="1138" y="580"/>
                </a:cubicBezTo>
                <a:cubicBezTo>
                  <a:pt x="1086" y="621"/>
                  <a:pt x="1071" y="625"/>
                  <a:pt x="1060" y="639"/>
                </a:cubicBezTo>
                <a:cubicBezTo>
                  <a:pt x="1015" y="677"/>
                  <a:pt x="1009" y="682"/>
                  <a:pt x="1003" y="687"/>
                </a:cubicBezTo>
                <a:cubicBezTo>
                  <a:pt x="975" y="714"/>
                  <a:pt x="968" y="727"/>
                  <a:pt x="958" y="730"/>
                </a:cubicBezTo>
                <a:cubicBezTo>
                  <a:pt x="981" y="689"/>
                  <a:pt x="982" y="675"/>
                  <a:pt x="988" y="677"/>
                </a:cubicBezTo>
                <a:cubicBezTo>
                  <a:pt x="1041" y="611"/>
                  <a:pt x="1063" y="600"/>
                  <a:pt x="1079" y="575"/>
                </a:cubicBezTo>
                <a:cubicBezTo>
                  <a:pt x="1138" y="534"/>
                  <a:pt x="1146" y="530"/>
                  <a:pt x="1154" y="523"/>
                </a:cubicBezTo>
                <a:cubicBezTo>
                  <a:pt x="1241" y="472"/>
                  <a:pt x="1249" y="465"/>
                  <a:pt x="1258" y="463"/>
                </a:cubicBezTo>
                <a:cubicBezTo>
                  <a:pt x="1321" y="431"/>
                  <a:pt x="1332" y="431"/>
                  <a:pt x="1340" y="424"/>
                </a:cubicBezTo>
                <a:cubicBezTo>
                  <a:pt x="1375" y="406"/>
                  <a:pt x="1385" y="403"/>
                  <a:pt x="1395" y="401"/>
                </a:cubicBezTo>
                <a:cubicBezTo>
                  <a:pt x="1477" y="350"/>
                  <a:pt x="1483" y="350"/>
                  <a:pt x="1485" y="343"/>
                </a:cubicBezTo>
                <a:cubicBezTo>
                  <a:pt x="1473" y="345"/>
                  <a:pt x="1467" y="349"/>
                  <a:pt x="1461" y="354"/>
                </a:cubicBezTo>
                <a:cubicBezTo>
                  <a:pt x="1400" y="392"/>
                  <a:pt x="1390" y="385"/>
                  <a:pt x="1386" y="393"/>
                </a:cubicBezTo>
                <a:cubicBezTo>
                  <a:pt x="1344" y="417"/>
                  <a:pt x="1333" y="407"/>
                  <a:pt x="1330" y="419"/>
                </a:cubicBezTo>
                <a:cubicBezTo>
                  <a:pt x="1297" y="430"/>
                  <a:pt x="1284" y="437"/>
                  <a:pt x="1271" y="443"/>
                </a:cubicBezTo>
                <a:cubicBezTo>
                  <a:pt x="1209" y="472"/>
                  <a:pt x="1205" y="480"/>
                  <a:pt x="1198" y="483"/>
                </a:cubicBezTo>
                <a:cubicBezTo>
                  <a:pt x="1157" y="509"/>
                  <a:pt x="1151" y="512"/>
                  <a:pt x="1145" y="516"/>
                </a:cubicBezTo>
                <a:cubicBezTo>
                  <a:pt x="1121" y="528"/>
                  <a:pt x="1121" y="536"/>
                  <a:pt x="1117" y="535"/>
                </a:cubicBezTo>
                <a:cubicBezTo>
                  <a:pt x="1067" y="575"/>
                  <a:pt x="1064" y="578"/>
                  <a:pt x="1061" y="580"/>
                </a:cubicBezTo>
                <a:cubicBezTo>
                  <a:pt x="1038" y="600"/>
                  <a:pt x="1038" y="610"/>
                  <a:pt x="1032" y="608"/>
                </a:cubicBezTo>
                <a:cubicBezTo>
                  <a:pt x="973" y="664"/>
                  <a:pt x="975" y="683"/>
                  <a:pt x="969" y="678"/>
                </a:cubicBezTo>
                <a:cubicBezTo>
                  <a:pt x="969" y="656"/>
                  <a:pt x="973" y="647"/>
                  <a:pt x="981" y="645"/>
                </a:cubicBezTo>
                <a:cubicBezTo>
                  <a:pt x="1004" y="602"/>
                  <a:pt x="1011" y="602"/>
                  <a:pt x="1014" y="593"/>
                </a:cubicBezTo>
                <a:cubicBezTo>
                  <a:pt x="1083" y="533"/>
                  <a:pt x="1094" y="526"/>
                  <a:pt x="1103" y="516"/>
                </a:cubicBezTo>
                <a:cubicBezTo>
                  <a:pt x="1140" y="492"/>
                  <a:pt x="1145" y="487"/>
                  <a:pt x="1149" y="479"/>
                </a:cubicBezTo>
                <a:cubicBezTo>
                  <a:pt x="1250" y="423"/>
                  <a:pt x="1267" y="412"/>
                  <a:pt x="1286" y="408"/>
                </a:cubicBezTo>
                <a:cubicBezTo>
                  <a:pt x="1358" y="375"/>
                  <a:pt x="1378" y="371"/>
                  <a:pt x="1396" y="363"/>
                </a:cubicBezTo>
                <a:cubicBezTo>
                  <a:pt x="1444" y="352"/>
                  <a:pt x="1447" y="343"/>
                  <a:pt x="1454" y="348"/>
                </a:cubicBezTo>
                <a:cubicBezTo>
                  <a:pt x="1482" y="335"/>
                  <a:pt x="1487" y="328"/>
                  <a:pt x="1494" y="325"/>
                </a:cubicBezTo>
                <a:cubicBezTo>
                  <a:pt x="1523" y="318"/>
                  <a:pt x="1527" y="307"/>
                  <a:pt x="1536" y="309"/>
                </a:cubicBezTo>
                <a:cubicBezTo>
                  <a:pt x="1566" y="281"/>
                  <a:pt x="1572" y="284"/>
                  <a:pt x="1574" y="275"/>
                </a:cubicBezTo>
                <a:cubicBezTo>
                  <a:pt x="1535" y="290"/>
                  <a:pt x="1529" y="300"/>
                  <a:pt x="1520" y="302"/>
                </a:cubicBezTo>
                <a:cubicBezTo>
                  <a:pt x="1441" y="337"/>
                  <a:pt x="1437" y="341"/>
                  <a:pt x="1431" y="337"/>
                </a:cubicBezTo>
                <a:cubicBezTo>
                  <a:pt x="1384" y="362"/>
                  <a:pt x="1371" y="355"/>
                  <a:pt x="1364" y="364"/>
                </a:cubicBezTo>
                <a:cubicBezTo>
                  <a:pt x="1221" y="426"/>
                  <a:pt x="1214" y="424"/>
                  <a:pt x="1209" y="431"/>
                </a:cubicBezTo>
                <a:cubicBezTo>
                  <a:pt x="1155" y="462"/>
                  <a:pt x="1149" y="462"/>
                  <a:pt x="1146" y="472"/>
                </a:cubicBezTo>
                <a:cubicBezTo>
                  <a:pt x="1120" y="492"/>
                  <a:pt x="1108" y="498"/>
                  <a:pt x="1098" y="507"/>
                </a:cubicBezTo>
                <a:cubicBezTo>
                  <a:pt x="1031" y="555"/>
                  <a:pt x="1029" y="568"/>
                  <a:pt x="1022" y="568"/>
                </a:cubicBezTo>
                <a:cubicBezTo>
                  <a:pt x="987" y="600"/>
                  <a:pt x="987" y="618"/>
                  <a:pt x="977" y="611"/>
                </a:cubicBezTo>
                <a:cubicBezTo>
                  <a:pt x="1000" y="581"/>
                  <a:pt x="1007" y="572"/>
                  <a:pt x="1014" y="564"/>
                </a:cubicBezTo>
                <a:cubicBezTo>
                  <a:pt x="1065" y="510"/>
                  <a:pt x="1076" y="510"/>
                  <a:pt x="1081" y="496"/>
                </a:cubicBezTo>
                <a:cubicBezTo>
                  <a:pt x="1130" y="452"/>
                  <a:pt x="1139" y="462"/>
                  <a:pt x="1140" y="450"/>
                </a:cubicBezTo>
                <a:cubicBezTo>
                  <a:pt x="1209" y="412"/>
                  <a:pt x="1220" y="395"/>
                  <a:pt x="1237" y="392"/>
                </a:cubicBezTo>
                <a:cubicBezTo>
                  <a:pt x="1294" y="358"/>
                  <a:pt x="1301" y="365"/>
                  <a:pt x="1303" y="359"/>
                </a:cubicBezTo>
                <a:cubicBezTo>
                  <a:pt x="1342" y="346"/>
                  <a:pt x="1342" y="336"/>
                  <a:pt x="1348" y="338"/>
                </a:cubicBezTo>
                <a:cubicBezTo>
                  <a:pt x="1387" y="325"/>
                  <a:pt x="1391" y="324"/>
                  <a:pt x="1395" y="324"/>
                </a:cubicBezTo>
                <a:cubicBezTo>
                  <a:pt x="1425" y="323"/>
                  <a:pt x="1424" y="308"/>
                  <a:pt x="1431" y="315"/>
                </a:cubicBezTo>
                <a:cubicBezTo>
                  <a:pt x="1469" y="299"/>
                  <a:pt x="1473" y="298"/>
                  <a:pt x="1477" y="298"/>
                </a:cubicBezTo>
                <a:cubicBezTo>
                  <a:pt x="1500" y="284"/>
                  <a:pt x="1510" y="279"/>
                  <a:pt x="1504" y="275"/>
                </a:cubicBezTo>
                <a:cubicBezTo>
                  <a:pt x="1449" y="298"/>
                  <a:pt x="1443" y="300"/>
                  <a:pt x="1437" y="302"/>
                </a:cubicBezTo>
                <a:cubicBezTo>
                  <a:pt x="1355" y="326"/>
                  <a:pt x="1342" y="326"/>
                  <a:pt x="1333" y="334"/>
                </a:cubicBezTo>
                <a:cubicBezTo>
                  <a:pt x="1257" y="359"/>
                  <a:pt x="1255" y="370"/>
                  <a:pt x="1249" y="372"/>
                </a:cubicBezTo>
                <a:cubicBezTo>
                  <a:pt x="1190" y="403"/>
                  <a:pt x="1180" y="412"/>
                  <a:pt x="1170" y="419"/>
                </a:cubicBezTo>
                <a:cubicBezTo>
                  <a:pt x="1117" y="453"/>
                  <a:pt x="1112" y="458"/>
                  <a:pt x="1108" y="464"/>
                </a:cubicBezTo>
                <a:cubicBezTo>
                  <a:pt x="1028" y="525"/>
                  <a:pt x="1027" y="539"/>
                  <a:pt x="1021" y="542"/>
                </a:cubicBezTo>
                <a:cubicBezTo>
                  <a:pt x="1005" y="554"/>
                  <a:pt x="1006" y="540"/>
                  <a:pt x="1012" y="541"/>
                </a:cubicBezTo>
                <a:cubicBezTo>
                  <a:pt x="1047" y="492"/>
                  <a:pt x="1052" y="493"/>
                  <a:pt x="1054" y="484"/>
                </a:cubicBezTo>
                <a:cubicBezTo>
                  <a:pt x="1076" y="477"/>
                  <a:pt x="1077" y="462"/>
                  <a:pt x="1083" y="462"/>
                </a:cubicBezTo>
                <a:cubicBezTo>
                  <a:pt x="1109" y="445"/>
                  <a:pt x="1110" y="437"/>
                  <a:pt x="1114" y="438"/>
                </a:cubicBezTo>
                <a:cubicBezTo>
                  <a:pt x="1153" y="403"/>
                  <a:pt x="1166" y="403"/>
                  <a:pt x="1176" y="393"/>
                </a:cubicBezTo>
                <a:cubicBezTo>
                  <a:pt x="1195" y="373"/>
                  <a:pt x="1203" y="378"/>
                  <a:pt x="1207" y="372"/>
                </a:cubicBezTo>
                <a:cubicBezTo>
                  <a:pt x="1277" y="331"/>
                  <a:pt x="1282" y="326"/>
                  <a:pt x="1289" y="327"/>
                </a:cubicBezTo>
                <a:cubicBezTo>
                  <a:pt x="1316" y="309"/>
                  <a:pt x="1322" y="314"/>
                  <a:pt x="1323" y="307"/>
                </a:cubicBezTo>
                <a:cubicBezTo>
                  <a:pt x="1368" y="284"/>
                  <a:pt x="1379" y="291"/>
                  <a:pt x="1383" y="281"/>
                </a:cubicBezTo>
                <a:cubicBezTo>
                  <a:pt x="1431" y="265"/>
                  <a:pt x="1440" y="267"/>
                  <a:pt x="1446" y="262"/>
                </a:cubicBezTo>
                <a:cubicBezTo>
                  <a:pt x="1483" y="254"/>
                  <a:pt x="1497" y="251"/>
                  <a:pt x="1510" y="246"/>
                </a:cubicBezTo>
                <a:cubicBezTo>
                  <a:pt x="1564" y="220"/>
                  <a:pt x="1577" y="214"/>
                  <a:pt x="1590" y="206"/>
                </a:cubicBezTo>
                <a:cubicBezTo>
                  <a:pt x="1614" y="198"/>
                  <a:pt x="1615" y="190"/>
                  <a:pt x="1619" y="191"/>
                </a:cubicBezTo>
                <a:cubicBezTo>
                  <a:pt x="1599" y="186"/>
                  <a:pt x="1596" y="203"/>
                  <a:pt x="1585" y="201"/>
                </a:cubicBezTo>
                <a:cubicBezTo>
                  <a:pt x="1528" y="227"/>
                  <a:pt x="1520" y="234"/>
                  <a:pt x="1510" y="233"/>
                </a:cubicBezTo>
                <a:cubicBezTo>
                  <a:pt x="1386" y="267"/>
                  <a:pt x="1383" y="273"/>
                  <a:pt x="1378" y="272"/>
                </a:cubicBezTo>
                <a:cubicBezTo>
                  <a:pt x="1344" y="288"/>
                  <a:pt x="1334" y="288"/>
                  <a:pt x="1328" y="297"/>
                </a:cubicBezTo>
                <a:cubicBezTo>
                  <a:pt x="1310" y="302"/>
                  <a:pt x="1306" y="306"/>
                  <a:pt x="1301" y="307"/>
                </a:cubicBezTo>
                <a:cubicBezTo>
                  <a:pt x="1245" y="341"/>
                  <a:pt x="1236" y="341"/>
                  <a:pt x="1229" y="347"/>
                </a:cubicBezTo>
                <a:cubicBezTo>
                  <a:pt x="1182" y="370"/>
                  <a:pt x="1180" y="381"/>
                  <a:pt x="1173" y="379"/>
                </a:cubicBezTo>
                <a:cubicBezTo>
                  <a:pt x="1140" y="403"/>
                  <a:pt x="1137" y="406"/>
                  <a:pt x="1132" y="405"/>
                </a:cubicBezTo>
                <a:cubicBezTo>
                  <a:pt x="1107" y="426"/>
                  <a:pt x="1105" y="427"/>
                  <a:pt x="1104" y="430"/>
                </a:cubicBezTo>
                <a:cubicBezTo>
                  <a:pt x="1058" y="469"/>
                  <a:pt x="1049" y="481"/>
                  <a:pt x="1037" y="486"/>
                </a:cubicBezTo>
                <a:cubicBezTo>
                  <a:pt x="1017" y="510"/>
                  <a:pt x="1013" y="518"/>
                  <a:pt x="1006" y="519"/>
                </a:cubicBezTo>
                <a:cubicBezTo>
                  <a:pt x="1061" y="441"/>
                  <a:pt x="1074" y="433"/>
                  <a:pt x="1086" y="422"/>
                </a:cubicBezTo>
                <a:cubicBezTo>
                  <a:pt x="1109" y="407"/>
                  <a:pt x="1109" y="391"/>
                  <a:pt x="1117" y="395"/>
                </a:cubicBezTo>
                <a:cubicBezTo>
                  <a:pt x="1178" y="351"/>
                  <a:pt x="1188" y="340"/>
                  <a:pt x="1200" y="334"/>
                </a:cubicBezTo>
                <a:cubicBezTo>
                  <a:pt x="1237" y="306"/>
                  <a:pt x="1242" y="301"/>
                  <a:pt x="1249" y="302"/>
                </a:cubicBezTo>
                <a:cubicBezTo>
                  <a:pt x="1286" y="279"/>
                  <a:pt x="1290" y="280"/>
                  <a:pt x="1292" y="277"/>
                </a:cubicBezTo>
                <a:cubicBezTo>
                  <a:pt x="1342" y="253"/>
                  <a:pt x="1350" y="257"/>
                  <a:pt x="1355" y="252"/>
                </a:cubicBezTo>
                <a:cubicBezTo>
                  <a:pt x="1378" y="240"/>
                  <a:pt x="1386" y="245"/>
                  <a:pt x="1390" y="239"/>
                </a:cubicBezTo>
                <a:cubicBezTo>
                  <a:pt x="1427" y="222"/>
                  <a:pt x="1436" y="229"/>
                  <a:pt x="1441" y="224"/>
                </a:cubicBezTo>
                <a:cubicBezTo>
                  <a:pt x="1495" y="205"/>
                  <a:pt x="1504" y="212"/>
                  <a:pt x="1509" y="208"/>
                </a:cubicBezTo>
                <a:cubicBezTo>
                  <a:pt x="1545" y="188"/>
                  <a:pt x="1553" y="194"/>
                  <a:pt x="1556" y="188"/>
                </a:cubicBezTo>
                <a:cubicBezTo>
                  <a:pt x="1592" y="175"/>
                  <a:pt x="1595" y="175"/>
                  <a:pt x="1598" y="175"/>
                </a:cubicBezTo>
                <a:cubicBezTo>
                  <a:pt x="1628" y="165"/>
                  <a:pt x="1638" y="150"/>
                  <a:pt x="1633" y="146"/>
                </a:cubicBezTo>
                <a:cubicBezTo>
                  <a:pt x="1552" y="184"/>
                  <a:pt x="1547" y="183"/>
                  <a:pt x="1543" y="188"/>
                </a:cubicBezTo>
                <a:cubicBezTo>
                  <a:pt x="1524" y="192"/>
                  <a:pt x="1519" y="191"/>
                  <a:pt x="1517" y="198"/>
                </a:cubicBezTo>
                <a:cubicBezTo>
                  <a:pt x="1482" y="201"/>
                  <a:pt x="1478" y="205"/>
                  <a:pt x="1474" y="207"/>
                </a:cubicBezTo>
                <a:cubicBezTo>
                  <a:pt x="1437" y="214"/>
                  <a:pt x="1434" y="216"/>
                  <a:pt x="1432" y="217"/>
                </a:cubicBezTo>
                <a:cubicBezTo>
                  <a:pt x="1336" y="248"/>
                  <a:pt x="1324" y="252"/>
                  <a:pt x="1312" y="255"/>
                </a:cubicBezTo>
                <a:cubicBezTo>
                  <a:pt x="1256" y="279"/>
                  <a:pt x="1253" y="290"/>
                  <a:pt x="1246" y="288"/>
                </a:cubicBezTo>
                <a:cubicBezTo>
                  <a:pt x="1209" y="313"/>
                  <a:pt x="1203" y="313"/>
                  <a:pt x="1199" y="321"/>
                </a:cubicBezTo>
                <a:cubicBezTo>
                  <a:pt x="1128" y="382"/>
                  <a:pt x="1094" y="381"/>
                  <a:pt x="1074" y="420"/>
                </a:cubicBezTo>
                <a:cubicBezTo>
                  <a:pt x="1039" y="431"/>
                  <a:pt x="1041" y="426"/>
                  <a:pt x="1044" y="416"/>
                </a:cubicBezTo>
                <a:cubicBezTo>
                  <a:pt x="1066" y="399"/>
                  <a:pt x="1067" y="394"/>
                  <a:pt x="1070" y="393"/>
                </a:cubicBezTo>
                <a:cubicBezTo>
                  <a:pt x="1113" y="364"/>
                  <a:pt x="1123" y="347"/>
                  <a:pt x="1138" y="344"/>
                </a:cubicBezTo>
                <a:cubicBezTo>
                  <a:pt x="1179" y="317"/>
                  <a:pt x="1183" y="317"/>
                  <a:pt x="1184" y="311"/>
                </a:cubicBezTo>
                <a:cubicBezTo>
                  <a:pt x="1228" y="278"/>
                  <a:pt x="1246" y="277"/>
                  <a:pt x="1259" y="265"/>
                </a:cubicBezTo>
                <a:cubicBezTo>
                  <a:pt x="1359" y="217"/>
                  <a:pt x="1367" y="214"/>
                  <a:pt x="1374" y="210"/>
                </a:cubicBezTo>
                <a:cubicBezTo>
                  <a:pt x="1415" y="193"/>
                  <a:pt x="1429" y="181"/>
                  <a:pt x="1446" y="179"/>
                </a:cubicBezTo>
                <a:cubicBezTo>
                  <a:pt x="1484" y="161"/>
                  <a:pt x="1490" y="164"/>
                  <a:pt x="1493" y="159"/>
                </a:cubicBezTo>
                <a:cubicBezTo>
                  <a:pt x="1548" y="148"/>
                  <a:pt x="1550" y="140"/>
                  <a:pt x="1553" y="139"/>
                </a:cubicBezTo>
                <a:cubicBezTo>
                  <a:pt x="1579" y="130"/>
                  <a:pt x="1591" y="128"/>
                  <a:pt x="1585" y="124"/>
                </a:cubicBezTo>
                <a:cubicBezTo>
                  <a:pt x="1522" y="141"/>
                  <a:pt x="1520" y="144"/>
                  <a:pt x="1516" y="144"/>
                </a:cubicBezTo>
                <a:cubicBezTo>
                  <a:pt x="1479" y="160"/>
                  <a:pt x="1471" y="159"/>
                  <a:pt x="1463" y="161"/>
                </a:cubicBezTo>
                <a:cubicBezTo>
                  <a:pt x="1388" y="186"/>
                  <a:pt x="1382" y="198"/>
                  <a:pt x="1373" y="199"/>
                </a:cubicBezTo>
                <a:cubicBezTo>
                  <a:pt x="1353" y="207"/>
                  <a:pt x="1351" y="210"/>
                  <a:pt x="1347" y="207"/>
                </a:cubicBezTo>
                <a:cubicBezTo>
                  <a:pt x="1330" y="216"/>
                  <a:pt x="1326" y="220"/>
                  <a:pt x="1321" y="220"/>
                </a:cubicBezTo>
                <a:cubicBezTo>
                  <a:pt x="1288" y="236"/>
                  <a:pt x="1281" y="244"/>
                  <a:pt x="1272" y="246"/>
                </a:cubicBezTo>
                <a:cubicBezTo>
                  <a:pt x="1217" y="280"/>
                  <a:pt x="1210" y="280"/>
                  <a:pt x="1204" y="288"/>
                </a:cubicBezTo>
                <a:cubicBezTo>
                  <a:pt x="1135" y="337"/>
                  <a:pt x="1124" y="332"/>
                  <a:pt x="1119" y="342"/>
                </a:cubicBezTo>
                <a:cubicBezTo>
                  <a:pt x="1092" y="361"/>
                  <a:pt x="1085" y="367"/>
                  <a:pt x="1079" y="374"/>
                </a:cubicBezTo>
                <a:cubicBezTo>
                  <a:pt x="1062" y="384"/>
                  <a:pt x="1059" y="384"/>
                  <a:pt x="1060" y="381"/>
                </a:cubicBezTo>
                <a:cubicBezTo>
                  <a:pt x="1107" y="325"/>
                  <a:pt x="1114" y="316"/>
                  <a:pt x="1124" y="312"/>
                </a:cubicBezTo>
                <a:cubicBezTo>
                  <a:pt x="1151" y="285"/>
                  <a:pt x="1157" y="285"/>
                  <a:pt x="1160" y="280"/>
                </a:cubicBezTo>
                <a:cubicBezTo>
                  <a:pt x="1190" y="258"/>
                  <a:pt x="1192" y="255"/>
                  <a:pt x="1196" y="259"/>
                </a:cubicBezTo>
                <a:cubicBezTo>
                  <a:pt x="1217" y="250"/>
                  <a:pt x="1215" y="234"/>
                  <a:pt x="1222" y="242"/>
                </a:cubicBezTo>
                <a:cubicBezTo>
                  <a:pt x="1295" y="204"/>
                  <a:pt x="1299" y="194"/>
                  <a:pt x="1308" y="195"/>
                </a:cubicBezTo>
                <a:cubicBezTo>
                  <a:pt x="1334" y="185"/>
                  <a:pt x="1335" y="175"/>
                  <a:pt x="1341" y="178"/>
                </a:cubicBezTo>
                <a:cubicBezTo>
                  <a:pt x="1378" y="161"/>
                  <a:pt x="1383" y="163"/>
                  <a:pt x="1387" y="161"/>
                </a:cubicBezTo>
                <a:cubicBezTo>
                  <a:pt x="1413" y="148"/>
                  <a:pt x="1419" y="155"/>
                  <a:pt x="1421" y="148"/>
                </a:cubicBezTo>
                <a:cubicBezTo>
                  <a:pt x="1453" y="136"/>
                  <a:pt x="1459" y="129"/>
                  <a:pt x="1469" y="128"/>
                </a:cubicBezTo>
                <a:cubicBezTo>
                  <a:pt x="1496" y="118"/>
                  <a:pt x="1499" y="117"/>
                  <a:pt x="1503" y="116"/>
                </a:cubicBezTo>
                <a:cubicBezTo>
                  <a:pt x="1533" y="107"/>
                  <a:pt x="1534" y="99"/>
                  <a:pt x="1541" y="104"/>
                </a:cubicBezTo>
                <a:cubicBezTo>
                  <a:pt x="1595" y="80"/>
                  <a:pt x="1599" y="66"/>
                  <a:pt x="1608" y="68"/>
                </a:cubicBezTo>
                <a:cubicBezTo>
                  <a:pt x="1643" y="43"/>
                  <a:pt x="1650" y="46"/>
                  <a:pt x="1651" y="37"/>
                </a:cubicBezTo>
                <a:cubicBezTo>
                  <a:pt x="1698" y="3"/>
                  <a:pt x="1706" y="15"/>
                  <a:pt x="1707" y="5"/>
                </a:cubicBezTo>
                <a:cubicBezTo>
                  <a:pt x="1706" y="1"/>
                  <a:pt x="1706" y="1"/>
                  <a:pt x="1706" y="1"/>
                </a:cubicBezTo>
                <a:cubicBezTo>
                  <a:pt x="1636" y="42"/>
                  <a:pt x="1630" y="44"/>
                  <a:pt x="1624" y="47"/>
                </a:cubicBezTo>
                <a:cubicBezTo>
                  <a:pt x="1588" y="67"/>
                  <a:pt x="1582" y="69"/>
                  <a:pt x="1577" y="73"/>
                </a:cubicBezTo>
                <a:cubicBezTo>
                  <a:pt x="1502" y="101"/>
                  <a:pt x="1498" y="108"/>
                  <a:pt x="1491" y="107"/>
                </a:cubicBezTo>
                <a:cubicBezTo>
                  <a:pt x="1414" y="138"/>
                  <a:pt x="1405" y="141"/>
                  <a:pt x="1395" y="143"/>
                </a:cubicBezTo>
                <a:cubicBezTo>
                  <a:pt x="1361" y="160"/>
                  <a:pt x="1352" y="160"/>
                  <a:pt x="1344" y="164"/>
                </a:cubicBezTo>
                <a:cubicBezTo>
                  <a:pt x="1300" y="183"/>
                  <a:pt x="1295" y="183"/>
                  <a:pt x="1292" y="188"/>
                </a:cubicBezTo>
                <a:cubicBezTo>
                  <a:pt x="1234" y="218"/>
                  <a:pt x="1227" y="226"/>
                  <a:pt x="1217" y="227"/>
                </a:cubicBezTo>
                <a:cubicBezTo>
                  <a:pt x="1160" y="266"/>
                  <a:pt x="1151" y="270"/>
                  <a:pt x="1144" y="280"/>
                </a:cubicBezTo>
                <a:cubicBezTo>
                  <a:pt x="1104" y="309"/>
                  <a:pt x="1100" y="312"/>
                  <a:pt x="1098" y="319"/>
                </a:cubicBezTo>
                <a:cubicBezTo>
                  <a:pt x="1093" y="303"/>
                  <a:pt x="1098" y="293"/>
                  <a:pt x="1106" y="288"/>
                </a:cubicBezTo>
                <a:cubicBezTo>
                  <a:pt x="1138" y="265"/>
                  <a:pt x="1147" y="260"/>
                  <a:pt x="1154" y="252"/>
                </a:cubicBezTo>
                <a:cubicBezTo>
                  <a:pt x="1210" y="216"/>
                  <a:pt x="1217" y="209"/>
                  <a:pt x="1225" y="202"/>
                </a:cubicBezTo>
                <a:cubicBezTo>
                  <a:pt x="1296" y="160"/>
                  <a:pt x="1300" y="161"/>
                  <a:pt x="1302" y="158"/>
                </a:cubicBezTo>
                <a:cubicBezTo>
                  <a:pt x="1362" y="135"/>
                  <a:pt x="1366" y="125"/>
                  <a:pt x="1374" y="127"/>
                </a:cubicBezTo>
                <a:cubicBezTo>
                  <a:pt x="1409" y="117"/>
                  <a:pt x="1410" y="109"/>
                  <a:pt x="1415" y="113"/>
                </a:cubicBezTo>
                <a:cubicBezTo>
                  <a:pt x="1463" y="94"/>
                  <a:pt x="1489" y="83"/>
                  <a:pt x="1516" y="74"/>
                </a:cubicBezTo>
                <a:cubicBezTo>
                  <a:pt x="1562" y="54"/>
                  <a:pt x="1570" y="55"/>
                  <a:pt x="1575" y="50"/>
                </a:cubicBezTo>
                <a:cubicBezTo>
                  <a:pt x="1640" y="15"/>
                  <a:pt x="1645" y="7"/>
                  <a:pt x="1651" y="2"/>
                </a:cubicBezTo>
                <a:cubicBezTo>
                  <a:pt x="1637" y="3"/>
                  <a:pt x="1635" y="6"/>
                  <a:pt x="1631" y="5"/>
                </a:cubicBezTo>
                <a:cubicBezTo>
                  <a:pt x="1547" y="51"/>
                  <a:pt x="1539" y="51"/>
                  <a:pt x="1532" y="52"/>
                </a:cubicBezTo>
                <a:cubicBezTo>
                  <a:pt x="1490" y="73"/>
                  <a:pt x="1486" y="70"/>
                  <a:pt x="1482" y="71"/>
                </a:cubicBezTo>
                <a:cubicBezTo>
                  <a:pt x="1448" y="94"/>
                  <a:pt x="1437" y="85"/>
                  <a:pt x="1431" y="92"/>
                </a:cubicBezTo>
                <a:cubicBezTo>
                  <a:pt x="1324" y="130"/>
                  <a:pt x="1318" y="136"/>
                  <a:pt x="1311" y="139"/>
                </a:cubicBezTo>
                <a:cubicBezTo>
                  <a:pt x="1284" y="152"/>
                  <a:pt x="1278" y="159"/>
                  <a:pt x="1270" y="159"/>
                </a:cubicBezTo>
                <a:cubicBezTo>
                  <a:pt x="1250" y="180"/>
                  <a:pt x="1243" y="175"/>
                  <a:pt x="1241" y="180"/>
                </a:cubicBezTo>
                <a:cubicBezTo>
                  <a:pt x="1204" y="206"/>
                  <a:pt x="1195" y="205"/>
                  <a:pt x="1190" y="215"/>
                </a:cubicBezTo>
                <a:cubicBezTo>
                  <a:pt x="1121" y="258"/>
                  <a:pt x="1117" y="271"/>
                  <a:pt x="1108" y="269"/>
                </a:cubicBezTo>
                <a:cubicBezTo>
                  <a:pt x="1159" y="220"/>
                  <a:pt x="1165" y="199"/>
                  <a:pt x="1178" y="199"/>
                </a:cubicBezTo>
                <a:cubicBezTo>
                  <a:pt x="1195" y="184"/>
                  <a:pt x="1197" y="181"/>
                  <a:pt x="1201" y="184"/>
                </a:cubicBezTo>
                <a:cubicBezTo>
                  <a:pt x="1248" y="157"/>
                  <a:pt x="1250" y="146"/>
                  <a:pt x="1257" y="146"/>
                </a:cubicBezTo>
                <a:cubicBezTo>
                  <a:pt x="1310" y="112"/>
                  <a:pt x="1319" y="120"/>
                  <a:pt x="1323" y="113"/>
                </a:cubicBezTo>
                <a:cubicBezTo>
                  <a:pt x="1362" y="95"/>
                  <a:pt x="1370" y="97"/>
                  <a:pt x="1374" y="92"/>
                </a:cubicBezTo>
                <a:cubicBezTo>
                  <a:pt x="1437" y="78"/>
                  <a:pt x="1438" y="64"/>
                  <a:pt x="1446" y="67"/>
                </a:cubicBezTo>
                <a:cubicBezTo>
                  <a:pt x="1469" y="58"/>
                  <a:pt x="1476" y="59"/>
                  <a:pt x="1480" y="54"/>
                </a:cubicBezTo>
                <a:cubicBezTo>
                  <a:pt x="1500" y="47"/>
                  <a:pt x="1503" y="47"/>
                  <a:pt x="1506" y="47"/>
                </a:cubicBezTo>
                <a:cubicBezTo>
                  <a:pt x="1557" y="24"/>
                  <a:pt x="1564" y="27"/>
                  <a:pt x="1569" y="21"/>
                </a:cubicBezTo>
                <a:cubicBezTo>
                  <a:pt x="1592" y="12"/>
                  <a:pt x="1598" y="12"/>
                  <a:pt x="1602" y="5"/>
                </a:cubicBezTo>
                <a:cubicBezTo>
                  <a:pt x="1588" y="2"/>
                  <a:pt x="1585" y="4"/>
                  <a:pt x="1583" y="5"/>
                </a:cubicBezTo>
                <a:cubicBezTo>
                  <a:pt x="1544" y="17"/>
                  <a:pt x="1531" y="27"/>
                  <a:pt x="1516" y="32"/>
                </a:cubicBezTo>
                <a:cubicBezTo>
                  <a:pt x="1456" y="43"/>
                  <a:pt x="1456" y="57"/>
                  <a:pt x="1449" y="53"/>
                </a:cubicBezTo>
                <a:cubicBezTo>
                  <a:pt x="1418" y="65"/>
                  <a:pt x="1413" y="65"/>
                  <a:pt x="1408" y="66"/>
                </a:cubicBezTo>
                <a:cubicBezTo>
                  <a:pt x="1363" y="81"/>
                  <a:pt x="1360" y="87"/>
                  <a:pt x="1354" y="86"/>
                </a:cubicBezTo>
                <a:cubicBezTo>
                  <a:pt x="1319" y="101"/>
                  <a:pt x="1310" y="104"/>
                  <a:pt x="1301" y="106"/>
                </a:cubicBezTo>
                <a:cubicBezTo>
                  <a:pt x="1255" y="133"/>
                  <a:pt x="1253" y="133"/>
                  <a:pt x="1250" y="133"/>
                </a:cubicBezTo>
                <a:cubicBezTo>
                  <a:pt x="1260" y="123"/>
                  <a:pt x="1264" y="116"/>
                  <a:pt x="1268" y="113"/>
                </a:cubicBezTo>
                <a:cubicBezTo>
                  <a:pt x="1316" y="90"/>
                  <a:pt x="1319" y="83"/>
                  <a:pt x="1324" y="82"/>
                </a:cubicBezTo>
                <a:cubicBezTo>
                  <a:pt x="1391" y="43"/>
                  <a:pt x="1431" y="28"/>
                  <a:pt x="1473" y="15"/>
                </a:cubicBezTo>
                <a:cubicBezTo>
                  <a:pt x="1471" y="3"/>
                  <a:pt x="1468" y="3"/>
                  <a:pt x="1466" y="3"/>
                </a:cubicBezTo>
                <a:cubicBezTo>
                  <a:pt x="1425" y="21"/>
                  <a:pt x="1412" y="24"/>
                  <a:pt x="1399" y="30"/>
                </a:cubicBezTo>
                <a:cubicBezTo>
                  <a:pt x="1372" y="34"/>
                  <a:pt x="1370" y="48"/>
                  <a:pt x="1362" y="48"/>
                </a:cubicBezTo>
                <a:cubicBezTo>
                  <a:pt x="1312" y="80"/>
                  <a:pt x="1306" y="72"/>
                  <a:pt x="1305" y="69"/>
                </a:cubicBezTo>
                <a:cubicBezTo>
                  <a:pt x="1261" y="106"/>
                  <a:pt x="1249" y="115"/>
                  <a:pt x="1236" y="121"/>
                </a:cubicBezTo>
                <a:cubicBezTo>
                  <a:pt x="1204" y="145"/>
                  <a:pt x="1199" y="157"/>
                  <a:pt x="1190" y="160"/>
                </a:cubicBezTo>
                <a:cubicBezTo>
                  <a:pt x="1146" y="195"/>
                  <a:pt x="1150" y="184"/>
                  <a:pt x="1155" y="179"/>
                </a:cubicBezTo>
                <a:cubicBezTo>
                  <a:pt x="1204" y="118"/>
                  <a:pt x="1215" y="114"/>
                  <a:pt x="1223" y="102"/>
                </a:cubicBezTo>
                <a:cubicBezTo>
                  <a:pt x="1257" y="77"/>
                  <a:pt x="1264" y="77"/>
                  <a:pt x="1267" y="68"/>
                </a:cubicBezTo>
                <a:cubicBezTo>
                  <a:pt x="1303" y="49"/>
                  <a:pt x="1304" y="42"/>
                  <a:pt x="1309" y="46"/>
                </a:cubicBezTo>
                <a:cubicBezTo>
                  <a:pt x="1354" y="18"/>
                  <a:pt x="1356" y="14"/>
                  <a:pt x="1357" y="10"/>
                </a:cubicBezTo>
                <a:cubicBezTo>
                  <a:pt x="1353" y="1"/>
                  <a:pt x="1353" y="1"/>
                  <a:pt x="1353" y="1"/>
                </a:cubicBezTo>
                <a:cubicBezTo>
                  <a:pt x="1328" y="15"/>
                  <a:pt x="1325" y="18"/>
                  <a:pt x="1322" y="23"/>
                </a:cubicBezTo>
                <a:cubicBezTo>
                  <a:pt x="1262" y="54"/>
                  <a:pt x="1258" y="67"/>
                  <a:pt x="1249" y="66"/>
                </a:cubicBezTo>
                <a:cubicBezTo>
                  <a:pt x="1234" y="69"/>
                  <a:pt x="1241" y="69"/>
                  <a:pt x="1246" y="65"/>
                </a:cubicBezTo>
                <a:cubicBezTo>
                  <a:pt x="1284" y="42"/>
                  <a:pt x="1287" y="30"/>
                  <a:pt x="1293" y="26"/>
                </a:cubicBezTo>
                <a:cubicBezTo>
                  <a:pt x="1311" y="1"/>
                  <a:pt x="1311" y="1"/>
                  <a:pt x="1311" y="1"/>
                </a:cubicBezTo>
                <a:cubicBezTo>
                  <a:pt x="1291" y="14"/>
                  <a:pt x="1290" y="19"/>
                  <a:pt x="1285" y="15"/>
                </a:cubicBezTo>
                <a:cubicBezTo>
                  <a:pt x="1255" y="38"/>
                  <a:pt x="1251" y="46"/>
                  <a:pt x="1244" y="48"/>
                </a:cubicBezTo>
                <a:cubicBezTo>
                  <a:pt x="1221" y="68"/>
                  <a:pt x="1218" y="53"/>
                  <a:pt x="1221" y="44"/>
                </a:cubicBezTo>
                <a:cubicBezTo>
                  <a:pt x="1261" y="6"/>
                  <a:pt x="1264" y="2"/>
                  <a:pt x="1267" y="1"/>
                </a:cubicBezTo>
                <a:cubicBezTo>
                  <a:pt x="1217" y="9"/>
                  <a:pt x="1218" y="5"/>
                  <a:pt x="1219" y="1"/>
                </a:cubicBezTo>
                <a:cubicBezTo>
                  <a:pt x="1198" y="35"/>
                  <a:pt x="1200" y="50"/>
                  <a:pt x="1194" y="67"/>
                </a:cubicBezTo>
                <a:cubicBezTo>
                  <a:pt x="1185" y="32"/>
                  <a:pt x="1190" y="23"/>
                  <a:pt x="1189" y="16"/>
                </a:cubicBezTo>
                <a:cubicBezTo>
                  <a:pt x="1179" y="3"/>
                  <a:pt x="1179" y="6"/>
                  <a:pt x="1179" y="9"/>
                </a:cubicBezTo>
                <a:cubicBezTo>
                  <a:pt x="1160" y="104"/>
                  <a:pt x="1151" y="130"/>
                  <a:pt x="1144" y="155"/>
                </a:cubicBezTo>
                <a:cubicBezTo>
                  <a:pt x="1135" y="148"/>
                  <a:pt x="1143" y="111"/>
                  <a:pt x="1149" y="75"/>
                </a:cubicBezTo>
                <a:cubicBezTo>
                  <a:pt x="1157" y="39"/>
                  <a:pt x="1150" y="33"/>
                  <a:pt x="1158" y="21"/>
                </a:cubicBezTo>
                <a:cubicBezTo>
                  <a:pt x="1145" y="12"/>
                  <a:pt x="1146" y="23"/>
                  <a:pt x="1141" y="36"/>
                </a:cubicBezTo>
                <a:cubicBezTo>
                  <a:pt x="1132" y="93"/>
                  <a:pt x="1134" y="96"/>
                  <a:pt x="1131" y="101"/>
                </a:cubicBezTo>
                <a:cubicBezTo>
                  <a:pt x="1125" y="60"/>
                  <a:pt x="1132" y="53"/>
                  <a:pt x="1129" y="49"/>
                </a:cubicBezTo>
                <a:cubicBezTo>
                  <a:pt x="1127" y="4"/>
                  <a:pt x="1128" y="2"/>
                  <a:pt x="1129" y="1"/>
                </a:cubicBezTo>
                <a:cubicBezTo>
                  <a:pt x="1119" y="61"/>
                  <a:pt x="1115" y="79"/>
                  <a:pt x="1117" y="95"/>
                </a:cubicBezTo>
                <a:cubicBezTo>
                  <a:pt x="1108" y="149"/>
                  <a:pt x="1116" y="159"/>
                  <a:pt x="1109" y="168"/>
                </a:cubicBezTo>
                <a:cubicBezTo>
                  <a:pt x="1108" y="199"/>
                  <a:pt x="1107" y="202"/>
                  <a:pt x="1108" y="206"/>
                </a:cubicBezTo>
                <a:cubicBezTo>
                  <a:pt x="1094" y="237"/>
                  <a:pt x="1103" y="246"/>
                  <a:pt x="1094" y="244"/>
                </a:cubicBezTo>
                <a:cubicBezTo>
                  <a:pt x="1096" y="113"/>
                  <a:pt x="1092" y="95"/>
                  <a:pt x="1091" y="77"/>
                </a:cubicBezTo>
                <a:cubicBezTo>
                  <a:pt x="1072" y="1"/>
                  <a:pt x="1072" y="1"/>
                  <a:pt x="1072" y="1"/>
                </a:cubicBezTo>
                <a:cubicBezTo>
                  <a:pt x="1077" y="42"/>
                  <a:pt x="1075" y="50"/>
                  <a:pt x="1077" y="58"/>
                </a:cubicBezTo>
                <a:cubicBezTo>
                  <a:pt x="1083" y="126"/>
                  <a:pt x="1084" y="129"/>
                  <a:pt x="1084" y="134"/>
                </a:cubicBezTo>
                <a:cubicBezTo>
                  <a:pt x="1091" y="193"/>
                  <a:pt x="1080" y="196"/>
                  <a:pt x="1087" y="203"/>
                </a:cubicBezTo>
                <a:cubicBezTo>
                  <a:pt x="1085" y="247"/>
                  <a:pt x="1078" y="253"/>
                  <a:pt x="1083" y="255"/>
                </a:cubicBezTo>
                <a:cubicBezTo>
                  <a:pt x="1066" y="299"/>
                  <a:pt x="1069" y="290"/>
                  <a:pt x="1071" y="281"/>
                </a:cubicBezTo>
                <a:cubicBezTo>
                  <a:pt x="1070" y="245"/>
                  <a:pt x="1066" y="232"/>
                  <a:pt x="1068" y="216"/>
                </a:cubicBezTo>
                <a:cubicBezTo>
                  <a:pt x="1057" y="159"/>
                  <a:pt x="1060" y="143"/>
                  <a:pt x="1054" y="130"/>
                </a:cubicBezTo>
                <a:cubicBezTo>
                  <a:pt x="1052" y="97"/>
                  <a:pt x="1049" y="93"/>
                  <a:pt x="1052" y="84"/>
                </a:cubicBezTo>
                <a:cubicBezTo>
                  <a:pt x="1050" y="28"/>
                  <a:pt x="1050" y="14"/>
                  <a:pt x="1050" y="1"/>
                </a:cubicBezTo>
                <a:cubicBezTo>
                  <a:pt x="1045" y="114"/>
                  <a:pt x="1043" y="124"/>
                  <a:pt x="1046" y="133"/>
                </a:cubicBezTo>
                <a:cubicBezTo>
                  <a:pt x="1050" y="182"/>
                  <a:pt x="1054" y="186"/>
                  <a:pt x="1051" y="192"/>
                </a:cubicBezTo>
                <a:cubicBezTo>
                  <a:pt x="1053" y="258"/>
                  <a:pt x="1060" y="260"/>
                  <a:pt x="1058" y="266"/>
                </a:cubicBezTo>
                <a:cubicBezTo>
                  <a:pt x="1049" y="350"/>
                  <a:pt x="1055" y="352"/>
                  <a:pt x="1051" y="358"/>
                </a:cubicBezTo>
                <a:cubicBezTo>
                  <a:pt x="1041" y="306"/>
                  <a:pt x="1042" y="289"/>
                  <a:pt x="1039" y="273"/>
                </a:cubicBezTo>
                <a:cubicBezTo>
                  <a:pt x="1028" y="212"/>
                  <a:pt x="1035" y="205"/>
                  <a:pt x="1030" y="202"/>
                </a:cubicBezTo>
                <a:cubicBezTo>
                  <a:pt x="1020" y="147"/>
                  <a:pt x="1023" y="137"/>
                  <a:pt x="1019" y="130"/>
                </a:cubicBezTo>
                <a:cubicBezTo>
                  <a:pt x="1007" y="92"/>
                  <a:pt x="1014" y="85"/>
                  <a:pt x="1008" y="83"/>
                </a:cubicBezTo>
                <a:cubicBezTo>
                  <a:pt x="1000" y="53"/>
                  <a:pt x="1004" y="43"/>
                  <a:pt x="997" y="37"/>
                </a:cubicBezTo>
                <a:cubicBezTo>
                  <a:pt x="988" y="4"/>
                  <a:pt x="991" y="7"/>
                  <a:pt x="990" y="11"/>
                </a:cubicBezTo>
                <a:cubicBezTo>
                  <a:pt x="1005" y="88"/>
                  <a:pt x="1003" y="97"/>
                  <a:pt x="1009" y="103"/>
                </a:cubicBezTo>
                <a:cubicBezTo>
                  <a:pt x="1021" y="191"/>
                  <a:pt x="1018" y="209"/>
                  <a:pt x="1023" y="224"/>
                </a:cubicBezTo>
                <a:cubicBezTo>
                  <a:pt x="1030" y="280"/>
                  <a:pt x="1033" y="287"/>
                  <a:pt x="1028" y="297"/>
                </a:cubicBezTo>
                <a:cubicBezTo>
                  <a:pt x="1028" y="383"/>
                  <a:pt x="1028" y="394"/>
                  <a:pt x="1027" y="404"/>
                </a:cubicBezTo>
                <a:cubicBezTo>
                  <a:pt x="1021" y="424"/>
                  <a:pt x="1020" y="416"/>
                  <a:pt x="1023" y="406"/>
                </a:cubicBezTo>
                <a:cubicBezTo>
                  <a:pt x="1017" y="364"/>
                  <a:pt x="1024" y="357"/>
                  <a:pt x="1021" y="354"/>
                </a:cubicBezTo>
                <a:cubicBezTo>
                  <a:pt x="1014" y="266"/>
                  <a:pt x="1013" y="257"/>
                  <a:pt x="1012" y="248"/>
                </a:cubicBezTo>
                <a:cubicBezTo>
                  <a:pt x="1012" y="215"/>
                  <a:pt x="1011" y="211"/>
                  <a:pt x="1005" y="209"/>
                </a:cubicBezTo>
                <a:cubicBezTo>
                  <a:pt x="998" y="149"/>
                  <a:pt x="993" y="132"/>
                  <a:pt x="991" y="114"/>
                </a:cubicBezTo>
                <a:cubicBezTo>
                  <a:pt x="976" y="25"/>
                  <a:pt x="981" y="13"/>
                  <a:pt x="977" y="5"/>
                </a:cubicBezTo>
                <a:cubicBezTo>
                  <a:pt x="970" y="2"/>
                  <a:pt x="971" y="2"/>
                  <a:pt x="972" y="3"/>
                </a:cubicBezTo>
                <a:cubicBezTo>
                  <a:pt x="968" y="36"/>
                  <a:pt x="962" y="42"/>
                  <a:pt x="965" y="45"/>
                </a:cubicBezTo>
                <a:cubicBezTo>
                  <a:pt x="962" y="82"/>
                  <a:pt x="958" y="87"/>
                  <a:pt x="956" y="92"/>
                </a:cubicBezTo>
                <a:cubicBezTo>
                  <a:pt x="952" y="138"/>
                  <a:pt x="951" y="149"/>
                  <a:pt x="951" y="159"/>
                </a:cubicBezTo>
                <a:cubicBezTo>
                  <a:pt x="953" y="189"/>
                  <a:pt x="953" y="192"/>
                  <a:pt x="953" y="195"/>
                </a:cubicBezTo>
                <a:cubicBezTo>
                  <a:pt x="956" y="244"/>
                  <a:pt x="959" y="250"/>
                  <a:pt x="957" y="258"/>
                </a:cubicBezTo>
                <a:cubicBezTo>
                  <a:pt x="960" y="326"/>
                  <a:pt x="963" y="328"/>
                  <a:pt x="961" y="333"/>
                </a:cubicBezTo>
                <a:cubicBezTo>
                  <a:pt x="975" y="399"/>
                  <a:pt x="969" y="416"/>
                  <a:pt x="974" y="428"/>
                </a:cubicBezTo>
                <a:cubicBezTo>
                  <a:pt x="974" y="476"/>
                  <a:pt x="978" y="478"/>
                  <a:pt x="979" y="481"/>
                </a:cubicBezTo>
                <a:cubicBezTo>
                  <a:pt x="978" y="522"/>
                  <a:pt x="980" y="528"/>
                  <a:pt x="976" y="537"/>
                </a:cubicBezTo>
                <a:cubicBezTo>
                  <a:pt x="979" y="567"/>
                  <a:pt x="970" y="578"/>
                  <a:pt x="973" y="584"/>
                </a:cubicBezTo>
                <a:cubicBezTo>
                  <a:pt x="964" y="592"/>
                  <a:pt x="960" y="578"/>
                  <a:pt x="965" y="561"/>
                </a:cubicBezTo>
                <a:cubicBezTo>
                  <a:pt x="959" y="485"/>
                  <a:pt x="960" y="477"/>
                  <a:pt x="955" y="470"/>
                </a:cubicBezTo>
                <a:cubicBezTo>
                  <a:pt x="943" y="402"/>
                  <a:pt x="946" y="396"/>
                  <a:pt x="947" y="390"/>
                </a:cubicBezTo>
                <a:cubicBezTo>
                  <a:pt x="938" y="357"/>
                  <a:pt x="938" y="351"/>
                  <a:pt x="935" y="347"/>
                </a:cubicBezTo>
                <a:cubicBezTo>
                  <a:pt x="930" y="262"/>
                  <a:pt x="921" y="244"/>
                  <a:pt x="930" y="220"/>
                </a:cubicBezTo>
                <a:cubicBezTo>
                  <a:pt x="926" y="177"/>
                  <a:pt x="933" y="164"/>
                  <a:pt x="927" y="155"/>
                </a:cubicBezTo>
                <a:cubicBezTo>
                  <a:pt x="934" y="117"/>
                  <a:pt x="934" y="109"/>
                  <a:pt x="929" y="102"/>
                </a:cubicBezTo>
                <a:cubicBezTo>
                  <a:pt x="924" y="125"/>
                  <a:pt x="928" y="129"/>
                  <a:pt x="927" y="135"/>
                </a:cubicBezTo>
                <a:cubicBezTo>
                  <a:pt x="923" y="169"/>
                  <a:pt x="922" y="175"/>
                  <a:pt x="918" y="182"/>
                </a:cubicBezTo>
                <a:cubicBezTo>
                  <a:pt x="917" y="267"/>
                  <a:pt x="909" y="281"/>
                  <a:pt x="909" y="293"/>
                </a:cubicBezTo>
                <a:cubicBezTo>
                  <a:pt x="911" y="335"/>
                  <a:pt x="910" y="342"/>
                  <a:pt x="906" y="349"/>
                </a:cubicBezTo>
                <a:cubicBezTo>
                  <a:pt x="911" y="413"/>
                  <a:pt x="909" y="425"/>
                  <a:pt x="914" y="436"/>
                </a:cubicBezTo>
                <a:cubicBezTo>
                  <a:pt x="910" y="462"/>
                  <a:pt x="917" y="462"/>
                  <a:pt x="912" y="467"/>
                </a:cubicBezTo>
                <a:cubicBezTo>
                  <a:pt x="920" y="515"/>
                  <a:pt x="920" y="520"/>
                  <a:pt x="921" y="525"/>
                </a:cubicBezTo>
                <a:cubicBezTo>
                  <a:pt x="926" y="581"/>
                  <a:pt x="933" y="587"/>
                  <a:pt x="928" y="598"/>
                </a:cubicBezTo>
                <a:cubicBezTo>
                  <a:pt x="939" y="632"/>
                  <a:pt x="938" y="639"/>
                  <a:pt x="943" y="643"/>
                </a:cubicBezTo>
                <a:cubicBezTo>
                  <a:pt x="944" y="687"/>
                  <a:pt x="945" y="688"/>
                  <a:pt x="941" y="690"/>
                </a:cubicBezTo>
                <a:cubicBezTo>
                  <a:pt x="926" y="723"/>
                  <a:pt x="928" y="702"/>
                  <a:pt x="917" y="686"/>
                </a:cubicBezTo>
                <a:cubicBezTo>
                  <a:pt x="905" y="649"/>
                  <a:pt x="911" y="636"/>
                  <a:pt x="902" y="628"/>
                </a:cubicBezTo>
                <a:cubicBezTo>
                  <a:pt x="887" y="592"/>
                  <a:pt x="896" y="578"/>
                  <a:pt x="887" y="570"/>
                </a:cubicBezTo>
                <a:cubicBezTo>
                  <a:pt x="877" y="532"/>
                  <a:pt x="881" y="520"/>
                  <a:pt x="876" y="511"/>
                </a:cubicBezTo>
                <a:cubicBezTo>
                  <a:pt x="876" y="490"/>
                  <a:pt x="873" y="487"/>
                  <a:pt x="874" y="481"/>
                </a:cubicBezTo>
                <a:cubicBezTo>
                  <a:pt x="872" y="413"/>
                  <a:pt x="865" y="410"/>
                  <a:pt x="871" y="403"/>
                </a:cubicBezTo>
                <a:cubicBezTo>
                  <a:pt x="872" y="350"/>
                  <a:pt x="866" y="347"/>
                  <a:pt x="871" y="340"/>
                </a:cubicBezTo>
                <a:cubicBezTo>
                  <a:pt x="876" y="285"/>
                  <a:pt x="879" y="279"/>
                  <a:pt x="876" y="275"/>
                </a:cubicBezTo>
                <a:cubicBezTo>
                  <a:pt x="859" y="374"/>
                  <a:pt x="860" y="389"/>
                  <a:pt x="857" y="406"/>
                </a:cubicBezTo>
                <a:cubicBezTo>
                  <a:pt x="858" y="462"/>
                  <a:pt x="864" y="468"/>
                  <a:pt x="863" y="476"/>
                </a:cubicBezTo>
                <a:cubicBezTo>
                  <a:pt x="867" y="507"/>
                  <a:pt x="868" y="515"/>
                  <a:pt x="867" y="523"/>
                </a:cubicBezTo>
                <a:cubicBezTo>
                  <a:pt x="874" y="552"/>
                  <a:pt x="873" y="561"/>
                  <a:pt x="875" y="568"/>
                </a:cubicBezTo>
                <a:cubicBezTo>
                  <a:pt x="886" y="596"/>
                  <a:pt x="879" y="607"/>
                  <a:pt x="887" y="612"/>
                </a:cubicBezTo>
                <a:cubicBezTo>
                  <a:pt x="911" y="714"/>
                  <a:pt x="915" y="719"/>
                  <a:pt x="918" y="725"/>
                </a:cubicBezTo>
                <a:cubicBezTo>
                  <a:pt x="922" y="770"/>
                  <a:pt x="923" y="777"/>
                  <a:pt x="919" y="786"/>
                </a:cubicBezTo>
                <a:cubicBezTo>
                  <a:pt x="907" y="750"/>
                  <a:pt x="906" y="740"/>
                  <a:pt x="903" y="730"/>
                </a:cubicBezTo>
                <a:cubicBezTo>
                  <a:pt x="895" y="713"/>
                  <a:pt x="898" y="707"/>
                  <a:pt x="893" y="704"/>
                </a:cubicBezTo>
                <a:cubicBezTo>
                  <a:pt x="875" y="659"/>
                  <a:pt x="878" y="653"/>
                  <a:pt x="873" y="650"/>
                </a:cubicBezTo>
                <a:cubicBezTo>
                  <a:pt x="854" y="568"/>
                  <a:pt x="851" y="563"/>
                  <a:pt x="851" y="560"/>
                </a:cubicBezTo>
                <a:cubicBezTo>
                  <a:pt x="846" y="508"/>
                  <a:pt x="844" y="499"/>
                  <a:pt x="840" y="491"/>
                </a:cubicBezTo>
                <a:cubicBezTo>
                  <a:pt x="838" y="467"/>
                  <a:pt x="841" y="463"/>
                  <a:pt x="838" y="462"/>
                </a:cubicBezTo>
                <a:cubicBezTo>
                  <a:pt x="833" y="519"/>
                  <a:pt x="832" y="526"/>
                  <a:pt x="835" y="530"/>
                </a:cubicBezTo>
                <a:cubicBezTo>
                  <a:pt x="841" y="584"/>
                  <a:pt x="836" y="592"/>
                  <a:pt x="832" y="599"/>
                </a:cubicBezTo>
                <a:cubicBezTo>
                  <a:pt x="842" y="643"/>
                  <a:pt x="838" y="650"/>
                  <a:pt x="834" y="658"/>
                </a:cubicBezTo>
                <a:cubicBezTo>
                  <a:pt x="839" y="718"/>
                  <a:pt x="830" y="735"/>
                  <a:pt x="835" y="747"/>
                </a:cubicBezTo>
                <a:cubicBezTo>
                  <a:pt x="842" y="815"/>
                  <a:pt x="843" y="822"/>
                  <a:pt x="845" y="828"/>
                </a:cubicBezTo>
                <a:cubicBezTo>
                  <a:pt x="862" y="915"/>
                  <a:pt x="867" y="920"/>
                  <a:pt x="867" y="928"/>
                </a:cubicBezTo>
                <a:cubicBezTo>
                  <a:pt x="880" y="974"/>
                  <a:pt x="878" y="982"/>
                  <a:pt x="881" y="988"/>
                </a:cubicBezTo>
                <a:cubicBezTo>
                  <a:pt x="886" y="1022"/>
                  <a:pt x="890" y="1026"/>
                  <a:pt x="886" y="1025"/>
                </a:cubicBezTo>
                <a:cubicBezTo>
                  <a:pt x="812" y="959"/>
                  <a:pt x="809" y="956"/>
                  <a:pt x="804" y="953"/>
                </a:cubicBezTo>
                <a:close/>
                <a:moveTo>
                  <a:pt x="1225" y="84"/>
                </a:moveTo>
                <a:cubicBezTo>
                  <a:pt x="1229" y="79"/>
                  <a:pt x="1227" y="88"/>
                  <a:pt x="1223" y="86"/>
                </a:cubicBezTo>
                <a:cubicBezTo>
                  <a:pt x="1222" y="91"/>
                  <a:pt x="1218" y="90"/>
                  <a:pt x="1216" y="96"/>
                </a:cubicBezTo>
                <a:cubicBezTo>
                  <a:pt x="1207" y="99"/>
                  <a:pt x="1221" y="85"/>
                  <a:pt x="1225" y="84"/>
                </a:cubicBezTo>
                <a:close/>
                <a:moveTo>
                  <a:pt x="1196" y="90"/>
                </a:moveTo>
                <a:cubicBezTo>
                  <a:pt x="1202" y="98"/>
                  <a:pt x="1186" y="97"/>
                  <a:pt x="1185" y="107"/>
                </a:cubicBezTo>
                <a:cubicBezTo>
                  <a:pt x="1180" y="100"/>
                  <a:pt x="1192" y="91"/>
                  <a:pt x="1196" y="90"/>
                </a:cubicBezTo>
                <a:close/>
                <a:moveTo>
                  <a:pt x="971" y="53"/>
                </a:moveTo>
                <a:cubicBezTo>
                  <a:pt x="972" y="57"/>
                  <a:pt x="972" y="60"/>
                  <a:pt x="972" y="64"/>
                </a:cubicBezTo>
                <a:cubicBezTo>
                  <a:pt x="968" y="70"/>
                  <a:pt x="969" y="57"/>
                  <a:pt x="971" y="53"/>
                </a:cubicBezTo>
                <a:close/>
                <a:moveTo>
                  <a:pt x="977" y="366"/>
                </a:moveTo>
                <a:cubicBezTo>
                  <a:pt x="973" y="363"/>
                  <a:pt x="974" y="359"/>
                  <a:pt x="977" y="353"/>
                </a:cubicBezTo>
                <a:cubicBezTo>
                  <a:pt x="967" y="295"/>
                  <a:pt x="976" y="286"/>
                  <a:pt x="967" y="285"/>
                </a:cubicBezTo>
                <a:cubicBezTo>
                  <a:pt x="969" y="249"/>
                  <a:pt x="968" y="245"/>
                  <a:pt x="968" y="240"/>
                </a:cubicBezTo>
                <a:cubicBezTo>
                  <a:pt x="960" y="149"/>
                  <a:pt x="963" y="138"/>
                  <a:pt x="962" y="129"/>
                </a:cubicBezTo>
                <a:cubicBezTo>
                  <a:pt x="976" y="85"/>
                  <a:pt x="972" y="89"/>
                  <a:pt x="976" y="91"/>
                </a:cubicBezTo>
                <a:cubicBezTo>
                  <a:pt x="979" y="116"/>
                  <a:pt x="980" y="120"/>
                  <a:pt x="983" y="123"/>
                </a:cubicBezTo>
                <a:cubicBezTo>
                  <a:pt x="986" y="158"/>
                  <a:pt x="990" y="166"/>
                  <a:pt x="992" y="175"/>
                </a:cubicBezTo>
                <a:cubicBezTo>
                  <a:pt x="1005" y="234"/>
                  <a:pt x="995" y="243"/>
                  <a:pt x="1001" y="246"/>
                </a:cubicBezTo>
                <a:cubicBezTo>
                  <a:pt x="999" y="298"/>
                  <a:pt x="1011" y="304"/>
                  <a:pt x="1007" y="316"/>
                </a:cubicBezTo>
                <a:cubicBezTo>
                  <a:pt x="1013" y="362"/>
                  <a:pt x="1005" y="369"/>
                  <a:pt x="1010" y="371"/>
                </a:cubicBezTo>
                <a:cubicBezTo>
                  <a:pt x="1005" y="412"/>
                  <a:pt x="1008" y="421"/>
                  <a:pt x="1004" y="432"/>
                </a:cubicBezTo>
                <a:cubicBezTo>
                  <a:pt x="996" y="502"/>
                  <a:pt x="992" y="513"/>
                  <a:pt x="992" y="522"/>
                </a:cubicBezTo>
                <a:cubicBezTo>
                  <a:pt x="996" y="479"/>
                  <a:pt x="984" y="473"/>
                  <a:pt x="987" y="463"/>
                </a:cubicBezTo>
                <a:cubicBezTo>
                  <a:pt x="986" y="425"/>
                  <a:pt x="982" y="418"/>
                  <a:pt x="984" y="407"/>
                </a:cubicBezTo>
                <a:close/>
                <a:moveTo>
                  <a:pt x="1053" y="745"/>
                </a:moveTo>
                <a:cubicBezTo>
                  <a:pt x="1050" y="750"/>
                  <a:pt x="1048" y="755"/>
                  <a:pt x="1046" y="761"/>
                </a:cubicBezTo>
                <a:cubicBezTo>
                  <a:pt x="1038" y="760"/>
                  <a:pt x="1035" y="773"/>
                  <a:pt x="1029" y="775"/>
                </a:cubicBezTo>
                <a:cubicBezTo>
                  <a:pt x="1022" y="776"/>
                  <a:pt x="1018" y="784"/>
                  <a:pt x="1013" y="790"/>
                </a:cubicBezTo>
                <a:cubicBezTo>
                  <a:pt x="1007" y="795"/>
                  <a:pt x="1004" y="805"/>
                  <a:pt x="998" y="809"/>
                </a:cubicBezTo>
                <a:cubicBezTo>
                  <a:pt x="996" y="815"/>
                  <a:pt x="993" y="815"/>
                  <a:pt x="990" y="818"/>
                </a:cubicBezTo>
                <a:cubicBezTo>
                  <a:pt x="989" y="822"/>
                  <a:pt x="987" y="826"/>
                  <a:pt x="984" y="825"/>
                </a:cubicBezTo>
                <a:cubicBezTo>
                  <a:pt x="978" y="838"/>
                  <a:pt x="961" y="849"/>
                  <a:pt x="961" y="862"/>
                </a:cubicBezTo>
                <a:cubicBezTo>
                  <a:pt x="957" y="861"/>
                  <a:pt x="956" y="868"/>
                  <a:pt x="953" y="871"/>
                </a:cubicBezTo>
                <a:cubicBezTo>
                  <a:pt x="952" y="876"/>
                  <a:pt x="948" y="875"/>
                  <a:pt x="946" y="881"/>
                </a:cubicBezTo>
                <a:cubicBezTo>
                  <a:pt x="940" y="884"/>
                  <a:pt x="939" y="898"/>
                  <a:pt x="931" y="893"/>
                </a:cubicBezTo>
                <a:cubicBezTo>
                  <a:pt x="947" y="851"/>
                  <a:pt x="973" y="834"/>
                  <a:pt x="992" y="800"/>
                </a:cubicBezTo>
                <a:cubicBezTo>
                  <a:pt x="999" y="797"/>
                  <a:pt x="1005" y="794"/>
                  <a:pt x="1009" y="785"/>
                </a:cubicBezTo>
                <a:cubicBezTo>
                  <a:pt x="1015" y="785"/>
                  <a:pt x="1018" y="775"/>
                  <a:pt x="1024" y="773"/>
                </a:cubicBezTo>
                <a:cubicBezTo>
                  <a:pt x="1029" y="769"/>
                  <a:pt x="1033" y="762"/>
                  <a:pt x="1038" y="757"/>
                </a:cubicBezTo>
                <a:cubicBezTo>
                  <a:pt x="1044" y="756"/>
                  <a:pt x="1047" y="746"/>
                  <a:pt x="1053" y="745"/>
                </a:cubicBezTo>
                <a:cubicBezTo>
                  <a:pt x="1055" y="733"/>
                  <a:pt x="1061" y="748"/>
                  <a:pt x="1053" y="745"/>
                </a:cubicBezTo>
                <a:close/>
                <a:moveTo>
                  <a:pt x="1135" y="671"/>
                </a:moveTo>
                <a:cubicBezTo>
                  <a:pt x="1134" y="674"/>
                  <a:pt x="1132" y="675"/>
                  <a:pt x="1129" y="675"/>
                </a:cubicBezTo>
                <a:cubicBezTo>
                  <a:pt x="1128" y="681"/>
                  <a:pt x="1122" y="678"/>
                  <a:pt x="1121" y="687"/>
                </a:cubicBezTo>
                <a:cubicBezTo>
                  <a:pt x="1113" y="684"/>
                  <a:pt x="1111" y="696"/>
                  <a:pt x="1104" y="695"/>
                </a:cubicBezTo>
                <a:cubicBezTo>
                  <a:pt x="1108" y="689"/>
                  <a:pt x="1112" y="685"/>
                  <a:pt x="1118" y="685"/>
                </a:cubicBezTo>
                <a:cubicBezTo>
                  <a:pt x="1123" y="675"/>
                  <a:pt x="1130" y="671"/>
                  <a:pt x="1137" y="665"/>
                </a:cubicBezTo>
                <a:cubicBezTo>
                  <a:pt x="1140" y="668"/>
                  <a:pt x="1136" y="667"/>
                  <a:pt x="1135" y="671"/>
                </a:cubicBezTo>
                <a:close/>
                <a:moveTo>
                  <a:pt x="1147" y="657"/>
                </a:moveTo>
                <a:cubicBezTo>
                  <a:pt x="1148" y="653"/>
                  <a:pt x="1150" y="655"/>
                  <a:pt x="1152" y="653"/>
                </a:cubicBezTo>
                <a:cubicBezTo>
                  <a:pt x="1160" y="646"/>
                  <a:pt x="1145" y="669"/>
                  <a:pt x="1147" y="657"/>
                </a:cubicBezTo>
                <a:close/>
                <a:moveTo>
                  <a:pt x="1221" y="538"/>
                </a:moveTo>
                <a:cubicBezTo>
                  <a:pt x="1226" y="543"/>
                  <a:pt x="1217" y="540"/>
                  <a:pt x="1215" y="545"/>
                </a:cubicBezTo>
                <a:cubicBezTo>
                  <a:pt x="1211" y="552"/>
                  <a:pt x="1210" y="540"/>
                  <a:pt x="1221" y="538"/>
                </a:cubicBezTo>
                <a:close/>
                <a:moveTo>
                  <a:pt x="968" y="741"/>
                </a:moveTo>
                <a:cubicBezTo>
                  <a:pt x="974" y="738"/>
                  <a:pt x="978" y="727"/>
                  <a:pt x="983" y="722"/>
                </a:cubicBezTo>
                <a:cubicBezTo>
                  <a:pt x="990" y="720"/>
                  <a:pt x="993" y="710"/>
                  <a:pt x="1000" y="708"/>
                </a:cubicBezTo>
                <a:cubicBezTo>
                  <a:pt x="1002" y="703"/>
                  <a:pt x="1005" y="702"/>
                  <a:pt x="1008" y="702"/>
                </a:cubicBezTo>
                <a:cubicBezTo>
                  <a:pt x="1007" y="697"/>
                  <a:pt x="1009" y="698"/>
                  <a:pt x="1012" y="694"/>
                </a:cubicBezTo>
                <a:cubicBezTo>
                  <a:pt x="1022" y="681"/>
                  <a:pt x="1035" y="674"/>
                  <a:pt x="1046" y="662"/>
                </a:cubicBezTo>
                <a:cubicBezTo>
                  <a:pt x="1052" y="659"/>
                  <a:pt x="1057" y="653"/>
                  <a:pt x="1064" y="651"/>
                </a:cubicBezTo>
                <a:cubicBezTo>
                  <a:pt x="1068" y="642"/>
                  <a:pt x="1075" y="643"/>
                  <a:pt x="1082" y="640"/>
                </a:cubicBezTo>
                <a:cubicBezTo>
                  <a:pt x="1099" y="620"/>
                  <a:pt x="1119" y="606"/>
                  <a:pt x="1138" y="593"/>
                </a:cubicBezTo>
                <a:cubicBezTo>
                  <a:pt x="1149" y="589"/>
                  <a:pt x="1157" y="577"/>
                  <a:pt x="1169" y="575"/>
                </a:cubicBezTo>
                <a:cubicBezTo>
                  <a:pt x="1176" y="561"/>
                  <a:pt x="1189" y="563"/>
                  <a:pt x="1198" y="553"/>
                </a:cubicBezTo>
                <a:cubicBezTo>
                  <a:pt x="1204" y="557"/>
                  <a:pt x="1192" y="559"/>
                  <a:pt x="1190" y="562"/>
                </a:cubicBezTo>
                <a:cubicBezTo>
                  <a:pt x="1186" y="565"/>
                  <a:pt x="1183" y="568"/>
                  <a:pt x="1178" y="569"/>
                </a:cubicBezTo>
                <a:cubicBezTo>
                  <a:pt x="1171" y="576"/>
                  <a:pt x="1164" y="583"/>
                  <a:pt x="1155" y="584"/>
                </a:cubicBezTo>
                <a:cubicBezTo>
                  <a:pt x="1148" y="593"/>
                  <a:pt x="1140" y="599"/>
                  <a:pt x="1132" y="606"/>
                </a:cubicBezTo>
                <a:cubicBezTo>
                  <a:pt x="1127" y="606"/>
                  <a:pt x="1125" y="613"/>
                  <a:pt x="1121" y="617"/>
                </a:cubicBezTo>
                <a:cubicBezTo>
                  <a:pt x="1115" y="613"/>
                  <a:pt x="1115" y="623"/>
                  <a:pt x="1109" y="621"/>
                </a:cubicBezTo>
                <a:cubicBezTo>
                  <a:pt x="1104" y="630"/>
                  <a:pt x="1098" y="638"/>
                  <a:pt x="1091" y="641"/>
                </a:cubicBezTo>
                <a:cubicBezTo>
                  <a:pt x="1088" y="644"/>
                  <a:pt x="1084" y="646"/>
                  <a:pt x="1081" y="649"/>
                </a:cubicBezTo>
                <a:cubicBezTo>
                  <a:pt x="1076" y="649"/>
                  <a:pt x="1076" y="659"/>
                  <a:pt x="1071" y="657"/>
                </a:cubicBezTo>
                <a:cubicBezTo>
                  <a:pt x="1058" y="669"/>
                  <a:pt x="1044" y="677"/>
                  <a:pt x="1033" y="691"/>
                </a:cubicBezTo>
                <a:cubicBezTo>
                  <a:pt x="1005" y="708"/>
                  <a:pt x="985" y="747"/>
                  <a:pt x="957" y="765"/>
                </a:cubicBezTo>
                <a:cubicBezTo>
                  <a:pt x="953" y="758"/>
                  <a:pt x="965" y="746"/>
                  <a:pt x="968" y="741"/>
                </a:cubicBezTo>
                <a:close/>
                <a:moveTo>
                  <a:pt x="945" y="603"/>
                </a:moveTo>
                <a:cubicBezTo>
                  <a:pt x="944" y="597"/>
                  <a:pt x="942" y="591"/>
                  <a:pt x="941" y="585"/>
                </a:cubicBezTo>
                <a:cubicBezTo>
                  <a:pt x="942" y="572"/>
                  <a:pt x="936" y="562"/>
                  <a:pt x="938" y="549"/>
                </a:cubicBezTo>
                <a:cubicBezTo>
                  <a:pt x="936" y="543"/>
                  <a:pt x="935" y="537"/>
                  <a:pt x="934" y="531"/>
                </a:cubicBezTo>
                <a:cubicBezTo>
                  <a:pt x="933" y="525"/>
                  <a:pt x="935" y="519"/>
                  <a:pt x="932" y="514"/>
                </a:cubicBezTo>
                <a:cubicBezTo>
                  <a:pt x="928" y="503"/>
                  <a:pt x="928" y="491"/>
                  <a:pt x="926" y="479"/>
                </a:cubicBezTo>
                <a:cubicBezTo>
                  <a:pt x="925" y="455"/>
                  <a:pt x="917" y="433"/>
                  <a:pt x="921" y="407"/>
                </a:cubicBezTo>
                <a:cubicBezTo>
                  <a:pt x="919" y="401"/>
                  <a:pt x="915" y="396"/>
                  <a:pt x="920" y="387"/>
                </a:cubicBezTo>
                <a:cubicBezTo>
                  <a:pt x="911" y="385"/>
                  <a:pt x="923" y="374"/>
                  <a:pt x="918" y="371"/>
                </a:cubicBezTo>
                <a:cubicBezTo>
                  <a:pt x="917" y="358"/>
                  <a:pt x="919" y="345"/>
                  <a:pt x="915" y="334"/>
                </a:cubicBezTo>
                <a:cubicBezTo>
                  <a:pt x="918" y="327"/>
                  <a:pt x="920" y="321"/>
                  <a:pt x="917" y="316"/>
                </a:cubicBezTo>
                <a:cubicBezTo>
                  <a:pt x="920" y="313"/>
                  <a:pt x="920" y="317"/>
                  <a:pt x="923" y="319"/>
                </a:cubicBezTo>
                <a:cubicBezTo>
                  <a:pt x="923" y="321"/>
                  <a:pt x="923" y="324"/>
                  <a:pt x="922" y="328"/>
                </a:cubicBezTo>
                <a:cubicBezTo>
                  <a:pt x="931" y="330"/>
                  <a:pt x="917" y="341"/>
                  <a:pt x="927" y="343"/>
                </a:cubicBezTo>
                <a:cubicBezTo>
                  <a:pt x="923" y="356"/>
                  <a:pt x="932" y="363"/>
                  <a:pt x="929" y="375"/>
                </a:cubicBezTo>
                <a:cubicBezTo>
                  <a:pt x="928" y="379"/>
                  <a:pt x="933" y="380"/>
                  <a:pt x="931" y="383"/>
                </a:cubicBezTo>
                <a:cubicBezTo>
                  <a:pt x="928" y="387"/>
                  <a:pt x="931" y="389"/>
                  <a:pt x="934" y="391"/>
                </a:cubicBezTo>
                <a:cubicBezTo>
                  <a:pt x="929" y="398"/>
                  <a:pt x="939" y="399"/>
                  <a:pt x="933" y="406"/>
                </a:cubicBezTo>
                <a:cubicBezTo>
                  <a:pt x="939" y="415"/>
                  <a:pt x="938" y="427"/>
                  <a:pt x="938" y="437"/>
                </a:cubicBezTo>
                <a:cubicBezTo>
                  <a:pt x="944" y="447"/>
                  <a:pt x="942" y="459"/>
                  <a:pt x="942" y="471"/>
                </a:cubicBezTo>
                <a:cubicBezTo>
                  <a:pt x="948" y="480"/>
                  <a:pt x="947" y="491"/>
                  <a:pt x="947" y="502"/>
                </a:cubicBezTo>
                <a:cubicBezTo>
                  <a:pt x="949" y="507"/>
                  <a:pt x="947" y="514"/>
                  <a:pt x="949" y="519"/>
                </a:cubicBezTo>
                <a:cubicBezTo>
                  <a:pt x="948" y="524"/>
                  <a:pt x="954" y="527"/>
                  <a:pt x="948" y="534"/>
                </a:cubicBezTo>
                <a:cubicBezTo>
                  <a:pt x="952" y="544"/>
                  <a:pt x="948" y="556"/>
                  <a:pt x="953" y="565"/>
                </a:cubicBezTo>
                <a:cubicBezTo>
                  <a:pt x="952" y="568"/>
                  <a:pt x="951" y="570"/>
                  <a:pt x="950" y="573"/>
                </a:cubicBezTo>
                <a:cubicBezTo>
                  <a:pt x="950" y="580"/>
                  <a:pt x="950" y="587"/>
                  <a:pt x="953" y="594"/>
                </a:cubicBezTo>
                <a:cubicBezTo>
                  <a:pt x="952" y="601"/>
                  <a:pt x="949" y="610"/>
                  <a:pt x="952" y="616"/>
                </a:cubicBezTo>
                <a:cubicBezTo>
                  <a:pt x="943" y="623"/>
                  <a:pt x="950" y="605"/>
                  <a:pt x="945" y="603"/>
                </a:cubicBezTo>
                <a:close/>
                <a:moveTo>
                  <a:pt x="949" y="770"/>
                </a:moveTo>
                <a:cubicBezTo>
                  <a:pt x="954" y="777"/>
                  <a:pt x="942" y="784"/>
                  <a:pt x="940" y="789"/>
                </a:cubicBezTo>
                <a:cubicBezTo>
                  <a:pt x="934" y="782"/>
                  <a:pt x="946" y="775"/>
                  <a:pt x="949" y="770"/>
                </a:cubicBezTo>
                <a:close/>
                <a:moveTo>
                  <a:pt x="930" y="838"/>
                </a:moveTo>
                <a:cubicBezTo>
                  <a:pt x="935" y="828"/>
                  <a:pt x="940" y="817"/>
                  <a:pt x="945" y="807"/>
                </a:cubicBezTo>
                <a:cubicBezTo>
                  <a:pt x="975" y="766"/>
                  <a:pt x="981" y="766"/>
                  <a:pt x="983" y="757"/>
                </a:cubicBezTo>
                <a:cubicBezTo>
                  <a:pt x="1040" y="706"/>
                  <a:pt x="1041" y="694"/>
                  <a:pt x="1047" y="694"/>
                </a:cubicBezTo>
                <a:cubicBezTo>
                  <a:pt x="1085" y="656"/>
                  <a:pt x="1090" y="660"/>
                  <a:pt x="1094" y="655"/>
                </a:cubicBezTo>
                <a:cubicBezTo>
                  <a:pt x="1106" y="645"/>
                  <a:pt x="1106" y="641"/>
                  <a:pt x="1109" y="643"/>
                </a:cubicBezTo>
                <a:cubicBezTo>
                  <a:pt x="1168" y="590"/>
                  <a:pt x="1177" y="585"/>
                  <a:pt x="1186" y="579"/>
                </a:cubicBezTo>
                <a:cubicBezTo>
                  <a:pt x="1283" y="511"/>
                  <a:pt x="1302" y="503"/>
                  <a:pt x="1320" y="494"/>
                </a:cubicBezTo>
                <a:cubicBezTo>
                  <a:pt x="1367" y="464"/>
                  <a:pt x="1375" y="471"/>
                  <a:pt x="1376" y="462"/>
                </a:cubicBezTo>
                <a:cubicBezTo>
                  <a:pt x="1365" y="474"/>
                  <a:pt x="1364" y="479"/>
                  <a:pt x="1360" y="477"/>
                </a:cubicBezTo>
                <a:cubicBezTo>
                  <a:pt x="1346" y="488"/>
                  <a:pt x="1343" y="488"/>
                  <a:pt x="1341" y="491"/>
                </a:cubicBezTo>
                <a:cubicBezTo>
                  <a:pt x="1310" y="510"/>
                  <a:pt x="1306" y="517"/>
                  <a:pt x="1301" y="517"/>
                </a:cubicBezTo>
                <a:cubicBezTo>
                  <a:pt x="1241" y="562"/>
                  <a:pt x="1232" y="569"/>
                  <a:pt x="1223" y="574"/>
                </a:cubicBezTo>
                <a:cubicBezTo>
                  <a:pt x="1180" y="611"/>
                  <a:pt x="1173" y="608"/>
                  <a:pt x="1172" y="617"/>
                </a:cubicBezTo>
                <a:cubicBezTo>
                  <a:pt x="1130" y="655"/>
                  <a:pt x="1127" y="661"/>
                  <a:pt x="1123" y="662"/>
                </a:cubicBezTo>
                <a:cubicBezTo>
                  <a:pt x="1038" y="734"/>
                  <a:pt x="1033" y="752"/>
                  <a:pt x="1023" y="754"/>
                </a:cubicBezTo>
                <a:cubicBezTo>
                  <a:pt x="979" y="789"/>
                  <a:pt x="981" y="809"/>
                  <a:pt x="974" y="804"/>
                </a:cubicBezTo>
                <a:close/>
                <a:moveTo>
                  <a:pt x="932" y="1015"/>
                </a:moveTo>
                <a:cubicBezTo>
                  <a:pt x="927" y="1006"/>
                  <a:pt x="942" y="1003"/>
                  <a:pt x="945" y="995"/>
                </a:cubicBezTo>
                <a:cubicBezTo>
                  <a:pt x="949" y="1002"/>
                  <a:pt x="936" y="1010"/>
                  <a:pt x="932" y="1015"/>
                </a:cubicBezTo>
                <a:close/>
                <a:moveTo>
                  <a:pt x="1194" y="765"/>
                </a:moveTo>
                <a:cubicBezTo>
                  <a:pt x="1197" y="767"/>
                  <a:pt x="1192" y="767"/>
                  <a:pt x="1191" y="770"/>
                </a:cubicBezTo>
                <a:cubicBezTo>
                  <a:pt x="1190" y="772"/>
                  <a:pt x="1189" y="775"/>
                  <a:pt x="1188" y="778"/>
                </a:cubicBezTo>
                <a:cubicBezTo>
                  <a:pt x="1182" y="782"/>
                  <a:pt x="1179" y="793"/>
                  <a:pt x="1173" y="796"/>
                </a:cubicBezTo>
                <a:cubicBezTo>
                  <a:pt x="1167" y="800"/>
                  <a:pt x="1165" y="812"/>
                  <a:pt x="1159" y="812"/>
                </a:cubicBezTo>
                <a:cubicBezTo>
                  <a:pt x="1155" y="820"/>
                  <a:pt x="1149" y="821"/>
                  <a:pt x="1145" y="828"/>
                </a:cubicBezTo>
                <a:cubicBezTo>
                  <a:pt x="1143" y="840"/>
                  <a:pt x="1134" y="833"/>
                  <a:pt x="1131" y="845"/>
                </a:cubicBezTo>
                <a:cubicBezTo>
                  <a:pt x="1127" y="843"/>
                  <a:pt x="1127" y="852"/>
                  <a:pt x="1123" y="850"/>
                </a:cubicBezTo>
                <a:cubicBezTo>
                  <a:pt x="1120" y="851"/>
                  <a:pt x="1118" y="853"/>
                  <a:pt x="1116" y="857"/>
                </a:cubicBezTo>
                <a:cubicBezTo>
                  <a:pt x="1110" y="858"/>
                  <a:pt x="1107" y="867"/>
                  <a:pt x="1101" y="869"/>
                </a:cubicBezTo>
                <a:cubicBezTo>
                  <a:pt x="1091" y="878"/>
                  <a:pt x="1081" y="885"/>
                  <a:pt x="1072" y="897"/>
                </a:cubicBezTo>
                <a:cubicBezTo>
                  <a:pt x="1048" y="909"/>
                  <a:pt x="1028" y="932"/>
                  <a:pt x="1004" y="942"/>
                </a:cubicBezTo>
                <a:cubicBezTo>
                  <a:pt x="997" y="954"/>
                  <a:pt x="987" y="959"/>
                  <a:pt x="979" y="969"/>
                </a:cubicBezTo>
                <a:cubicBezTo>
                  <a:pt x="970" y="977"/>
                  <a:pt x="963" y="988"/>
                  <a:pt x="952" y="992"/>
                </a:cubicBezTo>
                <a:cubicBezTo>
                  <a:pt x="947" y="985"/>
                  <a:pt x="960" y="979"/>
                  <a:pt x="963" y="975"/>
                </a:cubicBezTo>
                <a:cubicBezTo>
                  <a:pt x="969" y="971"/>
                  <a:pt x="974" y="965"/>
                  <a:pt x="980" y="960"/>
                </a:cubicBezTo>
                <a:cubicBezTo>
                  <a:pt x="982" y="946"/>
                  <a:pt x="992" y="953"/>
                  <a:pt x="995" y="941"/>
                </a:cubicBezTo>
                <a:cubicBezTo>
                  <a:pt x="1001" y="938"/>
                  <a:pt x="1005" y="929"/>
                  <a:pt x="1012" y="930"/>
                </a:cubicBezTo>
                <a:cubicBezTo>
                  <a:pt x="1011" y="925"/>
                  <a:pt x="1013" y="926"/>
                  <a:pt x="1016" y="922"/>
                </a:cubicBezTo>
                <a:cubicBezTo>
                  <a:pt x="1021" y="923"/>
                  <a:pt x="1016" y="917"/>
                  <a:pt x="1021" y="918"/>
                </a:cubicBezTo>
                <a:cubicBezTo>
                  <a:pt x="1027" y="914"/>
                  <a:pt x="1032" y="907"/>
                  <a:pt x="1037" y="904"/>
                </a:cubicBezTo>
                <a:cubicBezTo>
                  <a:pt x="1042" y="897"/>
                  <a:pt x="1049" y="895"/>
                  <a:pt x="1054" y="889"/>
                </a:cubicBezTo>
                <a:cubicBezTo>
                  <a:pt x="1058" y="882"/>
                  <a:pt x="1067" y="885"/>
                  <a:pt x="1070" y="874"/>
                </a:cubicBezTo>
                <a:cubicBezTo>
                  <a:pt x="1078" y="876"/>
                  <a:pt x="1081" y="863"/>
                  <a:pt x="1087" y="859"/>
                </a:cubicBezTo>
                <a:cubicBezTo>
                  <a:pt x="1092" y="855"/>
                  <a:pt x="1097" y="849"/>
                  <a:pt x="1103" y="844"/>
                </a:cubicBezTo>
                <a:cubicBezTo>
                  <a:pt x="1115" y="837"/>
                  <a:pt x="1124" y="823"/>
                  <a:pt x="1137" y="818"/>
                </a:cubicBezTo>
                <a:cubicBezTo>
                  <a:pt x="1158" y="797"/>
                  <a:pt x="1180" y="777"/>
                  <a:pt x="1198" y="747"/>
                </a:cubicBezTo>
                <a:cubicBezTo>
                  <a:pt x="1204" y="751"/>
                  <a:pt x="1194" y="759"/>
                  <a:pt x="1194" y="765"/>
                </a:cubicBezTo>
                <a:close/>
                <a:moveTo>
                  <a:pt x="1017" y="850"/>
                </a:moveTo>
                <a:cubicBezTo>
                  <a:pt x="1022" y="849"/>
                  <a:pt x="1025" y="843"/>
                  <a:pt x="1029" y="839"/>
                </a:cubicBezTo>
                <a:cubicBezTo>
                  <a:pt x="1035" y="830"/>
                  <a:pt x="1044" y="828"/>
                  <a:pt x="1049" y="816"/>
                </a:cubicBezTo>
                <a:cubicBezTo>
                  <a:pt x="1054" y="816"/>
                  <a:pt x="1056" y="809"/>
                  <a:pt x="1060" y="805"/>
                </a:cubicBezTo>
                <a:cubicBezTo>
                  <a:pt x="1064" y="803"/>
                  <a:pt x="1067" y="797"/>
                  <a:pt x="1071" y="795"/>
                </a:cubicBezTo>
                <a:cubicBezTo>
                  <a:pt x="1073" y="786"/>
                  <a:pt x="1081" y="793"/>
                  <a:pt x="1083" y="784"/>
                </a:cubicBezTo>
                <a:cubicBezTo>
                  <a:pt x="1087" y="784"/>
                  <a:pt x="1088" y="774"/>
                  <a:pt x="1093" y="776"/>
                </a:cubicBezTo>
                <a:cubicBezTo>
                  <a:pt x="1092" y="768"/>
                  <a:pt x="1107" y="772"/>
                  <a:pt x="1100" y="766"/>
                </a:cubicBezTo>
                <a:cubicBezTo>
                  <a:pt x="1104" y="762"/>
                  <a:pt x="1110" y="765"/>
                  <a:pt x="1112" y="756"/>
                </a:cubicBezTo>
                <a:cubicBezTo>
                  <a:pt x="1119" y="749"/>
                  <a:pt x="1124" y="737"/>
                  <a:pt x="1133" y="737"/>
                </a:cubicBezTo>
                <a:cubicBezTo>
                  <a:pt x="1145" y="716"/>
                  <a:pt x="1164" y="714"/>
                  <a:pt x="1175" y="693"/>
                </a:cubicBezTo>
                <a:cubicBezTo>
                  <a:pt x="1183" y="689"/>
                  <a:pt x="1191" y="687"/>
                  <a:pt x="1196" y="676"/>
                </a:cubicBezTo>
                <a:cubicBezTo>
                  <a:pt x="1204" y="678"/>
                  <a:pt x="1208" y="667"/>
                  <a:pt x="1215" y="663"/>
                </a:cubicBezTo>
                <a:cubicBezTo>
                  <a:pt x="1224" y="665"/>
                  <a:pt x="1227" y="648"/>
                  <a:pt x="1236" y="650"/>
                </a:cubicBezTo>
                <a:cubicBezTo>
                  <a:pt x="1241" y="641"/>
                  <a:pt x="1249" y="642"/>
                  <a:pt x="1254" y="633"/>
                </a:cubicBezTo>
                <a:cubicBezTo>
                  <a:pt x="1259" y="637"/>
                  <a:pt x="1249" y="646"/>
                  <a:pt x="1248" y="652"/>
                </a:cubicBezTo>
                <a:cubicBezTo>
                  <a:pt x="1242" y="657"/>
                  <a:pt x="1239" y="670"/>
                  <a:pt x="1232" y="674"/>
                </a:cubicBezTo>
                <a:cubicBezTo>
                  <a:pt x="1224" y="684"/>
                  <a:pt x="1213" y="689"/>
                  <a:pt x="1204" y="699"/>
                </a:cubicBezTo>
                <a:cubicBezTo>
                  <a:pt x="1198" y="701"/>
                  <a:pt x="1193" y="705"/>
                  <a:pt x="1189" y="711"/>
                </a:cubicBezTo>
                <a:cubicBezTo>
                  <a:pt x="1183" y="710"/>
                  <a:pt x="1181" y="722"/>
                  <a:pt x="1175" y="721"/>
                </a:cubicBezTo>
                <a:cubicBezTo>
                  <a:pt x="1166" y="731"/>
                  <a:pt x="1156" y="736"/>
                  <a:pt x="1148" y="747"/>
                </a:cubicBezTo>
                <a:cubicBezTo>
                  <a:pt x="1141" y="746"/>
                  <a:pt x="1140" y="758"/>
                  <a:pt x="1134" y="756"/>
                </a:cubicBezTo>
                <a:cubicBezTo>
                  <a:pt x="1130" y="762"/>
                  <a:pt x="1125" y="764"/>
                  <a:pt x="1123" y="773"/>
                </a:cubicBezTo>
                <a:cubicBezTo>
                  <a:pt x="1114" y="769"/>
                  <a:pt x="1111" y="778"/>
                  <a:pt x="1107" y="786"/>
                </a:cubicBezTo>
                <a:cubicBezTo>
                  <a:pt x="1100" y="781"/>
                  <a:pt x="1098" y="792"/>
                  <a:pt x="1093" y="795"/>
                </a:cubicBezTo>
                <a:cubicBezTo>
                  <a:pt x="1081" y="794"/>
                  <a:pt x="1077" y="815"/>
                  <a:pt x="1066" y="814"/>
                </a:cubicBezTo>
                <a:cubicBezTo>
                  <a:pt x="1064" y="827"/>
                  <a:pt x="1055" y="822"/>
                  <a:pt x="1052" y="830"/>
                </a:cubicBezTo>
                <a:cubicBezTo>
                  <a:pt x="1048" y="835"/>
                  <a:pt x="1042" y="836"/>
                  <a:pt x="1038" y="840"/>
                </a:cubicBezTo>
                <a:cubicBezTo>
                  <a:pt x="1029" y="847"/>
                  <a:pt x="1020" y="854"/>
                  <a:pt x="1011" y="863"/>
                </a:cubicBezTo>
                <a:cubicBezTo>
                  <a:pt x="1005" y="857"/>
                  <a:pt x="1017" y="855"/>
                  <a:pt x="1017" y="850"/>
                </a:cubicBezTo>
                <a:close/>
                <a:moveTo>
                  <a:pt x="964" y="911"/>
                </a:moveTo>
                <a:cubicBezTo>
                  <a:pt x="967" y="905"/>
                  <a:pt x="972" y="903"/>
                  <a:pt x="975" y="894"/>
                </a:cubicBezTo>
                <a:cubicBezTo>
                  <a:pt x="982" y="896"/>
                  <a:pt x="983" y="882"/>
                  <a:pt x="990" y="882"/>
                </a:cubicBezTo>
                <a:cubicBezTo>
                  <a:pt x="992" y="872"/>
                  <a:pt x="999" y="873"/>
                  <a:pt x="1001" y="865"/>
                </a:cubicBezTo>
                <a:cubicBezTo>
                  <a:pt x="1013" y="869"/>
                  <a:pt x="996" y="876"/>
                  <a:pt x="994" y="880"/>
                </a:cubicBezTo>
                <a:cubicBezTo>
                  <a:pt x="991" y="889"/>
                  <a:pt x="984" y="889"/>
                  <a:pt x="982" y="900"/>
                </a:cubicBezTo>
                <a:cubicBezTo>
                  <a:pt x="970" y="902"/>
                  <a:pt x="966" y="920"/>
                  <a:pt x="957" y="927"/>
                </a:cubicBezTo>
                <a:cubicBezTo>
                  <a:pt x="950" y="921"/>
                  <a:pt x="962" y="916"/>
                  <a:pt x="964" y="911"/>
                </a:cubicBezTo>
                <a:close/>
                <a:moveTo>
                  <a:pt x="937" y="976"/>
                </a:moveTo>
                <a:cubicBezTo>
                  <a:pt x="942" y="962"/>
                  <a:pt x="950" y="959"/>
                  <a:pt x="955" y="945"/>
                </a:cubicBezTo>
                <a:cubicBezTo>
                  <a:pt x="986" y="914"/>
                  <a:pt x="990" y="909"/>
                  <a:pt x="993" y="902"/>
                </a:cubicBezTo>
                <a:cubicBezTo>
                  <a:pt x="1021" y="867"/>
                  <a:pt x="1029" y="873"/>
                  <a:pt x="1031" y="862"/>
                </a:cubicBezTo>
                <a:cubicBezTo>
                  <a:pt x="1090" y="817"/>
                  <a:pt x="1091" y="805"/>
                  <a:pt x="1098" y="807"/>
                </a:cubicBezTo>
                <a:cubicBezTo>
                  <a:pt x="1145" y="768"/>
                  <a:pt x="1151" y="756"/>
                  <a:pt x="1161" y="753"/>
                </a:cubicBezTo>
                <a:cubicBezTo>
                  <a:pt x="1216" y="716"/>
                  <a:pt x="1201" y="720"/>
                  <a:pt x="1199" y="732"/>
                </a:cubicBezTo>
                <a:cubicBezTo>
                  <a:pt x="1172" y="765"/>
                  <a:pt x="1160" y="775"/>
                  <a:pt x="1150" y="789"/>
                </a:cubicBezTo>
                <a:cubicBezTo>
                  <a:pt x="1106" y="828"/>
                  <a:pt x="1092" y="833"/>
                  <a:pt x="1082" y="847"/>
                </a:cubicBezTo>
                <a:cubicBezTo>
                  <a:pt x="1035" y="879"/>
                  <a:pt x="1028" y="902"/>
                  <a:pt x="1014" y="906"/>
                </a:cubicBezTo>
                <a:cubicBezTo>
                  <a:pt x="978" y="947"/>
                  <a:pt x="968" y="943"/>
                  <a:pt x="965" y="957"/>
                </a:cubicBezTo>
                <a:cubicBezTo>
                  <a:pt x="937" y="979"/>
                  <a:pt x="927" y="997"/>
                  <a:pt x="922" y="1003"/>
                </a:cubicBezTo>
                <a:close/>
                <a:moveTo>
                  <a:pt x="919" y="961"/>
                </a:moveTo>
                <a:cubicBezTo>
                  <a:pt x="921" y="962"/>
                  <a:pt x="924" y="963"/>
                  <a:pt x="927" y="964"/>
                </a:cubicBezTo>
                <a:cubicBezTo>
                  <a:pt x="925" y="968"/>
                  <a:pt x="923" y="971"/>
                  <a:pt x="922" y="975"/>
                </a:cubicBezTo>
                <a:cubicBezTo>
                  <a:pt x="915" y="973"/>
                  <a:pt x="918" y="966"/>
                  <a:pt x="919" y="961"/>
                </a:cubicBezTo>
                <a:close/>
                <a:moveTo>
                  <a:pt x="841" y="587"/>
                </a:moveTo>
                <a:cubicBezTo>
                  <a:pt x="846" y="580"/>
                  <a:pt x="843" y="593"/>
                  <a:pt x="848" y="593"/>
                </a:cubicBezTo>
                <a:cubicBezTo>
                  <a:pt x="847" y="597"/>
                  <a:pt x="851" y="600"/>
                  <a:pt x="849" y="604"/>
                </a:cubicBezTo>
                <a:cubicBezTo>
                  <a:pt x="849" y="612"/>
                  <a:pt x="856" y="617"/>
                  <a:pt x="852" y="627"/>
                </a:cubicBezTo>
                <a:cubicBezTo>
                  <a:pt x="858" y="639"/>
                  <a:pt x="862" y="651"/>
                  <a:pt x="867" y="663"/>
                </a:cubicBezTo>
                <a:cubicBezTo>
                  <a:pt x="868" y="670"/>
                  <a:pt x="870" y="676"/>
                  <a:pt x="874" y="682"/>
                </a:cubicBezTo>
                <a:cubicBezTo>
                  <a:pt x="873" y="689"/>
                  <a:pt x="877" y="694"/>
                  <a:pt x="879" y="700"/>
                </a:cubicBezTo>
                <a:cubicBezTo>
                  <a:pt x="884" y="705"/>
                  <a:pt x="883" y="713"/>
                  <a:pt x="886" y="719"/>
                </a:cubicBezTo>
                <a:cubicBezTo>
                  <a:pt x="888" y="725"/>
                  <a:pt x="890" y="731"/>
                  <a:pt x="890" y="737"/>
                </a:cubicBezTo>
                <a:cubicBezTo>
                  <a:pt x="896" y="749"/>
                  <a:pt x="896" y="762"/>
                  <a:pt x="903" y="772"/>
                </a:cubicBezTo>
                <a:cubicBezTo>
                  <a:pt x="901" y="790"/>
                  <a:pt x="910" y="804"/>
                  <a:pt x="909" y="822"/>
                </a:cubicBezTo>
                <a:cubicBezTo>
                  <a:pt x="912" y="826"/>
                  <a:pt x="913" y="829"/>
                  <a:pt x="913" y="834"/>
                </a:cubicBezTo>
                <a:cubicBezTo>
                  <a:pt x="906" y="841"/>
                  <a:pt x="921" y="840"/>
                  <a:pt x="914" y="847"/>
                </a:cubicBezTo>
                <a:cubicBezTo>
                  <a:pt x="921" y="852"/>
                  <a:pt x="911" y="864"/>
                  <a:pt x="920" y="869"/>
                </a:cubicBezTo>
                <a:cubicBezTo>
                  <a:pt x="918" y="872"/>
                  <a:pt x="916" y="876"/>
                  <a:pt x="919" y="878"/>
                </a:cubicBezTo>
                <a:cubicBezTo>
                  <a:pt x="916" y="879"/>
                  <a:pt x="913" y="881"/>
                  <a:pt x="916" y="883"/>
                </a:cubicBezTo>
                <a:cubicBezTo>
                  <a:pt x="918" y="888"/>
                  <a:pt x="915" y="894"/>
                  <a:pt x="912" y="900"/>
                </a:cubicBezTo>
                <a:cubicBezTo>
                  <a:pt x="904" y="894"/>
                  <a:pt x="909" y="884"/>
                  <a:pt x="903" y="877"/>
                </a:cubicBezTo>
                <a:cubicBezTo>
                  <a:pt x="905" y="867"/>
                  <a:pt x="899" y="861"/>
                  <a:pt x="902" y="851"/>
                </a:cubicBezTo>
                <a:cubicBezTo>
                  <a:pt x="900" y="845"/>
                  <a:pt x="896" y="840"/>
                  <a:pt x="898" y="833"/>
                </a:cubicBezTo>
                <a:cubicBezTo>
                  <a:pt x="895" y="828"/>
                  <a:pt x="893" y="823"/>
                  <a:pt x="892" y="818"/>
                </a:cubicBezTo>
                <a:cubicBezTo>
                  <a:pt x="887" y="808"/>
                  <a:pt x="887" y="796"/>
                  <a:pt x="884" y="786"/>
                </a:cubicBezTo>
                <a:cubicBezTo>
                  <a:pt x="880" y="775"/>
                  <a:pt x="877" y="763"/>
                  <a:pt x="874" y="752"/>
                </a:cubicBezTo>
                <a:cubicBezTo>
                  <a:pt x="870" y="742"/>
                  <a:pt x="867" y="732"/>
                  <a:pt x="866" y="720"/>
                </a:cubicBezTo>
                <a:cubicBezTo>
                  <a:pt x="866" y="717"/>
                  <a:pt x="862" y="714"/>
                  <a:pt x="865" y="710"/>
                </a:cubicBezTo>
                <a:cubicBezTo>
                  <a:pt x="862" y="708"/>
                  <a:pt x="865" y="704"/>
                  <a:pt x="862" y="702"/>
                </a:cubicBezTo>
                <a:cubicBezTo>
                  <a:pt x="864" y="695"/>
                  <a:pt x="855" y="693"/>
                  <a:pt x="860" y="685"/>
                </a:cubicBezTo>
                <a:cubicBezTo>
                  <a:pt x="855" y="675"/>
                  <a:pt x="855" y="664"/>
                  <a:pt x="852" y="653"/>
                </a:cubicBezTo>
                <a:cubicBezTo>
                  <a:pt x="853" y="641"/>
                  <a:pt x="847" y="632"/>
                  <a:pt x="849" y="619"/>
                </a:cubicBezTo>
                <a:cubicBezTo>
                  <a:pt x="842" y="610"/>
                  <a:pt x="848" y="596"/>
                  <a:pt x="841" y="587"/>
                </a:cubicBezTo>
                <a:close/>
                <a:moveTo>
                  <a:pt x="881" y="931"/>
                </a:moveTo>
                <a:cubicBezTo>
                  <a:pt x="877" y="917"/>
                  <a:pt x="876" y="902"/>
                  <a:pt x="868" y="890"/>
                </a:cubicBezTo>
                <a:cubicBezTo>
                  <a:pt x="874" y="880"/>
                  <a:pt x="861" y="877"/>
                  <a:pt x="866" y="867"/>
                </a:cubicBezTo>
                <a:cubicBezTo>
                  <a:pt x="859" y="862"/>
                  <a:pt x="865" y="852"/>
                  <a:pt x="859" y="847"/>
                </a:cubicBezTo>
                <a:cubicBezTo>
                  <a:pt x="862" y="830"/>
                  <a:pt x="851" y="818"/>
                  <a:pt x="851" y="802"/>
                </a:cubicBezTo>
                <a:cubicBezTo>
                  <a:pt x="853" y="793"/>
                  <a:pt x="844" y="789"/>
                  <a:pt x="849" y="779"/>
                </a:cubicBezTo>
                <a:cubicBezTo>
                  <a:pt x="845" y="773"/>
                  <a:pt x="844" y="766"/>
                  <a:pt x="846" y="758"/>
                </a:cubicBezTo>
                <a:cubicBezTo>
                  <a:pt x="842" y="745"/>
                  <a:pt x="841" y="729"/>
                  <a:pt x="840" y="714"/>
                </a:cubicBezTo>
                <a:cubicBezTo>
                  <a:pt x="846" y="704"/>
                  <a:pt x="835" y="700"/>
                  <a:pt x="842" y="690"/>
                </a:cubicBezTo>
                <a:cubicBezTo>
                  <a:pt x="837" y="684"/>
                  <a:pt x="843" y="675"/>
                  <a:pt x="839" y="669"/>
                </a:cubicBezTo>
                <a:cubicBezTo>
                  <a:pt x="840" y="666"/>
                  <a:pt x="841" y="664"/>
                  <a:pt x="842" y="661"/>
                </a:cubicBezTo>
                <a:cubicBezTo>
                  <a:pt x="848" y="673"/>
                  <a:pt x="848" y="687"/>
                  <a:pt x="850" y="700"/>
                </a:cubicBezTo>
                <a:cubicBezTo>
                  <a:pt x="852" y="713"/>
                  <a:pt x="855" y="726"/>
                  <a:pt x="858" y="738"/>
                </a:cubicBezTo>
                <a:cubicBezTo>
                  <a:pt x="856" y="746"/>
                  <a:pt x="861" y="752"/>
                  <a:pt x="861" y="759"/>
                </a:cubicBezTo>
                <a:cubicBezTo>
                  <a:pt x="864" y="762"/>
                  <a:pt x="865" y="765"/>
                  <a:pt x="863" y="769"/>
                </a:cubicBezTo>
                <a:cubicBezTo>
                  <a:pt x="868" y="770"/>
                  <a:pt x="867" y="774"/>
                  <a:pt x="866" y="777"/>
                </a:cubicBezTo>
                <a:cubicBezTo>
                  <a:pt x="875" y="780"/>
                  <a:pt x="867" y="790"/>
                  <a:pt x="874" y="794"/>
                </a:cubicBezTo>
                <a:cubicBezTo>
                  <a:pt x="870" y="799"/>
                  <a:pt x="877" y="800"/>
                  <a:pt x="876" y="804"/>
                </a:cubicBezTo>
                <a:cubicBezTo>
                  <a:pt x="876" y="807"/>
                  <a:pt x="877" y="810"/>
                  <a:pt x="875" y="813"/>
                </a:cubicBezTo>
                <a:cubicBezTo>
                  <a:pt x="877" y="820"/>
                  <a:pt x="883" y="825"/>
                  <a:pt x="882" y="832"/>
                </a:cubicBezTo>
                <a:cubicBezTo>
                  <a:pt x="886" y="837"/>
                  <a:pt x="881" y="846"/>
                  <a:pt x="890" y="849"/>
                </a:cubicBezTo>
                <a:cubicBezTo>
                  <a:pt x="886" y="865"/>
                  <a:pt x="893" y="877"/>
                  <a:pt x="893" y="892"/>
                </a:cubicBezTo>
                <a:cubicBezTo>
                  <a:pt x="900" y="903"/>
                  <a:pt x="895" y="918"/>
                  <a:pt x="901" y="930"/>
                </a:cubicBezTo>
                <a:cubicBezTo>
                  <a:pt x="897" y="946"/>
                  <a:pt x="907" y="956"/>
                  <a:pt x="905" y="970"/>
                </a:cubicBezTo>
                <a:cubicBezTo>
                  <a:pt x="904" y="985"/>
                  <a:pt x="901" y="999"/>
                  <a:pt x="905" y="1012"/>
                </a:cubicBezTo>
                <a:cubicBezTo>
                  <a:pt x="902" y="1018"/>
                  <a:pt x="896" y="1008"/>
                  <a:pt x="898" y="1006"/>
                </a:cubicBezTo>
                <a:cubicBezTo>
                  <a:pt x="896" y="1003"/>
                  <a:pt x="894" y="1000"/>
                  <a:pt x="897" y="995"/>
                </a:cubicBezTo>
                <a:cubicBezTo>
                  <a:pt x="892" y="989"/>
                  <a:pt x="893" y="981"/>
                  <a:pt x="891" y="973"/>
                </a:cubicBezTo>
                <a:cubicBezTo>
                  <a:pt x="890" y="958"/>
                  <a:pt x="882" y="946"/>
                  <a:pt x="881" y="931"/>
                </a:cubicBezTo>
                <a:close/>
                <a:moveTo>
                  <a:pt x="3511" y="22"/>
                </a:moveTo>
                <a:cubicBezTo>
                  <a:pt x="3510" y="27"/>
                  <a:pt x="3507" y="34"/>
                  <a:pt x="3510" y="38"/>
                </a:cubicBezTo>
                <a:cubicBezTo>
                  <a:pt x="3508" y="43"/>
                  <a:pt x="3508" y="47"/>
                  <a:pt x="3511" y="51"/>
                </a:cubicBezTo>
                <a:cubicBezTo>
                  <a:pt x="3510" y="56"/>
                  <a:pt x="3508" y="62"/>
                  <a:pt x="3510" y="66"/>
                </a:cubicBezTo>
                <a:cubicBezTo>
                  <a:pt x="3517" y="55"/>
                  <a:pt x="3511" y="48"/>
                  <a:pt x="3517" y="37"/>
                </a:cubicBezTo>
                <a:cubicBezTo>
                  <a:pt x="3513" y="30"/>
                  <a:pt x="3519" y="19"/>
                  <a:pt x="3515" y="11"/>
                </a:cubicBezTo>
                <a:cubicBezTo>
                  <a:pt x="3517" y="8"/>
                  <a:pt x="3517" y="4"/>
                  <a:pt x="3517" y="1"/>
                </a:cubicBezTo>
                <a:cubicBezTo>
                  <a:pt x="3508" y="1"/>
                  <a:pt x="3508" y="1"/>
                  <a:pt x="3508" y="1"/>
                </a:cubicBezTo>
                <a:cubicBezTo>
                  <a:pt x="3508" y="4"/>
                  <a:pt x="3509" y="6"/>
                  <a:pt x="3510" y="9"/>
                </a:cubicBezTo>
                <a:cubicBezTo>
                  <a:pt x="3508" y="14"/>
                  <a:pt x="3508" y="19"/>
                  <a:pt x="3511" y="22"/>
                </a:cubicBezTo>
                <a:close/>
                <a:moveTo>
                  <a:pt x="3281" y="65"/>
                </a:moveTo>
                <a:cubicBezTo>
                  <a:pt x="3285" y="66"/>
                  <a:pt x="3283" y="60"/>
                  <a:pt x="3280" y="58"/>
                </a:cubicBezTo>
                <a:cubicBezTo>
                  <a:pt x="3286" y="52"/>
                  <a:pt x="3279" y="50"/>
                  <a:pt x="3283" y="44"/>
                </a:cubicBezTo>
                <a:cubicBezTo>
                  <a:pt x="3279" y="37"/>
                  <a:pt x="3284" y="26"/>
                  <a:pt x="3282" y="18"/>
                </a:cubicBezTo>
                <a:cubicBezTo>
                  <a:pt x="3283" y="12"/>
                  <a:pt x="3285" y="6"/>
                  <a:pt x="3286" y="1"/>
                </a:cubicBezTo>
                <a:cubicBezTo>
                  <a:pt x="3281" y="1"/>
                  <a:pt x="3281" y="1"/>
                  <a:pt x="3281" y="1"/>
                </a:cubicBezTo>
                <a:cubicBezTo>
                  <a:pt x="3279" y="7"/>
                  <a:pt x="3278" y="13"/>
                  <a:pt x="3274" y="21"/>
                </a:cubicBezTo>
                <a:cubicBezTo>
                  <a:pt x="3278" y="27"/>
                  <a:pt x="3275" y="35"/>
                  <a:pt x="3274" y="43"/>
                </a:cubicBezTo>
                <a:cubicBezTo>
                  <a:pt x="3281" y="48"/>
                  <a:pt x="3268" y="61"/>
                  <a:pt x="3281" y="65"/>
                </a:cubicBezTo>
                <a:close/>
                <a:moveTo>
                  <a:pt x="3468" y="92"/>
                </a:moveTo>
                <a:cubicBezTo>
                  <a:pt x="3470" y="79"/>
                  <a:pt x="3469" y="72"/>
                  <a:pt x="3478" y="62"/>
                </a:cubicBezTo>
                <a:cubicBezTo>
                  <a:pt x="3473" y="59"/>
                  <a:pt x="3480" y="52"/>
                  <a:pt x="3477" y="49"/>
                </a:cubicBezTo>
                <a:cubicBezTo>
                  <a:pt x="3481" y="43"/>
                  <a:pt x="3475" y="41"/>
                  <a:pt x="3480" y="34"/>
                </a:cubicBezTo>
                <a:cubicBezTo>
                  <a:pt x="3475" y="32"/>
                  <a:pt x="3482" y="24"/>
                  <a:pt x="3479" y="21"/>
                </a:cubicBezTo>
                <a:cubicBezTo>
                  <a:pt x="3483" y="15"/>
                  <a:pt x="3477" y="13"/>
                  <a:pt x="3483" y="7"/>
                </a:cubicBezTo>
                <a:cubicBezTo>
                  <a:pt x="3482" y="5"/>
                  <a:pt x="3481" y="3"/>
                  <a:pt x="3481" y="1"/>
                </a:cubicBezTo>
                <a:cubicBezTo>
                  <a:pt x="3473" y="1"/>
                  <a:pt x="3473" y="1"/>
                  <a:pt x="3473" y="1"/>
                </a:cubicBezTo>
                <a:cubicBezTo>
                  <a:pt x="3474" y="7"/>
                  <a:pt x="3470" y="16"/>
                  <a:pt x="3473" y="22"/>
                </a:cubicBezTo>
                <a:cubicBezTo>
                  <a:pt x="3470" y="32"/>
                  <a:pt x="3474" y="40"/>
                  <a:pt x="3473" y="50"/>
                </a:cubicBezTo>
                <a:cubicBezTo>
                  <a:pt x="3469" y="58"/>
                  <a:pt x="3473" y="63"/>
                  <a:pt x="3467" y="73"/>
                </a:cubicBezTo>
                <a:cubicBezTo>
                  <a:pt x="3470" y="78"/>
                  <a:pt x="3460" y="89"/>
                  <a:pt x="3468" y="92"/>
                </a:cubicBezTo>
                <a:close/>
                <a:moveTo>
                  <a:pt x="3356" y="94"/>
                </a:moveTo>
                <a:cubicBezTo>
                  <a:pt x="3354" y="99"/>
                  <a:pt x="3354" y="104"/>
                  <a:pt x="3357" y="107"/>
                </a:cubicBezTo>
                <a:cubicBezTo>
                  <a:pt x="3357" y="109"/>
                  <a:pt x="3355" y="112"/>
                  <a:pt x="3357" y="114"/>
                </a:cubicBezTo>
                <a:cubicBezTo>
                  <a:pt x="3359" y="114"/>
                  <a:pt x="3361" y="113"/>
                  <a:pt x="3358" y="111"/>
                </a:cubicBezTo>
                <a:cubicBezTo>
                  <a:pt x="3362" y="90"/>
                  <a:pt x="3362" y="70"/>
                  <a:pt x="3363" y="50"/>
                </a:cubicBezTo>
                <a:cubicBezTo>
                  <a:pt x="3369" y="42"/>
                  <a:pt x="3362" y="40"/>
                  <a:pt x="3363" y="34"/>
                </a:cubicBezTo>
                <a:cubicBezTo>
                  <a:pt x="3359" y="31"/>
                  <a:pt x="3369" y="22"/>
                  <a:pt x="3364" y="19"/>
                </a:cubicBezTo>
                <a:cubicBezTo>
                  <a:pt x="3365" y="12"/>
                  <a:pt x="3366" y="6"/>
                  <a:pt x="3365" y="1"/>
                </a:cubicBezTo>
                <a:cubicBezTo>
                  <a:pt x="3358" y="1"/>
                  <a:pt x="3358" y="1"/>
                  <a:pt x="3358" y="1"/>
                </a:cubicBezTo>
                <a:cubicBezTo>
                  <a:pt x="3358" y="2"/>
                  <a:pt x="3358" y="4"/>
                  <a:pt x="3357" y="6"/>
                </a:cubicBezTo>
                <a:cubicBezTo>
                  <a:pt x="3360" y="9"/>
                  <a:pt x="3353" y="16"/>
                  <a:pt x="3357" y="19"/>
                </a:cubicBezTo>
                <a:cubicBezTo>
                  <a:pt x="3353" y="37"/>
                  <a:pt x="3358" y="53"/>
                  <a:pt x="3354" y="71"/>
                </a:cubicBezTo>
                <a:cubicBezTo>
                  <a:pt x="3357" y="78"/>
                  <a:pt x="3352" y="88"/>
                  <a:pt x="3356" y="94"/>
                </a:cubicBezTo>
                <a:close/>
                <a:moveTo>
                  <a:pt x="3438" y="168"/>
                </a:moveTo>
                <a:cubicBezTo>
                  <a:pt x="3445" y="146"/>
                  <a:pt x="3445" y="127"/>
                  <a:pt x="3449" y="106"/>
                </a:cubicBezTo>
                <a:cubicBezTo>
                  <a:pt x="3444" y="103"/>
                  <a:pt x="3451" y="96"/>
                  <a:pt x="3448" y="93"/>
                </a:cubicBezTo>
                <a:cubicBezTo>
                  <a:pt x="3440" y="91"/>
                  <a:pt x="3457" y="79"/>
                  <a:pt x="3449" y="77"/>
                </a:cubicBezTo>
                <a:cubicBezTo>
                  <a:pt x="3451" y="67"/>
                  <a:pt x="3449" y="58"/>
                  <a:pt x="3452" y="47"/>
                </a:cubicBezTo>
                <a:cubicBezTo>
                  <a:pt x="3451" y="32"/>
                  <a:pt x="3451" y="17"/>
                  <a:pt x="3451" y="1"/>
                </a:cubicBezTo>
                <a:cubicBezTo>
                  <a:pt x="3442" y="1"/>
                  <a:pt x="3442" y="1"/>
                  <a:pt x="3442" y="1"/>
                </a:cubicBezTo>
                <a:cubicBezTo>
                  <a:pt x="3440" y="14"/>
                  <a:pt x="3446" y="24"/>
                  <a:pt x="3440" y="39"/>
                </a:cubicBezTo>
                <a:cubicBezTo>
                  <a:pt x="3443" y="44"/>
                  <a:pt x="3439" y="53"/>
                  <a:pt x="3441" y="58"/>
                </a:cubicBezTo>
                <a:cubicBezTo>
                  <a:pt x="3442" y="66"/>
                  <a:pt x="3440" y="74"/>
                  <a:pt x="3441" y="80"/>
                </a:cubicBezTo>
                <a:cubicBezTo>
                  <a:pt x="3440" y="95"/>
                  <a:pt x="3439" y="109"/>
                  <a:pt x="3438" y="123"/>
                </a:cubicBezTo>
                <a:cubicBezTo>
                  <a:pt x="3441" y="130"/>
                  <a:pt x="3433" y="140"/>
                  <a:pt x="3438" y="146"/>
                </a:cubicBezTo>
                <a:cubicBezTo>
                  <a:pt x="3441" y="152"/>
                  <a:pt x="3428" y="164"/>
                  <a:pt x="3438" y="168"/>
                </a:cubicBezTo>
                <a:close/>
                <a:moveTo>
                  <a:pt x="3415" y="170"/>
                </a:moveTo>
                <a:cubicBezTo>
                  <a:pt x="3410" y="160"/>
                  <a:pt x="3425" y="143"/>
                  <a:pt x="3418" y="134"/>
                </a:cubicBezTo>
                <a:cubicBezTo>
                  <a:pt x="3427" y="119"/>
                  <a:pt x="3423" y="108"/>
                  <a:pt x="3425" y="96"/>
                </a:cubicBezTo>
                <a:cubicBezTo>
                  <a:pt x="3429" y="88"/>
                  <a:pt x="3424" y="87"/>
                  <a:pt x="3424" y="83"/>
                </a:cubicBezTo>
                <a:cubicBezTo>
                  <a:pt x="3425" y="81"/>
                  <a:pt x="3427" y="79"/>
                  <a:pt x="3427" y="77"/>
                </a:cubicBezTo>
                <a:cubicBezTo>
                  <a:pt x="3427" y="72"/>
                  <a:pt x="3424" y="65"/>
                  <a:pt x="3428" y="59"/>
                </a:cubicBezTo>
                <a:cubicBezTo>
                  <a:pt x="3422" y="56"/>
                  <a:pt x="3431" y="46"/>
                  <a:pt x="3426" y="42"/>
                </a:cubicBezTo>
                <a:cubicBezTo>
                  <a:pt x="3426" y="36"/>
                  <a:pt x="3425" y="29"/>
                  <a:pt x="3425" y="23"/>
                </a:cubicBezTo>
                <a:cubicBezTo>
                  <a:pt x="3427" y="15"/>
                  <a:pt x="3428" y="8"/>
                  <a:pt x="3428" y="1"/>
                </a:cubicBezTo>
                <a:cubicBezTo>
                  <a:pt x="3418" y="1"/>
                  <a:pt x="3418" y="1"/>
                  <a:pt x="3418" y="1"/>
                </a:cubicBezTo>
                <a:cubicBezTo>
                  <a:pt x="3419" y="25"/>
                  <a:pt x="3418" y="50"/>
                  <a:pt x="3419" y="74"/>
                </a:cubicBezTo>
                <a:cubicBezTo>
                  <a:pt x="3418" y="90"/>
                  <a:pt x="3415" y="108"/>
                  <a:pt x="3416" y="123"/>
                </a:cubicBezTo>
                <a:cubicBezTo>
                  <a:pt x="3414" y="128"/>
                  <a:pt x="3413" y="132"/>
                  <a:pt x="3414" y="135"/>
                </a:cubicBezTo>
                <a:cubicBezTo>
                  <a:pt x="3422" y="136"/>
                  <a:pt x="3407" y="147"/>
                  <a:pt x="3415" y="148"/>
                </a:cubicBezTo>
                <a:cubicBezTo>
                  <a:pt x="3413" y="153"/>
                  <a:pt x="3410" y="159"/>
                  <a:pt x="3408" y="164"/>
                </a:cubicBezTo>
                <a:cubicBezTo>
                  <a:pt x="3411" y="165"/>
                  <a:pt x="3409" y="178"/>
                  <a:pt x="3415" y="170"/>
                </a:cubicBezTo>
                <a:close/>
                <a:moveTo>
                  <a:pt x="31" y="1478"/>
                </a:moveTo>
                <a:cubicBezTo>
                  <a:pt x="37" y="1485"/>
                  <a:pt x="49" y="1485"/>
                  <a:pt x="51" y="1495"/>
                </a:cubicBezTo>
                <a:cubicBezTo>
                  <a:pt x="63" y="1496"/>
                  <a:pt x="64" y="1508"/>
                  <a:pt x="75" y="1509"/>
                </a:cubicBezTo>
                <a:cubicBezTo>
                  <a:pt x="83" y="1513"/>
                  <a:pt x="88" y="1522"/>
                  <a:pt x="99" y="1523"/>
                </a:cubicBezTo>
                <a:cubicBezTo>
                  <a:pt x="105" y="1528"/>
                  <a:pt x="113" y="1531"/>
                  <a:pt x="119" y="1537"/>
                </a:cubicBezTo>
                <a:cubicBezTo>
                  <a:pt x="130" y="1539"/>
                  <a:pt x="134" y="1547"/>
                  <a:pt x="146" y="1548"/>
                </a:cubicBezTo>
                <a:cubicBezTo>
                  <a:pt x="146" y="1553"/>
                  <a:pt x="155" y="1549"/>
                  <a:pt x="157" y="1553"/>
                </a:cubicBezTo>
                <a:cubicBezTo>
                  <a:pt x="161" y="1556"/>
                  <a:pt x="168" y="1556"/>
                  <a:pt x="172" y="1559"/>
                </a:cubicBezTo>
                <a:cubicBezTo>
                  <a:pt x="174" y="1563"/>
                  <a:pt x="183" y="1559"/>
                  <a:pt x="184" y="1564"/>
                </a:cubicBezTo>
                <a:cubicBezTo>
                  <a:pt x="189" y="1562"/>
                  <a:pt x="196" y="1572"/>
                  <a:pt x="198" y="1564"/>
                </a:cubicBezTo>
                <a:cubicBezTo>
                  <a:pt x="190" y="1563"/>
                  <a:pt x="186" y="1557"/>
                  <a:pt x="178" y="1556"/>
                </a:cubicBezTo>
                <a:cubicBezTo>
                  <a:pt x="169" y="1553"/>
                  <a:pt x="166" y="1547"/>
                  <a:pt x="154" y="1548"/>
                </a:cubicBezTo>
                <a:cubicBezTo>
                  <a:pt x="152" y="1540"/>
                  <a:pt x="139" y="1542"/>
                  <a:pt x="134" y="1537"/>
                </a:cubicBezTo>
                <a:cubicBezTo>
                  <a:pt x="124" y="1535"/>
                  <a:pt x="123" y="1526"/>
                  <a:pt x="113" y="1525"/>
                </a:cubicBezTo>
                <a:cubicBezTo>
                  <a:pt x="102" y="1516"/>
                  <a:pt x="88" y="1510"/>
                  <a:pt x="78" y="1500"/>
                </a:cubicBezTo>
                <a:cubicBezTo>
                  <a:pt x="72" y="1496"/>
                  <a:pt x="63" y="1494"/>
                  <a:pt x="60" y="1486"/>
                </a:cubicBezTo>
                <a:cubicBezTo>
                  <a:pt x="54" y="1481"/>
                  <a:pt x="46" y="1479"/>
                  <a:pt x="42" y="1472"/>
                </a:cubicBezTo>
                <a:cubicBezTo>
                  <a:pt x="28" y="1467"/>
                  <a:pt x="20" y="1454"/>
                  <a:pt x="7" y="1447"/>
                </a:cubicBezTo>
                <a:cubicBezTo>
                  <a:pt x="5" y="1444"/>
                  <a:pt x="3" y="1443"/>
                  <a:pt x="0" y="1441"/>
                </a:cubicBezTo>
                <a:cubicBezTo>
                  <a:pt x="0" y="1453"/>
                  <a:pt x="0" y="1453"/>
                  <a:pt x="0" y="1453"/>
                </a:cubicBezTo>
                <a:cubicBezTo>
                  <a:pt x="4" y="1456"/>
                  <a:pt x="8" y="1459"/>
                  <a:pt x="13" y="1461"/>
                </a:cubicBezTo>
                <a:cubicBezTo>
                  <a:pt x="17" y="1469"/>
                  <a:pt x="28" y="1469"/>
                  <a:pt x="31" y="1478"/>
                </a:cubicBezTo>
                <a:close/>
                <a:moveTo>
                  <a:pt x="3820" y="1776"/>
                </a:moveTo>
                <a:cubicBezTo>
                  <a:pt x="3815" y="1776"/>
                  <a:pt x="3808" y="1779"/>
                  <a:pt x="3803" y="1776"/>
                </a:cubicBezTo>
                <a:cubicBezTo>
                  <a:pt x="3783" y="1778"/>
                  <a:pt x="3779" y="1779"/>
                  <a:pt x="3776" y="1776"/>
                </a:cubicBezTo>
                <a:cubicBezTo>
                  <a:pt x="3722" y="1774"/>
                  <a:pt x="3706" y="1769"/>
                  <a:pt x="3689" y="1769"/>
                </a:cubicBezTo>
                <a:cubicBezTo>
                  <a:pt x="3650" y="1765"/>
                  <a:pt x="3646" y="1766"/>
                  <a:pt x="3642" y="1764"/>
                </a:cubicBezTo>
                <a:cubicBezTo>
                  <a:pt x="3610" y="1757"/>
                  <a:pt x="3602" y="1755"/>
                  <a:pt x="3595" y="1749"/>
                </a:cubicBezTo>
                <a:cubicBezTo>
                  <a:pt x="3566" y="1746"/>
                  <a:pt x="3562" y="1745"/>
                  <a:pt x="3558" y="1744"/>
                </a:cubicBezTo>
                <a:cubicBezTo>
                  <a:pt x="3530" y="1738"/>
                  <a:pt x="3526" y="1737"/>
                  <a:pt x="3522" y="1736"/>
                </a:cubicBezTo>
                <a:cubicBezTo>
                  <a:pt x="3481" y="1724"/>
                  <a:pt x="3475" y="1732"/>
                  <a:pt x="3472" y="1726"/>
                </a:cubicBezTo>
                <a:cubicBezTo>
                  <a:pt x="3453" y="1721"/>
                  <a:pt x="3450" y="1717"/>
                  <a:pt x="3446" y="1722"/>
                </a:cubicBezTo>
                <a:cubicBezTo>
                  <a:pt x="3412" y="1719"/>
                  <a:pt x="3406" y="1706"/>
                  <a:pt x="3395" y="1712"/>
                </a:cubicBezTo>
                <a:cubicBezTo>
                  <a:pt x="3337" y="1710"/>
                  <a:pt x="3330" y="1702"/>
                  <a:pt x="3321" y="1707"/>
                </a:cubicBezTo>
                <a:cubicBezTo>
                  <a:pt x="3287" y="1700"/>
                  <a:pt x="3277" y="1705"/>
                  <a:pt x="3269" y="1702"/>
                </a:cubicBezTo>
                <a:cubicBezTo>
                  <a:pt x="3226" y="1697"/>
                  <a:pt x="3220" y="1704"/>
                  <a:pt x="3217" y="1700"/>
                </a:cubicBezTo>
                <a:cubicBezTo>
                  <a:pt x="3198" y="1707"/>
                  <a:pt x="3203" y="1711"/>
                  <a:pt x="3210" y="1705"/>
                </a:cubicBezTo>
                <a:cubicBezTo>
                  <a:pt x="3279" y="1706"/>
                  <a:pt x="3289" y="1715"/>
                  <a:pt x="3303" y="1712"/>
                </a:cubicBezTo>
                <a:cubicBezTo>
                  <a:pt x="3345" y="1716"/>
                  <a:pt x="3350" y="1718"/>
                  <a:pt x="3357" y="1716"/>
                </a:cubicBezTo>
                <a:cubicBezTo>
                  <a:pt x="3407" y="1723"/>
                  <a:pt x="3409" y="1724"/>
                  <a:pt x="3411" y="1726"/>
                </a:cubicBezTo>
                <a:cubicBezTo>
                  <a:pt x="3473" y="1732"/>
                  <a:pt x="3477" y="1742"/>
                  <a:pt x="3483" y="1743"/>
                </a:cubicBezTo>
                <a:cubicBezTo>
                  <a:pt x="3570" y="1758"/>
                  <a:pt x="3575" y="1761"/>
                  <a:pt x="3579" y="1762"/>
                </a:cubicBezTo>
                <a:cubicBezTo>
                  <a:pt x="3628" y="1778"/>
                  <a:pt x="3639" y="1772"/>
                  <a:pt x="3647" y="1778"/>
                </a:cubicBezTo>
                <a:cubicBezTo>
                  <a:pt x="3686" y="1782"/>
                  <a:pt x="3696" y="1779"/>
                  <a:pt x="3705" y="1783"/>
                </a:cubicBezTo>
                <a:cubicBezTo>
                  <a:pt x="3771" y="1786"/>
                  <a:pt x="3780" y="1792"/>
                  <a:pt x="3790" y="1788"/>
                </a:cubicBezTo>
                <a:cubicBezTo>
                  <a:pt x="3840" y="1775"/>
                  <a:pt x="3840" y="1775"/>
                  <a:pt x="3840" y="1775"/>
                </a:cubicBezTo>
                <a:close/>
                <a:moveTo>
                  <a:pt x="3822" y="1734"/>
                </a:moveTo>
                <a:cubicBezTo>
                  <a:pt x="3814" y="1733"/>
                  <a:pt x="3806" y="1736"/>
                  <a:pt x="3799" y="1731"/>
                </a:cubicBezTo>
                <a:cubicBezTo>
                  <a:pt x="3682" y="1727"/>
                  <a:pt x="3670" y="1726"/>
                  <a:pt x="3658" y="1723"/>
                </a:cubicBezTo>
                <a:cubicBezTo>
                  <a:pt x="3616" y="1715"/>
                  <a:pt x="3612" y="1714"/>
                  <a:pt x="3608" y="1714"/>
                </a:cubicBezTo>
                <a:cubicBezTo>
                  <a:pt x="3534" y="1702"/>
                  <a:pt x="3526" y="1701"/>
                  <a:pt x="3519" y="1697"/>
                </a:cubicBezTo>
                <a:cubicBezTo>
                  <a:pt x="3485" y="1689"/>
                  <a:pt x="3477" y="1688"/>
                  <a:pt x="3468" y="1687"/>
                </a:cubicBezTo>
                <a:cubicBezTo>
                  <a:pt x="3428" y="1671"/>
                  <a:pt x="3424" y="1670"/>
                  <a:pt x="3419" y="1674"/>
                </a:cubicBezTo>
                <a:cubicBezTo>
                  <a:pt x="3410" y="1675"/>
                  <a:pt x="3423" y="1676"/>
                  <a:pt x="3436" y="1684"/>
                </a:cubicBezTo>
                <a:cubicBezTo>
                  <a:pt x="3468" y="1697"/>
                  <a:pt x="3474" y="1690"/>
                  <a:pt x="3477" y="1696"/>
                </a:cubicBezTo>
                <a:cubicBezTo>
                  <a:pt x="3533" y="1709"/>
                  <a:pt x="3546" y="1716"/>
                  <a:pt x="3560" y="1719"/>
                </a:cubicBezTo>
                <a:cubicBezTo>
                  <a:pt x="3598" y="1727"/>
                  <a:pt x="3608" y="1723"/>
                  <a:pt x="3615" y="1726"/>
                </a:cubicBezTo>
                <a:cubicBezTo>
                  <a:pt x="3636" y="1731"/>
                  <a:pt x="3639" y="1729"/>
                  <a:pt x="3641" y="1734"/>
                </a:cubicBezTo>
                <a:cubicBezTo>
                  <a:pt x="3660" y="1736"/>
                  <a:pt x="3665" y="1735"/>
                  <a:pt x="3670" y="1737"/>
                </a:cubicBezTo>
                <a:cubicBezTo>
                  <a:pt x="3705" y="1742"/>
                  <a:pt x="3716" y="1739"/>
                  <a:pt x="3725" y="1743"/>
                </a:cubicBezTo>
                <a:cubicBezTo>
                  <a:pt x="3789" y="1745"/>
                  <a:pt x="3796" y="1749"/>
                  <a:pt x="3804" y="1745"/>
                </a:cubicBezTo>
                <a:cubicBezTo>
                  <a:pt x="3840" y="1734"/>
                  <a:pt x="3840" y="1734"/>
                  <a:pt x="3840" y="1734"/>
                </a:cubicBezTo>
                <a:close/>
                <a:moveTo>
                  <a:pt x="3814" y="1712"/>
                </a:moveTo>
                <a:cubicBezTo>
                  <a:pt x="3808" y="1709"/>
                  <a:pt x="3800" y="1712"/>
                  <a:pt x="3794" y="1711"/>
                </a:cubicBezTo>
                <a:cubicBezTo>
                  <a:pt x="3747" y="1710"/>
                  <a:pt x="3742" y="1707"/>
                  <a:pt x="3736" y="1706"/>
                </a:cubicBezTo>
                <a:cubicBezTo>
                  <a:pt x="3703" y="1697"/>
                  <a:pt x="3688" y="1705"/>
                  <a:pt x="3677" y="1694"/>
                </a:cubicBezTo>
                <a:cubicBezTo>
                  <a:pt x="3646" y="1689"/>
                  <a:pt x="3642" y="1688"/>
                  <a:pt x="3640" y="1683"/>
                </a:cubicBezTo>
                <a:cubicBezTo>
                  <a:pt x="3599" y="1682"/>
                  <a:pt x="3595" y="1674"/>
                  <a:pt x="3590" y="1674"/>
                </a:cubicBezTo>
                <a:cubicBezTo>
                  <a:pt x="3534" y="1653"/>
                  <a:pt x="3529" y="1653"/>
                  <a:pt x="3524" y="1650"/>
                </a:cubicBezTo>
                <a:cubicBezTo>
                  <a:pt x="3485" y="1636"/>
                  <a:pt x="3477" y="1643"/>
                  <a:pt x="3473" y="1634"/>
                </a:cubicBezTo>
                <a:cubicBezTo>
                  <a:pt x="3432" y="1630"/>
                  <a:pt x="3428" y="1622"/>
                  <a:pt x="3421" y="1628"/>
                </a:cubicBezTo>
                <a:cubicBezTo>
                  <a:pt x="3398" y="1621"/>
                  <a:pt x="3392" y="1619"/>
                  <a:pt x="3385" y="1619"/>
                </a:cubicBezTo>
                <a:cubicBezTo>
                  <a:pt x="3434" y="1633"/>
                  <a:pt x="3443" y="1635"/>
                  <a:pt x="3452" y="1639"/>
                </a:cubicBezTo>
                <a:cubicBezTo>
                  <a:pt x="3476" y="1642"/>
                  <a:pt x="3477" y="1647"/>
                  <a:pt x="3480" y="1646"/>
                </a:cubicBezTo>
                <a:cubicBezTo>
                  <a:pt x="3512" y="1657"/>
                  <a:pt x="3517" y="1656"/>
                  <a:pt x="3522" y="1658"/>
                </a:cubicBezTo>
                <a:cubicBezTo>
                  <a:pt x="3563" y="1677"/>
                  <a:pt x="3566" y="1676"/>
                  <a:pt x="3568" y="1677"/>
                </a:cubicBezTo>
                <a:cubicBezTo>
                  <a:pt x="3613" y="1692"/>
                  <a:pt x="3637" y="1698"/>
                  <a:pt x="3660" y="1705"/>
                </a:cubicBezTo>
                <a:cubicBezTo>
                  <a:pt x="3739" y="1721"/>
                  <a:pt x="3746" y="1717"/>
                  <a:pt x="3751" y="1720"/>
                </a:cubicBezTo>
                <a:cubicBezTo>
                  <a:pt x="3784" y="1723"/>
                  <a:pt x="3784" y="1723"/>
                  <a:pt x="3785" y="1723"/>
                </a:cubicBezTo>
                <a:cubicBezTo>
                  <a:pt x="3801" y="1723"/>
                  <a:pt x="3804" y="1724"/>
                  <a:pt x="3808" y="1723"/>
                </a:cubicBezTo>
                <a:cubicBezTo>
                  <a:pt x="3815" y="1723"/>
                  <a:pt x="3819" y="1724"/>
                  <a:pt x="3824" y="1723"/>
                </a:cubicBezTo>
                <a:cubicBezTo>
                  <a:pt x="3840" y="1710"/>
                  <a:pt x="3840" y="1710"/>
                  <a:pt x="3840" y="1710"/>
                </a:cubicBezTo>
                <a:close/>
                <a:moveTo>
                  <a:pt x="3797" y="1804"/>
                </a:moveTo>
                <a:cubicBezTo>
                  <a:pt x="3789" y="1801"/>
                  <a:pt x="3778" y="1806"/>
                  <a:pt x="3770" y="1804"/>
                </a:cubicBezTo>
                <a:cubicBezTo>
                  <a:pt x="3676" y="1798"/>
                  <a:pt x="3668" y="1802"/>
                  <a:pt x="3661" y="1800"/>
                </a:cubicBezTo>
                <a:cubicBezTo>
                  <a:pt x="3623" y="1797"/>
                  <a:pt x="3609" y="1793"/>
                  <a:pt x="3593" y="1794"/>
                </a:cubicBezTo>
                <a:cubicBezTo>
                  <a:pt x="3548" y="1781"/>
                  <a:pt x="3545" y="1781"/>
                  <a:pt x="3542" y="1778"/>
                </a:cubicBezTo>
                <a:cubicBezTo>
                  <a:pt x="3517" y="1776"/>
                  <a:pt x="3515" y="1766"/>
                  <a:pt x="3510" y="1771"/>
                </a:cubicBezTo>
                <a:cubicBezTo>
                  <a:pt x="3398" y="1749"/>
                  <a:pt x="3391" y="1744"/>
                  <a:pt x="3384" y="1743"/>
                </a:cubicBezTo>
                <a:cubicBezTo>
                  <a:pt x="3327" y="1734"/>
                  <a:pt x="3313" y="1732"/>
                  <a:pt x="3297" y="1736"/>
                </a:cubicBezTo>
                <a:cubicBezTo>
                  <a:pt x="3259" y="1736"/>
                  <a:pt x="3255" y="1737"/>
                  <a:pt x="3249" y="1741"/>
                </a:cubicBezTo>
                <a:cubicBezTo>
                  <a:pt x="3277" y="1748"/>
                  <a:pt x="3287" y="1739"/>
                  <a:pt x="3293" y="1745"/>
                </a:cubicBezTo>
                <a:cubicBezTo>
                  <a:pt x="3389" y="1753"/>
                  <a:pt x="3395" y="1757"/>
                  <a:pt x="3401" y="1760"/>
                </a:cubicBezTo>
                <a:cubicBezTo>
                  <a:pt x="3447" y="1766"/>
                  <a:pt x="3449" y="1771"/>
                  <a:pt x="3453" y="1772"/>
                </a:cubicBezTo>
                <a:cubicBezTo>
                  <a:pt x="3494" y="1772"/>
                  <a:pt x="3499" y="1785"/>
                  <a:pt x="3507" y="1783"/>
                </a:cubicBezTo>
                <a:cubicBezTo>
                  <a:pt x="3618" y="1811"/>
                  <a:pt x="3626" y="1809"/>
                  <a:pt x="3633" y="1810"/>
                </a:cubicBezTo>
                <a:cubicBezTo>
                  <a:pt x="3663" y="1815"/>
                  <a:pt x="3672" y="1812"/>
                  <a:pt x="3678" y="1817"/>
                </a:cubicBezTo>
                <a:cubicBezTo>
                  <a:pt x="3707" y="1810"/>
                  <a:pt x="3710" y="1818"/>
                  <a:pt x="3714" y="1815"/>
                </a:cubicBezTo>
                <a:cubicBezTo>
                  <a:pt x="3759" y="1814"/>
                  <a:pt x="3766" y="1819"/>
                  <a:pt x="3776" y="1814"/>
                </a:cubicBezTo>
                <a:cubicBezTo>
                  <a:pt x="3840" y="1801"/>
                  <a:pt x="3840" y="1801"/>
                  <a:pt x="3840" y="1801"/>
                </a:cubicBezTo>
                <a:close/>
                <a:moveTo>
                  <a:pt x="3777" y="1834"/>
                </a:moveTo>
                <a:cubicBezTo>
                  <a:pt x="3774" y="1835"/>
                  <a:pt x="3771" y="1838"/>
                  <a:pt x="3768" y="1836"/>
                </a:cubicBezTo>
                <a:cubicBezTo>
                  <a:pt x="3746" y="1836"/>
                  <a:pt x="3742" y="1838"/>
                  <a:pt x="3739" y="1837"/>
                </a:cubicBezTo>
                <a:cubicBezTo>
                  <a:pt x="3676" y="1836"/>
                  <a:pt x="3670" y="1833"/>
                  <a:pt x="3664" y="1832"/>
                </a:cubicBezTo>
                <a:cubicBezTo>
                  <a:pt x="3603" y="1821"/>
                  <a:pt x="3596" y="1825"/>
                  <a:pt x="3590" y="1823"/>
                </a:cubicBezTo>
                <a:cubicBezTo>
                  <a:pt x="3543" y="1807"/>
                  <a:pt x="3529" y="1811"/>
                  <a:pt x="3517" y="1804"/>
                </a:cubicBezTo>
                <a:cubicBezTo>
                  <a:pt x="3478" y="1798"/>
                  <a:pt x="3476" y="1793"/>
                  <a:pt x="3473" y="1794"/>
                </a:cubicBezTo>
                <a:cubicBezTo>
                  <a:pt x="3443" y="1784"/>
                  <a:pt x="3441" y="1782"/>
                  <a:pt x="3438" y="1781"/>
                </a:cubicBezTo>
                <a:cubicBezTo>
                  <a:pt x="3417" y="1775"/>
                  <a:pt x="3412" y="1781"/>
                  <a:pt x="3410" y="1775"/>
                </a:cubicBezTo>
                <a:cubicBezTo>
                  <a:pt x="3351" y="1763"/>
                  <a:pt x="3348" y="1763"/>
                  <a:pt x="3345" y="1764"/>
                </a:cubicBezTo>
                <a:cubicBezTo>
                  <a:pt x="3311" y="1759"/>
                  <a:pt x="3305" y="1755"/>
                  <a:pt x="3298" y="1759"/>
                </a:cubicBezTo>
                <a:cubicBezTo>
                  <a:pt x="3214" y="1763"/>
                  <a:pt x="3208" y="1757"/>
                  <a:pt x="3206" y="1765"/>
                </a:cubicBezTo>
                <a:cubicBezTo>
                  <a:pt x="3169" y="1768"/>
                  <a:pt x="3164" y="1769"/>
                  <a:pt x="3159" y="1766"/>
                </a:cubicBezTo>
                <a:cubicBezTo>
                  <a:pt x="3204" y="1775"/>
                  <a:pt x="3217" y="1759"/>
                  <a:pt x="3224" y="1767"/>
                </a:cubicBezTo>
                <a:cubicBezTo>
                  <a:pt x="3264" y="1762"/>
                  <a:pt x="3273" y="1765"/>
                  <a:pt x="3282" y="1766"/>
                </a:cubicBezTo>
                <a:cubicBezTo>
                  <a:pt x="3317" y="1772"/>
                  <a:pt x="3325" y="1770"/>
                  <a:pt x="3333" y="1771"/>
                </a:cubicBezTo>
                <a:cubicBezTo>
                  <a:pt x="3372" y="1783"/>
                  <a:pt x="3388" y="1782"/>
                  <a:pt x="3403" y="1786"/>
                </a:cubicBezTo>
                <a:cubicBezTo>
                  <a:pt x="3459" y="1810"/>
                  <a:pt x="3467" y="1799"/>
                  <a:pt x="3470" y="1806"/>
                </a:cubicBezTo>
                <a:cubicBezTo>
                  <a:pt x="3503" y="1813"/>
                  <a:pt x="3507" y="1816"/>
                  <a:pt x="3512" y="1817"/>
                </a:cubicBezTo>
                <a:cubicBezTo>
                  <a:pt x="3558" y="1830"/>
                  <a:pt x="3564" y="1826"/>
                  <a:pt x="3568" y="1831"/>
                </a:cubicBezTo>
                <a:cubicBezTo>
                  <a:pt x="3605" y="1838"/>
                  <a:pt x="3614" y="1840"/>
                  <a:pt x="3623" y="1844"/>
                </a:cubicBezTo>
                <a:cubicBezTo>
                  <a:pt x="3676" y="1846"/>
                  <a:pt x="3679" y="1847"/>
                  <a:pt x="3681" y="1849"/>
                </a:cubicBezTo>
                <a:cubicBezTo>
                  <a:pt x="3682" y="1850"/>
                  <a:pt x="3677" y="1854"/>
                  <a:pt x="3671" y="1855"/>
                </a:cubicBezTo>
                <a:cubicBezTo>
                  <a:pt x="3615" y="1858"/>
                  <a:pt x="3613" y="1848"/>
                  <a:pt x="3606" y="1854"/>
                </a:cubicBezTo>
                <a:cubicBezTo>
                  <a:pt x="3572" y="1850"/>
                  <a:pt x="3571" y="1850"/>
                  <a:pt x="3571" y="1850"/>
                </a:cubicBezTo>
                <a:cubicBezTo>
                  <a:pt x="3418" y="1830"/>
                  <a:pt x="3411" y="1817"/>
                  <a:pt x="3398" y="1827"/>
                </a:cubicBezTo>
                <a:cubicBezTo>
                  <a:pt x="3363" y="1813"/>
                  <a:pt x="3357" y="1814"/>
                  <a:pt x="3352" y="1814"/>
                </a:cubicBezTo>
                <a:cubicBezTo>
                  <a:pt x="3304" y="1809"/>
                  <a:pt x="3301" y="1810"/>
                  <a:pt x="3300" y="1806"/>
                </a:cubicBezTo>
                <a:cubicBezTo>
                  <a:pt x="3273" y="1808"/>
                  <a:pt x="3261" y="1802"/>
                  <a:pt x="3262" y="1812"/>
                </a:cubicBezTo>
                <a:cubicBezTo>
                  <a:pt x="3315" y="1816"/>
                  <a:pt x="3329" y="1819"/>
                  <a:pt x="3343" y="1820"/>
                </a:cubicBezTo>
                <a:cubicBezTo>
                  <a:pt x="3406" y="1838"/>
                  <a:pt x="3415" y="1831"/>
                  <a:pt x="3421" y="1836"/>
                </a:cubicBezTo>
                <a:cubicBezTo>
                  <a:pt x="3447" y="1837"/>
                  <a:pt x="3452" y="1846"/>
                  <a:pt x="3459" y="1843"/>
                </a:cubicBezTo>
                <a:cubicBezTo>
                  <a:pt x="3502" y="1856"/>
                  <a:pt x="3506" y="1852"/>
                  <a:pt x="3510" y="1853"/>
                </a:cubicBezTo>
                <a:cubicBezTo>
                  <a:pt x="3555" y="1854"/>
                  <a:pt x="3567" y="1865"/>
                  <a:pt x="3582" y="1859"/>
                </a:cubicBezTo>
                <a:cubicBezTo>
                  <a:pt x="3605" y="1865"/>
                  <a:pt x="3611" y="1863"/>
                  <a:pt x="3618" y="1868"/>
                </a:cubicBezTo>
                <a:cubicBezTo>
                  <a:pt x="3691" y="1865"/>
                  <a:pt x="3696" y="1862"/>
                  <a:pt x="3701" y="1864"/>
                </a:cubicBezTo>
                <a:cubicBezTo>
                  <a:pt x="3757" y="1855"/>
                  <a:pt x="3766" y="1857"/>
                  <a:pt x="3777" y="1854"/>
                </a:cubicBezTo>
                <a:cubicBezTo>
                  <a:pt x="3779" y="1859"/>
                  <a:pt x="3769" y="1870"/>
                  <a:pt x="3763" y="1866"/>
                </a:cubicBezTo>
                <a:cubicBezTo>
                  <a:pt x="3682" y="1885"/>
                  <a:pt x="3674" y="1896"/>
                  <a:pt x="3670" y="1886"/>
                </a:cubicBezTo>
                <a:cubicBezTo>
                  <a:pt x="3625" y="1889"/>
                  <a:pt x="3618" y="1894"/>
                  <a:pt x="3611" y="1896"/>
                </a:cubicBezTo>
                <a:cubicBezTo>
                  <a:pt x="3579" y="1892"/>
                  <a:pt x="3575" y="1893"/>
                  <a:pt x="3572" y="1893"/>
                </a:cubicBezTo>
                <a:cubicBezTo>
                  <a:pt x="3521" y="1889"/>
                  <a:pt x="3517" y="1889"/>
                  <a:pt x="3513" y="1892"/>
                </a:cubicBezTo>
                <a:cubicBezTo>
                  <a:pt x="3467" y="1889"/>
                  <a:pt x="3461" y="1885"/>
                  <a:pt x="3454" y="1884"/>
                </a:cubicBezTo>
                <a:cubicBezTo>
                  <a:pt x="3391" y="1870"/>
                  <a:pt x="3382" y="1878"/>
                  <a:pt x="3377" y="1870"/>
                </a:cubicBezTo>
                <a:cubicBezTo>
                  <a:pt x="3311" y="1862"/>
                  <a:pt x="3305" y="1858"/>
                  <a:pt x="3297" y="1862"/>
                </a:cubicBezTo>
                <a:cubicBezTo>
                  <a:pt x="3269" y="1849"/>
                  <a:pt x="3269" y="1849"/>
                  <a:pt x="3268" y="1849"/>
                </a:cubicBezTo>
                <a:cubicBezTo>
                  <a:pt x="3214" y="1834"/>
                  <a:pt x="3210" y="1834"/>
                  <a:pt x="3206" y="1836"/>
                </a:cubicBezTo>
                <a:cubicBezTo>
                  <a:pt x="3163" y="1822"/>
                  <a:pt x="3146" y="1830"/>
                  <a:pt x="3134" y="1819"/>
                </a:cubicBezTo>
                <a:cubicBezTo>
                  <a:pt x="3074" y="1822"/>
                  <a:pt x="3070" y="1826"/>
                  <a:pt x="3068" y="1823"/>
                </a:cubicBezTo>
                <a:cubicBezTo>
                  <a:pt x="3109" y="1827"/>
                  <a:pt x="3119" y="1834"/>
                  <a:pt x="3132" y="1827"/>
                </a:cubicBezTo>
                <a:cubicBezTo>
                  <a:pt x="3173" y="1837"/>
                  <a:pt x="3176" y="1835"/>
                  <a:pt x="3178" y="1840"/>
                </a:cubicBezTo>
                <a:cubicBezTo>
                  <a:pt x="3214" y="1844"/>
                  <a:pt x="3218" y="1847"/>
                  <a:pt x="3223" y="1850"/>
                </a:cubicBezTo>
                <a:cubicBezTo>
                  <a:pt x="3251" y="1861"/>
                  <a:pt x="3259" y="1855"/>
                  <a:pt x="3264" y="1858"/>
                </a:cubicBezTo>
                <a:cubicBezTo>
                  <a:pt x="3309" y="1875"/>
                  <a:pt x="3315" y="1867"/>
                  <a:pt x="3318" y="1873"/>
                </a:cubicBezTo>
                <a:cubicBezTo>
                  <a:pt x="3345" y="1880"/>
                  <a:pt x="3349" y="1881"/>
                  <a:pt x="3354" y="1877"/>
                </a:cubicBezTo>
                <a:cubicBezTo>
                  <a:pt x="3385" y="1888"/>
                  <a:pt x="3393" y="1885"/>
                  <a:pt x="3400" y="1890"/>
                </a:cubicBezTo>
                <a:cubicBezTo>
                  <a:pt x="3481" y="1900"/>
                  <a:pt x="3490" y="1895"/>
                  <a:pt x="3496" y="1902"/>
                </a:cubicBezTo>
                <a:cubicBezTo>
                  <a:pt x="3537" y="1907"/>
                  <a:pt x="3543" y="1899"/>
                  <a:pt x="3547" y="1902"/>
                </a:cubicBezTo>
                <a:cubicBezTo>
                  <a:pt x="3588" y="1902"/>
                  <a:pt x="3603" y="1908"/>
                  <a:pt x="3620" y="1904"/>
                </a:cubicBezTo>
                <a:cubicBezTo>
                  <a:pt x="3661" y="1900"/>
                  <a:pt x="3671" y="1903"/>
                  <a:pt x="3666" y="1906"/>
                </a:cubicBezTo>
                <a:cubicBezTo>
                  <a:pt x="3619" y="1914"/>
                  <a:pt x="3615" y="1909"/>
                  <a:pt x="3607" y="1912"/>
                </a:cubicBezTo>
                <a:cubicBezTo>
                  <a:pt x="3539" y="1916"/>
                  <a:pt x="3531" y="1916"/>
                  <a:pt x="3523" y="1913"/>
                </a:cubicBezTo>
                <a:cubicBezTo>
                  <a:pt x="3432" y="1907"/>
                  <a:pt x="3415" y="1906"/>
                  <a:pt x="3399" y="1901"/>
                </a:cubicBezTo>
                <a:cubicBezTo>
                  <a:pt x="3370" y="1900"/>
                  <a:pt x="3366" y="1899"/>
                  <a:pt x="3363" y="1896"/>
                </a:cubicBezTo>
                <a:cubicBezTo>
                  <a:pt x="3326" y="1890"/>
                  <a:pt x="3322" y="1889"/>
                  <a:pt x="3318" y="1890"/>
                </a:cubicBezTo>
                <a:cubicBezTo>
                  <a:pt x="3289" y="1881"/>
                  <a:pt x="3284" y="1879"/>
                  <a:pt x="3278" y="1881"/>
                </a:cubicBezTo>
                <a:cubicBezTo>
                  <a:pt x="3240" y="1870"/>
                  <a:pt x="3234" y="1870"/>
                  <a:pt x="3229" y="1863"/>
                </a:cubicBezTo>
                <a:cubicBezTo>
                  <a:pt x="3194" y="1859"/>
                  <a:pt x="3191" y="1859"/>
                  <a:pt x="3189" y="1857"/>
                </a:cubicBezTo>
                <a:cubicBezTo>
                  <a:pt x="3145" y="1851"/>
                  <a:pt x="3142" y="1850"/>
                  <a:pt x="3139" y="1850"/>
                </a:cubicBezTo>
                <a:cubicBezTo>
                  <a:pt x="3116" y="1852"/>
                  <a:pt x="3119" y="1853"/>
                  <a:pt x="3122" y="1854"/>
                </a:cubicBezTo>
                <a:cubicBezTo>
                  <a:pt x="3165" y="1862"/>
                  <a:pt x="3177" y="1866"/>
                  <a:pt x="3192" y="1862"/>
                </a:cubicBezTo>
                <a:cubicBezTo>
                  <a:pt x="3224" y="1876"/>
                  <a:pt x="3230" y="1870"/>
                  <a:pt x="3232" y="1878"/>
                </a:cubicBezTo>
                <a:cubicBezTo>
                  <a:pt x="3267" y="1891"/>
                  <a:pt x="3273" y="1885"/>
                  <a:pt x="3276" y="1889"/>
                </a:cubicBezTo>
                <a:cubicBezTo>
                  <a:pt x="3375" y="1909"/>
                  <a:pt x="3387" y="1916"/>
                  <a:pt x="3401" y="1914"/>
                </a:cubicBezTo>
                <a:cubicBezTo>
                  <a:pt x="3492" y="1924"/>
                  <a:pt x="3504" y="1930"/>
                  <a:pt x="3518" y="1926"/>
                </a:cubicBezTo>
                <a:cubicBezTo>
                  <a:pt x="3580" y="1925"/>
                  <a:pt x="3585" y="1922"/>
                  <a:pt x="3587" y="1928"/>
                </a:cubicBezTo>
                <a:cubicBezTo>
                  <a:pt x="3624" y="1926"/>
                  <a:pt x="3632" y="1921"/>
                  <a:pt x="3638" y="1923"/>
                </a:cubicBezTo>
                <a:cubicBezTo>
                  <a:pt x="3669" y="1919"/>
                  <a:pt x="3663" y="1933"/>
                  <a:pt x="3656" y="1940"/>
                </a:cubicBezTo>
                <a:cubicBezTo>
                  <a:pt x="3600" y="1948"/>
                  <a:pt x="3593" y="1952"/>
                  <a:pt x="3589" y="1947"/>
                </a:cubicBezTo>
                <a:cubicBezTo>
                  <a:pt x="3561" y="1952"/>
                  <a:pt x="3558" y="1948"/>
                  <a:pt x="3555" y="1948"/>
                </a:cubicBezTo>
                <a:cubicBezTo>
                  <a:pt x="3519" y="1946"/>
                  <a:pt x="3513" y="1950"/>
                  <a:pt x="3508" y="1949"/>
                </a:cubicBezTo>
                <a:cubicBezTo>
                  <a:pt x="3414" y="1942"/>
                  <a:pt x="3406" y="1939"/>
                  <a:pt x="3397" y="1940"/>
                </a:cubicBezTo>
                <a:cubicBezTo>
                  <a:pt x="3378" y="1937"/>
                  <a:pt x="3373" y="1934"/>
                  <a:pt x="3369" y="1933"/>
                </a:cubicBezTo>
                <a:cubicBezTo>
                  <a:pt x="3338" y="1925"/>
                  <a:pt x="3333" y="1927"/>
                  <a:pt x="3330" y="1920"/>
                </a:cubicBezTo>
                <a:cubicBezTo>
                  <a:pt x="3276" y="1908"/>
                  <a:pt x="3263" y="1906"/>
                  <a:pt x="3250" y="1901"/>
                </a:cubicBezTo>
                <a:cubicBezTo>
                  <a:pt x="3202" y="1898"/>
                  <a:pt x="3197" y="1889"/>
                  <a:pt x="3189" y="1891"/>
                </a:cubicBezTo>
                <a:cubicBezTo>
                  <a:pt x="3142" y="1884"/>
                  <a:pt x="3137" y="1875"/>
                  <a:pt x="3129" y="1877"/>
                </a:cubicBezTo>
                <a:cubicBezTo>
                  <a:pt x="3033" y="1869"/>
                  <a:pt x="3021" y="1860"/>
                  <a:pt x="3006" y="1865"/>
                </a:cubicBezTo>
                <a:cubicBezTo>
                  <a:pt x="2982" y="1860"/>
                  <a:pt x="2977" y="1867"/>
                  <a:pt x="2974" y="1864"/>
                </a:cubicBezTo>
                <a:cubicBezTo>
                  <a:pt x="2935" y="1862"/>
                  <a:pt x="2925" y="1868"/>
                  <a:pt x="2917" y="1865"/>
                </a:cubicBezTo>
                <a:cubicBezTo>
                  <a:pt x="2859" y="1863"/>
                  <a:pt x="2849" y="1868"/>
                  <a:pt x="2841" y="1869"/>
                </a:cubicBezTo>
                <a:cubicBezTo>
                  <a:pt x="2783" y="1881"/>
                  <a:pt x="2778" y="1882"/>
                  <a:pt x="2773" y="1886"/>
                </a:cubicBezTo>
                <a:cubicBezTo>
                  <a:pt x="2804" y="1880"/>
                  <a:pt x="2812" y="1884"/>
                  <a:pt x="2824" y="1875"/>
                </a:cubicBezTo>
                <a:cubicBezTo>
                  <a:pt x="2897" y="1876"/>
                  <a:pt x="2917" y="1869"/>
                  <a:pt x="2934" y="1876"/>
                </a:cubicBezTo>
                <a:cubicBezTo>
                  <a:pt x="2981" y="1882"/>
                  <a:pt x="2985" y="1877"/>
                  <a:pt x="2987" y="1884"/>
                </a:cubicBezTo>
                <a:cubicBezTo>
                  <a:pt x="3022" y="1890"/>
                  <a:pt x="3030" y="1892"/>
                  <a:pt x="3038" y="1896"/>
                </a:cubicBezTo>
                <a:cubicBezTo>
                  <a:pt x="3080" y="1909"/>
                  <a:pt x="3085" y="1912"/>
                  <a:pt x="3089" y="1912"/>
                </a:cubicBezTo>
                <a:cubicBezTo>
                  <a:pt x="3173" y="1944"/>
                  <a:pt x="3183" y="1943"/>
                  <a:pt x="3190" y="1948"/>
                </a:cubicBezTo>
                <a:cubicBezTo>
                  <a:pt x="3234" y="1962"/>
                  <a:pt x="3240" y="1959"/>
                  <a:pt x="3244" y="1963"/>
                </a:cubicBezTo>
                <a:cubicBezTo>
                  <a:pt x="3322" y="1975"/>
                  <a:pt x="3327" y="1977"/>
                  <a:pt x="3333" y="1976"/>
                </a:cubicBezTo>
                <a:cubicBezTo>
                  <a:pt x="3358" y="1982"/>
                  <a:pt x="3360" y="1984"/>
                  <a:pt x="3364" y="1981"/>
                </a:cubicBezTo>
                <a:cubicBezTo>
                  <a:pt x="3414" y="1987"/>
                  <a:pt x="3420" y="1989"/>
                  <a:pt x="3426" y="1987"/>
                </a:cubicBezTo>
                <a:cubicBezTo>
                  <a:pt x="3461" y="1992"/>
                  <a:pt x="3466" y="1991"/>
                  <a:pt x="3470" y="1993"/>
                </a:cubicBezTo>
                <a:cubicBezTo>
                  <a:pt x="3422" y="1998"/>
                  <a:pt x="3407" y="1992"/>
                  <a:pt x="3389" y="1999"/>
                </a:cubicBezTo>
                <a:cubicBezTo>
                  <a:pt x="3326" y="1988"/>
                  <a:pt x="3316" y="1990"/>
                  <a:pt x="3307" y="1989"/>
                </a:cubicBezTo>
                <a:cubicBezTo>
                  <a:pt x="3261" y="1980"/>
                  <a:pt x="3244" y="1971"/>
                  <a:pt x="3226" y="1967"/>
                </a:cubicBezTo>
                <a:cubicBezTo>
                  <a:pt x="3195" y="1962"/>
                  <a:pt x="3191" y="1956"/>
                  <a:pt x="3186" y="1958"/>
                </a:cubicBezTo>
                <a:cubicBezTo>
                  <a:pt x="3137" y="1944"/>
                  <a:pt x="3127" y="1946"/>
                  <a:pt x="3119" y="1938"/>
                </a:cubicBezTo>
                <a:cubicBezTo>
                  <a:pt x="3088" y="1932"/>
                  <a:pt x="3084" y="1929"/>
                  <a:pt x="3079" y="1929"/>
                </a:cubicBezTo>
                <a:cubicBezTo>
                  <a:pt x="3050" y="1915"/>
                  <a:pt x="3043" y="1923"/>
                  <a:pt x="3039" y="1919"/>
                </a:cubicBezTo>
                <a:cubicBezTo>
                  <a:pt x="3002" y="1914"/>
                  <a:pt x="2992" y="1916"/>
                  <a:pt x="2984" y="1913"/>
                </a:cubicBezTo>
                <a:cubicBezTo>
                  <a:pt x="2904" y="1913"/>
                  <a:pt x="2889" y="1922"/>
                  <a:pt x="2877" y="1921"/>
                </a:cubicBezTo>
                <a:cubicBezTo>
                  <a:pt x="2813" y="1933"/>
                  <a:pt x="2798" y="1939"/>
                  <a:pt x="2799" y="1945"/>
                </a:cubicBezTo>
                <a:cubicBezTo>
                  <a:pt x="2861" y="1933"/>
                  <a:pt x="2866" y="1932"/>
                  <a:pt x="2871" y="1928"/>
                </a:cubicBezTo>
                <a:cubicBezTo>
                  <a:pt x="2906" y="1927"/>
                  <a:pt x="2917" y="1927"/>
                  <a:pt x="2929" y="1923"/>
                </a:cubicBezTo>
                <a:cubicBezTo>
                  <a:pt x="3007" y="1927"/>
                  <a:pt x="3019" y="1928"/>
                  <a:pt x="3029" y="1925"/>
                </a:cubicBezTo>
                <a:cubicBezTo>
                  <a:pt x="3074" y="1944"/>
                  <a:pt x="3079" y="1943"/>
                  <a:pt x="3084" y="1943"/>
                </a:cubicBezTo>
                <a:cubicBezTo>
                  <a:pt x="3150" y="1958"/>
                  <a:pt x="3158" y="1964"/>
                  <a:pt x="3167" y="1966"/>
                </a:cubicBezTo>
                <a:cubicBezTo>
                  <a:pt x="3267" y="1993"/>
                  <a:pt x="3284" y="1995"/>
                  <a:pt x="3300" y="2000"/>
                </a:cubicBezTo>
                <a:cubicBezTo>
                  <a:pt x="3328" y="2007"/>
                  <a:pt x="3334" y="2000"/>
                  <a:pt x="3337" y="2004"/>
                </a:cubicBezTo>
                <a:cubicBezTo>
                  <a:pt x="3386" y="2006"/>
                  <a:pt x="3394" y="2011"/>
                  <a:pt x="3404" y="2007"/>
                </a:cubicBezTo>
                <a:cubicBezTo>
                  <a:pt x="3444" y="2009"/>
                  <a:pt x="3446" y="2009"/>
                  <a:pt x="3448" y="2007"/>
                </a:cubicBezTo>
                <a:cubicBezTo>
                  <a:pt x="3414" y="2017"/>
                  <a:pt x="3408" y="2018"/>
                  <a:pt x="3404" y="2017"/>
                </a:cubicBezTo>
                <a:cubicBezTo>
                  <a:pt x="3325" y="2018"/>
                  <a:pt x="3323" y="2015"/>
                  <a:pt x="3319" y="2019"/>
                </a:cubicBezTo>
                <a:cubicBezTo>
                  <a:pt x="3285" y="2011"/>
                  <a:pt x="3279" y="2010"/>
                  <a:pt x="3273" y="2010"/>
                </a:cubicBezTo>
                <a:cubicBezTo>
                  <a:pt x="3230" y="2005"/>
                  <a:pt x="3227" y="1991"/>
                  <a:pt x="3219" y="1995"/>
                </a:cubicBezTo>
                <a:cubicBezTo>
                  <a:pt x="3181" y="1985"/>
                  <a:pt x="3178" y="1985"/>
                  <a:pt x="3175" y="1985"/>
                </a:cubicBezTo>
                <a:cubicBezTo>
                  <a:pt x="3136" y="1972"/>
                  <a:pt x="3122" y="1977"/>
                  <a:pt x="3112" y="1970"/>
                </a:cubicBezTo>
                <a:cubicBezTo>
                  <a:pt x="3087" y="1967"/>
                  <a:pt x="3081" y="1966"/>
                  <a:pt x="3075" y="1966"/>
                </a:cubicBezTo>
                <a:cubicBezTo>
                  <a:pt x="3010" y="1963"/>
                  <a:pt x="3006" y="1951"/>
                  <a:pt x="2999" y="1958"/>
                </a:cubicBezTo>
                <a:cubicBezTo>
                  <a:pt x="2936" y="1954"/>
                  <a:pt x="2929" y="1958"/>
                  <a:pt x="2924" y="1953"/>
                </a:cubicBezTo>
                <a:cubicBezTo>
                  <a:pt x="2869" y="1964"/>
                  <a:pt x="2857" y="1961"/>
                  <a:pt x="2843" y="1966"/>
                </a:cubicBezTo>
                <a:cubicBezTo>
                  <a:pt x="2776" y="1979"/>
                  <a:pt x="2775" y="1993"/>
                  <a:pt x="2767" y="1986"/>
                </a:cubicBezTo>
                <a:cubicBezTo>
                  <a:pt x="2731" y="2002"/>
                  <a:pt x="2724" y="2004"/>
                  <a:pt x="2726" y="2008"/>
                </a:cubicBezTo>
                <a:cubicBezTo>
                  <a:pt x="2806" y="1985"/>
                  <a:pt x="2815" y="1981"/>
                  <a:pt x="2823" y="1978"/>
                </a:cubicBezTo>
                <a:cubicBezTo>
                  <a:pt x="2864" y="1968"/>
                  <a:pt x="2866" y="1976"/>
                  <a:pt x="2871" y="1972"/>
                </a:cubicBezTo>
                <a:cubicBezTo>
                  <a:pt x="2952" y="1967"/>
                  <a:pt x="2960" y="1969"/>
                  <a:pt x="2969" y="1966"/>
                </a:cubicBezTo>
                <a:cubicBezTo>
                  <a:pt x="3050" y="1973"/>
                  <a:pt x="3054" y="1974"/>
                  <a:pt x="3057" y="1976"/>
                </a:cubicBezTo>
                <a:cubicBezTo>
                  <a:pt x="3089" y="1977"/>
                  <a:pt x="3091" y="1985"/>
                  <a:pt x="3097" y="1979"/>
                </a:cubicBezTo>
                <a:cubicBezTo>
                  <a:pt x="3157" y="1989"/>
                  <a:pt x="3190" y="2000"/>
                  <a:pt x="3222" y="2011"/>
                </a:cubicBezTo>
                <a:cubicBezTo>
                  <a:pt x="3288" y="2028"/>
                  <a:pt x="3294" y="2020"/>
                  <a:pt x="3296" y="2026"/>
                </a:cubicBezTo>
                <a:cubicBezTo>
                  <a:pt x="3316" y="2031"/>
                  <a:pt x="3321" y="2030"/>
                  <a:pt x="3318" y="2033"/>
                </a:cubicBezTo>
                <a:cubicBezTo>
                  <a:pt x="3157" y="2009"/>
                  <a:pt x="3149" y="2018"/>
                  <a:pt x="3144" y="2011"/>
                </a:cubicBezTo>
                <a:cubicBezTo>
                  <a:pt x="3117" y="2008"/>
                  <a:pt x="3112" y="2004"/>
                  <a:pt x="3105" y="2008"/>
                </a:cubicBezTo>
                <a:cubicBezTo>
                  <a:pt x="3059" y="2004"/>
                  <a:pt x="3054" y="1996"/>
                  <a:pt x="3045" y="2001"/>
                </a:cubicBezTo>
                <a:cubicBezTo>
                  <a:pt x="3011" y="1997"/>
                  <a:pt x="3008" y="1994"/>
                  <a:pt x="3005" y="1995"/>
                </a:cubicBezTo>
                <a:cubicBezTo>
                  <a:pt x="2952" y="1993"/>
                  <a:pt x="2938" y="1996"/>
                  <a:pt x="2924" y="1998"/>
                </a:cubicBezTo>
                <a:cubicBezTo>
                  <a:pt x="2835" y="2008"/>
                  <a:pt x="2827" y="2018"/>
                  <a:pt x="2821" y="2013"/>
                </a:cubicBezTo>
                <a:cubicBezTo>
                  <a:pt x="2738" y="2050"/>
                  <a:pt x="2725" y="2050"/>
                  <a:pt x="2709" y="2063"/>
                </a:cubicBezTo>
                <a:cubicBezTo>
                  <a:pt x="2697" y="2076"/>
                  <a:pt x="2731" y="2058"/>
                  <a:pt x="2764" y="2042"/>
                </a:cubicBezTo>
                <a:cubicBezTo>
                  <a:pt x="2789" y="2039"/>
                  <a:pt x="2799" y="2030"/>
                  <a:pt x="2807" y="2029"/>
                </a:cubicBezTo>
                <a:cubicBezTo>
                  <a:pt x="2891" y="2016"/>
                  <a:pt x="2897" y="2013"/>
                  <a:pt x="2902" y="2011"/>
                </a:cubicBezTo>
                <a:cubicBezTo>
                  <a:pt x="2990" y="2008"/>
                  <a:pt x="3000" y="2007"/>
                  <a:pt x="3010" y="2009"/>
                </a:cubicBezTo>
                <a:cubicBezTo>
                  <a:pt x="3050" y="2016"/>
                  <a:pt x="3063" y="2009"/>
                  <a:pt x="3071" y="2015"/>
                </a:cubicBezTo>
                <a:cubicBezTo>
                  <a:pt x="3111" y="2023"/>
                  <a:pt x="3123" y="2016"/>
                  <a:pt x="3131" y="2023"/>
                </a:cubicBezTo>
                <a:cubicBezTo>
                  <a:pt x="3181" y="2029"/>
                  <a:pt x="3185" y="2037"/>
                  <a:pt x="3192" y="2033"/>
                </a:cubicBezTo>
                <a:cubicBezTo>
                  <a:pt x="3231" y="2040"/>
                  <a:pt x="3241" y="2039"/>
                  <a:pt x="3251" y="2041"/>
                </a:cubicBezTo>
                <a:cubicBezTo>
                  <a:pt x="3301" y="2049"/>
                  <a:pt x="3307" y="2045"/>
                  <a:pt x="3313" y="2047"/>
                </a:cubicBezTo>
                <a:cubicBezTo>
                  <a:pt x="3337" y="2049"/>
                  <a:pt x="3342" y="2047"/>
                  <a:pt x="3339" y="2051"/>
                </a:cubicBezTo>
                <a:cubicBezTo>
                  <a:pt x="3224" y="2064"/>
                  <a:pt x="3212" y="2066"/>
                  <a:pt x="3201" y="2065"/>
                </a:cubicBezTo>
                <a:cubicBezTo>
                  <a:pt x="3146" y="2060"/>
                  <a:pt x="3142" y="2052"/>
                  <a:pt x="3135" y="2058"/>
                </a:cubicBezTo>
                <a:cubicBezTo>
                  <a:pt x="3084" y="2048"/>
                  <a:pt x="3081" y="2048"/>
                  <a:pt x="3078" y="2049"/>
                </a:cubicBezTo>
                <a:cubicBezTo>
                  <a:pt x="3030" y="2044"/>
                  <a:pt x="3024" y="2043"/>
                  <a:pt x="3020" y="2037"/>
                </a:cubicBezTo>
                <a:cubicBezTo>
                  <a:pt x="2992" y="2038"/>
                  <a:pt x="2989" y="2038"/>
                  <a:pt x="2986" y="2037"/>
                </a:cubicBezTo>
                <a:cubicBezTo>
                  <a:pt x="2925" y="2028"/>
                  <a:pt x="2913" y="2031"/>
                  <a:pt x="2902" y="2028"/>
                </a:cubicBezTo>
                <a:cubicBezTo>
                  <a:pt x="2798" y="2049"/>
                  <a:pt x="2802" y="2050"/>
                  <a:pt x="2807" y="2046"/>
                </a:cubicBezTo>
                <a:cubicBezTo>
                  <a:pt x="2860" y="2039"/>
                  <a:pt x="2870" y="2037"/>
                  <a:pt x="2878" y="2040"/>
                </a:cubicBezTo>
                <a:cubicBezTo>
                  <a:pt x="2928" y="2042"/>
                  <a:pt x="2933" y="2044"/>
                  <a:pt x="2939" y="2043"/>
                </a:cubicBezTo>
                <a:cubicBezTo>
                  <a:pt x="2982" y="2048"/>
                  <a:pt x="2993" y="2050"/>
                  <a:pt x="3004" y="2050"/>
                </a:cubicBezTo>
                <a:cubicBezTo>
                  <a:pt x="3042" y="2054"/>
                  <a:pt x="3044" y="2059"/>
                  <a:pt x="3047" y="2058"/>
                </a:cubicBezTo>
                <a:cubicBezTo>
                  <a:pt x="3083" y="2063"/>
                  <a:pt x="3094" y="2064"/>
                  <a:pt x="3106" y="2066"/>
                </a:cubicBezTo>
                <a:cubicBezTo>
                  <a:pt x="3158" y="2071"/>
                  <a:pt x="3161" y="2070"/>
                  <a:pt x="3163" y="2075"/>
                </a:cubicBezTo>
                <a:cubicBezTo>
                  <a:pt x="3119" y="2078"/>
                  <a:pt x="3112" y="2073"/>
                  <a:pt x="3103" y="2078"/>
                </a:cubicBezTo>
                <a:cubicBezTo>
                  <a:pt x="3054" y="2076"/>
                  <a:pt x="3050" y="2076"/>
                  <a:pt x="3047" y="2075"/>
                </a:cubicBezTo>
                <a:cubicBezTo>
                  <a:pt x="2983" y="2071"/>
                  <a:pt x="2977" y="2067"/>
                  <a:pt x="2970" y="2072"/>
                </a:cubicBezTo>
                <a:cubicBezTo>
                  <a:pt x="2906" y="2067"/>
                  <a:pt x="2901" y="2061"/>
                  <a:pt x="2894" y="2064"/>
                </a:cubicBezTo>
                <a:cubicBezTo>
                  <a:pt x="2812" y="2073"/>
                  <a:pt x="2794" y="2067"/>
                  <a:pt x="2773" y="2078"/>
                </a:cubicBezTo>
                <a:cubicBezTo>
                  <a:pt x="2738" y="2088"/>
                  <a:pt x="2734" y="2082"/>
                  <a:pt x="2728" y="2088"/>
                </a:cubicBezTo>
                <a:cubicBezTo>
                  <a:pt x="2644" y="2121"/>
                  <a:pt x="2641" y="2125"/>
                  <a:pt x="2641" y="2129"/>
                </a:cubicBezTo>
                <a:cubicBezTo>
                  <a:pt x="2738" y="2095"/>
                  <a:pt x="2746" y="2088"/>
                  <a:pt x="2753" y="2090"/>
                </a:cubicBezTo>
                <a:cubicBezTo>
                  <a:pt x="2828" y="2078"/>
                  <a:pt x="2836" y="2075"/>
                  <a:pt x="2843" y="2075"/>
                </a:cubicBezTo>
                <a:cubicBezTo>
                  <a:pt x="2891" y="2082"/>
                  <a:pt x="2901" y="2072"/>
                  <a:pt x="2908" y="2076"/>
                </a:cubicBezTo>
                <a:cubicBezTo>
                  <a:pt x="2964" y="2078"/>
                  <a:pt x="2978" y="2082"/>
                  <a:pt x="2992" y="2085"/>
                </a:cubicBezTo>
                <a:cubicBezTo>
                  <a:pt x="3031" y="2079"/>
                  <a:pt x="3033" y="2094"/>
                  <a:pt x="3040" y="2086"/>
                </a:cubicBezTo>
                <a:cubicBezTo>
                  <a:pt x="3099" y="2090"/>
                  <a:pt x="3111" y="2085"/>
                  <a:pt x="3121" y="2090"/>
                </a:cubicBezTo>
                <a:cubicBezTo>
                  <a:pt x="3199" y="2084"/>
                  <a:pt x="3207" y="2095"/>
                  <a:pt x="3219" y="2088"/>
                </a:cubicBezTo>
                <a:cubicBezTo>
                  <a:pt x="3208" y="2099"/>
                  <a:pt x="3205" y="2091"/>
                  <a:pt x="3198" y="2094"/>
                </a:cubicBezTo>
                <a:cubicBezTo>
                  <a:pt x="3131" y="2096"/>
                  <a:pt x="3117" y="2104"/>
                  <a:pt x="3107" y="2099"/>
                </a:cubicBezTo>
                <a:cubicBezTo>
                  <a:pt x="3021" y="2106"/>
                  <a:pt x="3010" y="2106"/>
                  <a:pt x="2998" y="2105"/>
                </a:cubicBezTo>
                <a:cubicBezTo>
                  <a:pt x="2922" y="2100"/>
                  <a:pt x="2915" y="2104"/>
                  <a:pt x="2910" y="2102"/>
                </a:cubicBezTo>
                <a:cubicBezTo>
                  <a:pt x="2882" y="2098"/>
                  <a:pt x="2881" y="2093"/>
                  <a:pt x="2875" y="2100"/>
                </a:cubicBezTo>
                <a:cubicBezTo>
                  <a:pt x="2833" y="2097"/>
                  <a:pt x="2826" y="2102"/>
                  <a:pt x="2820" y="2100"/>
                </a:cubicBezTo>
                <a:cubicBezTo>
                  <a:pt x="2721" y="2120"/>
                  <a:pt x="2713" y="2124"/>
                  <a:pt x="2707" y="2126"/>
                </a:cubicBezTo>
                <a:cubicBezTo>
                  <a:pt x="2639" y="2161"/>
                  <a:pt x="2639" y="2161"/>
                  <a:pt x="2639" y="2161"/>
                </a:cubicBezTo>
                <a:cubicBezTo>
                  <a:pt x="2644" y="2161"/>
                  <a:pt x="2644" y="2161"/>
                  <a:pt x="2644" y="2161"/>
                </a:cubicBezTo>
                <a:cubicBezTo>
                  <a:pt x="2702" y="2132"/>
                  <a:pt x="2725" y="2130"/>
                  <a:pt x="2750" y="2119"/>
                </a:cubicBezTo>
                <a:cubicBezTo>
                  <a:pt x="2807" y="2116"/>
                  <a:pt x="2815" y="2106"/>
                  <a:pt x="2820" y="2110"/>
                </a:cubicBezTo>
                <a:cubicBezTo>
                  <a:pt x="2867" y="2103"/>
                  <a:pt x="2877" y="2112"/>
                  <a:pt x="2890" y="2107"/>
                </a:cubicBezTo>
                <a:cubicBezTo>
                  <a:pt x="2945" y="2111"/>
                  <a:pt x="2950" y="2114"/>
                  <a:pt x="2956" y="2114"/>
                </a:cubicBezTo>
                <a:cubicBezTo>
                  <a:pt x="2999" y="2119"/>
                  <a:pt x="3003" y="2115"/>
                  <a:pt x="3005" y="2118"/>
                </a:cubicBezTo>
                <a:cubicBezTo>
                  <a:pt x="3070" y="2116"/>
                  <a:pt x="3082" y="2110"/>
                  <a:pt x="3092" y="2115"/>
                </a:cubicBezTo>
                <a:cubicBezTo>
                  <a:pt x="3156" y="2115"/>
                  <a:pt x="3150" y="2116"/>
                  <a:pt x="3145" y="2117"/>
                </a:cubicBezTo>
                <a:cubicBezTo>
                  <a:pt x="3107" y="2127"/>
                  <a:pt x="3095" y="2127"/>
                  <a:pt x="3086" y="2132"/>
                </a:cubicBezTo>
                <a:cubicBezTo>
                  <a:pt x="3022" y="2127"/>
                  <a:pt x="3005" y="2129"/>
                  <a:pt x="2989" y="2124"/>
                </a:cubicBezTo>
                <a:cubicBezTo>
                  <a:pt x="2932" y="2127"/>
                  <a:pt x="2924" y="2123"/>
                  <a:pt x="2915" y="2126"/>
                </a:cubicBezTo>
                <a:cubicBezTo>
                  <a:pt x="2887" y="2124"/>
                  <a:pt x="2881" y="2131"/>
                  <a:pt x="2879" y="2128"/>
                </a:cubicBezTo>
                <a:cubicBezTo>
                  <a:pt x="2832" y="2130"/>
                  <a:pt x="2823" y="2132"/>
                  <a:pt x="2814" y="2134"/>
                </a:cubicBezTo>
                <a:cubicBezTo>
                  <a:pt x="2764" y="2142"/>
                  <a:pt x="2740" y="2150"/>
                  <a:pt x="2715" y="2161"/>
                </a:cubicBezTo>
                <a:cubicBezTo>
                  <a:pt x="2798" y="2148"/>
                  <a:pt x="2821" y="2139"/>
                  <a:pt x="2841" y="2144"/>
                </a:cubicBezTo>
                <a:cubicBezTo>
                  <a:pt x="2885" y="2138"/>
                  <a:pt x="2894" y="2142"/>
                  <a:pt x="2907" y="2135"/>
                </a:cubicBezTo>
                <a:cubicBezTo>
                  <a:pt x="2985" y="2142"/>
                  <a:pt x="2994" y="2139"/>
                  <a:pt x="3002" y="2140"/>
                </a:cubicBezTo>
                <a:cubicBezTo>
                  <a:pt x="3023" y="2141"/>
                  <a:pt x="3028" y="2140"/>
                  <a:pt x="3025" y="2143"/>
                </a:cubicBezTo>
                <a:cubicBezTo>
                  <a:pt x="2910" y="2157"/>
                  <a:pt x="2897" y="2156"/>
                  <a:pt x="2893" y="2157"/>
                </a:cubicBezTo>
                <a:cubicBezTo>
                  <a:pt x="2869" y="2158"/>
                  <a:pt x="2865" y="2160"/>
                  <a:pt x="2861" y="2160"/>
                </a:cubicBezTo>
                <a:cubicBezTo>
                  <a:pt x="3013" y="2159"/>
                  <a:pt x="3020" y="2158"/>
                  <a:pt x="3026" y="2156"/>
                </a:cubicBezTo>
                <a:cubicBezTo>
                  <a:pt x="3054" y="2153"/>
                  <a:pt x="3064" y="2146"/>
                  <a:pt x="3072" y="2148"/>
                </a:cubicBezTo>
                <a:cubicBezTo>
                  <a:pt x="3075" y="2159"/>
                  <a:pt x="3078" y="2159"/>
                  <a:pt x="3080" y="2160"/>
                </a:cubicBezTo>
                <a:cubicBezTo>
                  <a:pt x="3107" y="2157"/>
                  <a:pt x="3112" y="2154"/>
                  <a:pt x="3118" y="2150"/>
                </a:cubicBezTo>
                <a:cubicBezTo>
                  <a:pt x="3153" y="2132"/>
                  <a:pt x="3155" y="2134"/>
                  <a:pt x="3155" y="2134"/>
                </a:cubicBezTo>
                <a:cubicBezTo>
                  <a:pt x="3178" y="2119"/>
                  <a:pt x="3190" y="2116"/>
                  <a:pt x="3201" y="2119"/>
                </a:cubicBezTo>
                <a:cubicBezTo>
                  <a:pt x="3131" y="2159"/>
                  <a:pt x="3130" y="2160"/>
                  <a:pt x="3128" y="2161"/>
                </a:cubicBezTo>
                <a:cubicBezTo>
                  <a:pt x="3164" y="2159"/>
                  <a:pt x="3161" y="2147"/>
                  <a:pt x="3167" y="2154"/>
                </a:cubicBezTo>
                <a:cubicBezTo>
                  <a:pt x="3189" y="2155"/>
                  <a:pt x="3197" y="2150"/>
                  <a:pt x="3206" y="2144"/>
                </a:cubicBezTo>
                <a:cubicBezTo>
                  <a:pt x="3263" y="2107"/>
                  <a:pt x="3265" y="2100"/>
                  <a:pt x="3271" y="2106"/>
                </a:cubicBezTo>
                <a:cubicBezTo>
                  <a:pt x="3223" y="2161"/>
                  <a:pt x="3223" y="2160"/>
                  <a:pt x="3223" y="2160"/>
                </a:cubicBezTo>
                <a:cubicBezTo>
                  <a:pt x="3308" y="2091"/>
                  <a:pt x="3321" y="2086"/>
                  <a:pt x="3342" y="2073"/>
                </a:cubicBezTo>
                <a:cubicBezTo>
                  <a:pt x="3359" y="2075"/>
                  <a:pt x="3359" y="2079"/>
                  <a:pt x="3343" y="2089"/>
                </a:cubicBezTo>
                <a:cubicBezTo>
                  <a:pt x="3313" y="2119"/>
                  <a:pt x="3317" y="2125"/>
                  <a:pt x="3308" y="2128"/>
                </a:cubicBezTo>
                <a:cubicBezTo>
                  <a:pt x="3292" y="2161"/>
                  <a:pt x="3292" y="2161"/>
                  <a:pt x="3292" y="2161"/>
                </a:cubicBezTo>
                <a:cubicBezTo>
                  <a:pt x="3363" y="2091"/>
                  <a:pt x="3369" y="2086"/>
                  <a:pt x="3374" y="2080"/>
                </a:cubicBezTo>
                <a:cubicBezTo>
                  <a:pt x="3370" y="2099"/>
                  <a:pt x="3334" y="2127"/>
                  <a:pt x="3314" y="2158"/>
                </a:cubicBezTo>
                <a:cubicBezTo>
                  <a:pt x="3342" y="2158"/>
                  <a:pt x="3349" y="2156"/>
                  <a:pt x="3347" y="2152"/>
                </a:cubicBezTo>
                <a:cubicBezTo>
                  <a:pt x="3389" y="2103"/>
                  <a:pt x="3396" y="2101"/>
                  <a:pt x="3399" y="2099"/>
                </a:cubicBezTo>
                <a:cubicBezTo>
                  <a:pt x="3445" y="2059"/>
                  <a:pt x="3445" y="2052"/>
                  <a:pt x="3456" y="2047"/>
                </a:cubicBezTo>
                <a:cubicBezTo>
                  <a:pt x="3484" y="2041"/>
                  <a:pt x="3467" y="2043"/>
                  <a:pt x="3468" y="2049"/>
                </a:cubicBezTo>
                <a:cubicBezTo>
                  <a:pt x="3440" y="2076"/>
                  <a:pt x="3442" y="2080"/>
                  <a:pt x="3437" y="2082"/>
                </a:cubicBezTo>
                <a:cubicBezTo>
                  <a:pt x="3392" y="2144"/>
                  <a:pt x="3380" y="2148"/>
                  <a:pt x="3384" y="2156"/>
                </a:cubicBezTo>
                <a:cubicBezTo>
                  <a:pt x="3400" y="2149"/>
                  <a:pt x="3407" y="2137"/>
                  <a:pt x="3416" y="2126"/>
                </a:cubicBezTo>
                <a:cubicBezTo>
                  <a:pt x="3467" y="2065"/>
                  <a:pt x="3466" y="2060"/>
                  <a:pt x="3472" y="2057"/>
                </a:cubicBezTo>
                <a:cubicBezTo>
                  <a:pt x="3556" y="1996"/>
                  <a:pt x="3560" y="1991"/>
                  <a:pt x="3563" y="1994"/>
                </a:cubicBezTo>
                <a:cubicBezTo>
                  <a:pt x="3529" y="2023"/>
                  <a:pt x="3523" y="2031"/>
                  <a:pt x="3512" y="2039"/>
                </a:cubicBezTo>
                <a:cubicBezTo>
                  <a:pt x="3475" y="2085"/>
                  <a:pt x="3460" y="2091"/>
                  <a:pt x="3458" y="2100"/>
                </a:cubicBezTo>
                <a:cubicBezTo>
                  <a:pt x="3420" y="2150"/>
                  <a:pt x="3417" y="2155"/>
                  <a:pt x="3414" y="2161"/>
                </a:cubicBezTo>
                <a:cubicBezTo>
                  <a:pt x="3433" y="2148"/>
                  <a:pt x="3442" y="2142"/>
                  <a:pt x="3446" y="2135"/>
                </a:cubicBezTo>
                <a:cubicBezTo>
                  <a:pt x="3477" y="2100"/>
                  <a:pt x="3473" y="2095"/>
                  <a:pt x="3481" y="2092"/>
                </a:cubicBezTo>
                <a:cubicBezTo>
                  <a:pt x="3555" y="2021"/>
                  <a:pt x="3565" y="2014"/>
                  <a:pt x="3571" y="2006"/>
                </a:cubicBezTo>
                <a:cubicBezTo>
                  <a:pt x="3592" y="1991"/>
                  <a:pt x="3593" y="1996"/>
                  <a:pt x="3587" y="1999"/>
                </a:cubicBezTo>
                <a:cubicBezTo>
                  <a:pt x="3577" y="2018"/>
                  <a:pt x="3561" y="2024"/>
                  <a:pt x="3560" y="2033"/>
                </a:cubicBezTo>
                <a:cubicBezTo>
                  <a:pt x="3502" y="2098"/>
                  <a:pt x="3496" y="2102"/>
                  <a:pt x="3496" y="2107"/>
                </a:cubicBezTo>
                <a:cubicBezTo>
                  <a:pt x="3460" y="2160"/>
                  <a:pt x="3460" y="2160"/>
                  <a:pt x="3459" y="2161"/>
                </a:cubicBezTo>
                <a:cubicBezTo>
                  <a:pt x="3491" y="2139"/>
                  <a:pt x="3491" y="2131"/>
                  <a:pt x="3497" y="2124"/>
                </a:cubicBezTo>
                <a:cubicBezTo>
                  <a:pt x="3587" y="2014"/>
                  <a:pt x="3595" y="2008"/>
                  <a:pt x="3601" y="2001"/>
                </a:cubicBezTo>
                <a:cubicBezTo>
                  <a:pt x="3627" y="1981"/>
                  <a:pt x="3620" y="1995"/>
                  <a:pt x="3602" y="2007"/>
                </a:cubicBezTo>
                <a:cubicBezTo>
                  <a:pt x="3551" y="2082"/>
                  <a:pt x="3543" y="2089"/>
                  <a:pt x="3535" y="2097"/>
                </a:cubicBezTo>
                <a:cubicBezTo>
                  <a:pt x="3507" y="2161"/>
                  <a:pt x="3507" y="2161"/>
                  <a:pt x="3507" y="2161"/>
                </a:cubicBezTo>
                <a:cubicBezTo>
                  <a:pt x="3522" y="2133"/>
                  <a:pt x="3528" y="2130"/>
                  <a:pt x="3528" y="2125"/>
                </a:cubicBezTo>
                <a:cubicBezTo>
                  <a:pt x="3595" y="2039"/>
                  <a:pt x="3610" y="2024"/>
                  <a:pt x="3619" y="2007"/>
                </a:cubicBezTo>
                <a:cubicBezTo>
                  <a:pt x="3670" y="1959"/>
                  <a:pt x="3677" y="1946"/>
                  <a:pt x="3690" y="1935"/>
                </a:cubicBezTo>
                <a:cubicBezTo>
                  <a:pt x="3679" y="1969"/>
                  <a:pt x="3669" y="1974"/>
                  <a:pt x="3667" y="1980"/>
                </a:cubicBezTo>
                <a:cubicBezTo>
                  <a:pt x="3643" y="2009"/>
                  <a:pt x="3642" y="2014"/>
                  <a:pt x="3639" y="2012"/>
                </a:cubicBezTo>
                <a:cubicBezTo>
                  <a:pt x="3593" y="2071"/>
                  <a:pt x="3588" y="2083"/>
                  <a:pt x="3577" y="2094"/>
                </a:cubicBezTo>
                <a:cubicBezTo>
                  <a:pt x="3549" y="2141"/>
                  <a:pt x="3544" y="2151"/>
                  <a:pt x="3537" y="2160"/>
                </a:cubicBezTo>
                <a:cubicBezTo>
                  <a:pt x="3556" y="2153"/>
                  <a:pt x="3557" y="2144"/>
                  <a:pt x="3567" y="2138"/>
                </a:cubicBezTo>
                <a:cubicBezTo>
                  <a:pt x="3621" y="2056"/>
                  <a:pt x="3625" y="2048"/>
                  <a:pt x="3632" y="2039"/>
                </a:cubicBezTo>
                <a:cubicBezTo>
                  <a:pt x="3710" y="1959"/>
                  <a:pt x="3713" y="1949"/>
                  <a:pt x="3721" y="1940"/>
                </a:cubicBezTo>
                <a:cubicBezTo>
                  <a:pt x="3805" y="1881"/>
                  <a:pt x="3805" y="1868"/>
                  <a:pt x="3812" y="1873"/>
                </a:cubicBezTo>
                <a:cubicBezTo>
                  <a:pt x="3725" y="1967"/>
                  <a:pt x="3714" y="1968"/>
                  <a:pt x="3717" y="1973"/>
                </a:cubicBezTo>
                <a:cubicBezTo>
                  <a:pt x="3670" y="2021"/>
                  <a:pt x="3669" y="2029"/>
                  <a:pt x="3657" y="2035"/>
                </a:cubicBezTo>
                <a:cubicBezTo>
                  <a:pt x="3623" y="2092"/>
                  <a:pt x="3606" y="2105"/>
                  <a:pt x="3601" y="2120"/>
                </a:cubicBezTo>
                <a:cubicBezTo>
                  <a:pt x="3575" y="2154"/>
                  <a:pt x="3578" y="2158"/>
                  <a:pt x="3575" y="2161"/>
                </a:cubicBezTo>
                <a:cubicBezTo>
                  <a:pt x="3591" y="2154"/>
                  <a:pt x="3592" y="2148"/>
                  <a:pt x="3601" y="2144"/>
                </a:cubicBezTo>
                <a:cubicBezTo>
                  <a:pt x="3659" y="2050"/>
                  <a:pt x="3668" y="2046"/>
                  <a:pt x="3670" y="2040"/>
                </a:cubicBezTo>
                <a:cubicBezTo>
                  <a:pt x="3726" y="1979"/>
                  <a:pt x="3738" y="1968"/>
                  <a:pt x="3748" y="1957"/>
                </a:cubicBezTo>
                <a:cubicBezTo>
                  <a:pt x="3766" y="1938"/>
                  <a:pt x="3770" y="1924"/>
                  <a:pt x="3778" y="1928"/>
                </a:cubicBezTo>
                <a:cubicBezTo>
                  <a:pt x="3738" y="1991"/>
                  <a:pt x="3728" y="1994"/>
                  <a:pt x="3730" y="1999"/>
                </a:cubicBezTo>
                <a:cubicBezTo>
                  <a:pt x="3701" y="2037"/>
                  <a:pt x="3698" y="2042"/>
                  <a:pt x="3698" y="2046"/>
                </a:cubicBezTo>
                <a:cubicBezTo>
                  <a:pt x="3667" y="2104"/>
                  <a:pt x="3655" y="2111"/>
                  <a:pt x="3655" y="2121"/>
                </a:cubicBezTo>
                <a:cubicBezTo>
                  <a:pt x="3638" y="2161"/>
                  <a:pt x="3638" y="2161"/>
                  <a:pt x="3638" y="2161"/>
                </a:cubicBezTo>
                <a:cubicBezTo>
                  <a:pt x="3648" y="2148"/>
                  <a:pt x="3647" y="2147"/>
                  <a:pt x="3647" y="2146"/>
                </a:cubicBezTo>
                <a:cubicBezTo>
                  <a:pt x="3676" y="2105"/>
                  <a:pt x="3675" y="2098"/>
                  <a:pt x="3683" y="2093"/>
                </a:cubicBezTo>
                <a:cubicBezTo>
                  <a:pt x="3715" y="2048"/>
                  <a:pt x="3713" y="2042"/>
                  <a:pt x="3715" y="2036"/>
                </a:cubicBezTo>
                <a:cubicBezTo>
                  <a:pt x="3779" y="1948"/>
                  <a:pt x="3777" y="1940"/>
                  <a:pt x="3785" y="1934"/>
                </a:cubicBezTo>
                <a:cubicBezTo>
                  <a:pt x="3815" y="1893"/>
                  <a:pt x="3825" y="1891"/>
                  <a:pt x="3824" y="1887"/>
                </a:cubicBezTo>
                <a:cubicBezTo>
                  <a:pt x="3839" y="1867"/>
                  <a:pt x="3840" y="1866"/>
                  <a:pt x="3840" y="1866"/>
                </a:cubicBezTo>
                <a:cubicBezTo>
                  <a:pt x="3804" y="1827"/>
                  <a:pt x="3788" y="1841"/>
                  <a:pt x="3777" y="1834"/>
                </a:cubicBezTo>
                <a:close/>
                <a:moveTo>
                  <a:pt x="3212" y="2126"/>
                </a:moveTo>
                <a:cubicBezTo>
                  <a:pt x="3206" y="2127"/>
                  <a:pt x="3212" y="2123"/>
                  <a:pt x="3215" y="2121"/>
                </a:cubicBezTo>
                <a:cubicBezTo>
                  <a:pt x="3221" y="2120"/>
                  <a:pt x="3215" y="2124"/>
                  <a:pt x="3212" y="2126"/>
                </a:cubicBezTo>
                <a:close/>
                <a:moveTo>
                  <a:pt x="3347" y="2036"/>
                </a:moveTo>
                <a:cubicBezTo>
                  <a:pt x="3340" y="2034"/>
                  <a:pt x="3333" y="2034"/>
                  <a:pt x="3326" y="2035"/>
                </a:cubicBezTo>
                <a:cubicBezTo>
                  <a:pt x="3326" y="2026"/>
                  <a:pt x="3338" y="2035"/>
                  <a:pt x="3344" y="2031"/>
                </a:cubicBezTo>
                <a:cubicBezTo>
                  <a:pt x="3350" y="2033"/>
                  <a:pt x="3358" y="2030"/>
                  <a:pt x="3365" y="2031"/>
                </a:cubicBezTo>
                <a:cubicBezTo>
                  <a:pt x="3365" y="2041"/>
                  <a:pt x="3352" y="2032"/>
                  <a:pt x="3347" y="2036"/>
                </a:cubicBezTo>
                <a:close/>
                <a:moveTo>
                  <a:pt x="3440" y="2043"/>
                </a:moveTo>
                <a:cubicBezTo>
                  <a:pt x="3436" y="2032"/>
                  <a:pt x="3448" y="2037"/>
                  <a:pt x="3456" y="2030"/>
                </a:cubicBezTo>
                <a:cubicBezTo>
                  <a:pt x="3458" y="2036"/>
                  <a:pt x="3444" y="2038"/>
                  <a:pt x="3440" y="2043"/>
                </a:cubicBezTo>
                <a:close/>
                <a:moveTo>
                  <a:pt x="3474" y="2015"/>
                </a:moveTo>
                <a:cubicBezTo>
                  <a:pt x="3476" y="2005"/>
                  <a:pt x="3495" y="2004"/>
                  <a:pt x="3502" y="2001"/>
                </a:cubicBezTo>
                <a:cubicBezTo>
                  <a:pt x="3500" y="2010"/>
                  <a:pt x="3483" y="2005"/>
                  <a:pt x="3474" y="2015"/>
                </a:cubicBezTo>
                <a:close/>
                <a:moveTo>
                  <a:pt x="3519" y="1994"/>
                </a:moveTo>
                <a:cubicBezTo>
                  <a:pt x="3516" y="1980"/>
                  <a:pt x="3533" y="1992"/>
                  <a:pt x="3542" y="1983"/>
                </a:cubicBezTo>
                <a:cubicBezTo>
                  <a:pt x="3540" y="1996"/>
                  <a:pt x="3527" y="1984"/>
                  <a:pt x="3519" y="1994"/>
                </a:cubicBezTo>
                <a:close/>
                <a:moveTo>
                  <a:pt x="3577" y="1968"/>
                </a:moveTo>
                <a:cubicBezTo>
                  <a:pt x="3572" y="1971"/>
                  <a:pt x="3566" y="1975"/>
                  <a:pt x="3560" y="1978"/>
                </a:cubicBezTo>
                <a:cubicBezTo>
                  <a:pt x="3486" y="1983"/>
                  <a:pt x="3475" y="1973"/>
                  <a:pt x="3460" y="1982"/>
                </a:cubicBezTo>
                <a:cubicBezTo>
                  <a:pt x="3419" y="1978"/>
                  <a:pt x="3410" y="1973"/>
                  <a:pt x="3399" y="1976"/>
                </a:cubicBezTo>
                <a:cubicBezTo>
                  <a:pt x="3349" y="1970"/>
                  <a:pt x="3344" y="1971"/>
                  <a:pt x="3339" y="1969"/>
                </a:cubicBezTo>
                <a:cubicBezTo>
                  <a:pt x="3269" y="1953"/>
                  <a:pt x="3258" y="1955"/>
                  <a:pt x="3249" y="1950"/>
                </a:cubicBezTo>
                <a:cubicBezTo>
                  <a:pt x="3200" y="1942"/>
                  <a:pt x="3196" y="1936"/>
                  <a:pt x="3192" y="1934"/>
                </a:cubicBezTo>
                <a:cubicBezTo>
                  <a:pt x="3172" y="1926"/>
                  <a:pt x="3166" y="1930"/>
                  <a:pt x="3162" y="1925"/>
                </a:cubicBezTo>
                <a:cubicBezTo>
                  <a:pt x="3043" y="1886"/>
                  <a:pt x="3038" y="1885"/>
                  <a:pt x="3033" y="1882"/>
                </a:cubicBezTo>
                <a:cubicBezTo>
                  <a:pt x="2999" y="1883"/>
                  <a:pt x="2997" y="1870"/>
                  <a:pt x="2991" y="1874"/>
                </a:cubicBezTo>
                <a:cubicBezTo>
                  <a:pt x="2983" y="1877"/>
                  <a:pt x="2990" y="1866"/>
                  <a:pt x="2994" y="1869"/>
                </a:cubicBezTo>
                <a:cubicBezTo>
                  <a:pt x="3041" y="1869"/>
                  <a:pt x="3043" y="1872"/>
                  <a:pt x="3046" y="1874"/>
                </a:cubicBezTo>
                <a:cubicBezTo>
                  <a:pt x="3077" y="1871"/>
                  <a:pt x="3084" y="1882"/>
                  <a:pt x="3095" y="1878"/>
                </a:cubicBezTo>
                <a:cubicBezTo>
                  <a:pt x="3133" y="1884"/>
                  <a:pt x="3141" y="1893"/>
                  <a:pt x="3151" y="1891"/>
                </a:cubicBezTo>
                <a:cubicBezTo>
                  <a:pt x="3208" y="1913"/>
                  <a:pt x="3215" y="1902"/>
                  <a:pt x="3218" y="1911"/>
                </a:cubicBezTo>
                <a:cubicBezTo>
                  <a:pt x="3273" y="1921"/>
                  <a:pt x="3277" y="1922"/>
                  <a:pt x="3280" y="1923"/>
                </a:cubicBezTo>
                <a:cubicBezTo>
                  <a:pt x="3334" y="1938"/>
                  <a:pt x="3340" y="1937"/>
                  <a:pt x="3344" y="1938"/>
                </a:cubicBezTo>
                <a:cubicBezTo>
                  <a:pt x="3395" y="1952"/>
                  <a:pt x="3404" y="1950"/>
                  <a:pt x="3411" y="1958"/>
                </a:cubicBezTo>
                <a:cubicBezTo>
                  <a:pt x="3494" y="1959"/>
                  <a:pt x="3503" y="1964"/>
                  <a:pt x="3514" y="1959"/>
                </a:cubicBezTo>
                <a:close/>
                <a:moveTo>
                  <a:pt x="3675" y="1904"/>
                </a:moveTo>
                <a:cubicBezTo>
                  <a:pt x="3669" y="1905"/>
                  <a:pt x="3675" y="1899"/>
                  <a:pt x="3677" y="1903"/>
                </a:cubicBezTo>
                <a:cubicBezTo>
                  <a:pt x="3681" y="1900"/>
                  <a:pt x="3684" y="1902"/>
                  <a:pt x="3688" y="1899"/>
                </a:cubicBezTo>
                <a:cubicBezTo>
                  <a:pt x="3697" y="1901"/>
                  <a:pt x="3678" y="1905"/>
                  <a:pt x="3675" y="1904"/>
                </a:cubicBezTo>
                <a:close/>
                <a:moveTo>
                  <a:pt x="3702" y="1915"/>
                </a:moveTo>
                <a:cubicBezTo>
                  <a:pt x="3701" y="1905"/>
                  <a:pt x="3714" y="1915"/>
                  <a:pt x="3720" y="1906"/>
                </a:cubicBezTo>
                <a:cubicBezTo>
                  <a:pt x="3721" y="1916"/>
                  <a:pt x="3706" y="1916"/>
                  <a:pt x="3702" y="1915"/>
                </a:cubicBezTo>
                <a:close/>
                <a:moveTo>
                  <a:pt x="2540" y="2037"/>
                </a:moveTo>
                <a:cubicBezTo>
                  <a:pt x="2539" y="2031"/>
                  <a:pt x="2538" y="2024"/>
                  <a:pt x="2540" y="2018"/>
                </a:cubicBezTo>
                <a:cubicBezTo>
                  <a:pt x="2542" y="2012"/>
                  <a:pt x="2540" y="2004"/>
                  <a:pt x="2543" y="1997"/>
                </a:cubicBezTo>
                <a:cubicBezTo>
                  <a:pt x="2543" y="1984"/>
                  <a:pt x="2543" y="1970"/>
                  <a:pt x="2542" y="1956"/>
                </a:cubicBezTo>
                <a:cubicBezTo>
                  <a:pt x="2537" y="1948"/>
                  <a:pt x="2544" y="1944"/>
                  <a:pt x="2538" y="1935"/>
                </a:cubicBezTo>
                <a:cubicBezTo>
                  <a:pt x="2542" y="1933"/>
                  <a:pt x="2536" y="1927"/>
                  <a:pt x="2539" y="1925"/>
                </a:cubicBezTo>
                <a:cubicBezTo>
                  <a:pt x="2537" y="1921"/>
                  <a:pt x="2535" y="1915"/>
                  <a:pt x="2532" y="1916"/>
                </a:cubicBezTo>
                <a:cubicBezTo>
                  <a:pt x="2533" y="1928"/>
                  <a:pt x="2536" y="1942"/>
                  <a:pt x="2534" y="1953"/>
                </a:cubicBezTo>
                <a:cubicBezTo>
                  <a:pt x="2536" y="1960"/>
                  <a:pt x="2536" y="1967"/>
                  <a:pt x="2534" y="1973"/>
                </a:cubicBezTo>
                <a:cubicBezTo>
                  <a:pt x="2536" y="1980"/>
                  <a:pt x="2536" y="1986"/>
                  <a:pt x="2534" y="1992"/>
                </a:cubicBezTo>
                <a:cubicBezTo>
                  <a:pt x="2535" y="2005"/>
                  <a:pt x="2533" y="2017"/>
                  <a:pt x="2532" y="2028"/>
                </a:cubicBezTo>
                <a:cubicBezTo>
                  <a:pt x="2525" y="2033"/>
                  <a:pt x="2533" y="2042"/>
                  <a:pt x="2528" y="2046"/>
                </a:cubicBezTo>
                <a:cubicBezTo>
                  <a:pt x="2525" y="2048"/>
                  <a:pt x="2525" y="2051"/>
                  <a:pt x="2525" y="2054"/>
                </a:cubicBezTo>
                <a:cubicBezTo>
                  <a:pt x="2529" y="2059"/>
                  <a:pt x="2524" y="2061"/>
                  <a:pt x="2524" y="2065"/>
                </a:cubicBezTo>
                <a:cubicBezTo>
                  <a:pt x="2517" y="2068"/>
                  <a:pt x="2525" y="2077"/>
                  <a:pt x="2519" y="2080"/>
                </a:cubicBezTo>
                <a:cubicBezTo>
                  <a:pt x="2521" y="2084"/>
                  <a:pt x="2520" y="2086"/>
                  <a:pt x="2520" y="2089"/>
                </a:cubicBezTo>
                <a:cubicBezTo>
                  <a:pt x="2514" y="2091"/>
                  <a:pt x="2516" y="2095"/>
                  <a:pt x="2515" y="2098"/>
                </a:cubicBezTo>
                <a:cubicBezTo>
                  <a:pt x="2513" y="2104"/>
                  <a:pt x="2515" y="2111"/>
                  <a:pt x="2511" y="2116"/>
                </a:cubicBezTo>
                <a:cubicBezTo>
                  <a:pt x="2509" y="2122"/>
                  <a:pt x="2507" y="2128"/>
                  <a:pt x="2507" y="2134"/>
                </a:cubicBezTo>
                <a:cubicBezTo>
                  <a:pt x="2503" y="2143"/>
                  <a:pt x="2499" y="2152"/>
                  <a:pt x="2495" y="2161"/>
                </a:cubicBezTo>
                <a:cubicBezTo>
                  <a:pt x="2519" y="2161"/>
                  <a:pt x="2519" y="2161"/>
                  <a:pt x="2519" y="2161"/>
                </a:cubicBezTo>
                <a:cubicBezTo>
                  <a:pt x="2519" y="2158"/>
                  <a:pt x="2519" y="2156"/>
                  <a:pt x="2519" y="2154"/>
                </a:cubicBezTo>
                <a:cubicBezTo>
                  <a:pt x="2528" y="2143"/>
                  <a:pt x="2529" y="2130"/>
                  <a:pt x="2530" y="2116"/>
                </a:cubicBezTo>
                <a:cubicBezTo>
                  <a:pt x="2538" y="2105"/>
                  <a:pt x="2532" y="2088"/>
                  <a:pt x="2539" y="2076"/>
                </a:cubicBezTo>
                <a:cubicBezTo>
                  <a:pt x="2537" y="2063"/>
                  <a:pt x="2534" y="2049"/>
                  <a:pt x="2540" y="2037"/>
                </a:cubicBezTo>
                <a:close/>
                <a:moveTo>
                  <a:pt x="2496" y="1981"/>
                </a:moveTo>
                <a:cubicBezTo>
                  <a:pt x="2498" y="1968"/>
                  <a:pt x="2500" y="1955"/>
                  <a:pt x="2499" y="1941"/>
                </a:cubicBezTo>
                <a:cubicBezTo>
                  <a:pt x="2497" y="1926"/>
                  <a:pt x="2503" y="1914"/>
                  <a:pt x="2497" y="1897"/>
                </a:cubicBezTo>
                <a:cubicBezTo>
                  <a:pt x="2499" y="1884"/>
                  <a:pt x="2492" y="1868"/>
                  <a:pt x="2492" y="1854"/>
                </a:cubicBezTo>
                <a:cubicBezTo>
                  <a:pt x="2491" y="1853"/>
                  <a:pt x="2491" y="1851"/>
                  <a:pt x="2490" y="1850"/>
                </a:cubicBezTo>
                <a:cubicBezTo>
                  <a:pt x="2490" y="1844"/>
                  <a:pt x="2493" y="1839"/>
                  <a:pt x="2487" y="1831"/>
                </a:cubicBezTo>
                <a:cubicBezTo>
                  <a:pt x="2490" y="1829"/>
                  <a:pt x="2486" y="1823"/>
                  <a:pt x="2484" y="1819"/>
                </a:cubicBezTo>
                <a:cubicBezTo>
                  <a:pt x="2488" y="1818"/>
                  <a:pt x="2484" y="1810"/>
                  <a:pt x="2480" y="1811"/>
                </a:cubicBezTo>
                <a:cubicBezTo>
                  <a:pt x="2483" y="1824"/>
                  <a:pt x="2485" y="1837"/>
                  <a:pt x="2487" y="1850"/>
                </a:cubicBezTo>
                <a:cubicBezTo>
                  <a:pt x="2488" y="1854"/>
                  <a:pt x="2488" y="1858"/>
                  <a:pt x="2489" y="1862"/>
                </a:cubicBezTo>
                <a:cubicBezTo>
                  <a:pt x="2483" y="1876"/>
                  <a:pt x="2497" y="1897"/>
                  <a:pt x="2490" y="1910"/>
                </a:cubicBezTo>
                <a:cubicBezTo>
                  <a:pt x="2494" y="1919"/>
                  <a:pt x="2488" y="1925"/>
                  <a:pt x="2493" y="1935"/>
                </a:cubicBezTo>
                <a:cubicBezTo>
                  <a:pt x="2491" y="1942"/>
                  <a:pt x="2489" y="1949"/>
                  <a:pt x="2491" y="1958"/>
                </a:cubicBezTo>
                <a:cubicBezTo>
                  <a:pt x="2493" y="1962"/>
                  <a:pt x="2485" y="1963"/>
                  <a:pt x="2490" y="1968"/>
                </a:cubicBezTo>
                <a:cubicBezTo>
                  <a:pt x="2485" y="1971"/>
                  <a:pt x="2492" y="1978"/>
                  <a:pt x="2486" y="1980"/>
                </a:cubicBezTo>
                <a:cubicBezTo>
                  <a:pt x="2490" y="1989"/>
                  <a:pt x="2481" y="1994"/>
                  <a:pt x="2488" y="2005"/>
                </a:cubicBezTo>
                <a:cubicBezTo>
                  <a:pt x="2479" y="2010"/>
                  <a:pt x="2481" y="2019"/>
                  <a:pt x="2480" y="2028"/>
                </a:cubicBezTo>
                <a:cubicBezTo>
                  <a:pt x="2480" y="2037"/>
                  <a:pt x="2473" y="2044"/>
                  <a:pt x="2474" y="2054"/>
                </a:cubicBezTo>
                <a:cubicBezTo>
                  <a:pt x="2474" y="2064"/>
                  <a:pt x="2468" y="2071"/>
                  <a:pt x="2471" y="2081"/>
                </a:cubicBezTo>
                <a:cubicBezTo>
                  <a:pt x="2462" y="2087"/>
                  <a:pt x="2465" y="2098"/>
                  <a:pt x="2460" y="2106"/>
                </a:cubicBezTo>
                <a:cubicBezTo>
                  <a:pt x="2458" y="2123"/>
                  <a:pt x="2448" y="2138"/>
                  <a:pt x="2442" y="2153"/>
                </a:cubicBezTo>
                <a:cubicBezTo>
                  <a:pt x="2440" y="2156"/>
                  <a:pt x="2439" y="2158"/>
                  <a:pt x="2438" y="2161"/>
                </a:cubicBezTo>
                <a:cubicBezTo>
                  <a:pt x="2450" y="2161"/>
                  <a:pt x="2450" y="2161"/>
                  <a:pt x="2450" y="2161"/>
                </a:cubicBezTo>
                <a:cubicBezTo>
                  <a:pt x="2454" y="2152"/>
                  <a:pt x="2458" y="2144"/>
                  <a:pt x="2463" y="2137"/>
                </a:cubicBezTo>
                <a:cubicBezTo>
                  <a:pt x="2470" y="2112"/>
                  <a:pt x="2475" y="2086"/>
                  <a:pt x="2484" y="2062"/>
                </a:cubicBezTo>
                <a:cubicBezTo>
                  <a:pt x="2488" y="2050"/>
                  <a:pt x="2484" y="2034"/>
                  <a:pt x="2491" y="2023"/>
                </a:cubicBezTo>
                <a:cubicBezTo>
                  <a:pt x="2491" y="2016"/>
                  <a:pt x="2493" y="2009"/>
                  <a:pt x="2493" y="2002"/>
                </a:cubicBezTo>
                <a:cubicBezTo>
                  <a:pt x="2497" y="1996"/>
                  <a:pt x="2494" y="1988"/>
                  <a:pt x="2496" y="1981"/>
                </a:cubicBezTo>
                <a:close/>
                <a:moveTo>
                  <a:pt x="1238" y="2076"/>
                </a:moveTo>
                <a:cubicBezTo>
                  <a:pt x="1236" y="2069"/>
                  <a:pt x="1240" y="2059"/>
                  <a:pt x="1239" y="2052"/>
                </a:cubicBezTo>
                <a:cubicBezTo>
                  <a:pt x="1239" y="2043"/>
                  <a:pt x="1243" y="2032"/>
                  <a:pt x="1236" y="2027"/>
                </a:cubicBezTo>
                <a:cubicBezTo>
                  <a:pt x="1230" y="2047"/>
                  <a:pt x="1232" y="2063"/>
                  <a:pt x="1231" y="2080"/>
                </a:cubicBezTo>
                <a:cubicBezTo>
                  <a:pt x="1228" y="2098"/>
                  <a:pt x="1224" y="2117"/>
                  <a:pt x="1223" y="2134"/>
                </a:cubicBezTo>
                <a:cubicBezTo>
                  <a:pt x="1220" y="2143"/>
                  <a:pt x="1218" y="2152"/>
                  <a:pt x="1216" y="2161"/>
                </a:cubicBezTo>
                <a:cubicBezTo>
                  <a:pt x="1224" y="2161"/>
                  <a:pt x="1224" y="2161"/>
                  <a:pt x="1224" y="2161"/>
                </a:cubicBezTo>
                <a:cubicBezTo>
                  <a:pt x="1225" y="2159"/>
                  <a:pt x="1225" y="2158"/>
                  <a:pt x="1226" y="2156"/>
                </a:cubicBezTo>
                <a:cubicBezTo>
                  <a:pt x="1228" y="2147"/>
                  <a:pt x="1231" y="2138"/>
                  <a:pt x="1233" y="2128"/>
                </a:cubicBezTo>
                <a:cubicBezTo>
                  <a:pt x="1233" y="2112"/>
                  <a:pt x="1241" y="2091"/>
                  <a:pt x="1238" y="2076"/>
                </a:cubicBezTo>
                <a:close/>
                <a:moveTo>
                  <a:pt x="1297" y="2091"/>
                </a:moveTo>
                <a:cubicBezTo>
                  <a:pt x="1292" y="2104"/>
                  <a:pt x="1292" y="2105"/>
                  <a:pt x="1290" y="2119"/>
                </a:cubicBezTo>
                <a:cubicBezTo>
                  <a:pt x="1292" y="2132"/>
                  <a:pt x="1282" y="2136"/>
                  <a:pt x="1285" y="2148"/>
                </a:cubicBezTo>
                <a:cubicBezTo>
                  <a:pt x="1284" y="2153"/>
                  <a:pt x="1283" y="2157"/>
                  <a:pt x="1282" y="2161"/>
                </a:cubicBezTo>
                <a:cubicBezTo>
                  <a:pt x="1290" y="2161"/>
                  <a:pt x="1290" y="2161"/>
                  <a:pt x="1290" y="2161"/>
                </a:cubicBezTo>
                <a:cubicBezTo>
                  <a:pt x="1290" y="2156"/>
                  <a:pt x="1288" y="2153"/>
                  <a:pt x="1292" y="2147"/>
                </a:cubicBezTo>
                <a:cubicBezTo>
                  <a:pt x="1291" y="2141"/>
                  <a:pt x="1299" y="2131"/>
                  <a:pt x="1293" y="2129"/>
                </a:cubicBezTo>
                <a:cubicBezTo>
                  <a:pt x="1293" y="2124"/>
                  <a:pt x="1301" y="2114"/>
                  <a:pt x="1295" y="2112"/>
                </a:cubicBezTo>
                <a:cubicBezTo>
                  <a:pt x="1295" y="2105"/>
                  <a:pt x="1303" y="2094"/>
                  <a:pt x="1297" y="2091"/>
                </a:cubicBezTo>
                <a:close/>
                <a:moveTo>
                  <a:pt x="1255" y="2092"/>
                </a:moveTo>
                <a:cubicBezTo>
                  <a:pt x="1259" y="2083"/>
                  <a:pt x="1257" y="2078"/>
                  <a:pt x="1257" y="2072"/>
                </a:cubicBezTo>
                <a:cubicBezTo>
                  <a:pt x="1259" y="2064"/>
                  <a:pt x="1259" y="2058"/>
                  <a:pt x="1256" y="2053"/>
                </a:cubicBezTo>
                <a:cubicBezTo>
                  <a:pt x="1250" y="2058"/>
                  <a:pt x="1256" y="2057"/>
                  <a:pt x="1253" y="2065"/>
                </a:cubicBezTo>
                <a:cubicBezTo>
                  <a:pt x="1250" y="2069"/>
                  <a:pt x="1258" y="2078"/>
                  <a:pt x="1250" y="2079"/>
                </a:cubicBezTo>
                <a:cubicBezTo>
                  <a:pt x="1250" y="2089"/>
                  <a:pt x="1247" y="2102"/>
                  <a:pt x="1246" y="2114"/>
                </a:cubicBezTo>
                <a:cubicBezTo>
                  <a:pt x="1241" y="2124"/>
                  <a:pt x="1243" y="2123"/>
                  <a:pt x="1240" y="2136"/>
                </a:cubicBezTo>
                <a:cubicBezTo>
                  <a:pt x="1239" y="2144"/>
                  <a:pt x="1234" y="2154"/>
                  <a:pt x="1236" y="2161"/>
                </a:cubicBezTo>
                <a:cubicBezTo>
                  <a:pt x="1243" y="2161"/>
                  <a:pt x="1243" y="2161"/>
                  <a:pt x="1243" y="2161"/>
                </a:cubicBezTo>
                <a:cubicBezTo>
                  <a:pt x="1245" y="2148"/>
                  <a:pt x="1247" y="2137"/>
                  <a:pt x="1251" y="2130"/>
                </a:cubicBezTo>
                <a:cubicBezTo>
                  <a:pt x="1249" y="2119"/>
                  <a:pt x="1254" y="2104"/>
                  <a:pt x="1255" y="2092"/>
                </a:cubicBezTo>
                <a:close/>
                <a:moveTo>
                  <a:pt x="3811" y="1673"/>
                </a:moveTo>
                <a:cubicBezTo>
                  <a:pt x="3800" y="1665"/>
                  <a:pt x="3786" y="1673"/>
                  <a:pt x="3774" y="1668"/>
                </a:cubicBezTo>
                <a:cubicBezTo>
                  <a:pt x="3734" y="1662"/>
                  <a:pt x="3730" y="1667"/>
                  <a:pt x="3727" y="1664"/>
                </a:cubicBezTo>
                <a:cubicBezTo>
                  <a:pt x="3689" y="1651"/>
                  <a:pt x="3680" y="1657"/>
                  <a:pt x="3675" y="1652"/>
                </a:cubicBezTo>
                <a:cubicBezTo>
                  <a:pt x="3626" y="1640"/>
                  <a:pt x="3617" y="1642"/>
                  <a:pt x="3610" y="1641"/>
                </a:cubicBezTo>
                <a:cubicBezTo>
                  <a:pt x="3574" y="1632"/>
                  <a:pt x="3572" y="1622"/>
                  <a:pt x="3568" y="1622"/>
                </a:cubicBezTo>
                <a:cubicBezTo>
                  <a:pt x="3496" y="1608"/>
                  <a:pt x="3489" y="1606"/>
                  <a:pt x="3482" y="1604"/>
                </a:cubicBezTo>
                <a:cubicBezTo>
                  <a:pt x="3424" y="1599"/>
                  <a:pt x="3420" y="1598"/>
                  <a:pt x="3416" y="1597"/>
                </a:cubicBezTo>
                <a:cubicBezTo>
                  <a:pt x="3398" y="1606"/>
                  <a:pt x="3405" y="1603"/>
                  <a:pt x="3413" y="1599"/>
                </a:cubicBezTo>
                <a:cubicBezTo>
                  <a:pt x="3475" y="1610"/>
                  <a:pt x="3482" y="1616"/>
                  <a:pt x="3492" y="1615"/>
                </a:cubicBezTo>
                <a:cubicBezTo>
                  <a:pt x="3630" y="1652"/>
                  <a:pt x="3632" y="1662"/>
                  <a:pt x="3638" y="1658"/>
                </a:cubicBezTo>
                <a:cubicBezTo>
                  <a:pt x="3670" y="1664"/>
                  <a:pt x="3675" y="1668"/>
                  <a:pt x="3680" y="1665"/>
                </a:cubicBezTo>
                <a:cubicBezTo>
                  <a:pt x="3714" y="1674"/>
                  <a:pt x="3718" y="1674"/>
                  <a:pt x="3720" y="1675"/>
                </a:cubicBezTo>
                <a:cubicBezTo>
                  <a:pt x="3770" y="1683"/>
                  <a:pt x="3781" y="1678"/>
                  <a:pt x="3790" y="1683"/>
                </a:cubicBezTo>
                <a:cubicBezTo>
                  <a:pt x="3840" y="1674"/>
                  <a:pt x="3840" y="1674"/>
                  <a:pt x="3840" y="1674"/>
                </a:cubicBezTo>
                <a:close/>
                <a:moveTo>
                  <a:pt x="1317" y="2096"/>
                </a:moveTo>
                <a:cubicBezTo>
                  <a:pt x="1315" y="2124"/>
                  <a:pt x="1312" y="2142"/>
                  <a:pt x="1308" y="2161"/>
                </a:cubicBezTo>
                <a:cubicBezTo>
                  <a:pt x="1314" y="2161"/>
                  <a:pt x="1314" y="2161"/>
                  <a:pt x="1314" y="2161"/>
                </a:cubicBezTo>
                <a:cubicBezTo>
                  <a:pt x="1315" y="2152"/>
                  <a:pt x="1316" y="2145"/>
                  <a:pt x="1320" y="2139"/>
                </a:cubicBezTo>
                <a:cubicBezTo>
                  <a:pt x="1317" y="2134"/>
                  <a:pt x="1319" y="2126"/>
                  <a:pt x="1320" y="2118"/>
                </a:cubicBezTo>
                <a:cubicBezTo>
                  <a:pt x="1321" y="2110"/>
                  <a:pt x="1323" y="2101"/>
                  <a:pt x="1317" y="2096"/>
                </a:cubicBezTo>
                <a:close/>
                <a:moveTo>
                  <a:pt x="3785" y="1637"/>
                </a:moveTo>
                <a:cubicBezTo>
                  <a:pt x="3782" y="1635"/>
                  <a:pt x="3778" y="1634"/>
                  <a:pt x="3774" y="1635"/>
                </a:cubicBezTo>
                <a:cubicBezTo>
                  <a:pt x="3732" y="1632"/>
                  <a:pt x="3730" y="1624"/>
                  <a:pt x="3725" y="1627"/>
                </a:cubicBezTo>
                <a:cubicBezTo>
                  <a:pt x="3687" y="1609"/>
                  <a:pt x="3680" y="1622"/>
                  <a:pt x="3678" y="1612"/>
                </a:cubicBezTo>
                <a:cubicBezTo>
                  <a:pt x="3648" y="1611"/>
                  <a:pt x="3648" y="1594"/>
                  <a:pt x="3642" y="1604"/>
                </a:cubicBezTo>
                <a:cubicBezTo>
                  <a:pt x="3610" y="1594"/>
                  <a:pt x="3602" y="1592"/>
                  <a:pt x="3595" y="1589"/>
                </a:cubicBezTo>
                <a:cubicBezTo>
                  <a:pt x="3579" y="1585"/>
                  <a:pt x="3573" y="1591"/>
                  <a:pt x="3571" y="1583"/>
                </a:cubicBezTo>
                <a:cubicBezTo>
                  <a:pt x="3547" y="1588"/>
                  <a:pt x="3547" y="1589"/>
                  <a:pt x="3548" y="1590"/>
                </a:cubicBezTo>
                <a:cubicBezTo>
                  <a:pt x="3606" y="1602"/>
                  <a:pt x="3612" y="1603"/>
                  <a:pt x="3618" y="1605"/>
                </a:cubicBezTo>
                <a:cubicBezTo>
                  <a:pt x="3700" y="1631"/>
                  <a:pt x="3710" y="1637"/>
                  <a:pt x="3723" y="1635"/>
                </a:cubicBezTo>
                <a:cubicBezTo>
                  <a:pt x="3800" y="1657"/>
                  <a:pt x="3808" y="1649"/>
                  <a:pt x="3814" y="1650"/>
                </a:cubicBezTo>
                <a:cubicBezTo>
                  <a:pt x="3840" y="1642"/>
                  <a:pt x="3840" y="1642"/>
                  <a:pt x="3840" y="1642"/>
                </a:cubicBezTo>
                <a:close/>
                <a:moveTo>
                  <a:pt x="1282" y="2060"/>
                </a:moveTo>
                <a:cubicBezTo>
                  <a:pt x="1277" y="2057"/>
                  <a:pt x="1286" y="2045"/>
                  <a:pt x="1280" y="2042"/>
                </a:cubicBezTo>
                <a:cubicBezTo>
                  <a:pt x="1281" y="2034"/>
                  <a:pt x="1285" y="2025"/>
                  <a:pt x="1276" y="2023"/>
                </a:cubicBezTo>
                <a:cubicBezTo>
                  <a:pt x="1273" y="2040"/>
                  <a:pt x="1276" y="2055"/>
                  <a:pt x="1276" y="2070"/>
                </a:cubicBezTo>
                <a:cubicBezTo>
                  <a:pt x="1271" y="2081"/>
                  <a:pt x="1274" y="2087"/>
                  <a:pt x="1272" y="2096"/>
                </a:cubicBezTo>
                <a:cubicBezTo>
                  <a:pt x="1268" y="2112"/>
                  <a:pt x="1263" y="2128"/>
                  <a:pt x="1259" y="2144"/>
                </a:cubicBezTo>
                <a:cubicBezTo>
                  <a:pt x="1262" y="2146"/>
                  <a:pt x="1260" y="2148"/>
                  <a:pt x="1258" y="2150"/>
                </a:cubicBezTo>
                <a:cubicBezTo>
                  <a:pt x="1257" y="2153"/>
                  <a:pt x="1256" y="2157"/>
                  <a:pt x="1255" y="2161"/>
                </a:cubicBezTo>
                <a:cubicBezTo>
                  <a:pt x="1264" y="2161"/>
                  <a:pt x="1264" y="2161"/>
                  <a:pt x="1264" y="2161"/>
                </a:cubicBezTo>
                <a:cubicBezTo>
                  <a:pt x="1266" y="2152"/>
                  <a:pt x="1268" y="2144"/>
                  <a:pt x="1271" y="2135"/>
                </a:cubicBezTo>
                <a:cubicBezTo>
                  <a:pt x="1274" y="2121"/>
                  <a:pt x="1276" y="2107"/>
                  <a:pt x="1280" y="2099"/>
                </a:cubicBezTo>
                <a:cubicBezTo>
                  <a:pt x="1277" y="2088"/>
                  <a:pt x="1282" y="2072"/>
                  <a:pt x="1282" y="2060"/>
                </a:cubicBezTo>
                <a:close/>
                <a:moveTo>
                  <a:pt x="2202" y="1935"/>
                </a:moveTo>
                <a:cubicBezTo>
                  <a:pt x="2206" y="1928"/>
                  <a:pt x="2197" y="1916"/>
                  <a:pt x="2202" y="1909"/>
                </a:cubicBezTo>
                <a:cubicBezTo>
                  <a:pt x="2195" y="1871"/>
                  <a:pt x="2195" y="1860"/>
                  <a:pt x="2193" y="1850"/>
                </a:cubicBezTo>
                <a:cubicBezTo>
                  <a:pt x="2181" y="1801"/>
                  <a:pt x="2181" y="1795"/>
                  <a:pt x="2179" y="1788"/>
                </a:cubicBezTo>
                <a:cubicBezTo>
                  <a:pt x="2152" y="1704"/>
                  <a:pt x="2146" y="1685"/>
                  <a:pt x="2142" y="1668"/>
                </a:cubicBezTo>
                <a:cubicBezTo>
                  <a:pt x="2114" y="1649"/>
                  <a:pt x="2121" y="1655"/>
                  <a:pt x="2117" y="1657"/>
                </a:cubicBezTo>
                <a:cubicBezTo>
                  <a:pt x="2124" y="1681"/>
                  <a:pt x="2136" y="1679"/>
                  <a:pt x="2135" y="1687"/>
                </a:cubicBezTo>
                <a:cubicBezTo>
                  <a:pt x="2151" y="1739"/>
                  <a:pt x="2161" y="1757"/>
                  <a:pt x="2164" y="1773"/>
                </a:cubicBezTo>
                <a:cubicBezTo>
                  <a:pt x="2178" y="1830"/>
                  <a:pt x="2179" y="1840"/>
                  <a:pt x="2181" y="1850"/>
                </a:cubicBezTo>
                <a:cubicBezTo>
                  <a:pt x="2187" y="1918"/>
                  <a:pt x="2197" y="1928"/>
                  <a:pt x="2192" y="1934"/>
                </a:cubicBezTo>
                <a:cubicBezTo>
                  <a:pt x="2196" y="1971"/>
                  <a:pt x="2194" y="1974"/>
                  <a:pt x="2198" y="1979"/>
                </a:cubicBezTo>
                <a:cubicBezTo>
                  <a:pt x="2197" y="2029"/>
                  <a:pt x="2191" y="2035"/>
                  <a:pt x="2197" y="2044"/>
                </a:cubicBezTo>
                <a:cubicBezTo>
                  <a:pt x="2190" y="2092"/>
                  <a:pt x="2194" y="2101"/>
                  <a:pt x="2193" y="2108"/>
                </a:cubicBezTo>
                <a:cubicBezTo>
                  <a:pt x="2188" y="2152"/>
                  <a:pt x="2191" y="2157"/>
                  <a:pt x="2193" y="2161"/>
                </a:cubicBezTo>
                <a:cubicBezTo>
                  <a:pt x="2202" y="2126"/>
                  <a:pt x="2206" y="2110"/>
                  <a:pt x="2205" y="2092"/>
                </a:cubicBezTo>
                <a:cubicBezTo>
                  <a:pt x="2208" y="2024"/>
                  <a:pt x="2207" y="2019"/>
                  <a:pt x="2205" y="2014"/>
                </a:cubicBezTo>
                <a:close/>
                <a:moveTo>
                  <a:pt x="3768" y="1444"/>
                </a:moveTo>
                <a:cubicBezTo>
                  <a:pt x="3757" y="1449"/>
                  <a:pt x="3747" y="1450"/>
                  <a:pt x="3736" y="1453"/>
                </a:cubicBezTo>
                <a:cubicBezTo>
                  <a:pt x="3730" y="1460"/>
                  <a:pt x="3726" y="1456"/>
                  <a:pt x="3720" y="1460"/>
                </a:cubicBezTo>
                <a:cubicBezTo>
                  <a:pt x="3716" y="1467"/>
                  <a:pt x="3705" y="1459"/>
                  <a:pt x="3707" y="1468"/>
                </a:cubicBezTo>
                <a:cubicBezTo>
                  <a:pt x="3722" y="1464"/>
                  <a:pt x="3737" y="1461"/>
                  <a:pt x="3752" y="1457"/>
                </a:cubicBezTo>
                <a:cubicBezTo>
                  <a:pt x="3759" y="1455"/>
                  <a:pt x="3766" y="1456"/>
                  <a:pt x="3775" y="1450"/>
                </a:cubicBezTo>
                <a:cubicBezTo>
                  <a:pt x="3782" y="1451"/>
                  <a:pt x="3790" y="1452"/>
                  <a:pt x="3799" y="1445"/>
                </a:cubicBezTo>
                <a:cubicBezTo>
                  <a:pt x="3812" y="1447"/>
                  <a:pt x="3826" y="1444"/>
                  <a:pt x="3840" y="1443"/>
                </a:cubicBezTo>
                <a:cubicBezTo>
                  <a:pt x="3840" y="1434"/>
                  <a:pt x="3840" y="1434"/>
                  <a:pt x="3840" y="1434"/>
                </a:cubicBezTo>
                <a:cubicBezTo>
                  <a:pt x="3837" y="1434"/>
                  <a:pt x="3833" y="1434"/>
                  <a:pt x="3829" y="1433"/>
                </a:cubicBezTo>
                <a:cubicBezTo>
                  <a:pt x="3808" y="1440"/>
                  <a:pt x="3788" y="1440"/>
                  <a:pt x="3768" y="1444"/>
                </a:cubicBezTo>
                <a:close/>
                <a:moveTo>
                  <a:pt x="2354" y="1890"/>
                </a:moveTo>
                <a:cubicBezTo>
                  <a:pt x="2362" y="1882"/>
                  <a:pt x="2352" y="1869"/>
                  <a:pt x="2360" y="1861"/>
                </a:cubicBezTo>
                <a:cubicBezTo>
                  <a:pt x="2363" y="1829"/>
                  <a:pt x="2356" y="1822"/>
                  <a:pt x="2361" y="1818"/>
                </a:cubicBezTo>
                <a:cubicBezTo>
                  <a:pt x="2362" y="1794"/>
                  <a:pt x="2359" y="1796"/>
                  <a:pt x="2357" y="1791"/>
                </a:cubicBezTo>
                <a:cubicBezTo>
                  <a:pt x="2337" y="1749"/>
                  <a:pt x="2341" y="1757"/>
                  <a:pt x="2345" y="1765"/>
                </a:cubicBezTo>
                <a:cubicBezTo>
                  <a:pt x="2354" y="1820"/>
                  <a:pt x="2344" y="1824"/>
                  <a:pt x="2349" y="1834"/>
                </a:cubicBezTo>
                <a:cubicBezTo>
                  <a:pt x="2344" y="1887"/>
                  <a:pt x="2342" y="1895"/>
                  <a:pt x="2342" y="1905"/>
                </a:cubicBezTo>
                <a:cubicBezTo>
                  <a:pt x="2331" y="1968"/>
                  <a:pt x="2332" y="1978"/>
                  <a:pt x="2331" y="1988"/>
                </a:cubicBezTo>
                <a:cubicBezTo>
                  <a:pt x="2314" y="2077"/>
                  <a:pt x="2313" y="2086"/>
                  <a:pt x="2310" y="2095"/>
                </a:cubicBezTo>
                <a:cubicBezTo>
                  <a:pt x="2307" y="2161"/>
                  <a:pt x="2307" y="2161"/>
                  <a:pt x="2307" y="2161"/>
                </a:cubicBezTo>
                <a:cubicBezTo>
                  <a:pt x="2322" y="2084"/>
                  <a:pt x="2324" y="2081"/>
                  <a:pt x="2327" y="2077"/>
                </a:cubicBezTo>
                <a:cubicBezTo>
                  <a:pt x="2336" y="2036"/>
                  <a:pt x="2332" y="2026"/>
                  <a:pt x="2338" y="2020"/>
                </a:cubicBezTo>
                <a:cubicBezTo>
                  <a:pt x="2352" y="1937"/>
                  <a:pt x="2348" y="1926"/>
                  <a:pt x="2351" y="1917"/>
                </a:cubicBezTo>
                <a:close/>
                <a:moveTo>
                  <a:pt x="2292" y="1940"/>
                </a:moveTo>
                <a:cubicBezTo>
                  <a:pt x="2296" y="1926"/>
                  <a:pt x="2292" y="1909"/>
                  <a:pt x="2296" y="1896"/>
                </a:cubicBezTo>
                <a:cubicBezTo>
                  <a:pt x="2295" y="1835"/>
                  <a:pt x="2294" y="1820"/>
                  <a:pt x="2294" y="1806"/>
                </a:cubicBezTo>
                <a:cubicBezTo>
                  <a:pt x="2286" y="1744"/>
                  <a:pt x="2282" y="1739"/>
                  <a:pt x="2285" y="1736"/>
                </a:cubicBezTo>
                <a:cubicBezTo>
                  <a:pt x="2273" y="1705"/>
                  <a:pt x="2269" y="1697"/>
                  <a:pt x="2265" y="1688"/>
                </a:cubicBezTo>
                <a:cubicBezTo>
                  <a:pt x="2246" y="1682"/>
                  <a:pt x="2248" y="1684"/>
                  <a:pt x="2251" y="1685"/>
                </a:cubicBezTo>
                <a:cubicBezTo>
                  <a:pt x="2265" y="1715"/>
                  <a:pt x="2266" y="1719"/>
                  <a:pt x="2267" y="1723"/>
                </a:cubicBezTo>
                <a:cubicBezTo>
                  <a:pt x="2283" y="1791"/>
                  <a:pt x="2281" y="1800"/>
                  <a:pt x="2283" y="1811"/>
                </a:cubicBezTo>
                <a:cubicBezTo>
                  <a:pt x="2285" y="1853"/>
                  <a:pt x="2286" y="1857"/>
                  <a:pt x="2284" y="1859"/>
                </a:cubicBezTo>
                <a:cubicBezTo>
                  <a:pt x="2288" y="1887"/>
                  <a:pt x="2277" y="1894"/>
                  <a:pt x="2285" y="1907"/>
                </a:cubicBezTo>
                <a:cubicBezTo>
                  <a:pt x="2275" y="1945"/>
                  <a:pt x="2288" y="1960"/>
                  <a:pt x="2280" y="1968"/>
                </a:cubicBezTo>
                <a:cubicBezTo>
                  <a:pt x="2273" y="2039"/>
                  <a:pt x="2271" y="2048"/>
                  <a:pt x="2269" y="2058"/>
                </a:cubicBezTo>
                <a:cubicBezTo>
                  <a:pt x="2263" y="2109"/>
                  <a:pt x="2258" y="2128"/>
                  <a:pt x="2255" y="2148"/>
                </a:cubicBezTo>
                <a:cubicBezTo>
                  <a:pt x="2263" y="2156"/>
                  <a:pt x="2264" y="2152"/>
                  <a:pt x="2264" y="2147"/>
                </a:cubicBezTo>
                <a:cubicBezTo>
                  <a:pt x="2269" y="2120"/>
                  <a:pt x="2273" y="2114"/>
                  <a:pt x="2273" y="2107"/>
                </a:cubicBezTo>
                <a:cubicBezTo>
                  <a:pt x="2282" y="2054"/>
                  <a:pt x="2283" y="2051"/>
                  <a:pt x="2283" y="2047"/>
                </a:cubicBezTo>
                <a:cubicBezTo>
                  <a:pt x="2288" y="1999"/>
                  <a:pt x="2289" y="1991"/>
                  <a:pt x="2291" y="1985"/>
                </a:cubicBezTo>
                <a:close/>
                <a:moveTo>
                  <a:pt x="2066" y="2125"/>
                </a:moveTo>
                <a:cubicBezTo>
                  <a:pt x="2067" y="2112"/>
                  <a:pt x="2061" y="2096"/>
                  <a:pt x="2065" y="2083"/>
                </a:cubicBezTo>
                <a:cubicBezTo>
                  <a:pt x="2063" y="2017"/>
                  <a:pt x="2065" y="2010"/>
                  <a:pt x="2060" y="2002"/>
                </a:cubicBezTo>
                <a:cubicBezTo>
                  <a:pt x="2062" y="1950"/>
                  <a:pt x="2061" y="1937"/>
                  <a:pt x="2061" y="1924"/>
                </a:cubicBezTo>
                <a:cubicBezTo>
                  <a:pt x="2054" y="1828"/>
                  <a:pt x="2052" y="1815"/>
                  <a:pt x="2049" y="1800"/>
                </a:cubicBezTo>
                <a:cubicBezTo>
                  <a:pt x="2040" y="1746"/>
                  <a:pt x="2037" y="1734"/>
                  <a:pt x="2035" y="1723"/>
                </a:cubicBezTo>
                <a:cubicBezTo>
                  <a:pt x="1977" y="1582"/>
                  <a:pt x="1975" y="1577"/>
                  <a:pt x="1971" y="1570"/>
                </a:cubicBezTo>
                <a:cubicBezTo>
                  <a:pt x="1942" y="1538"/>
                  <a:pt x="1936" y="1536"/>
                  <a:pt x="1934" y="1534"/>
                </a:cubicBezTo>
                <a:cubicBezTo>
                  <a:pt x="1956" y="1585"/>
                  <a:pt x="1956" y="1586"/>
                  <a:pt x="1956" y="1587"/>
                </a:cubicBezTo>
                <a:cubicBezTo>
                  <a:pt x="1974" y="1656"/>
                  <a:pt x="1989" y="1669"/>
                  <a:pt x="1984" y="1674"/>
                </a:cubicBezTo>
                <a:cubicBezTo>
                  <a:pt x="1993" y="1720"/>
                  <a:pt x="1994" y="1721"/>
                  <a:pt x="1995" y="1723"/>
                </a:cubicBezTo>
                <a:cubicBezTo>
                  <a:pt x="2007" y="1777"/>
                  <a:pt x="2004" y="1790"/>
                  <a:pt x="2009" y="1804"/>
                </a:cubicBezTo>
                <a:cubicBezTo>
                  <a:pt x="2007" y="1861"/>
                  <a:pt x="2013" y="1876"/>
                  <a:pt x="2011" y="1887"/>
                </a:cubicBezTo>
                <a:cubicBezTo>
                  <a:pt x="2002" y="1905"/>
                  <a:pt x="2002" y="1885"/>
                  <a:pt x="1995" y="1862"/>
                </a:cubicBezTo>
                <a:cubicBezTo>
                  <a:pt x="1973" y="1773"/>
                  <a:pt x="1964" y="1747"/>
                  <a:pt x="1955" y="1723"/>
                </a:cubicBezTo>
                <a:cubicBezTo>
                  <a:pt x="1915" y="1628"/>
                  <a:pt x="1914" y="1618"/>
                  <a:pt x="1906" y="1615"/>
                </a:cubicBezTo>
                <a:cubicBezTo>
                  <a:pt x="1965" y="1783"/>
                  <a:pt x="1975" y="1808"/>
                  <a:pt x="1980" y="1831"/>
                </a:cubicBezTo>
                <a:cubicBezTo>
                  <a:pt x="1992" y="1906"/>
                  <a:pt x="1998" y="1912"/>
                  <a:pt x="1995" y="1914"/>
                </a:cubicBezTo>
                <a:cubicBezTo>
                  <a:pt x="1998" y="1956"/>
                  <a:pt x="2004" y="1966"/>
                  <a:pt x="2001" y="1973"/>
                </a:cubicBezTo>
                <a:cubicBezTo>
                  <a:pt x="1996" y="2032"/>
                  <a:pt x="2010" y="2045"/>
                  <a:pt x="2004" y="2052"/>
                </a:cubicBezTo>
                <a:cubicBezTo>
                  <a:pt x="2012" y="2122"/>
                  <a:pt x="2008" y="2137"/>
                  <a:pt x="2010" y="2155"/>
                </a:cubicBezTo>
                <a:cubicBezTo>
                  <a:pt x="2034" y="2155"/>
                  <a:pt x="2033" y="2149"/>
                  <a:pt x="2033" y="2144"/>
                </a:cubicBezTo>
                <a:cubicBezTo>
                  <a:pt x="2030" y="2037"/>
                  <a:pt x="2024" y="2028"/>
                  <a:pt x="2028" y="2021"/>
                </a:cubicBezTo>
                <a:cubicBezTo>
                  <a:pt x="2023" y="1979"/>
                  <a:pt x="2026" y="1976"/>
                  <a:pt x="2023" y="1971"/>
                </a:cubicBezTo>
                <a:cubicBezTo>
                  <a:pt x="2019" y="1912"/>
                  <a:pt x="2024" y="1906"/>
                  <a:pt x="2018" y="1896"/>
                </a:cubicBezTo>
                <a:cubicBezTo>
                  <a:pt x="2018" y="1833"/>
                  <a:pt x="2019" y="1817"/>
                  <a:pt x="2016" y="1800"/>
                </a:cubicBezTo>
                <a:cubicBezTo>
                  <a:pt x="2016" y="1764"/>
                  <a:pt x="2012" y="1759"/>
                  <a:pt x="2010" y="1755"/>
                </a:cubicBezTo>
                <a:cubicBezTo>
                  <a:pt x="2001" y="1715"/>
                  <a:pt x="2003" y="1709"/>
                  <a:pt x="2000" y="1702"/>
                </a:cubicBezTo>
                <a:cubicBezTo>
                  <a:pt x="1963" y="1593"/>
                  <a:pt x="1962" y="1591"/>
                  <a:pt x="1961" y="1587"/>
                </a:cubicBezTo>
                <a:cubicBezTo>
                  <a:pt x="1950" y="1549"/>
                  <a:pt x="1953" y="1558"/>
                  <a:pt x="1957" y="1561"/>
                </a:cubicBezTo>
                <a:cubicBezTo>
                  <a:pt x="1975" y="1592"/>
                  <a:pt x="1977" y="1596"/>
                  <a:pt x="1983" y="1607"/>
                </a:cubicBezTo>
                <a:cubicBezTo>
                  <a:pt x="2027" y="1723"/>
                  <a:pt x="2027" y="1723"/>
                  <a:pt x="2027" y="1724"/>
                </a:cubicBezTo>
                <a:cubicBezTo>
                  <a:pt x="2038" y="1782"/>
                  <a:pt x="2041" y="1797"/>
                  <a:pt x="2041" y="1811"/>
                </a:cubicBezTo>
                <a:cubicBezTo>
                  <a:pt x="2045" y="1850"/>
                  <a:pt x="2045" y="1851"/>
                  <a:pt x="2045" y="1851"/>
                </a:cubicBezTo>
                <a:cubicBezTo>
                  <a:pt x="2052" y="1964"/>
                  <a:pt x="2047" y="1969"/>
                  <a:pt x="2051" y="1977"/>
                </a:cubicBezTo>
                <a:cubicBezTo>
                  <a:pt x="2053" y="2065"/>
                  <a:pt x="2050" y="2071"/>
                  <a:pt x="2053" y="2079"/>
                </a:cubicBezTo>
                <a:cubicBezTo>
                  <a:pt x="2054" y="2146"/>
                  <a:pt x="2059" y="2155"/>
                  <a:pt x="2058" y="2161"/>
                </a:cubicBezTo>
                <a:close/>
                <a:moveTo>
                  <a:pt x="1981" y="2083"/>
                </a:moveTo>
                <a:cubicBezTo>
                  <a:pt x="1978" y="2071"/>
                  <a:pt x="1983" y="2062"/>
                  <a:pt x="1977" y="2049"/>
                </a:cubicBezTo>
                <a:cubicBezTo>
                  <a:pt x="1971" y="1991"/>
                  <a:pt x="1971" y="1985"/>
                  <a:pt x="1968" y="1979"/>
                </a:cubicBezTo>
                <a:cubicBezTo>
                  <a:pt x="1943" y="1845"/>
                  <a:pt x="1942" y="1841"/>
                  <a:pt x="1941" y="1837"/>
                </a:cubicBezTo>
                <a:cubicBezTo>
                  <a:pt x="1879" y="1673"/>
                  <a:pt x="1870" y="1654"/>
                  <a:pt x="1861" y="1634"/>
                </a:cubicBezTo>
                <a:cubicBezTo>
                  <a:pt x="1840" y="1594"/>
                  <a:pt x="1839" y="1590"/>
                  <a:pt x="1838" y="1587"/>
                </a:cubicBezTo>
                <a:cubicBezTo>
                  <a:pt x="1832" y="1590"/>
                  <a:pt x="1834" y="1594"/>
                  <a:pt x="1836" y="1598"/>
                </a:cubicBezTo>
                <a:cubicBezTo>
                  <a:pt x="1858" y="1649"/>
                  <a:pt x="1872" y="1666"/>
                  <a:pt x="1877" y="1681"/>
                </a:cubicBezTo>
                <a:cubicBezTo>
                  <a:pt x="1893" y="1720"/>
                  <a:pt x="1893" y="1721"/>
                  <a:pt x="1893" y="1723"/>
                </a:cubicBezTo>
                <a:cubicBezTo>
                  <a:pt x="1914" y="1772"/>
                  <a:pt x="1910" y="1777"/>
                  <a:pt x="1914" y="1776"/>
                </a:cubicBezTo>
                <a:cubicBezTo>
                  <a:pt x="1940" y="1863"/>
                  <a:pt x="1942" y="1876"/>
                  <a:pt x="1943" y="1888"/>
                </a:cubicBezTo>
                <a:cubicBezTo>
                  <a:pt x="1950" y="1961"/>
                  <a:pt x="1952" y="1953"/>
                  <a:pt x="1943" y="1946"/>
                </a:cubicBezTo>
                <a:cubicBezTo>
                  <a:pt x="1932" y="1893"/>
                  <a:pt x="1921" y="1884"/>
                  <a:pt x="1926" y="1880"/>
                </a:cubicBezTo>
                <a:cubicBezTo>
                  <a:pt x="1861" y="1762"/>
                  <a:pt x="1850" y="1741"/>
                  <a:pt x="1840" y="1723"/>
                </a:cubicBezTo>
                <a:cubicBezTo>
                  <a:pt x="1783" y="1658"/>
                  <a:pt x="1776" y="1648"/>
                  <a:pt x="1767" y="1642"/>
                </a:cubicBezTo>
                <a:cubicBezTo>
                  <a:pt x="1733" y="1605"/>
                  <a:pt x="1723" y="1596"/>
                  <a:pt x="1714" y="1587"/>
                </a:cubicBezTo>
                <a:cubicBezTo>
                  <a:pt x="1665" y="1530"/>
                  <a:pt x="1658" y="1533"/>
                  <a:pt x="1655" y="1525"/>
                </a:cubicBezTo>
                <a:cubicBezTo>
                  <a:pt x="1699" y="1583"/>
                  <a:pt x="1701" y="1585"/>
                  <a:pt x="1703" y="1587"/>
                </a:cubicBezTo>
                <a:cubicBezTo>
                  <a:pt x="1735" y="1624"/>
                  <a:pt x="1746" y="1632"/>
                  <a:pt x="1756" y="1644"/>
                </a:cubicBezTo>
                <a:cubicBezTo>
                  <a:pt x="1773" y="1658"/>
                  <a:pt x="1775" y="1669"/>
                  <a:pt x="1781" y="1670"/>
                </a:cubicBezTo>
                <a:cubicBezTo>
                  <a:pt x="1838" y="1741"/>
                  <a:pt x="1850" y="1762"/>
                  <a:pt x="1862" y="1782"/>
                </a:cubicBezTo>
                <a:cubicBezTo>
                  <a:pt x="1903" y="1864"/>
                  <a:pt x="1910" y="1875"/>
                  <a:pt x="1915" y="1889"/>
                </a:cubicBezTo>
                <a:cubicBezTo>
                  <a:pt x="1940" y="1992"/>
                  <a:pt x="1931" y="1956"/>
                  <a:pt x="1920" y="1919"/>
                </a:cubicBezTo>
                <a:cubicBezTo>
                  <a:pt x="1884" y="1833"/>
                  <a:pt x="1878" y="1820"/>
                  <a:pt x="1871" y="1807"/>
                </a:cubicBezTo>
                <a:cubicBezTo>
                  <a:pt x="1795" y="1699"/>
                  <a:pt x="1793" y="1694"/>
                  <a:pt x="1790" y="1688"/>
                </a:cubicBezTo>
                <a:cubicBezTo>
                  <a:pt x="1762" y="1661"/>
                  <a:pt x="1758" y="1657"/>
                  <a:pt x="1756" y="1651"/>
                </a:cubicBezTo>
                <a:cubicBezTo>
                  <a:pt x="1802" y="1718"/>
                  <a:pt x="1804" y="1720"/>
                  <a:pt x="1805" y="1723"/>
                </a:cubicBezTo>
                <a:cubicBezTo>
                  <a:pt x="1863" y="1816"/>
                  <a:pt x="1871" y="1833"/>
                  <a:pt x="1879" y="1850"/>
                </a:cubicBezTo>
                <a:cubicBezTo>
                  <a:pt x="1922" y="1963"/>
                  <a:pt x="1922" y="1972"/>
                  <a:pt x="1928" y="1982"/>
                </a:cubicBezTo>
                <a:cubicBezTo>
                  <a:pt x="1956" y="2093"/>
                  <a:pt x="1951" y="2097"/>
                  <a:pt x="1956" y="2104"/>
                </a:cubicBezTo>
                <a:cubicBezTo>
                  <a:pt x="1959" y="2146"/>
                  <a:pt x="1972" y="2156"/>
                  <a:pt x="1963" y="2159"/>
                </a:cubicBezTo>
                <a:cubicBezTo>
                  <a:pt x="1945" y="2106"/>
                  <a:pt x="1944" y="2093"/>
                  <a:pt x="1940" y="2080"/>
                </a:cubicBezTo>
                <a:cubicBezTo>
                  <a:pt x="1931" y="2035"/>
                  <a:pt x="1915" y="2025"/>
                  <a:pt x="1923" y="2024"/>
                </a:cubicBezTo>
                <a:cubicBezTo>
                  <a:pt x="1841" y="1871"/>
                  <a:pt x="1834" y="1860"/>
                  <a:pt x="1828" y="1850"/>
                </a:cubicBezTo>
                <a:cubicBezTo>
                  <a:pt x="1791" y="1799"/>
                  <a:pt x="1791" y="1788"/>
                  <a:pt x="1786" y="1791"/>
                </a:cubicBezTo>
                <a:cubicBezTo>
                  <a:pt x="1814" y="1843"/>
                  <a:pt x="1816" y="1847"/>
                  <a:pt x="1818" y="1850"/>
                </a:cubicBezTo>
                <a:cubicBezTo>
                  <a:pt x="1833" y="1875"/>
                  <a:pt x="1836" y="1877"/>
                  <a:pt x="1838" y="1878"/>
                </a:cubicBezTo>
                <a:cubicBezTo>
                  <a:pt x="1879" y="1962"/>
                  <a:pt x="1889" y="1981"/>
                  <a:pt x="1898" y="2000"/>
                </a:cubicBezTo>
                <a:cubicBezTo>
                  <a:pt x="1875" y="1980"/>
                  <a:pt x="1850" y="1939"/>
                  <a:pt x="1819" y="1884"/>
                </a:cubicBezTo>
                <a:cubicBezTo>
                  <a:pt x="1732" y="1761"/>
                  <a:pt x="1720" y="1742"/>
                  <a:pt x="1709" y="1723"/>
                </a:cubicBezTo>
                <a:cubicBezTo>
                  <a:pt x="1646" y="1625"/>
                  <a:pt x="1649" y="1632"/>
                  <a:pt x="1653" y="1639"/>
                </a:cubicBezTo>
                <a:cubicBezTo>
                  <a:pt x="1671" y="1685"/>
                  <a:pt x="1682" y="1695"/>
                  <a:pt x="1684" y="1702"/>
                </a:cubicBezTo>
                <a:cubicBezTo>
                  <a:pt x="1745" y="1796"/>
                  <a:pt x="1761" y="1824"/>
                  <a:pt x="1778" y="1850"/>
                </a:cubicBezTo>
                <a:cubicBezTo>
                  <a:pt x="1867" y="1990"/>
                  <a:pt x="1875" y="2006"/>
                  <a:pt x="1885" y="2020"/>
                </a:cubicBezTo>
                <a:cubicBezTo>
                  <a:pt x="1926" y="2120"/>
                  <a:pt x="1942" y="2130"/>
                  <a:pt x="1934" y="2132"/>
                </a:cubicBezTo>
                <a:cubicBezTo>
                  <a:pt x="1832" y="1990"/>
                  <a:pt x="1806" y="1954"/>
                  <a:pt x="1783" y="1911"/>
                </a:cubicBezTo>
                <a:cubicBezTo>
                  <a:pt x="1741" y="1843"/>
                  <a:pt x="1740" y="1837"/>
                  <a:pt x="1735" y="1832"/>
                </a:cubicBezTo>
                <a:cubicBezTo>
                  <a:pt x="1658" y="1663"/>
                  <a:pt x="1649" y="1652"/>
                  <a:pt x="1645" y="1643"/>
                </a:cubicBezTo>
                <a:cubicBezTo>
                  <a:pt x="1632" y="1607"/>
                  <a:pt x="1632" y="1599"/>
                  <a:pt x="1633" y="1591"/>
                </a:cubicBezTo>
                <a:cubicBezTo>
                  <a:pt x="1626" y="1559"/>
                  <a:pt x="1619" y="1553"/>
                  <a:pt x="1623" y="1551"/>
                </a:cubicBezTo>
                <a:cubicBezTo>
                  <a:pt x="1620" y="1528"/>
                  <a:pt x="1613" y="1519"/>
                  <a:pt x="1611" y="1521"/>
                </a:cubicBezTo>
                <a:cubicBezTo>
                  <a:pt x="1628" y="1623"/>
                  <a:pt x="1636" y="1640"/>
                  <a:pt x="1645" y="1669"/>
                </a:cubicBezTo>
                <a:cubicBezTo>
                  <a:pt x="1725" y="1833"/>
                  <a:pt x="1729" y="1842"/>
                  <a:pt x="1734" y="1850"/>
                </a:cubicBezTo>
                <a:cubicBezTo>
                  <a:pt x="1761" y="1906"/>
                  <a:pt x="1774" y="1910"/>
                  <a:pt x="1772" y="1920"/>
                </a:cubicBezTo>
                <a:cubicBezTo>
                  <a:pt x="1831" y="2001"/>
                  <a:pt x="1831" y="2018"/>
                  <a:pt x="1838" y="2017"/>
                </a:cubicBezTo>
                <a:cubicBezTo>
                  <a:pt x="1762" y="1943"/>
                  <a:pt x="1741" y="1916"/>
                  <a:pt x="1719" y="1891"/>
                </a:cubicBezTo>
                <a:cubicBezTo>
                  <a:pt x="1634" y="1795"/>
                  <a:pt x="1617" y="1761"/>
                  <a:pt x="1594" y="1736"/>
                </a:cubicBezTo>
                <a:cubicBezTo>
                  <a:pt x="1579" y="1717"/>
                  <a:pt x="1587" y="1703"/>
                  <a:pt x="1576" y="1706"/>
                </a:cubicBezTo>
                <a:cubicBezTo>
                  <a:pt x="1636" y="1799"/>
                  <a:pt x="1637" y="1818"/>
                  <a:pt x="1644" y="1818"/>
                </a:cubicBezTo>
                <a:cubicBezTo>
                  <a:pt x="1676" y="1860"/>
                  <a:pt x="1684" y="1869"/>
                  <a:pt x="1693" y="1878"/>
                </a:cubicBezTo>
                <a:cubicBezTo>
                  <a:pt x="1712" y="1895"/>
                  <a:pt x="1714" y="1902"/>
                  <a:pt x="1716" y="1906"/>
                </a:cubicBezTo>
                <a:cubicBezTo>
                  <a:pt x="1737" y="1925"/>
                  <a:pt x="1738" y="1932"/>
                  <a:pt x="1741" y="1936"/>
                </a:cubicBezTo>
                <a:cubicBezTo>
                  <a:pt x="1802" y="2004"/>
                  <a:pt x="1813" y="2015"/>
                  <a:pt x="1823" y="2031"/>
                </a:cubicBezTo>
                <a:cubicBezTo>
                  <a:pt x="1847" y="2045"/>
                  <a:pt x="1849" y="2059"/>
                  <a:pt x="1856" y="2060"/>
                </a:cubicBezTo>
                <a:cubicBezTo>
                  <a:pt x="1990" y="2161"/>
                  <a:pt x="1990" y="2161"/>
                  <a:pt x="1990" y="2161"/>
                </a:cubicBezTo>
                <a:close/>
                <a:moveTo>
                  <a:pt x="1854" y="2041"/>
                </a:moveTo>
                <a:cubicBezTo>
                  <a:pt x="1854" y="2036"/>
                  <a:pt x="1857" y="2042"/>
                  <a:pt x="1859" y="2045"/>
                </a:cubicBezTo>
                <a:cubicBezTo>
                  <a:pt x="1859" y="2051"/>
                  <a:pt x="1855" y="2045"/>
                  <a:pt x="1854" y="2041"/>
                </a:cubicBezTo>
                <a:close/>
                <a:moveTo>
                  <a:pt x="1959" y="2032"/>
                </a:moveTo>
                <a:cubicBezTo>
                  <a:pt x="1963" y="2021"/>
                  <a:pt x="1956" y="2006"/>
                  <a:pt x="1957" y="1994"/>
                </a:cubicBezTo>
                <a:cubicBezTo>
                  <a:pt x="1965" y="1992"/>
                  <a:pt x="1957" y="2001"/>
                  <a:pt x="1962" y="2005"/>
                </a:cubicBezTo>
                <a:cubicBezTo>
                  <a:pt x="1961" y="2009"/>
                  <a:pt x="1962" y="2013"/>
                  <a:pt x="1966" y="2019"/>
                </a:cubicBezTo>
                <a:cubicBezTo>
                  <a:pt x="1961" y="2027"/>
                  <a:pt x="1964" y="2037"/>
                  <a:pt x="1967" y="2048"/>
                </a:cubicBezTo>
                <a:cubicBezTo>
                  <a:pt x="1957" y="2048"/>
                  <a:pt x="1965" y="2037"/>
                  <a:pt x="1959" y="2032"/>
                </a:cubicBezTo>
                <a:close/>
                <a:moveTo>
                  <a:pt x="1963" y="2066"/>
                </a:moveTo>
                <a:cubicBezTo>
                  <a:pt x="1972" y="2059"/>
                  <a:pt x="1967" y="2075"/>
                  <a:pt x="1969" y="2079"/>
                </a:cubicBezTo>
                <a:cubicBezTo>
                  <a:pt x="1960" y="2080"/>
                  <a:pt x="1969" y="2070"/>
                  <a:pt x="1963" y="2066"/>
                </a:cubicBezTo>
                <a:close/>
                <a:moveTo>
                  <a:pt x="1970" y="2107"/>
                </a:moveTo>
                <a:cubicBezTo>
                  <a:pt x="1972" y="2098"/>
                  <a:pt x="1972" y="2111"/>
                  <a:pt x="1974" y="2115"/>
                </a:cubicBezTo>
                <a:cubicBezTo>
                  <a:pt x="1968" y="2115"/>
                  <a:pt x="1971" y="2110"/>
                  <a:pt x="1970" y="2107"/>
                </a:cubicBezTo>
                <a:close/>
                <a:moveTo>
                  <a:pt x="1579" y="2154"/>
                </a:moveTo>
                <a:cubicBezTo>
                  <a:pt x="1577" y="2150"/>
                  <a:pt x="1576" y="2144"/>
                  <a:pt x="1572" y="2144"/>
                </a:cubicBezTo>
                <a:cubicBezTo>
                  <a:pt x="1555" y="2121"/>
                  <a:pt x="1535" y="2107"/>
                  <a:pt x="1519" y="2083"/>
                </a:cubicBezTo>
                <a:cubicBezTo>
                  <a:pt x="1510" y="2077"/>
                  <a:pt x="1503" y="2057"/>
                  <a:pt x="1496" y="2056"/>
                </a:cubicBezTo>
                <a:cubicBezTo>
                  <a:pt x="1494" y="2055"/>
                  <a:pt x="1497" y="2051"/>
                  <a:pt x="1497" y="2052"/>
                </a:cubicBezTo>
                <a:cubicBezTo>
                  <a:pt x="1493" y="2046"/>
                  <a:pt x="1489" y="2044"/>
                  <a:pt x="1484" y="2039"/>
                </a:cubicBezTo>
                <a:cubicBezTo>
                  <a:pt x="1485" y="2039"/>
                  <a:pt x="1487" y="2037"/>
                  <a:pt x="1486" y="2035"/>
                </a:cubicBezTo>
                <a:cubicBezTo>
                  <a:pt x="1486" y="2035"/>
                  <a:pt x="1483" y="2035"/>
                  <a:pt x="1482" y="2034"/>
                </a:cubicBezTo>
                <a:cubicBezTo>
                  <a:pt x="1479" y="2031"/>
                  <a:pt x="1476" y="2030"/>
                  <a:pt x="1474" y="2024"/>
                </a:cubicBezTo>
                <a:cubicBezTo>
                  <a:pt x="1470" y="2014"/>
                  <a:pt x="1459" y="2001"/>
                  <a:pt x="1461" y="1992"/>
                </a:cubicBezTo>
                <a:cubicBezTo>
                  <a:pt x="1455" y="1994"/>
                  <a:pt x="1455" y="1981"/>
                  <a:pt x="1451" y="1978"/>
                </a:cubicBezTo>
                <a:cubicBezTo>
                  <a:pt x="1447" y="1976"/>
                  <a:pt x="1444" y="1970"/>
                  <a:pt x="1441" y="1963"/>
                </a:cubicBezTo>
                <a:cubicBezTo>
                  <a:pt x="1436" y="1947"/>
                  <a:pt x="1427" y="1928"/>
                  <a:pt x="1418" y="1910"/>
                </a:cubicBezTo>
                <a:cubicBezTo>
                  <a:pt x="1415" y="1905"/>
                  <a:pt x="1418" y="1903"/>
                  <a:pt x="1415" y="1898"/>
                </a:cubicBezTo>
                <a:cubicBezTo>
                  <a:pt x="1414" y="1894"/>
                  <a:pt x="1410" y="1889"/>
                  <a:pt x="1413" y="1887"/>
                </a:cubicBezTo>
                <a:cubicBezTo>
                  <a:pt x="1408" y="1879"/>
                  <a:pt x="1406" y="1865"/>
                  <a:pt x="1397" y="1868"/>
                </a:cubicBezTo>
                <a:cubicBezTo>
                  <a:pt x="1396" y="1879"/>
                  <a:pt x="1399" y="1892"/>
                  <a:pt x="1402" y="1905"/>
                </a:cubicBezTo>
                <a:cubicBezTo>
                  <a:pt x="1416" y="1931"/>
                  <a:pt x="1425" y="1952"/>
                  <a:pt x="1432" y="1971"/>
                </a:cubicBezTo>
                <a:cubicBezTo>
                  <a:pt x="1438" y="1980"/>
                  <a:pt x="1445" y="1988"/>
                  <a:pt x="1450" y="2001"/>
                </a:cubicBezTo>
                <a:cubicBezTo>
                  <a:pt x="1456" y="2004"/>
                  <a:pt x="1451" y="2004"/>
                  <a:pt x="1455" y="2011"/>
                </a:cubicBezTo>
                <a:cubicBezTo>
                  <a:pt x="1458" y="2017"/>
                  <a:pt x="1461" y="2023"/>
                  <a:pt x="1464" y="2030"/>
                </a:cubicBezTo>
                <a:cubicBezTo>
                  <a:pt x="1485" y="2056"/>
                  <a:pt x="1502" y="2079"/>
                  <a:pt x="1525" y="2109"/>
                </a:cubicBezTo>
                <a:cubicBezTo>
                  <a:pt x="1533" y="2110"/>
                  <a:pt x="1536" y="2125"/>
                  <a:pt x="1543" y="2126"/>
                </a:cubicBezTo>
                <a:cubicBezTo>
                  <a:pt x="1548" y="2135"/>
                  <a:pt x="1555" y="2139"/>
                  <a:pt x="1560" y="2147"/>
                </a:cubicBezTo>
                <a:cubicBezTo>
                  <a:pt x="1565" y="2150"/>
                  <a:pt x="1569" y="2157"/>
                  <a:pt x="1573" y="2161"/>
                </a:cubicBezTo>
                <a:cubicBezTo>
                  <a:pt x="1586" y="2161"/>
                  <a:pt x="1586" y="2161"/>
                  <a:pt x="1586" y="2161"/>
                </a:cubicBezTo>
                <a:cubicBezTo>
                  <a:pt x="1586" y="2160"/>
                  <a:pt x="1586" y="2160"/>
                  <a:pt x="1586" y="2160"/>
                </a:cubicBezTo>
                <a:cubicBezTo>
                  <a:pt x="1584" y="2157"/>
                  <a:pt x="1583" y="2153"/>
                  <a:pt x="1579" y="2154"/>
                </a:cubicBezTo>
                <a:close/>
                <a:moveTo>
                  <a:pt x="1413" y="1586"/>
                </a:moveTo>
                <a:cubicBezTo>
                  <a:pt x="1417" y="1587"/>
                  <a:pt x="1434" y="1580"/>
                  <a:pt x="1432" y="1573"/>
                </a:cubicBezTo>
                <a:cubicBezTo>
                  <a:pt x="1332" y="1617"/>
                  <a:pt x="1332" y="1625"/>
                  <a:pt x="1329" y="1622"/>
                </a:cubicBezTo>
                <a:cubicBezTo>
                  <a:pt x="1276" y="1644"/>
                  <a:pt x="1261" y="1642"/>
                  <a:pt x="1244" y="1651"/>
                </a:cubicBezTo>
                <a:cubicBezTo>
                  <a:pt x="1194" y="1654"/>
                  <a:pt x="1187" y="1658"/>
                  <a:pt x="1182" y="1658"/>
                </a:cubicBezTo>
                <a:cubicBezTo>
                  <a:pt x="1086" y="1663"/>
                  <a:pt x="1081" y="1667"/>
                  <a:pt x="1077" y="1662"/>
                </a:cubicBezTo>
                <a:cubicBezTo>
                  <a:pt x="1023" y="1667"/>
                  <a:pt x="1020" y="1654"/>
                  <a:pt x="1015" y="1659"/>
                </a:cubicBezTo>
                <a:cubicBezTo>
                  <a:pt x="959" y="1657"/>
                  <a:pt x="950" y="1649"/>
                  <a:pt x="939" y="1650"/>
                </a:cubicBezTo>
                <a:cubicBezTo>
                  <a:pt x="905" y="1637"/>
                  <a:pt x="898" y="1648"/>
                  <a:pt x="895" y="1642"/>
                </a:cubicBezTo>
                <a:cubicBezTo>
                  <a:pt x="839" y="1639"/>
                  <a:pt x="829" y="1638"/>
                  <a:pt x="818" y="1637"/>
                </a:cubicBezTo>
                <a:cubicBezTo>
                  <a:pt x="782" y="1637"/>
                  <a:pt x="776" y="1641"/>
                  <a:pt x="772" y="1636"/>
                </a:cubicBezTo>
                <a:cubicBezTo>
                  <a:pt x="785" y="1624"/>
                  <a:pt x="806" y="1627"/>
                  <a:pt x="830" y="1623"/>
                </a:cubicBezTo>
                <a:cubicBezTo>
                  <a:pt x="909" y="1615"/>
                  <a:pt x="920" y="1617"/>
                  <a:pt x="931" y="1617"/>
                </a:cubicBezTo>
                <a:cubicBezTo>
                  <a:pt x="973" y="1628"/>
                  <a:pt x="986" y="1618"/>
                  <a:pt x="996" y="1626"/>
                </a:cubicBezTo>
                <a:cubicBezTo>
                  <a:pt x="1025" y="1624"/>
                  <a:pt x="1027" y="1631"/>
                  <a:pt x="1031" y="1626"/>
                </a:cubicBezTo>
                <a:cubicBezTo>
                  <a:pt x="1086" y="1630"/>
                  <a:pt x="1090" y="1638"/>
                  <a:pt x="1097" y="1635"/>
                </a:cubicBezTo>
                <a:cubicBezTo>
                  <a:pt x="1118" y="1639"/>
                  <a:pt x="1124" y="1635"/>
                  <a:pt x="1130" y="1637"/>
                </a:cubicBezTo>
                <a:cubicBezTo>
                  <a:pt x="1209" y="1638"/>
                  <a:pt x="1221" y="1635"/>
                  <a:pt x="1232" y="1639"/>
                </a:cubicBezTo>
                <a:cubicBezTo>
                  <a:pt x="1286" y="1626"/>
                  <a:pt x="1283" y="1615"/>
                  <a:pt x="1277" y="1622"/>
                </a:cubicBezTo>
                <a:cubicBezTo>
                  <a:pt x="1211" y="1632"/>
                  <a:pt x="1203" y="1628"/>
                  <a:pt x="1193" y="1633"/>
                </a:cubicBezTo>
                <a:cubicBezTo>
                  <a:pt x="1154" y="1633"/>
                  <a:pt x="1150" y="1625"/>
                  <a:pt x="1144" y="1628"/>
                </a:cubicBezTo>
                <a:cubicBezTo>
                  <a:pt x="1089" y="1622"/>
                  <a:pt x="1084" y="1619"/>
                  <a:pt x="1078" y="1623"/>
                </a:cubicBezTo>
                <a:cubicBezTo>
                  <a:pt x="1049" y="1618"/>
                  <a:pt x="1046" y="1618"/>
                  <a:pt x="1043" y="1618"/>
                </a:cubicBezTo>
                <a:cubicBezTo>
                  <a:pt x="981" y="1612"/>
                  <a:pt x="971" y="1608"/>
                  <a:pt x="960" y="1608"/>
                </a:cubicBezTo>
                <a:cubicBezTo>
                  <a:pt x="932" y="1604"/>
                  <a:pt x="928" y="1605"/>
                  <a:pt x="925" y="1604"/>
                </a:cubicBezTo>
                <a:cubicBezTo>
                  <a:pt x="1001" y="1605"/>
                  <a:pt x="1011" y="1594"/>
                  <a:pt x="1018" y="1601"/>
                </a:cubicBezTo>
                <a:cubicBezTo>
                  <a:pt x="1055" y="1603"/>
                  <a:pt x="1060" y="1595"/>
                  <a:pt x="1063" y="1601"/>
                </a:cubicBezTo>
                <a:cubicBezTo>
                  <a:pt x="1134" y="1604"/>
                  <a:pt x="1140" y="1606"/>
                  <a:pt x="1147" y="1601"/>
                </a:cubicBezTo>
                <a:cubicBezTo>
                  <a:pt x="1212" y="1605"/>
                  <a:pt x="1220" y="1601"/>
                  <a:pt x="1226" y="1604"/>
                </a:cubicBezTo>
                <a:cubicBezTo>
                  <a:pt x="1324" y="1587"/>
                  <a:pt x="1325" y="1586"/>
                  <a:pt x="1325" y="1586"/>
                </a:cubicBezTo>
                <a:cubicBezTo>
                  <a:pt x="1333" y="1585"/>
                  <a:pt x="1337" y="1579"/>
                  <a:pt x="1338" y="1584"/>
                </a:cubicBezTo>
                <a:cubicBezTo>
                  <a:pt x="1374" y="1577"/>
                  <a:pt x="1381" y="1566"/>
                  <a:pt x="1385" y="1570"/>
                </a:cubicBezTo>
                <a:cubicBezTo>
                  <a:pt x="1483" y="1523"/>
                  <a:pt x="1487" y="1526"/>
                  <a:pt x="1492" y="1522"/>
                </a:cubicBezTo>
                <a:cubicBezTo>
                  <a:pt x="1471" y="1527"/>
                  <a:pt x="1463" y="1531"/>
                  <a:pt x="1456" y="1530"/>
                </a:cubicBezTo>
                <a:cubicBezTo>
                  <a:pt x="1360" y="1567"/>
                  <a:pt x="1351" y="1575"/>
                  <a:pt x="1345" y="1573"/>
                </a:cubicBezTo>
                <a:cubicBezTo>
                  <a:pt x="1284" y="1587"/>
                  <a:pt x="1281" y="1588"/>
                  <a:pt x="1279" y="1587"/>
                </a:cubicBezTo>
                <a:cubicBezTo>
                  <a:pt x="1269" y="1588"/>
                  <a:pt x="1262" y="1591"/>
                  <a:pt x="1256" y="1591"/>
                </a:cubicBezTo>
                <a:cubicBezTo>
                  <a:pt x="1207" y="1586"/>
                  <a:pt x="1197" y="1597"/>
                  <a:pt x="1190" y="1593"/>
                </a:cubicBezTo>
                <a:cubicBezTo>
                  <a:pt x="1135" y="1593"/>
                  <a:pt x="1121" y="1590"/>
                  <a:pt x="1108" y="1587"/>
                </a:cubicBezTo>
                <a:cubicBezTo>
                  <a:pt x="1099" y="1588"/>
                  <a:pt x="1096" y="1589"/>
                  <a:pt x="1093" y="1587"/>
                </a:cubicBezTo>
                <a:cubicBezTo>
                  <a:pt x="1086" y="1592"/>
                  <a:pt x="1083" y="1589"/>
                  <a:pt x="1080" y="1587"/>
                </a:cubicBezTo>
                <a:cubicBezTo>
                  <a:pt x="1071" y="1590"/>
                  <a:pt x="1069" y="1589"/>
                  <a:pt x="1067" y="1587"/>
                </a:cubicBezTo>
                <a:cubicBezTo>
                  <a:pt x="1058" y="1588"/>
                  <a:pt x="1057" y="1587"/>
                  <a:pt x="1057" y="1587"/>
                </a:cubicBezTo>
                <a:cubicBezTo>
                  <a:pt x="1015" y="1587"/>
                  <a:pt x="1012" y="1588"/>
                  <a:pt x="1010" y="1589"/>
                </a:cubicBezTo>
                <a:cubicBezTo>
                  <a:pt x="975" y="1587"/>
                  <a:pt x="974" y="1587"/>
                  <a:pt x="972" y="1587"/>
                </a:cubicBezTo>
                <a:cubicBezTo>
                  <a:pt x="942" y="1586"/>
                  <a:pt x="939" y="1587"/>
                  <a:pt x="936" y="1587"/>
                </a:cubicBezTo>
                <a:cubicBezTo>
                  <a:pt x="869" y="1590"/>
                  <a:pt x="856" y="1597"/>
                  <a:pt x="846" y="1594"/>
                </a:cubicBezTo>
                <a:cubicBezTo>
                  <a:pt x="889" y="1581"/>
                  <a:pt x="893" y="1589"/>
                  <a:pt x="899" y="1586"/>
                </a:cubicBezTo>
                <a:cubicBezTo>
                  <a:pt x="966" y="1581"/>
                  <a:pt x="980" y="1573"/>
                  <a:pt x="991" y="1577"/>
                </a:cubicBezTo>
                <a:cubicBezTo>
                  <a:pt x="1076" y="1567"/>
                  <a:pt x="1088" y="1567"/>
                  <a:pt x="1099" y="1567"/>
                </a:cubicBezTo>
                <a:cubicBezTo>
                  <a:pt x="1176" y="1570"/>
                  <a:pt x="1182" y="1566"/>
                  <a:pt x="1187" y="1567"/>
                </a:cubicBezTo>
                <a:cubicBezTo>
                  <a:pt x="1215" y="1569"/>
                  <a:pt x="1217" y="1575"/>
                  <a:pt x="1222" y="1568"/>
                </a:cubicBezTo>
                <a:cubicBezTo>
                  <a:pt x="1264" y="1569"/>
                  <a:pt x="1271" y="1564"/>
                  <a:pt x="1277" y="1566"/>
                </a:cubicBezTo>
                <a:cubicBezTo>
                  <a:pt x="1376" y="1542"/>
                  <a:pt x="1383" y="1538"/>
                  <a:pt x="1390" y="1536"/>
                </a:cubicBezTo>
                <a:cubicBezTo>
                  <a:pt x="1484" y="1474"/>
                  <a:pt x="1476" y="1487"/>
                  <a:pt x="1470" y="1489"/>
                </a:cubicBezTo>
                <a:cubicBezTo>
                  <a:pt x="1430" y="1514"/>
                  <a:pt x="1425" y="1513"/>
                  <a:pt x="1418" y="1516"/>
                </a:cubicBezTo>
                <a:cubicBezTo>
                  <a:pt x="1306" y="1548"/>
                  <a:pt x="1299" y="1556"/>
                  <a:pt x="1294" y="1555"/>
                </a:cubicBezTo>
                <a:cubicBezTo>
                  <a:pt x="1254" y="1558"/>
                  <a:pt x="1248" y="1562"/>
                  <a:pt x="1243" y="1557"/>
                </a:cubicBezTo>
                <a:cubicBezTo>
                  <a:pt x="1168" y="1561"/>
                  <a:pt x="1163" y="1558"/>
                  <a:pt x="1158" y="1555"/>
                </a:cubicBezTo>
                <a:cubicBezTo>
                  <a:pt x="1105" y="1555"/>
                  <a:pt x="1102" y="1559"/>
                  <a:pt x="1099" y="1556"/>
                </a:cubicBezTo>
                <a:cubicBezTo>
                  <a:pt x="1061" y="1556"/>
                  <a:pt x="1050" y="1557"/>
                  <a:pt x="1038" y="1559"/>
                </a:cubicBezTo>
                <a:cubicBezTo>
                  <a:pt x="960" y="1559"/>
                  <a:pt x="946" y="1569"/>
                  <a:pt x="935" y="1566"/>
                </a:cubicBezTo>
                <a:cubicBezTo>
                  <a:pt x="971" y="1558"/>
                  <a:pt x="975" y="1554"/>
                  <a:pt x="981" y="1552"/>
                </a:cubicBezTo>
                <a:cubicBezTo>
                  <a:pt x="1042" y="1542"/>
                  <a:pt x="1049" y="1547"/>
                  <a:pt x="1058" y="1546"/>
                </a:cubicBezTo>
                <a:cubicBezTo>
                  <a:pt x="1138" y="1549"/>
                  <a:pt x="1148" y="1543"/>
                  <a:pt x="1156" y="1546"/>
                </a:cubicBezTo>
                <a:cubicBezTo>
                  <a:pt x="1198" y="1546"/>
                  <a:pt x="1203" y="1537"/>
                  <a:pt x="1207" y="1540"/>
                </a:cubicBezTo>
                <a:cubicBezTo>
                  <a:pt x="1239" y="1535"/>
                  <a:pt x="1247" y="1539"/>
                  <a:pt x="1256" y="1535"/>
                </a:cubicBezTo>
                <a:cubicBezTo>
                  <a:pt x="1298" y="1532"/>
                  <a:pt x="1304" y="1524"/>
                  <a:pt x="1308" y="1528"/>
                </a:cubicBezTo>
                <a:cubicBezTo>
                  <a:pt x="1438" y="1466"/>
                  <a:pt x="1451" y="1464"/>
                  <a:pt x="1449" y="1458"/>
                </a:cubicBezTo>
                <a:cubicBezTo>
                  <a:pt x="1297" y="1517"/>
                  <a:pt x="1274" y="1527"/>
                  <a:pt x="1254" y="1522"/>
                </a:cubicBezTo>
                <a:cubicBezTo>
                  <a:pt x="1211" y="1530"/>
                  <a:pt x="1201" y="1527"/>
                  <a:pt x="1189" y="1534"/>
                </a:cubicBezTo>
                <a:cubicBezTo>
                  <a:pt x="1111" y="1530"/>
                  <a:pt x="1102" y="1533"/>
                  <a:pt x="1094" y="1532"/>
                </a:cubicBezTo>
                <a:cubicBezTo>
                  <a:pt x="1073" y="1532"/>
                  <a:pt x="1068" y="1533"/>
                  <a:pt x="1071" y="1530"/>
                </a:cubicBezTo>
                <a:cubicBezTo>
                  <a:pt x="1185" y="1512"/>
                  <a:pt x="1199" y="1512"/>
                  <a:pt x="1202" y="1512"/>
                </a:cubicBezTo>
                <a:cubicBezTo>
                  <a:pt x="1226" y="1510"/>
                  <a:pt x="1231" y="1508"/>
                  <a:pt x="1234" y="1507"/>
                </a:cubicBezTo>
                <a:cubicBezTo>
                  <a:pt x="1346" y="1469"/>
                  <a:pt x="1340" y="1473"/>
                  <a:pt x="1335" y="1475"/>
                </a:cubicBezTo>
                <a:cubicBezTo>
                  <a:pt x="1261" y="1495"/>
                  <a:pt x="1240" y="1492"/>
                  <a:pt x="1217" y="1502"/>
                </a:cubicBezTo>
                <a:cubicBezTo>
                  <a:pt x="1152" y="1505"/>
                  <a:pt x="1137" y="1500"/>
                  <a:pt x="1119" y="1508"/>
                </a:cubicBezTo>
                <a:cubicBezTo>
                  <a:pt x="1066" y="1518"/>
                  <a:pt x="1063" y="1517"/>
                  <a:pt x="1058" y="1521"/>
                </a:cubicBezTo>
                <a:cubicBezTo>
                  <a:pt x="1034" y="1520"/>
                  <a:pt x="1045" y="1513"/>
                  <a:pt x="1055" y="1506"/>
                </a:cubicBezTo>
                <a:cubicBezTo>
                  <a:pt x="1348" y="1377"/>
                  <a:pt x="1364" y="1376"/>
                  <a:pt x="1383" y="1365"/>
                </a:cubicBezTo>
                <a:cubicBezTo>
                  <a:pt x="1426" y="1354"/>
                  <a:pt x="1438" y="1354"/>
                  <a:pt x="1435" y="1348"/>
                </a:cubicBezTo>
                <a:cubicBezTo>
                  <a:pt x="1198" y="1438"/>
                  <a:pt x="1172" y="1442"/>
                  <a:pt x="1140" y="1466"/>
                </a:cubicBezTo>
                <a:cubicBezTo>
                  <a:pt x="1106" y="1481"/>
                  <a:pt x="1104" y="1474"/>
                  <a:pt x="1100" y="1479"/>
                </a:cubicBezTo>
                <a:cubicBezTo>
                  <a:pt x="1051" y="1496"/>
                  <a:pt x="1042" y="1508"/>
                  <a:pt x="1037" y="1504"/>
                </a:cubicBezTo>
                <a:cubicBezTo>
                  <a:pt x="1031" y="1500"/>
                  <a:pt x="1041" y="1507"/>
                  <a:pt x="1037" y="1500"/>
                </a:cubicBezTo>
                <a:cubicBezTo>
                  <a:pt x="1073" y="1477"/>
                  <a:pt x="1094" y="1467"/>
                  <a:pt x="1109" y="1456"/>
                </a:cubicBezTo>
                <a:cubicBezTo>
                  <a:pt x="1275" y="1369"/>
                  <a:pt x="1284" y="1366"/>
                  <a:pt x="1295" y="1358"/>
                </a:cubicBezTo>
                <a:cubicBezTo>
                  <a:pt x="1347" y="1339"/>
                  <a:pt x="1366" y="1334"/>
                  <a:pt x="1388" y="1320"/>
                </a:cubicBezTo>
                <a:cubicBezTo>
                  <a:pt x="1431" y="1304"/>
                  <a:pt x="1442" y="1312"/>
                  <a:pt x="1439" y="1303"/>
                </a:cubicBezTo>
                <a:cubicBezTo>
                  <a:pt x="1354" y="1326"/>
                  <a:pt x="1347" y="1332"/>
                  <a:pt x="1342" y="1330"/>
                </a:cubicBezTo>
                <a:cubicBezTo>
                  <a:pt x="1287" y="1357"/>
                  <a:pt x="1267" y="1361"/>
                  <a:pt x="1247" y="1370"/>
                </a:cubicBezTo>
                <a:cubicBezTo>
                  <a:pt x="1154" y="1420"/>
                  <a:pt x="1135" y="1414"/>
                  <a:pt x="1141" y="1420"/>
                </a:cubicBezTo>
                <a:cubicBezTo>
                  <a:pt x="1005" y="1508"/>
                  <a:pt x="992" y="1517"/>
                  <a:pt x="978" y="1526"/>
                </a:cubicBezTo>
                <a:cubicBezTo>
                  <a:pt x="943" y="1546"/>
                  <a:pt x="941" y="1544"/>
                  <a:pt x="941" y="1544"/>
                </a:cubicBezTo>
                <a:cubicBezTo>
                  <a:pt x="918" y="1560"/>
                  <a:pt x="907" y="1563"/>
                  <a:pt x="896" y="1560"/>
                </a:cubicBezTo>
                <a:cubicBezTo>
                  <a:pt x="985" y="1506"/>
                  <a:pt x="1003" y="1486"/>
                  <a:pt x="1022" y="1472"/>
                </a:cubicBezTo>
                <a:cubicBezTo>
                  <a:pt x="1060" y="1446"/>
                  <a:pt x="1065" y="1443"/>
                  <a:pt x="1070" y="1440"/>
                </a:cubicBezTo>
                <a:cubicBezTo>
                  <a:pt x="1171" y="1370"/>
                  <a:pt x="1174" y="1376"/>
                  <a:pt x="1180" y="1369"/>
                </a:cubicBezTo>
                <a:cubicBezTo>
                  <a:pt x="1282" y="1309"/>
                  <a:pt x="1299" y="1314"/>
                  <a:pt x="1302" y="1301"/>
                </a:cubicBezTo>
                <a:cubicBezTo>
                  <a:pt x="1226" y="1335"/>
                  <a:pt x="1222" y="1338"/>
                  <a:pt x="1217" y="1341"/>
                </a:cubicBezTo>
                <a:cubicBezTo>
                  <a:pt x="1168" y="1365"/>
                  <a:pt x="1150" y="1376"/>
                  <a:pt x="1132" y="1387"/>
                </a:cubicBezTo>
                <a:cubicBezTo>
                  <a:pt x="1049" y="1445"/>
                  <a:pt x="1033" y="1453"/>
                  <a:pt x="1017" y="1465"/>
                </a:cubicBezTo>
                <a:cubicBezTo>
                  <a:pt x="992" y="1485"/>
                  <a:pt x="992" y="1482"/>
                  <a:pt x="981" y="1489"/>
                </a:cubicBezTo>
                <a:cubicBezTo>
                  <a:pt x="953" y="1511"/>
                  <a:pt x="948" y="1509"/>
                  <a:pt x="949" y="1514"/>
                </a:cubicBezTo>
                <a:cubicBezTo>
                  <a:pt x="929" y="1519"/>
                  <a:pt x="936" y="1514"/>
                  <a:pt x="942" y="1509"/>
                </a:cubicBezTo>
                <a:cubicBezTo>
                  <a:pt x="1076" y="1403"/>
                  <a:pt x="1090" y="1390"/>
                  <a:pt x="1112" y="1377"/>
                </a:cubicBezTo>
                <a:cubicBezTo>
                  <a:pt x="1178" y="1329"/>
                  <a:pt x="1193" y="1318"/>
                  <a:pt x="1209" y="1308"/>
                </a:cubicBezTo>
                <a:cubicBezTo>
                  <a:pt x="1280" y="1266"/>
                  <a:pt x="1295" y="1271"/>
                  <a:pt x="1295" y="1260"/>
                </a:cubicBezTo>
                <a:cubicBezTo>
                  <a:pt x="1220" y="1295"/>
                  <a:pt x="1208" y="1302"/>
                  <a:pt x="1196" y="1306"/>
                </a:cubicBezTo>
                <a:cubicBezTo>
                  <a:pt x="1126" y="1351"/>
                  <a:pt x="1126" y="1353"/>
                  <a:pt x="1112" y="1362"/>
                </a:cubicBezTo>
                <a:cubicBezTo>
                  <a:pt x="1010" y="1440"/>
                  <a:pt x="982" y="1464"/>
                  <a:pt x="946" y="1489"/>
                </a:cubicBezTo>
                <a:cubicBezTo>
                  <a:pt x="845" y="1564"/>
                  <a:pt x="847" y="1572"/>
                  <a:pt x="840" y="1570"/>
                </a:cubicBezTo>
                <a:cubicBezTo>
                  <a:pt x="892" y="1507"/>
                  <a:pt x="915" y="1505"/>
                  <a:pt x="910" y="1498"/>
                </a:cubicBezTo>
                <a:cubicBezTo>
                  <a:pt x="1004" y="1425"/>
                  <a:pt x="1033" y="1399"/>
                  <a:pt x="1064" y="1374"/>
                </a:cubicBezTo>
                <a:cubicBezTo>
                  <a:pt x="1139" y="1320"/>
                  <a:pt x="1148" y="1321"/>
                  <a:pt x="1148" y="1321"/>
                </a:cubicBezTo>
                <a:cubicBezTo>
                  <a:pt x="1183" y="1295"/>
                  <a:pt x="1197" y="1293"/>
                  <a:pt x="1194" y="1287"/>
                </a:cubicBezTo>
                <a:cubicBezTo>
                  <a:pt x="1152" y="1308"/>
                  <a:pt x="1145" y="1312"/>
                  <a:pt x="1138" y="1317"/>
                </a:cubicBezTo>
                <a:cubicBezTo>
                  <a:pt x="991" y="1422"/>
                  <a:pt x="961" y="1442"/>
                  <a:pt x="909" y="1481"/>
                </a:cubicBezTo>
                <a:cubicBezTo>
                  <a:pt x="856" y="1534"/>
                  <a:pt x="839" y="1547"/>
                  <a:pt x="827" y="1561"/>
                </a:cubicBezTo>
                <a:cubicBezTo>
                  <a:pt x="783" y="1596"/>
                  <a:pt x="771" y="1602"/>
                  <a:pt x="756" y="1612"/>
                </a:cubicBezTo>
                <a:cubicBezTo>
                  <a:pt x="740" y="1610"/>
                  <a:pt x="739" y="1606"/>
                  <a:pt x="755" y="1595"/>
                </a:cubicBezTo>
                <a:cubicBezTo>
                  <a:pt x="767" y="1578"/>
                  <a:pt x="776" y="1574"/>
                  <a:pt x="775" y="1568"/>
                </a:cubicBezTo>
                <a:cubicBezTo>
                  <a:pt x="823" y="1524"/>
                  <a:pt x="834" y="1505"/>
                  <a:pt x="854" y="1487"/>
                </a:cubicBezTo>
                <a:cubicBezTo>
                  <a:pt x="917" y="1415"/>
                  <a:pt x="931" y="1412"/>
                  <a:pt x="928" y="1406"/>
                </a:cubicBezTo>
                <a:cubicBezTo>
                  <a:pt x="1050" y="1310"/>
                  <a:pt x="1065" y="1300"/>
                  <a:pt x="1081" y="1289"/>
                </a:cubicBezTo>
                <a:cubicBezTo>
                  <a:pt x="1111" y="1268"/>
                  <a:pt x="1105" y="1267"/>
                  <a:pt x="1099" y="1270"/>
                </a:cubicBezTo>
                <a:cubicBezTo>
                  <a:pt x="1041" y="1309"/>
                  <a:pt x="1038" y="1312"/>
                  <a:pt x="1032" y="1315"/>
                </a:cubicBezTo>
                <a:cubicBezTo>
                  <a:pt x="949" y="1381"/>
                  <a:pt x="931" y="1388"/>
                  <a:pt x="926" y="1397"/>
                </a:cubicBezTo>
                <a:cubicBezTo>
                  <a:pt x="884" y="1440"/>
                  <a:pt x="876" y="1444"/>
                  <a:pt x="870" y="1449"/>
                </a:cubicBezTo>
                <a:cubicBezTo>
                  <a:pt x="825" y="1495"/>
                  <a:pt x="815" y="1515"/>
                  <a:pt x="793" y="1532"/>
                </a:cubicBezTo>
                <a:cubicBezTo>
                  <a:pt x="735" y="1594"/>
                  <a:pt x="729" y="1600"/>
                  <a:pt x="724" y="1606"/>
                </a:cubicBezTo>
                <a:cubicBezTo>
                  <a:pt x="713" y="1608"/>
                  <a:pt x="722" y="1598"/>
                  <a:pt x="732" y="1587"/>
                </a:cubicBezTo>
                <a:cubicBezTo>
                  <a:pt x="871" y="1418"/>
                  <a:pt x="904" y="1393"/>
                  <a:pt x="930" y="1366"/>
                </a:cubicBezTo>
                <a:cubicBezTo>
                  <a:pt x="949" y="1340"/>
                  <a:pt x="949" y="1347"/>
                  <a:pt x="936" y="1355"/>
                </a:cubicBezTo>
                <a:cubicBezTo>
                  <a:pt x="848" y="1438"/>
                  <a:pt x="838" y="1440"/>
                  <a:pt x="839" y="1445"/>
                </a:cubicBezTo>
                <a:cubicBezTo>
                  <a:pt x="799" y="1490"/>
                  <a:pt x="798" y="1496"/>
                  <a:pt x="789" y="1500"/>
                </a:cubicBezTo>
                <a:cubicBezTo>
                  <a:pt x="785" y="1499"/>
                  <a:pt x="795" y="1486"/>
                  <a:pt x="806" y="1474"/>
                </a:cubicBezTo>
                <a:cubicBezTo>
                  <a:pt x="822" y="1442"/>
                  <a:pt x="828" y="1440"/>
                  <a:pt x="826" y="1436"/>
                </a:cubicBezTo>
                <a:cubicBezTo>
                  <a:pt x="862" y="1385"/>
                  <a:pt x="866" y="1372"/>
                  <a:pt x="877" y="1360"/>
                </a:cubicBezTo>
                <a:cubicBezTo>
                  <a:pt x="945" y="1286"/>
                  <a:pt x="944" y="1279"/>
                  <a:pt x="952" y="1275"/>
                </a:cubicBezTo>
                <a:cubicBezTo>
                  <a:pt x="898" y="1318"/>
                  <a:pt x="891" y="1327"/>
                  <a:pt x="881" y="1336"/>
                </a:cubicBezTo>
                <a:cubicBezTo>
                  <a:pt x="836" y="1397"/>
                  <a:pt x="839" y="1404"/>
                  <a:pt x="832" y="1408"/>
                </a:cubicBezTo>
                <a:cubicBezTo>
                  <a:pt x="798" y="1460"/>
                  <a:pt x="792" y="1470"/>
                  <a:pt x="786" y="1480"/>
                </a:cubicBezTo>
                <a:cubicBezTo>
                  <a:pt x="759" y="1516"/>
                  <a:pt x="756" y="1519"/>
                  <a:pt x="755" y="1522"/>
                </a:cubicBezTo>
                <a:cubicBezTo>
                  <a:pt x="716" y="1575"/>
                  <a:pt x="710" y="1577"/>
                  <a:pt x="706" y="1580"/>
                </a:cubicBezTo>
                <a:cubicBezTo>
                  <a:pt x="698" y="1596"/>
                  <a:pt x="684" y="1601"/>
                  <a:pt x="684" y="1609"/>
                </a:cubicBezTo>
                <a:cubicBezTo>
                  <a:pt x="639" y="1644"/>
                  <a:pt x="633" y="1654"/>
                  <a:pt x="630" y="1648"/>
                </a:cubicBezTo>
                <a:cubicBezTo>
                  <a:pt x="640" y="1636"/>
                  <a:pt x="639" y="1629"/>
                  <a:pt x="649" y="1625"/>
                </a:cubicBezTo>
                <a:cubicBezTo>
                  <a:pt x="667" y="1601"/>
                  <a:pt x="672" y="1594"/>
                  <a:pt x="677" y="1589"/>
                </a:cubicBezTo>
                <a:cubicBezTo>
                  <a:pt x="704" y="1543"/>
                  <a:pt x="716" y="1538"/>
                  <a:pt x="712" y="1531"/>
                </a:cubicBezTo>
                <a:cubicBezTo>
                  <a:pt x="752" y="1464"/>
                  <a:pt x="761" y="1459"/>
                  <a:pt x="760" y="1452"/>
                </a:cubicBezTo>
                <a:cubicBezTo>
                  <a:pt x="794" y="1389"/>
                  <a:pt x="807" y="1385"/>
                  <a:pt x="808" y="1378"/>
                </a:cubicBezTo>
                <a:cubicBezTo>
                  <a:pt x="838" y="1332"/>
                  <a:pt x="853" y="1328"/>
                  <a:pt x="849" y="1319"/>
                </a:cubicBezTo>
                <a:cubicBezTo>
                  <a:pt x="776" y="1414"/>
                  <a:pt x="766" y="1416"/>
                  <a:pt x="771" y="1421"/>
                </a:cubicBezTo>
                <a:cubicBezTo>
                  <a:pt x="745" y="1470"/>
                  <a:pt x="733" y="1477"/>
                  <a:pt x="731" y="1486"/>
                </a:cubicBezTo>
                <a:cubicBezTo>
                  <a:pt x="674" y="1571"/>
                  <a:pt x="669" y="1579"/>
                  <a:pt x="664" y="1587"/>
                </a:cubicBezTo>
                <a:cubicBezTo>
                  <a:pt x="632" y="1624"/>
                  <a:pt x="633" y="1629"/>
                  <a:pt x="627" y="1633"/>
                </a:cubicBezTo>
                <a:cubicBezTo>
                  <a:pt x="546" y="1697"/>
                  <a:pt x="542" y="1702"/>
                  <a:pt x="539" y="1699"/>
                </a:cubicBezTo>
                <a:cubicBezTo>
                  <a:pt x="572" y="1669"/>
                  <a:pt x="577" y="1660"/>
                  <a:pt x="588" y="1652"/>
                </a:cubicBezTo>
                <a:cubicBezTo>
                  <a:pt x="624" y="1604"/>
                  <a:pt x="638" y="1598"/>
                  <a:pt x="640" y="1590"/>
                </a:cubicBezTo>
                <a:cubicBezTo>
                  <a:pt x="663" y="1560"/>
                  <a:pt x="668" y="1552"/>
                  <a:pt x="672" y="1544"/>
                </a:cubicBezTo>
                <a:cubicBezTo>
                  <a:pt x="706" y="1481"/>
                  <a:pt x="709" y="1476"/>
                  <a:pt x="711" y="1472"/>
                </a:cubicBezTo>
                <a:cubicBezTo>
                  <a:pt x="744" y="1422"/>
                  <a:pt x="731" y="1415"/>
                  <a:pt x="741" y="1413"/>
                </a:cubicBezTo>
                <a:cubicBezTo>
                  <a:pt x="778" y="1336"/>
                  <a:pt x="790" y="1321"/>
                  <a:pt x="798" y="1305"/>
                </a:cubicBezTo>
                <a:cubicBezTo>
                  <a:pt x="819" y="1273"/>
                  <a:pt x="831" y="1266"/>
                  <a:pt x="828" y="1257"/>
                </a:cubicBezTo>
                <a:cubicBezTo>
                  <a:pt x="785" y="1307"/>
                  <a:pt x="784" y="1315"/>
                  <a:pt x="778" y="1322"/>
                </a:cubicBezTo>
                <a:cubicBezTo>
                  <a:pt x="756" y="1353"/>
                  <a:pt x="753" y="1361"/>
                  <a:pt x="750" y="1369"/>
                </a:cubicBezTo>
                <a:cubicBezTo>
                  <a:pt x="719" y="1422"/>
                  <a:pt x="721" y="1431"/>
                  <a:pt x="713" y="1439"/>
                </a:cubicBezTo>
                <a:cubicBezTo>
                  <a:pt x="680" y="1499"/>
                  <a:pt x="686" y="1505"/>
                  <a:pt x="679" y="1507"/>
                </a:cubicBezTo>
                <a:cubicBezTo>
                  <a:pt x="644" y="1561"/>
                  <a:pt x="643" y="1569"/>
                  <a:pt x="634" y="1576"/>
                </a:cubicBezTo>
                <a:cubicBezTo>
                  <a:pt x="621" y="1590"/>
                  <a:pt x="625" y="1595"/>
                  <a:pt x="617" y="1598"/>
                </a:cubicBezTo>
                <a:cubicBezTo>
                  <a:pt x="545" y="1672"/>
                  <a:pt x="536" y="1679"/>
                  <a:pt x="531" y="1687"/>
                </a:cubicBezTo>
                <a:cubicBezTo>
                  <a:pt x="510" y="1703"/>
                  <a:pt x="509" y="1698"/>
                  <a:pt x="515" y="1695"/>
                </a:cubicBezTo>
                <a:cubicBezTo>
                  <a:pt x="523" y="1676"/>
                  <a:pt x="539" y="1669"/>
                  <a:pt x="540" y="1660"/>
                </a:cubicBezTo>
                <a:cubicBezTo>
                  <a:pt x="595" y="1594"/>
                  <a:pt x="599" y="1591"/>
                  <a:pt x="600" y="1587"/>
                </a:cubicBezTo>
                <a:cubicBezTo>
                  <a:pt x="621" y="1547"/>
                  <a:pt x="634" y="1540"/>
                  <a:pt x="635" y="1530"/>
                </a:cubicBezTo>
                <a:cubicBezTo>
                  <a:pt x="656" y="1483"/>
                  <a:pt x="669" y="1481"/>
                  <a:pt x="668" y="1476"/>
                </a:cubicBezTo>
                <a:cubicBezTo>
                  <a:pt x="693" y="1416"/>
                  <a:pt x="692" y="1410"/>
                  <a:pt x="698" y="1407"/>
                </a:cubicBezTo>
                <a:cubicBezTo>
                  <a:pt x="690" y="1416"/>
                  <a:pt x="680" y="1418"/>
                  <a:pt x="681" y="1422"/>
                </a:cubicBezTo>
                <a:cubicBezTo>
                  <a:pt x="650" y="1486"/>
                  <a:pt x="647" y="1493"/>
                  <a:pt x="642" y="1500"/>
                </a:cubicBezTo>
                <a:cubicBezTo>
                  <a:pt x="624" y="1530"/>
                  <a:pt x="615" y="1537"/>
                  <a:pt x="617" y="1545"/>
                </a:cubicBezTo>
                <a:cubicBezTo>
                  <a:pt x="572" y="1609"/>
                  <a:pt x="554" y="1631"/>
                  <a:pt x="531" y="1652"/>
                </a:cubicBezTo>
                <a:cubicBezTo>
                  <a:pt x="490" y="1699"/>
                  <a:pt x="491" y="1712"/>
                  <a:pt x="480" y="1711"/>
                </a:cubicBezTo>
                <a:cubicBezTo>
                  <a:pt x="462" y="1726"/>
                  <a:pt x="464" y="1724"/>
                  <a:pt x="466" y="1723"/>
                </a:cubicBezTo>
                <a:cubicBezTo>
                  <a:pt x="538" y="1634"/>
                  <a:pt x="539" y="1626"/>
                  <a:pt x="548" y="1620"/>
                </a:cubicBezTo>
                <a:cubicBezTo>
                  <a:pt x="574" y="1574"/>
                  <a:pt x="589" y="1563"/>
                  <a:pt x="591" y="1549"/>
                </a:cubicBezTo>
                <a:cubicBezTo>
                  <a:pt x="620" y="1490"/>
                  <a:pt x="627" y="1481"/>
                  <a:pt x="634" y="1471"/>
                </a:cubicBezTo>
                <a:cubicBezTo>
                  <a:pt x="656" y="1431"/>
                  <a:pt x="656" y="1418"/>
                  <a:pt x="667" y="1407"/>
                </a:cubicBezTo>
                <a:cubicBezTo>
                  <a:pt x="679" y="1383"/>
                  <a:pt x="687" y="1378"/>
                  <a:pt x="685" y="1371"/>
                </a:cubicBezTo>
                <a:cubicBezTo>
                  <a:pt x="710" y="1330"/>
                  <a:pt x="718" y="1325"/>
                  <a:pt x="716" y="1318"/>
                </a:cubicBezTo>
                <a:cubicBezTo>
                  <a:pt x="689" y="1355"/>
                  <a:pt x="678" y="1362"/>
                  <a:pt x="678" y="1371"/>
                </a:cubicBezTo>
                <a:cubicBezTo>
                  <a:pt x="651" y="1411"/>
                  <a:pt x="646" y="1429"/>
                  <a:pt x="633" y="1444"/>
                </a:cubicBezTo>
                <a:cubicBezTo>
                  <a:pt x="600" y="1501"/>
                  <a:pt x="605" y="1511"/>
                  <a:pt x="595" y="1518"/>
                </a:cubicBezTo>
                <a:cubicBezTo>
                  <a:pt x="574" y="1559"/>
                  <a:pt x="568" y="1562"/>
                  <a:pt x="569" y="1567"/>
                </a:cubicBezTo>
                <a:cubicBezTo>
                  <a:pt x="535" y="1606"/>
                  <a:pt x="533" y="1624"/>
                  <a:pt x="519" y="1639"/>
                </a:cubicBezTo>
                <a:cubicBezTo>
                  <a:pt x="456" y="1710"/>
                  <a:pt x="455" y="1717"/>
                  <a:pt x="451" y="1723"/>
                </a:cubicBezTo>
                <a:cubicBezTo>
                  <a:pt x="405" y="1762"/>
                  <a:pt x="394" y="1777"/>
                  <a:pt x="387" y="1770"/>
                </a:cubicBezTo>
                <a:cubicBezTo>
                  <a:pt x="433" y="1721"/>
                  <a:pt x="434" y="1719"/>
                  <a:pt x="435" y="1717"/>
                </a:cubicBezTo>
                <a:cubicBezTo>
                  <a:pt x="458" y="1687"/>
                  <a:pt x="459" y="1682"/>
                  <a:pt x="462" y="1684"/>
                </a:cubicBezTo>
                <a:cubicBezTo>
                  <a:pt x="506" y="1623"/>
                  <a:pt x="510" y="1611"/>
                  <a:pt x="521" y="1600"/>
                </a:cubicBezTo>
                <a:cubicBezTo>
                  <a:pt x="533" y="1574"/>
                  <a:pt x="540" y="1569"/>
                  <a:pt x="545" y="1563"/>
                </a:cubicBezTo>
                <a:cubicBezTo>
                  <a:pt x="564" y="1513"/>
                  <a:pt x="569" y="1512"/>
                  <a:pt x="568" y="1509"/>
                </a:cubicBezTo>
                <a:cubicBezTo>
                  <a:pt x="593" y="1456"/>
                  <a:pt x="602" y="1446"/>
                  <a:pt x="601" y="1434"/>
                </a:cubicBezTo>
                <a:cubicBezTo>
                  <a:pt x="624" y="1382"/>
                  <a:pt x="632" y="1377"/>
                  <a:pt x="632" y="1371"/>
                </a:cubicBezTo>
                <a:cubicBezTo>
                  <a:pt x="653" y="1313"/>
                  <a:pt x="654" y="1322"/>
                  <a:pt x="647" y="1330"/>
                </a:cubicBezTo>
                <a:cubicBezTo>
                  <a:pt x="614" y="1388"/>
                  <a:pt x="608" y="1396"/>
                  <a:pt x="607" y="1406"/>
                </a:cubicBezTo>
                <a:cubicBezTo>
                  <a:pt x="578" y="1463"/>
                  <a:pt x="576" y="1472"/>
                  <a:pt x="569" y="1480"/>
                </a:cubicBezTo>
                <a:cubicBezTo>
                  <a:pt x="560" y="1497"/>
                  <a:pt x="564" y="1503"/>
                  <a:pt x="560" y="1507"/>
                </a:cubicBezTo>
                <a:cubicBezTo>
                  <a:pt x="528" y="1567"/>
                  <a:pt x="520" y="1577"/>
                  <a:pt x="513" y="1587"/>
                </a:cubicBezTo>
                <a:cubicBezTo>
                  <a:pt x="479" y="1639"/>
                  <a:pt x="474" y="1648"/>
                  <a:pt x="468" y="1656"/>
                </a:cubicBezTo>
                <a:cubicBezTo>
                  <a:pt x="411" y="1726"/>
                  <a:pt x="409" y="1729"/>
                  <a:pt x="407" y="1732"/>
                </a:cubicBezTo>
                <a:cubicBezTo>
                  <a:pt x="319" y="1816"/>
                  <a:pt x="313" y="1820"/>
                  <a:pt x="308" y="1819"/>
                </a:cubicBezTo>
                <a:cubicBezTo>
                  <a:pt x="375" y="1743"/>
                  <a:pt x="376" y="1740"/>
                  <a:pt x="375" y="1736"/>
                </a:cubicBezTo>
                <a:cubicBezTo>
                  <a:pt x="396" y="1717"/>
                  <a:pt x="396" y="1710"/>
                  <a:pt x="406" y="1705"/>
                </a:cubicBezTo>
                <a:cubicBezTo>
                  <a:pt x="441" y="1654"/>
                  <a:pt x="453" y="1648"/>
                  <a:pt x="454" y="1641"/>
                </a:cubicBezTo>
                <a:cubicBezTo>
                  <a:pt x="492" y="1583"/>
                  <a:pt x="495" y="1579"/>
                  <a:pt x="496" y="1574"/>
                </a:cubicBezTo>
                <a:cubicBezTo>
                  <a:pt x="522" y="1539"/>
                  <a:pt x="516" y="1534"/>
                  <a:pt x="524" y="1531"/>
                </a:cubicBezTo>
                <a:cubicBezTo>
                  <a:pt x="547" y="1494"/>
                  <a:pt x="550" y="1490"/>
                  <a:pt x="549" y="1486"/>
                </a:cubicBezTo>
                <a:cubicBezTo>
                  <a:pt x="583" y="1436"/>
                  <a:pt x="576" y="1427"/>
                  <a:pt x="585" y="1420"/>
                </a:cubicBezTo>
                <a:cubicBezTo>
                  <a:pt x="616" y="1336"/>
                  <a:pt x="622" y="1321"/>
                  <a:pt x="626" y="1305"/>
                </a:cubicBezTo>
                <a:cubicBezTo>
                  <a:pt x="598" y="1363"/>
                  <a:pt x="595" y="1371"/>
                  <a:pt x="593" y="1380"/>
                </a:cubicBezTo>
                <a:cubicBezTo>
                  <a:pt x="574" y="1407"/>
                  <a:pt x="580" y="1413"/>
                  <a:pt x="575" y="1416"/>
                </a:cubicBezTo>
                <a:cubicBezTo>
                  <a:pt x="561" y="1441"/>
                  <a:pt x="562" y="1446"/>
                  <a:pt x="556" y="1450"/>
                </a:cubicBezTo>
                <a:cubicBezTo>
                  <a:pt x="536" y="1493"/>
                  <a:pt x="533" y="1497"/>
                  <a:pt x="532" y="1502"/>
                </a:cubicBezTo>
                <a:cubicBezTo>
                  <a:pt x="497" y="1558"/>
                  <a:pt x="489" y="1564"/>
                  <a:pt x="487" y="1570"/>
                </a:cubicBezTo>
                <a:cubicBezTo>
                  <a:pt x="441" y="1647"/>
                  <a:pt x="432" y="1651"/>
                  <a:pt x="430" y="1657"/>
                </a:cubicBezTo>
                <a:cubicBezTo>
                  <a:pt x="381" y="1713"/>
                  <a:pt x="377" y="1718"/>
                  <a:pt x="373" y="1723"/>
                </a:cubicBezTo>
                <a:cubicBezTo>
                  <a:pt x="346" y="1753"/>
                  <a:pt x="347" y="1756"/>
                  <a:pt x="341" y="1759"/>
                </a:cubicBezTo>
                <a:cubicBezTo>
                  <a:pt x="360" y="1724"/>
                  <a:pt x="360" y="1723"/>
                  <a:pt x="360" y="1723"/>
                </a:cubicBezTo>
                <a:cubicBezTo>
                  <a:pt x="379" y="1692"/>
                  <a:pt x="384" y="1684"/>
                  <a:pt x="387" y="1676"/>
                </a:cubicBezTo>
                <a:cubicBezTo>
                  <a:pt x="409" y="1644"/>
                  <a:pt x="414" y="1636"/>
                  <a:pt x="413" y="1627"/>
                </a:cubicBezTo>
                <a:cubicBezTo>
                  <a:pt x="440" y="1584"/>
                  <a:pt x="442" y="1580"/>
                  <a:pt x="442" y="1576"/>
                </a:cubicBezTo>
                <a:cubicBezTo>
                  <a:pt x="472" y="1518"/>
                  <a:pt x="481" y="1511"/>
                  <a:pt x="483" y="1503"/>
                </a:cubicBezTo>
                <a:cubicBezTo>
                  <a:pt x="500" y="1470"/>
                  <a:pt x="505" y="1462"/>
                  <a:pt x="506" y="1453"/>
                </a:cubicBezTo>
                <a:cubicBezTo>
                  <a:pt x="533" y="1399"/>
                  <a:pt x="543" y="1396"/>
                  <a:pt x="541" y="1391"/>
                </a:cubicBezTo>
                <a:cubicBezTo>
                  <a:pt x="535" y="1398"/>
                  <a:pt x="529" y="1402"/>
                  <a:pt x="523" y="1406"/>
                </a:cubicBezTo>
                <a:cubicBezTo>
                  <a:pt x="490" y="1481"/>
                  <a:pt x="478" y="1485"/>
                  <a:pt x="479" y="1491"/>
                </a:cubicBezTo>
                <a:cubicBezTo>
                  <a:pt x="453" y="1544"/>
                  <a:pt x="451" y="1545"/>
                  <a:pt x="450" y="1546"/>
                </a:cubicBezTo>
                <a:cubicBezTo>
                  <a:pt x="425" y="1576"/>
                  <a:pt x="433" y="1583"/>
                  <a:pt x="425" y="1587"/>
                </a:cubicBezTo>
                <a:cubicBezTo>
                  <a:pt x="410" y="1614"/>
                  <a:pt x="404" y="1624"/>
                  <a:pt x="401" y="1635"/>
                </a:cubicBezTo>
                <a:cubicBezTo>
                  <a:pt x="370" y="1675"/>
                  <a:pt x="368" y="1690"/>
                  <a:pt x="356" y="1703"/>
                </a:cubicBezTo>
                <a:cubicBezTo>
                  <a:pt x="325" y="1753"/>
                  <a:pt x="327" y="1761"/>
                  <a:pt x="319" y="1767"/>
                </a:cubicBezTo>
                <a:cubicBezTo>
                  <a:pt x="291" y="1810"/>
                  <a:pt x="281" y="1812"/>
                  <a:pt x="282" y="1816"/>
                </a:cubicBezTo>
                <a:cubicBezTo>
                  <a:pt x="265" y="1840"/>
                  <a:pt x="253" y="1842"/>
                  <a:pt x="257" y="1847"/>
                </a:cubicBezTo>
                <a:cubicBezTo>
                  <a:pt x="239" y="1856"/>
                  <a:pt x="242" y="1868"/>
                  <a:pt x="236" y="1861"/>
                </a:cubicBezTo>
                <a:cubicBezTo>
                  <a:pt x="277" y="1799"/>
                  <a:pt x="289" y="1783"/>
                  <a:pt x="294" y="1766"/>
                </a:cubicBezTo>
                <a:cubicBezTo>
                  <a:pt x="330" y="1701"/>
                  <a:pt x="335" y="1684"/>
                  <a:pt x="342" y="1667"/>
                </a:cubicBezTo>
                <a:cubicBezTo>
                  <a:pt x="379" y="1595"/>
                  <a:pt x="381" y="1591"/>
                  <a:pt x="383" y="1587"/>
                </a:cubicBezTo>
                <a:cubicBezTo>
                  <a:pt x="413" y="1542"/>
                  <a:pt x="410" y="1535"/>
                  <a:pt x="417" y="1529"/>
                </a:cubicBezTo>
                <a:cubicBezTo>
                  <a:pt x="450" y="1486"/>
                  <a:pt x="456" y="1474"/>
                  <a:pt x="468" y="1464"/>
                </a:cubicBezTo>
                <a:cubicBezTo>
                  <a:pt x="498" y="1426"/>
                  <a:pt x="504" y="1421"/>
                  <a:pt x="509" y="1416"/>
                </a:cubicBezTo>
                <a:cubicBezTo>
                  <a:pt x="453" y="1468"/>
                  <a:pt x="439" y="1487"/>
                  <a:pt x="422" y="1505"/>
                </a:cubicBezTo>
                <a:cubicBezTo>
                  <a:pt x="361" y="1567"/>
                  <a:pt x="356" y="1571"/>
                  <a:pt x="354" y="1575"/>
                </a:cubicBezTo>
                <a:cubicBezTo>
                  <a:pt x="336" y="1596"/>
                  <a:pt x="330" y="1605"/>
                  <a:pt x="328" y="1614"/>
                </a:cubicBezTo>
                <a:cubicBezTo>
                  <a:pt x="259" y="1729"/>
                  <a:pt x="254" y="1735"/>
                  <a:pt x="253" y="1741"/>
                </a:cubicBezTo>
                <a:cubicBezTo>
                  <a:pt x="230" y="1786"/>
                  <a:pt x="232" y="1791"/>
                  <a:pt x="226" y="1795"/>
                </a:cubicBezTo>
                <a:cubicBezTo>
                  <a:pt x="202" y="1849"/>
                  <a:pt x="201" y="1849"/>
                  <a:pt x="200" y="1850"/>
                </a:cubicBezTo>
                <a:cubicBezTo>
                  <a:pt x="173" y="1892"/>
                  <a:pt x="161" y="1909"/>
                  <a:pt x="150" y="1926"/>
                </a:cubicBezTo>
                <a:cubicBezTo>
                  <a:pt x="136" y="1930"/>
                  <a:pt x="140" y="1915"/>
                  <a:pt x="150" y="1901"/>
                </a:cubicBezTo>
                <a:cubicBezTo>
                  <a:pt x="183" y="1838"/>
                  <a:pt x="189" y="1826"/>
                  <a:pt x="193" y="1813"/>
                </a:cubicBezTo>
                <a:cubicBezTo>
                  <a:pt x="207" y="1785"/>
                  <a:pt x="212" y="1777"/>
                  <a:pt x="212" y="1769"/>
                </a:cubicBezTo>
                <a:cubicBezTo>
                  <a:pt x="231" y="1724"/>
                  <a:pt x="232" y="1723"/>
                  <a:pt x="232" y="1723"/>
                </a:cubicBezTo>
                <a:cubicBezTo>
                  <a:pt x="241" y="1687"/>
                  <a:pt x="250" y="1685"/>
                  <a:pt x="246" y="1680"/>
                </a:cubicBezTo>
                <a:cubicBezTo>
                  <a:pt x="255" y="1650"/>
                  <a:pt x="264" y="1643"/>
                  <a:pt x="261" y="1634"/>
                </a:cubicBezTo>
                <a:cubicBezTo>
                  <a:pt x="261" y="1615"/>
                  <a:pt x="266" y="1624"/>
                  <a:pt x="258" y="1630"/>
                </a:cubicBezTo>
                <a:cubicBezTo>
                  <a:pt x="225" y="1703"/>
                  <a:pt x="231" y="1712"/>
                  <a:pt x="224" y="1719"/>
                </a:cubicBezTo>
                <a:cubicBezTo>
                  <a:pt x="201" y="1779"/>
                  <a:pt x="189" y="1792"/>
                  <a:pt x="185" y="1808"/>
                </a:cubicBezTo>
                <a:cubicBezTo>
                  <a:pt x="164" y="1850"/>
                  <a:pt x="163" y="1851"/>
                  <a:pt x="162" y="1851"/>
                </a:cubicBezTo>
                <a:cubicBezTo>
                  <a:pt x="130" y="1909"/>
                  <a:pt x="125" y="1924"/>
                  <a:pt x="116" y="1938"/>
                </a:cubicBezTo>
                <a:cubicBezTo>
                  <a:pt x="85" y="1979"/>
                  <a:pt x="78" y="1989"/>
                  <a:pt x="74" y="1984"/>
                </a:cubicBezTo>
                <a:cubicBezTo>
                  <a:pt x="101" y="1935"/>
                  <a:pt x="110" y="1933"/>
                  <a:pt x="110" y="1929"/>
                </a:cubicBezTo>
                <a:cubicBezTo>
                  <a:pt x="133" y="1879"/>
                  <a:pt x="144" y="1865"/>
                  <a:pt x="151" y="1850"/>
                </a:cubicBezTo>
                <a:cubicBezTo>
                  <a:pt x="161" y="1818"/>
                  <a:pt x="171" y="1815"/>
                  <a:pt x="170" y="1811"/>
                </a:cubicBezTo>
                <a:cubicBezTo>
                  <a:pt x="183" y="1782"/>
                  <a:pt x="189" y="1778"/>
                  <a:pt x="186" y="1772"/>
                </a:cubicBezTo>
                <a:cubicBezTo>
                  <a:pt x="208" y="1714"/>
                  <a:pt x="211" y="1705"/>
                  <a:pt x="216" y="1697"/>
                </a:cubicBezTo>
                <a:cubicBezTo>
                  <a:pt x="249" y="1613"/>
                  <a:pt x="260" y="1606"/>
                  <a:pt x="260" y="1597"/>
                </a:cubicBezTo>
                <a:cubicBezTo>
                  <a:pt x="273" y="1582"/>
                  <a:pt x="276" y="1577"/>
                  <a:pt x="275" y="1573"/>
                </a:cubicBezTo>
                <a:cubicBezTo>
                  <a:pt x="300" y="1533"/>
                  <a:pt x="312" y="1530"/>
                  <a:pt x="310" y="1525"/>
                </a:cubicBezTo>
                <a:cubicBezTo>
                  <a:pt x="348" y="1485"/>
                  <a:pt x="352" y="1480"/>
                  <a:pt x="353" y="1475"/>
                </a:cubicBezTo>
                <a:cubicBezTo>
                  <a:pt x="296" y="1530"/>
                  <a:pt x="297" y="1534"/>
                  <a:pt x="293" y="1536"/>
                </a:cubicBezTo>
                <a:cubicBezTo>
                  <a:pt x="262" y="1584"/>
                  <a:pt x="261" y="1586"/>
                  <a:pt x="259" y="1587"/>
                </a:cubicBezTo>
                <a:cubicBezTo>
                  <a:pt x="245" y="1606"/>
                  <a:pt x="239" y="1616"/>
                  <a:pt x="234" y="1615"/>
                </a:cubicBezTo>
                <a:cubicBezTo>
                  <a:pt x="213" y="1638"/>
                  <a:pt x="213" y="1645"/>
                  <a:pt x="206" y="1651"/>
                </a:cubicBezTo>
                <a:cubicBezTo>
                  <a:pt x="189" y="1676"/>
                  <a:pt x="180" y="1681"/>
                  <a:pt x="178" y="1687"/>
                </a:cubicBezTo>
                <a:cubicBezTo>
                  <a:pt x="154" y="1721"/>
                  <a:pt x="153" y="1721"/>
                  <a:pt x="152" y="1723"/>
                </a:cubicBezTo>
                <a:cubicBezTo>
                  <a:pt x="138" y="1753"/>
                  <a:pt x="137" y="1760"/>
                  <a:pt x="131" y="1764"/>
                </a:cubicBezTo>
                <a:cubicBezTo>
                  <a:pt x="105" y="1814"/>
                  <a:pt x="96" y="1826"/>
                  <a:pt x="91" y="1839"/>
                </a:cubicBezTo>
                <a:cubicBezTo>
                  <a:pt x="79" y="1861"/>
                  <a:pt x="80" y="1865"/>
                  <a:pt x="75" y="1868"/>
                </a:cubicBezTo>
                <a:cubicBezTo>
                  <a:pt x="53" y="1931"/>
                  <a:pt x="39" y="1943"/>
                  <a:pt x="37" y="1956"/>
                </a:cubicBezTo>
                <a:cubicBezTo>
                  <a:pt x="12" y="1997"/>
                  <a:pt x="15" y="2001"/>
                  <a:pt x="13" y="2004"/>
                </a:cubicBezTo>
                <a:cubicBezTo>
                  <a:pt x="0" y="2074"/>
                  <a:pt x="0" y="2074"/>
                  <a:pt x="0" y="2074"/>
                </a:cubicBezTo>
                <a:cubicBezTo>
                  <a:pt x="47" y="2051"/>
                  <a:pt x="57" y="2058"/>
                  <a:pt x="60" y="2053"/>
                </a:cubicBezTo>
                <a:cubicBezTo>
                  <a:pt x="86" y="2046"/>
                  <a:pt x="88" y="2051"/>
                  <a:pt x="93" y="2044"/>
                </a:cubicBezTo>
                <a:cubicBezTo>
                  <a:pt x="135" y="2037"/>
                  <a:pt x="138" y="2037"/>
                  <a:pt x="141" y="2037"/>
                </a:cubicBezTo>
                <a:cubicBezTo>
                  <a:pt x="178" y="2029"/>
                  <a:pt x="183" y="2033"/>
                  <a:pt x="190" y="2032"/>
                </a:cubicBezTo>
                <a:cubicBezTo>
                  <a:pt x="239" y="2030"/>
                  <a:pt x="244" y="2027"/>
                  <a:pt x="246" y="2033"/>
                </a:cubicBezTo>
                <a:cubicBezTo>
                  <a:pt x="314" y="2037"/>
                  <a:pt x="328" y="2029"/>
                  <a:pt x="340" y="2032"/>
                </a:cubicBezTo>
                <a:cubicBezTo>
                  <a:pt x="380" y="2037"/>
                  <a:pt x="384" y="2032"/>
                  <a:pt x="387" y="2035"/>
                </a:cubicBezTo>
                <a:cubicBezTo>
                  <a:pt x="426" y="2046"/>
                  <a:pt x="434" y="2040"/>
                  <a:pt x="440" y="2045"/>
                </a:cubicBezTo>
                <a:cubicBezTo>
                  <a:pt x="489" y="2055"/>
                  <a:pt x="497" y="2053"/>
                  <a:pt x="505" y="2054"/>
                </a:cubicBezTo>
                <a:cubicBezTo>
                  <a:pt x="541" y="2062"/>
                  <a:pt x="543" y="2072"/>
                  <a:pt x="548" y="2071"/>
                </a:cubicBezTo>
                <a:cubicBezTo>
                  <a:pt x="620" y="2083"/>
                  <a:pt x="627" y="2084"/>
                  <a:pt x="634" y="2086"/>
                </a:cubicBezTo>
                <a:cubicBezTo>
                  <a:pt x="692" y="2089"/>
                  <a:pt x="696" y="2090"/>
                  <a:pt x="700" y="2090"/>
                </a:cubicBezTo>
                <a:cubicBezTo>
                  <a:pt x="718" y="2081"/>
                  <a:pt x="711" y="2084"/>
                  <a:pt x="703" y="2089"/>
                </a:cubicBezTo>
                <a:cubicBezTo>
                  <a:pt x="641" y="2080"/>
                  <a:pt x="633" y="2074"/>
                  <a:pt x="624" y="2075"/>
                </a:cubicBezTo>
                <a:cubicBezTo>
                  <a:pt x="484" y="2043"/>
                  <a:pt x="482" y="2034"/>
                  <a:pt x="477" y="2038"/>
                </a:cubicBezTo>
                <a:cubicBezTo>
                  <a:pt x="444" y="2032"/>
                  <a:pt x="439" y="2029"/>
                  <a:pt x="434" y="2032"/>
                </a:cubicBezTo>
                <a:cubicBezTo>
                  <a:pt x="400" y="2025"/>
                  <a:pt x="396" y="2025"/>
                  <a:pt x="394" y="2024"/>
                </a:cubicBezTo>
                <a:cubicBezTo>
                  <a:pt x="343" y="2018"/>
                  <a:pt x="333" y="2022"/>
                  <a:pt x="324" y="2019"/>
                </a:cubicBezTo>
                <a:cubicBezTo>
                  <a:pt x="262" y="2020"/>
                  <a:pt x="257" y="2017"/>
                  <a:pt x="251" y="2019"/>
                </a:cubicBezTo>
                <a:cubicBezTo>
                  <a:pt x="209" y="2019"/>
                  <a:pt x="202" y="2023"/>
                  <a:pt x="197" y="2017"/>
                </a:cubicBezTo>
                <a:cubicBezTo>
                  <a:pt x="163" y="2024"/>
                  <a:pt x="159" y="2021"/>
                  <a:pt x="153" y="2025"/>
                </a:cubicBezTo>
                <a:cubicBezTo>
                  <a:pt x="126" y="2026"/>
                  <a:pt x="113" y="2030"/>
                  <a:pt x="100" y="2033"/>
                </a:cubicBezTo>
                <a:cubicBezTo>
                  <a:pt x="46" y="2044"/>
                  <a:pt x="41" y="2049"/>
                  <a:pt x="38" y="2046"/>
                </a:cubicBezTo>
                <a:cubicBezTo>
                  <a:pt x="58" y="2023"/>
                  <a:pt x="73" y="2020"/>
                  <a:pt x="88" y="2016"/>
                </a:cubicBezTo>
                <a:cubicBezTo>
                  <a:pt x="150" y="2002"/>
                  <a:pt x="153" y="2007"/>
                  <a:pt x="158" y="2001"/>
                </a:cubicBezTo>
                <a:cubicBezTo>
                  <a:pt x="211" y="2000"/>
                  <a:pt x="226" y="1994"/>
                  <a:pt x="238" y="1996"/>
                </a:cubicBezTo>
                <a:cubicBezTo>
                  <a:pt x="305" y="1993"/>
                  <a:pt x="312" y="1989"/>
                  <a:pt x="319" y="1990"/>
                </a:cubicBezTo>
                <a:cubicBezTo>
                  <a:pt x="365" y="1990"/>
                  <a:pt x="371" y="1992"/>
                  <a:pt x="377" y="1993"/>
                </a:cubicBezTo>
                <a:cubicBezTo>
                  <a:pt x="409" y="2001"/>
                  <a:pt x="424" y="1993"/>
                  <a:pt x="436" y="2003"/>
                </a:cubicBezTo>
                <a:cubicBezTo>
                  <a:pt x="467" y="2007"/>
                  <a:pt x="471" y="2008"/>
                  <a:pt x="473" y="2012"/>
                </a:cubicBezTo>
                <a:cubicBezTo>
                  <a:pt x="514" y="2012"/>
                  <a:pt x="519" y="2020"/>
                  <a:pt x="524" y="2020"/>
                </a:cubicBezTo>
                <a:cubicBezTo>
                  <a:pt x="580" y="2038"/>
                  <a:pt x="586" y="2039"/>
                  <a:pt x="591" y="2042"/>
                </a:cubicBezTo>
                <a:cubicBezTo>
                  <a:pt x="630" y="2053"/>
                  <a:pt x="638" y="2047"/>
                  <a:pt x="642" y="2056"/>
                </a:cubicBezTo>
                <a:cubicBezTo>
                  <a:pt x="683" y="2057"/>
                  <a:pt x="687" y="2066"/>
                  <a:pt x="694" y="2060"/>
                </a:cubicBezTo>
                <a:cubicBezTo>
                  <a:pt x="718" y="2066"/>
                  <a:pt x="724" y="2067"/>
                  <a:pt x="730" y="2067"/>
                </a:cubicBezTo>
                <a:cubicBezTo>
                  <a:pt x="681" y="2055"/>
                  <a:pt x="672" y="2053"/>
                  <a:pt x="662" y="2049"/>
                </a:cubicBezTo>
                <a:cubicBezTo>
                  <a:pt x="639" y="2048"/>
                  <a:pt x="637" y="2043"/>
                  <a:pt x="634" y="2044"/>
                </a:cubicBezTo>
                <a:cubicBezTo>
                  <a:pt x="602" y="2034"/>
                  <a:pt x="597" y="2035"/>
                  <a:pt x="592" y="2034"/>
                </a:cubicBezTo>
                <a:cubicBezTo>
                  <a:pt x="550" y="2016"/>
                  <a:pt x="547" y="2017"/>
                  <a:pt x="546" y="2016"/>
                </a:cubicBezTo>
                <a:cubicBezTo>
                  <a:pt x="500" y="2003"/>
                  <a:pt x="476" y="1998"/>
                  <a:pt x="452" y="1992"/>
                </a:cubicBezTo>
                <a:cubicBezTo>
                  <a:pt x="373" y="1979"/>
                  <a:pt x="366" y="1983"/>
                  <a:pt x="361" y="1980"/>
                </a:cubicBezTo>
                <a:cubicBezTo>
                  <a:pt x="317" y="1980"/>
                  <a:pt x="311" y="1977"/>
                  <a:pt x="304" y="1979"/>
                </a:cubicBezTo>
                <a:cubicBezTo>
                  <a:pt x="254" y="1981"/>
                  <a:pt x="240" y="1988"/>
                  <a:pt x="229" y="1981"/>
                </a:cubicBezTo>
                <a:cubicBezTo>
                  <a:pt x="97" y="1998"/>
                  <a:pt x="86" y="2008"/>
                  <a:pt x="78" y="2002"/>
                </a:cubicBezTo>
                <a:cubicBezTo>
                  <a:pt x="120" y="1992"/>
                  <a:pt x="112" y="1982"/>
                  <a:pt x="127" y="1976"/>
                </a:cubicBezTo>
                <a:cubicBezTo>
                  <a:pt x="158" y="1975"/>
                  <a:pt x="166" y="1976"/>
                  <a:pt x="174" y="1973"/>
                </a:cubicBezTo>
                <a:cubicBezTo>
                  <a:pt x="251" y="1972"/>
                  <a:pt x="259" y="1966"/>
                  <a:pt x="267" y="1970"/>
                </a:cubicBezTo>
                <a:cubicBezTo>
                  <a:pt x="297" y="1969"/>
                  <a:pt x="306" y="1966"/>
                  <a:pt x="312" y="1970"/>
                </a:cubicBezTo>
                <a:cubicBezTo>
                  <a:pt x="434" y="1970"/>
                  <a:pt x="451" y="1972"/>
                  <a:pt x="468" y="1978"/>
                </a:cubicBezTo>
                <a:cubicBezTo>
                  <a:pt x="509" y="1983"/>
                  <a:pt x="514" y="1981"/>
                  <a:pt x="519" y="1982"/>
                </a:cubicBezTo>
                <a:cubicBezTo>
                  <a:pt x="599" y="1990"/>
                  <a:pt x="601" y="1999"/>
                  <a:pt x="606" y="1997"/>
                </a:cubicBezTo>
                <a:cubicBezTo>
                  <a:pt x="652" y="2009"/>
                  <a:pt x="662" y="2003"/>
                  <a:pt x="670" y="2009"/>
                </a:cubicBezTo>
                <a:cubicBezTo>
                  <a:pt x="697" y="2023"/>
                  <a:pt x="702" y="2017"/>
                  <a:pt x="706" y="2020"/>
                </a:cubicBezTo>
                <a:cubicBezTo>
                  <a:pt x="669" y="2010"/>
                  <a:pt x="666" y="1994"/>
                  <a:pt x="657" y="2000"/>
                </a:cubicBezTo>
                <a:cubicBezTo>
                  <a:pt x="630" y="1988"/>
                  <a:pt x="622" y="1995"/>
                  <a:pt x="616" y="1986"/>
                </a:cubicBezTo>
                <a:cubicBezTo>
                  <a:pt x="542" y="1976"/>
                  <a:pt x="535" y="1970"/>
                  <a:pt x="525" y="1974"/>
                </a:cubicBezTo>
                <a:cubicBezTo>
                  <a:pt x="482" y="1967"/>
                  <a:pt x="480" y="1966"/>
                  <a:pt x="479" y="1963"/>
                </a:cubicBezTo>
                <a:cubicBezTo>
                  <a:pt x="462" y="1959"/>
                  <a:pt x="459" y="1963"/>
                  <a:pt x="456" y="1961"/>
                </a:cubicBezTo>
                <a:cubicBezTo>
                  <a:pt x="424" y="1960"/>
                  <a:pt x="420" y="1957"/>
                  <a:pt x="415" y="1957"/>
                </a:cubicBezTo>
                <a:cubicBezTo>
                  <a:pt x="350" y="1950"/>
                  <a:pt x="339" y="1957"/>
                  <a:pt x="331" y="1951"/>
                </a:cubicBezTo>
                <a:cubicBezTo>
                  <a:pt x="265" y="1954"/>
                  <a:pt x="248" y="1958"/>
                  <a:pt x="232" y="1955"/>
                </a:cubicBezTo>
                <a:cubicBezTo>
                  <a:pt x="190" y="1956"/>
                  <a:pt x="185" y="1957"/>
                  <a:pt x="180" y="1961"/>
                </a:cubicBezTo>
                <a:cubicBezTo>
                  <a:pt x="140" y="1964"/>
                  <a:pt x="138" y="1962"/>
                  <a:pt x="136" y="1963"/>
                </a:cubicBezTo>
                <a:cubicBezTo>
                  <a:pt x="170" y="1946"/>
                  <a:pt x="182" y="1937"/>
                  <a:pt x="192" y="1943"/>
                </a:cubicBezTo>
                <a:cubicBezTo>
                  <a:pt x="246" y="1933"/>
                  <a:pt x="253" y="1924"/>
                  <a:pt x="258" y="1930"/>
                </a:cubicBezTo>
                <a:cubicBezTo>
                  <a:pt x="295" y="1927"/>
                  <a:pt x="301" y="1923"/>
                  <a:pt x="307" y="1925"/>
                </a:cubicBezTo>
                <a:cubicBezTo>
                  <a:pt x="327" y="1924"/>
                  <a:pt x="331" y="1922"/>
                  <a:pt x="334" y="1924"/>
                </a:cubicBezTo>
                <a:cubicBezTo>
                  <a:pt x="388" y="1925"/>
                  <a:pt x="404" y="1929"/>
                  <a:pt x="421" y="1929"/>
                </a:cubicBezTo>
                <a:cubicBezTo>
                  <a:pt x="460" y="1931"/>
                  <a:pt x="464" y="1930"/>
                  <a:pt x="468" y="1932"/>
                </a:cubicBezTo>
                <a:cubicBezTo>
                  <a:pt x="500" y="1938"/>
                  <a:pt x="509" y="1939"/>
                  <a:pt x="516" y="1945"/>
                </a:cubicBezTo>
                <a:cubicBezTo>
                  <a:pt x="545" y="1947"/>
                  <a:pt x="549" y="1948"/>
                  <a:pt x="553" y="1948"/>
                </a:cubicBezTo>
                <a:cubicBezTo>
                  <a:pt x="581" y="1954"/>
                  <a:pt x="585" y="1955"/>
                  <a:pt x="589" y="1956"/>
                </a:cubicBezTo>
                <a:cubicBezTo>
                  <a:pt x="631" y="1965"/>
                  <a:pt x="637" y="1957"/>
                  <a:pt x="640" y="1963"/>
                </a:cubicBezTo>
                <a:cubicBezTo>
                  <a:pt x="669" y="1971"/>
                  <a:pt x="675" y="1965"/>
                  <a:pt x="677" y="1973"/>
                </a:cubicBezTo>
                <a:cubicBezTo>
                  <a:pt x="724" y="1978"/>
                  <a:pt x="732" y="1980"/>
                  <a:pt x="742" y="1975"/>
                </a:cubicBezTo>
                <a:cubicBezTo>
                  <a:pt x="794" y="1988"/>
                  <a:pt x="801" y="1972"/>
                  <a:pt x="804" y="1979"/>
                </a:cubicBezTo>
                <a:cubicBezTo>
                  <a:pt x="853" y="1977"/>
                  <a:pt x="861" y="1982"/>
                  <a:pt x="870" y="1979"/>
                </a:cubicBezTo>
                <a:cubicBezTo>
                  <a:pt x="900" y="1977"/>
                  <a:pt x="904" y="1976"/>
                  <a:pt x="908" y="1978"/>
                </a:cubicBezTo>
                <a:cubicBezTo>
                  <a:pt x="897" y="1971"/>
                  <a:pt x="890" y="1973"/>
                  <a:pt x="884" y="1974"/>
                </a:cubicBezTo>
                <a:cubicBezTo>
                  <a:pt x="803" y="1972"/>
                  <a:pt x="797" y="1971"/>
                  <a:pt x="791" y="1970"/>
                </a:cubicBezTo>
                <a:cubicBezTo>
                  <a:pt x="749" y="1968"/>
                  <a:pt x="743" y="1967"/>
                  <a:pt x="737" y="1968"/>
                </a:cubicBezTo>
                <a:cubicBezTo>
                  <a:pt x="658" y="1953"/>
                  <a:pt x="651" y="1957"/>
                  <a:pt x="646" y="1952"/>
                </a:cubicBezTo>
                <a:cubicBezTo>
                  <a:pt x="564" y="1938"/>
                  <a:pt x="554" y="1936"/>
                  <a:pt x="545" y="1932"/>
                </a:cubicBezTo>
                <a:cubicBezTo>
                  <a:pt x="508" y="1929"/>
                  <a:pt x="500" y="1925"/>
                  <a:pt x="491" y="1924"/>
                </a:cubicBezTo>
                <a:cubicBezTo>
                  <a:pt x="443" y="1917"/>
                  <a:pt x="439" y="1914"/>
                  <a:pt x="434" y="1917"/>
                </a:cubicBezTo>
                <a:cubicBezTo>
                  <a:pt x="368" y="1913"/>
                  <a:pt x="358" y="1915"/>
                  <a:pt x="349" y="1911"/>
                </a:cubicBezTo>
                <a:cubicBezTo>
                  <a:pt x="280" y="1915"/>
                  <a:pt x="270" y="1914"/>
                  <a:pt x="260" y="1918"/>
                </a:cubicBezTo>
                <a:cubicBezTo>
                  <a:pt x="210" y="1922"/>
                  <a:pt x="205" y="1923"/>
                  <a:pt x="200" y="1927"/>
                </a:cubicBezTo>
                <a:cubicBezTo>
                  <a:pt x="203" y="1912"/>
                  <a:pt x="214" y="1906"/>
                  <a:pt x="223" y="1905"/>
                </a:cubicBezTo>
                <a:cubicBezTo>
                  <a:pt x="262" y="1903"/>
                  <a:pt x="272" y="1903"/>
                  <a:pt x="282" y="1900"/>
                </a:cubicBezTo>
                <a:cubicBezTo>
                  <a:pt x="349" y="1898"/>
                  <a:pt x="359" y="1896"/>
                  <a:pt x="369" y="1894"/>
                </a:cubicBezTo>
                <a:cubicBezTo>
                  <a:pt x="452" y="1895"/>
                  <a:pt x="455" y="1898"/>
                  <a:pt x="458" y="1897"/>
                </a:cubicBezTo>
                <a:cubicBezTo>
                  <a:pt x="522" y="1908"/>
                  <a:pt x="530" y="1902"/>
                  <a:pt x="536" y="1908"/>
                </a:cubicBezTo>
                <a:cubicBezTo>
                  <a:pt x="571" y="1918"/>
                  <a:pt x="575" y="1912"/>
                  <a:pt x="577" y="1918"/>
                </a:cubicBezTo>
                <a:cubicBezTo>
                  <a:pt x="628" y="1926"/>
                  <a:pt x="656" y="1930"/>
                  <a:pt x="684" y="1937"/>
                </a:cubicBezTo>
                <a:cubicBezTo>
                  <a:pt x="734" y="1944"/>
                  <a:pt x="740" y="1949"/>
                  <a:pt x="747" y="1947"/>
                </a:cubicBezTo>
                <a:cubicBezTo>
                  <a:pt x="821" y="1951"/>
                  <a:pt x="829" y="1947"/>
                  <a:pt x="837" y="1946"/>
                </a:cubicBezTo>
                <a:cubicBezTo>
                  <a:pt x="859" y="1935"/>
                  <a:pt x="855" y="1936"/>
                  <a:pt x="851" y="1940"/>
                </a:cubicBezTo>
                <a:cubicBezTo>
                  <a:pt x="802" y="1944"/>
                  <a:pt x="788" y="1936"/>
                  <a:pt x="771" y="1941"/>
                </a:cubicBezTo>
                <a:cubicBezTo>
                  <a:pt x="701" y="1932"/>
                  <a:pt x="695" y="1921"/>
                  <a:pt x="687" y="1925"/>
                </a:cubicBezTo>
                <a:cubicBezTo>
                  <a:pt x="651" y="1925"/>
                  <a:pt x="650" y="1910"/>
                  <a:pt x="644" y="1918"/>
                </a:cubicBezTo>
                <a:cubicBezTo>
                  <a:pt x="573" y="1907"/>
                  <a:pt x="547" y="1893"/>
                  <a:pt x="518" y="1892"/>
                </a:cubicBezTo>
                <a:cubicBezTo>
                  <a:pt x="472" y="1886"/>
                  <a:pt x="468" y="1886"/>
                  <a:pt x="465" y="1885"/>
                </a:cubicBezTo>
                <a:cubicBezTo>
                  <a:pt x="426" y="1884"/>
                  <a:pt x="423" y="1883"/>
                  <a:pt x="420" y="1881"/>
                </a:cubicBezTo>
                <a:cubicBezTo>
                  <a:pt x="390" y="1886"/>
                  <a:pt x="387" y="1878"/>
                  <a:pt x="381" y="1886"/>
                </a:cubicBezTo>
                <a:cubicBezTo>
                  <a:pt x="318" y="1882"/>
                  <a:pt x="301" y="1888"/>
                  <a:pt x="285" y="1888"/>
                </a:cubicBezTo>
                <a:cubicBezTo>
                  <a:pt x="243" y="1890"/>
                  <a:pt x="254" y="1879"/>
                  <a:pt x="263" y="1881"/>
                </a:cubicBezTo>
                <a:cubicBezTo>
                  <a:pt x="333" y="1866"/>
                  <a:pt x="337" y="1862"/>
                  <a:pt x="339" y="1865"/>
                </a:cubicBezTo>
                <a:cubicBezTo>
                  <a:pt x="362" y="1863"/>
                  <a:pt x="366" y="1862"/>
                  <a:pt x="369" y="1862"/>
                </a:cubicBezTo>
                <a:cubicBezTo>
                  <a:pt x="432" y="1861"/>
                  <a:pt x="438" y="1864"/>
                  <a:pt x="444" y="1865"/>
                </a:cubicBezTo>
                <a:cubicBezTo>
                  <a:pt x="505" y="1873"/>
                  <a:pt x="512" y="1869"/>
                  <a:pt x="518" y="1871"/>
                </a:cubicBezTo>
                <a:cubicBezTo>
                  <a:pt x="566" y="1885"/>
                  <a:pt x="580" y="1881"/>
                  <a:pt x="592" y="1887"/>
                </a:cubicBezTo>
                <a:cubicBezTo>
                  <a:pt x="631" y="1892"/>
                  <a:pt x="633" y="1897"/>
                  <a:pt x="636" y="1896"/>
                </a:cubicBezTo>
                <a:cubicBezTo>
                  <a:pt x="666" y="1905"/>
                  <a:pt x="669" y="1906"/>
                  <a:pt x="671" y="1907"/>
                </a:cubicBezTo>
                <a:cubicBezTo>
                  <a:pt x="693" y="1912"/>
                  <a:pt x="697" y="1906"/>
                  <a:pt x="700" y="1913"/>
                </a:cubicBezTo>
                <a:cubicBezTo>
                  <a:pt x="759" y="1922"/>
                  <a:pt x="762" y="1921"/>
                  <a:pt x="765" y="1921"/>
                </a:cubicBezTo>
                <a:cubicBezTo>
                  <a:pt x="800" y="1925"/>
                  <a:pt x="805" y="1929"/>
                  <a:pt x="812" y="1924"/>
                </a:cubicBezTo>
                <a:cubicBezTo>
                  <a:pt x="896" y="1917"/>
                  <a:pt x="903" y="1922"/>
                  <a:pt x="904" y="1915"/>
                </a:cubicBezTo>
                <a:cubicBezTo>
                  <a:pt x="941" y="1910"/>
                  <a:pt x="946" y="1909"/>
                  <a:pt x="951" y="1911"/>
                </a:cubicBezTo>
                <a:cubicBezTo>
                  <a:pt x="905" y="1904"/>
                  <a:pt x="893" y="1921"/>
                  <a:pt x="885" y="1913"/>
                </a:cubicBezTo>
                <a:cubicBezTo>
                  <a:pt x="846" y="1919"/>
                  <a:pt x="837" y="1917"/>
                  <a:pt x="828" y="1917"/>
                </a:cubicBezTo>
                <a:cubicBezTo>
                  <a:pt x="792" y="1912"/>
                  <a:pt x="784" y="1914"/>
                  <a:pt x="777" y="1913"/>
                </a:cubicBezTo>
                <a:cubicBezTo>
                  <a:pt x="738" y="1903"/>
                  <a:pt x="721" y="1904"/>
                  <a:pt x="706" y="1901"/>
                </a:cubicBezTo>
                <a:cubicBezTo>
                  <a:pt x="649" y="1879"/>
                  <a:pt x="642" y="1891"/>
                  <a:pt x="638" y="1884"/>
                </a:cubicBezTo>
                <a:cubicBezTo>
                  <a:pt x="605" y="1878"/>
                  <a:pt x="601" y="1875"/>
                  <a:pt x="597" y="1874"/>
                </a:cubicBezTo>
                <a:cubicBezTo>
                  <a:pt x="550" y="1863"/>
                  <a:pt x="544" y="1867"/>
                  <a:pt x="540" y="1863"/>
                </a:cubicBezTo>
                <a:cubicBezTo>
                  <a:pt x="502" y="1857"/>
                  <a:pt x="493" y="1855"/>
                  <a:pt x="484" y="1851"/>
                </a:cubicBezTo>
                <a:cubicBezTo>
                  <a:pt x="446" y="1850"/>
                  <a:pt x="441" y="1849"/>
                  <a:pt x="436" y="1850"/>
                </a:cubicBezTo>
                <a:cubicBezTo>
                  <a:pt x="427" y="1849"/>
                  <a:pt x="427" y="1849"/>
                  <a:pt x="426" y="1849"/>
                </a:cubicBezTo>
                <a:cubicBezTo>
                  <a:pt x="441" y="1845"/>
                  <a:pt x="447" y="1841"/>
                  <a:pt x="453" y="1841"/>
                </a:cubicBezTo>
                <a:cubicBezTo>
                  <a:pt x="505" y="1847"/>
                  <a:pt x="512" y="1842"/>
                  <a:pt x="517" y="1843"/>
                </a:cubicBezTo>
                <a:cubicBezTo>
                  <a:pt x="568" y="1846"/>
                  <a:pt x="586" y="1847"/>
                  <a:pt x="604" y="1850"/>
                </a:cubicBezTo>
                <a:cubicBezTo>
                  <a:pt x="715" y="1864"/>
                  <a:pt x="721" y="1868"/>
                  <a:pt x="727" y="1870"/>
                </a:cubicBezTo>
                <a:cubicBezTo>
                  <a:pt x="767" y="1870"/>
                  <a:pt x="775" y="1878"/>
                  <a:pt x="787" y="1871"/>
                </a:cubicBezTo>
                <a:cubicBezTo>
                  <a:pt x="812" y="1876"/>
                  <a:pt x="815" y="1872"/>
                  <a:pt x="818" y="1875"/>
                </a:cubicBezTo>
                <a:cubicBezTo>
                  <a:pt x="838" y="1878"/>
                  <a:pt x="833" y="1869"/>
                  <a:pt x="827" y="1869"/>
                </a:cubicBezTo>
                <a:cubicBezTo>
                  <a:pt x="753" y="1860"/>
                  <a:pt x="740" y="1862"/>
                  <a:pt x="727" y="1859"/>
                </a:cubicBezTo>
                <a:cubicBezTo>
                  <a:pt x="684" y="1853"/>
                  <a:pt x="681" y="1851"/>
                  <a:pt x="678" y="1850"/>
                </a:cubicBezTo>
                <a:cubicBezTo>
                  <a:pt x="661" y="1852"/>
                  <a:pt x="655" y="1843"/>
                  <a:pt x="648" y="1846"/>
                </a:cubicBezTo>
                <a:cubicBezTo>
                  <a:pt x="594" y="1836"/>
                  <a:pt x="591" y="1835"/>
                  <a:pt x="587" y="1838"/>
                </a:cubicBezTo>
                <a:cubicBezTo>
                  <a:pt x="522" y="1827"/>
                  <a:pt x="517" y="1833"/>
                  <a:pt x="514" y="1828"/>
                </a:cubicBezTo>
                <a:cubicBezTo>
                  <a:pt x="480" y="1832"/>
                  <a:pt x="473" y="1830"/>
                  <a:pt x="465" y="1829"/>
                </a:cubicBezTo>
                <a:cubicBezTo>
                  <a:pt x="401" y="1836"/>
                  <a:pt x="395" y="1840"/>
                  <a:pt x="391" y="1837"/>
                </a:cubicBezTo>
                <a:cubicBezTo>
                  <a:pt x="321" y="1841"/>
                  <a:pt x="308" y="1853"/>
                  <a:pt x="299" y="1847"/>
                </a:cubicBezTo>
                <a:cubicBezTo>
                  <a:pt x="357" y="1823"/>
                  <a:pt x="369" y="1823"/>
                  <a:pt x="382" y="1819"/>
                </a:cubicBezTo>
                <a:cubicBezTo>
                  <a:pt x="443" y="1805"/>
                  <a:pt x="449" y="1806"/>
                  <a:pt x="456" y="1804"/>
                </a:cubicBezTo>
                <a:cubicBezTo>
                  <a:pt x="500" y="1801"/>
                  <a:pt x="505" y="1805"/>
                  <a:pt x="513" y="1801"/>
                </a:cubicBezTo>
                <a:cubicBezTo>
                  <a:pt x="546" y="1804"/>
                  <a:pt x="560" y="1799"/>
                  <a:pt x="573" y="1802"/>
                </a:cubicBezTo>
                <a:cubicBezTo>
                  <a:pt x="598" y="1804"/>
                  <a:pt x="606" y="1802"/>
                  <a:pt x="612" y="1804"/>
                </a:cubicBezTo>
                <a:cubicBezTo>
                  <a:pt x="666" y="1801"/>
                  <a:pt x="677" y="1810"/>
                  <a:pt x="691" y="1806"/>
                </a:cubicBezTo>
                <a:cubicBezTo>
                  <a:pt x="743" y="1812"/>
                  <a:pt x="755" y="1821"/>
                  <a:pt x="768" y="1817"/>
                </a:cubicBezTo>
                <a:cubicBezTo>
                  <a:pt x="815" y="1828"/>
                  <a:pt x="822" y="1827"/>
                  <a:pt x="829" y="1829"/>
                </a:cubicBezTo>
                <a:cubicBezTo>
                  <a:pt x="863" y="1836"/>
                  <a:pt x="876" y="1842"/>
                  <a:pt x="891" y="1843"/>
                </a:cubicBezTo>
                <a:cubicBezTo>
                  <a:pt x="916" y="1847"/>
                  <a:pt x="922" y="1848"/>
                  <a:pt x="927" y="1850"/>
                </a:cubicBezTo>
                <a:cubicBezTo>
                  <a:pt x="988" y="1849"/>
                  <a:pt x="999" y="1857"/>
                  <a:pt x="1012" y="1853"/>
                </a:cubicBezTo>
                <a:cubicBezTo>
                  <a:pt x="1041" y="1850"/>
                  <a:pt x="1043" y="1850"/>
                  <a:pt x="1044" y="1850"/>
                </a:cubicBezTo>
                <a:cubicBezTo>
                  <a:pt x="999" y="1849"/>
                  <a:pt x="988" y="1843"/>
                  <a:pt x="975" y="1849"/>
                </a:cubicBezTo>
                <a:cubicBezTo>
                  <a:pt x="934" y="1842"/>
                  <a:pt x="931" y="1843"/>
                  <a:pt x="929" y="1838"/>
                </a:cubicBezTo>
                <a:cubicBezTo>
                  <a:pt x="892" y="1836"/>
                  <a:pt x="887" y="1832"/>
                  <a:pt x="881" y="1829"/>
                </a:cubicBezTo>
                <a:cubicBezTo>
                  <a:pt x="836" y="1823"/>
                  <a:pt x="830" y="1817"/>
                  <a:pt x="823" y="1816"/>
                </a:cubicBezTo>
                <a:cubicBezTo>
                  <a:pt x="784" y="1810"/>
                  <a:pt x="780" y="1809"/>
                  <a:pt x="776" y="1808"/>
                </a:cubicBezTo>
                <a:cubicBezTo>
                  <a:pt x="747" y="1807"/>
                  <a:pt x="745" y="1799"/>
                  <a:pt x="739" y="1805"/>
                </a:cubicBezTo>
                <a:cubicBezTo>
                  <a:pt x="696" y="1802"/>
                  <a:pt x="690" y="1789"/>
                  <a:pt x="681" y="1796"/>
                </a:cubicBezTo>
                <a:cubicBezTo>
                  <a:pt x="600" y="1793"/>
                  <a:pt x="592" y="1791"/>
                  <a:pt x="584" y="1788"/>
                </a:cubicBezTo>
                <a:cubicBezTo>
                  <a:pt x="555" y="1789"/>
                  <a:pt x="550" y="1790"/>
                  <a:pt x="546" y="1793"/>
                </a:cubicBezTo>
                <a:cubicBezTo>
                  <a:pt x="478" y="1787"/>
                  <a:pt x="468" y="1796"/>
                  <a:pt x="460" y="1790"/>
                </a:cubicBezTo>
                <a:cubicBezTo>
                  <a:pt x="447" y="1786"/>
                  <a:pt x="452" y="1789"/>
                  <a:pt x="459" y="1788"/>
                </a:cubicBezTo>
                <a:cubicBezTo>
                  <a:pt x="503" y="1789"/>
                  <a:pt x="512" y="1780"/>
                  <a:pt x="519" y="1779"/>
                </a:cubicBezTo>
                <a:cubicBezTo>
                  <a:pt x="592" y="1770"/>
                  <a:pt x="598" y="1780"/>
                  <a:pt x="607" y="1775"/>
                </a:cubicBezTo>
                <a:cubicBezTo>
                  <a:pt x="711" y="1778"/>
                  <a:pt x="713" y="1793"/>
                  <a:pt x="718" y="1785"/>
                </a:cubicBezTo>
                <a:cubicBezTo>
                  <a:pt x="749" y="1798"/>
                  <a:pt x="747" y="1779"/>
                  <a:pt x="751" y="1787"/>
                </a:cubicBezTo>
                <a:cubicBezTo>
                  <a:pt x="793" y="1807"/>
                  <a:pt x="794" y="1787"/>
                  <a:pt x="798" y="1794"/>
                </a:cubicBezTo>
                <a:cubicBezTo>
                  <a:pt x="832" y="1808"/>
                  <a:pt x="838" y="1809"/>
                  <a:pt x="844" y="1805"/>
                </a:cubicBezTo>
                <a:cubicBezTo>
                  <a:pt x="887" y="1811"/>
                  <a:pt x="894" y="1824"/>
                  <a:pt x="904" y="1817"/>
                </a:cubicBezTo>
                <a:cubicBezTo>
                  <a:pt x="923" y="1819"/>
                  <a:pt x="927" y="1825"/>
                  <a:pt x="932" y="1822"/>
                </a:cubicBezTo>
                <a:cubicBezTo>
                  <a:pt x="991" y="1824"/>
                  <a:pt x="988" y="1823"/>
                  <a:pt x="985" y="1822"/>
                </a:cubicBezTo>
                <a:cubicBezTo>
                  <a:pt x="941" y="1816"/>
                  <a:pt x="929" y="1813"/>
                  <a:pt x="915" y="1817"/>
                </a:cubicBezTo>
                <a:cubicBezTo>
                  <a:pt x="882" y="1804"/>
                  <a:pt x="876" y="1810"/>
                  <a:pt x="874" y="1802"/>
                </a:cubicBezTo>
                <a:cubicBezTo>
                  <a:pt x="838" y="1791"/>
                  <a:pt x="833" y="1797"/>
                  <a:pt x="829" y="1794"/>
                </a:cubicBezTo>
                <a:cubicBezTo>
                  <a:pt x="730" y="1777"/>
                  <a:pt x="718" y="1770"/>
                  <a:pt x="704" y="1773"/>
                </a:cubicBezTo>
                <a:cubicBezTo>
                  <a:pt x="613" y="1766"/>
                  <a:pt x="600" y="1761"/>
                  <a:pt x="586" y="1765"/>
                </a:cubicBezTo>
                <a:cubicBezTo>
                  <a:pt x="524" y="1768"/>
                  <a:pt x="520" y="1772"/>
                  <a:pt x="517" y="1766"/>
                </a:cubicBezTo>
                <a:cubicBezTo>
                  <a:pt x="480" y="1769"/>
                  <a:pt x="473" y="1774"/>
                  <a:pt x="466" y="1773"/>
                </a:cubicBezTo>
                <a:cubicBezTo>
                  <a:pt x="436" y="1778"/>
                  <a:pt x="441" y="1763"/>
                  <a:pt x="448" y="1757"/>
                </a:cubicBezTo>
                <a:cubicBezTo>
                  <a:pt x="504" y="1746"/>
                  <a:pt x="510" y="1742"/>
                  <a:pt x="515" y="1747"/>
                </a:cubicBezTo>
                <a:cubicBezTo>
                  <a:pt x="542" y="1741"/>
                  <a:pt x="545" y="1745"/>
                  <a:pt x="549" y="1745"/>
                </a:cubicBezTo>
                <a:cubicBezTo>
                  <a:pt x="585" y="1745"/>
                  <a:pt x="590" y="1741"/>
                  <a:pt x="595" y="1742"/>
                </a:cubicBezTo>
                <a:cubicBezTo>
                  <a:pt x="689" y="1745"/>
                  <a:pt x="698" y="1748"/>
                  <a:pt x="707" y="1747"/>
                </a:cubicBezTo>
                <a:cubicBezTo>
                  <a:pt x="726" y="1749"/>
                  <a:pt x="730" y="1752"/>
                  <a:pt x="735" y="1752"/>
                </a:cubicBezTo>
                <a:cubicBezTo>
                  <a:pt x="766" y="1759"/>
                  <a:pt x="771" y="1758"/>
                  <a:pt x="775" y="1764"/>
                </a:cubicBezTo>
                <a:cubicBezTo>
                  <a:pt x="828" y="1774"/>
                  <a:pt x="842" y="1776"/>
                  <a:pt x="855" y="1780"/>
                </a:cubicBezTo>
                <a:cubicBezTo>
                  <a:pt x="903" y="1782"/>
                  <a:pt x="909" y="1791"/>
                  <a:pt x="916" y="1788"/>
                </a:cubicBezTo>
                <a:cubicBezTo>
                  <a:pt x="964" y="1794"/>
                  <a:pt x="969" y="1802"/>
                  <a:pt x="977" y="1800"/>
                </a:cubicBezTo>
                <a:cubicBezTo>
                  <a:pt x="1073" y="1805"/>
                  <a:pt x="1085" y="1813"/>
                  <a:pt x="1100" y="1807"/>
                </a:cubicBezTo>
                <a:cubicBezTo>
                  <a:pt x="1124" y="1811"/>
                  <a:pt x="1129" y="1804"/>
                  <a:pt x="1132" y="1807"/>
                </a:cubicBezTo>
                <a:cubicBezTo>
                  <a:pt x="1171" y="1807"/>
                  <a:pt x="1181" y="1802"/>
                  <a:pt x="1189" y="1804"/>
                </a:cubicBezTo>
                <a:cubicBezTo>
                  <a:pt x="1247" y="1804"/>
                  <a:pt x="1257" y="1798"/>
                  <a:pt x="1265" y="1798"/>
                </a:cubicBezTo>
                <a:cubicBezTo>
                  <a:pt x="1322" y="1783"/>
                  <a:pt x="1327" y="1782"/>
                  <a:pt x="1332" y="1777"/>
                </a:cubicBezTo>
                <a:cubicBezTo>
                  <a:pt x="1302" y="1785"/>
                  <a:pt x="1293" y="1781"/>
                  <a:pt x="1281" y="1790"/>
                </a:cubicBezTo>
                <a:cubicBezTo>
                  <a:pt x="1209" y="1792"/>
                  <a:pt x="1189" y="1800"/>
                  <a:pt x="1172" y="1794"/>
                </a:cubicBezTo>
                <a:cubicBezTo>
                  <a:pt x="1124" y="1789"/>
                  <a:pt x="1121" y="1794"/>
                  <a:pt x="1119" y="1788"/>
                </a:cubicBezTo>
                <a:cubicBezTo>
                  <a:pt x="1084" y="1783"/>
                  <a:pt x="1075" y="1781"/>
                  <a:pt x="1067" y="1778"/>
                </a:cubicBezTo>
                <a:cubicBezTo>
                  <a:pt x="1024" y="1766"/>
                  <a:pt x="1020" y="1763"/>
                  <a:pt x="1015" y="1763"/>
                </a:cubicBezTo>
                <a:cubicBezTo>
                  <a:pt x="930" y="1734"/>
                  <a:pt x="921" y="1736"/>
                  <a:pt x="913" y="1731"/>
                </a:cubicBezTo>
                <a:cubicBezTo>
                  <a:pt x="872" y="1723"/>
                  <a:pt x="872" y="1723"/>
                  <a:pt x="872" y="1723"/>
                </a:cubicBezTo>
                <a:cubicBezTo>
                  <a:pt x="796" y="1706"/>
                  <a:pt x="789" y="1717"/>
                  <a:pt x="786" y="1708"/>
                </a:cubicBezTo>
                <a:cubicBezTo>
                  <a:pt x="752" y="1705"/>
                  <a:pt x="750" y="1703"/>
                  <a:pt x="746" y="1706"/>
                </a:cubicBezTo>
                <a:cubicBezTo>
                  <a:pt x="702" y="1704"/>
                  <a:pt x="698" y="1700"/>
                  <a:pt x="693" y="1700"/>
                </a:cubicBezTo>
                <a:cubicBezTo>
                  <a:pt x="656" y="1700"/>
                  <a:pt x="651" y="1698"/>
                  <a:pt x="646" y="1697"/>
                </a:cubicBezTo>
                <a:cubicBezTo>
                  <a:pt x="631" y="1693"/>
                  <a:pt x="647" y="1694"/>
                  <a:pt x="663" y="1692"/>
                </a:cubicBezTo>
                <a:cubicBezTo>
                  <a:pt x="748" y="1696"/>
                  <a:pt x="758" y="1693"/>
                  <a:pt x="768" y="1692"/>
                </a:cubicBezTo>
                <a:cubicBezTo>
                  <a:pt x="814" y="1692"/>
                  <a:pt x="817" y="1705"/>
                  <a:pt x="823" y="1701"/>
                </a:cubicBezTo>
                <a:cubicBezTo>
                  <a:pt x="893" y="1720"/>
                  <a:pt x="898" y="1716"/>
                  <a:pt x="902" y="1720"/>
                </a:cubicBezTo>
                <a:cubicBezTo>
                  <a:pt x="925" y="1724"/>
                  <a:pt x="927" y="1726"/>
                  <a:pt x="931" y="1723"/>
                </a:cubicBezTo>
                <a:cubicBezTo>
                  <a:pt x="939" y="1729"/>
                  <a:pt x="949" y="1728"/>
                  <a:pt x="957" y="1729"/>
                </a:cubicBezTo>
                <a:cubicBezTo>
                  <a:pt x="1002" y="1738"/>
                  <a:pt x="1006" y="1741"/>
                  <a:pt x="1011" y="1742"/>
                </a:cubicBezTo>
                <a:cubicBezTo>
                  <a:pt x="1043" y="1750"/>
                  <a:pt x="1047" y="1751"/>
                  <a:pt x="1051" y="1749"/>
                </a:cubicBezTo>
                <a:cubicBezTo>
                  <a:pt x="1083" y="1762"/>
                  <a:pt x="1090" y="1751"/>
                  <a:pt x="1093" y="1760"/>
                </a:cubicBezTo>
                <a:cubicBezTo>
                  <a:pt x="1164" y="1750"/>
                  <a:pt x="1174" y="1761"/>
                  <a:pt x="1189" y="1751"/>
                </a:cubicBezTo>
                <a:cubicBezTo>
                  <a:pt x="1274" y="1733"/>
                  <a:pt x="1280" y="1735"/>
                  <a:pt x="1287" y="1731"/>
                </a:cubicBezTo>
                <a:cubicBezTo>
                  <a:pt x="1301" y="1721"/>
                  <a:pt x="1299" y="1722"/>
                  <a:pt x="1296" y="1723"/>
                </a:cubicBezTo>
                <a:cubicBezTo>
                  <a:pt x="1242" y="1734"/>
                  <a:pt x="1238" y="1735"/>
                  <a:pt x="1233" y="1739"/>
                </a:cubicBezTo>
                <a:cubicBezTo>
                  <a:pt x="1198" y="1742"/>
                  <a:pt x="1187" y="1742"/>
                  <a:pt x="1175" y="1747"/>
                </a:cubicBezTo>
                <a:cubicBezTo>
                  <a:pt x="1097" y="1746"/>
                  <a:pt x="1085" y="1745"/>
                  <a:pt x="1074" y="1748"/>
                </a:cubicBezTo>
                <a:cubicBezTo>
                  <a:pt x="1029" y="1731"/>
                  <a:pt x="1024" y="1732"/>
                  <a:pt x="1019" y="1733"/>
                </a:cubicBezTo>
                <a:cubicBezTo>
                  <a:pt x="968" y="1722"/>
                  <a:pt x="966" y="1720"/>
                  <a:pt x="963" y="1718"/>
                </a:cubicBezTo>
                <a:cubicBezTo>
                  <a:pt x="888" y="1705"/>
                  <a:pt x="870" y="1698"/>
                  <a:pt x="852" y="1692"/>
                </a:cubicBezTo>
                <a:cubicBezTo>
                  <a:pt x="783" y="1690"/>
                  <a:pt x="782" y="1675"/>
                  <a:pt x="776" y="1683"/>
                </a:cubicBezTo>
                <a:cubicBezTo>
                  <a:pt x="741" y="1678"/>
                  <a:pt x="733" y="1680"/>
                  <a:pt x="724" y="1679"/>
                </a:cubicBezTo>
                <a:cubicBezTo>
                  <a:pt x="667" y="1683"/>
                  <a:pt x="665" y="1675"/>
                  <a:pt x="659" y="1681"/>
                </a:cubicBezTo>
                <a:cubicBezTo>
                  <a:pt x="662" y="1669"/>
                  <a:pt x="672" y="1670"/>
                  <a:pt x="683" y="1669"/>
                </a:cubicBezTo>
                <a:cubicBezTo>
                  <a:pt x="732" y="1664"/>
                  <a:pt x="752" y="1669"/>
                  <a:pt x="773" y="1664"/>
                </a:cubicBezTo>
                <a:cubicBezTo>
                  <a:pt x="797" y="1669"/>
                  <a:pt x="804" y="1670"/>
                  <a:pt x="810" y="1671"/>
                </a:cubicBezTo>
                <a:cubicBezTo>
                  <a:pt x="851" y="1682"/>
                  <a:pt x="858" y="1679"/>
                  <a:pt x="864" y="1683"/>
                </a:cubicBezTo>
                <a:cubicBezTo>
                  <a:pt x="906" y="1691"/>
                  <a:pt x="912" y="1691"/>
                  <a:pt x="917" y="1696"/>
                </a:cubicBezTo>
                <a:cubicBezTo>
                  <a:pt x="943" y="1696"/>
                  <a:pt x="947" y="1703"/>
                  <a:pt x="954" y="1699"/>
                </a:cubicBezTo>
                <a:cubicBezTo>
                  <a:pt x="1003" y="1704"/>
                  <a:pt x="1006" y="1708"/>
                  <a:pt x="1009" y="1708"/>
                </a:cubicBezTo>
                <a:cubicBezTo>
                  <a:pt x="1072" y="1718"/>
                  <a:pt x="1080" y="1708"/>
                  <a:pt x="1085" y="1716"/>
                </a:cubicBezTo>
                <a:cubicBezTo>
                  <a:pt x="1148" y="1712"/>
                  <a:pt x="1153" y="1718"/>
                  <a:pt x="1160" y="1714"/>
                </a:cubicBezTo>
                <a:cubicBezTo>
                  <a:pt x="1205" y="1716"/>
                  <a:pt x="1214" y="1704"/>
                  <a:pt x="1220" y="1709"/>
                </a:cubicBezTo>
                <a:cubicBezTo>
                  <a:pt x="1305" y="1688"/>
                  <a:pt x="1313" y="1684"/>
                  <a:pt x="1319" y="1681"/>
                </a:cubicBezTo>
                <a:cubicBezTo>
                  <a:pt x="1358" y="1670"/>
                  <a:pt x="1363" y="1665"/>
                  <a:pt x="1367" y="1663"/>
                </a:cubicBezTo>
                <a:cubicBezTo>
                  <a:pt x="1319" y="1676"/>
                  <a:pt x="1311" y="1676"/>
                  <a:pt x="1303" y="1682"/>
                </a:cubicBezTo>
                <a:cubicBezTo>
                  <a:pt x="1252" y="1689"/>
                  <a:pt x="1247" y="1696"/>
                  <a:pt x="1244" y="1693"/>
                </a:cubicBezTo>
                <a:cubicBezTo>
                  <a:pt x="1175" y="1703"/>
                  <a:pt x="1166" y="1705"/>
                  <a:pt x="1158" y="1706"/>
                </a:cubicBezTo>
                <a:cubicBezTo>
                  <a:pt x="1073" y="1701"/>
                  <a:pt x="1065" y="1700"/>
                  <a:pt x="1057" y="1700"/>
                </a:cubicBezTo>
                <a:cubicBezTo>
                  <a:pt x="1027" y="1691"/>
                  <a:pt x="1020" y="1706"/>
                  <a:pt x="1018" y="1695"/>
                </a:cubicBezTo>
                <a:cubicBezTo>
                  <a:pt x="988" y="1695"/>
                  <a:pt x="984" y="1692"/>
                  <a:pt x="979" y="1689"/>
                </a:cubicBezTo>
                <a:cubicBezTo>
                  <a:pt x="823" y="1665"/>
                  <a:pt x="821" y="1655"/>
                  <a:pt x="816" y="1660"/>
                </a:cubicBezTo>
                <a:cubicBezTo>
                  <a:pt x="789" y="1656"/>
                  <a:pt x="788" y="1655"/>
                  <a:pt x="785" y="1656"/>
                </a:cubicBezTo>
                <a:cubicBezTo>
                  <a:pt x="888" y="1653"/>
                  <a:pt x="913" y="1660"/>
                  <a:pt x="939" y="1661"/>
                </a:cubicBezTo>
                <a:cubicBezTo>
                  <a:pt x="970" y="1669"/>
                  <a:pt x="974" y="1669"/>
                  <a:pt x="978" y="1666"/>
                </a:cubicBezTo>
                <a:cubicBezTo>
                  <a:pt x="1021" y="1678"/>
                  <a:pt x="1030" y="1667"/>
                  <a:pt x="1034" y="1677"/>
                </a:cubicBezTo>
                <a:cubicBezTo>
                  <a:pt x="1079" y="1681"/>
                  <a:pt x="1083" y="1674"/>
                  <a:pt x="1086" y="1677"/>
                </a:cubicBezTo>
                <a:cubicBezTo>
                  <a:pt x="1123" y="1675"/>
                  <a:pt x="1128" y="1682"/>
                  <a:pt x="1137" y="1674"/>
                </a:cubicBezTo>
                <a:cubicBezTo>
                  <a:pt x="1232" y="1659"/>
                  <a:pt x="1245" y="1664"/>
                  <a:pt x="1260" y="1654"/>
                </a:cubicBezTo>
                <a:cubicBezTo>
                  <a:pt x="1316" y="1636"/>
                  <a:pt x="1331" y="1630"/>
                  <a:pt x="1345" y="1625"/>
                </a:cubicBezTo>
                <a:cubicBezTo>
                  <a:pt x="1412" y="1587"/>
                  <a:pt x="1413" y="1587"/>
                  <a:pt x="1413" y="1586"/>
                </a:cubicBezTo>
                <a:close/>
                <a:moveTo>
                  <a:pt x="885" y="1554"/>
                </a:moveTo>
                <a:cubicBezTo>
                  <a:pt x="890" y="1553"/>
                  <a:pt x="885" y="1557"/>
                  <a:pt x="882" y="1560"/>
                </a:cubicBezTo>
                <a:cubicBezTo>
                  <a:pt x="876" y="1561"/>
                  <a:pt x="881" y="1556"/>
                  <a:pt x="885" y="1554"/>
                </a:cubicBezTo>
                <a:close/>
                <a:moveTo>
                  <a:pt x="230" y="1635"/>
                </a:moveTo>
                <a:cubicBezTo>
                  <a:pt x="229" y="1638"/>
                  <a:pt x="228" y="1641"/>
                  <a:pt x="226" y="1644"/>
                </a:cubicBezTo>
                <a:cubicBezTo>
                  <a:pt x="219" y="1647"/>
                  <a:pt x="226" y="1636"/>
                  <a:pt x="230" y="1635"/>
                </a:cubicBezTo>
                <a:close/>
                <a:moveTo>
                  <a:pt x="45" y="2000"/>
                </a:moveTo>
                <a:cubicBezTo>
                  <a:pt x="37" y="2007"/>
                  <a:pt x="30" y="2015"/>
                  <a:pt x="26" y="2023"/>
                </a:cubicBezTo>
                <a:cubicBezTo>
                  <a:pt x="5" y="2034"/>
                  <a:pt x="15" y="2026"/>
                  <a:pt x="15" y="2017"/>
                </a:cubicBezTo>
                <a:cubicBezTo>
                  <a:pt x="41" y="1976"/>
                  <a:pt x="44" y="1972"/>
                  <a:pt x="41" y="1968"/>
                </a:cubicBezTo>
                <a:cubicBezTo>
                  <a:pt x="65" y="1913"/>
                  <a:pt x="75" y="1910"/>
                  <a:pt x="72" y="1905"/>
                </a:cubicBezTo>
                <a:cubicBezTo>
                  <a:pt x="95" y="1863"/>
                  <a:pt x="95" y="1856"/>
                  <a:pt x="98" y="1850"/>
                </a:cubicBezTo>
                <a:cubicBezTo>
                  <a:pt x="112" y="1826"/>
                  <a:pt x="110" y="1821"/>
                  <a:pt x="119" y="1818"/>
                </a:cubicBezTo>
                <a:cubicBezTo>
                  <a:pt x="138" y="1776"/>
                  <a:pt x="148" y="1760"/>
                  <a:pt x="152" y="1743"/>
                </a:cubicBezTo>
                <a:cubicBezTo>
                  <a:pt x="171" y="1710"/>
                  <a:pt x="179" y="1703"/>
                  <a:pt x="183" y="1694"/>
                </a:cubicBezTo>
                <a:cubicBezTo>
                  <a:pt x="217" y="1664"/>
                  <a:pt x="212" y="1666"/>
                  <a:pt x="215" y="1669"/>
                </a:cubicBezTo>
                <a:cubicBezTo>
                  <a:pt x="204" y="1692"/>
                  <a:pt x="203" y="1696"/>
                  <a:pt x="204" y="1701"/>
                </a:cubicBezTo>
                <a:cubicBezTo>
                  <a:pt x="195" y="1723"/>
                  <a:pt x="195" y="1724"/>
                  <a:pt x="196" y="1724"/>
                </a:cubicBezTo>
                <a:cubicBezTo>
                  <a:pt x="166" y="1784"/>
                  <a:pt x="168" y="1793"/>
                  <a:pt x="160" y="1801"/>
                </a:cubicBezTo>
                <a:cubicBezTo>
                  <a:pt x="146" y="1834"/>
                  <a:pt x="137" y="1841"/>
                  <a:pt x="137" y="1850"/>
                </a:cubicBezTo>
                <a:cubicBezTo>
                  <a:pt x="121" y="1886"/>
                  <a:pt x="117" y="1894"/>
                  <a:pt x="113" y="1902"/>
                </a:cubicBezTo>
                <a:cubicBezTo>
                  <a:pt x="94" y="1930"/>
                  <a:pt x="88" y="1934"/>
                  <a:pt x="89" y="1939"/>
                </a:cubicBezTo>
                <a:cubicBezTo>
                  <a:pt x="62" y="1985"/>
                  <a:pt x="45" y="1991"/>
                  <a:pt x="45" y="2000"/>
                </a:cubicBezTo>
                <a:close/>
                <a:moveTo>
                  <a:pt x="229" y="1850"/>
                </a:moveTo>
                <a:cubicBezTo>
                  <a:pt x="228" y="1851"/>
                  <a:pt x="227" y="1853"/>
                  <a:pt x="224" y="1855"/>
                </a:cubicBezTo>
                <a:cubicBezTo>
                  <a:pt x="198" y="1885"/>
                  <a:pt x="194" y="1894"/>
                  <a:pt x="186" y="1902"/>
                </a:cubicBezTo>
                <a:cubicBezTo>
                  <a:pt x="198" y="1867"/>
                  <a:pt x="207" y="1865"/>
                  <a:pt x="204" y="1861"/>
                </a:cubicBezTo>
                <a:cubicBezTo>
                  <a:pt x="228" y="1817"/>
                  <a:pt x="233" y="1810"/>
                  <a:pt x="234" y="1803"/>
                </a:cubicBezTo>
                <a:cubicBezTo>
                  <a:pt x="266" y="1737"/>
                  <a:pt x="268" y="1729"/>
                  <a:pt x="271" y="1723"/>
                </a:cubicBezTo>
                <a:cubicBezTo>
                  <a:pt x="276" y="1715"/>
                  <a:pt x="275" y="1709"/>
                  <a:pt x="283" y="1704"/>
                </a:cubicBezTo>
                <a:cubicBezTo>
                  <a:pt x="320" y="1641"/>
                  <a:pt x="333" y="1614"/>
                  <a:pt x="353" y="1590"/>
                </a:cubicBezTo>
                <a:cubicBezTo>
                  <a:pt x="370" y="1563"/>
                  <a:pt x="380" y="1558"/>
                  <a:pt x="380" y="1551"/>
                </a:cubicBezTo>
                <a:cubicBezTo>
                  <a:pt x="375" y="1567"/>
                  <a:pt x="378" y="1576"/>
                  <a:pt x="373" y="1583"/>
                </a:cubicBezTo>
                <a:cubicBezTo>
                  <a:pt x="361" y="1612"/>
                  <a:pt x="354" y="1619"/>
                  <a:pt x="350" y="1627"/>
                </a:cubicBezTo>
                <a:cubicBezTo>
                  <a:pt x="327" y="1680"/>
                  <a:pt x="320" y="1686"/>
                  <a:pt x="318" y="1694"/>
                </a:cubicBezTo>
                <a:cubicBezTo>
                  <a:pt x="303" y="1745"/>
                  <a:pt x="284" y="1746"/>
                  <a:pt x="291" y="1751"/>
                </a:cubicBezTo>
                <a:cubicBezTo>
                  <a:pt x="272" y="1791"/>
                  <a:pt x="262" y="1798"/>
                  <a:pt x="261" y="1806"/>
                </a:cubicBezTo>
                <a:cubicBezTo>
                  <a:pt x="231" y="1846"/>
                  <a:pt x="230" y="1848"/>
                  <a:pt x="229" y="1850"/>
                </a:cubicBezTo>
                <a:close/>
                <a:moveTo>
                  <a:pt x="385" y="1792"/>
                </a:moveTo>
                <a:cubicBezTo>
                  <a:pt x="384" y="1783"/>
                  <a:pt x="399" y="1782"/>
                  <a:pt x="403" y="1783"/>
                </a:cubicBezTo>
                <a:cubicBezTo>
                  <a:pt x="404" y="1793"/>
                  <a:pt x="391" y="1784"/>
                  <a:pt x="385" y="1792"/>
                </a:cubicBezTo>
                <a:close/>
                <a:moveTo>
                  <a:pt x="431" y="1793"/>
                </a:moveTo>
                <a:cubicBezTo>
                  <a:pt x="436" y="1792"/>
                  <a:pt x="431" y="1799"/>
                  <a:pt x="428" y="1795"/>
                </a:cubicBezTo>
                <a:cubicBezTo>
                  <a:pt x="424" y="1798"/>
                  <a:pt x="421" y="1795"/>
                  <a:pt x="417" y="1799"/>
                </a:cubicBezTo>
                <a:cubicBezTo>
                  <a:pt x="408" y="1797"/>
                  <a:pt x="427" y="1792"/>
                  <a:pt x="431" y="1793"/>
                </a:cubicBezTo>
                <a:close/>
                <a:moveTo>
                  <a:pt x="583" y="1697"/>
                </a:moveTo>
                <a:cubicBezTo>
                  <a:pt x="586" y="1711"/>
                  <a:pt x="568" y="1700"/>
                  <a:pt x="560" y="1710"/>
                </a:cubicBezTo>
                <a:cubicBezTo>
                  <a:pt x="561" y="1696"/>
                  <a:pt x="575" y="1708"/>
                  <a:pt x="583" y="1697"/>
                </a:cubicBezTo>
                <a:close/>
                <a:moveTo>
                  <a:pt x="642" y="1707"/>
                </a:moveTo>
                <a:cubicBezTo>
                  <a:pt x="646" y="1712"/>
                  <a:pt x="653" y="1707"/>
                  <a:pt x="658" y="1710"/>
                </a:cubicBezTo>
                <a:cubicBezTo>
                  <a:pt x="713" y="1718"/>
                  <a:pt x="725" y="1710"/>
                  <a:pt x="734" y="1715"/>
                </a:cubicBezTo>
                <a:cubicBezTo>
                  <a:pt x="772" y="1721"/>
                  <a:pt x="782" y="1717"/>
                  <a:pt x="791" y="1723"/>
                </a:cubicBezTo>
                <a:cubicBezTo>
                  <a:pt x="834" y="1729"/>
                  <a:pt x="845" y="1727"/>
                  <a:pt x="854" y="1732"/>
                </a:cubicBezTo>
                <a:cubicBezTo>
                  <a:pt x="904" y="1738"/>
                  <a:pt x="907" y="1744"/>
                  <a:pt x="912" y="1745"/>
                </a:cubicBezTo>
                <a:cubicBezTo>
                  <a:pt x="932" y="1753"/>
                  <a:pt x="938" y="1749"/>
                  <a:pt x="942" y="1753"/>
                </a:cubicBezTo>
                <a:cubicBezTo>
                  <a:pt x="1062" y="1787"/>
                  <a:pt x="1067" y="1788"/>
                  <a:pt x="1072" y="1791"/>
                </a:cubicBezTo>
                <a:cubicBezTo>
                  <a:pt x="1107" y="1789"/>
                  <a:pt x="1109" y="1802"/>
                  <a:pt x="1115" y="1797"/>
                </a:cubicBezTo>
                <a:cubicBezTo>
                  <a:pt x="1123" y="1795"/>
                  <a:pt x="1116" y="1806"/>
                  <a:pt x="1112" y="1803"/>
                </a:cubicBezTo>
                <a:cubicBezTo>
                  <a:pt x="1065" y="1804"/>
                  <a:pt x="1062" y="1802"/>
                  <a:pt x="1060" y="1799"/>
                </a:cubicBezTo>
                <a:cubicBezTo>
                  <a:pt x="1029" y="1804"/>
                  <a:pt x="1021" y="1793"/>
                  <a:pt x="1010" y="1798"/>
                </a:cubicBezTo>
                <a:cubicBezTo>
                  <a:pt x="972" y="1793"/>
                  <a:pt x="964" y="1785"/>
                  <a:pt x="954" y="1787"/>
                </a:cubicBezTo>
                <a:cubicBezTo>
                  <a:pt x="897" y="1767"/>
                  <a:pt x="890" y="1778"/>
                  <a:pt x="886" y="1769"/>
                </a:cubicBezTo>
                <a:cubicBezTo>
                  <a:pt x="832" y="1761"/>
                  <a:pt x="828" y="1760"/>
                  <a:pt x="824" y="1759"/>
                </a:cubicBezTo>
                <a:cubicBezTo>
                  <a:pt x="769" y="1746"/>
                  <a:pt x="764" y="1748"/>
                  <a:pt x="759" y="1747"/>
                </a:cubicBezTo>
                <a:cubicBezTo>
                  <a:pt x="709" y="1735"/>
                  <a:pt x="699" y="1737"/>
                  <a:pt x="692" y="1729"/>
                </a:cubicBezTo>
                <a:cubicBezTo>
                  <a:pt x="608" y="1731"/>
                  <a:pt x="600" y="1727"/>
                  <a:pt x="589" y="1732"/>
                </a:cubicBezTo>
                <a:cubicBezTo>
                  <a:pt x="527" y="1725"/>
                  <a:pt x="529" y="1724"/>
                  <a:pt x="530" y="1723"/>
                </a:cubicBezTo>
                <a:cubicBezTo>
                  <a:pt x="578" y="1715"/>
                  <a:pt x="590" y="1713"/>
                  <a:pt x="602" y="1716"/>
                </a:cubicBezTo>
                <a:close/>
                <a:moveTo>
                  <a:pt x="599" y="1690"/>
                </a:moveTo>
                <a:cubicBezTo>
                  <a:pt x="601" y="1681"/>
                  <a:pt x="618" y="1685"/>
                  <a:pt x="627" y="1675"/>
                </a:cubicBezTo>
                <a:cubicBezTo>
                  <a:pt x="625" y="1685"/>
                  <a:pt x="607" y="1687"/>
                  <a:pt x="599" y="1690"/>
                </a:cubicBezTo>
                <a:close/>
                <a:moveTo>
                  <a:pt x="645" y="1659"/>
                </a:moveTo>
                <a:cubicBezTo>
                  <a:pt x="642" y="1653"/>
                  <a:pt x="656" y="1650"/>
                  <a:pt x="660" y="1646"/>
                </a:cubicBezTo>
                <a:cubicBezTo>
                  <a:pt x="664" y="1657"/>
                  <a:pt x="652" y="1652"/>
                  <a:pt x="645" y="1659"/>
                </a:cubicBezTo>
                <a:close/>
                <a:moveTo>
                  <a:pt x="756" y="1654"/>
                </a:moveTo>
                <a:cubicBezTo>
                  <a:pt x="750" y="1652"/>
                  <a:pt x="742" y="1655"/>
                  <a:pt x="736" y="1654"/>
                </a:cubicBezTo>
                <a:cubicBezTo>
                  <a:pt x="735" y="1645"/>
                  <a:pt x="748" y="1653"/>
                  <a:pt x="753" y="1649"/>
                </a:cubicBezTo>
                <a:cubicBezTo>
                  <a:pt x="760" y="1651"/>
                  <a:pt x="767" y="1650"/>
                  <a:pt x="774" y="1649"/>
                </a:cubicBezTo>
                <a:cubicBezTo>
                  <a:pt x="775" y="1659"/>
                  <a:pt x="762" y="1650"/>
                  <a:pt x="756" y="1654"/>
                </a:cubicBezTo>
                <a:close/>
                <a:moveTo>
                  <a:pt x="2401" y="2005"/>
                </a:moveTo>
                <a:cubicBezTo>
                  <a:pt x="2408" y="1993"/>
                  <a:pt x="2402" y="1977"/>
                  <a:pt x="2411" y="1965"/>
                </a:cubicBezTo>
                <a:cubicBezTo>
                  <a:pt x="2409" y="1949"/>
                  <a:pt x="2415" y="1936"/>
                  <a:pt x="2415" y="1921"/>
                </a:cubicBezTo>
                <a:cubicBezTo>
                  <a:pt x="2418" y="1915"/>
                  <a:pt x="2412" y="1906"/>
                  <a:pt x="2418" y="1900"/>
                </a:cubicBezTo>
                <a:cubicBezTo>
                  <a:pt x="2415" y="1892"/>
                  <a:pt x="2420" y="1885"/>
                  <a:pt x="2415" y="1876"/>
                </a:cubicBezTo>
                <a:cubicBezTo>
                  <a:pt x="2419" y="1870"/>
                  <a:pt x="2409" y="1859"/>
                  <a:pt x="2414" y="1854"/>
                </a:cubicBezTo>
                <a:cubicBezTo>
                  <a:pt x="2413" y="1852"/>
                  <a:pt x="2412" y="1851"/>
                  <a:pt x="2412" y="1850"/>
                </a:cubicBezTo>
                <a:cubicBezTo>
                  <a:pt x="2408" y="1842"/>
                  <a:pt x="2411" y="1836"/>
                  <a:pt x="2408" y="1828"/>
                </a:cubicBezTo>
                <a:cubicBezTo>
                  <a:pt x="2403" y="1830"/>
                  <a:pt x="2407" y="1823"/>
                  <a:pt x="2403" y="1824"/>
                </a:cubicBezTo>
                <a:cubicBezTo>
                  <a:pt x="2398" y="1820"/>
                  <a:pt x="2406" y="1811"/>
                  <a:pt x="2397" y="1813"/>
                </a:cubicBezTo>
                <a:cubicBezTo>
                  <a:pt x="2400" y="1825"/>
                  <a:pt x="2402" y="1838"/>
                  <a:pt x="2404" y="1850"/>
                </a:cubicBezTo>
                <a:cubicBezTo>
                  <a:pt x="2408" y="1872"/>
                  <a:pt x="2409" y="1894"/>
                  <a:pt x="2405" y="1913"/>
                </a:cubicBezTo>
                <a:cubicBezTo>
                  <a:pt x="2408" y="1930"/>
                  <a:pt x="2398" y="1943"/>
                  <a:pt x="2402" y="1960"/>
                </a:cubicBezTo>
                <a:cubicBezTo>
                  <a:pt x="2399" y="1967"/>
                  <a:pt x="2399" y="1975"/>
                  <a:pt x="2396" y="1982"/>
                </a:cubicBezTo>
                <a:cubicBezTo>
                  <a:pt x="2399" y="1987"/>
                  <a:pt x="2391" y="1989"/>
                  <a:pt x="2396" y="1995"/>
                </a:cubicBezTo>
                <a:cubicBezTo>
                  <a:pt x="2385" y="1995"/>
                  <a:pt x="2399" y="2005"/>
                  <a:pt x="2392" y="2007"/>
                </a:cubicBezTo>
                <a:cubicBezTo>
                  <a:pt x="2388" y="2013"/>
                  <a:pt x="2394" y="2023"/>
                  <a:pt x="2387" y="2029"/>
                </a:cubicBezTo>
                <a:cubicBezTo>
                  <a:pt x="2390" y="2038"/>
                  <a:pt x="2385" y="2044"/>
                  <a:pt x="2385" y="2052"/>
                </a:cubicBezTo>
                <a:cubicBezTo>
                  <a:pt x="2383" y="2055"/>
                  <a:pt x="2382" y="2058"/>
                  <a:pt x="2384" y="2062"/>
                </a:cubicBezTo>
                <a:cubicBezTo>
                  <a:pt x="2376" y="2064"/>
                  <a:pt x="2382" y="2070"/>
                  <a:pt x="2380" y="2074"/>
                </a:cubicBezTo>
                <a:cubicBezTo>
                  <a:pt x="2377" y="2082"/>
                  <a:pt x="2375" y="2090"/>
                  <a:pt x="2372" y="2097"/>
                </a:cubicBezTo>
                <a:cubicBezTo>
                  <a:pt x="2371" y="2105"/>
                  <a:pt x="2369" y="2112"/>
                  <a:pt x="2367" y="2119"/>
                </a:cubicBezTo>
                <a:cubicBezTo>
                  <a:pt x="2370" y="2125"/>
                  <a:pt x="2361" y="2126"/>
                  <a:pt x="2363" y="2131"/>
                </a:cubicBezTo>
                <a:cubicBezTo>
                  <a:pt x="2363" y="2135"/>
                  <a:pt x="2362" y="2139"/>
                  <a:pt x="2359" y="2142"/>
                </a:cubicBezTo>
                <a:cubicBezTo>
                  <a:pt x="2362" y="2150"/>
                  <a:pt x="2354" y="2154"/>
                  <a:pt x="2353" y="2161"/>
                </a:cubicBezTo>
                <a:cubicBezTo>
                  <a:pt x="2365" y="2161"/>
                  <a:pt x="2365" y="2161"/>
                  <a:pt x="2365" y="2161"/>
                </a:cubicBezTo>
                <a:cubicBezTo>
                  <a:pt x="2368" y="2151"/>
                  <a:pt x="2373" y="2141"/>
                  <a:pt x="2376" y="2131"/>
                </a:cubicBezTo>
                <a:cubicBezTo>
                  <a:pt x="2378" y="2116"/>
                  <a:pt x="2384" y="2103"/>
                  <a:pt x="2384" y="2088"/>
                </a:cubicBezTo>
                <a:cubicBezTo>
                  <a:pt x="2391" y="2076"/>
                  <a:pt x="2392" y="2062"/>
                  <a:pt x="2397" y="2049"/>
                </a:cubicBezTo>
                <a:cubicBezTo>
                  <a:pt x="2398" y="2035"/>
                  <a:pt x="2403" y="2021"/>
                  <a:pt x="2401" y="2005"/>
                </a:cubicBezTo>
                <a:close/>
                <a:moveTo>
                  <a:pt x="1848" y="2083"/>
                </a:moveTo>
                <a:cubicBezTo>
                  <a:pt x="1837" y="2071"/>
                  <a:pt x="1827" y="2058"/>
                  <a:pt x="1815" y="2048"/>
                </a:cubicBezTo>
                <a:cubicBezTo>
                  <a:pt x="1743" y="1977"/>
                  <a:pt x="1737" y="1972"/>
                  <a:pt x="1733" y="1965"/>
                </a:cubicBezTo>
                <a:cubicBezTo>
                  <a:pt x="1666" y="1891"/>
                  <a:pt x="1651" y="1871"/>
                  <a:pt x="1636" y="1850"/>
                </a:cubicBezTo>
                <a:cubicBezTo>
                  <a:pt x="1576" y="1734"/>
                  <a:pt x="1570" y="1734"/>
                  <a:pt x="1568" y="1730"/>
                </a:cubicBezTo>
                <a:cubicBezTo>
                  <a:pt x="1563" y="1714"/>
                  <a:pt x="1566" y="1709"/>
                  <a:pt x="1562" y="1710"/>
                </a:cubicBezTo>
                <a:cubicBezTo>
                  <a:pt x="1560" y="1694"/>
                  <a:pt x="1559" y="1690"/>
                  <a:pt x="1557" y="1687"/>
                </a:cubicBezTo>
                <a:cubicBezTo>
                  <a:pt x="1558" y="1700"/>
                  <a:pt x="1552" y="1702"/>
                  <a:pt x="1558" y="1709"/>
                </a:cubicBezTo>
                <a:cubicBezTo>
                  <a:pt x="1561" y="1727"/>
                  <a:pt x="1562" y="1732"/>
                  <a:pt x="1566" y="1737"/>
                </a:cubicBezTo>
                <a:cubicBezTo>
                  <a:pt x="1608" y="1833"/>
                  <a:pt x="1615" y="1842"/>
                  <a:pt x="1617" y="1850"/>
                </a:cubicBezTo>
                <a:cubicBezTo>
                  <a:pt x="1630" y="1877"/>
                  <a:pt x="1634" y="1884"/>
                  <a:pt x="1637" y="1883"/>
                </a:cubicBezTo>
                <a:cubicBezTo>
                  <a:pt x="1687" y="1963"/>
                  <a:pt x="1705" y="1985"/>
                  <a:pt x="1727" y="2013"/>
                </a:cubicBezTo>
                <a:cubicBezTo>
                  <a:pt x="1767" y="2045"/>
                  <a:pt x="1770" y="2058"/>
                  <a:pt x="1776" y="2060"/>
                </a:cubicBezTo>
                <a:cubicBezTo>
                  <a:pt x="1861" y="2152"/>
                  <a:pt x="1866" y="2156"/>
                  <a:pt x="1871" y="2161"/>
                </a:cubicBezTo>
                <a:cubicBezTo>
                  <a:pt x="1865" y="2152"/>
                  <a:pt x="1861" y="2136"/>
                  <a:pt x="1853" y="2132"/>
                </a:cubicBezTo>
                <a:cubicBezTo>
                  <a:pt x="1790" y="2069"/>
                  <a:pt x="1789" y="2056"/>
                  <a:pt x="1784" y="2057"/>
                </a:cubicBezTo>
                <a:cubicBezTo>
                  <a:pt x="1762" y="2030"/>
                  <a:pt x="1757" y="2034"/>
                  <a:pt x="1755" y="2025"/>
                </a:cubicBezTo>
                <a:cubicBezTo>
                  <a:pt x="1720" y="1996"/>
                  <a:pt x="1720" y="1984"/>
                  <a:pt x="1714" y="1987"/>
                </a:cubicBezTo>
                <a:cubicBezTo>
                  <a:pt x="1638" y="1877"/>
                  <a:pt x="1634" y="1870"/>
                  <a:pt x="1631" y="1864"/>
                </a:cubicBezTo>
                <a:cubicBezTo>
                  <a:pt x="1677" y="1921"/>
                  <a:pt x="1680" y="1927"/>
                  <a:pt x="1685" y="1927"/>
                </a:cubicBezTo>
                <a:cubicBezTo>
                  <a:pt x="1708" y="1953"/>
                  <a:pt x="1709" y="1963"/>
                  <a:pt x="1714" y="1961"/>
                </a:cubicBezTo>
                <a:cubicBezTo>
                  <a:pt x="1783" y="2035"/>
                  <a:pt x="1790" y="2043"/>
                  <a:pt x="1798" y="2046"/>
                </a:cubicBezTo>
                <a:cubicBezTo>
                  <a:pt x="1845" y="2089"/>
                  <a:pt x="1846" y="2102"/>
                  <a:pt x="1851" y="2101"/>
                </a:cubicBezTo>
                <a:cubicBezTo>
                  <a:pt x="1873" y="2132"/>
                  <a:pt x="1878" y="2128"/>
                  <a:pt x="1880" y="2135"/>
                </a:cubicBezTo>
                <a:cubicBezTo>
                  <a:pt x="1905" y="2147"/>
                  <a:pt x="1893" y="2133"/>
                  <a:pt x="1882" y="2118"/>
                </a:cubicBezTo>
                <a:close/>
                <a:moveTo>
                  <a:pt x="2436" y="1972"/>
                </a:moveTo>
                <a:cubicBezTo>
                  <a:pt x="2431" y="1958"/>
                  <a:pt x="2436" y="1947"/>
                  <a:pt x="2434" y="1934"/>
                </a:cubicBezTo>
                <a:cubicBezTo>
                  <a:pt x="2431" y="1920"/>
                  <a:pt x="2431" y="1907"/>
                  <a:pt x="2431" y="1894"/>
                </a:cubicBezTo>
                <a:cubicBezTo>
                  <a:pt x="2429" y="1879"/>
                  <a:pt x="2427" y="1865"/>
                  <a:pt x="2423" y="1850"/>
                </a:cubicBezTo>
                <a:cubicBezTo>
                  <a:pt x="2421" y="1837"/>
                  <a:pt x="2418" y="1825"/>
                  <a:pt x="2413" y="1812"/>
                </a:cubicBezTo>
                <a:cubicBezTo>
                  <a:pt x="2409" y="1804"/>
                  <a:pt x="2405" y="1795"/>
                  <a:pt x="2400" y="1786"/>
                </a:cubicBezTo>
                <a:cubicBezTo>
                  <a:pt x="2387" y="1789"/>
                  <a:pt x="2409" y="1804"/>
                  <a:pt x="2401" y="1808"/>
                </a:cubicBezTo>
                <a:cubicBezTo>
                  <a:pt x="2410" y="1815"/>
                  <a:pt x="2407" y="1821"/>
                  <a:pt x="2413" y="1832"/>
                </a:cubicBezTo>
                <a:cubicBezTo>
                  <a:pt x="2413" y="1838"/>
                  <a:pt x="2414" y="1843"/>
                  <a:pt x="2415" y="1850"/>
                </a:cubicBezTo>
                <a:cubicBezTo>
                  <a:pt x="2415" y="1853"/>
                  <a:pt x="2416" y="1856"/>
                  <a:pt x="2417" y="1859"/>
                </a:cubicBezTo>
                <a:cubicBezTo>
                  <a:pt x="2421" y="1865"/>
                  <a:pt x="2415" y="1867"/>
                  <a:pt x="2420" y="1873"/>
                </a:cubicBezTo>
                <a:cubicBezTo>
                  <a:pt x="2412" y="1875"/>
                  <a:pt x="2428" y="1885"/>
                  <a:pt x="2420" y="1886"/>
                </a:cubicBezTo>
                <a:cubicBezTo>
                  <a:pt x="2421" y="1895"/>
                  <a:pt x="2422" y="1904"/>
                  <a:pt x="2424" y="1913"/>
                </a:cubicBezTo>
                <a:cubicBezTo>
                  <a:pt x="2425" y="1918"/>
                  <a:pt x="2423" y="1922"/>
                  <a:pt x="2424" y="1926"/>
                </a:cubicBezTo>
                <a:cubicBezTo>
                  <a:pt x="2421" y="1930"/>
                  <a:pt x="2428" y="1937"/>
                  <a:pt x="2424" y="1939"/>
                </a:cubicBezTo>
                <a:cubicBezTo>
                  <a:pt x="2428" y="1976"/>
                  <a:pt x="2427" y="2011"/>
                  <a:pt x="2424" y="2046"/>
                </a:cubicBezTo>
                <a:cubicBezTo>
                  <a:pt x="2418" y="2061"/>
                  <a:pt x="2419" y="2079"/>
                  <a:pt x="2412" y="2094"/>
                </a:cubicBezTo>
                <a:cubicBezTo>
                  <a:pt x="2415" y="2099"/>
                  <a:pt x="2407" y="2100"/>
                  <a:pt x="2412" y="2107"/>
                </a:cubicBezTo>
                <a:cubicBezTo>
                  <a:pt x="2411" y="2110"/>
                  <a:pt x="2410" y="2114"/>
                  <a:pt x="2408" y="2118"/>
                </a:cubicBezTo>
                <a:cubicBezTo>
                  <a:pt x="2405" y="2127"/>
                  <a:pt x="2407" y="2137"/>
                  <a:pt x="2402" y="2144"/>
                </a:cubicBezTo>
                <a:cubicBezTo>
                  <a:pt x="2401" y="2150"/>
                  <a:pt x="2400" y="2155"/>
                  <a:pt x="2398" y="2161"/>
                </a:cubicBezTo>
                <a:cubicBezTo>
                  <a:pt x="2410" y="2161"/>
                  <a:pt x="2410" y="2161"/>
                  <a:pt x="2410" y="2161"/>
                </a:cubicBezTo>
                <a:cubicBezTo>
                  <a:pt x="2411" y="2159"/>
                  <a:pt x="2412" y="2157"/>
                  <a:pt x="2413" y="2155"/>
                </a:cubicBezTo>
                <a:cubicBezTo>
                  <a:pt x="2413" y="2141"/>
                  <a:pt x="2418" y="2130"/>
                  <a:pt x="2421" y="2118"/>
                </a:cubicBezTo>
                <a:cubicBezTo>
                  <a:pt x="2423" y="2107"/>
                  <a:pt x="2422" y="2094"/>
                  <a:pt x="2427" y="2083"/>
                </a:cubicBezTo>
                <a:cubicBezTo>
                  <a:pt x="2430" y="2071"/>
                  <a:pt x="2430" y="2058"/>
                  <a:pt x="2435" y="2047"/>
                </a:cubicBezTo>
                <a:cubicBezTo>
                  <a:pt x="2434" y="2041"/>
                  <a:pt x="2436" y="2036"/>
                  <a:pt x="2436" y="2030"/>
                </a:cubicBezTo>
                <a:cubicBezTo>
                  <a:pt x="2439" y="2025"/>
                  <a:pt x="2434" y="2017"/>
                  <a:pt x="2436" y="2011"/>
                </a:cubicBezTo>
                <a:cubicBezTo>
                  <a:pt x="2440" y="1999"/>
                  <a:pt x="2435" y="1985"/>
                  <a:pt x="2436" y="1972"/>
                </a:cubicBezTo>
                <a:close/>
                <a:moveTo>
                  <a:pt x="1821" y="2138"/>
                </a:moveTo>
                <a:cubicBezTo>
                  <a:pt x="1814" y="2138"/>
                  <a:pt x="1811" y="2128"/>
                  <a:pt x="1805" y="2127"/>
                </a:cubicBezTo>
                <a:cubicBezTo>
                  <a:pt x="1757" y="2084"/>
                  <a:pt x="1754" y="2074"/>
                  <a:pt x="1747" y="2074"/>
                </a:cubicBezTo>
                <a:cubicBezTo>
                  <a:pt x="1699" y="2031"/>
                  <a:pt x="1696" y="2022"/>
                  <a:pt x="1689" y="2022"/>
                </a:cubicBezTo>
                <a:cubicBezTo>
                  <a:pt x="1626" y="1966"/>
                  <a:pt x="1625" y="1952"/>
                  <a:pt x="1617" y="1954"/>
                </a:cubicBezTo>
                <a:cubicBezTo>
                  <a:pt x="1548" y="1868"/>
                  <a:pt x="1544" y="1859"/>
                  <a:pt x="1540" y="1850"/>
                </a:cubicBezTo>
                <a:cubicBezTo>
                  <a:pt x="1520" y="1803"/>
                  <a:pt x="1518" y="1794"/>
                  <a:pt x="1511" y="1797"/>
                </a:cubicBezTo>
                <a:cubicBezTo>
                  <a:pt x="1515" y="1820"/>
                  <a:pt x="1523" y="1829"/>
                  <a:pt x="1520" y="1834"/>
                </a:cubicBezTo>
                <a:cubicBezTo>
                  <a:pt x="1451" y="1707"/>
                  <a:pt x="1453" y="1693"/>
                  <a:pt x="1444" y="1694"/>
                </a:cubicBezTo>
                <a:cubicBezTo>
                  <a:pt x="1515" y="1844"/>
                  <a:pt x="1519" y="1846"/>
                  <a:pt x="1523" y="1850"/>
                </a:cubicBezTo>
                <a:cubicBezTo>
                  <a:pt x="1552" y="1907"/>
                  <a:pt x="1560" y="1922"/>
                  <a:pt x="1567" y="1937"/>
                </a:cubicBezTo>
                <a:cubicBezTo>
                  <a:pt x="1690" y="2114"/>
                  <a:pt x="1700" y="2123"/>
                  <a:pt x="1709" y="2135"/>
                </a:cubicBezTo>
                <a:cubicBezTo>
                  <a:pt x="1732" y="2161"/>
                  <a:pt x="1736" y="2157"/>
                  <a:pt x="1738" y="2161"/>
                </a:cubicBezTo>
                <a:cubicBezTo>
                  <a:pt x="1718" y="2123"/>
                  <a:pt x="1707" y="2120"/>
                  <a:pt x="1700" y="2104"/>
                </a:cubicBezTo>
                <a:cubicBezTo>
                  <a:pt x="1663" y="2064"/>
                  <a:pt x="1654" y="2053"/>
                  <a:pt x="1646" y="2040"/>
                </a:cubicBezTo>
                <a:cubicBezTo>
                  <a:pt x="1582" y="1936"/>
                  <a:pt x="1581" y="1927"/>
                  <a:pt x="1575" y="1927"/>
                </a:cubicBezTo>
                <a:cubicBezTo>
                  <a:pt x="1587" y="1933"/>
                  <a:pt x="1590" y="1942"/>
                  <a:pt x="1595" y="1942"/>
                </a:cubicBezTo>
                <a:cubicBezTo>
                  <a:pt x="1638" y="1987"/>
                  <a:pt x="1642" y="1992"/>
                  <a:pt x="1645" y="1998"/>
                </a:cubicBezTo>
                <a:cubicBezTo>
                  <a:pt x="1681" y="2022"/>
                  <a:pt x="1682" y="2032"/>
                  <a:pt x="1687" y="2030"/>
                </a:cubicBezTo>
                <a:cubicBezTo>
                  <a:pt x="1750" y="2098"/>
                  <a:pt x="1761" y="2092"/>
                  <a:pt x="1765" y="2104"/>
                </a:cubicBezTo>
                <a:cubicBezTo>
                  <a:pt x="1812" y="2147"/>
                  <a:pt x="1821" y="2154"/>
                  <a:pt x="1829" y="2161"/>
                </a:cubicBezTo>
                <a:cubicBezTo>
                  <a:pt x="1831" y="2144"/>
                  <a:pt x="1824" y="2146"/>
                  <a:pt x="1821" y="2138"/>
                </a:cubicBezTo>
                <a:close/>
                <a:moveTo>
                  <a:pt x="1637" y="2119"/>
                </a:moveTo>
                <a:cubicBezTo>
                  <a:pt x="1623" y="2101"/>
                  <a:pt x="1608" y="2086"/>
                  <a:pt x="1593" y="2069"/>
                </a:cubicBezTo>
                <a:cubicBezTo>
                  <a:pt x="1578" y="2052"/>
                  <a:pt x="1564" y="2032"/>
                  <a:pt x="1548" y="2017"/>
                </a:cubicBezTo>
                <a:cubicBezTo>
                  <a:pt x="1551" y="2009"/>
                  <a:pt x="1539" y="2006"/>
                  <a:pt x="1537" y="1994"/>
                </a:cubicBezTo>
                <a:cubicBezTo>
                  <a:pt x="1529" y="1991"/>
                  <a:pt x="1525" y="1976"/>
                  <a:pt x="1520" y="1966"/>
                </a:cubicBezTo>
                <a:cubicBezTo>
                  <a:pt x="1511" y="1971"/>
                  <a:pt x="1521" y="1955"/>
                  <a:pt x="1513" y="1960"/>
                </a:cubicBezTo>
                <a:cubicBezTo>
                  <a:pt x="1511" y="1955"/>
                  <a:pt x="1508" y="1949"/>
                  <a:pt x="1506" y="1944"/>
                </a:cubicBezTo>
                <a:cubicBezTo>
                  <a:pt x="1502" y="1931"/>
                  <a:pt x="1493" y="1930"/>
                  <a:pt x="1489" y="1917"/>
                </a:cubicBezTo>
                <a:cubicBezTo>
                  <a:pt x="1484" y="1909"/>
                  <a:pt x="1483" y="1902"/>
                  <a:pt x="1482" y="1895"/>
                </a:cubicBezTo>
                <a:cubicBezTo>
                  <a:pt x="1477" y="1888"/>
                  <a:pt x="1475" y="1876"/>
                  <a:pt x="1467" y="1879"/>
                </a:cubicBezTo>
                <a:cubicBezTo>
                  <a:pt x="1468" y="1884"/>
                  <a:pt x="1460" y="1885"/>
                  <a:pt x="1467" y="1892"/>
                </a:cubicBezTo>
                <a:cubicBezTo>
                  <a:pt x="1470" y="1897"/>
                  <a:pt x="1472" y="1903"/>
                  <a:pt x="1475" y="1908"/>
                </a:cubicBezTo>
                <a:cubicBezTo>
                  <a:pt x="1470" y="1908"/>
                  <a:pt x="1477" y="1922"/>
                  <a:pt x="1480" y="1918"/>
                </a:cubicBezTo>
                <a:cubicBezTo>
                  <a:pt x="1484" y="1924"/>
                  <a:pt x="1478" y="1926"/>
                  <a:pt x="1484" y="1932"/>
                </a:cubicBezTo>
                <a:cubicBezTo>
                  <a:pt x="1492" y="1939"/>
                  <a:pt x="1497" y="1953"/>
                  <a:pt x="1503" y="1965"/>
                </a:cubicBezTo>
                <a:cubicBezTo>
                  <a:pt x="1519" y="1982"/>
                  <a:pt x="1532" y="2007"/>
                  <a:pt x="1545" y="2031"/>
                </a:cubicBezTo>
                <a:cubicBezTo>
                  <a:pt x="1557" y="2038"/>
                  <a:pt x="1564" y="2058"/>
                  <a:pt x="1575" y="2065"/>
                </a:cubicBezTo>
                <a:cubicBezTo>
                  <a:pt x="1585" y="2077"/>
                  <a:pt x="1595" y="2088"/>
                  <a:pt x="1604" y="2099"/>
                </a:cubicBezTo>
                <a:cubicBezTo>
                  <a:pt x="1607" y="2110"/>
                  <a:pt x="1615" y="2107"/>
                  <a:pt x="1619" y="2115"/>
                </a:cubicBezTo>
                <a:cubicBezTo>
                  <a:pt x="1624" y="2121"/>
                  <a:pt x="1628" y="2128"/>
                  <a:pt x="1635" y="2129"/>
                </a:cubicBezTo>
                <a:cubicBezTo>
                  <a:pt x="1640" y="2135"/>
                  <a:pt x="1645" y="2140"/>
                  <a:pt x="1651" y="2141"/>
                </a:cubicBezTo>
                <a:cubicBezTo>
                  <a:pt x="1656" y="2147"/>
                  <a:pt x="1661" y="2155"/>
                  <a:pt x="1668" y="2156"/>
                </a:cubicBezTo>
                <a:cubicBezTo>
                  <a:pt x="1669" y="2157"/>
                  <a:pt x="1671" y="2159"/>
                  <a:pt x="1673" y="2161"/>
                </a:cubicBezTo>
                <a:cubicBezTo>
                  <a:pt x="1689" y="2161"/>
                  <a:pt x="1689" y="2161"/>
                  <a:pt x="1689" y="2161"/>
                </a:cubicBezTo>
                <a:cubicBezTo>
                  <a:pt x="1681" y="2156"/>
                  <a:pt x="1675" y="2145"/>
                  <a:pt x="1665" y="2144"/>
                </a:cubicBezTo>
                <a:cubicBezTo>
                  <a:pt x="1657" y="2131"/>
                  <a:pt x="1646" y="2127"/>
                  <a:pt x="1637" y="2119"/>
                </a:cubicBezTo>
                <a:close/>
                <a:moveTo>
                  <a:pt x="2161" y="2081"/>
                </a:moveTo>
                <a:cubicBezTo>
                  <a:pt x="2158" y="2077"/>
                  <a:pt x="2157" y="2073"/>
                  <a:pt x="2158" y="2070"/>
                </a:cubicBezTo>
                <a:cubicBezTo>
                  <a:pt x="2154" y="1989"/>
                  <a:pt x="2157" y="1975"/>
                  <a:pt x="2151" y="1957"/>
                </a:cubicBezTo>
                <a:cubicBezTo>
                  <a:pt x="2143" y="1854"/>
                  <a:pt x="2143" y="1852"/>
                  <a:pt x="2142" y="1850"/>
                </a:cubicBezTo>
                <a:cubicBezTo>
                  <a:pt x="2122" y="1784"/>
                  <a:pt x="2128" y="1782"/>
                  <a:pt x="2124" y="1776"/>
                </a:cubicBezTo>
                <a:cubicBezTo>
                  <a:pt x="2100" y="1714"/>
                  <a:pt x="2097" y="1705"/>
                  <a:pt x="2095" y="1697"/>
                </a:cubicBezTo>
                <a:cubicBezTo>
                  <a:pt x="2101" y="1724"/>
                  <a:pt x="2102" y="1725"/>
                  <a:pt x="2102" y="1726"/>
                </a:cubicBezTo>
                <a:cubicBezTo>
                  <a:pt x="2129" y="1819"/>
                  <a:pt x="2126" y="1827"/>
                  <a:pt x="2131" y="1837"/>
                </a:cubicBezTo>
                <a:cubicBezTo>
                  <a:pt x="2132" y="1855"/>
                  <a:pt x="2141" y="1862"/>
                  <a:pt x="2135" y="1865"/>
                </a:cubicBezTo>
                <a:cubicBezTo>
                  <a:pt x="2138" y="1931"/>
                  <a:pt x="2140" y="1935"/>
                  <a:pt x="2142" y="1939"/>
                </a:cubicBezTo>
                <a:cubicBezTo>
                  <a:pt x="2150" y="2010"/>
                  <a:pt x="2145" y="2021"/>
                  <a:pt x="2147" y="2033"/>
                </a:cubicBezTo>
                <a:cubicBezTo>
                  <a:pt x="2149" y="2123"/>
                  <a:pt x="2150" y="2136"/>
                  <a:pt x="2149" y="2149"/>
                </a:cubicBezTo>
                <a:cubicBezTo>
                  <a:pt x="2160" y="2157"/>
                  <a:pt x="2161" y="2153"/>
                  <a:pt x="2162" y="2149"/>
                </a:cubicBezTo>
                <a:cubicBezTo>
                  <a:pt x="2159" y="2097"/>
                  <a:pt x="2156" y="2088"/>
                  <a:pt x="2161" y="2081"/>
                </a:cubicBezTo>
                <a:close/>
                <a:moveTo>
                  <a:pt x="33" y="1449"/>
                </a:moveTo>
                <a:cubicBezTo>
                  <a:pt x="56" y="1462"/>
                  <a:pt x="71" y="1482"/>
                  <a:pt x="95" y="1494"/>
                </a:cubicBezTo>
                <a:cubicBezTo>
                  <a:pt x="97" y="1500"/>
                  <a:pt x="105" y="1501"/>
                  <a:pt x="110" y="1505"/>
                </a:cubicBezTo>
                <a:cubicBezTo>
                  <a:pt x="117" y="1507"/>
                  <a:pt x="116" y="1516"/>
                  <a:pt x="127" y="1514"/>
                </a:cubicBezTo>
                <a:cubicBezTo>
                  <a:pt x="134" y="1525"/>
                  <a:pt x="150" y="1528"/>
                  <a:pt x="160" y="1536"/>
                </a:cubicBezTo>
                <a:cubicBezTo>
                  <a:pt x="158" y="1527"/>
                  <a:pt x="150" y="1527"/>
                  <a:pt x="145" y="1522"/>
                </a:cubicBezTo>
                <a:cubicBezTo>
                  <a:pt x="142" y="1514"/>
                  <a:pt x="131" y="1514"/>
                  <a:pt x="127" y="1508"/>
                </a:cubicBezTo>
                <a:cubicBezTo>
                  <a:pt x="115" y="1500"/>
                  <a:pt x="103" y="1492"/>
                  <a:pt x="92" y="1483"/>
                </a:cubicBezTo>
                <a:cubicBezTo>
                  <a:pt x="81" y="1473"/>
                  <a:pt x="67" y="1466"/>
                  <a:pt x="59" y="1454"/>
                </a:cubicBezTo>
                <a:cubicBezTo>
                  <a:pt x="45" y="1448"/>
                  <a:pt x="37" y="1434"/>
                  <a:pt x="21" y="1429"/>
                </a:cubicBezTo>
                <a:cubicBezTo>
                  <a:pt x="19" y="1426"/>
                  <a:pt x="17" y="1423"/>
                  <a:pt x="12" y="1424"/>
                </a:cubicBezTo>
                <a:cubicBezTo>
                  <a:pt x="13" y="1418"/>
                  <a:pt x="8" y="1418"/>
                  <a:pt x="6" y="1415"/>
                </a:cubicBezTo>
                <a:cubicBezTo>
                  <a:pt x="4" y="1414"/>
                  <a:pt x="2" y="1413"/>
                  <a:pt x="0" y="1412"/>
                </a:cubicBezTo>
                <a:cubicBezTo>
                  <a:pt x="0" y="1427"/>
                  <a:pt x="0" y="1427"/>
                  <a:pt x="0" y="1427"/>
                </a:cubicBezTo>
                <a:cubicBezTo>
                  <a:pt x="9" y="1427"/>
                  <a:pt x="12" y="1433"/>
                  <a:pt x="18" y="1435"/>
                </a:cubicBezTo>
                <a:cubicBezTo>
                  <a:pt x="22" y="1440"/>
                  <a:pt x="30" y="1442"/>
                  <a:pt x="33" y="1449"/>
                </a:cubicBezTo>
                <a:close/>
                <a:moveTo>
                  <a:pt x="11" y="1606"/>
                </a:moveTo>
                <a:cubicBezTo>
                  <a:pt x="16" y="1604"/>
                  <a:pt x="21" y="1615"/>
                  <a:pt x="22" y="1606"/>
                </a:cubicBezTo>
                <a:cubicBezTo>
                  <a:pt x="16" y="1602"/>
                  <a:pt x="8" y="1601"/>
                  <a:pt x="0" y="1599"/>
                </a:cubicBezTo>
                <a:cubicBezTo>
                  <a:pt x="0" y="1604"/>
                  <a:pt x="0" y="1604"/>
                  <a:pt x="0" y="1604"/>
                </a:cubicBezTo>
                <a:cubicBezTo>
                  <a:pt x="3" y="1605"/>
                  <a:pt x="5" y="1608"/>
                  <a:pt x="11" y="1606"/>
                </a:cubicBezTo>
                <a:close/>
                <a:moveTo>
                  <a:pt x="2119" y="2102"/>
                </a:moveTo>
                <a:cubicBezTo>
                  <a:pt x="2125" y="2098"/>
                  <a:pt x="2116" y="2089"/>
                  <a:pt x="2121" y="2085"/>
                </a:cubicBezTo>
                <a:cubicBezTo>
                  <a:pt x="2115" y="2006"/>
                  <a:pt x="2120" y="1984"/>
                  <a:pt x="2114" y="1959"/>
                </a:cubicBezTo>
                <a:cubicBezTo>
                  <a:pt x="2119" y="1920"/>
                  <a:pt x="2112" y="1912"/>
                  <a:pt x="2114" y="1907"/>
                </a:cubicBezTo>
                <a:cubicBezTo>
                  <a:pt x="2109" y="1878"/>
                  <a:pt x="2111" y="1869"/>
                  <a:pt x="2111" y="1861"/>
                </a:cubicBezTo>
                <a:cubicBezTo>
                  <a:pt x="2104" y="1826"/>
                  <a:pt x="2110" y="1824"/>
                  <a:pt x="2106" y="1818"/>
                </a:cubicBezTo>
                <a:cubicBezTo>
                  <a:pt x="2101" y="1785"/>
                  <a:pt x="2098" y="1779"/>
                  <a:pt x="2101" y="1775"/>
                </a:cubicBezTo>
                <a:cubicBezTo>
                  <a:pt x="2089" y="1739"/>
                  <a:pt x="2087" y="1733"/>
                  <a:pt x="2084" y="1728"/>
                </a:cubicBezTo>
                <a:cubicBezTo>
                  <a:pt x="2070" y="1693"/>
                  <a:pt x="2059" y="1670"/>
                  <a:pt x="2047" y="1646"/>
                </a:cubicBezTo>
                <a:cubicBezTo>
                  <a:pt x="2025" y="1605"/>
                  <a:pt x="2014" y="1602"/>
                  <a:pt x="2016" y="1610"/>
                </a:cubicBezTo>
                <a:cubicBezTo>
                  <a:pt x="2040" y="1652"/>
                  <a:pt x="2043" y="1652"/>
                  <a:pt x="2047" y="1666"/>
                </a:cubicBezTo>
                <a:cubicBezTo>
                  <a:pt x="2064" y="1692"/>
                  <a:pt x="2065" y="1707"/>
                  <a:pt x="2073" y="1718"/>
                </a:cubicBezTo>
                <a:cubicBezTo>
                  <a:pt x="2101" y="1833"/>
                  <a:pt x="2096" y="1839"/>
                  <a:pt x="2098" y="1848"/>
                </a:cubicBezTo>
                <a:cubicBezTo>
                  <a:pt x="2102" y="1892"/>
                  <a:pt x="2102" y="1908"/>
                  <a:pt x="2104" y="1925"/>
                </a:cubicBezTo>
                <a:cubicBezTo>
                  <a:pt x="2102" y="2001"/>
                  <a:pt x="2110" y="2008"/>
                  <a:pt x="2107" y="2011"/>
                </a:cubicBezTo>
                <a:cubicBezTo>
                  <a:pt x="2106" y="2090"/>
                  <a:pt x="2110" y="2108"/>
                  <a:pt x="2111" y="2125"/>
                </a:cubicBezTo>
                <a:cubicBezTo>
                  <a:pt x="2120" y="2161"/>
                  <a:pt x="2120" y="2161"/>
                  <a:pt x="2120" y="2161"/>
                </a:cubicBezTo>
                <a:cubicBezTo>
                  <a:pt x="2117" y="2124"/>
                  <a:pt x="2124" y="2115"/>
                  <a:pt x="2119" y="2102"/>
                </a:cubicBezTo>
                <a:close/>
                <a:moveTo>
                  <a:pt x="17" y="1522"/>
                </a:moveTo>
                <a:cubicBezTo>
                  <a:pt x="18" y="1528"/>
                  <a:pt x="28" y="1525"/>
                  <a:pt x="29" y="1531"/>
                </a:cubicBezTo>
                <a:cubicBezTo>
                  <a:pt x="34" y="1532"/>
                  <a:pt x="41" y="1532"/>
                  <a:pt x="44" y="1536"/>
                </a:cubicBezTo>
                <a:cubicBezTo>
                  <a:pt x="46" y="1541"/>
                  <a:pt x="57" y="1535"/>
                  <a:pt x="58" y="1541"/>
                </a:cubicBezTo>
                <a:cubicBezTo>
                  <a:pt x="65" y="1541"/>
                  <a:pt x="67" y="1546"/>
                  <a:pt x="76" y="1544"/>
                </a:cubicBezTo>
                <a:cubicBezTo>
                  <a:pt x="77" y="1547"/>
                  <a:pt x="89" y="1554"/>
                  <a:pt x="90" y="1546"/>
                </a:cubicBezTo>
                <a:cubicBezTo>
                  <a:pt x="64" y="1540"/>
                  <a:pt x="44" y="1527"/>
                  <a:pt x="20" y="1519"/>
                </a:cubicBezTo>
                <a:cubicBezTo>
                  <a:pt x="17" y="1514"/>
                  <a:pt x="10" y="1514"/>
                  <a:pt x="5" y="1511"/>
                </a:cubicBezTo>
                <a:cubicBezTo>
                  <a:pt x="3" y="1511"/>
                  <a:pt x="2" y="1510"/>
                  <a:pt x="0" y="1509"/>
                </a:cubicBezTo>
                <a:cubicBezTo>
                  <a:pt x="0" y="1516"/>
                  <a:pt x="0" y="1516"/>
                  <a:pt x="0" y="1516"/>
                </a:cubicBezTo>
                <a:cubicBezTo>
                  <a:pt x="1" y="1516"/>
                  <a:pt x="2" y="1516"/>
                  <a:pt x="3" y="1517"/>
                </a:cubicBezTo>
                <a:cubicBezTo>
                  <a:pt x="5" y="1521"/>
                  <a:pt x="12" y="1521"/>
                  <a:pt x="17" y="1522"/>
                </a:cubicBezTo>
                <a:close/>
                <a:moveTo>
                  <a:pt x="13" y="1574"/>
                </a:moveTo>
                <a:cubicBezTo>
                  <a:pt x="18" y="1579"/>
                  <a:pt x="24" y="1583"/>
                  <a:pt x="33" y="1583"/>
                </a:cubicBezTo>
                <a:cubicBezTo>
                  <a:pt x="34" y="1585"/>
                  <a:pt x="36" y="1586"/>
                  <a:pt x="37" y="1587"/>
                </a:cubicBezTo>
                <a:cubicBezTo>
                  <a:pt x="41" y="1590"/>
                  <a:pt x="48" y="1590"/>
                  <a:pt x="54" y="1591"/>
                </a:cubicBezTo>
                <a:cubicBezTo>
                  <a:pt x="57" y="1597"/>
                  <a:pt x="68" y="1596"/>
                  <a:pt x="72" y="1602"/>
                </a:cubicBezTo>
                <a:cubicBezTo>
                  <a:pt x="81" y="1598"/>
                  <a:pt x="90" y="1610"/>
                  <a:pt x="95" y="1601"/>
                </a:cubicBezTo>
                <a:cubicBezTo>
                  <a:pt x="82" y="1602"/>
                  <a:pt x="77" y="1594"/>
                  <a:pt x="66" y="1593"/>
                </a:cubicBezTo>
                <a:cubicBezTo>
                  <a:pt x="63" y="1589"/>
                  <a:pt x="56" y="1589"/>
                  <a:pt x="51" y="1588"/>
                </a:cubicBezTo>
                <a:cubicBezTo>
                  <a:pt x="50" y="1588"/>
                  <a:pt x="50" y="1587"/>
                  <a:pt x="50" y="1587"/>
                </a:cubicBezTo>
                <a:cubicBezTo>
                  <a:pt x="46" y="1585"/>
                  <a:pt x="42" y="1583"/>
                  <a:pt x="39" y="1580"/>
                </a:cubicBezTo>
                <a:cubicBezTo>
                  <a:pt x="27" y="1579"/>
                  <a:pt x="22" y="1572"/>
                  <a:pt x="13" y="1569"/>
                </a:cubicBezTo>
                <a:cubicBezTo>
                  <a:pt x="10" y="1565"/>
                  <a:pt x="5" y="1565"/>
                  <a:pt x="0" y="1564"/>
                </a:cubicBezTo>
                <a:cubicBezTo>
                  <a:pt x="0" y="1571"/>
                  <a:pt x="0" y="1571"/>
                  <a:pt x="0" y="1571"/>
                </a:cubicBezTo>
                <a:cubicBezTo>
                  <a:pt x="1" y="1571"/>
                  <a:pt x="1" y="1571"/>
                  <a:pt x="1" y="1572"/>
                </a:cubicBezTo>
                <a:cubicBezTo>
                  <a:pt x="5" y="1573"/>
                  <a:pt x="7" y="1576"/>
                  <a:pt x="13" y="1574"/>
                </a:cubicBezTo>
                <a:close/>
                <a:moveTo>
                  <a:pt x="27" y="1336"/>
                </a:moveTo>
                <a:cubicBezTo>
                  <a:pt x="28" y="1340"/>
                  <a:pt x="30" y="1341"/>
                  <a:pt x="33" y="1342"/>
                </a:cubicBezTo>
                <a:cubicBezTo>
                  <a:pt x="35" y="1349"/>
                  <a:pt x="43" y="1349"/>
                  <a:pt x="45" y="1356"/>
                </a:cubicBezTo>
                <a:cubicBezTo>
                  <a:pt x="57" y="1360"/>
                  <a:pt x="63" y="1371"/>
                  <a:pt x="72" y="1379"/>
                </a:cubicBezTo>
                <a:cubicBezTo>
                  <a:pt x="91" y="1393"/>
                  <a:pt x="107" y="1411"/>
                  <a:pt x="122" y="1430"/>
                </a:cubicBezTo>
                <a:cubicBezTo>
                  <a:pt x="131" y="1437"/>
                  <a:pt x="136" y="1449"/>
                  <a:pt x="146" y="1455"/>
                </a:cubicBezTo>
                <a:cubicBezTo>
                  <a:pt x="146" y="1459"/>
                  <a:pt x="151" y="1458"/>
                  <a:pt x="152" y="1461"/>
                </a:cubicBezTo>
                <a:cubicBezTo>
                  <a:pt x="153" y="1464"/>
                  <a:pt x="155" y="1465"/>
                  <a:pt x="158" y="1466"/>
                </a:cubicBezTo>
                <a:cubicBezTo>
                  <a:pt x="160" y="1473"/>
                  <a:pt x="168" y="1474"/>
                  <a:pt x="170" y="1481"/>
                </a:cubicBezTo>
                <a:cubicBezTo>
                  <a:pt x="181" y="1486"/>
                  <a:pt x="186" y="1497"/>
                  <a:pt x="197" y="1503"/>
                </a:cubicBezTo>
                <a:cubicBezTo>
                  <a:pt x="199" y="1509"/>
                  <a:pt x="207" y="1510"/>
                  <a:pt x="211" y="1514"/>
                </a:cubicBezTo>
                <a:cubicBezTo>
                  <a:pt x="215" y="1519"/>
                  <a:pt x="218" y="1526"/>
                  <a:pt x="226" y="1526"/>
                </a:cubicBezTo>
                <a:cubicBezTo>
                  <a:pt x="226" y="1517"/>
                  <a:pt x="219" y="1515"/>
                  <a:pt x="214" y="1511"/>
                </a:cubicBezTo>
                <a:cubicBezTo>
                  <a:pt x="209" y="1507"/>
                  <a:pt x="207" y="1499"/>
                  <a:pt x="199" y="1497"/>
                </a:cubicBezTo>
                <a:cubicBezTo>
                  <a:pt x="195" y="1493"/>
                  <a:pt x="190" y="1489"/>
                  <a:pt x="185" y="1486"/>
                </a:cubicBezTo>
                <a:cubicBezTo>
                  <a:pt x="181" y="1480"/>
                  <a:pt x="176" y="1475"/>
                  <a:pt x="170" y="1472"/>
                </a:cubicBezTo>
                <a:cubicBezTo>
                  <a:pt x="169" y="1468"/>
                  <a:pt x="169" y="1465"/>
                  <a:pt x="164" y="1466"/>
                </a:cubicBezTo>
                <a:cubicBezTo>
                  <a:pt x="162" y="1463"/>
                  <a:pt x="161" y="1460"/>
                  <a:pt x="158" y="1458"/>
                </a:cubicBezTo>
                <a:cubicBezTo>
                  <a:pt x="154" y="1452"/>
                  <a:pt x="149" y="1447"/>
                  <a:pt x="143" y="1444"/>
                </a:cubicBezTo>
                <a:cubicBezTo>
                  <a:pt x="142" y="1440"/>
                  <a:pt x="142" y="1437"/>
                  <a:pt x="137" y="1438"/>
                </a:cubicBezTo>
                <a:cubicBezTo>
                  <a:pt x="137" y="1433"/>
                  <a:pt x="135" y="1430"/>
                  <a:pt x="131" y="1429"/>
                </a:cubicBezTo>
                <a:cubicBezTo>
                  <a:pt x="131" y="1419"/>
                  <a:pt x="121" y="1420"/>
                  <a:pt x="119" y="1412"/>
                </a:cubicBezTo>
                <a:cubicBezTo>
                  <a:pt x="102" y="1392"/>
                  <a:pt x="83" y="1375"/>
                  <a:pt x="65" y="1356"/>
                </a:cubicBezTo>
                <a:cubicBezTo>
                  <a:pt x="45" y="1338"/>
                  <a:pt x="25" y="1320"/>
                  <a:pt x="6" y="1302"/>
                </a:cubicBezTo>
                <a:cubicBezTo>
                  <a:pt x="4" y="1301"/>
                  <a:pt x="2" y="1300"/>
                  <a:pt x="0" y="1299"/>
                </a:cubicBezTo>
                <a:cubicBezTo>
                  <a:pt x="0" y="1316"/>
                  <a:pt x="0" y="1316"/>
                  <a:pt x="0" y="1316"/>
                </a:cubicBezTo>
                <a:cubicBezTo>
                  <a:pt x="7" y="1321"/>
                  <a:pt x="14" y="1326"/>
                  <a:pt x="21" y="1331"/>
                </a:cubicBezTo>
                <a:cubicBezTo>
                  <a:pt x="21" y="1334"/>
                  <a:pt x="26" y="1333"/>
                  <a:pt x="27" y="1336"/>
                </a:cubicBezTo>
                <a:close/>
                <a:moveTo>
                  <a:pt x="28" y="1371"/>
                </a:moveTo>
                <a:cubicBezTo>
                  <a:pt x="35" y="1372"/>
                  <a:pt x="35" y="1380"/>
                  <a:pt x="40" y="1382"/>
                </a:cubicBezTo>
                <a:cubicBezTo>
                  <a:pt x="38" y="1393"/>
                  <a:pt x="51" y="1388"/>
                  <a:pt x="52" y="1397"/>
                </a:cubicBezTo>
                <a:cubicBezTo>
                  <a:pt x="69" y="1412"/>
                  <a:pt x="85" y="1429"/>
                  <a:pt x="99" y="1448"/>
                </a:cubicBezTo>
                <a:cubicBezTo>
                  <a:pt x="109" y="1454"/>
                  <a:pt x="115" y="1465"/>
                  <a:pt x="123" y="1473"/>
                </a:cubicBezTo>
                <a:cubicBezTo>
                  <a:pt x="131" y="1473"/>
                  <a:pt x="128" y="1484"/>
                  <a:pt x="135" y="1484"/>
                </a:cubicBezTo>
                <a:cubicBezTo>
                  <a:pt x="138" y="1491"/>
                  <a:pt x="146" y="1490"/>
                  <a:pt x="147" y="1499"/>
                </a:cubicBezTo>
                <a:cubicBezTo>
                  <a:pt x="153" y="1500"/>
                  <a:pt x="157" y="1504"/>
                  <a:pt x="162" y="1507"/>
                </a:cubicBezTo>
                <a:cubicBezTo>
                  <a:pt x="160" y="1518"/>
                  <a:pt x="173" y="1513"/>
                  <a:pt x="174" y="1521"/>
                </a:cubicBezTo>
                <a:cubicBezTo>
                  <a:pt x="179" y="1524"/>
                  <a:pt x="182" y="1528"/>
                  <a:pt x="189" y="1529"/>
                </a:cubicBezTo>
                <a:cubicBezTo>
                  <a:pt x="189" y="1533"/>
                  <a:pt x="192" y="1534"/>
                  <a:pt x="195" y="1535"/>
                </a:cubicBezTo>
                <a:cubicBezTo>
                  <a:pt x="198" y="1535"/>
                  <a:pt x="201" y="1540"/>
                  <a:pt x="203" y="1535"/>
                </a:cubicBezTo>
                <a:cubicBezTo>
                  <a:pt x="197" y="1531"/>
                  <a:pt x="192" y="1527"/>
                  <a:pt x="188" y="1521"/>
                </a:cubicBezTo>
                <a:cubicBezTo>
                  <a:pt x="183" y="1522"/>
                  <a:pt x="183" y="1517"/>
                  <a:pt x="179" y="1515"/>
                </a:cubicBezTo>
                <a:cubicBezTo>
                  <a:pt x="179" y="1510"/>
                  <a:pt x="170" y="1513"/>
                  <a:pt x="171" y="1507"/>
                </a:cubicBezTo>
                <a:cubicBezTo>
                  <a:pt x="164" y="1503"/>
                  <a:pt x="159" y="1498"/>
                  <a:pt x="156" y="1492"/>
                </a:cubicBezTo>
                <a:cubicBezTo>
                  <a:pt x="147" y="1491"/>
                  <a:pt x="148" y="1479"/>
                  <a:pt x="138" y="1478"/>
                </a:cubicBezTo>
                <a:cubicBezTo>
                  <a:pt x="133" y="1463"/>
                  <a:pt x="117" y="1459"/>
                  <a:pt x="111" y="1444"/>
                </a:cubicBezTo>
                <a:cubicBezTo>
                  <a:pt x="99" y="1435"/>
                  <a:pt x="91" y="1422"/>
                  <a:pt x="81" y="1410"/>
                </a:cubicBezTo>
                <a:cubicBezTo>
                  <a:pt x="73" y="1398"/>
                  <a:pt x="60" y="1391"/>
                  <a:pt x="51" y="1379"/>
                </a:cubicBezTo>
                <a:cubicBezTo>
                  <a:pt x="40" y="1370"/>
                  <a:pt x="32" y="1358"/>
                  <a:pt x="22" y="1348"/>
                </a:cubicBezTo>
                <a:cubicBezTo>
                  <a:pt x="13" y="1343"/>
                  <a:pt x="7" y="1336"/>
                  <a:pt x="0" y="1329"/>
                </a:cubicBezTo>
                <a:cubicBezTo>
                  <a:pt x="0" y="1344"/>
                  <a:pt x="0" y="1344"/>
                  <a:pt x="0" y="1344"/>
                </a:cubicBezTo>
                <a:cubicBezTo>
                  <a:pt x="2" y="1346"/>
                  <a:pt x="3" y="1347"/>
                  <a:pt x="4" y="1348"/>
                </a:cubicBezTo>
                <a:cubicBezTo>
                  <a:pt x="13" y="1355"/>
                  <a:pt x="21" y="1362"/>
                  <a:pt x="28" y="1371"/>
                </a:cubicBezTo>
                <a:close/>
                <a:moveTo>
                  <a:pt x="5" y="1267"/>
                </a:moveTo>
                <a:cubicBezTo>
                  <a:pt x="4" y="1275"/>
                  <a:pt x="11" y="1275"/>
                  <a:pt x="17" y="1276"/>
                </a:cubicBezTo>
                <a:cubicBezTo>
                  <a:pt x="22" y="1284"/>
                  <a:pt x="32" y="1288"/>
                  <a:pt x="40" y="1292"/>
                </a:cubicBezTo>
                <a:cubicBezTo>
                  <a:pt x="46" y="1300"/>
                  <a:pt x="52" y="1306"/>
                  <a:pt x="58" y="1312"/>
                </a:cubicBezTo>
                <a:cubicBezTo>
                  <a:pt x="61" y="1316"/>
                  <a:pt x="63" y="1321"/>
                  <a:pt x="70" y="1321"/>
                </a:cubicBezTo>
                <a:cubicBezTo>
                  <a:pt x="70" y="1328"/>
                  <a:pt x="75" y="1330"/>
                  <a:pt x="79" y="1332"/>
                </a:cubicBezTo>
                <a:cubicBezTo>
                  <a:pt x="92" y="1347"/>
                  <a:pt x="102" y="1363"/>
                  <a:pt x="118" y="1375"/>
                </a:cubicBezTo>
                <a:cubicBezTo>
                  <a:pt x="124" y="1382"/>
                  <a:pt x="129" y="1390"/>
                  <a:pt x="136" y="1397"/>
                </a:cubicBezTo>
                <a:cubicBezTo>
                  <a:pt x="141" y="1406"/>
                  <a:pt x="149" y="1411"/>
                  <a:pt x="154" y="1420"/>
                </a:cubicBezTo>
                <a:cubicBezTo>
                  <a:pt x="158" y="1430"/>
                  <a:pt x="170" y="1431"/>
                  <a:pt x="172" y="1443"/>
                </a:cubicBezTo>
                <a:cubicBezTo>
                  <a:pt x="176" y="1445"/>
                  <a:pt x="181" y="1447"/>
                  <a:pt x="181" y="1454"/>
                </a:cubicBezTo>
                <a:cubicBezTo>
                  <a:pt x="185" y="1454"/>
                  <a:pt x="190" y="1466"/>
                  <a:pt x="193" y="1457"/>
                </a:cubicBezTo>
                <a:cubicBezTo>
                  <a:pt x="182" y="1462"/>
                  <a:pt x="190" y="1447"/>
                  <a:pt x="184" y="1448"/>
                </a:cubicBezTo>
                <a:cubicBezTo>
                  <a:pt x="182" y="1444"/>
                  <a:pt x="179" y="1441"/>
                  <a:pt x="178" y="1437"/>
                </a:cubicBezTo>
                <a:cubicBezTo>
                  <a:pt x="169" y="1433"/>
                  <a:pt x="166" y="1423"/>
                  <a:pt x="160" y="1417"/>
                </a:cubicBezTo>
                <a:cubicBezTo>
                  <a:pt x="159" y="1411"/>
                  <a:pt x="152" y="1414"/>
                  <a:pt x="154" y="1406"/>
                </a:cubicBezTo>
                <a:cubicBezTo>
                  <a:pt x="144" y="1408"/>
                  <a:pt x="149" y="1396"/>
                  <a:pt x="142" y="1397"/>
                </a:cubicBezTo>
                <a:cubicBezTo>
                  <a:pt x="141" y="1385"/>
                  <a:pt x="131" y="1383"/>
                  <a:pt x="127" y="1374"/>
                </a:cubicBezTo>
                <a:cubicBezTo>
                  <a:pt x="114" y="1362"/>
                  <a:pt x="105" y="1347"/>
                  <a:pt x="91" y="1338"/>
                </a:cubicBezTo>
                <a:cubicBezTo>
                  <a:pt x="89" y="1327"/>
                  <a:pt x="80" y="1323"/>
                  <a:pt x="73" y="1318"/>
                </a:cubicBezTo>
                <a:cubicBezTo>
                  <a:pt x="72" y="1306"/>
                  <a:pt x="60" y="1306"/>
                  <a:pt x="58" y="1295"/>
                </a:cubicBezTo>
                <a:cubicBezTo>
                  <a:pt x="45" y="1292"/>
                  <a:pt x="43" y="1279"/>
                  <a:pt x="28" y="1278"/>
                </a:cubicBezTo>
                <a:cubicBezTo>
                  <a:pt x="29" y="1270"/>
                  <a:pt x="20" y="1271"/>
                  <a:pt x="17" y="1267"/>
                </a:cubicBezTo>
                <a:cubicBezTo>
                  <a:pt x="10" y="1265"/>
                  <a:pt x="9" y="1258"/>
                  <a:pt x="2" y="1256"/>
                </a:cubicBezTo>
                <a:cubicBezTo>
                  <a:pt x="1" y="1255"/>
                  <a:pt x="1" y="1255"/>
                  <a:pt x="0" y="1255"/>
                </a:cubicBezTo>
                <a:cubicBezTo>
                  <a:pt x="0" y="1265"/>
                  <a:pt x="0" y="1265"/>
                  <a:pt x="0" y="1265"/>
                </a:cubicBezTo>
                <a:cubicBezTo>
                  <a:pt x="2" y="1265"/>
                  <a:pt x="4" y="1266"/>
                  <a:pt x="5" y="1267"/>
                </a:cubicBezTo>
                <a:close/>
                <a:moveTo>
                  <a:pt x="3825" y="1569"/>
                </a:moveTo>
                <a:cubicBezTo>
                  <a:pt x="3816" y="1562"/>
                  <a:pt x="3807" y="1560"/>
                  <a:pt x="3797" y="1562"/>
                </a:cubicBezTo>
                <a:cubicBezTo>
                  <a:pt x="3787" y="1561"/>
                  <a:pt x="3777" y="1555"/>
                  <a:pt x="3766" y="1557"/>
                </a:cubicBezTo>
                <a:cubicBezTo>
                  <a:pt x="3762" y="1555"/>
                  <a:pt x="3758" y="1552"/>
                  <a:pt x="3752" y="1556"/>
                </a:cubicBezTo>
                <a:cubicBezTo>
                  <a:pt x="3748" y="1551"/>
                  <a:pt x="3743" y="1552"/>
                  <a:pt x="3739" y="1551"/>
                </a:cubicBezTo>
                <a:cubicBezTo>
                  <a:pt x="3728" y="1553"/>
                  <a:pt x="3718" y="1550"/>
                  <a:pt x="3708" y="1546"/>
                </a:cubicBezTo>
                <a:cubicBezTo>
                  <a:pt x="3688" y="1545"/>
                  <a:pt x="3669" y="1541"/>
                  <a:pt x="3648" y="1542"/>
                </a:cubicBezTo>
                <a:cubicBezTo>
                  <a:pt x="3638" y="1539"/>
                  <a:pt x="3625" y="1548"/>
                  <a:pt x="3617" y="1541"/>
                </a:cubicBezTo>
                <a:cubicBezTo>
                  <a:pt x="3611" y="1543"/>
                  <a:pt x="3607" y="1540"/>
                  <a:pt x="3601" y="1544"/>
                </a:cubicBezTo>
                <a:cubicBezTo>
                  <a:pt x="3595" y="1547"/>
                  <a:pt x="3591" y="1538"/>
                  <a:pt x="3584" y="1544"/>
                </a:cubicBezTo>
                <a:cubicBezTo>
                  <a:pt x="3589" y="1552"/>
                  <a:pt x="3598" y="1544"/>
                  <a:pt x="3604" y="1549"/>
                </a:cubicBezTo>
                <a:cubicBezTo>
                  <a:pt x="3612" y="1549"/>
                  <a:pt x="3620" y="1549"/>
                  <a:pt x="3628" y="1548"/>
                </a:cubicBezTo>
                <a:cubicBezTo>
                  <a:pt x="3642" y="1550"/>
                  <a:pt x="3656" y="1550"/>
                  <a:pt x="3672" y="1548"/>
                </a:cubicBezTo>
                <a:cubicBezTo>
                  <a:pt x="3677" y="1557"/>
                  <a:pt x="3685" y="1551"/>
                  <a:pt x="3691" y="1556"/>
                </a:cubicBezTo>
                <a:cubicBezTo>
                  <a:pt x="3699" y="1550"/>
                  <a:pt x="3704" y="1562"/>
                  <a:pt x="3712" y="1557"/>
                </a:cubicBezTo>
                <a:cubicBezTo>
                  <a:pt x="3718" y="1559"/>
                  <a:pt x="3725" y="1560"/>
                  <a:pt x="3732" y="1562"/>
                </a:cubicBezTo>
                <a:cubicBezTo>
                  <a:pt x="3738" y="1564"/>
                  <a:pt x="3746" y="1561"/>
                  <a:pt x="3752" y="1566"/>
                </a:cubicBezTo>
                <a:cubicBezTo>
                  <a:pt x="3760" y="1560"/>
                  <a:pt x="3764" y="1575"/>
                  <a:pt x="3773" y="1567"/>
                </a:cubicBezTo>
                <a:cubicBezTo>
                  <a:pt x="3775" y="1570"/>
                  <a:pt x="3779" y="1569"/>
                  <a:pt x="3782" y="1571"/>
                </a:cubicBezTo>
                <a:cubicBezTo>
                  <a:pt x="3786" y="1568"/>
                  <a:pt x="3789" y="1572"/>
                  <a:pt x="3792" y="1572"/>
                </a:cubicBezTo>
                <a:cubicBezTo>
                  <a:pt x="3806" y="1576"/>
                  <a:pt x="3821" y="1577"/>
                  <a:pt x="3835" y="1580"/>
                </a:cubicBezTo>
                <a:cubicBezTo>
                  <a:pt x="3837" y="1580"/>
                  <a:pt x="3839" y="1580"/>
                  <a:pt x="3840" y="1580"/>
                </a:cubicBezTo>
                <a:cubicBezTo>
                  <a:pt x="3840" y="1569"/>
                  <a:pt x="3840" y="1569"/>
                  <a:pt x="3840" y="1569"/>
                </a:cubicBezTo>
                <a:cubicBezTo>
                  <a:pt x="3835" y="1568"/>
                  <a:pt x="3830" y="1567"/>
                  <a:pt x="3825" y="1569"/>
                </a:cubicBezTo>
                <a:close/>
                <a:moveTo>
                  <a:pt x="66" y="1161"/>
                </a:moveTo>
                <a:cubicBezTo>
                  <a:pt x="76" y="1163"/>
                  <a:pt x="80" y="1170"/>
                  <a:pt x="90" y="1172"/>
                </a:cubicBezTo>
                <a:cubicBezTo>
                  <a:pt x="130" y="1194"/>
                  <a:pt x="136" y="1196"/>
                  <a:pt x="142" y="1197"/>
                </a:cubicBezTo>
                <a:cubicBezTo>
                  <a:pt x="203" y="1236"/>
                  <a:pt x="209" y="1238"/>
                  <a:pt x="216" y="1239"/>
                </a:cubicBezTo>
                <a:cubicBezTo>
                  <a:pt x="270" y="1269"/>
                  <a:pt x="279" y="1275"/>
                  <a:pt x="292" y="1277"/>
                </a:cubicBezTo>
                <a:cubicBezTo>
                  <a:pt x="334" y="1289"/>
                  <a:pt x="331" y="1300"/>
                  <a:pt x="342" y="1296"/>
                </a:cubicBezTo>
                <a:cubicBezTo>
                  <a:pt x="412" y="1309"/>
                  <a:pt x="424" y="1309"/>
                  <a:pt x="435" y="1308"/>
                </a:cubicBezTo>
                <a:cubicBezTo>
                  <a:pt x="429" y="1305"/>
                  <a:pt x="396" y="1300"/>
                  <a:pt x="360" y="1296"/>
                </a:cubicBezTo>
                <a:cubicBezTo>
                  <a:pt x="314" y="1274"/>
                  <a:pt x="305" y="1273"/>
                  <a:pt x="298" y="1271"/>
                </a:cubicBezTo>
                <a:cubicBezTo>
                  <a:pt x="268" y="1253"/>
                  <a:pt x="261" y="1256"/>
                  <a:pt x="260" y="1252"/>
                </a:cubicBezTo>
                <a:cubicBezTo>
                  <a:pt x="193" y="1210"/>
                  <a:pt x="176" y="1209"/>
                  <a:pt x="168" y="1196"/>
                </a:cubicBezTo>
                <a:cubicBezTo>
                  <a:pt x="83" y="1155"/>
                  <a:pt x="76" y="1152"/>
                  <a:pt x="71" y="1147"/>
                </a:cubicBezTo>
                <a:cubicBezTo>
                  <a:pt x="140" y="1177"/>
                  <a:pt x="150" y="1176"/>
                  <a:pt x="156" y="1179"/>
                </a:cubicBezTo>
                <a:cubicBezTo>
                  <a:pt x="201" y="1206"/>
                  <a:pt x="215" y="1202"/>
                  <a:pt x="218" y="1210"/>
                </a:cubicBezTo>
                <a:cubicBezTo>
                  <a:pt x="278" y="1230"/>
                  <a:pt x="285" y="1243"/>
                  <a:pt x="303" y="1245"/>
                </a:cubicBezTo>
                <a:cubicBezTo>
                  <a:pt x="364" y="1264"/>
                  <a:pt x="384" y="1264"/>
                  <a:pt x="399" y="1269"/>
                </a:cubicBezTo>
                <a:cubicBezTo>
                  <a:pt x="485" y="1272"/>
                  <a:pt x="483" y="1270"/>
                  <a:pt x="495" y="1272"/>
                </a:cubicBezTo>
                <a:cubicBezTo>
                  <a:pt x="565" y="1259"/>
                  <a:pt x="573" y="1259"/>
                  <a:pt x="576" y="1253"/>
                </a:cubicBezTo>
                <a:cubicBezTo>
                  <a:pt x="439" y="1260"/>
                  <a:pt x="413" y="1263"/>
                  <a:pt x="396" y="1257"/>
                </a:cubicBezTo>
                <a:cubicBezTo>
                  <a:pt x="354" y="1249"/>
                  <a:pt x="344" y="1252"/>
                  <a:pt x="344" y="1247"/>
                </a:cubicBezTo>
                <a:cubicBezTo>
                  <a:pt x="309" y="1236"/>
                  <a:pt x="298" y="1236"/>
                  <a:pt x="294" y="1228"/>
                </a:cubicBezTo>
                <a:cubicBezTo>
                  <a:pt x="210" y="1194"/>
                  <a:pt x="205" y="1188"/>
                  <a:pt x="194" y="1187"/>
                </a:cubicBezTo>
                <a:cubicBezTo>
                  <a:pt x="138" y="1160"/>
                  <a:pt x="130" y="1156"/>
                  <a:pt x="124" y="1151"/>
                </a:cubicBezTo>
                <a:cubicBezTo>
                  <a:pt x="81" y="1136"/>
                  <a:pt x="64" y="1128"/>
                  <a:pt x="50" y="1118"/>
                </a:cubicBezTo>
                <a:cubicBezTo>
                  <a:pt x="0" y="1116"/>
                  <a:pt x="0" y="1116"/>
                  <a:pt x="0" y="1116"/>
                </a:cubicBezTo>
                <a:cubicBezTo>
                  <a:pt x="0" y="1130"/>
                  <a:pt x="0" y="1130"/>
                  <a:pt x="0" y="1130"/>
                </a:cubicBezTo>
                <a:close/>
                <a:moveTo>
                  <a:pt x="45" y="1130"/>
                </a:moveTo>
                <a:cubicBezTo>
                  <a:pt x="45" y="1137"/>
                  <a:pt x="35" y="1131"/>
                  <a:pt x="33" y="1130"/>
                </a:cubicBezTo>
                <a:cubicBezTo>
                  <a:pt x="35" y="1121"/>
                  <a:pt x="40" y="1133"/>
                  <a:pt x="45" y="1130"/>
                </a:cubicBezTo>
                <a:close/>
                <a:moveTo>
                  <a:pt x="3833" y="1489"/>
                </a:moveTo>
                <a:cubicBezTo>
                  <a:pt x="3825" y="1493"/>
                  <a:pt x="3818" y="1494"/>
                  <a:pt x="3812" y="1488"/>
                </a:cubicBezTo>
                <a:cubicBezTo>
                  <a:pt x="3742" y="1497"/>
                  <a:pt x="3737" y="1489"/>
                  <a:pt x="3728" y="1496"/>
                </a:cubicBezTo>
                <a:cubicBezTo>
                  <a:pt x="3675" y="1496"/>
                  <a:pt x="3676" y="1502"/>
                  <a:pt x="3666" y="1500"/>
                </a:cubicBezTo>
                <a:cubicBezTo>
                  <a:pt x="3595" y="1515"/>
                  <a:pt x="3582" y="1508"/>
                  <a:pt x="3582" y="1518"/>
                </a:cubicBezTo>
                <a:cubicBezTo>
                  <a:pt x="3657" y="1509"/>
                  <a:pt x="3660" y="1510"/>
                  <a:pt x="3663" y="1512"/>
                </a:cubicBezTo>
                <a:cubicBezTo>
                  <a:pt x="3728" y="1514"/>
                  <a:pt x="3735" y="1511"/>
                  <a:pt x="3740" y="1515"/>
                </a:cubicBezTo>
                <a:cubicBezTo>
                  <a:pt x="3764" y="1515"/>
                  <a:pt x="3762" y="1517"/>
                  <a:pt x="3770" y="1514"/>
                </a:cubicBezTo>
                <a:cubicBezTo>
                  <a:pt x="3782" y="1527"/>
                  <a:pt x="3789" y="1525"/>
                  <a:pt x="3795" y="1526"/>
                </a:cubicBezTo>
                <a:cubicBezTo>
                  <a:pt x="3840" y="1512"/>
                  <a:pt x="3840" y="1512"/>
                  <a:pt x="3840" y="1512"/>
                </a:cubicBezTo>
                <a:cubicBezTo>
                  <a:pt x="3784" y="1503"/>
                  <a:pt x="3777" y="1507"/>
                  <a:pt x="3773" y="1502"/>
                </a:cubicBezTo>
                <a:cubicBezTo>
                  <a:pt x="3766" y="1498"/>
                  <a:pt x="3768" y="1501"/>
                  <a:pt x="3772" y="1499"/>
                </a:cubicBezTo>
                <a:cubicBezTo>
                  <a:pt x="3788" y="1503"/>
                  <a:pt x="3792" y="1500"/>
                  <a:pt x="3795" y="1499"/>
                </a:cubicBezTo>
                <a:cubicBezTo>
                  <a:pt x="3824" y="1498"/>
                  <a:pt x="3829" y="1501"/>
                  <a:pt x="3834" y="1502"/>
                </a:cubicBezTo>
                <a:cubicBezTo>
                  <a:pt x="3838" y="1490"/>
                  <a:pt x="3835" y="1489"/>
                  <a:pt x="3833" y="1489"/>
                </a:cubicBezTo>
                <a:close/>
                <a:moveTo>
                  <a:pt x="66" y="1257"/>
                </a:moveTo>
                <a:cubicBezTo>
                  <a:pt x="68" y="1264"/>
                  <a:pt x="75" y="1265"/>
                  <a:pt x="78" y="1271"/>
                </a:cubicBezTo>
                <a:cubicBezTo>
                  <a:pt x="98" y="1294"/>
                  <a:pt x="102" y="1294"/>
                  <a:pt x="104" y="1297"/>
                </a:cubicBezTo>
                <a:cubicBezTo>
                  <a:pt x="116" y="1304"/>
                  <a:pt x="117" y="1308"/>
                  <a:pt x="119" y="1311"/>
                </a:cubicBezTo>
                <a:cubicBezTo>
                  <a:pt x="217" y="1393"/>
                  <a:pt x="223" y="1405"/>
                  <a:pt x="238" y="1409"/>
                </a:cubicBezTo>
                <a:cubicBezTo>
                  <a:pt x="279" y="1431"/>
                  <a:pt x="282" y="1437"/>
                  <a:pt x="291" y="1437"/>
                </a:cubicBezTo>
                <a:cubicBezTo>
                  <a:pt x="303" y="1435"/>
                  <a:pt x="293" y="1433"/>
                  <a:pt x="285" y="1428"/>
                </a:cubicBezTo>
                <a:cubicBezTo>
                  <a:pt x="204" y="1374"/>
                  <a:pt x="190" y="1370"/>
                  <a:pt x="181" y="1358"/>
                </a:cubicBezTo>
                <a:cubicBezTo>
                  <a:pt x="117" y="1297"/>
                  <a:pt x="118" y="1286"/>
                  <a:pt x="110" y="1285"/>
                </a:cubicBezTo>
                <a:cubicBezTo>
                  <a:pt x="88" y="1258"/>
                  <a:pt x="74" y="1254"/>
                  <a:pt x="65" y="1243"/>
                </a:cubicBezTo>
                <a:cubicBezTo>
                  <a:pt x="10" y="1204"/>
                  <a:pt x="6" y="1201"/>
                  <a:pt x="0" y="1199"/>
                </a:cubicBezTo>
                <a:cubicBezTo>
                  <a:pt x="32" y="1237"/>
                  <a:pt x="49" y="1247"/>
                  <a:pt x="66" y="1257"/>
                </a:cubicBezTo>
                <a:close/>
                <a:moveTo>
                  <a:pt x="3" y="1183"/>
                </a:moveTo>
                <a:cubicBezTo>
                  <a:pt x="9" y="1185"/>
                  <a:pt x="7" y="1190"/>
                  <a:pt x="15" y="1189"/>
                </a:cubicBezTo>
                <a:cubicBezTo>
                  <a:pt x="78" y="1222"/>
                  <a:pt x="81" y="1227"/>
                  <a:pt x="85" y="1230"/>
                </a:cubicBezTo>
                <a:cubicBezTo>
                  <a:pt x="116" y="1250"/>
                  <a:pt x="119" y="1255"/>
                  <a:pt x="126" y="1255"/>
                </a:cubicBezTo>
                <a:cubicBezTo>
                  <a:pt x="154" y="1289"/>
                  <a:pt x="171" y="1286"/>
                  <a:pt x="174" y="1298"/>
                </a:cubicBezTo>
                <a:cubicBezTo>
                  <a:pt x="211" y="1321"/>
                  <a:pt x="215" y="1332"/>
                  <a:pt x="227" y="1334"/>
                </a:cubicBezTo>
                <a:cubicBezTo>
                  <a:pt x="262" y="1360"/>
                  <a:pt x="270" y="1366"/>
                  <a:pt x="280" y="1370"/>
                </a:cubicBezTo>
                <a:cubicBezTo>
                  <a:pt x="327" y="1381"/>
                  <a:pt x="332" y="1388"/>
                  <a:pt x="342" y="1389"/>
                </a:cubicBezTo>
                <a:cubicBezTo>
                  <a:pt x="379" y="1386"/>
                  <a:pt x="362" y="1382"/>
                  <a:pt x="341" y="1383"/>
                </a:cubicBezTo>
                <a:cubicBezTo>
                  <a:pt x="264" y="1347"/>
                  <a:pt x="251" y="1347"/>
                  <a:pt x="247" y="1336"/>
                </a:cubicBezTo>
                <a:cubicBezTo>
                  <a:pt x="207" y="1310"/>
                  <a:pt x="191" y="1298"/>
                  <a:pt x="179" y="1283"/>
                </a:cubicBezTo>
                <a:cubicBezTo>
                  <a:pt x="147" y="1262"/>
                  <a:pt x="143" y="1252"/>
                  <a:pt x="132" y="1250"/>
                </a:cubicBezTo>
                <a:cubicBezTo>
                  <a:pt x="97" y="1221"/>
                  <a:pt x="94" y="1221"/>
                  <a:pt x="94" y="1219"/>
                </a:cubicBezTo>
                <a:cubicBezTo>
                  <a:pt x="109" y="1228"/>
                  <a:pt x="115" y="1227"/>
                  <a:pt x="117" y="1230"/>
                </a:cubicBezTo>
                <a:cubicBezTo>
                  <a:pt x="148" y="1252"/>
                  <a:pt x="153" y="1256"/>
                  <a:pt x="161" y="1257"/>
                </a:cubicBezTo>
                <a:cubicBezTo>
                  <a:pt x="206" y="1287"/>
                  <a:pt x="219" y="1293"/>
                  <a:pt x="232" y="1299"/>
                </a:cubicBezTo>
                <a:cubicBezTo>
                  <a:pt x="317" y="1344"/>
                  <a:pt x="337" y="1342"/>
                  <a:pt x="349" y="1348"/>
                </a:cubicBezTo>
                <a:cubicBezTo>
                  <a:pt x="465" y="1351"/>
                  <a:pt x="474" y="1354"/>
                  <a:pt x="477" y="1348"/>
                </a:cubicBezTo>
                <a:cubicBezTo>
                  <a:pt x="383" y="1343"/>
                  <a:pt x="365" y="1340"/>
                  <a:pt x="343" y="1340"/>
                </a:cubicBezTo>
                <a:cubicBezTo>
                  <a:pt x="290" y="1316"/>
                  <a:pt x="281" y="1319"/>
                  <a:pt x="279" y="1315"/>
                </a:cubicBezTo>
                <a:cubicBezTo>
                  <a:pt x="254" y="1296"/>
                  <a:pt x="242" y="1301"/>
                  <a:pt x="243" y="1293"/>
                </a:cubicBezTo>
                <a:cubicBezTo>
                  <a:pt x="164" y="1248"/>
                  <a:pt x="155" y="1245"/>
                  <a:pt x="149" y="1237"/>
                </a:cubicBezTo>
                <a:cubicBezTo>
                  <a:pt x="95" y="1207"/>
                  <a:pt x="88" y="1202"/>
                  <a:pt x="81" y="1196"/>
                </a:cubicBezTo>
                <a:cubicBezTo>
                  <a:pt x="4" y="1157"/>
                  <a:pt x="4" y="1153"/>
                  <a:pt x="0" y="1151"/>
                </a:cubicBezTo>
                <a:close/>
                <a:moveTo>
                  <a:pt x="70" y="1202"/>
                </a:moveTo>
                <a:cubicBezTo>
                  <a:pt x="73" y="1206"/>
                  <a:pt x="78" y="1207"/>
                  <a:pt x="82" y="1210"/>
                </a:cubicBezTo>
                <a:cubicBezTo>
                  <a:pt x="78" y="1220"/>
                  <a:pt x="75" y="1204"/>
                  <a:pt x="67" y="1208"/>
                </a:cubicBezTo>
                <a:cubicBezTo>
                  <a:pt x="64" y="1204"/>
                  <a:pt x="59" y="1202"/>
                  <a:pt x="55" y="1199"/>
                </a:cubicBezTo>
                <a:cubicBezTo>
                  <a:pt x="60" y="1190"/>
                  <a:pt x="63" y="1205"/>
                  <a:pt x="70" y="1202"/>
                </a:cubicBezTo>
                <a:close/>
                <a:moveTo>
                  <a:pt x="35" y="1185"/>
                </a:moveTo>
                <a:cubicBezTo>
                  <a:pt x="41" y="1188"/>
                  <a:pt x="46" y="1191"/>
                  <a:pt x="52" y="1194"/>
                </a:cubicBezTo>
                <a:cubicBezTo>
                  <a:pt x="50" y="1201"/>
                  <a:pt x="44" y="1187"/>
                  <a:pt x="35" y="1191"/>
                </a:cubicBezTo>
                <a:cubicBezTo>
                  <a:pt x="31" y="1185"/>
                  <a:pt x="25" y="1182"/>
                  <a:pt x="17" y="1180"/>
                </a:cubicBezTo>
                <a:cubicBezTo>
                  <a:pt x="20" y="1173"/>
                  <a:pt x="32" y="1182"/>
                  <a:pt x="35" y="1185"/>
                </a:cubicBezTo>
                <a:close/>
                <a:moveTo>
                  <a:pt x="29" y="1923"/>
                </a:moveTo>
                <a:cubicBezTo>
                  <a:pt x="24" y="1917"/>
                  <a:pt x="30" y="1914"/>
                  <a:pt x="34" y="1910"/>
                </a:cubicBezTo>
                <a:cubicBezTo>
                  <a:pt x="44" y="1877"/>
                  <a:pt x="46" y="1872"/>
                  <a:pt x="47" y="1866"/>
                </a:cubicBezTo>
                <a:cubicBezTo>
                  <a:pt x="62" y="1828"/>
                  <a:pt x="70" y="1818"/>
                  <a:pt x="74" y="1809"/>
                </a:cubicBezTo>
                <a:cubicBezTo>
                  <a:pt x="123" y="1738"/>
                  <a:pt x="116" y="1731"/>
                  <a:pt x="124" y="1727"/>
                </a:cubicBezTo>
                <a:cubicBezTo>
                  <a:pt x="146" y="1696"/>
                  <a:pt x="149" y="1692"/>
                  <a:pt x="150" y="1688"/>
                </a:cubicBezTo>
                <a:cubicBezTo>
                  <a:pt x="168" y="1656"/>
                  <a:pt x="165" y="1657"/>
                  <a:pt x="166" y="1660"/>
                </a:cubicBezTo>
                <a:cubicBezTo>
                  <a:pt x="143" y="1677"/>
                  <a:pt x="143" y="1690"/>
                  <a:pt x="139" y="1692"/>
                </a:cubicBezTo>
                <a:cubicBezTo>
                  <a:pt x="117" y="1719"/>
                  <a:pt x="117" y="1721"/>
                  <a:pt x="116" y="1723"/>
                </a:cubicBezTo>
                <a:cubicBezTo>
                  <a:pt x="73" y="1788"/>
                  <a:pt x="59" y="1797"/>
                  <a:pt x="52" y="1807"/>
                </a:cubicBezTo>
                <a:cubicBezTo>
                  <a:pt x="32" y="1842"/>
                  <a:pt x="29" y="1846"/>
                  <a:pt x="25" y="1850"/>
                </a:cubicBezTo>
                <a:cubicBezTo>
                  <a:pt x="7" y="1875"/>
                  <a:pt x="6" y="1884"/>
                  <a:pt x="0" y="1891"/>
                </a:cubicBezTo>
                <a:cubicBezTo>
                  <a:pt x="5" y="1904"/>
                  <a:pt x="3" y="1897"/>
                  <a:pt x="12" y="1893"/>
                </a:cubicBezTo>
                <a:cubicBezTo>
                  <a:pt x="35" y="1848"/>
                  <a:pt x="36" y="1847"/>
                  <a:pt x="36" y="1845"/>
                </a:cubicBezTo>
                <a:cubicBezTo>
                  <a:pt x="49" y="1838"/>
                  <a:pt x="48" y="1841"/>
                  <a:pt x="45" y="1843"/>
                </a:cubicBezTo>
                <a:cubicBezTo>
                  <a:pt x="31" y="1867"/>
                  <a:pt x="35" y="1879"/>
                  <a:pt x="26" y="1887"/>
                </a:cubicBezTo>
                <a:cubicBezTo>
                  <a:pt x="14" y="1906"/>
                  <a:pt x="22" y="1913"/>
                  <a:pt x="14" y="1916"/>
                </a:cubicBezTo>
                <a:cubicBezTo>
                  <a:pt x="0" y="1980"/>
                  <a:pt x="0" y="1980"/>
                  <a:pt x="0" y="1980"/>
                </a:cubicBezTo>
                <a:close/>
                <a:moveTo>
                  <a:pt x="1055" y="2111"/>
                </a:moveTo>
                <a:cubicBezTo>
                  <a:pt x="1052" y="2102"/>
                  <a:pt x="1048" y="2094"/>
                  <a:pt x="1043" y="2087"/>
                </a:cubicBezTo>
                <a:cubicBezTo>
                  <a:pt x="1043" y="2076"/>
                  <a:pt x="1032" y="2071"/>
                  <a:pt x="1036" y="2058"/>
                </a:cubicBezTo>
                <a:cubicBezTo>
                  <a:pt x="1029" y="2052"/>
                  <a:pt x="1031" y="2040"/>
                  <a:pt x="1028" y="2032"/>
                </a:cubicBezTo>
                <a:cubicBezTo>
                  <a:pt x="1026" y="2022"/>
                  <a:pt x="1023" y="2012"/>
                  <a:pt x="1024" y="2001"/>
                </a:cubicBezTo>
                <a:cubicBezTo>
                  <a:pt x="1020" y="1993"/>
                  <a:pt x="1020" y="1983"/>
                  <a:pt x="1023" y="1970"/>
                </a:cubicBezTo>
                <a:cubicBezTo>
                  <a:pt x="1018" y="1968"/>
                  <a:pt x="1026" y="1958"/>
                  <a:pt x="1022" y="1955"/>
                </a:cubicBezTo>
                <a:cubicBezTo>
                  <a:pt x="1021" y="1950"/>
                  <a:pt x="1029" y="1939"/>
                  <a:pt x="1023" y="1937"/>
                </a:cubicBezTo>
                <a:cubicBezTo>
                  <a:pt x="1019" y="1939"/>
                  <a:pt x="1012" y="1956"/>
                  <a:pt x="1017" y="1960"/>
                </a:cubicBezTo>
                <a:cubicBezTo>
                  <a:pt x="1016" y="1965"/>
                  <a:pt x="1016" y="1969"/>
                  <a:pt x="1017" y="1972"/>
                </a:cubicBezTo>
                <a:cubicBezTo>
                  <a:pt x="1016" y="1976"/>
                  <a:pt x="1013" y="1982"/>
                  <a:pt x="1017" y="1984"/>
                </a:cubicBezTo>
                <a:cubicBezTo>
                  <a:pt x="1016" y="2000"/>
                  <a:pt x="1018" y="2015"/>
                  <a:pt x="1020" y="2029"/>
                </a:cubicBezTo>
                <a:cubicBezTo>
                  <a:pt x="1017" y="2034"/>
                  <a:pt x="1010" y="2032"/>
                  <a:pt x="1010" y="2042"/>
                </a:cubicBezTo>
                <a:cubicBezTo>
                  <a:pt x="1015" y="2047"/>
                  <a:pt x="1011" y="2058"/>
                  <a:pt x="1014" y="2064"/>
                </a:cubicBezTo>
                <a:cubicBezTo>
                  <a:pt x="1012" y="2073"/>
                  <a:pt x="1016" y="2078"/>
                  <a:pt x="1017" y="2086"/>
                </a:cubicBezTo>
                <a:cubicBezTo>
                  <a:pt x="1020" y="2099"/>
                  <a:pt x="1020" y="2115"/>
                  <a:pt x="1027" y="2127"/>
                </a:cubicBezTo>
                <a:cubicBezTo>
                  <a:pt x="1026" y="2140"/>
                  <a:pt x="1032" y="2149"/>
                  <a:pt x="1035" y="2161"/>
                </a:cubicBezTo>
                <a:cubicBezTo>
                  <a:pt x="1046" y="2161"/>
                  <a:pt x="1046" y="2161"/>
                  <a:pt x="1046" y="2161"/>
                </a:cubicBezTo>
                <a:cubicBezTo>
                  <a:pt x="1045" y="2157"/>
                  <a:pt x="1044" y="2153"/>
                  <a:pt x="1042" y="2149"/>
                </a:cubicBezTo>
                <a:cubicBezTo>
                  <a:pt x="1042" y="2143"/>
                  <a:pt x="1038" y="2139"/>
                  <a:pt x="1037" y="2133"/>
                </a:cubicBezTo>
                <a:cubicBezTo>
                  <a:pt x="1039" y="2126"/>
                  <a:pt x="1035" y="2123"/>
                  <a:pt x="1032" y="2120"/>
                </a:cubicBezTo>
                <a:cubicBezTo>
                  <a:pt x="1033" y="2095"/>
                  <a:pt x="1020" y="2079"/>
                  <a:pt x="1022" y="2054"/>
                </a:cubicBezTo>
                <a:cubicBezTo>
                  <a:pt x="1030" y="2055"/>
                  <a:pt x="1022" y="2065"/>
                  <a:pt x="1028" y="2068"/>
                </a:cubicBezTo>
                <a:cubicBezTo>
                  <a:pt x="1031" y="2070"/>
                  <a:pt x="1031" y="2075"/>
                  <a:pt x="1030" y="2080"/>
                </a:cubicBezTo>
                <a:cubicBezTo>
                  <a:pt x="1035" y="2087"/>
                  <a:pt x="1039" y="2094"/>
                  <a:pt x="1039" y="2104"/>
                </a:cubicBezTo>
                <a:cubicBezTo>
                  <a:pt x="1050" y="2121"/>
                  <a:pt x="1057" y="2141"/>
                  <a:pt x="1065" y="2161"/>
                </a:cubicBezTo>
                <a:cubicBezTo>
                  <a:pt x="1075" y="2161"/>
                  <a:pt x="1075" y="2161"/>
                  <a:pt x="1075" y="2161"/>
                </a:cubicBezTo>
                <a:cubicBezTo>
                  <a:pt x="1075" y="2150"/>
                  <a:pt x="1068" y="2144"/>
                  <a:pt x="1067" y="2135"/>
                </a:cubicBezTo>
                <a:cubicBezTo>
                  <a:pt x="1062" y="2127"/>
                  <a:pt x="1058" y="2119"/>
                  <a:pt x="1055" y="2111"/>
                </a:cubicBezTo>
                <a:close/>
                <a:moveTo>
                  <a:pt x="1023" y="2051"/>
                </a:moveTo>
                <a:cubicBezTo>
                  <a:pt x="1014" y="2052"/>
                  <a:pt x="1020" y="2044"/>
                  <a:pt x="1020" y="2039"/>
                </a:cubicBezTo>
                <a:cubicBezTo>
                  <a:pt x="1024" y="2041"/>
                  <a:pt x="1024" y="2046"/>
                  <a:pt x="1023" y="2051"/>
                </a:cubicBezTo>
                <a:close/>
                <a:moveTo>
                  <a:pt x="1015" y="2136"/>
                </a:moveTo>
                <a:cubicBezTo>
                  <a:pt x="1005" y="2126"/>
                  <a:pt x="1005" y="2111"/>
                  <a:pt x="998" y="2099"/>
                </a:cubicBezTo>
                <a:cubicBezTo>
                  <a:pt x="1001" y="2092"/>
                  <a:pt x="995" y="2091"/>
                  <a:pt x="999" y="2084"/>
                </a:cubicBezTo>
                <a:cubicBezTo>
                  <a:pt x="995" y="2081"/>
                  <a:pt x="1003" y="2070"/>
                  <a:pt x="994" y="2071"/>
                </a:cubicBezTo>
                <a:cubicBezTo>
                  <a:pt x="985" y="2097"/>
                  <a:pt x="999" y="2110"/>
                  <a:pt x="998" y="2132"/>
                </a:cubicBezTo>
                <a:cubicBezTo>
                  <a:pt x="1003" y="2139"/>
                  <a:pt x="1005" y="2149"/>
                  <a:pt x="1007" y="2158"/>
                </a:cubicBezTo>
                <a:cubicBezTo>
                  <a:pt x="1007" y="2159"/>
                  <a:pt x="1008" y="2160"/>
                  <a:pt x="1009" y="2161"/>
                </a:cubicBezTo>
                <a:cubicBezTo>
                  <a:pt x="1019" y="2161"/>
                  <a:pt x="1019" y="2161"/>
                  <a:pt x="1019" y="2161"/>
                </a:cubicBezTo>
                <a:cubicBezTo>
                  <a:pt x="1019" y="2160"/>
                  <a:pt x="1019" y="2159"/>
                  <a:pt x="1018" y="2158"/>
                </a:cubicBezTo>
                <a:cubicBezTo>
                  <a:pt x="1019" y="2150"/>
                  <a:pt x="1011" y="2147"/>
                  <a:pt x="1015" y="2136"/>
                </a:cubicBezTo>
                <a:close/>
                <a:moveTo>
                  <a:pt x="3774" y="1597"/>
                </a:moveTo>
                <a:cubicBezTo>
                  <a:pt x="3765" y="1591"/>
                  <a:pt x="3753" y="1597"/>
                  <a:pt x="3745" y="1588"/>
                </a:cubicBezTo>
                <a:cubicBezTo>
                  <a:pt x="3741" y="1588"/>
                  <a:pt x="3738" y="1588"/>
                  <a:pt x="3735" y="1587"/>
                </a:cubicBezTo>
                <a:cubicBezTo>
                  <a:pt x="3718" y="1585"/>
                  <a:pt x="3703" y="1579"/>
                  <a:pt x="3686" y="1576"/>
                </a:cubicBezTo>
                <a:cubicBezTo>
                  <a:pt x="3676" y="1577"/>
                  <a:pt x="3668" y="1571"/>
                  <a:pt x="3658" y="1570"/>
                </a:cubicBezTo>
                <a:cubicBezTo>
                  <a:pt x="3655" y="1560"/>
                  <a:pt x="3649" y="1569"/>
                  <a:pt x="3645" y="1564"/>
                </a:cubicBezTo>
                <a:cubicBezTo>
                  <a:pt x="3640" y="1559"/>
                  <a:pt x="3633" y="1565"/>
                  <a:pt x="3630" y="1557"/>
                </a:cubicBezTo>
                <a:cubicBezTo>
                  <a:pt x="3625" y="1560"/>
                  <a:pt x="3623" y="1556"/>
                  <a:pt x="3619" y="1556"/>
                </a:cubicBezTo>
                <a:cubicBezTo>
                  <a:pt x="3613" y="1564"/>
                  <a:pt x="3612" y="1550"/>
                  <a:pt x="3606" y="1558"/>
                </a:cubicBezTo>
                <a:cubicBezTo>
                  <a:pt x="3600" y="1553"/>
                  <a:pt x="3591" y="1556"/>
                  <a:pt x="3584" y="1554"/>
                </a:cubicBezTo>
                <a:cubicBezTo>
                  <a:pt x="3581" y="1551"/>
                  <a:pt x="3576" y="1556"/>
                  <a:pt x="3574" y="1550"/>
                </a:cubicBezTo>
                <a:cubicBezTo>
                  <a:pt x="3569" y="1553"/>
                  <a:pt x="3567" y="1545"/>
                  <a:pt x="3561" y="1551"/>
                </a:cubicBezTo>
                <a:cubicBezTo>
                  <a:pt x="3556" y="1543"/>
                  <a:pt x="3546" y="1551"/>
                  <a:pt x="3540" y="1544"/>
                </a:cubicBezTo>
                <a:cubicBezTo>
                  <a:pt x="3534" y="1547"/>
                  <a:pt x="3528" y="1548"/>
                  <a:pt x="3523" y="1544"/>
                </a:cubicBezTo>
                <a:cubicBezTo>
                  <a:pt x="3517" y="1548"/>
                  <a:pt x="3512" y="1545"/>
                  <a:pt x="3506" y="1545"/>
                </a:cubicBezTo>
                <a:cubicBezTo>
                  <a:pt x="3500" y="1551"/>
                  <a:pt x="3496" y="1545"/>
                  <a:pt x="3490" y="1551"/>
                </a:cubicBezTo>
                <a:cubicBezTo>
                  <a:pt x="3485" y="1550"/>
                  <a:pt x="3475" y="1555"/>
                  <a:pt x="3479" y="1561"/>
                </a:cubicBezTo>
                <a:cubicBezTo>
                  <a:pt x="3494" y="1558"/>
                  <a:pt x="3507" y="1561"/>
                  <a:pt x="3523" y="1555"/>
                </a:cubicBezTo>
                <a:cubicBezTo>
                  <a:pt x="3530" y="1561"/>
                  <a:pt x="3541" y="1555"/>
                  <a:pt x="3549" y="1559"/>
                </a:cubicBezTo>
                <a:cubicBezTo>
                  <a:pt x="3559" y="1558"/>
                  <a:pt x="3566" y="1564"/>
                  <a:pt x="3576" y="1563"/>
                </a:cubicBezTo>
                <a:cubicBezTo>
                  <a:pt x="3593" y="1568"/>
                  <a:pt x="3612" y="1569"/>
                  <a:pt x="3631" y="1570"/>
                </a:cubicBezTo>
                <a:cubicBezTo>
                  <a:pt x="3635" y="1574"/>
                  <a:pt x="3640" y="1572"/>
                  <a:pt x="3643" y="1579"/>
                </a:cubicBezTo>
                <a:cubicBezTo>
                  <a:pt x="3650" y="1572"/>
                  <a:pt x="3652" y="1585"/>
                  <a:pt x="3658" y="1580"/>
                </a:cubicBezTo>
                <a:cubicBezTo>
                  <a:pt x="3664" y="1586"/>
                  <a:pt x="3673" y="1584"/>
                  <a:pt x="3680" y="1587"/>
                </a:cubicBezTo>
                <a:cubicBezTo>
                  <a:pt x="3682" y="1588"/>
                  <a:pt x="3683" y="1589"/>
                  <a:pt x="3685" y="1591"/>
                </a:cubicBezTo>
                <a:cubicBezTo>
                  <a:pt x="3696" y="1584"/>
                  <a:pt x="3703" y="1597"/>
                  <a:pt x="3714" y="1593"/>
                </a:cubicBezTo>
                <a:cubicBezTo>
                  <a:pt x="3722" y="1603"/>
                  <a:pt x="3735" y="1594"/>
                  <a:pt x="3743" y="1602"/>
                </a:cubicBezTo>
                <a:cubicBezTo>
                  <a:pt x="3776" y="1609"/>
                  <a:pt x="3808" y="1614"/>
                  <a:pt x="3840" y="1621"/>
                </a:cubicBezTo>
                <a:cubicBezTo>
                  <a:pt x="3840" y="1609"/>
                  <a:pt x="3840" y="1609"/>
                  <a:pt x="3840" y="1609"/>
                </a:cubicBezTo>
                <a:cubicBezTo>
                  <a:pt x="3828" y="1606"/>
                  <a:pt x="3815" y="1604"/>
                  <a:pt x="3803" y="1599"/>
                </a:cubicBezTo>
                <a:cubicBezTo>
                  <a:pt x="3791" y="1606"/>
                  <a:pt x="3785" y="1593"/>
                  <a:pt x="3774" y="1597"/>
                </a:cubicBezTo>
                <a:close/>
                <a:moveTo>
                  <a:pt x="1087" y="2104"/>
                </a:moveTo>
                <a:cubicBezTo>
                  <a:pt x="1080" y="2082"/>
                  <a:pt x="1073" y="2060"/>
                  <a:pt x="1069" y="2036"/>
                </a:cubicBezTo>
                <a:cubicBezTo>
                  <a:pt x="1070" y="2030"/>
                  <a:pt x="1069" y="2024"/>
                  <a:pt x="1068" y="2018"/>
                </a:cubicBezTo>
                <a:cubicBezTo>
                  <a:pt x="1069" y="2010"/>
                  <a:pt x="1075" y="2000"/>
                  <a:pt x="1067" y="1997"/>
                </a:cubicBezTo>
                <a:cubicBezTo>
                  <a:pt x="1060" y="2006"/>
                  <a:pt x="1063" y="2019"/>
                  <a:pt x="1060" y="2037"/>
                </a:cubicBezTo>
                <a:cubicBezTo>
                  <a:pt x="1065" y="2043"/>
                  <a:pt x="1063" y="2054"/>
                  <a:pt x="1065" y="2062"/>
                </a:cubicBezTo>
                <a:cubicBezTo>
                  <a:pt x="1065" y="2072"/>
                  <a:pt x="1071" y="2078"/>
                  <a:pt x="1070" y="2088"/>
                </a:cubicBezTo>
                <a:cubicBezTo>
                  <a:pt x="1076" y="2094"/>
                  <a:pt x="1074" y="2104"/>
                  <a:pt x="1079" y="2111"/>
                </a:cubicBezTo>
                <a:cubicBezTo>
                  <a:pt x="1081" y="2120"/>
                  <a:pt x="1086" y="2128"/>
                  <a:pt x="1087" y="2137"/>
                </a:cubicBezTo>
                <a:cubicBezTo>
                  <a:pt x="1091" y="2145"/>
                  <a:pt x="1094" y="2153"/>
                  <a:pt x="1097" y="2161"/>
                </a:cubicBezTo>
                <a:cubicBezTo>
                  <a:pt x="1111" y="2161"/>
                  <a:pt x="1111" y="2161"/>
                  <a:pt x="1111" y="2161"/>
                </a:cubicBezTo>
                <a:cubicBezTo>
                  <a:pt x="1109" y="2152"/>
                  <a:pt x="1102" y="2146"/>
                  <a:pt x="1103" y="2135"/>
                </a:cubicBezTo>
                <a:cubicBezTo>
                  <a:pt x="1093" y="2127"/>
                  <a:pt x="1093" y="2114"/>
                  <a:pt x="1087" y="2104"/>
                </a:cubicBezTo>
                <a:close/>
                <a:moveTo>
                  <a:pt x="1121" y="2089"/>
                </a:moveTo>
                <a:cubicBezTo>
                  <a:pt x="1117" y="2074"/>
                  <a:pt x="1115" y="2058"/>
                  <a:pt x="1112" y="2042"/>
                </a:cubicBezTo>
                <a:cubicBezTo>
                  <a:pt x="1113" y="2033"/>
                  <a:pt x="1107" y="2028"/>
                  <a:pt x="1110" y="2017"/>
                </a:cubicBezTo>
                <a:cubicBezTo>
                  <a:pt x="1112" y="2012"/>
                  <a:pt x="1108" y="2010"/>
                  <a:pt x="1110" y="2005"/>
                </a:cubicBezTo>
                <a:cubicBezTo>
                  <a:pt x="1103" y="2005"/>
                  <a:pt x="1115" y="1993"/>
                  <a:pt x="1104" y="1995"/>
                </a:cubicBezTo>
                <a:cubicBezTo>
                  <a:pt x="1103" y="2007"/>
                  <a:pt x="1106" y="2017"/>
                  <a:pt x="1103" y="2031"/>
                </a:cubicBezTo>
                <a:cubicBezTo>
                  <a:pt x="1106" y="2036"/>
                  <a:pt x="1104" y="2043"/>
                  <a:pt x="1108" y="2047"/>
                </a:cubicBezTo>
                <a:cubicBezTo>
                  <a:pt x="1106" y="2054"/>
                  <a:pt x="1106" y="2061"/>
                  <a:pt x="1109" y="2065"/>
                </a:cubicBezTo>
                <a:cubicBezTo>
                  <a:pt x="1111" y="2089"/>
                  <a:pt x="1115" y="2113"/>
                  <a:pt x="1121" y="2134"/>
                </a:cubicBezTo>
                <a:cubicBezTo>
                  <a:pt x="1124" y="2143"/>
                  <a:pt x="1126" y="2152"/>
                  <a:pt x="1129" y="2161"/>
                </a:cubicBezTo>
                <a:cubicBezTo>
                  <a:pt x="1142" y="2161"/>
                  <a:pt x="1142" y="2161"/>
                  <a:pt x="1142" y="2161"/>
                </a:cubicBezTo>
                <a:cubicBezTo>
                  <a:pt x="1139" y="2152"/>
                  <a:pt x="1137" y="2143"/>
                  <a:pt x="1133" y="2134"/>
                </a:cubicBezTo>
                <a:cubicBezTo>
                  <a:pt x="1128" y="2120"/>
                  <a:pt x="1124" y="2105"/>
                  <a:pt x="1121" y="2089"/>
                </a:cubicBezTo>
                <a:close/>
                <a:moveTo>
                  <a:pt x="84" y="1642"/>
                </a:moveTo>
                <a:cubicBezTo>
                  <a:pt x="87" y="1632"/>
                  <a:pt x="72" y="1640"/>
                  <a:pt x="69" y="1634"/>
                </a:cubicBezTo>
                <a:cubicBezTo>
                  <a:pt x="60" y="1635"/>
                  <a:pt x="57" y="1629"/>
                  <a:pt x="46" y="1632"/>
                </a:cubicBezTo>
                <a:cubicBezTo>
                  <a:pt x="44" y="1625"/>
                  <a:pt x="31" y="1630"/>
                  <a:pt x="29" y="1623"/>
                </a:cubicBezTo>
                <a:cubicBezTo>
                  <a:pt x="20" y="1624"/>
                  <a:pt x="15" y="1620"/>
                  <a:pt x="8" y="1618"/>
                </a:cubicBezTo>
                <a:cubicBezTo>
                  <a:pt x="6" y="1617"/>
                  <a:pt x="3" y="1616"/>
                  <a:pt x="0" y="1615"/>
                </a:cubicBezTo>
                <a:cubicBezTo>
                  <a:pt x="0" y="1623"/>
                  <a:pt x="0" y="1623"/>
                  <a:pt x="0" y="1623"/>
                </a:cubicBezTo>
                <a:cubicBezTo>
                  <a:pt x="8" y="1624"/>
                  <a:pt x="14" y="1626"/>
                  <a:pt x="20" y="1629"/>
                </a:cubicBezTo>
                <a:cubicBezTo>
                  <a:pt x="42" y="1633"/>
                  <a:pt x="63" y="1637"/>
                  <a:pt x="84" y="1642"/>
                </a:cubicBezTo>
                <a:close/>
                <a:moveTo>
                  <a:pt x="1168" y="2102"/>
                </a:moveTo>
                <a:cubicBezTo>
                  <a:pt x="1168" y="2095"/>
                  <a:pt x="1170" y="2087"/>
                  <a:pt x="1168" y="2081"/>
                </a:cubicBezTo>
                <a:cubicBezTo>
                  <a:pt x="1168" y="2069"/>
                  <a:pt x="1174" y="2069"/>
                  <a:pt x="1167" y="2063"/>
                </a:cubicBezTo>
                <a:cubicBezTo>
                  <a:pt x="1163" y="2072"/>
                  <a:pt x="1162" y="2081"/>
                  <a:pt x="1163" y="2088"/>
                </a:cubicBezTo>
                <a:cubicBezTo>
                  <a:pt x="1161" y="2093"/>
                  <a:pt x="1161" y="2097"/>
                  <a:pt x="1163" y="2100"/>
                </a:cubicBezTo>
                <a:cubicBezTo>
                  <a:pt x="1162" y="2105"/>
                  <a:pt x="1159" y="2111"/>
                  <a:pt x="1163" y="2112"/>
                </a:cubicBezTo>
                <a:cubicBezTo>
                  <a:pt x="1158" y="2123"/>
                  <a:pt x="1161" y="2129"/>
                  <a:pt x="1159" y="2138"/>
                </a:cubicBezTo>
                <a:cubicBezTo>
                  <a:pt x="1156" y="2145"/>
                  <a:pt x="1164" y="2157"/>
                  <a:pt x="1156" y="2159"/>
                </a:cubicBezTo>
                <a:cubicBezTo>
                  <a:pt x="1158" y="2152"/>
                  <a:pt x="1155" y="2147"/>
                  <a:pt x="1154" y="2146"/>
                </a:cubicBezTo>
                <a:cubicBezTo>
                  <a:pt x="1153" y="2145"/>
                  <a:pt x="1155" y="2142"/>
                  <a:pt x="1155" y="2140"/>
                </a:cubicBezTo>
                <a:cubicBezTo>
                  <a:pt x="1155" y="2140"/>
                  <a:pt x="1153" y="2140"/>
                  <a:pt x="1152" y="2140"/>
                </a:cubicBezTo>
                <a:cubicBezTo>
                  <a:pt x="1152" y="2139"/>
                  <a:pt x="1152" y="2132"/>
                  <a:pt x="1152" y="2131"/>
                </a:cubicBezTo>
                <a:cubicBezTo>
                  <a:pt x="1150" y="2126"/>
                  <a:pt x="1149" y="2117"/>
                  <a:pt x="1150" y="2115"/>
                </a:cubicBezTo>
                <a:cubicBezTo>
                  <a:pt x="1151" y="2112"/>
                  <a:pt x="1148" y="2113"/>
                  <a:pt x="1148" y="2111"/>
                </a:cubicBezTo>
                <a:cubicBezTo>
                  <a:pt x="1145" y="2096"/>
                  <a:pt x="1144" y="2079"/>
                  <a:pt x="1143" y="2062"/>
                </a:cubicBezTo>
                <a:cubicBezTo>
                  <a:pt x="1144" y="2044"/>
                  <a:pt x="1138" y="2030"/>
                  <a:pt x="1142" y="2011"/>
                </a:cubicBezTo>
                <a:cubicBezTo>
                  <a:pt x="1142" y="2007"/>
                  <a:pt x="1139" y="2004"/>
                  <a:pt x="1142" y="1999"/>
                </a:cubicBezTo>
                <a:cubicBezTo>
                  <a:pt x="1134" y="1999"/>
                  <a:pt x="1147" y="1986"/>
                  <a:pt x="1139" y="1986"/>
                </a:cubicBezTo>
                <a:cubicBezTo>
                  <a:pt x="1142" y="1976"/>
                  <a:pt x="1143" y="1967"/>
                  <a:pt x="1137" y="1962"/>
                </a:cubicBezTo>
                <a:cubicBezTo>
                  <a:pt x="1131" y="2001"/>
                  <a:pt x="1136" y="2035"/>
                  <a:pt x="1134" y="2072"/>
                </a:cubicBezTo>
                <a:cubicBezTo>
                  <a:pt x="1138" y="2074"/>
                  <a:pt x="1135" y="2079"/>
                  <a:pt x="1134" y="2084"/>
                </a:cubicBezTo>
                <a:cubicBezTo>
                  <a:pt x="1139" y="2086"/>
                  <a:pt x="1133" y="2094"/>
                  <a:pt x="1137" y="2097"/>
                </a:cubicBezTo>
                <a:cubicBezTo>
                  <a:pt x="1142" y="2103"/>
                  <a:pt x="1134" y="2117"/>
                  <a:pt x="1142" y="2122"/>
                </a:cubicBezTo>
                <a:cubicBezTo>
                  <a:pt x="1143" y="2131"/>
                  <a:pt x="1143" y="2140"/>
                  <a:pt x="1144" y="2149"/>
                </a:cubicBezTo>
                <a:cubicBezTo>
                  <a:pt x="1146" y="2153"/>
                  <a:pt x="1147" y="2157"/>
                  <a:pt x="1147" y="2161"/>
                </a:cubicBezTo>
                <a:cubicBezTo>
                  <a:pt x="1172" y="2161"/>
                  <a:pt x="1172" y="2161"/>
                  <a:pt x="1172" y="2161"/>
                </a:cubicBezTo>
                <a:cubicBezTo>
                  <a:pt x="1169" y="2155"/>
                  <a:pt x="1169" y="2147"/>
                  <a:pt x="1167" y="2141"/>
                </a:cubicBezTo>
                <a:cubicBezTo>
                  <a:pt x="1169" y="2129"/>
                  <a:pt x="1168" y="2118"/>
                  <a:pt x="1168" y="2102"/>
                </a:cubicBezTo>
                <a:close/>
                <a:moveTo>
                  <a:pt x="1211" y="2053"/>
                </a:moveTo>
                <a:cubicBezTo>
                  <a:pt x="1208" y="2066"/>
                  <a:pt x="1204" y="2080"/>
                  <a:pt x="1201" y="2093"/>
                </a:cubicBezTo>
                <a:cubicBezTo>
                  <a:pt x="1199" y="2112"/>
                  <a:pt x="1196" y="2132"/>
                  <a:pt x="1191" y="2153"/>
                </a:cubicBezTo>
                <a:cubicBezTo>
                  <a:pt x="1192" y="2155"/>
                  <a:pt x="1192" y="2158"/>
                  <a:pt x="1192" y="2161"/>
                </a:cubicBezTo>
                <a:cubicBezTo>
                  <a:pt x="1201" y="2161"/>
                  <a:pt x="1201" y="2161"/>
                  <a:pt x="1201" y="2161"/>
                </a:cubicBezTo>
                <a:cubicBezTo>
                  <a:pt x="1204" y="2134"/>
                  <a:pt x="1209" y="2110"/>
                  <a:pt x="1209" y="2083"/>
                </a:cubicBezTo>
                <a:cubicBezTo>
                  <a:pt x="1211" y="2073"/>
                  <a:pt x="1221" y="2057"/>
                  <a:pt x="1211" y="2053"/>
                </a:cubicBezTo>
                <a:close/>
                <a:moveTo>
                  <a:pt x="3" y="1812"/>
                </a:moveTo>
                <a:cubicBezTo>
                  <a:pt x="15" y="1804"/>
                  <a:pt x="13" y="1794"/>
                  <a:pt x="25" y="1787"/>
                </a:cubicBezTo>
                <a:cubicBezTo>
                  <a:pt x="28" y="1782"/>
                  <a:pt x="34" y="1779"/>
                  <a:pt x="33" y="1774"/>
                </a:cubicBezTo>
                <a:cubicBezTo>
                  <a:pt x="39" y="1769"/>
                  <a:pt x="44" y="1765"/>
                  <a:pt x="45" y="1759"/>
                </a:cubicBezTo>
                <a:cubicBezTo>
                  <a:pt x="26" y="1773"/>
                  <a:pt x="12" y="1788"/>
                  <a:pt x="0" y="1803"/>
                </a:cubicBezTo>
                <a:cubicBezTo>
                  <a:pt x="0" y="1818"/>
                  <a:pt x="0" y="1818"/>
                  <a:pt x="0" y="1818"/>
                </a:cubicBezTo>
                <a:cubicBezTo>
                  <a:pt x="2" y="1816"/>
                  <a:pt x="4" y="1814"/>
                  <a:pt x="3" y="1812"/>
                </a:cubicBezTo>
                <a:close/>
                <a:moveTo>
                  <a:pt x="61" y="2080"/>
                </a:moveTo>
                <a:cubicBezTo>
                  <a:pt x="72" y="2073"/>
                  <a:pt x="81" y="2079"/>
                  <a:pt x="92" y="2069"/>
                </a:cubicBezTo>
                <a:cubicBezTo>
                  <a:pt x="158" y="2058"/>
                  <a:pt x="160" y="2071"/>
                  <a:pt x="167" y="2061"/>
                </a:cubicBezTo>
                <a:cubicBezTo>
                  <a:pt x="246" y="2065"/>
                  <a:pt x="264" y="2056"/>
                  <a:pt x="280" y="2062"/>
                </a:cubicBezTo>
                <a:cubicBezTo>
                  <a:pt x="346" y="2063"/>
                  <a:pt x="349" y="2073"/>
                  <a:pt x="354" y="2068"/>
                </a:cubicBezTo>
                <a:cubicBezTo>
                  <a:pt x="394" y="2077"/>
                  <a:pt x="399" y="2069"/>
                  <a:pt x="403" y="2074"/>
                </a:cubicBezTo>
                <a:cubicBezTo>
                  <a:pt x="443" y="2084"/>
                  <a:pt x="447" y="2085"/>
                  <a:pt x="450" y="2087"/>
                </a:cubicBezTo>
                <a:cubicBezTo>
                  <a:pt x="477" y="2102"/>
                  <a:pt x="483" y="2089"/>
                  <a:pt x="486" y="2098"/>
                </a:cubicBezTo>
                <a:cubicBezTo>
                  <a:pt x="526" y="2104"/>
                  <a:pt x="530" y="2105"/>
                  <a:pt x="534" y="2108"/>
                </a:cubicBezTo>
                <a:cubicBezTo>
                  <a:pt x="561" y="2108"/>
                  <a:pt x="572" y="2108"/>
                  <a:pt x="569" y="2102"/>
                </a:cubicBezTo>
                <a:cubicBezTo>
                  <a:pt x="510" y="2093"/>
                  <a:pt x="504" y="2091"/>
                  <a:pt x="498" y="2090"/>
                </a:cubicBezTo>
                <a:cubicBezTo>
                  <a:pt x="415" y="2067"/>
                  <a:pt x="405" y="2061"/>
                  <a:pt x="392" y="2063"/>
                </a:cubicBezTo>
                <a:cubicBezTo>
                  <a:pt x="314" y="2045"/>
                  <a:pt x="307" y="2053"/>
                  <a:pt x="301" y="2052"/>
                </a:cubicBezTo>
                <a:cubicBezTo>
                  <a:pt x="235" y="2048"/>
                  <a:pt x="222" y="2050"/>
                  <a:pt x="209" y="2050"/>
                </a:cubicBezTo>
                <a:cubicBezTo>
                  <a:pt x="146" y="2052"/>
                  <a:pt x="139" y="2053"/>
                  <a:pt x="133" y="2056"/>
                </a:cubicBezTo>
                <a:cubicBezTo>
                  <a:pt x="32" y="2067"/>
                  <a:pt x="24" y="2078"/>
                  <a:pt x="18" y="2078"/>
                </a:cubicBezTo>
                <a:cubicBezTo>
                  <a:pt x="10" y="2091"/>
                  <a:pt x="20" y="2089"/>
                  <a:pt x="31" y="2087"/>
                </a:cubicBezTo>
                <a:close/>
                <a:moveTo>
                  <a:pt x="595" y="2136"/>
                </a:moveTo>
                <a:cubicBezTo>
                  <a:pt x="587" y="2131"/>
                  <a:pt x="577" y="2136"/>
                  <a:pt x="569" y="2133"/>
                </a:cubicBezTo>
                <a:cubicBezTo>
                  <a:pt x="483" y="2122"/>
                  <a:pt x="477" y="2123"/>
                  <a:pt x="474" y="2117"/>
                </a:cubicBezTo>
                <a:cubicBezTo>
                  <a:pt x="421" y="2114"/>
                  <a:pt x="414" y="2101"/>
                  <a:pt x="403" y="2105"/>
                </a:cubicBezTo>
                <a:cubicBezTo>
                  <a:pt x="248" y="2083"/>
                  <a:pt x="243" y="2078"/>
                  <a:pt x="236" y="2081"/>
                </a:cubicBezTo>
                <a:cubicBezTo>
                  <a:pt x="174" y="2080"/>
                  <a:pt x="168" y="2076"/>
                  <a:pt x="161" y="2083"/>
                </a:cubicBezTo>
                <a:cubicBezTo>
                  <a:pt x="128" y="2086"/>
                  <a:pt x="115" y="2085"/>
                  <a:pt x="101" y="2088"/>
                </a:cubicBezTo>
                <a:cubicBezTo>
                  <a:pt x="19" y="2094"/>
                  <a:pt x="10" y="2104"/>
                  <a:pt x="5" y="2100"/>
                </a:cubicBezTo>
                <a:cubicBezTo>
                  <a:pt x="8" y="2114"/>
                  <a:pt x="16" y="2111"/>
                  <a:pt x="23" y="2112"/>
                </a:cubicBezTo>
                <a:cubicBezTo>
                  <a:pt x="108" y="2099"/>
                  <a:pt x="113" y="2102"/>
                  <a:pt x="121" y="2096"/>
                </a:cubicBezTo>
                <a:cubicBezTo>
                  <a:pt x="164" y="2097"/>
                  <a:pt x="172" y="2090"/>
                  <a:pt x="178" y="2092"/>
                </a:cubicBezTo>
                <a:cubicBezTo>
                  <a:pt x="325" y="2095"/>
                  <a:pt x="332" y="2108"/>
                  <a:pt x="343" y="2104"/>
                </a:cubicBezTo>
                <a:cubicBezTo>
                  <a:pt x="441" y="2120"/>
                  <a:pt x="450" y="2125"/>
                  <a:pt x="459" y="2127"/>
                </a:cubicBezTo>
                <a:cubicBezTo>
                  <a:pt x="493" y="2135"/>
                  <a:pt x="495" y="2139"/>
                  <a:pt x="499" y="2138"/>
                </a:cubicBezTo>
                <a:cubicBezTo>
                  <a:pt x="537" y="2143"/>
                  <a:pt x="542" y="2137"/>
                  <a:pt x="544" y="2143"/>
                </a:cubicBezTo>
                <a:cubicBezTo>
                  <a:pt x="585" y="2145"/>
                  <a:pt x="590" y="2143"/>
                  <a:pt x="595" y="2147"/>
                </a:cubicBezTo>
                <a:cubicBezTo>
                  <a:pt x="634" y="2140"/>
                  <a:pt x="643" y="2135"/>
                  <a:pt x="639" y="2128"/>
                </a:cubicBezTo>
                <a:close/>
                <a:moveTo>
                  <a:pt x="995" y="2146"/>
                </a:moveTo>
                <a:cubicBezTo>
                  <a:pt x="988" y="2140"/>
                  <a:pt x="999" y="2125"/>
                  <a:pt x="990" y="2120"/>
                </a:cubicBezTo>
                <a:cubicBezTo>
                  <a:pt x="981" y="2132"/>
                  <a:pt x="987" y="2147"/>
                  <a:pt x="987" y="2161"/>
                </a:cubicBezTo>
                <a:cubicBezTo>
                  <a:pt x="995" y="2161"/>
                  <a:pt x="995" y="2161"/>
                  <a:pt x="995" y="2161"/>
                </a:cubicBezTo>
                <a:cubicBezTo>
                  <a:pt x="995" y="2156"/>
                  <a:pt x="994" y="2151"/>
                  <a:pt x="995" y="2146"/>
                </a:cubicBezTo>
                <a:close/>
                <a:moveTo>
                  <a:pt x="514" y="2146"/>
                </a:moveTo>
                <a:cubicBezTo>
                  <a:pt x="506" y="2145"/>
                  <a:pt x="499" y="2146"/>
                  <a:pt x="491" y="2147"/>
                </a:cubicBezTo>
                <a:cubicBezTo>
                  <a:pt x="419" y="2148"/>
                  <a:pt x="414" y="2136"/>
                  <a:pt x="406" y="2141"/>
                </a:cubicBezTo>
                <a:cubicBezTo>
                  <a:pt x="358" y="2140"/>
                  <a:pt x="354" y="2125"/>
                  <a:pt x="345" y="2133"/>
                </a:cubicBezTo>
                <a:cubicBezTo>
                  <a:pt x="311" y="2126"/>
                  <a:pt x="297" y="2125"/>
                  <a:pt x="282" y="2123"/>
                </a:cubicBezTo>
                <a:cubicBezTo>
                  <a:pt x="214" y="2116"/>
                  <a:pt x="206" y="2121"/>
                  <a:pt x="200" y="2120"/>
                </a:cubicBezTo>
                <a:cubicBezTo>
                  <a:pt x="151" y="2120"/>
                  <a:pt x="144" y="2119"/>
                  <a:pt x="137" y="2120"/>
                </a:cubicBezTo>
                <a:cubicBezTo>
                  <a:pt x="111" y="2118"/>
                  <a:pt x="106" y="2125"/>
                  <a:pt x="103" y="2122"/>
                </a:cubicBezTo>
                <a:cubicBezTo>
                  <a:pt x="40" y="2130"/>
                  <a:pt x="36" y="2131"/>
                  <a:pt x="32" y="2131"/>
                </a:cubicBezTo>
                <a:cubicBezTo>
                  <a:pt x="4" y="2137"/>
                  <a:pt x="2" y="2138"/>
                  <a:pt x="0" y="2139"/>
                </a:cubicBezTo>
                <a:cubicBezTo>
                  <a:pt x="60" y="2138"/>
                  <a:pt x="69" y="2138"/>
                  <a:pt x="80" y="2134"/>
                </a:cubicBezTo>
                <a:cubicBezTo>
                  <a:pt x="151" y="2133"/>
                  <a:pt x="162" y="2129"/>
                  <a:pt x="172" y="2131"/>
                </a:cubicBezTo>
                <a:cubicBezTo>
                  <a:pt x="273" y="2131"/>
                  <a:pt x="282" y="2138"/>
                  <a:pt x="293" y="2134"/>
                </a:cubicBezTo>
                <a:cubicBezTo>
                  <a:pt x="356" y="2145"/>
                  <a:pt x="360" y="2148"/>
                  <a:pt x="366" y="2144"/>
                </a:cubicBezTo>
                <a:cubicBezTo>
                  <a:pt x="431" y="2152"/>
                  <a:pt x="450" y="2156"/>
                  <a:pt x="471" y="2154"/>
                </a:cubicBezTo>
                <a:cubicBezTo>
                  <a:pt x="523" y="2147"/>
                  <a:pt x="527" y="2156"/>
                  <a:pt x="534" y="2150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</p:sp>
      <p:grpSp>
        <p:nvGrpSpPr>
          <p:cNvPr id="9" name="Group 8" title="Text Container Shape"/>
          <p:cNvGrpSpPr/>
          <p:nvPr/>
        </p:nvGrpSpPr>
        <p:grpSpPr>
          <a:xfrm>
            <a:off x="2452689" y="1262065"/>
            <a:ext cx="7286625" cy="4333875"/>
            <a:chOff x="2452688" y="1262063"/>
            <a:chExt cx="7286625" cy="4333875"/>
          </a:xfrm>
        </p:grpSpPr>
        <p:sp>
          <p:nvSpPr>
            <p:cNvPr id="175" name="Freeform 159"/>
            <p:cNvSpPr/>
            <p:nvPr/>
          </p:nvSpPr>
          <p:spPr bwMode="auto">
            <a:xfrm>
              <a:off x="2452688" y="1262063"/>
              <a:ext cx="7286625" cy="4333875"/>
            </a:xfrm>
            <a:custGeom>
              <a:avLst/>
              <a:gdLst/>
              <a:ahLst/>
              <a:cxnLst/>
              <a:rect l="0" t="0" r="r" b="b"/>
              <a:pathLst>
                <a:path w="4590" h="2730">
                  <a:moveTo>
                    <a:pt x="200" y="0"/>
                  </a:moveTo>
                  <a:lnTo>
                    <a:pt x="4390" y="0"/>
                  </a:lnTo>
                  <a:lnTo>
                    <a:pt x="4430" y="4"/>
                  </a:lnTo>
                  <a:lnTo>
                    <a:pt x="4468" y="15"/>
                  </a:lnTo>
                  <a:lnTo>
                    <a:pt x="4501" y="33"/>
                  </a:lnTo>
                  <a:lnTo>
                    <a:pt x="4532" y="59"/>
                  </a:lnTo>
                  <a:lnTo>
                    <a:pt x="4555" y="88"/>
                  </a:lnTo>
                  <a:lnTo>
                    <a:pt x="4575" y="123"/>
                  </a:lnTo>
                  <a:lnTo>
                    <a:pt x="4586" y="160"/>
                  </a:lnTo>
                  <a:lnTo>
                    <a:pt x="4590" y="201"/>
                  </a:lnTo>
                  <a:lnTo>
                    <a:pt x="4590" y="2529"/>
                  </a:lnTo>
                  <a:lnTo>
                    <a:pt x="4586" y="2570"/>
                  </a:lnTo>
                  <a:lnTo>
                    <a:pt x="4575" y="2607"/>
                  </a:lnTo>
                  <a:lnTo>
                    <a:pt x="4555" y="2642"/>
                  </a:lnTo>
                  <a:lnTo>
                    <a:pt x="4532" y="2672"/>
                  </a:lnTo>
                  <a:lnTo>
                    <a:pt x="4501" y="2697"/>
                  </a:lnTo>
                  <a:lnTo>
                    <a:pt x="4468" y="2715"/>
                  </a:lnTo>
                  <a:lnTo>
                    <a:pt x="4430" y="2726"/>
                  </a:lnTo>
                  <a:lnTo>
                    <a:pt x="4390" y="2730"/>
                  </a:lnTo>
                  <a:lnTo>
                    <a:pt x="200" y="2730"/>
                  </a:lnTo>
                  <a:lnTo>
                    <a:pt x="160" y="2726"/>
                  </a:lnTo>
                  <a:lnTo>
                    <a:pt x="122" y="2715"/>
                  </a:lnTo>
                  <a:lnTo>
                    <a:pt x="89" y="2697"/>
                  </a:lnTo>
                  <a:lnTo>
                    <a:pt x="58" y="2672"/>
                  </a:lnTo>
                  <a:lnTo>
                    <a:pt x="35" y="2642"/>
                  </a:lnTo>
                  <a:lnTo>
                    <a:pt x="15" y="2607"/>
                  </a:lnTo>
                  <a:lnTo>
                    <a:pt x="4" y="2570"/>
                  </a:lnTo>
                  <a:lnTo>
                    <a:pt x="0" y="2529"/>
                  </a:lnTo>
                  <a:lnTo>
                    <a:pt x="0" y="201"/>
                  </a:lnTo>
                  <a:lnTo>
                    <a:pt x="4" y="160"/>
                  </a:lnTo>
                  <a:lnTo>
                    <a:pt x="15" y="123"/>
                  </a:lnTo>
                  <a:lnTo>
                    <a:pt x="35" y="88"/>
                  </a:lnTo>
                  <a:lnTo>
                    <a:pt x="58" y="59"/>
                  </a:lnTo>
                  <a:lnTo>
                    <a:pt x="89" y="33"/>
                  </a:lnTo>
                  <a:lnTo>
                    <a:pt x="122" y="15"/>
                  </a:lnTo>
                  <a:lnTo>
                    <a:pt x="160" y="4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80" name="Freeform 164"/>
            <p:cNvSpPr>
              <a:spLocks noEditPoints="1"/>
            </p:cNvSpPr>
            <p:nvPr/>
          </p:nvSpPr>
          <p:spPr bwMode="auto">
            <a:xfrm>
              <a:off x="2643188" y="1452563"/>
              <a:ext cx="6905625" cy="3952875"/>
            </a:xfrm>
            <a:custGeom>
              <a:avLst/>
              <a:gdLst/>
              <a:ahLst/>
              <a:cxnLst/>
              <a:rect l="0" t="0" r="r" b="b"/>
              <a:pathLst>
                <a:path w="4350" h="2490">
                  <a:moveTo>
                    <a:pt x="80" y="28"/>
                  </a:moveTo>
                  <a:lnTo>
                    <a:pt x="63" y="30"/>
                  </a:lnTo>
                  <a:lnTo>
                    <a:pt x="50" y="38"/>
                  </a:lnTo>
                  <a:lnTo>
                    <a:pt x="38" y="49"/>
                  </a:lnTo>
                  <a:lnTo>
                    <a:pt x="30" y="63"/>
                  </a:lnTo>
                  <a:lnTo>
                    <a:pt x="28" y="79"/>
                  </a:lnTo>
                  <a:lnTo>
                    <a:pt x="28" y="2411"/>
                  </a:lnTo>
                  <a:lnTo>
                    <a:pt x="30" y="2427"/>
                  </a:lnTo>
                  <a:lnTo>
                    <a:pt x="38" y="2441"/>
                  </a:lnTo>
                  <a:lnTo>
                    <a:pt x="50" y="2452"/>
                  </a:lnTo>
                  <a:lnTo>
                    <a:pt x="63" y="2460"/>
                  </a:lnTo>
                  <a:lnTo>
                    <a:pt x="80" y="2462"/>
                  </a:lnTo>
                  <a:lnTo>
                    <a:pt x="4270" y="2462"/>
                  </a:lnTo>
                  <a:lnTo>
                    <a:pt x="4287" y="2460"/>
                  </a:lnTo>
                  <a:lnTo>
                    <a:pt x="4300" y="2452"/>
                  </a:lnTo>
                  <a:lnTo>
                    <a:pt x="4312" y="2441"/>
                  </a:lnTo>
                  <a:lnTo>
                    <a:pt x="4320" y="2427"/>
                  </a:lnTo>
                  <a:lnTo>
                    <a:pt x="4322" y="2411"/>
                  </a:lnTo>
                  <a:lnTo>
                    <a:pt x="4322" y="79"/>
                  </a:lnTo>
                  <a:lnTo>
                    <a:pt x="4320" y="63"/>
                  </a:lnTo>
                  <a:lnTo>
                    <a:pt x="4312" y="49"/>
                  </a:lnTo>
                  <a:lnTo>
                    <a:pt x="4300" y="38"/>
                  </a:lnTo>
                  <a:lnTo>
                    <a:pt x="4287" y="30"/>
                  </a:lnTo>
                  <a:lnTo>
                    <a:pt x="4270" y="28"/>
                  </a:lnTo>
                  <a:lnTo>
                    <a:pt x="80" y="28"/>
                  </a:lnTo>
                  <a:close/>
                  <a:moveTo>
                    <a:pt x="80" y="0"/>
                  </a:moveTo>
                  <a:lnTo>
                    <a:pt x="4270" y="0"/>
                  </a:lnTo>
                  <a:lnTo>
                    <a:pt x="4295" y="4"/>
                  </a:lnTo>
                  <a:lnTo>
                    <a:pt x="4317" y="16"/>
                  </a:lnTo>
                  <a:lnTo>
                    <a:pt x="4334" y="33"/>
                  </a:lnTo>
                  <a:lnTo>
                    <a:pt x="4346" y="54"/>
                  </a:lnTo>
                  <a:lnTo>
                    <a:pt x="4350" y="79"/>
                  </a:lnTo>
                  <a:lnTo>
                    <a:pt x="4350" y="2411"/>
                  </a:lnTo>
                  <a:lnTo>
                    <a:pt x="4346" y="2436"/>
                  </a:lnTo>
                  <a:lnTo>
                    <a:pt x="4334" y="2457"/>
                  </a:lnTo>
                  <a:lnTo>
                    <a:pt x="4317" y="2474"/>
                  </a:lnTo>
                  <a:lnTo>
                    <a:pt x="4295" y="2486"/>
                  </a:lnTo>
                  <a:lnTo>
                    <a:pt x="4270" y="2490"/>
                  </a:lnTo>
                  <a:lnTo>
                    <a:pt x="80" y="2490"/>
                  </a:lnTo>
                  <a:lnTo>
                    <a:pt x="55" y="2486"/>
                  </a:lnTo>
                  <a:lnTo>
                    <a:pt x="33" y="2474"/>
                  </a:lnTo>
                  <a:lnTo>
                    <a:pt x="16" y="2457"/>
                  </a:lnTo>
                  <a:lnTo>
                    <a:pt x="4" y="2436"/>
                  </a:lnTo>
                  <a:lnTo>
                    <a:pt x="0" y="2411"/>
                  </a:lnTo>
                  <a:lnTo>
                    <a:pt x="0" y="79"/>
                  </a:lnTo>
                  <a:lnTo>
                    <a:pt x="4" y="54"/>
                  </a:lnTo>
                  <a:lnTo>
                    <a:pt x="16" y="33"/>
                  </a:lnTo>
                  <a:lnTo>
                    <a:pt x="33" y="16"/>
                  </a:lnTo>
                  <a:lnTo>
                    <a:pt x="55" y="4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5" name="Straight Connector 184"/>
            <p:cNvCxnSpPr/>
            <p:nvPr/>
          </p:nvCxnSpPr>
          <p:spPr>
            <a:xfrm>
              <a:off x="5410200" y="3862794"/>
              <a:ext cx="1371600" cy="0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984743" y="6296732"/>
            <a:ext cx="2743200" cy="365125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48A87A34-81AB-432B-8DAE-1953F412C126}" type="datetimeFigureOut">
              <a:rPr lang="en-US" smtClean="0"/>
              <a:t>1/2/2025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40911" y="6296732"/>
            <a:ext cx="4114800" cy="365125"/>
          </a:xfrm>
        </p:spPr>
        <p:txBody>
          <a:bodyPr/>
          <a:lstStyle>
            <a:lvl1pPr algn="ctr">
              <a:defRPr>
                <a:solidFill>
                  <a:schemeClr val="bg2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64077" y="6296732"/>
            <a:ext cx="2781543" cy="365125"/>
          </a:xfrm>
        </p:spPr>
        <p:txBody>
          <a:bodyPr anchor="ctr"/>
          <a:lstStyle>
            <a:lvl1pPr algn="l">
              <a:defRPr sz="1200">
                <a:solidFill>
                  <a:schemeClr val="bg2"/>
                </a:solidFill>
              </a:defRPr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162302" y="1830581"/>
            <a:ext cx="5859724" cy="1841715"/>
          </a:xfrm>
        </p:spPr>
        <p:txBody>
          <a:bodyPr anchor="t">
            <a:normAutofit/>
          </a:bodyPr>
          <a:lstStyle>
            <a:lvl1pPr algn="ctr">
              <a:lnSpc>
                <a:spcPct val="105000"/>
              </a:lnSpc>
              <a:defRPr sz="3900" baseline="0">
                <a:solidFill>
                  <a:schemeClr val="tx2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814584" y="4176133"/>
            <a:ext cx="4566475" cy="1038807"/>
          </a:xfrm>
        </p:spPr>
        <p:txBody>
          <a:bodyPr>
            <a:normAutofit/>
          </a:bodyPr>
          <a:lstStyle>
            <a:lvl1pPr marL="0" indent="0" algn="ctr">
              <a:lnSpc>
                <a:spcPct val="130000"/>
              </a:lnSpc>
              <a:spcBef>
                <a:spcPts val="0"/>
              </a:spcBef>
              <a:buNone/>
              <a:defRPr sz="2000" baseline="0">
                <a:solidFill>
                  <a:schemeClr val="tx2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88499800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933699" y="2438401"/>
            <a:ext cx="4160520" cy="365760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7543751" y="2438401"/>
            <a:ext cx="4160520" cy="365760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1/2/2025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4254464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933699" y="566928"/>
            <a:ext cx="8770573" cy="1563624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33699" y="2456408"/>
            <a:ext cx="4160520" cy="823912"/>
          </a:xfrm>
        </p:spPr>
        <p:txBody>
          <a:bodyPr anchor="b"/>
          <a:lstStyle>
            <a:lvl1pPr marL="0" indent="0">
              <a:lnSpc>
                <a:spcPct val="99000"/>
              </a:lnSpc>
              <a:buNone/>
              <a:defRPr sz="2400" b="0" baseline="0">
                <a:solidFill>
                  <a:schemeClr val="accent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33699" y="3316641"/>
            <a:ext cx="4160520" cy="277936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7543751" y="2456408"/>
            <a:ext cx="4160520" cy="823912"/>
          </a:xfrm>
        </p:spPr>
        <p:txBody>
          <a:bodyPr anchor="b"/>
          <a:lstStyle>
            <a:lvl1pPr marL="0" indent="0">
              <a:lnSpc>
                <a:spcPct val="99000"/>
              </a:lnSpc>
              <a:buNone/>
              <a:defRPr sz="2400" b="0" baseline="0">
                <a:solidFill>
                  <a:schemeClr val="accent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7543751" y="3316641"/>
            <a:ext cx="4160520" cy="277936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1/2/2025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9118101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1/2/2025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7209326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 title="Feathers"/>
          <p:cNvGrpSpPr/>
          <p:nvPr/>
        </p:nvGrpSpPr>
        <p:grpSpPr>
          <a:xfrm>
            <a:off x="400715" y="362425"/>
            <a:ext cx="3495979" cy="6204388"/>
            <a:chOff x="400714" y="362425"/>
            <a:chExt cx="3495979" cy="6204388"/>
          </a:xfrm>
        </p:grpSpPr>
        <p:sp>
          <p:nvSpPr>
            <p:cNvPr id="6" name="Freeform 5"/>
            <p:cNvSpPr>
              <a:spLocks noEditPoints="1"/>
            </p:cNvSpPr>
            <p:nvPr/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7" name="Freeform 15"/>
            <p:cNvSpPr>
              <a:spLocks noEditPoints="1"/>
            </p:cNvSpPr>
            <p:nvPr/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1/2/2025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115131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400" userDrawn="1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Freeform 15" title="Feather"/>
          <p:cNvSpPr>
            <a:spLocks noEditPoints="1"/>
          </p:cNvSpPr>
          <p:nvPr/>
        </p:nvSpPr>
        <p:spPr bwMode="auto">
          <a:xfrm rot="2047334" flipH="1">
            <a:off x="8572458" y="453683"/>
            <a:ext cx="3409445" cy="5857295"/>
          </a:xfrm>
          <a:custGeom>
            <a:avLst/>
            <a:gdLst/>
            <a:ahLst/>
            <a:cxnLst/>
            <a:rect l="0" t="0" r="r" b="b"/>
            <a:pathLst>
              <a:path w="869" h="1495">
                <a:moveTo>
                  <a:pt x="865" y="156"/>
                </a:moveTo>
                <a:cubicBezTo>
                  <a:pt x="856" y="165"/>
                  <a:pt x="851" y="173"/>
                  <a:pt x="844" y="182"/>
                </a:cubicBezTo>
                <a:cubicBezTo>
                  <a:pt x="804" y="216"/>
                  <a:pt x="802" y="216"/>
                  <a:pt x="800" y="216"/>
                </a:cubicBezTo>
                <a:cubicBezTo>
                  <a:pt x="775" y="232"/>
                  <a:pt x="768" y="237"/>
                  <a:pt x="760" y="239"/>
                </a:cubicBezTo>
                <a:cubicBezTo>
                  <a:pt x="699" y="279"/>
                  <a:pt x="696" y="275"/>
                  <a:pt x="693" y="278"/>
                </a:cubicBezTo>
                <a:cubicBezTo>
                  <a:pt x="706" y="270"/>
                  <a:pt x="707" y="266"/>
                  <a:pt x="714" y="263"/>
                </a:cubicBezTo>
                <a:cubicBezTo>
                  <a:pt x="766" y="230"/>
                  <a:pt x="774" y="225"/>
                  <a:pt x="782" y="219"/>
                </a:cubicBezTo>
                <a:cubicBezTo>
                  <a:pt x="830" y="181"/>
                  <a:pt x="830" y="177"/>
                  <a:pt x="834" y="174"/>
                </a:cubicBezTo>
                <a:cubicBezTo>
                  <a:pt x="831" y="170"/>
                  <a:pt x="831" y="178"/>
                  <a:pt x="827" y="175"/>
                </a:cubicBezTo>
                <a:cubicBezTo>
                  <a:pt x="792" y="205"/>
                  <a:pt x="784" y="209"/>
                  <a:pt x="783" y="213"/>
                </a:cubicBezTo>
                <a:cubicBezTo>
                  <a:pt x="763" y="227"/>
                  <a:pt x="760" y="223"/>
                  <a:pt x="757" y="227"/>
                </a:cubicBezTo>
                <a:cubicBezTo>
                  <a:pt x="776" y="212"/>
                  <a:pt x="774" y="208"/>
                  <a:pt x="780" y="206"/>
                </a:cubicBezTo>
                <a:cubicBezTo>
                  <a:pt x="824" y="164"/>
                  <a:pt x="830" y="160"/>
                  <a:pt x="833" y="155"/>
                </a:cubicBezTo>
                <a:cubicBezTo>
                  <a:pt x="806" y="176"/>
                  <a:pt x="797" y="184"/>
                  <a:pt x="788" y="193"/>
                </a:cubicBezTo>
                <a:cubicBezTo>
                  <a:pt x="731" y="226"/>
                  <a:pt x="724" y="237"/>
                  <a:pt x="720" y="234"/>
                </a:cubicBezTo>
                <a:cubicBezTo>
                  <a:pt x="766" y="194"/>
                  <a:pt x="786" y="180"/>
                  <a:pt x="803" y="159"/>
                </a:cubicBezTo>
                <a:cubicBezTo>
                  <a:pt x="785" y="170"/>
                  <a:pt x="775" y="180"/>
                  <a:pt x="763" y="188"/>
                </a:cubicBezTo>
                <a:cubicBezTo>
                  <a:pt x="736" y="208"/>
                  <a:pt x="735" y="202"/>
                  <a:pt x="737" y="200"/>
                </a:cubicBezTo>
                <a:cubicBezTo>
                  <a:pt x="749" y="181"/>
                  <a:pt x="754" y="177"/>
                  <a:pt x="756" y="172"/>
                </a:cubicBezTo>
                <a:cubicBezTo>
                  <a:pt x="787" y="134"/>
                  <a:pt x="791" y="136"/>
                  <a:pt x="790" y="130"/>
                </a:cubicBezTo>
                <a:cubicBezTo>
                  <a:pt x="769" y="150"/>
                  <a:pt x="765" y="152"/>
                  <a:pt x="766" y="155"/>
                </a:cubicBezTo>
                <a:cubicBezTo>
                  <a:pt x="746" y="174"/>
                  <a:pt x="746" y="170"/>
                  <a:pt x="746" y="169"/>
                </a:cubicBezTo>
                <a:cubicBezTo>
                  <a:pt x="748" y="164"/>
                  <a:pt x="752" y="160"/>
                  <a:pt x="752" y="160"/>
                </a:cubicBezTo>
                <a:cubicBezTo>
                  <a:pt x="764" y="139"/>
                  <a:pt x="770" y="129"/>
                  <a:pt x="777" y="119"/>
                </a:cubicBezTo>
                <a:cubicBezTo>
                  <a:pt x="800" y="82"/>
                  <a:pt x="812" y="81"/>
                  <a:pt x="808" y="77"/>
                </a:cubicBezTo>
                <a:cubicBezTo>
                  <a:pt x="770" y="123"/>
                  <a:pt x="765" y="125"/>
                  <a:pt x="763" y="127"/>
                </a:cubicBezTo>
                <a:cubicBezTo>
                  <a:pt x="747" y="156"/>
                  <a:pt x="743" y="161"/>
                  <a:pt x="740" y="166"/>
                </a:cubicBezTo>
                <a:cubicBezTo>
                  <a:pt x="744" y="144"/>
                  <a:pt x="749" y="134"/>
                  <a:pt x="753" y="124"/>
                </a:cubicBezTo>
                <a:cubicBezTo>
                  <a:pt x="782" y="79"/>
                  <a:pt x="781" y="77"/>
                  <a:pt x="784" y="75"/>
                </a:cubicBezTo>
                <a:cubicBezTo>
                  <a:pt x="769" y="89"/>
                  <a:pt x="765" y="92"/>
                  <a:pt x="765" y="96"/>
                </a:cubicBezTo>
                <a:cubicBezTo>
                  <a:pt x="728" y="162"/>
                  <a:pt x="722" y="177"/>
                  <a:pt x="718" y="191"/>
                </a:cubicBezTo>
                <a:cubicBezTo>
                  <a:pt x="710" y="205"/>
                  <a:pt x="719" y="210"/>
                  <a:pt x="712" y="213"/>
                </a:cubicBezTo>
                <a:cubicBezTo>
                  <a:pt x="703" y="240"/>
                  <a:pt x="708" y="247"/>
                  <a:pt x="697" y="251"/>
                </a:cubicBezTo>
                <a:cubicBezTo>
                  <a:pt x="699" y="232"/>
                  <a:pt x="702" y="230"/>
                  <a:pt x="701" y="228"/>
                </a:cubicBezTo>
                <a:cubicBezTo>
                  <a:pt x="714" y="177"/>
                  <a:pt x="714" y="170"/>
                  <a:pt x="714" y="162"/>
                </a:cubicBezTo>
                <a:cubicBezTo>
                  <a:pt x="735" y="103"/>
                  <a:pt x="740" y="88"/>
                  <a:pt x="749" y="73"/>
                </a:cubicBezTo>
                <a:cubicBezTo>
                  <a:pt x="757" y="53"/>
                  <a:pt x="753" y="62"/>
                  <a:pt x="744" y="70"/>
                </a:cubicBezTo>
                <a:cubicBezTo>
                  <a:pt x="727" y="107"/>
                  <a:pt x="722" y="112"/>
                  <a:pt x="722" y="118"/>
                </a:cubicBezTo>
                <a:cubicBezTo>
                  <a:pt x="706" y="172"/>
                  <a:pt x="705" y="175"/>
                  <a:pt x="703" y="177"/>
                </a:cubicBezTo>
                <a:cubicBezTo>
                  <a:pt x="696" y="206"/>
                  <a:pt x="696" y="209"/>
                  <a:pt x="696" y="212"/>
                </a:cubicBezTo>
                <a:cubicBezTo>
                  <a:pt x="687" y="247"/>
                  <a:pt x="685" y="253"/>
                  <a:pt x="684" y="260"/>
                </a:cubicBezTo>
                <a:cubicBezTo>
                  <a:pt x="671" y="275"/>
                  <a:pt x="673" y="272"/>
                  <a:pt x="677" y="270"/>
                </a:cubicBezTo>
                <a:cubicBezTo>
                  <a:pt x="682" y="240"/>
                  <a:pt x="681" y="234"/>
                  <a:pt x="684" y="229"/>
                </a:cubicBezTo>
                <a:cubicBezTo>
                  <a:pt x="694" y="189"/>
                  <a:pt x="690" y="182"/>
                  <a:pt x="693" y="177"/>
                </a:cubicBezTo>
                <a:cubicBezTo>
                  <a:pt x="706" y="119"/>
                  <a:pt x="707" y="113"/>
                  <a:pt x="709" y="107"/>
                </a:cubicBezTo>
                <a:cubicBezTo>
                  <a:pt x="721" y="64"/>
                  <a:pt x="727" y="59"/>
                  <a:pt x="729" y="53"/>
                </a:cubicBezTo>
                <a:cubicBezTo>
                  <a:pt x="751" y="15"/>
                  <a:pt x="760" y="13"/>
                  <a:pt x="759" y="10"/>
                </a:cubicBezTo>
                <a:cubicBezTo>
                  <a:pt x="752" y="12"/>
                  <a:pt x="750" y="14"/>
                  <a:pt x="749" y="17"/>
                </a:cubicBezTo>
                <a:cubicBezTo>
                  <a:pt x="722" y="50"/>
                  <a:pt x="719" y="46"/>
                  <a:pt x="715" y="51"/>
                </a:cubicBezTo>
                <a:cubicBezTo>
                  <a:pt x="696" y="86"/>
                  <a:pt x="689" y="94"/>
                  <a:pt x="687" y="103"/>
                </a:cubicBezTo>
                <a:cubicBezTo>
                  <a:pt x="667" y="145"/>
                  <a:pt x="670" y="146"/>
                  <a:pt x="670" y="148"/>
                </a:cubicBezTo>
                <a:cubicBezTo>
                  <a:pt x="662" y="166"/>
                  <a:pt x="660" y="175"/>
                  <a:pt x="659" y="185"/>
                </a:cubicBezTo>
                <a:cubicBezTo>
                  <a:pt x="655" y="217"/>
                  <a:pt x="655" y="222"/>
                  <a:pt x="653" y="226"/>
                </a:cubicBezTo>
                <a:cubicBezTo>
                  <a:pt x="646" y="259"/>
                  <a:pt x="650" y="265"/>
                  <a:pt x="650" y="270"/>
                </a:cubicBezTo>
                <a:cubicBezTo>
                  <a:pt x="632" y="316"/>
                  <a:pt x="637" y="319"/>
                  <a:pt x="630" y="321"/>
                </a:cubicBezTo>
                <a:cubicBezTo>
                  <a:pt x="630" y="285"/>
                  <a:pt x="633" y="283"/>
                  <a:pt x="633" y="280"/>
                </a:cubicBezTo>
                <a:cubicBezTo>
                  <a:pt x="637" y="248"/>
                  <a:pt x="637" y="243"/>
                  <a:pt x="639" y="238"/>
                </a:cubicBezTo>
                <a:cubicBezTo>
                  <a:pt x="639" y="222"/>
                  <a:pt x="641" y="220"/>
                  <a:pt x="641" y="217"/>
                </a:cubicBezTo>
                <a:cubicBezTo>
                  <a:pt x="649" y="175"/>
                  <a:pt x="652" y="166"/>
                  <a:pt x="654" y="157"/>
                </a:cubicBezTo>
                <a:cubicBezTo>
                  <a:pt x="673" y="112"/>
                  <a:pt x="670" y="107"/>
                  <a:pt x="677" y="103"/>
                </a:cubicBezTo>
                <a:cubicBezTo>
                  <a:pt x="690" y="65"/>
                  <a:pt x="699" y="63"/>
                  <a:pt x="694" y="59"/>
                </a:cubicBezTo>
                <a:cubicBezTo>
                  <a:pt x="663" y="118"/>
                  <a:pt x="658" y="124"/>
                  <a:pt x="654" y="130"/>
                </a:cubicBezTo>
                <a:cubicBezTo>
                  <a:pt x="644" y="160"/>
                  <a:pt x="640" y="163"/>
                  <a:pt x="644" y="166"/>
                </a:cubicBezTo>
                <a:cubicBezTo>
                  <a:pt x="632" y="198"/>
                  <a:pt x="638" y="202"/>
                  <a:pt x="632" y="204"/>
                </a:cubicBezTo>
                <a:cubicBezTo>
                  <a:pt x="630" y="226"/>
                  <a:pt x="628" y="229"/>
                  <a:pt x="630" y="233"/>
                </a:cubicBezTo>
                <a:cubicBezTo>
                  <a:pt x="624" y="286"/>
                  <a:pt x="621" y="292"/>
                  <a:pt x="621" y="298"/>
                </a:cubicBezTo>
                <a:cubicBezTo>
                  <a:pt x="622" y="314"/>
                  <a:pt x="617" y="316"/>
                  <a:pt x="621" y="318"/>
                </a:cubicBezTo>
                <a:cubicBezTo>
                  <a:pt x="615" y="341"/>
                  <a:pt x="613" y="344"/>
                  <a:pt x="612" y="347"/>
                </a:cubicBezTo>
                <a:cubicBezTo>
                  <a:pt x="610" y="337"/>
                  <a:pt x="612" y="332"/>
                  <a:pt x="615" y="327"/>
                </a:cubicBezTo>
                <a:cubicBezTo>
                  <a:pt x="612" y="290"/>
                  <a:pt x="621" y="286"/>
                  <a:pt x="616" y="280"/>
                </a:cubicBezTo>
                <a:cubicBezTo>
                  <a:pt x="615" y="259"/>
                  <a:pt x="621" y="255"/>
                  <a:pt x="620" y="250"/>
                </a:cubicBezTo>
                <a:cubicBezTo>
                  <a:pt x="624" y="201"/>
                  <a:pt x="625" y="198"/>
                  <a:pt x="626" y="196"/>
                </a:cubicBezTo>
                <a:cubicBezTo>
                  <a:pt x="635" y="171"/>
                  <a:pt x="633" y="168"/>
                  <a:pt x="634" y="166"/>
                </a:cubicBezTo>
                <a:cubicBezTo>
                  <a:pt x="642" y="141"/>
                  <a:pt x="642" y="139"/>
                  <a:pt x="642" y="136"/>
                </a:cubicBezTo>
                <a:cubicBezTo>
                  <a:pt x="655" y="109"/>
                  <a:pt x="657" y="104"/>
                  <a:pt x="662" y="99"/>
                </a:cubicBezTo>
                <a:cubicBezTo>
                  <a:pt x="645" y="113"/>
                  <a:pt x="645" y="122"/>
                  <a:pt x="637" y="130"/>
                </a:cubicBezTo>
                <a:cubicBezTo>
                  <a:pt x="617" y="197"/>
                  <a:pt x="614" y="202"/>
                  <a:pt x="614" y="207"/>
                </a:cubicBezTo>
                <a:cubicBezTo>
                  <a:pt x="613" y="227"/>
                  <a:pt x="609" y="228"/>
                  <a:pt x="612" y="231"/>
                </a:cubicBezTo>
                <a:cubicBezTo>
                  <a:pt x="612" y="251"/>
                  <a:pt x="612" y="254"/>
                  <a:pt x="608" y="256"/>
                </a:cubicBezTo>
                <a:cubicBezTo>
                  <a:pt x="608" y="278"/>
                  <a:pt x="607" y="283"/>
                  <a:pt x="607" y="289"/>
                </a:cubicBezTo>
                <a:cubicBezTo>
                  <a:pt x="595" y="363"/>
                  <a:pt x="592" y="374"/>
                  <a:pt x="587" y="384"/>
                </a:cubicBezTo>
                <a:cubicBezTo>
                  <a:pt x="589" y="326"/>
                  <a:pt x="592" y="323"/>
                  <a:pt x="592" y="319"/>
                </a:cubicBezTo>
                <a:cubicBezTo>
                  <a:pt x="594" y="243"/>
                  <a:pt x="593" y="240"/>
                  <a:pt x="594" y="237"/>
                </a:cubicBezTo>
                <a:cubicBezTo>
                  <a:pt x="597" y="223"/>
                  <a:pt x="596" y="219"/>
                  <a:pt x="596" y="216"/>
                </a:cubicBezTo>
                <a:cubicBezTo>
                  <a:pt x="608" y="177"/>
                  <a:pt x="610" y="170"/>
                  <a:pt x="614" y="163"/>
                </a:cubicBezTo>
                <a:cubicBezTo>
                  <a:pt x="624" y="125"/>
                  <a:pt x="623" y="130"/>
                  <a:pt x="621" y="134"/>
                </a:cubicBezTo>
                <a:cubicBezTo>
                  <a:pt x="598" y="185"/>
                  <a:pt x="595" y="190"/>
                  <a:pt x="594" y="195"/>
                </a:cubicBezTo>
                <a:cubicBezTo>
                  <a:pt x="583" y="227"/>
                  <a:pt x="590" y="232"/>
                  <a:pt x="586" y="235"/>
                </a:cubicBezTo>
                <a:cubicBezTo>
                  <a:pt x="585" y="269"/>
                  <a:pt x="583" y="276"/>
                  <a:pt x="584" y="284"/>
                </a:cubicBezTo>
                <a:cubicBezTo>
                  <a:pt x="583" y="334"/>
                  <a:pt x="581" y="338"/>
                  <a:pt x="584" y="342"/>
                </a:cubicBezTo>
                <a:cubicBezTo>
                  <a:pt x="578" y="377"/>
                  <a:pt x="579" y="381"/>
                  <a:pt x="575" y="384"/>
                </a:cubicBezTo>
                <a:cubicBezTo>
                  <a:pt x="572" y="368"/>
                  <a:pt x="578" y="365"/>
                  <a:pt x="575" y="361"/>
                </a:cubicBezTo>
                <a:cubicBezTo>
                  <a:pt x="580" y="316"/>
                  <a:pt x="571" y="307"/>
                  <a:pt x="578" y="300"/>
                </a:cubicBezTo>
                <a:cubicBezTo>
                  <a:pt x="572" y="220"/>
                  <a:pt x="574" y="213"/>
                  <a:pt x="573" y="205"/>
                </a:cubicBezTo>
                <a:cubicBezTo>
                  <a:pt x="581" y="177"/>
                  <a:pt x="576" y="169"/>
                  <a:pt x="580" y="163"/>
                </a:cubicBezTo>
                <a:cubicBezTo>
                  <a:pt x="594" y="117"/>
                  <a:pt x="601" y="111"/>
                  <a:pt x="598" y="103"/>
                </a:cubicBezTo>
                <a:cubicBezTo>
                  <a:pt x="577" y="151"/>
                  <a:pt x="576" y="154"/>
                  <a:pt x="573" y="156"/>
                </a:cubicBezTo>
                <a:cubicBezTo>
                  <a:pt x="562" y="241"/>
                  <a:pt x="563" y="252"/>
                  <a:pt x="564" y="263"/>
                </a:cubicBezTo>
                <a:cubicBezTo>
                  <a:pt x="569" y="302"/>
                  <a:pt x="564" y="307"/>
                  <a:pt x="568" y="312"/>
                </a:cubicBezTo>
                <a:cubicBezTo>
                  <a:pt x="566" y="341"/>
                  <a:pt x="565" y="352"/>
                  <a:pt x="568" y="364"/>
                </a:cubicBezTo>
                <a:cubicBezTo>
                  <a:pt x="553" y="423"/>
                  <a:pt x="553" y="420"/>
                  <a:pt x="555" y="417"/>
                </a:cubicBezTo>
                <a:cubicBezTo>
                  <a:pt x="556" y="394"/>
                  <a:pt x="560" y="392"/>
                  <a:pt x="558" y="388"/>
                </a:cubicBezTo>
                <a:cubicBezTo>
                  <a:pt x="561" y="333"/>
                  <a:pt x="563" y="331"/>
                  <a:pt x="562" y="329"/>
                </a:cubicBezTo>
                <a:cubicBezTo>
                  <a:pt x="559" y="274"/>
                  <a:pt x="553" y="255"/>
                  <a:pt x="554" y="236"/>
                </a:cubicBezTo>
                <a:cubicBezTo>
                  <a:pt x="554" y="218"/>
                  <a:pt x="555" y="214"/>
                  <a:pt x="554" y="209"/>
                </a:cubicBezTo>
                <a:cubicBezTo>
                  <a:pt x="559" y="193"/>
                  <a:pt x="557" y="190"/>
                  <a:pt x="559" y="188"/>
                </a:cubicBezTo>
                <a:cubicBezTo>
                  <a:pt x="569" y="145"/>
                  <a:pt x="573" y="136"/>
                  <a:pt x="573" y="126"/>
                </a:cubicBezTo>
                <a:cubicBezTo>
                  <a:pt x="557" y="167"/>
                  <a:pt x="554" y="173"/>
                  <a:pt x="555" y="179"/>
                </a:cubicBezTo>
                <a:cubicBezTo>
                  <a:pt x="548" y="204"/>
                  <a:pt x="545" y="211"/>
                  <a:pt x="547" y="219"/>
                </a:cubicBezTo>
                <a:cubicBezTo>
                  <a:pt x="545" y="249"/>
                  <a:pt x="547" y="257"/>
                  <a:pt x="548" y="265"/>
                </a:cubicBezTo>
                <a:cubicBezTo>
                  <a:pt x="553" y="302"/>
                  <a:pt x="551" y="305"/>
                  <a:pt x="550" y="308"/>
                </a:cubicBezTo>
                <a:cubicBezTo>
                  <a:pt x="556" y="350"/>
                  <a:pt x="553" y="352"/>
                  <a:pt x="554" y="354"/>
                </a:cubicBezTo>
                <a:cubicBezTo>
                  <a:pt x="551" y="391"/>
                  <a:pt x="544" y="394"/>
                  <a:pt x="549" y="399"/>
                </a:cubicBezTo>
                <a:cubicBezTo>
                  <a:pt x="548" y="423"/>
                  <a:pt x="541" y="425"/>
                  <a:pt x="543" y="428"/>
                </a:cubicBezTo>
                <a:cubicBezTo>
                  <a:pt x="534" y="435"/>
                  <a:pt x="534" y="428"/>
                  <a:pt x="538" y="422"/>
                </a:cubicBezTo>
                <a:cubicBezTo>
                  <a:pt x="537" y="386"/>
                  <a:pt x="541" y="383"/>
                  <a:pt x="540" y="379"/>
                </a:cubicBezTo>
                <a:cubicBezTo>
                  <a:pt x="538" y="342"/>
                  <a:pt x="537" y="338"/>
                  <a:pt x="538" y="333"/>
                </a:cubicBezTo>
                <a:cubicBezTo>
                  <a:pt x="535" y="297"/>
                  <a:pt x="532" y="288"/>
                  <a:pt x="531" y="280"/>
                </a:cubicBezTo>
                <a:cubicBezTo>
                  <a:pt x="528" y="237"/>
                  <a:pt x="531" y="236"/>
                  <a:pt x="530" y="234"/>
                </a:cubicBezTo>
                <a:cubicBezTo>
                  <a:pt x="531" y="195"/>
                  <a:pt x="535" y="192"/>
                  <a:pt x="534" y="187"/>
                </a:cubicBezTo>
                <a:cubicBezTo>
                  <a:pt x="537" y="169"/>
                  <a:pt x="538" y="165"/>
                  <a:pt x="539" y="161"/>
                </a:cubicBezTo>
                <a:cubicBezTo>
                  <a:pt x="534" y="156"/>
                  <a:pt x="534" y="160"/>
                  <a:pt x="532" y="164"/>
                </a:cubicBezTo>
                <a:cubicBezTo>
                  <a:pt x="527" y="184"/>
                  <a:pt x="527" y="187"/>
                  <a:pt x="528" y="189"/>
                </a:cubicBezTo>
                <a:cubicBezTo>
                  <a:pt x="521" y="228"/>
                  <a:pt x="522" y="230"/>
                  <a:pt x="522" y="232"/>
                </a:cubicBezTo>
                <a:cubicBezTo>
                  <a:pt x="521" y="256"/>
                  <a:pt x="520" y="257"/>
                  <a:pt x="522" y="259"/>
                </a:cubicBezTo>
                <a:cubicBezTo>
                  <a:pt x="527" y="285"/>
                  <a:pt x="520" y="288"/>
                  <a:pt x="524" y="293"/>
                </a:cubicBezTo>
                <a:cubicBezTo>
                  <a:pt x="532" y="343"/>
                  <a:pt x="530" y="351"/>
                  <a:pt x="534" y="361"/>
                </a:cubicBezTo>
                <a:cubicBezTo>
                  <a:pt x="531" y="378"/>
                  <a:pt x="529" y="380"/>
                  <a:pt x="532" y="382"/>
                </a:cubicBezTo>
                <a:cubicBezTo>
                  <a:pt x="530" y="417"/>
                  <a:pt x="530" y="421"/>
                  <a:pt x="528" y="424"/>
                </a:cubicBezTo>
                <a:cubicBezTo>
                  <a:pt x="523" y="442"/>
                  <a:pt x="525" y="445"/>
                  <a:pt x="522" y="444"/>
                </a:cubicBezTo>
                <a:cubicBezTo>
                  <a:pt x="523" y="396"/>
                  <a:pt x="516" y="383"/>
                  <a:pt x="519" y="372"/>
                </a:cubicBezTo>
                <a:cubicBezTo>
                  <a:pt x="517" y="348"/>
                  <a:pt x="514" y="341"/>
                  <a:pt x="515" y="335"/>
                </a:cubicBezTo>
                <a:cubicBezTo>
                  <a:pt x="506" y="291"/>
                  <a:pt x="509" y="286"/>
                  <a:pt x="507" y="280"/>
                </a:cubicBezTo>
                <a:cubicBezTo>
                  <a:pt x="508" y="220"/>
                  <a:pt x="509" y="215"/>
                  <a:pt x="510" y="209"/>
                </a:cubicBezTo>
                <a:cubicBezTo>
                  <a:pt x="513" y="185"/>
                  <a:pt x="512" y="178"/>
                  <a:pt x="516" y="173"/>
                </a:cubicBezTo>
                <a:cubicBezTo>
                  <a:pt x="515" y="159"/>
                  <a:pt x="514" y="162"/>
                  <a:pt x="512" y="164"/>
                </a:cubicBezTo>
                <a:cubicBezTo>
                  <a:pt x="505" y="191"/>
                  <a:pt x="507" y="196"/>
                  <a:pt x="504" y="201"/>
                </a:cubicBezTo>
                <a:cubicBezTo>
                  <a:pt x="500" y="221"/>
                  <a:pt x="502" y="226"/>
                  <a:pt x="501" y="230"/>
                </a:cubicBezTo>
                <a:cubicBezTo>
                  <a:pt x="498" y="248"/>
                  <a:pt x="500" y="251"/>
                  <a:pt x="500" y="253"/>
                </a:cubicBezTo>
                <a:cubicBezTo>
                  <a:pt x="496" y="271"/>
                  <a:pt x="502" y="275"/>
                  <a:pt x="498" y="277"/>
                </a:cubicBezTo>
                <a:cubicBezTo>
                  <a:pt x="497" y="300"/>
                  <a:pt x="497" y="294"/>
                  <a:pt x="497" y="290"/>
                </a:cubicBezTo>
                <a:cubicBezTo>
                  <a:pt x="494" y="271"/>
                  <a:pt x="495" y="268"/>
                  <a:pt x="495" y="266"/>
                </a:cubicBezTo>
                <a:cubicBezTo>
                  <a:pt x="494" y="202"/>
                  <a:pt x="495" y="187"/>
                  <a:pt x="499" y="173"/>
                </a:cubicBezTo>
                <a:cubicBezTo>
                  <a:pt x="501" y="135"/>
                  <a:pt x="510" y="133"/>
                  <a:pt x="503" y="128"/>
                </a:cubicBezTo>
                <a:cubicBezTo>
                  <a:pt x="490" y="173"/>
                  <a:pt x="490" y="178"/>
                  <a:pt x="489" y="183"/>
                </a:cubicBezTo>
                <a:cubicBezTo>
                  <a:pt x="485" y="220"/>
                  <a:pt x="485" y="223"/>
                  <a:pt x="485" y="225"/>
                </a:cubicBezTo>
                <a:cubicBezTo>
                  <a:pt x="484" y="256"/>
                  <a:pt x="483" y="258"/>
                  <a:pt x="486" y="261"/>
                </a:cubicBezTo>
                <a:cubicBezTo>
                  <a:pt x="484" y="277"/>
                  <a:pt x="489" y="280"/>
                  <a:pt x="487" y="282"/>
                </a:cubicBezTo>
                <a:cubicBezTo>
                  <a:pt x="498" y="337"/>
                  <a:pt x="496" y="347"/>
                  <a:pt x="502" y="357"/>
                </a:cubicBezTo>
                <a:cubicBezTo>
                  <a:pt x="506" y="408"/>
                  <a:pt x="505" y="413"/>
                  <a:pt x="503" y="418"/>
                </a:cubicBezTo>
                <a:cubicBezTo>
                  <a:pt x="505" y="450"/>
                  <a:pt x="505" y="453"/>
                  <a:pt x="503" y="455"/>
                </a:cubicBezTo>
                <a:cubicBezTo>
                  <a:pt x="499" y="471"/>
                  <a:pt x="503" y="479"/>
                  <a:pt x="498" y="475"/>
                </a:cubicBezTo>
                <a:cubicBezTo>
                  <a:pt x="493" y="426"/>
                  <a:pt x="495" y="423"/>
                  <a:pt x="495" y="419"/>
                </a:cubicBezTo>
                <a:cubicBezTo>
                  <a:pt x="485" y="375"/>
                  <a:pt x="480" y="366"/>
                  <a:pt x="483" y="359"/>
                </a:cubicBezTo>
                <a:cubicBezTo>
                  <a:pt x="470" y="321"/>
                  <a:pt x="476" y="319"/>
                  <a:pt x="470" y="314"/>
                </a:cubicBezTo>
                <a:cubicBezTo>
                  <a:pt x="459" y="218"/>
                  <a:pt x="466" y="212"/>
                  <a:pt x="462" y="204"/>
                </a:cubicBezTo>
                <a:cubicBezTo>
                  <a:pt x="457" y="195"/>
                  <a:pt x="457" y="204"/>
                  <a:pt x="457" y="213"/>
                </a:cubicBezTo>
                <a:cubicBezTo>
                  <a:pt x="457" y="232"/>
                  <a:pt x="452" y="236"/>
                  <a:pt x="455" y="241"/>
                </a:cubicBezTo>
                <a:cubicBezTo>
                  <a:pt x="454" y="275"/>
                  <a:pt x="459" y="280"/>
                  <a:pt x="456" y="285"/>
                </a:cubicBezTo>
                <a:cubicBezTo>
                  <a:pt x="462" y="317"/>
                  <a:pt x="462" y="322"/>
                  <a:pt x="465" y="327"/>
                </a:cubicBezTo>
                <a:cubicBezTo>
                  <a:pt x="475" y="362"/>
                  <a:pt x="473" y="368"/>
                  <a:pt x="475" y="375"/>
                </a:cubicBezTo>
                <a:cubicBezTo>
                  <a:pt x="478" y="394"/>
                  <a:pt x="483" y="397"/>
                  <a:pt x="481" y="400"/>
                </a:cubicBezTo>
                <a:cubicBezTo>
                  <a:pt x="484" y="436"/>
                  <a:pt x="490" y="444"/>
                  <a:pt x="487" y="449"/>
                </a:cubicBezTo>
                <a:cubicBezTo>
                  <a:pt x="483" y="480"/>
                  <a:pt x="490" y="485"/>
                  <a:pt x="488" y="488"/>
                </a:cubicBezTo>
                <a:cubicBezTo>
                  <a:pt x="483" y="503"/>
                  <a:pt x="485" y="499"/>
                  <a:pt x="485" y="495"/>
                </a:cubicBezTo>
                <a:cubicBezTo>
                  <a:pt x="486" y="464"/>
                  <a:pt x="482" y="459"/>
                  <a:pt x="483" y="454"/>
                </a:cubicBezTo>
                <a:cubicBezTo>
                  <a:pt x="474" y="394"/>
                  <a:pt x="466" y="388"/>
                  <a:pt x="469" y="384"/>
                </a:cubicBezTo>
                <a:cubicBezTo>
                  <a:pt x="462" y="348"/>
                  <a:pt x="459" y="346"/>
                  <a:pt x="457" y="346"/>
                </a:cubicBezTo>
                <a:cubicBezTo>
                  <a:pt x="449" y="328"/>
                  <a:pt x="460" y="322"/>
                  <a:pt x="453" y="324"/>
                </a:cubicBezTo>
                <a:cubicBezTo>
                  <a:pt x="446" y="286"/>
                  <a:pt x="449" y="281"/>
                  <a:pt x="445" y="276"/>
                </a:cubicBezTo>
                <a:cubicBezTo>
                  <a:pt x="449" y="241"/>
                  <a:pt x="443" y="235"/>
                  <a:pt x="444" y="230"/>
                </a:cubicBezTo>
                <a:cubicBezTo>
                  <a:pt x="450" y="210"/>
                  <a:pt x="442" y="203"/>
                  <a:pt x="449" y="199"/>
                </a:cubicBezTo>
                <a:cubicBezTo>
                  <a:pt x="454" y="163"/>
                  <a:pt x="461" y="159"/>
                  <a:pt x="458" y="153"/>
                </a:cubicBezTo>
                <a:cubicBezTo>
                  <a:pt x="444" y="191"/>
                  <a:pt x="439" y="200"/>
                  <a:pt x="440" y="211"/>
                </a:cubicBezTo>
                <a:cubicBezTo>
                  <a:pt x="435" y="250"/>
                  <a:pt x="436" y="261"/>
                  <a:pt x="437" y="271"/>
                </a:cubicBezTo>
                <a:cubicBezTo>
                  <a:pt x="442" y="313"/>
                  <a:pt x="444" y="323"/>
                  <a:pt x="448" y="335"/>
                </a:cubicBezTo>
                <a:cubicBezTo>
                  <a:pt x="458" y="387"/>
                  <a:pt x="461" y="393"/>
                  <a:pt x="460" y="398"/>
                </a:cubicBezTo>
                <a:cubicBezTo>
                  <a:pt x="473" y="464"/>
                  <a:pt x="476" y="471"/>
                  <a:pt x="475" y="477"/>
                </a:cubicBezTo>
                <a:cubicBezTo>
                  <a:pt x="472" y="519"/>
                  <a:pt x="470" y="522"/>
                  <a:pt x="473" y="526"/>
                </a:cubicBezTo>
                <a:cubicBezTo>
                  <a:pt x="466" y="546"/>
                  <a:pt x="465" y="547"/>
                  <a:pt x="465" y="548"/>
                </a:cubicBezTo>
                <a:cubicBezTo>
                  <a:pt x="459" y="507"/>
                  <a:pt x="462" y="504"/>
                  <a:pt x="463" y="501"/>
                </a:cubicBezTo>
                <a:cubicBezTo>
                  <a:pt x="458" y="462"/>
                  <a:pt x="451" y="454"/>
                  <a:pt x="451" y="448"/>
                </a:cubicBezTo>
                <a:cubicBezTo>
                  <a:pt x="436" y="412"/>
                  <a:pt x="440" y="409"/>
                  <a:pt x="436" y="405"/>
                </a:cubicBezTo>
                <a:cubicBezTo>
                  <a:pt x="427" y="372"/>
                  <a:pt x="429" y="369"/>
                  <a:pt x="426" y="365"/>
                </a:cubicBezTo>
                <a:cubicBezTo>
                  <a:pt x="421" y="351"/>
                  <a:pt x="423" y="350"/>
                  <a:pt x="421" y="347"/>
                </a:cubicBezTo>
                <a:cubicBezTo>
                  <a:pt x="417" y="313"/>
                  <a:pt x="414" y="309"/>
                  <a:pt x="415" y="305"/>
                </a:cubicBezTo>
                <a:cubicBezTo>
                  <a:pt x="416" y="260"/>
                  <a:pt x="418" y="257"/>
                  <a:pt x="414" y="253"/>
                </a:cubicBezTo>
                <a:cubicBezTo>
                  <a:pt x="416" y="237"/>
                  <a:pt x="416" y="229"/>
                  <a:pt x="414" y="222"/>
                </a:cubicBezTo>
                <a:cubicBezTo>
                  <a:pt x="416" y="200"/>
                  <a:pt x="418" y="197"/>
                  <a:pt x="418" y="194"/>
                </a:cubicBezTo>
                <a:cubicBezTo>
                  <a:pt x="414" y="206"/>
                  <a:pt x="410" y="211"/>
                  <a:pt x="412" y="216"/>
                </a:cubicBezTo>
                <a:cubicBezTo>
                  <a:pt x="409" y="236"/>
                  <a:pt x="410" y="242"/>
                  <a:pt x="410" y="247"/>
                </a:cubicBezTo>
                <a:cubicBezTo>
                  <a:pt x="407" y="327"/>
                  <a:pt x="412" y="332"/>
                  <a:pt x="410" y="335"/>
                </a:cubicBezTo>
                <a:cubicBezTo>
                  <a:pt x="414" y="368"/>
                  <a:pt x="422" y="373"/>
                  <a:pt x="420" y="377"/>
                </a:cubicBezTo>
                <a:cubicBezTo>
                  <a:pt x="438" y="439"/>
                  <a:pt x="445" y="459"/>
                  <a:pt x="448" y="477"/>
                </a:cubicBezTo>
                <a:cubicBezTo>
                  <a:pt x="451" y="509"/>
                  <a:pt x="452" y="514"/>
                  <a:pt x="453" y="518"/>
                </a:cubicBezTo>
                <a:cubicBezTo>
                  <a:pt x="449" y="518"/>
                  <a:pt x="452" y="515"/>
                  <a:pt x="448" y="512"/>
                </a:cubicBezTo>
                <a:cubicBezTo>
                  <a:pt x="443" y="484"/>
                  <a:pt x="442" y="477"/>
                  <a:pt x="441" y="470"/>
                </a:cubicBezTo>
                <a:cubicBezTo>
                  <a:pt x="432" y="436"/>
                  <a:pt x="429" y="432"/>
                  <a:pt x="428" y="428"/>
                </a:cubicBezTo>
                <a:cubicBezTo>
                  <a:pt x="416" y="393"/>
                  <a:pt x="413" y="389"/>
                  <a:pt x="414" y="386"/>
                </a:cubicBezTo>
                <a:cubicBezTo>
                  <a:pt x="407" y="359"/>
                  <a:pt x="405" y="356"/>
                  <a:pt x="403" y="350"/>
                </a:cubicBezTo>
                <a:cubicBezTo>
                  <a:pt x="401" y="334"/>
                  <a:pt x="403" y="333"/>
                  <a:pt x="403" y="333"/>
                </a:cubicBezTo>
                <a:cubicBezTo>
                  <a:pt x="401" y="321"/>
                  <a:pt x="400" y="317"/>
                  <a:pt x="399" y="314"/>
                </a:cubicBezTo>
                <a:cubicBezTo>
                  <a:pt x="395" y="298"/>
                  <a:pt x="397" y="295"/>
                  <a:pt x="396" y="293"/>
                </a:cubicBezTo>
                <a:cubicBezTo>
                  <a:pt x="390" y="256"/>
                  <a:pt x="396" y="250"/>
                  <a:pt x="392" y="243"/>
                </a:cubicBezTo>
                <a:cubicBezTo>
                  <a:pt x="394" y="217"/>
                  <a:pt x="395" y="215"/>
                  <a:pt x="395" y="213"/>
                </a:cubicBezTo>
                <a:cubicBezTo>
                  <a:pt x="388" y="211"/>
                  <a:pt x="391" y="212"/>
                  <a:pt x="391" y="214"/>
                </a:cubicBezTo>
                <a:cubicBezTo>
                  <a:pt x="386" y="231"/>
                  <a:pt x="389" y="235"/>
                  <a:pt x="386" y="237"/>
                </a:cubicBezTo>
                <a:cubicBezTo>
                  <a:pt x="387" y="268"/>
                  <a:pt x="385" y="271"/>
                  <a:pt x="388" y="275"/>
                </a:cubicBezTo>
                <a:cubicBezTo>
                  <a:pt x="391" y="325"/>
                  <a:pt x="397" y="338"/>
                  <a:pt x="393" y="350"/>
                </a:cubicBezTo>
                <a:cubicBezTo>
                  <a:pt x="405" y="382"/>
                  <a:pt x="403" y="390"/>
                  <a:pt x="408" y="398"/>
                </a:cubicBezTo>
                <a:cubicBezTo>
                  <a:pt x="419" y="430"/>
                  <a:pt x="421" y="438"/>
                  <a:pt x="423" y="446"/>
                </a:cubicBezTo>
                <a:cubicBezTo>
                  <a:pt x="436" y="483"/>
                  <a:pt x="432" y="487"/>
                  <a:pt x="436" y="491"/>
                </a:cubicBezTo>
                <a:cubicBezTo>
                  <a:pt x="440" y="554"/>
                  <a:pt x="443" y="558"/>
                  <a:pt x="443" y="562"/>
                </a:cubicBezTo>
                <a:cubicBezTo>
                  <a:pt x="428" y="572"/>
                  <a:pt x="429" y="568"/>
                  <a:pt x="430" y="564"/>
                </a:cubicBezTo>
                <a:cubicBezTo>
                  <a:pt x="417" y="498"/>
                  <a:pt x="416" y="485"/>
                  <a:pt x="415" y="472"/>
                </a:cubicBezTo>
                <a:cubicBezTo>
                  <a:pt x="409" y="449"/>
                  <a:pt x="405" y="442"/>
                  <a:pt x="406" y="436"/>
                </a:cubicBezTo>
                <a:cubicBezTo>
                  <a:pt x="401" y="421"/>
                  <a:pt x="398" y="415"/>
                  <a:pt x="398" y="411"/>
                </a:cubicBezTo>
                <a:cubicBezTo>
                  <a:pt x="393" y="374"/>
                  <a:pt x="387" y="375"/>
                  <a:pt x="389" y="372"/>
                </a:cubicBezTo>
                <a:cubicBezTo>
                  <a:pt x="382" y="312"/>
                  <a:pt x="377" y="293"/>
                  <a:pt x="381" y="275"/>
                </a:cubicBezTo>
                <a:cubicBezTo>
                  <a:pt x="385" y="244"/>
                  <a:pt x="380" y="238"/>
                  <a:pt x="383" y="234"/>
                </a:cubicBezTo>
                <a:cubicBezTo>
                  <a:pt x="377" y="239"/>
                  <a:pt x="376" y="242"/>
                  <a:pt x="376" y="244"/>
                </a:cubicBezTo>
                <a:cubicBezTo>
                  <a:pt x="375" y="300"/>
                  <a:pt x="373" y="312"/>
                  <a:pt x="372" y="324"/>
                </a:cubicBezTo>
                <a:cubicBezTo>
                  <a:pt x="386" y="402"/>
                  <a:pt x="389" y="407"/>
                  <a:pt x="389" y="412"/>
                </a:cubicBezTo>
                <a:cubicBezTo>
                  <a:pt x="411" y="512"/>
                  <a:pt x="416" y="522"/>
                  <a:pt x="416" y="532"/>
                </a:cubicBezTo>
                <a:cubicBezTo>
                  <a:pt x="418" y="573"/>
                  <a:pt x="419" y="584"/>
                  <a:pt x="420" y="595"/>
                </a:cubicBezTo>
                <a:cubicBezTo>
                  <a:pt x="411" y="622"/>
                  <a:pt x="419" y="616"/>
                  <a:pt x="413" y="608"/>
                </a:cubicBezTo>
                <a:cubicBezTo>
                  <a:pt x="406" y="541"/>
                  <a:pt x="407" y="534"/>
                  <a:pt x="403" y="527"/>
                </a:cubicBezTo>
                <a:cubicBezTo>
                  <a:pt x="394" y="499"/>
                  <a:pt x="398" y="493"/>
                  <a:pt x="395" y="486"/>
                </a:cubicBezTo>
                <a:cubicBezTo>
                  <a:pt x="376" y="417"/>
                  <a:pt x="378" y="413"/>
                  <a:pt x="374" y="408"/>
                </a:cubicBezTo>
                <a:cubicBezTo>
                  <a:pt x="370" y="378"/>
                  <a:pt x="365" y="372"/>
                  <a:pt x="367" y="369"/>
                </a:cubicBezTo>
                <a:cubicBezTo>
                  <a:pt x="363" y="308"/>
                  <a:pt x="356" y="298"/>
                  <a:pt x="360" y="290"/>
                </a:cubicBezTo>
                <a:cubicBezTo>
                  <a:pt x="362" y="248"/>
                  <a:pt x="362" y="244"/>
                  <a:pt x="362" y="239"/>
                </a:cubicBezTo>
                <a:cubicBezTo>
                  <a:pt x="363" y="220"/>
                  <a:pt x="361" y="223"/>
                  <a:pt x="360" y="226"/>
                </a:cubicBezTo>
                <a:cubicBezTo>
                  <a:pt x="358" y="241"/>
                  <a:pt x="353" y="244"/>
                  <a:pt x="357" y="248"/>
                </a:cubicBezTo>
                <a:cubicBezTo>
                  <a:pt x="352" y="267"/>
                  <a:pt x="356" y="270"/>
                  <a:pt x="351" y="272"/>
                </a:cubicBezTo>
                <a:cubicBezTo>
                  <a:pt x="350" y="303"/>
                  <a:pt x="355" y="306"/>
                  <a:pt x="353" y="308"/>
                </a:cubicBezTo>
                <a:cubicBezTo>
                  <a:pt x="351" y="332"/>
                  <a:pt x="356" y="338"/>
                  <a:pt x="353" y="342"/>
                </a:cubicBezTo>
                <a:cubicBezTo>
                  <a:pt x="363" y="389"/>
                  <a:pt x="362" y="393"/>
                  <a:pt x="367" y="398"/>
                </a:cubicBezTo>
                <a:cubicBezTo>
                  <a:pt x="367" y="433"/>
                  <a:pt x="379" y="443"/>
                  <a:pt x="375" y="451"/>
                </a:cubicBezTo>
                <a:cubicBezTo>
                  <a:pt x="395" y="536"/>
                  <a:pt x="399" y="541"/>
                  <a:pt x="399" y="545"/>
                </a:cubicBezTo>
                <a:cubicBezTo>
                  <a:pt x="400" y="576"/>
                  <a:pt x="402" y="581"/>
                  <a:pt x="406" y="586"/>
                </a:cubicBezTo>
                <a:cubicBezTo>
                  <a:pt x="406" y="605"/>
                  <a:pt x="405" y="608"/>
                  <a:pt x="404" y="610"/>
                </a:cubicBezTo>
                <a:cubicBezTo>
                  <a:pt x="402" y="627"/>
                  <a:pt x="408" y="632"/>
                  <a:pt x="403" y="635"/>
                </a:cubicBezTo>
                <a:cubicBezTo>
                  <a:pt x="396" y="601"/>
                  <a:pt x="401" y="597"/>
                  <a:pt x="398" y="592"/>
                </a:cubicBezTo>
                <a:cubicBezTo>
                  <a:pt x="383" y="512"/>
                  <a:pt x="375" y="506"/>
                  <a:pt x="377" y="501"/>
                </a:cubicBezTo>
                <a:cubicBezTo>
                  <a:pt x="354" y="435"/>
                  <a:pt x="354" y="416"/>
                  <a:pt x="344" y="395"/>
                </a:cubicBezTo>
                <a:cubicBezTo>
                  <a:pt x="338" y="338"/>
                  <a:pt x="338" y="335"/>
                  <a:pt x="339" y="333"/>
                </a:cubicBezTo>
                <a:cubicBezTo>
                  <a:pt x="340" y="299"/>
                  <a:pt x="336" y="293"/>
                  <a:pt x="338" y="287"/>
                </a:cubicBezTo>
                <a:cubicBezTo>
                  <a:pt x="331" y="289"/>
                  <a:pt x="332" y="300"/>
                  <a:pt x="330" y="310"/>
                </a:cubicBezTo>
                <a:cubicBezTo>
                  <a:pt x="334" y="336"/>
                  <a:pt x="329" y="338"/>
                  <a:pt x="333" y="342"/>
                </a:cubicBezTo>
                <a:cubicBezTo>
                  <a:pt x="337" y="378"/>
                  <a:pt x="335" y="383"/>
                  <a:pt x="337" y="388"/>
                </a:cubicBezTo>
                <a:cubicBezTo>
                  <a:pt x="337" y="409"/>
                  <a:pt x="345" y="415"/>
                  <a:pt x="343" y="420"/>
                </a:cubicBezTo>
                <a:cubicBezTo>
                  <a:pt x="357" y="454"/>
                  <a:pt x="351" y="461"/>
                  <a:pt x="357" y="467"/>
                </a:cubicBezTo>
                <a:cubicBezTo>
                  <a:pt x="369" y="497"/>
                  <a:pt x="364" y="504"/>
                  <a:pt x="368" y="506"/>
                </a:cubicBezTo>
                <a:cubicBezTo>
                  <a:pt x="379" y="543"/>
                  <a:pt x="382" y="551"/>
                  <a:pt x="384" y="558"/>
                </a:cubicBezTo>
                <a:cubicBezTo>
                  <a:pt x="390" y="600"/>
                  <a:pt x="393" y="605"/>
                  <a:pt x="388" y="609"/>
                </a:cubicBezTo>
                <a:cubicBezTo>
                  <a:pt x="376" y="559"/>
                  <a:pt x="371" y="556"/>
                  <a:pt x="373" y="554"/>
                </a:cubicBezTo>
                <a:cubicBezTo>
                  <a:pt x="357" y="504"/>
                  <a:pt x="350" y="497"/>
                  <a:pt x="350" y="491"/>
                </a:cubicBezTo>
                <a:cubicBezTo>
                  <a:pt x="323" y="433"/>
                  <a:pt x="327" y="431"/>
                  <a:pt x="324" y="427"/>
                </a:cubicBezTo>
                <a:cubicBezTo>
                  <a:pt x="313" y="386"/>
                  <a:pt x="309" y="374"/>
                  <a:pt x="308" y="362"/>
                </a:cubicBezTo>
                <a:cubicBezTo>
                  <a:pt x="306" y="320"/>
                  <a:pt x="303" y="314"/>
                  <a:pt x="304" y="308"/>
                </a:cubicBezTo>
                <a:cubicBezTo>
                  <a:pt x="303" y="284"/>
                  <a:pt x="306" y="279"/>
                  <a:pt x="306" y="273"/>
                </a:cubicBezTo>
                <a:cubicBezTo>
                  <a:pt x="300" y="263"/>
                  <a:pt x="301" y="273"/>
                  <a:pt x="300" y="282"/>
                </a:cubicBezTo>
                <a:cubicBezTo>
                  <a:pt x="298" y="301"/>
                  <a:pt x="297" y="305"/>
                  <a:pt x="295" y="310"/>
                </a:cubicBezTo>
                <a:cubicBezTo>
                  <a:pt x="307" y="382"/>
                  <a:pt x="302" y="391"/>
                  <a:pt x="310" y="402"/>
                </a:cubicBezTo>
                <a:cubicBezTo>
                  <a:pt x="317" y="439"/>
                  <a:pt x="325" y="446"/>
                  <a:pt x="323" y="450"/>
                </a:cubicBezTo>
                <a:cubicBezTo>
                  <a:pt x="337" y="478"/>
                  <a:pt x="337" y="489"/>
                  <a:pt x="345" y="500"/>
                </a:cubicBezTo>
                <a:cubicBezTo>
                  <a:pt x="352" y="526"/>
                  <a:pt x="359" y="530"/>
                  <a:pt x="355" y="532"/>
                </a:cubicBezTo>
                <a:cubicBezTo>
                  <a:pt x="378" y="589"/>
                  <a:pt x="373" y="597"/>
                  <a:pt x="377" y="600"/>
                </a:cubicBezTo>
                <a:cubicBezTo>
                  <a:pt x="374" y="595"/>
                  <a:pt x="367" y="591"/>
                  <a:pt x="366" y="588"/>
                </a:cubicBezTo>
                <a:cubicBezTo>
                  <a:pt x="355" y="552"/>
                  <a:pt x="348" y="544"/>
                  <a:pt x="350" y="538"/>
                </a:cubicBezTo>
                <a:cubicBezTo>
                  <a:pt x="324" y="484"/>
                  <a:pt x="321" y="468"/>
                  <a:pt x="311" y="451"/>
                </a:cubicBezTo>
                <a:cubicBezTo>
                  <a:pt x="301" y="423"/>
                  <a:pt x="301" y="419"/>
                  <a:pt x="300" y="415"/>
                </a:cubicBezTo>
                <a:cubicBezTo>
                  <a:pt x="290" y="374"/>
                  <a:pt x="287" y="369"/>
                  <a:pt x="289" y="366"/>
                </a:cubicBezTo>
                <a:cubicBezTo>
                  <a:pt x="286" y="345"/>
                  <a:pt x="285" y="337"/>
                  <a:pt x="285" y="330"/>
                </a:cubicBezTo>
                <a:cubicBezTo>
                  <a:pt x="278" y="309"/>
                  <a:pt x="280" y="316"/>
                  <a:pt x="280" y="319"/>
                </a:cubicBezTo>
                <a:cubicBezTo>
                  <a:pt x="279" y="330"/>
                  <a:pt x="279" y="333"/>
                  <a:pt x="279" y="334"/>
                </a:cubicBezTo>
                <a:cubicBezTo>
                  <a:pt x="276" y="357"/>
                  <a:pt x="284" y="362"/>
                  <a:pt x="281" y="365"/>
                </a:cubicBezTo>
                <a:cubicBezTo>
                  <a:pt x="287" y="400"/>
                  <a:pt x="290" y="404"/>
                  <a:pt x="290" y="407"/>
                </a:cubicBezTo>
                <a:cubicBezTo>
                  <a:pt x="314" y="477"/>
                  <a:pt x="313" y="479"/>
                  <a:pt x="313" y="481"/>
                </a:cubicBezTo>
                <a:cubicBezTo>
                  <a:pt x="324" y="507"/>
                  <a:pt x="331" y="514"/>
                  <a:pt x="329" y="519"/>
                </a:cubicBezTo>
                <a:cubicBezTo>
                  <a:pt x="359" y="601"/>
                  <a:pt x="365" y="601"/>
                  <a:pt x="364" y="609"/>
                </a:cubicBezTo>
                <a:cubicBezTo>
                  <a:pt x="371" y="640"/>
                  <a:pt x="372" y="643"/>
                  <a:pt x="374" y="646"/>
                </a:cubicBezTo>
                <a:cubicBezTo>
                  <a:pt x="376" y="667"/>
                  <a:pt x="377" y="669"/>
                  <a:pt x="374" y="671"/>
                </a:cubicBezTo>
                <a:cubicBezTo>
                  <a:pt x="375" y="687"/>
                  <a:pt x="374" y="690"/>
                  <a:pt x="375" y="692"/>
                </a:cubicBezTo>
                <a:cubicBezTo>
                  <a:pt x="370" y="713"/>
                  <a:pt x="369" y="717"/>
                  <a:pt x="367" y="715"/>
                </a:cubicBezTo>
                <a:cubicBezTo>
                  <a:pt x="363" y="675"/>
                  <a:pt x="362" y="670"/>
                  <a:pt x="363" y="666"/>
                </a:cubicBezTo>
                <a:cubicBezTo>
                  <a:pt x="352" y="608"/>
                  <a:pt x="345" y="610"/>
                  <a:pt x="346" y="605"/>
                </a:cubicBezTo>
                <a:cubicBezTo>
                  <a:pt x="334" y="572"/>
                  <a:pt x="329" y="574"/>
                  <a:pt x="329" y="568"/>
                </a:cubicBezTo>
                <a:cubicBezTo>
                  <a:pt x="310" y="526"/>
                  <a:pt x="303" y="521"/>
                  <a:pt x="305" y="517"/>
                </a:cubicBezTo>
                <a:cubicBezTo>
                  <a:pt x="290" y="492"/>
                  <a:pt x="293" y="489"/>
                  <a:pt x="289" y="484"/>
                </a:cubicBezTo>
                <a:cubicBezTo>
                  <a:pt x="272" y="442"/>
                  <a:pt x="272" y="433"/>
                  <a:pt x="267" y="424"/>
                </a:cubicBezTo>
                <a:cubicBezTo>
                  <a:pt x="263" y="382"/>
                  <a:pt x="261" y="377"/>
                  <a:pt x="262" y="373"/>
                </a:cubicBezTo>
                <a:cubicBezTo>
                  <a:pt x="263" y="332"/>
                  <a:pt x="259" y="327"/>
                  <a:pt x="260" y="323"/>
                </a:cubicBezTo>
                <a:cubicBezTo>
                  <a:pt x="255" y="324"/>
                  <a:pt x="255" y="328"/>
                  <a:pt x="258" y="332"/>
                </a:cubicBezTo>
                <a:cubicBezTo>
                  <a:pt x="253" y="357"/>
                  <a:pt x="255" y="358"/>
                  <a:pt x="255" y="359"/>
                </a:cubicBezTo>
                <a:cubicBezTo>
                  <a:pt x="256" y="372"/>
                  <a:pt x="254" y="373"/>
                  <a:pt x="255" y="376"/>
                </a:cubicBezTo>
                <a:cubicBezTo>
                  <a:pt x="262" y="413"/>
                  <a:pt x="257" y="421"/>
                  <a:pt x="262" y="430"/>
                </a:cubicBezTo>
                <a:cubicBezTo>
                  <a:pt x="271" y="463"/>
                  <a:pt x="270" y="468"/>
                  <a:pt x="276" y="474"/>
                </a:cubicBezTo>
                <a:cubicBezTo>
                  <a:pt x="293" y="525"/>
                  <a:pt x="305" y="537"/>
                  <a:pt x="308" y="549"/>
                </a:cubicBezTo>
                <a:cubicBezTo>
                  <a:pt x="326" y="593"/>
                  <a:pt x="338" y="598"/>
                  <a:pt x="333" y="600"/>
                </a:cubicBezTo>
                <a:cubicBezTo>
                  <a:pt x="344" y="639"/>
                  <a:pt x="350" y="643"/>
                  <a:pt x="348" y="645"/>
                </a:cubicBezTo>
                <a:cubicBezTo>
                  <a:pt x="360" y="675"/>
                  <a:pt x="349" y="681"/>
                  <a:pt x="356" y="679"/>
                </a:cubicBezTo>
                <a:cubicBezTo>
                  <a:pt x="356" y="718"/>
                  <a:pt x="357" y="722"/>
                  <a:pt x="358" y="727"/>
                </a:cubicBezTo>
                <a:cubicBezTo>
                  <a:pt x="355" y="728"/>
                  <a:pt x="353" y="720"/>
                  <a:pt x="355" y="712"/>
                </a:cubicBezTo>
                <a:cubicBezTo>
                  <a:pt x="344" y="656"/>
                  <a:pt x="337" y="650"/>
                  <a:pt x="339" y="647"/>
                </a:cubicBezTo>
                <a:cubicBezTo>
                  <a:pt x="327" y="614"/>
                  <a:pt x="329" y="612"/>
                  <a:pt x="327" y="609"/>
                </a:cubicBezTo>
                <a:cubicBezTo>
                  <a:pt x="296" y="547"/>
                  <a:pt x="292" y="535"/>
                  <a:pt x="286" y="521"/>
                </a:cubicBezTo>
                <a:cubicBezTo>
                  <a:pt x="264" y="475"/>
                  <a:pt x="265" y="471"/>
                  <a:pt x="260" y="465"/>
                </a:cubicBezTo>
                <a:cubicBezTo>
                  <a:pt x="247" y="411"/>
                  <a:pt x="246" y="405"/>
                  <a:pt x="244" y="399"/>
                </a:cubicBezTo>
                <a:cubicBezTo>
                  <a:pt x="237" y="392"/>
                  <a:pt x="243" y="396"/>
                  <a:pt x="240" y="399"/>
                </a:cubicBezTo>
                <a:cubicBezTo>
                  <a:pt x="245" y="450"/>
                  <a:pt x="252" y="456"/>
                  <a:pt x="251" y="460"/>
                </a:cubicBezTo>
                <a:cubicBezTo>
                  <a:pt x="278" y="524"/>
                  <a:pt x="284" y="536"/>
                  <a:pt x="288" y="548"/>
                </a:cubicBezTo>
                <a:cubicBezTo>
                  <a:pt x="302" y="574"/>
                  <a:pt x="305" y="577"/>
                  <a:pt x="303" y="579"/>
                </a:cubicBezTo>
                <a:cubicBezTo>
                  <a:pt x="316" y="612"/>
                  <a:pt x="323" y="618"/>
                  <a:pt x="323" y="624"/>
                </a:cubicBezTo>
                <a:cubicBezTo>
                  <a:pt x="325" y="635"/>
                  <a:pt x="328" y="634"/>
                  <a:pt x="329" y="635"/>
                </a:cubicBezTo>
                <a:cubicBezTo>
                  <a:pt x="329" y="647"/>
                  <a:pt x="332" y="649"/>
                  <a:pt x="330" y="651"/>
                </a:cubicBezTo>
                <a:cubicBezTo>
                  <a:pt x="342" y="695"/>
                  <a:pt x="341" y="702"/>
                  <a:pt x="346" y="710"/>
                </a:cubicBezTo>
                <a:cubicBezTo>
                  <a:pt x="344" y="729"/>
                  <a:pt x="346" y="732"/>
                  <a:pt x="343" y="730"/>
                </a:cubicBezTo>
                <a:cubicBezTo>
                  <a:pt x="342" y="696"/>
                  <a:pt x="336" y="691"/>
                  <a:pt x="340" y="688"/>
                </a:cubicBezTo>
                <a:cubicBezTo>
                  <a:pt x="322" y="644"/>
                  <a:pt x="323" y="635"/>
                  <a:pt x="319" y="625"/>
                </a:cubicBezTo>
                <a:cubicBezTo>
                  <a:pt x="304" y="603"/>
                  <a:pt x="309" y="596"/>
                  <a:pt x="304" y="598"/>
                </a:cubicBezTo>
                <a:cubicBezTo>
                  <a:pt x="283" y="562"/>
                  <a:pt x="281" y="562"/>
                  <a:pt x="280" y="557"/>
                </a:cubicBezTo>
                <a:cubicBezTo>
                  <a:pt x="239" y="483"/>
                  <a:pt x="234" y="468"/>
                  <a:pt x="227" y="453"/>
                </a:cubicBezTo>
                <a:cubicBezTo>
                  <a:pt x="222" y="406"/>
                  <a:pt x="214" y="401"/>
                  <a:pt x="217" y="399"/>
                </a:cubicBezTo>
                <a:cubicBezTo>
                  <a:pt x="210" y="368"/>
                  <a:pt x="206" y="371"/>
                  <a:pt x="209" y="374"/>
                </a:cubicBezTo>
                <a:cubicBezTo>
                  <a:pt x="211" y="412"/>
                  <a:pt x="214" y="416"/>
                  <a:pt x="212" y="419"/>
                </a:cubicBezTo>
                <a:cubicBezTo>
                  <a:pt x="217" y="447"/>
                  <a:pt x="220" y="451"/>
                  <a:pt x="218" y="454"/>
                </a:cubicBezTo>
                <a:cubicBezTo>
                  <a:pt x="237" y="486"/>
                  <a:pt x="228" y="488"/>
                  <a:pt x="233" y="492"/>
                </a:cubicBezTo>
                <a:cubicBezTo>
                  <a:pt x="243" y="506"/>
                  <a:pt x="241" y="507"/>
                  <a:pt x="243" y="510"/>
                </a:cubicBezTo>
                <a:cubicBezTo>
                  <a:pt x="273" y="563"/>
                  <a:pt x="281" y="573"/>
                  <a:pt x="290" y="592"/>
                </a:cubicBezTo>
                <a:cubicBezTo>
                  <a:pt x="313" y="641"/>
                  <a:pt x="320" y="646"/>
                  <a:pt x="317" y="650"/>
                </a:cubicBezTo>
                <a:cubicBezTo>
                  <a:pt x="324" y="674"/>
                  <a:pt x="328" y="677"/>
                  <a:pt x="326" y="679"/>
                </a:cubicBezTo>
                <a:cubicBezTo>
                  <a:pt x="331" y="728"/>
                  <a:pt x="335" y="734"/>
                  <a:pt x="335" y="739"/>
                </a:cubicBezTo>
                <a:cubicBezTo>
                  <a:pt x="329" y="772"/>
                  <a:pt x="335" y="778"/>
                  <a:pt x="329" y="782"/>
                </a:cubicBezTo>
                <a:cubicBezTo>
                  <a:pt x="329" y="760"/>
                  <a:pt x="324" y="756"/>
                  <a:pt x="326" y="754"/>
                </a:cubicBezTo>
                <a:cubicBezTo>
                  <a:pt x="316" y="694"/>
                  <a:pt x="311" y="688"/>
                  <a:pt x="312" y="684"/>
                </a:cubicBezTo>
                <a:cubicBezTo>
                  <a:pt x="303" y="664"/>
                  <a:pt x="300" y="660"/>
                  <a:pt x="297" y="655"/>
                </a:cubicBezTo>
                <a:cubicBezTo>
                  <a:pt x="277" y="614"/>
                  <a:pt x="276" y="603"/>
                  <a:pt x="266" y="592"/>
                </a:cubicBezTo>
                <a:cubicBezTo>
                  <a:pt x="229" y="512"/>
                  <a:pt x="224" y="509"/>
                  <a:pt x="226" y="507"/>
                </a:cubicBezTo>
                <a:cubicBezTo>
                  <a:pt x="219" y="487"/>
                  <a:pt x="218" y="484"/>
                  <a:pt x="215" y="481"/>
                </a:cubicBezTo>
                <a:cubicBezTo>
                  <a:pt x="207" y="434"/>
                  <a:pt x="204" y="427"/>
                  <a:pt x="203" y="421"/>
                </a:cubicBezTo>
                <a:cubicBezTo>
                  <a:pt x="200" y="407"/>
                  <a:pt x="202" y="403"/>
                  <a:pt x="198" y="400"/>
                </a:cubicBezTo>
                <a:cubicBezTo>
                  <a:pt x="196" y="424"/>
                  <a:pt x="202" y="423"/>
                  <a:pt x="200" y="426"/>
                </a:cubicBezTo>
                <a:cubicBezTo>
                  <a:pt x="204" y="466"/>
                  <a:pt x="207" y="469"/>
                  <a:pt x="205" y="471"/>
                </a:cubicBezTo>
                <a:cubicBezTo>
                  <a:pt x="232" y="535"/>
                  <a:pt x="234" y="550"/>
                  <a:pt x="247" y="566"/>
                </a:cubicBezTo>
                <a:cubicBezTo>
                  <a:pt x="301" y="688"/>
                  <a:pt x="306" y="693"/>
                  <a:pt x="305" y="698"/>
                </a:cubicBezTo>
                <a:cubicBezTo>
                  <a:pt x="318" y="764"/>
                  <a:pt x="321" y="768"/>
                  <a:pt x="316" y="771"/>
                </a:cubicBezTo>
                <a:cubicBezTo>
                  <a:pt x="320" y="797"/>
                  <a:pt x="318" y="798"/>
                  <a:pt x="320" y="800"/>
                </a:cubicBezTo>
                <a:cubicBezTo>
                  <a:pt x="311" y="765"/>
                  <a:pt x="308" y="755"/>
                  <a:pt x="311" y="746"/>
                </a:cubicBezTo>
                <a:cubicBezTo>
                  <a:pt x="292" y="699"/>
                  <a:pt x="295" y="695"/>
                  <a:pt x="291" y="689"/>
                </a:cubicBezTo>
                <a:cubicBezTo>
                  <a:pt x="279" y="664"/>
                  <a:pt x="281" y="659"/>
                  <a:pt x="274" y="652"/>
                </a:cubicBezTo>
                <a:cubicBezTo>
                  <a:pt x="272" y="634"/>
                  <a:pt x="265" y="630"/>
                  <a:pt x="264" y="627"/>
                </a:cubicBezTo>
                <a:cubicBezTo>
                  <a:pt x="258" y="606"/>
                  <a:pt x="250" y="601"/>
                  <a:pt x="253" y="598"/>
                </a:cubicBezTo>
                <a:cubicBezTo>
                  <a:pt x="219" y="535"/>
                  <a:pt x="210" y="531"/>
                  <a:pt x="213" y="526"/>
                </a:cubicBezTo>
                <a:cubicBezTo>
                  <a:pt x="196" y="496"/>
                  <a:pt x="200" y="495"/>
                  <a:pt x="199" y="493"/>
                </a:cubicBezTo>
                <a:cubicBezTo>
                  <a:pt x="188" y="444"/>
                  <a:pt x="183" y="435"/>
                  <a:pt x="184" y="427"/>
                </a:cubicBezTo>
                <a:cubicBezTo>
                  <a:pt x="176" y="409"/>
                  <a:pt x="175" y="415"/>
                  <a:pt x="176" y="421"/>
                </a:cubicBezTo>
                <a:cubicBezTo>
                  <a:pt x="180" y="443"/>
                  <a:pt x="180" y="448"/>
                  <a:pt x="180" y="452"/>
                </a:cubicBezTo>
                <a:cubicBezTo>
                  <a:pt x="181" y="498"/>
                  <a:pt x="184" y="526"/>
                  <a:pt x="195" y="545"/>
                </a:cubicBezTo>
                <a:cubicBezTo>
                  <a:pt x="206" y="572"/>
                  <a:pt x="208" y="569"/>
                  <a:pt x="211" y="577"/>
                </a:cubicBezTo>
                <a:cubicBezTo>
                  <a:pt x="236" y="627"/>
                  <a:pt x="240" y="630"/>
                  <a:pt x="238" y="632"/>
                </a:cubicBezTo>
                <a:cubicBezTo>
                  <a:pt x="260" y="671"/>
                  <a:pt x="263" y="679"/>
                  <a:pt x="270" y="687"/>
                </a:cubicBezTo>
                <a:cubicBezTo>
                  <a:pt x="277" y="703"/>
                  <a:pt x="278" y="705"/>
                  <a:pt x="280" y="707"/>
                </a:cubicBezTo>
                <a:cubicBezTo>
                  <a:pt x="284" y="736"/>
                  <a:pt x="293" y="745"/>
                  <a:pt x="290" y="751"/>
                </a:cubicBezTo>
                <a:cubicBezTo>
                  <a:pt x="300" y="786"/>
                  <a:pt x="298" y="788"/>
                  <a:pt x="301" y="790"/>
                </a:cubicBezTo>
                <a:cubicBezTo>
                  <a:pt x="285" y="760"/>
                  <a:pt x="280" y="751"/>
                  <a:pt x="281" y="743"/>
                </a:cubicBezTo>
                <a:cubicBezTo>
                  <a:pt x="267" y="717"/>
                  <a:pt x="263" y="712"/>
                  <a:pt x="264" y="709"/>
                </a:cubicBezTo>
                <a:cubicBezTo>
                  <a:pt x="248" y="682"/>
                  <a:pt x="246" y="670"/>
                  <a:pt x="242" y="658"/>
                </a:cubicBezTo>
                <a:cubicBezTo>
                  <a:pt x="179" y="534"/>
                  <a:pt x="172" y="518"/>
                  <a:pt x="162" y="502"/>
                </a:cubicBezTo>
                <a:cubicBezTo>
                  <a:pt x="145" y="444"/>
                  <a:pt x="148" y="430"/>
                  <a:pt x="143" y="415"/>
                </a:cubicBezTo>
                <a:cubicBezTo>
                  <a:pt x="140" y="444"/>
                  <a:pt x="143" y="452"/>
                  <a:pt x="143" y="459"/>
                </a:cubicBezTo>
                <a:cubicBezTo>
                  <a:pt x="153" y="499"/>
                  <a:pt x="156" y="503"/>
                  <a:pt x="155" y="507"/>
                </a:cubicBezTo>
                <a:cubicBezTo>
                  <a:pt x="184" y="563"/>
                  <a:pt x="185" y="565"/>
                  <a:pt x="185" y="569"/>
                </a:cubicBezTo>
                <a:cubicBezTo>
                  <a:pt x="202" y="603"/>
                  <a:pt x="208" y="605"/>
                  <a:pt x="207" y="612"/>
                </a:cubicBezTo>
                <a:cubicBezTo>
                  <a:pt x="217" y="641"/>
                  <a:pt x="230" y="639"/>
                  <a:pt x="224" y="644"/>
                </a:cubicBezTo>
                <a:cubicBezTo>
                  <a:pt x="287" y="796"/>
                  <a:pt x="292" y="802"/>
                  <a:pt x="291" y="807"/>
                </a:cubicBezTo>
                <a:cubicBezTo>
                  <a:pt x="298" y="844"/>
                  <a:pt x="299" y="847"/>
                  <a:pt x="297" y="849"/>
                </a:cubicBezTo>
                <a:cubicBezTo>
                  <a:pt x="295" y="844"/>
                  <a:pt x="294" y="840"/>
                  <a:pt x="292" y="836"/>
                </a:cubicBezTo>
                <a:cubicBezTo>
                  <a:pt x="285" y="809"/>
                  <a:pt x="281" y="804"/>
                  <a:pt x="278" y="799"/>
                </a:cubicBezTo>
                <a:cubicBezTo>
                  <a:pt x="255" y="746"/>
                  <a:pt x="249" y="747"/>
                  <a:pt x="250" y="741"/>
                </a:cubicBezTo>
                <a:cubicBezTo>
                  <a:pt x="223" y="694"/>
                  <a:pt x="225" y="692"/>
                  <a:pt x="223" y="689"/>
                </a:cubicBezTo>
                <a:cubicBezTo>
                  <a:pt x="216" y="674"/>
                  <a:pt x="215" y="671"/>
                  <a:pt x="212" y="667"/>
                </a:cubicBezTo>
                <a:cubicBezTo>
                  <a:pt x="201" y="644"/>
                  <a:pt x="195" y="640"/>
                  <a:pt x="198" y="638"/>
                </a:cubicBezTo>
                <a:cubicBezTo>
                  <a:pt x="149" y="549"/>
                  <a:pt x="156" y="559"/>
                  <a:pt x="157" y="567"/>
                </a:cubicBezTo>
                <a:cubicBezTo>
                  <a:pt x="160" y="580"/>
                  <a:pt x="164" y="583"/>
                  <a:pt x="165" y="586"/>
                </a:cubicBezTo>
                <a:cubicBezTo>
                  <a:pt x="177" y="613"/>
                  <a:pt x="172" y="614"/>
                  <a:pt x="179" y="618"/>
                </a:cubicBezTo>
                <a:cubicBezTo>
                  <a:pt x="187" y="642"/>
                  <a:pt x="191" y="644"/>
                  <a:pt x="192" y="647"/>
                </a:cubicBezTo>
                <a:cubicBezTo>
                  <a:pt x="208" y="677"/>
                  <a:pt x="206" y="681"/>
                  <a:pt x="209" y="680"/>
                </a:cubicBezTo>
                <a:cubicBezTo>
                  <a:pt x="229" y="715"/>
                  <a:pt x="236" y="735"/>
                  <a:pt x="245" y="754"/>
                </a:cubicBezTo>
                <a:cubicBezTo>
                  <a:pt x="265" y="789"/>
                  <a:pt x="268" y="793"/>
                  <a:pt x="268" y="796"/>
                </a:cubicBezTo>
                <a:cubicBezTo>
                  <a:pt x="284" y="831"/>
                  <a:pt x="281" y="834"/>
                  <a:pt x="283" y="837"/>
                </a:cubicBezTo>
                <a:cubicBezTo>
                  <a:pt x="287" y="855"/>
                  <a:pt x="283" y="857"/>
                  <a:pt x="287" y="859"/>
                </a:cubicBezTo>
                <a:cubicBezTo>
                  <a:pt x="285" y="886"/>
                  <a:pt x="282" y="878"/>
                  <a:pt x="285" y="870"/>
                </a:cubicBezTo>
                <a:cubicBezTo>
                  <a:pt x="268" y="821"/>
                  <a:pt x="270" y="819"/>
                  <a:pt x="268" y="816"/>
                </a:cubicBezTo>
                <a:cubicBezTo>
                  <a:pt x="259" y="786"/>
                  <a:pt x="252" y="782"/>
                  <a:pt x="251" y="779"/>
                </a:cubicBezTo>
                <a:cubicBezTo>
                  <a:pt x="234" y="751"/>
                  <a:pt x="238" y="749"/>
                  <a:pt x="234" y="745"/>
                </a:cubicBezTo>
                <a:cubicBezTo>
                  <a:pt x="205" y="692"/>
                  <a:pt x="202" y="688"/>
                  <a:pt x="199" y="684"/>
                </a:cubicBezTo>
                <a:cubicBezTo>
                  <a:pt x="177" y="630"/>
                  <a:pt x="166" y="611"/>
                  <a:pt x="158" y="593"/>
                </a:cubicBezTo>
                <a:cubicBezTo>
                  <a:pt x="147" y="546"/>
                  <a:pt x="142" y="548"/>
                  <a:pt x="140" y="540"/>
                </a:cubicBezTo>
                <a:cubicBezTo>
                  <a:pt x="140" y="522"/>
                  <a:pt x="138" y="522"/>
                  <a:pt x="136" y="521"/>
                </a:cubicBezTo>
                <a:cubicBezTo>
                  <a:pt x="130" y="496"/>
                  <a:pt x="129" y="493"/>
                  <a:pt x="131" y="490"/>
                </a:cubicBezTo>
                <a:cubicBezTo>
                  <a:pt x="122" y="493"/>
                  <a:pt x="128" y="497"/>
                  <a:pt x="125" y="499"/>
                </a:cubicBezTo>
                <a:cubicBezTo>
                  <a:pt x="131" y="527"/>
                  <a:pt x="132" y="536"/>
                  <a:pt x="136" y="545"/>
                </a:cubicBezTo>
                <a:cubicBezTo>
                  <a:pt x="139" y="569"/>
                  <a:pt x="140" y="574"/>
                  <a:pt x="139" y="580"/>
                </a:cubicBezTo>
                <a:cubicBezTo>
                  <a:pt x="160" y="639"/>
                  <a:pt x="161" y="642"/>
                  <a:pt x="159" y="645"/>
                </a:cubicBezTo>
                <a:cubicBezTo>
                  <a:pt x="169" y="668"/>
                  <a:pt x="176" y="672"/>
                  <a:pt x="172" y="674"/>
                </a:cubicBezTo>
                <a:cubicBezTo>
                  <a:pt x="200" y="724"/>
                  <a:pt x="201" y="738"/>
                  <a:pt x="214" y="755"/>
                </a:cubicBezTo>
                <a:cubicBezTo>
                  <a:pt x="236" y="805"/>
                  <a:pt x="246" y="814"/>
                  <a:pt x="247" y="821"/>
                </a:cubicBezTo>
                <a:cubicBezTo>
                  <a:pt x="268" y="868"/>
                  <a:pt x="261" y="870"/>
                  <a:pt x="266" y="874"/>
                </a:cubicBezTo>
                <a:cubicBezTo>
                  <a:pt x="224" y="800"/>
                  <a:pt x="220" y="795"/>
                  <a:pt x="217" y="789"/>
                </a:cubicBezTo>
                <a:cubicBezTo>
                  <a:pt x="185" y="740"/>
                  <a:pt x="190" y="733"/>
                  <a:pt x="185" y="736"/>
                </a:cubicBezTo>
                <a:cubicBezTo>
                  <a:pt x="171" y="702"/>
                  <a:pt x="168" y="697"/>
                  <a:pt x="166" y="693"/>
                </a:cubicBezTo>
                <a:cubicBezTo>
                  <a:pt x="134" y="606"/>
                  <a:pt x="125" y="601"/>
                  <a:pt x="129" y="597"/>
                </a:cubicBezTo>
                <a:cubicBezTo>
                  <a:pt x="119" y="542"/>
                  <a:pt x="118" y="540"/>
                  <a:pt x="116" y="538"/>
                </a:cubicBezTo>
                <a:cubicBezTo>
                  <a:pt x="111" y="539"/>
                  <a:pt x="113" y="558"/>
                  <a:pt x="117" y="576"/>
                </a:cubicBezTo>
                <a:cubicBezTo>
                  <a:pt x="141" y="650"/>
                  <a:pt x="140" y="667"/>
                  <a:pt x="151" y="685"/>
                </a:cubicBezTo>
                <a:cubicBezTo>
                  <a:pt x="194" y="767"/>
                  <a:pt x="201" y="774"/>
                  <a:pt x="207" y="789"/>
                </a:cubicBezTo>
                <a:cubicBezTo>
                  <a:pt x="228" y="836"/>
                  <a:pt x="240" y="840"/>
                  <a:pt x="235" y="842"/>
                </a:cubicBezTo>
                <a:cubicBezTo>
                  <a:pt x="251" y="882"/>
                  <a:pt x="258" y="889"/>
                  <a:pt x="255" y="894"/>
                </a:cubicBezTo>
                <a:cubicBezTo>
                  <a:pt x="228" y="846"/>
                  <a:pt x="227" y="844"/>
                  <a:pt x="225" y="842"/>
                </a:cubicBezTo>
                <a:cubicBezTo>
                  <a:pt x="212" y="821"/>
                  <a:pt x="210" y="822"/>
                  <a:pt x="209" y="820"/>
                </a:cubicBezTo>
                <a:cubicBezTo>
                  <a:pt x="166" y="769"/>
                  <a:pt x="157" y="757"/>
                  <a:pt x="144" y="743"/>
                </a:cubicBezTo>
                <a:cubicBezTo>
                  <a:pt x="123" y="700"/>
                  <a:pt x="116" y="696"/>
                  <a:pt x="115" y="693"/>
                </a:cubicBezTo>
                <a:cubicBezTo>
                  <a:pt x="107" y="669"/>
                  <a:pt x="105" y="663"/>
                  <a:pt x="101" y="657"/>
                </a:cubicBezTo>
                <a:cubicBezTo>
                  <a:pt x="96" y="630"/>
                  <a:pt x="93" y="623"/>
                  <a:pt x="91" y="615"/>
                </a:cubicBezTo>
                <a:cubicBezTo>
                  <a:pt x="87" y="604"/>
                  <a:pt x="82" y="608"/>
                  <a:pt x="85" y="614"/>
                </a:cubicBezTo>
                <a:cubicBezTo>
                  <a:pt x="95" y="654"/>
                  <a:pt x="92" y="660"/>
                  <a:pt x="95" y="666"/>
                </a:cubicBezTo>
                <a:cubicBezTo>
                  <a:pt x="154" y="770"/>
                  <a:pt x="155" y="771"/>
                  <a:pt x="161" y="778"/>
                </a:cubicBezTo>
                <a:cubicBezTo>
                  <a:pt x="204" y="829"/>
                  <a:pt x="208" y="830"/>
                  <a:pt x="211" y="836"/>
                </a:cubicBezTo>
                <a:cubicBezTo>
                  <a:pt x="249" y="919"/>
                  <a:pt x="255" y="928"/>
                  <a:pt x="253" y="935"/>
                </a:cubicBezTo>
                <a:cubicBezTo>
                  <a:pt x="253" y="956"/>
                  <a:pt x="256" y="954"/>
                  <a:pt x="252" y="951"/>
                </a:cubicBezTo>
                <a:cubicBezTo>
                  <a:pt x="255" y="941"/>
                  <a:pt x="249" y="937"/>
                  <a:pt x="247" y="934"/>
                </a:cubicBezTo>
                <a:cubicBezTo>
                  <a:pt x="223" y="877"/>
                  <a:pt x="219" y="872"/>
                  <a:pt x="216" y="866"/>
                </a:cubicBezTo>
                <a:cubicBezTo>
                  <a:pt x="166" y="796"/>
                  <a:pt x="160" y="792"/>
                  <a:pt x="155" y="782"/>
                </a:cubicBezTo>
                <a:cubicBezTo>
                  <a:pt x="107" y="716"/>
                  <a:pt x="103" y="719"/>
                  <a:pt x="103" y="714"/>
                </a:cubicBezTo>
                <a:cubicBezTo>
                  <a:pt x="85" y="675"/>
                  <a:pt x="83" y="673"/>
                  <a:pt x="82" y="671"/>
                </a:cubicBezTo>
                <a:cubicBezTo>
                  <a:pt x="79" y="658"/>
                  <a:pt x="74" y="655"/>
                  <a:pt x="76" y="653"/>
                </a:cubicBezTo>
                <a:cubicBezTo>
                  <a:pt x="72" y="651"/>
                  <a:pt x="73" y="653"/>
                  <a:pt x="70" y="654"/>
                </a:cubicBezTo>
                <a:cubicBezTo>
                  <a:pt x="78" y="674"/>
                  <a:pt x="75" y="677"/>
                  <a:pt x="80" y="682"/>
                </a:cubicBezTo>
                <a:cubicBezTo>
                  <a:pt x="93" y="713"/>
                  <a:pt x="99" y="721"/>
                  <a:pt x="102" y="730"/>
                </a:cubicBezTo>
                <a:cubicBezTo>
                  <a:pt x="168" y="818"/>
                  <a:pt x="173" y="816"/>
                  <a:pt x="176" y="821"/>
                </a:cubicBezTo>
                <a:cubicBezTo>
                  <a:pt x="206" y="868"/>
                  <a:pt x="208" y="871"/>
                  <a:pt x="210" y="875"/>
                </a:cubicBezTo>
                <a:cubicBezTo>
                  <a:pt x="237" y="926"/>
                  <a:pt x="238" y="934"/>
                  <a:pt x="240" y="942"/>
                </a:cubicBezTo>
                <a:cubicBezTo>
                  <a:pt x="254" y="974"/>
                  <a:pt x="251" y="976"/>
                  <a:pt x="252" y="978"/>
                </a:cubicBezTo>
                <a:cubicBezTo>
                  <a:pt x="244" y="978"/>
                  <a:pt x="245" y="972"/>
                  <a:pt x="245" y="965"/>
                </a:cubicBezTo>
                <a:cubicBezTo>
                  <a:pt x="220" y="909"/>
                  <a:pt x="215" y="897"/>
                  <a:pt x="207" y="885"/>
                </a:cubicBezTo>
                <a:cubicBezTo>
                  <a:pt x="195" y="866"/>
                  <a:pt x="195" y="864"/>
                  <a:pt x="193" y="865"/>
                </a:cubicBezTo>
                <a:cubicBezTo>
                  <a:pt x="179" y="855"/>
                  <a:pt x="185" y="844"/>
                  <a:pt x="180" y="848"/>
                </a:cubicBezTo>
                <a:cubicBezTo>
                  <a:pt x="148" y="807"/>
                  <a:pt x="140" y="795"/>
                  <a:pt x="131" y="783"/>
                </a:cubicBezTo>
                <a:cubicBezTo>
                  <a:pt x="118" y="762"/>
                  <a:pt x="110" y="755"/>
                  <a:pt x="106" y="749"/>
                </a:cubicBezTo>
                <a:cubicBezTo>
                  <a:pt x="80" y="696"/>
                  <a:pt x="80" y="694"/>
                  <a:pt x="80" y="692"/>
                </a:cubicBezTo>
                <a:cubicBezTo>
                  <a:pt x="71" y="664"/>
                  <a:pt x="69" y="658"/>
                  <a:pt x="65" y="661"/>
                </a:cubicBezTo>
                <a:cubicBezTo>
                  <a:pt x="71" y="688"/>
                  <a:pt x="73" y="693"/>
                  <a:pt x="76" y="697"/>
                </a:cubicBezTo>
                <a:cubicBezTo>
                  <a:pt x="113" y="772"/>
                  <a:pt x="120" y="781"/>
                  <a:pt x="125" y="789"/>
                </a:cubicBezTo>
                <a:cubicBezTo>
                  <a:pt x="135" y="803"/>
                  <a:pt x="136" y="809"/>
                  <a:pt x="140" y="813"/>
                </a:cubicBezTo>
                <a:cubicBezTo>
                  <a:pt x="178" y="859"/>
                  <a:pt x="181" y="858"/>
                  <a:pt x="179" y="860"/>
                </a:cubicBezTo>
                <a:cubicBezTo>
                  <a:pt x="193" y="881"/>
                  <a:pt x="195" y="882"/>
                  <a:pt x="198" y="889"/>
                </a:cubicBezTo>
                <a:cubicBezTo>
                  <a:pt x="227" y="944"/>
                  <a:pt x="231" y="952"/>
                  <a:pt x="235" y="961"/>
                </a:cubicBezTo>
                <a:cubicBezTo>
                  <a:pt x="244" y="999"/>
                  <a:pt x="243" y="1002"/>
                  <a:pt x="242" y="1005"/>
                </a:cubicBezTo>
                <a:cubicBezTo>
                  <a:pt x="238" y="996"/>
                  <a:pt x="233" y="991"/>
                  <a:pt x="234" y="988"/>
                </a:cubicBezTo>
                <a:cubicBezTo>
                  <a:pt x="225" y="962"/>
                  <a:pt x="224" y="959"/>
                  <a:pt x="222" y="957"/>
                </a:cubicBezTo>
                <a:cubicBezTo>
                  <a:pt x="210" y="930"/>
                  <a:pt x="207" y="921"/>
                  <a:pt x="204" y="912"/>
                </a:cubicBezTo>
                <a:cubicBezTo>
                  <a:pt x="190" y="898"/>
                  <a:pt x="190" y="892"/>
                  <a:pt x="189" y="891"/>
                </a:cubicBezTo>
                <a:cubicBezTo>
                  <a:pt x="171" y="869"/>
                  <a:pt x="172" y="868"/>
                  <a:pt x="171" y="866"/>
                </a:cubicBezTo>
                <a:cubicBezTo>
                  <a:pt x="166" y="860"/>
                  <a:pt x="165" y="861"/>
                  <a:pt x="164" y="859"/>
                </a:cubicBezTo>
                <a:cubicBezTo>
                  <a:pt x="156" y="850"/>
                  <a:pt x="152" y="845"/>
                  <a:pt x="148" y="841"/>
                </a:cubicBezTo>
                <a:cubicBezTo>
                  <a:pt x="65" y="711"/>
                  <a:pt x="53" y="694"/>
                  <a:pt x="50" y="678"/>
                </a:cubicBezTo>
                <a:cubicBezTo>
                  <a:pt x="50" y="701"/>
                  <a:pt x="55" y="704"/>
                  <a:pt x="53" y="706"/>
                </a:cubicBezTo>
                <a:cubicBezTo>
                  <a:pt x="169" y="875"/>
                  <a:pt x="172" y="884"/>
                  <a:pt x="197" y="919"/>
                </a:cubicBezTo>
                <a:cubicBezTo>
                  <a:pt x="218" y="976"/>
                  <a:pt x="221" y="979"/>
                  <a:pt x="224" y="983"/>
                </a:cubicBezTo>
                <a:cubicBezTo>
                  <a:pt x="228" y="1009"/>
                  <a:pt x="232" y="1014"/>
                  <a:pt x="228" y="1017"/>
                </a:cubicBezTo>
                <a:cubicBezTo>
                  <a:pt x="224" y="1004"/>
                  <a:pt x="219" y="996"/>
                  <a:pt x="221" y="990"/>
                </a:cubicBezTo>
                <a:cubicBezTo>
                  <a:pt x="201" y="949"/>
                  <a:pt x="198" y="938"/>
                  <a:pt x="196" y="934"/>
                </a:cubicBezTo>
                <a:cubicBezTo>
                  <a:pt x="166" y="892"/>
                  <a:pt x="165" y="887"/>
                  <a:pt x="163" y="885"/>
                </a:cubicBezTo>
                <a:cubicBezTo>
                  <a:pt x="129" y="843"/>
                  <a:pt x="120" y="840"/>
                  <a:pt x="115" y="826"/>
                </a:cubicBezTo>
                <a:cubicBezTo>
                  <a:pt x="95" y="810"/>
                  <a:pt x="100" y="803"/>
                  <a:pt x="95" y="801"/>
                </a:cubicBezTo>
                <a:cubicBezTo>
                  <a:pt x="58" y="746"/>
                  <a:pt x="61" y="750"/>
                  <a:pt x="63" y="753"/>
                </a:cubicBezTo>
                <a:cubicBezTo>
                  <a:pt x="73" y="778"/>
                  <a:pt x="76" y="782"/>
                  <a:pt x="79" y="786"/>
                </a:cubicBezTo>
                <a:cubicBezTo>
                  <a:pt x="96" y="817"/>
                  <a:pt x="95" y="817"/>
                  <a:pt x="101" y="826"/>
                </a:cubicBezTo>
                <a:cubicBezTo>
                  <a:pt x="112" y="844"/>
                  <a:pt x="119" y="843"/>
                  <a:pt x="118" y="851"/>
                </a:cubicBezTo>
                <a:cubicBezTo>
                  <a:pt x="187" y="941"/>
                  <a:pt x="193" y="948"/>
                  <a:pt x="198" y="955"/>
                </a:cubicBezTo>
                <a:cubicBezTo>
                  <a:pt x="206" y="972"/>
                  <a:pt x="204" y="974"/>
                  <a:pt x="206" y="976"/>
                </a:cubicBezTo>
                <a:cubicBezTo>
                  <a:pt x="210" y="996"/>
                  <a:pt x="210" y="999"/>
                  <a:pt x="212" y="1001"/>
                </a:cubicBezTo>
                <a:cubicBezTo>
                  <a:pt x="219" y="1030"/>
                  <a:pt x="221" y="1035"/>
                  <a:pt x="219" y="1038"/>
                </a:cubicBezTo>
                <a:cubicBezTo>
                  <a:pt x="213" y="1023"/>
                  <a:pt x="208" y="1019"/>
                  <a:pt x="207" y="1015"/>
                </a:cubicBezTo>
                <a:cubicBezTo>
                  <a:pt x="176" y="958"/>
                  <a:pt x="173" y="948"/>
                  <a:pt x="164" y="941"/>
                </a:cubicBezTo>
                <a:cubicBezTo>
                  <a:pt x="138" y="898"/>
                  <a:pt x="141" y="893"/>
                  <a:pt x="136" y="892"/>
                </a:cubicBezTo>
                <a:cubicBezTo>
                  <a:pt x="80" y="806"/>
                  <a:pt x="75" y="794"/>
                  <a:pt x="68" y="781"/>
                </a:cubicBezTo>
                <a:cubicBezTo>
                  <a:pt x="55" y="735"/>
                  <a:pt x="49" y="731"/>
                  <a:pt x="52" y="729"/>
                </a:cubicBezTo>
                <a:cubicBezTo>
                  <a:pt x="46" y="719"/>
                  <a:pt x="43" y="724"/>
                  <a:pt x="46" y="731"/>
                </a:cubicBezTo>
                <a:cubicBezTo>
                  <a:pt x="61" y="773"/>
                  <a:pt x="58" y="778"/>
                  <a:pt x="63" y="785"/>
                </a:cubicBezTo>
                <a:cubicBezTo>
                  <a:pt x="108" y="861"/>
                  <a:pt x="106" y="867"/>
                  <a:pt x="113" y="874"/>
                </a:cubicBezTo>
                <a:cubicBezTo>
                  <a:pt x="153" y="937"/>
                  <a:pt x="160" y="950"/>
                  <a:pt x="170" y="963"/>
                </a:cubicBezTo>
                <a:cubicBezTo>
                  <a:pt x="201" y="1018"/>
                  <a:pt x="197" y="1023"/>
                  <a:pt x="203" y="1030"/>
                </a:cubicBezTo>
                <a:cubicBezTo>
                  <a:pt x="212" y="1054"/>
                  <a:pt x="211" y="1060"/>
                  <a:pt x="215" y="1066"/>
                </a:cubicBezTo>
                <a:cubicBezTo>
                  <a:pt x="213" y="1076"/>
                  <a:pt x="211" y="1072"/>
                  <a:pt x="209" y="1068"/>
                </a:cubicBezTo>
                <a:cubicBezTo>
                  <a:pt x="192" y="1018"/>
                  <a:pt x="185" y="1004"/>
                  <a:pt x="179" y="986"/>
                </a:cubicBezTo>
                <a:cubicBezTo>
                  <a:pt x="167" y="965"/>
                  <a:pt x="163" y="959"/>
                  <a:pt x="162" y="959"/>
                </a:cubicBezTo>
                <a:cubicBezTo>
                  <a:pt x="150" y="943"/>
                  <a:pt x="146" y="939"/>
                  <a:pt x="143" y="936"/>
                </a:cubicBezTo>
                <a:cubicBezTo>
                  <a:pt x="94" y="874"/>
                  <a:pt x="79" y="852"/>
                  <a:pt x="64" y="833"/>
                </a:cubicBezTo>
                <a:cubicBezTo>
                  <a:pt x="39" y="757"/>
                  <a:pt x="29" y="752"/>
                  <a:pt x="35" y="749"/>
                </a:cubicBezTo>
                <a:cubicBezTo>
                  <a:pt x="29" y="755"/>
                  <a:pt x="31" y="759"/>
                  <a:pt x="33" y="763"/>
                </a:cubicBezTo>
                <a:cubicBezTo>
                  <a:pt x="44" y="793"/>
                  <a:pt x="39" y="799"/>
                  <a:pt x="45" y="807"/>
                </a:cubicBezTo>
                <a:cubicBezTo>
                  <a:pt x="89" y="874"/>
                  <a:pt x="113" y="915"/>
                  <a:pt x="129" y="931"/>
                </a:cubicBezTo>
                <a:cubicBezTo>
                  <a:pt x="153" y="967"/>
                  <a:pt x="164" y="977"/>
                  <a:pt x="170" y="987"/>
                </a:cubicBezTo>
                <a:cubicBezTo>
                  <a:pt x="186" y="1036"/>
                  <a:pt x="176" y="1025"/>
                  <a:pt x="171" y="1012"/>
                </a:cubicBezTo>
                <a:cubicBezTo>
                  <a:pt x="150" y="985"/>
                  <a:pt x="142" y="980"/>
                  <a:pt x="145" y="976"/>
                </a:cubicBezTo>
                <a:cubicBezTo>
                  <a:pt x="89" y="910"/>
                  <a:pt x="75" y="887"/>
                  <a:pt x="51" y="850"/>
                </a:cubicBezTo>
                <a:cubicBezTo>
                  <a:pt x="32" y="802"/>
                  <a:pt x="32" y="799"/>
                  <a:pt x="33" y="797"/>
                </a:cubicBezTo>
                <a:cubicBezTo>
                  <a:pt x="29" y="798"/>
                  <a:pt x="29" y="800"/>
                  <a:pt x="29" y="802"/>
                </a:cubicBezTo>
                <a:cubicBezTo>
                  <a:pt x="34" y="829"/>
                  <a:pt x="41" y="834"/>
                  <a:pt x="38" y="838"/>
                </a:cubicBezTo>
                <a:cubicBezTo>
                  <a:pt x="56" y="874"/>
                  <a:pt x="56" y="876"/>
                  <a:pt x="56" y="876"/>
                </a:cubicBezTo>
                <a:cubicBezTo>
                  <a:pt x="77" y="905"/>
                  <a:pt x="93" y="930"/>
                  <a:pt x="103" y="938"/>
                </a:cubicBezTo>
                <a:cubicBezTo>
                  <a:pt x="143" y="990"/>
                  <a:pt x="145" y="993"/>
                  <a:pt x="147" y="997"/>
                </a:cubicBezTo>
                <a:cubicBezTo>
                  <a:pt x="170" y="1023"/>
                  <a:pt x="170" y="1030"/>
                  <a:pt x="170" y="1032"/>
                </a:cubicBezTo>
                <a:cubicBezTo>
                  <a:pt x="192" y="1072"/>
                  <a:pt x="200" y="1081"/>
                  <a:pt x="202" y="1090"/>
                </a:cubicBezTo>
                <a:cubicBezTo>
                  <a:pt x="202" y="1098"/>
                  <a:pt x="196" y="1094"/>
                  <a:pt x="199" y="1092"/>
                </a:cubicBezTo>
                <a:cubicBezTo>
                  <a:pt x="171" y="1039"/>
                  <a:pt x="164" y="1029"/>
                  <a:pt x="160" y="1024"/>
                </a:cubicBezTo>
                <a:cubicBezTo>
                  <a:pt x="153" y="1014"/>
                  <a:pt x="150" y="1010"/>
                  <a:pt x="146" y="1005"/>
                </a:cubicBezTo>
                <a:cubicBezTo>
                  <a:pt x="40" y="864"/>
                  <a:pt x="36" y="858"/>
                  <a:pt x="31" y="852"/>
                </a:cubicBezTo>
                <a:cubicBezTo>
                  <a:pt x="22" y="845"/>
                  <a:pt x="25" y="854"/>
                  <a:pt x="29" y="863"/>
                </a:cubicBezTo>
                <a:cubicBezTo>
                  <a:pt x="50" y="911"/>
                  <a:pt x="48" y="916"/>
                  <a:pt x="54" y="922"/>
                </a:cubicBezTo>
                <a:cubicBezTo>
                  <a:pt x="84" y="967"/>
                  <a:pt x="81" y="972"/>
                  <a:pt x="86" y="972"/>
                </a:cubicBezTo>
                <a:cubicBezTo>
                  <a:pt x="97" y="985"/>
                  <a:pt x="95" y="988"/>
                  <a:pt x="95" y="988"/>
                </a:cubicBezTo>
                <a:cubicBezTo>
                  <a:pt x="134" y="1039"/>
                  <a:pt x="133" y="1041"/>
                  <a:pt x="134" y="1043"/>
                </a:cubicBezTo>
                <a:cubicBezTo>
                  <a:pt x="154" y="1066"/>
                  <a:pt x="152" y="1068"/>
                  <a:pt x="153" y="1069"/>
                </a:cubicBezTo>
                <a:cubicBezTo>
                  <a:pt x="163" y="1084"/>
                  <a:pt x="168" y="1094"/>
                  <a:pt x="176" y="1104"/>
                </a:cubicBezTo>
                <a:cubicBezTo>
                  <a:pt x="193" y="1150"/>
                  <a:pt x="191" y="1152"/>
                  <a:pt x="193" y="1155"/>
                </a:cubicBezTo>
                <a:cubicBezTo>
                  <a:pt x="174" y="1126"/>
                  <a:pt x="178" y="1120"/>
                  <a:pt x="173" y="1121"/>
                </a:cubicBezTo>
                <a:cubicBezTo>
                  <a:pt x="150" y="1085"/>
                  <a:pt x="146" y="1076"/>
                  <a:pt x="137" y="1068"/>
                </a:cubicBezTo>
                <a:cubicBezTo>
                  <a:pt x="122" y="1043"/>
                  <a:pt x="118" y="1038"/>
                  <a:pt x="116" y="1034"/>
                </a:cubicBezTo>
                <a:cubicBezTo>
                  <a:pt x="107" y="1023"/>
                  <a:pt x="105" y="1016"/>
                  <a:pt x="100" y="1009"/>
                </a:cubicBezTo>
                <a:cubicBezTo>
                  <a:pt x="90" y="998"/>
                  <a:pt x="92" y="997"/>
                  <a:pt x="89" y="997"/>
                </a:cubicBezTo>
                <a:cubicBezTo>
                  <a:pt x="85" y="986"/>
                  <a:pt x="82" y="987"/>
                  <a:pt x="82" y="987"/>
                </a:cubicBezTo>
                <a:cubicBezTo>
                  <a:pt x="53" y="952"/>
                  <a:pt x="52" y="942"/>
                  <a:pt x="49" y="942"/>
                </a:cubicBezTo>
                <a:cubicBezTo>
                  <a:pt x="31" y="899"/>
                  <a:pt x="22" y="894"/>
                  <a:pt x="26" y="890"/>
                </a:cubicBezTo>
                <a:cubicBezTo>
                  <a:pt x="40" y="944"/>
                  <a:pt x="46" y="951"/>
                  <a:pt x="50" y="957"/>
                </a:cubicBezTo>
                <a:cubicBezTo>
                  <a:pt x="55" y="964"/>
                  <a:pt x="54" y="966"/>
                  <a:pt x="55" y="967"/>
                </a:cubicBezTo>
                <a:cubicBezTo>
                  <a:pt x="62" y="976"/>
                  <a:pt x="63" y="974"/>
                  <a:pt x="64" y="976"/>
                </a:cubicBezTo>
                <a:cubicBezTo>
                  <a:pt x="71" y="991"/>
                  <a:pt x="75" y="992"/>
                  <a:pt x="75" y="992"/>
                </a:cubicBezTo>
                <a:cubicBezTo>
                  <a:pt x="87" y="1006"/>
                  <a:pt x="91" y="1013"/>
                  <a:pt x="94" y="1018"/>
                </a:cubicBezTo>
                <a:cubicBezTo>
                  <a:pt x="102" y="1029"/>
                  <a:pt x="101" y="1031"/>
                  <a:pt x="102" y="1032"/>
                </a:cubicBezTo>
                <a:cubicBezTo>
                  <a:pt x="136" y="1079"/>
                  <a:pt x="145" y="1091"/>
                  <a:pt x="153" y="1103"/>
                </a:cubicBezTo>
                <a:cubicBezTo>
                  <a:pt x="187" y="1163"/>
                  <a:pt x="182" y="1168"/>
                  <a:pt x="186" y="1173"/>
                </a:cubicBezTo>
                <a:cubicBezTo>
                  <a:pt x="178" y="1170"/>
                  <a:pt x="174" y="1167"/>
                  <a:pt x="173" y="1165"/>
                </a:cubicBezTo>
                <a:cubicBezTo>
                  <a:pt x="155" y="1142"/>
                  <a:pt x="146" y="1120"/>
                  <a:pt x="135" y="1111"/>
                </a:cubicBezTo>
                <a:cubicBezTo>
                  <a:pt x="110" y="1078"/>
                  <a:pt x="102" y="1080"/>
                  <a:pt x="106" y="1076"/>
                </a:cubicBezTo>
                <a:cubicBezTo>
                  <a:pt x="83" y="1057"/>
                  <a:pt x="75" y="1040"/>
                  <a:pt x="65" y="1032"/>
                </a:cubicBezTo>
                <a:cubicBezTo>
                  <a:pt x="32" y="978"/>
                  <a:pt x="31" y="976"/>
                  <a:pt x="24" y="965"/>
                </a:cubicBezTo>
                <a:cubicBezTo>
                  <a:pt x="9" y="949"/>
                  <a:pt x="15" y="952"/>
                  <a:pt x="15" y="957"/>
                </a:cubicBezTo>
                <a:cubicBezTo>
                  <a:pt x="47" y="1023"/>
                  <a:pt x="52" y="1028"/>
                  <a:pt x="57" y="1035"/>
                </a:cubicBezTo>
                <a:cubicBezTo>
                  <a:pt x="102" y="1083"/>
                  <a:pt x="107" y="1092"/>
                  <a:pt x="113" y="1095"/>
                </a:cubicBezTo>
                <a:cubicBezTo>
                  <a:pt x="149" y="1143"/>
                  <a:pt x="150" y="1151"/>
                  <a:pt x="154" y="1149"/>
                </a:cubicBezTo>
                <a:cubicBezTo>
                  <a:pt x="174" y="1202"/>
                  <a:pt x="185" y="1210"/>
                  <a:pt x="182" y="1215"/>
                </a:cubicBezTo>
                <a:cubicBezTo>
                  <a:pt x="168" y="1179"/>
                  <a:pt x="159" y="1180"/>
                  <a:pt x="162" y="1177"/>
                </a:cubicBezTo>
                <a:cubicBezTo>
                  <a:pt x="140" y="1153"/>
                  <a:pt x="142" y="1142"/>
                  <a:pt x="135" y="1136"/>
                </a:cubicBezTo>
                <a:cubicBezTo>
                  <a:pt x="98" y="1090"/>
                  <a:pt x="95" y="1086"/>
                  <a:pt x="92" y="1086"/>
                </a:cubicBezTo>
                <a:cubicBezTo>
                  <a:pt x="82" y="1073"/>
                  <a:pt x="82" y="1071"/>
                  <a:pt x="82" y="1069"/>
                </a:cubicBezTo>
                <a:cubicBezTo>
                  <a:pt x="44" y="1034"/>
                  <a:pt x="41" y="1030"/>
                  <a:pt x="39" y="1026"/>
                </a:cubicBezTo>
                <a:cubicBezTo>
                  <a:pt x="13" y="992"/>
                  <a:pt x="16" y="996"/>
                  <a:pt x="17" y="1000"/>
                </a:cubicBezTo>
                <a:cubicBezTo>
                  <a:pt x="48" y="1041"/>
                  <a:pt x="46" y="1053"/>
                  <a:pt x="55" y="1056"/>
                </a:cubicBezTo>
                <a:cubicBezTo>
                  <a:pt x="80" y="1083"/>
                  <a:pt x="81" y="1085"/>
                  <a:pt x="83" y="1087"/>
                </a:cubicBezTo>
                <a:cubicBezTo>
                  <a:pt x="89" y="1101"/>
                  <a:pt x="103" y="1099"/>
                  <a:pt x="97" y="1104"/>
                </a:cubicBezTo>
                <a:cubicBezTo>
                  <a:pt x="125" y="1140"/>
                  <a:pt x="131" y="1145"/>
                  <a:pt x="130" y="1149"/>
                </a:cubicBezTo>
                <a:cubicBezTo>
                  <a:pt x="93" y="1107"/>
                  <a:pt x="89" y="1106"/>
                  <a:pt x="86" y="1102"/>
                </a:cubicBezTo>
                <a:cubicBezTo>
                  <a:pt x="63" y="1079"/>
                  <a:pt x="59" y="1075"/>
                  <a:pt x="55" y="1073"/>
                </a:cubicBezTo>
                <a:cubicBezTo>
                  <a:pt x="0" y="1009"/>
                  <a:pt x="9" y="1016"/>
                  <a:pt x="8" y="1021"/>
                </a:cubicBezTo>
                <a:cubicBezTo>
                  <a:pt x="27" y="1050"/>
                  <a:pt x="29" y="1050"/>
                  <a:pt x="30" y="1052"/>
                </a:cubicBezTo>
                <a:cubicBezTo>
                  <a:pt x="33" y="1062"/>
                  <a:pt x="38" y="1060"/>
                  <a:pt x="41" y="1066"/>
                </a:cubicBezTo>
                <a:cubicBezTo>
                  <a:pt x="86" y="1110"/>
                  <a:pt x="90" y="1120"/>
                  <a:pt x="96" y="1122"/>
                </a:cubicBezTo>
                <a:cubicBezTo>
                  <a:pt x="118" y="1149"/>
                  <a:pt x="127" y="1163"/>
                  <a:pt x="137" y="1176"/>
                </a:cubicBezTo>
                <a:cubicBezTo>
                  <a:pt x="148" y="1204"/>
                  <a:pt x="162" y="1211"/>
                  <a:pt x="158" y="1215"/>
                </a:cubicBezTo>
                <a:cubicBezTo>
                  <a:pt x="165" y="1240"/>
                  <a:pt x="164" y="1234"/>
                  <a:pt x="163" y="1229"/>
                </a:cubicBezTo>
                <a:cubicBezTo>
                  <a:pt x="151" y="1205"/>
                  <a:pt x="144" y="1201"/>
                  <a:pt x="143" y="1199"/>
                </a:cubicBezTo>
                <a:cubicBezTo>
                  <a:pt x="118" y="1171"/>
                  <a:pt x="122" y="1166"/>
                  <a:pt x="116" y="1164"/>
                </a:cubicBezTo>
                <a:cubicBezTo>
                  <a:pt x="82" y="1123"/>
                  <a:pt x="68" y="1114"/>
                  <a:pt x="60" y="1107"/>
                </a:cubicBezTo>
                <a:cubicBezTo>
                  <a:pt x="19" y="1050"/>
                  <a:pt x="22" y="1042"/>
                  <a:pt x="13" y="1042"/>
                </a:cubicBezTo>
                <a:cubicBezTo>
                  <a:pt x="62" y="1117"/>
                  <a:pt x="74" y="1136"/>
                  <a:pt x="95" y="1152"/>
                </a:cubicBezTo>
                <a:cubicBezTo>
                  <a:pt x="135" y="1204"/>
                  <a:pt x="140" y="1211"/>
                  <a:pt x="145" y="1217"/>
                </a:cubicBezTo>
                <a:cubicBezTo>
                  <a:pt x="170" y="1269"/>
                  <a:pt x="166" y="1271"/>
                  <a:pt x="171" y="1274"/>
                </a:cubicBezTo>
                <a:cubicBezTo>
                  <a:pt x="178" y="1302"/>
                  <a:pt x="178" y="1304"/>
                  <a:pt x="177" y="1307"/>
                </a:cubicBezTo>
                <a:cubicBezTo>
                  <a:pt x="169" y="1297"/>
                  <a:pt x="173" y="1295"/>
                  <a:pt x="168" y="1291"/>
                </a:cubicBezTo>
                <a:cubicBezTo>
                  <a:pt x="133" y="1236"/>
                  <a:pt x="128" y="1228"/>
                  <a:pt x="116" y="1208"/>
                </a:cubicBezTo>
                <a:cubicBezTo>
                  <a:pt x="41" y="1115"/>
                  <a:pt x="40" y="1112"/>
                  <a:pt x="37" y="1109"/>
                </a:cubicBezTo>
                <a:cubicBezTo>
                  <a:pt x="25" y="1086"/>
                  <a:pt x="30" y="1079"/>
                  <a:pt x="24" y="1081"/>
                </a:cubicBezTo>
                <a:cubicBezTo>
                  <a:pt x="59" y="1159"/>
                  <a:pt x="64" y="1161"/>
                  <a:pt x="69" y="1166"/>
                </a:cubicBezTo>
                <a:cubicBezTo>
                  <a:pt x="116" y="1220"/>
                  <a:pt x="123" y="1241"/>
                  <a:pt x="133" y="1245"/>
                </a:cubicBezTo>
                <a:cubicBezTo>
                  <a:pt x="146" y="1275"/>
                  <a:pt x="149" y="1274"/>
                  <a:pt x="153" y="1283"/>
                </a:cubicBezTo>
                <a:cubicBezTo>
                  <a:pt x="167" y="1322"/>
                  <a:pt x="173" y="1328"/>
                  <a:pt x="172" y="1333"/>
                </a:cubicBezTo>
                <a:cubicBezTo>
                  <a:pt x="172" y="1344"/>
                  <a:pt x="171" y="1342"/>
                  <a:pt x="167" y="1341"/>
                </a:cubicBezTo>
                <a:cubicBezTo>
                  <a:pt x="163" y="1322"/>
                  <a:pt x="155" y="1318"/>
                  <a:pt x="159" y="1315"/>
                </a:cubicBezTo>
                <a:cubicBezTo>
                  <a:pt x="128" y="1261"/>
                  <a:pt x="129" y="1259"/>
                  <a:pt x="117" y="1247"/>
                </a:cubicBezTo>
                <a:cubicBezTo>
                  <a:pt x="67" y="1189"/>
                  <a:pt x="67" y="1186"/>
                  <a:pt x="62" y="1181"/>
                </a:cubicBezTo>
                <a:cubicBezTo>
                  <a:pt x="50" y="1165"/>
                  <a:pt x="47" y="1166"/>
                  <a:pt x="49" y="1163"/>
                </a:cubicBezTo>
                <a:cubicBezTo>
                  <a:pt x="12" y="1111"/>
                  <a:pt x="15" y="1107"/>
                  <a:pt x="9" y="1101"/>
                </a:cubicBezTo>
                <a:cubicBezTo>
                  <a:pt x="13" y="1122"/>
                  <a:pt x="19" y="1126"/>
                  <a:pt x="16" y="1128"/>
                </a:cubicBezTo>
                <a:cubicBezTo>
                  <a:pt x="47" y="1180"/>
                  <a:pt x="52" y="1178"/>
                  <a:pt x="54" y="1184"/>
                </a:cubicBezTo>
                <a:cubicBezTo>
                  <a:pt x="108" y="1249"/>
                  <a:pt x="110" y="1258"/>
                  <a:pt x="114" y="1257"/>
                </a:cubicBezTo>
                <a:cubicBezTo>
                  <a:pt x="108" y="1251"/>
                  <a:pt x="101" y="1249"/>
                  <a:pt x="97" y="1247"/>
                </a:cubicBezTo>
                <a:cubicBezTo>
                  <a:pt x="70" y="1217"/>
                  <a:pt x="67" y="1206"/>
                  <a:pt x="63" y="1203"/>
                </a:cubicBezTo>
                <a:cubicBezTo>
                  <a:pt x="43" y="1184"/>
                  <a:pt x="42" y="1180"/>
                  <a:pt x="40" y="1177"/>
                </a:cubicBezTo>
                <a:cubicBezTo>
                  <a:pt x="2" y="1139"/>
                  <a:pt x="9" y="1144"/>
                  <a:pt x="8" y="1147"/>
                </a:cubicBezTo>
                <a:cubicBezTo>
                  <a:pt x="31" y="1180"/>
                  <a:pt x="28" y="1183"/>
                  <a:pt x="34" y="1187"/>
                </a:cubicBezTo>
                <a:cubicBezTo>
                  <a:pt x="104" y="1266"/>
                  <a:pt x="106" y="1270"/>
                  <a:pt x="109" y="1273"/>
                </a:cubicBezTo>
                <a:cubicBezTo>
                  <a:pt x="130" y="1308"/>
                  <a:pt x="136" y="1314"/>
                  <a:pt x="138" y="1320"/>
                </a:cubicBezTo>
                <a:cubicBezTo>
                  <a:pt x="148" y="1353"/>
                  <a:pt x="160" y="1358"/>
                  <a:pt x="154" y="1360"/>
                </a:cubicBezTo>
                <a:cubicBezTo>
                  <a:pt x="143" y="1349"/>
                  <a:pt x="143" y="1342"/>
                  <a:pt x="136" y="1334"/>
                </a:cubicBezTo>
                <a:cubicBezTo>
                  <a:pt x="102" y="1286"/>
                  <a:pt x="93" y="1279"/>
                  <a:pt x="95" y="1275"/>
                </a:cubicBezTo>
                <a:cubicBezTo>
                  <a:pt x="30" y="1202"/>
                  <a:pt x="24" y="1194"/>
                  <a:pt x="18" y="1185"/>
                </a:cubicBezTo>
                <a:cubicBezTo>
                  <a:pt x="17" y="1202"/>
                  <a:pt x="20" y="1204"/>
                  <a:pt x="22" y="1205"/>
                </a:cubicBezTo>
                <a:cubicBezTo>
                  <a:pt x="28" y="1233"/>
                  <a:pt x="31" y="1245"/>
                  <a:pt x="36" y="1247"/>
                </a:cubicBezTo>
                <a:cubicBezTo>
                  <a:pt x="44" y="1265"/>
                  <a:pt x="42" y="1268"/>
                  <a:pt x="45" y="1267"/>
                </a:cubicBezTo>
                <a:cubicBezTo>
                  <a:pt x="78" y="1315"/>
                  <a:pt x="77" y="1317"/>
                  <a:pt x="84" y="1325"/>
                </a:cubicBezTo>
                <a:cubicBezTo>
                  <a:pt x="106" y="1353"/>
                  <a:pt x="114" y="1357"/>
                  <a:pt x="107" y="1360"/>
                </a:cubicBezTo>
                <a:cubicBezTo>
                  <a:pt x="74" y="1315"/>
                  <a:pt x="69" y="1314"/>
                  <a:pt x="66" y="1306"/>
                </a:cubicBezTo>
                <a:cubicBezTo>
                  <a:pt x="42" y="1273"/>
                  <a:pt x="39" y="1262"/>
                  <a:pt x="33" y="1256"/>
                </a:cubicBezTo>
                <a:cubicBezTo>
                  <a:pt x="26" y="1249"/>
                  <a:pt x="31" y="1241"/>
                  <a:pt x="27" y="1238"/>
                </a:cubicBezTo>
                <a:cubicBezTo>
                  <a:pt x="23" y="1255"/>
                  <a:pt x="30" y="1264"/>
                  <a:pt x="33" y="1273"/>
                </a:cubicBezTo>
                <a:cubicBezTo>
                  <a:pt x="72" y="1327"/>
                  <a:pt x="77" y="1337"/>
                  <a:pt x="86" y="1343"/>
                </a:cubicBezTo>
                <a:cubicBezTo>
                  <a:pt x="91" y="1356"/>
                  <a:pt x="95" y="1356"/>
                  <a:pt x="95" y="1356"/>
                </a:cubicBezTo>
                <a:cubicBezTo>
                  <a:pt x="113" y="1378"/>
                  <a:pt x="122" y="1391"/>
                  <a:pt x="131" y="1399"/>
                </a:cubicBezTo>
                <a:cubicBezTo>
                  <a:pt x="141" y="1414"/>
                  <a:pt x="144" y="1416"/>
                  <a:pt x="146" y="1420"/>
                </a:cubicBezTo>
                <a:cubicBezTo>
                  <a:pt x="142" y="1419"/>
                  <a:pt x="139" y="1422"/>
                  <a:pt x="137" y="1417"/>
                </a:cubicBezTo>
                <a:cubicBezTo>
                  <a:pt x="104" y="1393"/>
                  <a:pt x="99" y="1389"/>
                  <a:pt x="94" y="1389"/>
                </a:cubicBezTo>
                <a:cubicBezTo>
                  <a:pt x="39" y="1357"/>
                  <a:pt x="44" y="1357"/>
                  <a:pt x="47" y="1361"/>
                </a:cubicBezTo>
                <a:cubicBezTo>
                  <a:pt x="73" y="1381"/>
                  <a:pt x="77" y="1386"/>
                  <a:pt x="82" y="1385"/>
                </a:cubicBezTo>
                <a:cubicBezTo>
                  <a:pt x="123" y="1414"/>
                  <a:pt x="127" y="1423"/>
                  <a:pt x="131" y="1423"/>
                </a:cubicBezTo>
                <a:cubicBezTo>
                  <a:pt x="163" y="1460"/>
                  <a:pt x="167" y="1459"/>
                  <a:pt x="169" y="1462"/>
                </a:cubicBezTo>
                <a:cubicBezTo>
                  <a:pt x="183" y="1480"/>
                  <a:pt x="180" y="1489"/>
                  <a:pt x="185" y="1495"/>
                </a:cubicBezTo>
                <a:cubicBezTo>
                  <a:pt x="198" y="1470"/>
                  <a:pt x="199" y="1467"/>
                  <a:pt x="200" y="1465"/>
                </a:cubicBezTo>
                <a:cubicBezTo>
                  <a:pt x="239" y="1447"/>
                  <a:pt x="243" y="1445"/>
                  <a:pt x="246" y="1443"/>
                </a:cubicBezTo>
                <a:cubicBezTo>
                  <a:pt x="237" y="1440"/>
                  <a:pt x="233" y="1441"/>
                  <a:pt x="230" y="1441"/>
                </a:cubicBezTo>
                <a:cubicBezTo>
                  <a:pt x="214" y="1443"/>
                  <a:pt x="212" y="1436"/>
                  <a:pt x="217" y="1430"/>
                </a:cubicBezTo>
                <a:cubicBezTo>
                  <a:pt x="295" y="1389"/>
                  <a:pt x="303" y="1382"/>
                  <a:pt x="310" y="1385"/>
                </a:cubicBezTo>
                <a:cubicBezTo>
                  <a:pt x="381" y="1375"/>
                  <a:pt x="383" y="1379"/>
                  <a:pt x="388" y="1373"/>
                </a:cubicBezTo>
                <a:cubicBezTo>
                  <a:pt x="426" y="1368"/>
                  <a:pt x="430" y="1366"/>
                  <a:pt x="433" y="1365"/>
                </a:cubicBezTo>
                <a:cubicBezTo>
                  <a:pt x="449" y="1360"/>
                  <a:pt x="453" y="1363"/>
                  <a:pt x="457" y="1358"/>
                </a:cubicBezTo>
                <a:cubicBezTo>
                  <a:pt x="441" y="1356"/>
                  <a:pt x="440" y="1359"/>
                  <a:pt x="438" y="1359"/>
                </a:cubicBezTo>
                <a:cubicBezTo>
                  <a:pt x="426" y="1362"/>
                  <a:pt x="425" y="1358"/>
                  <a:pt x="421" y="1362"/>
                </a:cubicBezTo>
                <a:cubicBezTo>
                  <a:pt x="371" y="1366"/>
                  <a:pt x="364" y="1369"/>
                  <a:pt x="357" y="1369"/>
                </a:cubicBezTo>
                <a:cubicBezTo>
                  <a:pt x="338" y="1375"/>
                  <a:pt x="337" y="1371"/>
                  <a:pt x="335" y="1372"/>
                </a:cubicBezTo>
                <a:cubicBezTo>
                  <a:pt x="307" y="1376"/>
                  <a:pt x="306" y="1372"/>
                  <a:pt x="303" y="1376"/>
                </a:cubicBezTo>
                <a:cubicBezTo>
                  <a:pt x="270" y="1383"/>
                  <a:pt x="263" y="1389"/>
                  <a:pt x="258" y="1388"/>
                </a:cubicBezTo>
                <a:cubicBezTo>
                  <a:pt x="202" y="1433"/>
                  <a:pt x="200" y="1437"/>
                  <a:pt x="196" y="1441"/>
                </a:cubicBezTo>
                <a:cubicBezTo>
                  <a:pt x="185" y="1441"/>
                  <a:pt x="190" y="1433"/>
                  <a:pt x="197" y="1425"/>
                </a:cubicBezTo>
                <a:cubicBezTo>
                  <a:pt x="279" y="1366"/>
                  <a:pt x="282" y="1364"/>
                  <a:pt x="284" y="1362"/>
                </a:cubicBezTo>
                <a:cubicBezTo>
                  <a:pt x="315" y="1356"/>
                  <a:pt x="324" y="1356"/>
                  <a:pt x="334" y="1353"/>
                </a:cubicBezTo>
                <a:cubicBezTo>
                  <a:pt x="381" y="1350"/>
                  <a:pt x="385" y="1350"/>
                  <a:pt x="390" y="1350"/>
                </a:cubicBezTo>
                <a:cubicBezTo>
                  <a:pt x="436" y="1341"/>
                  <a:pt x="441" y="1339"/>
                  <a:pt x="446" y="1339"/>
                </a:cubicBezTo>
                <a:cubicBezTo>
                  <a:pt x="489" y="1324"/>
                  <a:pt x="486" y="1320"/>
                  <a:pt x="481" y="1326"/>
                </a:cubicBezTo>
                <a:cubicBezTo>
                  <a:pt x="445" y="1330"/>
                  <a:pt x="442" y="1333"/>
                  <a:pt x="438" y="1335"/>
                </a:cubicBezTo>
                <a:cubicBezTo>
                  <a:pt x="414" y="1334"/>
                  <a:pt x="409" y="1345"/>
                  <a:pt x="406" y="1338"/>
                </a:cubicBezTo>
                <a:cubicBezTo>
                  <a:pt x="436" y="1330"/>
                  <a:pt x="444" y="1327"/>
                  <a:pt x="451" y="1328"/>
                </a:cubicBezTo>
                <a:cubicBezTo>
                  <a:pt x="502" y="1292"/>
                  <a:pt x="500" y="1297"/>
                  <a:pt x="495" y="1301"/>
                </a:cubicBezTo>
                <a:cubicBezTo>
                  <a:pt x="463" y="1311"/>
                  <a:pt x="458" y="1319"/>
                  <a:pt x="455" y="1320"/>
                </a:cubicBezTo>
                <a:cubicBezTo>
                  <a:pt x="410" y="1329"/>
                  <a:pt x="405" y="1329"/>
                  <a:pt x="400" y="1333"/>
                </a:cubicBezTo>
                <a:cubicBezTo>
                  <a:pt x="380" y="1333"/>
                  <a:pt x="378" y="1331"/>
                  <a:pt x="376" y="1333"/>
                </a:cubicBezTo>
                <a:cubicBezTo>
                  <a:pt x="356" y="1334"/>
                  <a:pt x="353" y="1333"/>
                  <a:pt x="355" y="1331"/>
                </a:cubicBezTo>
                <a:cubicBezTo>
                  <a:pt x="400" y="1320"/>
                  <a:pt x="402" y="1322"/>
                  <a:pt x="405" y="1319"/>
                </a:cubicBezTo>
                <a:cubicBezTo>
                  <a:pt x="429" y="1309"/>
                  <a:pt x="438" y="1305"/>
                  <a:pt x="450" y="1297"/>
                </a:cubicBezTo>
                <a:cubicBezTo>
                  <a:pt x="498" y="1254"/>
                  <a:pt x="508" y="1256"/>
                  <a:pt x="503" y="1248"/>
                </a:cubicBezTo>
                <a:cubicBezTo>
                  <a:pt x="391" y="1316"/>
                  <a:pt x="387" y="1317"/>
                  <a:pt x="384" y="1317"/>
                </a:cubicBezTo>
                <a:cubicBezTo>
                  <a:pt x="365" y="1320"/>
                  <a:pt x="363" y="1321"/>
                  <a:pt x="360" y="1322"/>
                </a:cubicBezTo>
                <a:cubicBezTo>
                  <a:pt x="345" y="1324"/>
                  <a:pt x="344" y="1319"/>
                  <a:pt x="342" y="1323"/>
                </a:cubicBezTo>
                <a:cubicBezTo>
                  <a:pt x="303" y="1328"/>
                  <a:pt x="296" y="1326"/>
                  <a:pt x="290" y="1326"/>
                </a:cubicBezTo>
                <a:cubicBezTo>
                  <a:pt x="244" y="1332"/>
                  <a:pt x="240" y="1335"/>
                  <a:pt x="237" y="1335"/>
                </a:cubicBezTo>
                <a:cubicBezTo>
                  <a:pt x="200" y="1351"/>
                  <a:pt x="199" y="1362"/>
                  <a:pt x="193" y="1356"/>
                </a:cubicBezTo>
                <a:cubicBezTo>
                  <a:pt x="222" y="1332"/>
                  <a:pt x="227" y="1334"/>
                  <a:pt x="232" y="1328"/>
                </a:cubicBezTo>
                <a:cubicBezTo>
                  <a:pt x="257" y="1323"/>
                  <a:pt x="260" y="1322"/>
                  <a:pt x="262" y="1322"/>
                </a:cubicBezTo>
                <a:cubicBezTo>
                  <a:pt x="340" y="1309"/>
                  <a:pt x="350" y="1304"/>
                  <a:pt x="360" y="1305"/>
                </a:cubicBezTo>
                <a:cubicBezTo>
                  <a:pt x="414" y="1282"/>
                  <a:pt x="428" y="1278"/>
                  <a:pt x="443" y="1270"/>
                </a:cubicBezTo>
                <a:cubicBezTo>
                  <a:pt x="485" y="1238"/>
                  <a:pt x="488" y="1241"/>
                  <a:pt x="493" y="1236"/>
                </a:cubicBezTo>
                <a:cubicBezTo>
                  <a:pt x="503" y="1226"/>
                  <a:pt x="507" y="1224"/>
                  <a:pt x="512" y="1220"/>
                </a:cubicBezTo>
                <a:cubicBezTo>
                  <a:pt x="513" y="1206"/>
                  <a:pt x="509" y="1214"/>
                  <a:pt x="502" y="1222"/>
                </a:cubicBezTo>
                <a:cubicBezTo>
                  <a:pt x="460" y="1250"/>
                  <a:pt x="445" y="1261"/>
                  <a:pt x="435" y="1266"/>
                </a:cubicBezTo>
                <a:cubicBezTo>
                  <a:pt x="399" y="1282"/>
                  <a:pt x="395" y="1285"/>
                  <a:pt x="392" y="1284"/>
                </a:cubicBezTo>
                <a:cubicBezTo>
                  <a:pt x="323" y="1300"/>
                  <a:pt x="316" y="1303"/>
                  <a:pt x="308" y="1308"/>
                </a:cubicBezTo>
                <a:cubicBezTo>
                  <a:pt x="286" y="1307"/>
                  <a:pt x="284" y="1307"/>
                  <a:pt x="281" y="1308"/>
                </a:cubicBezTo>
                <a:cubicBezTo>
                  <a:pt x="265" y="1315"/>
                  <a:pt x="263" y="1313"/>
                  <a:pt x="260" y="1316"/>
                </a:cubicBezTo>
                <a:cubicBezTo>
                  <a:pt x="276" y="1302"/>
                  <a:pt x="278" y="1307"/>
                  <a:pt x="282" y="1305"/>
                </a:cubicBezTo>
                <a:cubicBezTo>
                  <a:pt x="318" y="1297"/>
                  <a:pt x="324" y="1295"/>
                  <a:pt x="330" y="1297"/>
                </a:cubicBezTo>
                <a:cubicBezTo>
                  <a:pt x="385" y="1284"/>
                  <a:pt x="390" y="1272"/>
                  <a:pt x="392" y="1277"/>
                </a:cubicBezTo>
                <a:cubicBezTo>
                  <a:pt x="458" y="1239"/>
                  <a:pt x="469" y="1229"/>
                  <a:pt x="477" y="1218"/>
                </a:cubicBezTo>
                <a:cubicBezTo>
                  <a:pt x="489" y="1197"/>
                  <a:pt x="479" y="1209"/>
                  <a:pt x="469" y="1221"/>
                </a:cubicBezTo>
                <a:cubicBezTo>
                  <a:pt x="433" y="1250"/>
                  <a:pt x="428" y="1253"/>
                  <a:pt x="424" y="1257"/>
                </a:cubicBezTo>
                <a:cubicBezTo>
                  <a:pt x="379" y="1272"/>
                  <a:pt x="373" y="1275"/>
                  <a:pt x="368" y="1275"/>
                </a:cubicBezTo>
                <a:cubicBezTo>
                  <a:pt x="317" y="1286"/>
                  <a:pt x="313" y="1290"/>
                  <a:pt x="308" y="1294"/>
                </a:cubicBezTo>
                <a:cubicBezTo>
                  <a:pt x="276" y="1296"/>
                  <a:pt x="268" y="1298"/>
                  <a:pt x="259" y="1301"/>
                </a:cubicBezTo>
                <a:cubicBezTo>
                  <a:pt x="226" y="1315"/>
                  <a:pt x="218" y="1314"/>
                  <a:pt x="210" y="1318"/>
                </a:cubicBezTo>
                <a:cubicBezTo>
                  <a:pt x="188" y="1324"/>
                  <a:pt x="198" y="1326"/>
                  <a:pt x="196" y="1323"/>
                </a:cubicBezTo>
                <a:cubicBezTo>
                  <a:pt x="245" y="1292"/>
                  <a:pt x="250" y="1296"/>
                  <a:pt x="257" y="1291"/>
                </a:cubicBezTo>
                <a:cubicBezTo>
                  <a:pt x="286" y="1281"/>
                  <a:pt x="297" y="1283"/>
                  <a:pt x="309" y="1278"/>
                </a:cubicBezTo>
                <a:cubicBezTo>
                  <a:pt x="360" y="1270"/>
                  <a:pt x="377" y="1254"/>
                  <a:pt x="392" y="1257"/>
                </a:cubicBezTo>
                <a:cubicBezTo>
                  <a:pt x="464" y="1216"/>
                  <a:pt x="478" y="1201"/>
                  <a:pt x="492" y="1188"/>
                </a:cubicBezTo>
                <a:cubicBezTo>
                  <a:pt x="510" y="1153"/>
                  <a:pt x="511" y="1156"/>
                  <a:pt x="505" y="1158"/>
                </a:cubicBezTo>
                <a:cubicBezTo>
                  <a:pt x="490" y="1176"/>
                  <a:pt x="487" y="1180"/>
                  <a:pt x="487" y="1184"/>
                </a:cubicBezTo>
                <a:cubicBezTo>
                  <a:pt x="443" y="1223"/>
                  <a:pt x="444" y="1226"/>
                  <a:pt x="442" y="1224"/>
                </a:cubicBezTo>
                <a:cubicBezTo>
                  <a:pt x="413" y="1237"/>
                  <a:pt x="407" y="1243"/>
                  <a:pt x="403" y="1242"/>
                </a:cubicBezTo>
                <a:cubicBezTo>
                  <a:pt x="325" y="1267"/>
                  <a:pt x="322" y="1265"/>
                  <a:pt x="318" y="1267"/>
                </a:cubicBezTo>
                <a:cubicBezTo>
                  <a:pt x="273" y="1273"/>
                  <a:pt x="263" y="1283"/>
                  <a:pt x="256" y="1279"/>
                </a:cubicBezTo>
                <a:cubicBezTo>
                  <a:pt x="295" y="1265"/>
                  <a:pt x="305" y="1261"/>
                  <a:pt x="314" y="1262"/>
                </a:cubicBezTo>
                <a:cubicBezTo>
                  <a:pt x="363" y="1241"/>
                  <a:pt x="375" y="1239"/>
                  <a:pt x="387" y="1234"/>
                </a:cubicBezTo>
                <a:cubicBezTo>
                  <a:pt x="479" y="1164"/>
                  <a:pt x="483" y="1161"/>
                  <a:pt x="485" y="1158"/>
                </a:cubicBezTo>
                <a:cubicBezTo>
                  <a:pt x="512" y="1124"/>
                  <a:pt x="513" y="1117"/>
                  <a:pt x="520" y="1111"/>
                </a:cubicBezTo>
                <a:cubicBezTo>
                  <a:pt x="509" y="1116"/>
                  <a:pt x="505" y="1120"/>
                  <a:pt x="502" y="1124"/>
                </a:cubicBezTo>
                <a:cubicBezTo>
                  <a:pt x="478" y="1160"/>
                  <a:pt x="470" y="1160"/>
                  <a:pt x="471" y="1166"/>
                </a:cubicBezTo>
                <a:cubicBezTo>
                  <a:pt x="431" y="1191"/>
                  <a:pt x="426" y="1200"/>
                  <a:pt x="421" y="1202"/>
                </a:cubicBezTo>
                <a:cubicBezTo>
                  <a:pt x="378" y="1227"/>
                  <a:pt x="371" y="1230"/>
                  <a:pt x="363" y="1234"/>
                </a:cubicBezTo>
                <a:cubicBezTo>
                  <a:pt x="322" y="1251"/>
                  <a:pt x="307" y="1250"/>
                  <a:pt x="290" y="1259"/>
                </a:cubicBezTo>
                <a:cubicBezTo>
                  <a:pt x="246" y="1271"/>
                  <a:pt x="237" y="1279"/>
                  <a:pt x="231" y="1275"/>
                </a:cubicBezTo>
                <a:cubicBezTo>
                  <a:pt x="290" y="1254"/>
                  <a:pt x="296" y="1241"/>
                  <a:pt x="298" y="1246"/>
                </a:cubicBezTo>
                <a:cubicBezTo>
                  <a:pt x="362" y="1221"/>
                  <a:pt x="377" y="1211"/>
                  <a:pt x="391" y="1204"/>
                </a:cubicBezTo>
                <a:cubicBezTo>
                  <a:pt x="515" y="1103"/>
                  <a:pt x="512" y="1098"/>
                  <a:pt x="518" y="1095"/>
                </a:cubicBezTo>
                <a:cubicBezTo>
                  <a:pt x="532" y="1075"/>
                  <a:pt x="536" y="1073"/>
                  <a:pt x="535" y="1071"/>
                </a:cubicBezTo>
                <a:cubicBezTo>
                  <a:pt x="539" y="1064"/>
                  <a:pt x="536" y="1067"/>
                  <a:pt x="532" y="1070"/>
                </a:cubicBezTo>
                <a:cubicBezTo>
                  <a:pt x="497" y="1109"/>
                  <a:pt x="495" y="1119"/>
                  <a:pt x="485" y="1121"/>
                </a:cubicBezTo>
                <a:cubicBezTo>
                  <a:pt x="453" y="1152"/>
                  <a:pt x="442" y="1160"/>
                  <a:pt x="431" y="1168"/>
                </a:cubicBezTo>
                <a:cubicBezTo>
                  <a:pt x="397" y="1193"/>
                  <a:pt x="389" y="1191"/>
                  <a:pt x="388" y="1197"/>
                </a:cubicBezTo>
                <a:cubicBezTo>
                  <a:pt x="367" y="1206"/>
                  <a:pt x="360" y="1215"/>
                  <a:pt x="356" y="1210"/>
                </a:cubicBezTo>
                <a:cubicBezTo>
                  <a:pt x="315" y="1230"/>
                  <a:pt x="305" y="1233"/>
                  <a:pt x="294" y="1240"/>
                </a:cubicBezTo>
                <a:cubicBezTo>
                  <a:pt x="262" y="1252"/>
                  <a:pt x="260" y="1251"/>
                  <a:pt x="257" y="1254"/>
                </a:cubicBezTo>
                <a:cubicBezTo>
                  <a:pt x="237" y="1263"/>
                  <a:pt x="233" y="1265"/>
                  <a:pt x="229" y="1267"/>
                </a:cubicBezTo>
                <a:cubicBezTo>
                  <a:pt x="218" y="1271"/>
                  <a:pt x="214" y="1278"/>
                  <a:pt x="211" y="1275"/>
                </a:cubicBezTo>
                <a:cubicBezTo>
                  <a:pt x="241" y="1245"/>
                  <a:pt x="262" y="1234"/>
                  <a:pt x="291" y="1222"/>
                </a:cubicBezTo>
                <a:cubicBezTo>
                  <a:pt x="352" y="1187"/>
                  <a:pt x="356" y="1194"/>
                  <a:pt x="360" y="1189"/>
                </a:cubicBezTo>
                <a:cubicBezTo>
                  <a:pt x="397" y="1173"/>
                  <a:pt x="401" y="1169"/>
                  <a:pt x="405" y="1169"/>
                </a:cubicBezTo>
                <a:cubicBezTo>
                  <a:pt x="461" y="1128"/>
                  <a:pt x="482" y="1115"/>
                  <a:pt x="495" y="1100"/>
                </a:cubicBezTo>
                <a:cubicBezTo>
                  <a:pt x="532" y="1063"/>
                  <a:pt x="536" y="1059"/>
                  <a:pt x="536" y="1055"/>
                </a:cubicBezTo>
                <a:cubicBezTo>
                  <a:pt x="492" y="1093"/>
                  <a:pt x="491" y="1097"/>
                  <a:pt x="486" y="1101"/>
                </a:cubicBezTo>
                <a:cubicBezTo>
                  <a:pt x="470" y="1111"/>
                  <a:pt x="468" y="1118"/>
                  <a:pt x="461" y="1121"/>
                </a:cubicBezTo>
                <a:cubicBezTo>
                  <a:pt x="441" y="1135"/>
                  <a:pt x="439" y="1138"/>
                  <a:pt x="438" y="1141"/>
                </a:cubicBezTo>
                <a:cubicBezTo>
                  <a:pt x="395" y="1165"/>
                  <a:pt x="389" y="1166"/>
                  <a:pt x="384" y="1167"/>
                </a:cubicBezTo>
                <a:cubicBezTo>
                  <a:pt x="366" y="1175"/>
                  <a:pt x="360" y="1181"/>
                  <a:pt x="354" y="1181"/>
                </a:cubicBezTo>
                <a:cubicBezTo>
                  <a:pt x="336" y="1190"/>
                  <a:pt x="330" y="1193"/>
                  <a:pt x="324" y="1196"/>
                </a:cubicBezTo>
                <a:cubicBezTo>
                  <a:pt x="289" y="1212"/>
                  <a:pt x="274" y="1219"/>
                  <a:pt x="259" y="1226"/>
                </a:cubicBezTo>
                <a:cubicBezTo>
                  <a:pt x="235" y="1240"/>
                  <a:pt x="227" y="1244"/>
                  <a:pt x="224" y="1249"/>
                </a:cubicBezTo>
                <a:cubicBezTo>
                  <a:pt x="202" y="1270"/>
                  <a:pt x="193" y="1272"/>
                  <a:pt x="192" y="1269"/>
                </a:cubicBezTo>
                <a:cubicBezTo>
                  <a:pt x="215" y="1249"/>
                  <a:pt x="212" y="1245"/>
                  <a:pt x="217" y="1243"/>
                </a:cubicBezTo>
                <a:cubicBezTo>
                  <a:pt x="243" y="1226"/>
                  <a:pt x="244" y="1223"/>
                  <a:pt x="250" y="1220"/>
                </a:cubicBezTo>
                <a:cubicBezTo>
                  <a:pt x="326" y="1181"/>
                  <a:pt x="340" y="1175"/>
                  <a:pt x="358" y="1169"/>
                </a:cubicBezTo>
                <a:cubicBezTo>
                  <a:pt x="494" y="1080"/>
                  <a:pt x="512" y="1077"/>
                  <a:pt x="512" y="1063"/>
                </a:cubicBezTo>
                <a:cubicBezTo>
                  <a:pt x="460" y="1106"/>
                  <a:pt x="454" y="1105"/>
                  <a:pt x="447" y="1112"/>
                </a:cubicBezTo>
                <a:cubicBezTo>
                  <a:pt x="401" y="1139"/>
                  <a:pt x="397" y="1141"/>
                  <a:pt x="392" y="1144"/>
                </a:cubicBezTo>
                <a:cubicBezTo>
                  <a:pt x="299" y="1182"/>
                  <a:pt x="278" y="1194"/>
                  <a:pt x="258" y="1204"/>
                </a:cubicBezTo>
                <a:cubicBezTo>
                  <a:pt x="222" y="1232"/>
                  <a:pt x="219" y="1228"/>
                  <a:pt x="215" y="1233"/>
                </a:cubicBezTo>
                <a:cubicBezTo>
                  <a:pt x="191" y="1248"/>
                  <a:pt x="198" y="1246"/>
                  <a:pt x="198" y="1243"/>
                </a:cubicBezTo>
                <a:cubicBezTo>
                  <a:pt x="210" y="1232"/>
                  <a:pt x="218" y="1227"/>
                  <a:pt x="221" y="1221"/>
                </a:cubicBezTo>
                <a:cubicBezTo>
                  <a:pt x="275" y="1187"/>
                  <a:pt x="293" y="1174"/>
                  <a:pt x="310" y="1167"/>
                </a:cubicBezTo>
                <a:cubicBezTo>
                  <a:pt x="378" y="1137"/>
                  <a:pt x="377" y="1130"/>
                  <a:pt x="382" y="1132"/>
                </a:cubicBezTo>
                <a:cubicBezTo>
                  <a:pt x="433" y="1103"/>
                  <a:pt x="436" y="1100"/>
                  <a:pt x="437" y="1102"/>
                </a:cubicBezTo>
                <a:cubicBezTo>
                  <a:pt x="461" y="1086"/>
                  <a:pt x="465" y="1087"/>
                  <a:pt x="471" y="1080"/>
                </a:cubicBezTo>
                <a:cubicBezTo>
                  <a:pt x="502" y="1058"/>
                  <a:pt x="506" y="1058"/>
                  <a:pt x="511" y="1054"/>
                </a:cubicBezTo>
                <a:cubicBezTo>
                  <a:pt x="567" y="1001"/>
                  <a:pt x="569" y="996"/>
                  <a:pt x="573" y="991"/>
                </a:cubicBezTo>
                <a:cubicBezTo>
                  <a:pt x="512" y="1042"/>
                  <a:pt x="492" y="1060"/>
                  <a:pt x="472" y="1069"/>
                </a:cubicBezTo>
                <a:cubicBezTo>
                  <a:pt x="445" y="1085"/>
                  <a:pt x="440" y="1093"/>
                  <a:pt x="436" y="1090"/>
                </a:cubicBezTo>
                <a:cubicBezTo>
                  <a:pt x="383" y="1123"/>
                  <a:pt x="380" y="1120"/>
                  <a:pt x="375" y="1125"/>
                </a:cubicBezTo>
                <a:cubicBezTo>
                  <a:pt x="301" y="1163"/>
                  <a:pt x="285" y="1166"/>
                  <a:pt x="266" y="1181"/>
                </a:cubicBezTo>
                <a:cubicBezTo>
                  <a:pt x="238" y="1199"/>
                  <a:pt x="226" y="1210"/>
                  <a:pt x="218" y="1211"/>
                </a:cubicBezTo>
                <a:cubicBezTo>
                  <a:pt x="195" y="1226"/>
                  <a:pt x="199" y="1221"/>
                  <a:pt x="198" y="1216"/>
                </a:cubicBezTo>
                <a:cubicBezTo>
                  <a:pt x="230" y="1183"/>
                  <a:pt x="233" y="1182"/>
                  <a:pt x="238" y="1177"/>
                </a:cubicBezTo>
                <a:cubicBezTo>
                  <a:pt x="319" y="1129"/>
                  <a:pt x="328" y="1123"/>
                  <a:pt x="336" y="1121"/>
                </a:cubicBezTo>
                <a:cubicBezTo>
                  <a:pt x="493" y="1012"/>
                  <a:pt x="511" y="1000"/>
                  <a:pt x="526" y="986"/>
                </a:cubicBezTo>
                <a:cubicBezTo>
                  <a:pt x="552" y="958"/>
                  <a:pt x="551" y="956"/>
                  <a:pt x="554" y="954"/>
                </a:cubicBezTo>
                <a:cubicBezTo>
                  <a:pt x="522" y="977"/>
                  <a:pt x="521" y="987"/>
                  <a:pt x="507" y="995"/>
                </a:cubicBezTo>
                <a:cubicBezTo>
                  <a:pt x="490" y="1009"/>
                  <a:pt x="487" y="1013"/>
                  <a:pt x="482" y="1018"/>
                </a:cubicBezTo>
                <a:cubicBezTo>
                  <a:pt x="358" y="1100"/>
                  <a:pt x="341" y="1103"/>
                  <a:pt x="333" y="1113"/>
                </a:cubicBezTo>
                <a:cubicBezTo>
                  <a:pt x="251" y="1161"/>
                  <a:pt x="227" y="1171"/>
                  <a:pt x="214" y="1187"/>
                </a:cubicBezTo>
                <a:cubicBezTo>
                  <a:pt x="211" y="1186"/>
                  <a:pt x="210" y="1183"/>
                  <a:pt x="213" y="1180"/>
                </a:cubicBezTo>
                <a:cubicBezTo>
                  <a:pt x="242" y="1151"/>
                  <a:pt x="248" y="1147"/>
                  <a:pt x="259" y="1137"/>
                </a:cubicBezTo>
                <a:cubicBezTo>
                  <a:pt x="360" y="1078"/>
                  <a:pt x="373" y="1070"/>
                  <a:pt x="393" y="1055"/>
                </a:cubicBezTo>
                <a:cubicBezTo>
                  <a:pt x="452" y="1010"/>
                  <a:pt x="460" y="1010"/>
                  <a:pt x="463" y="1005"/>
                </a:cubicBezTo>
                <a:cubicBezTo>
                  <a:pt x="524" y="947"/>
                  <a:pt x="530" y="944"/>
                  <a:pt x="532" y="940"/>
                </a:cubicBezTo>
                <a:cubicBezTo>
                  <a:pt x="561" y="903"/>
                  <a:pt x="566" y="896"/>
                  <a:pt x="574" y="890"/>
                </a:cubicBezTo>
                <a:cubicBezTo>
                  <a:pt x="547" y="899"/>
                  <a:pt x="543" y="903"/>
                  <a:pt x="537" y="907"/>
                </a:cubicBezTo>
                <a:cubicBezTo>
                  <a:pt x="522" y="918"/>
                  <a:pt x="523" y="921"/>
                  <a:pt x="519" y="922"/>
                </a:cubicBezTo>
                <a:cubicBezTo>
                  <a:pt x="491" y="945"/>
                  <a:pt x="485" y="954"/>
                  <a:pt x="474" y="962"/>
                </a:cubicBezTo>
                <a:cubicBezTo>
                  <a:pt x="396" y="1023"/>
                  <a:pt x="387" y="1030"/>
                  <a:pt x="378" y="1037"/>
                </a:cubicBezTo>
                <a:cubicBezTo>
                  <a:pt x="323" y="1067"/>
                  <a:pt x="317" y="1067"/>
                  <a:pt x="311" y="1070"/>
                </a:cubicBezTo>
                <a:cubicBezTo>
                  <a:pt x="262" y="1102"/>
                  <a:pt x="259" y="1103"/>
                  <a:pt x="256" y="1103"/>
                </a:cubicBezTo>
                <a:cubicBezTo>
                  <a:pt x="244" y="1115"/>
                  <a:pt x="236" y="1116"/>
                  <a:pt x="239" y="1120"/>
                </a:cubicBezTo>
                <a:cubicBezTo>
                  <a:pt x="222" y="1136"/>
                  <a:pt x="217" y="1144"/>
                  <a:pt x="214" y="1140"/>
                </a:cubicBezTo>
                <a:cubicBezTo>
                  <a:pt x="260" y="1090"/>
                  <a:pt x="271" y="1086"/>
                  <a:pt x="296" y="1066"/>
                </a:cubicBezTo>
                <a:cubicBezTo>
                  <a:pt x="418" y="989"/>
                  <a:pt x="425" y="977"/>
                  <a:pt x="430" y="979"/>
                </a:cubicBezTo>
                <a:cubicBezTo>
                  <a:pt x="451" y="961"/>
                  <a:pt x="456" y="956"/>
                  <a:pt x="465" y="947"/>
                </a:cubicBezTo>
                <a:cubicBezTo>
                  <a:pt x="540" y="892"/>
                  <a:pt x="549" y="886"/>
                  <a:pt x="560" y="878"/>
                </a:cubicBezTo>
                <a:cubicBezTo>
                  <a:pt x="587" y="870"/>
                  <a:pt x="592" y="858"/>
                  <a:pt x="594" y="863"/>
                </a:cubicBezTo>
                <a:cubicBezTo>
                  <a:pt x="625" y="848"/>
                  <a:pt x="636" y="854"/>
                  <a:pt x="633" y="845"/>
                </a:cubicBezTo>
                <a:cubicBezTo>
                  <a:pt x="574" y="858"/>
                  <a:pt x="566" y="857"/>
                  <a:pt x="557" y="863"/>
                </a:cubicBezTo>
                <a:cubicBezTo>
                  <a:pt x="523" y="876"/>
                  <a:pt x="515" y="880"/>
                  <a:pt x="508" y="884"/>
                </a:cubicBezTo>
                <a:cubicBezTo>
                  <a:pt x="420" y="945"/>
                  <a:pt x="411" y="951"/>
                  <a:pt x="402" y="958"/>
                </a:cubicBezTo>
                <a:cubicBezTo>
                  <a:pt x="299" y="1027"/>
                  <a:pt x="297" y="1029"/>
                  <a:pt x="295" y="1030"/>
                </a:cubicBezTo>
                <a:cubicBezTo>
                  <a:pt x="255" y="1062"/>
                  <a:pt x="252" y="1067"/>
                  <a:pt x="244" y="1072"/>
                </a:cubicBezTo>
                <a:cubicBezTo>
                  <a:pt x="230" y="1081"/>
                  <a:pt x="230" y="1077"/>
                  <a:pt x="232" y="1073"/>
                </a:cubicBezTo>
                <a:cubicBezTo>
                  <a:pt x="251" y="1057"/>
                  <a:pt x="253" y="1055"/>
                  <a:pt x="257" y="1053"/>
                </a:cubicBezTo>
                <a:cubicBezTo>
                  <a:pt x="293" y="1015"/>
                  <a:pt x="296" y="1017"/>
                  <a:pt x="300" y="1014"/>
                </a:cubicBezTo>
                <a:cubicBezTo>
                  <a:pt x="333" y="985"/>
                  <a:pt x="335" y="986"/>
                  <a:pt x="336" y="986"/>
                </a:cubicBezTo>
                <a:cubicBezTo>
                  <a:pt x="380" y="950"/>
                  <a:pt x="404" y="938"/>
                  <a:pt x="433" y="916"/>
                </a:cubicBezTo>
                <a:cubicBezTo>
                  <a:pt x="492" y="885"/>
                  <a:pt x="501" y="881"/>
                  <a:pt x="511" y="874"/>
                </a:cubicBezTo>
                <a:cubicBezTo>
                  <a:pt x="540" y="857"/>
                  <a:pt x="552" y="855"/>
                  <a:pt x="561" y="848"/>
                </a:cubicBezTo>
                <a:cubicBezTo>
                  <a:pt x="574" y="833"/>
                  <a:pt x="569" y="837"/>
                  <a:pt x="565" y="840"/>
                </a:cubicBezTo>
                <a:cubicBezTo>
                  <a:pt x="512" y="866"/>
                  <a:pt x="509" y="864"/>
                  <a:pt x="505" y="869"/>
                </a:cubicBezTo>
                <a:cubicBezTo>
                  <a:pt x="416" y="917"/>
                  <a:pt x="406" y="926"/>
                  <a:pt x="373" y="944"/>
                </a:cubicBezTo>
                <a:cubicBezTo>
                  <a:pt x="332" y="978"/>
                  <a:pt x="317" y="986"/>
                  <a:pt x="306" y="995"/>
                </a:cubicBezTo>
                <a:cubicBezTo>
                  <a:pt x="253" y="1040"/>
                  <a:pt x="256" y="1048"/>
                  <a:pt x="251" y="1045"/>
                </a:cubicBezTo>
                <a:cubicBezTo>
                  <a:pt x="235" y="1052"/>
                  <a:pt x="237" y="1048"/>
                  <a:pt x="241" y="1044"/>
                </a:cubicBezTo>
                <a:cubicBezTo>
                  <a:pt x="310" y="977"/>
                  <a:pt x="362" y="934"/>
                  <a:pt x="419" y="899"/>
                </a:cubicBezTo>
                <a:cubicBezTo>
                  <a:pt x="482" y="869"/>
                  <a:pt x="481" y="865"/>
                  <a:pt x="487" y="864"/>
                </a:cubicBezTo>
                <a:cubicBezTo>
                  <a:pt x="513" y="858"/>
                  <a:pt x="519" y="848"/>
                  <a:pt x="522" y="852"/>
                </a:cubicBezTo>
                <a:cubicBezTo>
                  <a:pt x="583" y="826"/>
                  <a:pt x="598" y="821"/>
                  <a:pt x="613" y="815"/>
                </a:cubicBezTo>
                <a:cubicBezTo>
                  <a:pt x="578" y="820"/>
                  <a:pt x="572" y="828"/>
                  <a:pt x="567" y="826"/>
                </a:cubicBezTo>
                <a:cubicBezTo>
                  <a:pt x="541" y="835"/>
                  <a:pt x="538" y="835"/>
                  <a:pt x="536" y="837"/>
                </a:cubicBezTo>
                <a:cubicBezTo>
                  <a:pt x="509" y="843"/>
                  <a:pt x="505" y="850"/>
                  <a:pt x="502" y="851"/>
                </a:cubicBezTo>
                <a:cubicBezTo>
                  <a:pt x="480" y="859"/>
                  <a:pt x="474" y="860"/>
                  <a:pt x="468" y="866"/>
                </a:cubicBezTo>
                <a:cubicBezTo>
                  <a:pt x="423" y="890"/>
                  <a:pt x="421" y="886"/>
                  <a:pt x="417" y="890"/>
                </a:cubicBezTo>
                <a:cubicBezTo>
                  <a:pt x="390" y="907"/>
                  <a:pt x="385" y="911"/>
                  <a:pt x="380" y="914"/>
                </a:cubicBezTo>
                <a:cubicBezTo>
                  <a:pt x="361" y="927"/>
                  <a:pt x="350" y="937"/>
                  <a:pt x="335" y="947"/>
                </a:cubicBezTo>
                <a:cubicBezTo>
                  <a:pt x="277" y="996"/>
                  <a:pt x="275" y="1001"/>
                  <a:pt x="266" y="1004"/>
                </a:cubicBezTo>
                <a:cubicBezTo>
                  <a:pt x="252" y="1019"/>
                  <a:pt x="249" y="1014"/>
                  <a:pt x="250" y="1013"/>
                </a:cubicBezTo>
                <a:cubicBezTo>
                  <a:pt x="261" y="1003"/>
                  <a:pt x="262" y="1003"/>
                  <a:pt x="262" y="1002"/>
                </a:cubicBezTo>
                <a:cubicBezTo>
                  <a:pt x="283" y="983"/>
                  <a:pt x="288" y="972"/>
                  <a:pt x="297" y="962"/>
                </a:cubicBezTo>
                <a:cubicBezTo>
                  <a:pt x="358" y="911"/>
                  <a:pt x="362" y="915"/>
                  <a:pt x="367" y="909"/>
                </a:cubicBezTo>
                <a:cubicBezTo>
                  <a:pt x="396" y="889"/>
                  <a:pt x="399" y="896"/>
                  <a:pt x="403" y="891"/>
                </a:cubicBezTo>
                <a:cubicBezTo>
                  <a:pt x="418" y="884"/>
                  <a:pt x="423" y="872"/>
                  <a:pt x="425" y="877"/>
                </a:cubicBezTo>
                <a:cubicBezTo>
                  <a:pt x="466" y="855"/>
                  <a:pt x="478" y="855"/>
                  <a:pt x="492" y="844"/>
                </a:cubicBezTo>
                <a:cubicBezTo>
                  <a:pt x="573" y="801"/>
                  <a:pt x="571" y="802"/>
                  <a:pt x="578" y="796"/>
                </a:cubicBezTo>
                <a:cubicBezTo>
                  <a:pt x="604" y="774"/>
                  <a:pt x="612" y="772"/>
                  <a:pt x="609" y="769"/>
                </a:cubicBezTo>
                <a:cubicBezTo>
                  <a:pt x="526" y="821"/>
                  <a:pt x="519" y="826"/>
                  <a:pt x="513" y="829"/>
                </a:cubicBezTo>
                <a:cubicBezTo>
                  <a:pt x="463" y="847"/>
                  <a:pt x="455" y="856"/>
                  <a:pt x="450" y="854"/>
                </a:cubicBezTo>
                <a:cubicBezTo>
                  <a:pt x="390" y="884"/>
                  <a:pt x="378" y="893"/>
                  <a:pt x="368" y="897"/>
                </a:cubicBezTo>
                <a:cubicBezTo>
                  <a:pt x="338" y="920"/>
                  <a:pt x="335" y="923"/>
                  <a:pt x="332" y="925"/>
                </a:cubicBezTo>
                <a:cubicBezTo>
                  <a:pt x="316" y="936"/>
                  <a:pt x="308" y="942"/>
                  <a:pt x="301" y="947"/>
                </a:cubicBezTo>
                <a:cubicBezTo>
                  <a:pt x="265" y="982"/>
                  <a:pt x="261" y="986"/>
                  <a:pt x="258" y="990"/>
                </a:cubicBezTo>
                <a:cubicBezTo>
                  <a:pt x="267" y="967"/>
                  <a:pt x="265" y="971"/>
                  <a:pt x="270" y="972"/>
                </a:cubicBezTo>
                <a:cubicBezTo>
                  <a:pt x="317" y="926"/>
                  <a:pt x="316" y="922"/>
                  <a:pt x="337" y="912"/>
                </a:cubicBezTo>
                <a:cubicBezTo>
                  <a:pt x="446" y="842"/>
                  <a:pt x="455" y="842"/>
                  <a:pt x="463" y="838"/>
                </a:cubicBezTo>
                <a:cubicBezTo>
                  <a:pt x="475" y="832"/>
                  <a:pt x="476" y="831"/>
                  <a:pt x="477" y="830"/>
                </a:cubicBezTo>
                <a:cubicBezTo>
                  <a:pt x="595" y="755"/>
                  <a:pt x="608" y="750"/>
                  <a:pt x="608" y="743"/>
                </a:cubicBezTo>
                <a:cubicBezTo>
                  <a:pt x="591" y="754"/>
                  <a:pt x="593" y="752"/>
                  <a:pt x="587" y="758"/>
                </a:cubicBezTo>
                <a:cubicBezTo>
                  <a:pt x="552" y="781"/>
                  <a:pt x="553" y="785"/>
                  <a:pt x="549" y="783"/>
                </a:cubicBezTo>
                <a:cubicBezTo>
                  <a:pt x="516" y="799"/>
                  <a:pt x="510" y="807"/>
                  <a:pt x="506" y="809"/>
                </a:cubicBezTo>
                <a:cubicBezTo>
                  <a:pt x="432" y="848"/>
                  <a:pt x="425" y="843"/>
                  <a:pt x="423" y="847"/>
                </a:cubicBezTo>
                <a:cubicBezTo>
                  <a:pt x="403" y="861"/>
                  <a:pt x="400" y="858"/>
                  <a:pt x="396" y="861"/>
                </a:cubicBezTo>
                <a:cubicBezTo>
                  <a:pt x="290" y="934"/>
                  <a:pt x="289" y="937"/>
                  <a:pt x="284" y="940"/>
                </a:cubicBezTo>
                <a:cubicBezTo>
                  <a:pt x="283" y="932"/>
                  <a:pt x="287" y="928"/>
                  <a:pt x="289" y="924"/>
                </a:cubicBezTo>
                <a:cubicBezTo>
                  <a:pt x="318" y="903"/>
                  <a:pt x="325" y="895"/>
                  <a:pt x="335" y="888"/>
                </a:cubicBezTo>
                <a:cubicBezTo>
                  <a:pt x="381" y="857"/>
                  <a:pt x="388" y="853"/>
                  <a:pt x="394" y="848"/>
                </a:cubicBezTo>
                <a:cubicBezTo>
                  <a:pt x="445" y="830"/>
                  <a:pt x="450" y="818"/>
                  <a:pt x="452" y="823"/>
                </a:cubicBezTo>
                <a:cubicBezTo>
                  <a:pt x="472" y="813"/>
                  <a:pt x="472" y="811"/>
                  <a:pt x="474" y="812"/>
                </a:cubicBezTo>
                <a:cubicBezTo>
                  <a:pt x="492" y="804"/>
                  <a:pt x="496" y="802"/>
                  <a:pt x="499" y="799"/>
                </a:cubicBezTo>
                <a:cubicBezTo>
                  <a:pt x="522" y="787"/>
                  <a:pt x="529" y="784"/>
                  <a:pt x="536" y="782"/>
                </a:cubicBezTo>
                <a:cubicBezTo>
                  <a:pt x="594" y="740"/>
                  <a:pt x="604" y="733"/>
                  <a:pt x="613" y="727"/>
                </a:cubicBezTo>
                <a:cubicBezTo>
                  <a:pt x="629" y="708"/>
                  <a:pt x="626" y="710"/>
                  <a:pt x="623" y="712"/>
                </a:cubicBezTo>
                <a:cubicBezTo>
                  <a:pt x="614" y="719"/>
                  <a:pt x="612" y="720"/>
                  <a:pt x="611" y="720"/>
                </a:cubicBezTo>
                <a:cubicBezTo>
                  <a:pt x="602" y="727"/>
                  <a:pt x="602" y="731"/>
                  <a:pt x="598" y="733"/>
                </a:cubicBezTo>
                <a:cubicBezTo>
                  <a:pt x="578" y="747"/>
                  <a:pt x="571" y="752"/>
                  <a:pt x="564" y="757"/>
                </a:cubicBezTo>
                <a:cubicBezTo>
                  <a:pt x="528" y="774"/>
                  <a:pt x="524" y="782"/>
                  <a:pt x="521" y="779"/>
                </a:cubicBezTo>
                <a:cubicBezTo>
                  <a:pt x="466" y="806"/>
                  <a:pt x="462" y="809"/>
                  <a:pt x="459" y="809"/>
                </a:cubicBezTo>
                <a:cubicBezTo>
                  <a:pt x="423" y="827"/>
                  <a:pt x="420" y="825"/>
                  <a:pt x="416" y="827"/>
                </a:cubicBezTo>
                <a:cubicBezTo>
                  <a:pt x="347" y="870"/>
                  <a:pt x="336" y="878"/>
                  <a:pt x="325" y="885"/>
                </a:cubicBezTo>
                <a:cubicBezTo>
                  <a:pt x="302" y="902"/>
                  <a:pt x="299" y="905"/>
                  <a:pt x="297" y="904"/>
                </a:cubicBezTo>
                <a:cubicBezTo>
                  <a:pt x="342" y="859"/>
                  <a:pt x="352" y="856"/>
                  <a:pt x="352" y="851"/>
                </a:cubicBezTo>
                <a:cubicBezTo>
                  <a:pt x="384" y="833"/>
                  <a:pt x="390" y="829"/>
                  <a:pt x="403" y="820"/>
                </a:cubicBezTo>
                <a:cubicBezTo>
                  <a:pt x="434" y="799"/>
                  <a:pt x="448" y="797"/>
                  <a:pt x="456" y="791"/>
                </a:cubicBezTo>
                <a:cubicBezTo>
                  <a:pt x="491" y="772"/>
                  <a:pt x="498" y="776"/>
                  <a:pt x="509" y="765"/>
                </a:cubicBezTo>
                <a:cubicBezTo>
                  <a:pt x="550" y="750"/>
                  <a:pt x="561" y="743"/>
                  <a:pt x="571" y="740"/>
                </a:cubicBezTo>
                <a:cubicBezTo>
                  <a:pt x="650" y="685"/>
                  <a:pt x="651" y="680"/>
                  <a:pt x="658" y="677"/>
                </a:cubicBezTo>
                <a:cubicBezTo>
                  <a:pt x="663" y="670"/>
                  <a:pt x="651" y="676"/>
                  <a:pt x="643" y="686"/>
                </a:cubicBezTo>
                <a:cubicBezTo>
                  <a:pt x="557" y="738"/>
                  <a:pt x="549" y="738"/>
                  <a:pt x="541" y="745"/>
                </a:cubicBezTo>
                <a:cubicBezTo>
                  <a:pt x="457" y="783"/>
                  <a:pt x="447" y="787"/>
                  <a:pt x="438" y="789"/>
                </a:cubicBezTo>
                <a:cubicBezTo>
                  <a:pt x="417" y="807"/>
                  <a:pt x="409" y="804"/>
                  <a:pt x="401" y="811"/>
                </a:cubicBezTo>
                <a:cubicBezTo>
                  <a:pt x="339" y="851"/>
                  <a:pt x="338" y="856"/>
                  <a:pt x="329" y="860"/>
                </a:cubicBezTo>
                <a:cubicBezTo>
                  <a:pt x="311" y="871"/>
                  <a:pt x="311" y="863"/>
                  <a:pt x="308" y="866"/>
                </a:cubicBezTo>
                <a:cubicBezTo>
                  <a:pt x="324" y="849"/>
                  <a:pt x="327" y="851"/>
                  <a:pt x="327" y="847"/>
                </a:cubicBezTo>
                <a:cubicBezTo>
                  <a:pt x="429" y="785"/>
                  <a:pt x="430" y="783"/>
                  <a:pt x="438" y="779"/>
                </a:cubicBezTo>
                <a:cubicBezTo>
                  <a:pt x="489" y="753"/>
                  <a:pt x="491" y="753"/>
                  <a:pt x="494" y="751"/>
                </a:cubicBezTo>
                <a:cubicBezTo>
                  <a:pt x="546" y="730"/>
                  <a:pt x="551" y="722"/>
                  <a:pt x="554" y="725"/>
                </a:cubicBezTo>
                <a:cubicBezTo>
                  <a:pt x="553" y="723"/>
                  <a:pt x="551" y="717"/>
                  <a:pt x="547" y="723"/>
                </a:cubicBezTo>
                <a:cubicBezTo>
                  <a:pt x="515" y="736"/>
                  <a:pt x="513" y="732"/>
                  <a:pt x="509" y="735"/>
                </a:cubicBezTo>
                <a:cubicBezTo>
                  <a:pt x="487" y="740"/>
                  <a:pt x="482" y="748"/>
                  <a:pt x="479" y="745"/>
                </a:cubicBezTo>
                <a:cubicBezTo>
                  <a:pt x="397" y="793"/>
                  <a:pt x="390" y="796"/>
                  <a:pt x="382" y="800"/>
                </a:cubicBezTo>
                <a:cubicBezTo>
                  <a:pt x="344" y="825"/>
                  <a:pt x="339" y="829"/>
                  <a:pt x="334" y="833"/>
                </a:cubicBezTo>
                <a:cubicBezTo>
                  <a:pt x="346" y="804"/>
                  <a:pt x="361" y="789"/>
                  <a:pt x="375" y="781"/>
                </a:cubicBezTo>
                <a:cubicBezTo>
                  <a:pt x="397" y="767"/>
                  <a:pt x="400" y="765"/>
                  <a:pt x="404" y="763"/>
                </a:cubicBezTo>
                <a:cubicBezTo>
                  <a:pt x="478" y="727"/>
                  <a:pt x="484" y="727"/>
                  <a:pt x="492" y="721"/>
                </a:cubicBezTo>
                <a:cubicBezTo>
                  <a:pt x="514" y="719"/>
                  <a:pt x="521" y="711"/>
                  <a:pt x="527" y="713"/>
                </a:cubicBezTo>
                <a:cubicBezTo>
                  <a:pt x="573" y="696"/>
                  <a:pt x="580" y="692"/>
                  <a:pt x="587" y="689"/>
                </a:cubicBezTo>
                <a:cubicBezTo>
                  <a:pt x="627" y="664"/>
                  <a:pt x="637" y="667"/>
                  <a:pt x="634" y="660"/>
                </a:cubicBezTo>
                <a:cubicBezTo>
                  <a:pt x="534" y="701"/>
                  <a:pt x="528" y="701"/>
                  <a:pt x="521" y="705"/>
                </a:cubicBezTo>
                <a:cubicBezTo>
                  <a:pt x="490" y="707"/>
                  <a:pt x="495" y="713"/>
                  <a:pt x="501" y="707"/>
                </a:cubicBezTo>
                <a:cubicBezTo>
                  <a:pt x="543" y="697"/>
                  <a:pt x="550" y="686"/>
                  <a:pt x="556" y="687"/>
                </a:cubicBezTo>
                <a:cubicBezTo>
                  <a:pt x="578" y="682"/>
                  <a:pt x="584" y="677"/>
                  <a:pt x="590" y="677"/>
                </a:cubicBezTo>
                <a:cubicBezTo>
                  <a:pt x="643" y="648"/>
                  <a:pt x="657" y="643"/>
                  <a:pt x="673" y="629"/>
                </a:cubicBezTo>
                <a:cubicBezTo>
                  <a:pt x="647" y="645"/>
                  <a:pt x="643" y="645"/>
                  <a:pt x="641" y="645"/>
                </a:cubicBezTo>
                <a:cubicBezTo>
                  <a:pt x="611" y="659"/>
                  <a:pt x="604" y="666"/>
                  <a:pt x="597" y="667"/>
                </a:cubicBezTo>
                <a:cubicBezTo>
                  <a:pt x="556" y="675"/>
                  <a:pt x="551" y="687"/>
                  <a:pt x="549" y="682"/>
                </a:cubicBezTo>
                <a:cubicBezTo>
                  <a:pt x="516" y="695"/>
                  <a:pt x="514" y="691"/>
                  <a:pt x="510" y="696"/>
                </a:cubicBezTo>
                <a:cubicBezTo>
                  <a:pt x="487" y="704"/>
                  <a:pt x="483" y="706"/>
                  <a:pt x="480" y="705"/>
                </a:cubicBezTo>
                <a:cubicBezTo>
                  <a:pt x="454" y="716"/>
                  <a:pt x="446" y="720"/>
                  <a:pt x="441" y="723"/>
                </a:cubicBezTo>
                <a:cubicBezTo>
                  <a:pt x="430" y="731"/>
                  <a:pt x="427" y="727"/>
                  <a:pt x="423" y="731"/>
                </a:cubicBezTo>
                <a:cubicBezTo>
                  <a:pt x="386" y="755"/>
                  <a:pt x="382" y="753"/>
                  <a:pt x="377" y="757"/>
                </a:cubicBezTo>
                <a:cubicBezTo>
                  <a:pt x="347" y="769"/>
                  <a:pt x="358" y="764"/>
                  <a:pt x="366" y="758"/>
                </a:cubicBezTo>
                <a:cubicBezTo>
                  <a:pt x="409" y="728"/>
                  <a:pt x="417" y="725"/>
                  <a:pt x="425" y="718"/>
                </a:cubicBezTo>
                <a:cubicBezTo>
                  <a:pt x="571" y="656"/>
                  <a:pt x="601" y="640"/>
                  <a:pt x="630" y="626"/>
                </a:cubicBezTo>
                <a:cubicBezTo>
                  <a:pt x="661" y="605"/>
                  <a:pt x="663" y="601"/>
                  <a:pt x="664" y="599"/>
                </a:cubicBezTo>
                <a:cubicBezTo>
                  <a:pt x="642" y="607"/>
                  <a:pt x="637" y="615"/>
                  <a:pt x="632" y="617"/>
                </a:cubicBezTo>
                <a:cubicBezTo>
                  <a:pt x="575" y="644"/>
                  <a:pt x="557" y="653"/>
                  <a:pt x="540" y="659"/>
                </a:cubicBezTo>
                <a:cubicBezTo>
                  <a:pt x="479" y="687"/>
                  <a:pt x="471" y="684"/>
                  <a:pt x="462" y="691"/>
                </a:cubicBezTo>
                <a:cubicBezTo>
                  <a:pt x="418" y="713"/>
                  <a:pt x="415" y="715"/>
                  <a:pt x="412" y="717"/>
                </a:cubicBezTo>
                <a:cubicBezTo>
                  <a:pt x="381" y="734"/>
                  <a:pt x="377" y="737"/>
                  <a:pt x="373" y="740"/>
                </a:cubicBezTo>
                <a:cubicBezTo>
                  <a:pt x="385" y="720"/>
                  <a:pt x="404" y="707"/>
                  <a:pt x="421" y="696"/>
                </a:cubicBezTo>
                <a:cubicBezTo>
                  <a:pt x="473" y="672"/>
                  <a:pt x="478" y="677"/>
                  <a:pt x="484" y="670"/>
                </a:cubicBezTo>
                <a:cubicBezTo>
                  <a:pt x="519" y="657"/>
                  <a:pt x="524" y="659"/>
                  <a:pt x="529" y="654"/>
                </a:cubicBezTo>
                <a:cubicBezTo>
                  <a:pt x="603" y="622"/>
                  <a:pt x="611" y="619"/>
                  <a:pt x="619" y="615"/>
                </a:cubicBezTo>
                <a:cubicBezTo>
                  <a:pt x="667" y="570"/>
                  <a:pt x="677" y="568"/>
                  <a:pt x="675" y="564"/>
                </a:cubicBezTo>
                <a:cubicBezTo>
                  <a:pt x="719" y="542"/>
                  <a:pt x="725" y="539"/>
                  <a:pt x="730" y="537"/>
                </a:cubicBezTo>
                <a:cubicBezTo>
                  <a:pt x="742" y="527"/>
                  <a:pt x="737" y="530"/>
                  <a:pt x="732" y="533"/>
                </a:cubicBezTo>
                <a:cubicBezTo>
                  <a:pt x="706" y="538"/>
                  <a:pt x="703" y="542"/>
                  <a:pt x="700" y="544"/>
                </a:cubicBezTo>
                <a:cubicBezTo>
                  <a:pt x="637" y="575"/>
                  <a:pt x="629" y="578"/>
                  <a:pt x="622" y="585"/>
                </a:cubicBezTo>
                <a:cubicBezTo>
                  <a:pt x="557" y="616"/>
                  <a:pt x="550" y="611"/>
                  <a:pt x="543" y="615"/>
                </a:cubicBezTo>
                <a:cubicBezTo>
                  <a:pt x="514" y="623"/>
                  <a:pt x="507" y="625"/>
                  <a:pt x="499" y="630"/>
                </a:cubicBezTo>
                <a:cubicBezTo>
                  <a:pt x="469" y="641"/>
                  <a:pt x="463" y="637"/>
                  <a:pt x="455" y="644"/>
                </a:cubicBezTo>
                <a:cubicBezTo>
                  <a:pt x="432" y="653"/>
                  <a:pt x="426" y="659"/>
                  <a:pt x="422" y="658"/>
                </a:cubicBezTo>
                <a:cubicBezTo>
                  <a:pt x="410" y="660"/>
                  <a:pt x="410" y="653"/>
                  <a:pt x="416" y="648"/>
                </a:cubicBezTo>
                <a:cubicBezTo>
                  <a:pt x="439" y="640"/>
                  <a:pt x="445" y="628"/>
                  <a:pt x="447" y="633"/>
                </a:cubicBezTo>
                <a:cubicBezTo>
                  <a:pt x="502" y="611"/>
                  <a:pt x="513" y="606"/>
                  <a:pt x="523" y="605"/>
                </a:cubicBezTo>
                <a:cubicBezTo>
                  <a:pt x="597" y="583"/>
                  <a:pt x="606" y="581"/>
                  <a:pt x="615" y="576"/>
                </a:cubicBezTo>
                <a:cubicBezTo>
                  <a:pt x="655" y="561"/>
                  <a:pt x="660" y="548"/>
                  <a:pt x="663" y="553"/>
                </a:cubicBezTo>
                <a:cubicBezTo>
                  <a:pt x="715" y="530"/>
                  <a:pt x="721" y="528"/>
                  <a:pt x="727" y="527"/>
                </a:cubicBezTo>
                <a:cubicBezTo>
                  <a:pt x="736" y="512"/>
                  <a:pt x="727" y="524"/>
                  <a:pt x="720" y="520"/>
                </a:cubicBezTo>
                <a:cubicBezTo>
                  <a:pt x="677" y="533"/>
                  <a:pt x="673" y="536"/>
                  <a:pt x="668" y="537"/>
                </a:cubicBezTo>
                <a:cubicBezTo>
                  <a:pt x="603" y="571"/>
                  <a:pt x="600" y="575"/>
                  <a:pt x="598" y="573"/>
                </a:cubicBezTo>
                <a:cubicBezTo>
                  <a:pt x="555" y="592"/>
                  <a:pt x="552" y="588"/>
                  <a:pt x="549" y="589"/>
                </a:cubicBezTo>
                <a:cubicBezTo>
                  <a:pt x="507" y="600"/>
                  <a:pt x="504" y="601"/>
                  <a:pt x="501" y="601"/>
                </a:cubicBezTo>
                <a:cubicBezTo>
                  <a:pt x="462" y="618"/>
                  <a:pt x="456" y="620"/>
                  <a:pt x="449" y="622"/>
                </a:cubicBezTo>
                <a:cubicBezTo>
                  <a:pt x="427" y="627"/>
                  <a:pt x="429" y="624"/>
                  <a:pt x="432" y="622"/>
                </a:cubicBezTo>
                <a:cubicBezTo>
                  <a:pt x="464" y="601"/>
                  <a:pt x="476" y="596"/>
                  <a:pt x="488" y="594"/>
                </a:cubicBezTo>
                <a:cubicBezTo>
                  <a:pt x="519" y="583"/>
                  <a:pt x="522" y="582"/>
                  <a:pt x="525" y="584"/>
                </a:cubicBezTo>
                <a:cubicBezTo>
                  <a:pt x="550" y="574"/>
                  <a:pt x="557" y="572"/>
                  <a:pt x="563" y="571"/>
                </a:cubicBezTo>
                <a:cubicBezTo>
                  <a:pt x="588" y="560"/>
                  <a:pt x="594" y="562"/>
                  <a:pt x="600" y="559"/>
                </a:cubicBezTo>
                <a:cubicBezTo>
                  <a:pt x="645" y="537"/>
                  <a:pt x="651" y="541"/>
                  <a:pt x="657" y="535"/>
                </a:cubicBezTo>
                <a:cubicBezTo>
                  <a:pt x="670" y="528"/>
                  <a:pt x="672" y="530"/>
                  <a:pt x="671" y="528"/>
                </a:cubicBezTo>
                <a:cubicBezTo>
                  <a:pt x="707" y="510"/>
                  <a:pt x="711" y="502"/>
                  <a:pt x="714" y="502"/>
                </a:cubicBezTo>
                <a:cubicBezTo>
                  <a:pt x="729" y="486"/>
                  <a:pt x="743" y="485"/>
                  <a:pt x="736" y="481"/>
                </a:cubicBezTo>
                <a:cubicBezTo>
                  <a:pt x="686" y="515"/>
                  <a:pt x="684" y="515"/>
                  <a:pt x="682" y="515"/>
                </a:cubicBezTo>
                <a:cubicBezTo>
                  <a:pt x="660" y="525"/>
                  <a:pt x="654" y="529"/>
                  <a:pt x="648" y="532"/>
                </a:cubicBezTo>
                <a:cubicBezTo>
                  <a:pt x="622" y="542"/>
                  <a:pt x="616" y="542"/>
                  <a:pt x="609" y="548"/>
                </a:cubicBezTo>
                <a:cubicBezTo>
                  <a:pt x="569" y="562"/>
                  <a:pt x="566" y="558"/>
                  <a:pt x="563" y="561"/>
                </a:cubicBezTo>
                <a:cubicBezTo>
                  <a:pt x="541" y="567"/>
                  <a:pt x="537" y="572"/>
                  <a:pt x="535" y="570"/>
                </a:cubicBezTo>
                <a:cubicBezTo>
                  <a:pt x="474" y="591"/>
                  <a:pt x="469" y="587"/>
                  <a:pt x="462" y="592"/>
                </a:cubicBezTo>
                <a:cubicBezTo>
                  <a:pt x="459" y="582"/>
                  <a:pt x="465" y="573"/>
                  <a:pt x="468" y="576"/>
                </a:cubicBezTo>
                <a:cubicBezTo>
                  <a:pt x="497" y="562"/>
                  <a:pt x="501" y="567"/>
                  <a:pt x="506" y="564"/>
                </a:cubicBezTo>
                <a:cubicBezTo>
                  <a:pt x="546" y="554"/>
                  <a:pt x="550" y="555"/>
                  <a:pt x="555" y="550"/>
                </a:cubicBezTo>
                <a:cubicBezTo>
                  <a:pt x="621" y="530"/>
                  <a:pt x="639" y="521"/>
                  <a:pt x="656" y="514"/>
                </a:cubicBezTo>
                <a:cubicBezTo>
                  <a:pt x="724" y="468"/>
                  <a:pt x="727" y="472"/>
                  <a:pt x="731" y="467"/>
                </a:cubicBezTo>
                <a:cubicBezTo>
                  <a:pt x="698" y="479"/>
                  <a:pt x="675" y="497"/>
                  <a:pt x="653" y="506"/>
                </a:cubicBezTo>
                <a:cubicBezTo>
                  <a:pt x="569" y="540"/>
                  <a:pt x="564" y="539"/>
                  <a:pt x="557" y="543"/>
                </a:cubicBezTo>
                <a:cubicBezTo>
                  <a:pt x="520" y="547"/>
                  <a:pt x="515" y="554"/>
                  <a:pt x="512" y="552"/>
                </a:cubicBezTo>
                <a:cubicBezTo>
                  <a:pt x="473" y="562"/>
                  <a:pt x="469" y="568"/>
                  <a:pt x="466" y="563"/>
                </a:cubicBezTo>
                <a:cubicBezTo>
                  <a:pt x="498" y="545"/>
                  <a:pt x="497" y="541"/>
                  <a:pt x="502" y="539"/>
                </a:cubicBezTo>
                <a:cubicBezTo>
                  <a:pt x="563" y="520"/>
                  <a:pt x="573" y="516"/>
                  <a:pt x="581" y="519"/>
                </a:cubicBezTo>
                <a:cubicBezTo>
                  <a:pt x="612" y="506"/>
                  <a:pt x="616" y="505"/>
                  <a:pt x="619" y="506"/>
                </a:cubicBezTo>
                <a:cubicBezTo>
                  <a:pt x="736" y="443"/>
                  <a:pt x="752" y="427"/>
                  <a:pt x="767" y="422"/>
                </a:cubicBezTo>
                <a:cubicBezTo>
                  <a:pt x="792" y="398"/>
                  <a:pt x="801" y="398"/>
                  <a:pt x="799" y="388"/>
                </a:cubicBezTo>
                <a:cubicBezTo>
                  <a:pt x="779" y="406"/>
                  <a:pt x="773" y="410"/>
                  <a:pt x="771" y="411"/>
                </a:cubicBezTo>
                <a:cubicBezTo>
                  <a:pt x="764" y="417"/>
                  <a:pt x="760" y="419"/>
                  <a:pt x="757" y="421"/>
                </a:cubicBezTo>
                <a:cubicBezTo>
                  <a:pt x="698" y="461"/>
                  <a:pt x="694" y="459"/>
                  <a:pt x="692" y="461"/>
                </a:cubicBezTo>
                <a:cubicBezTo>
                  <a:pt x="645" y="481"/>
                  <a:pt x="642" y="485"/>
                  <a:pt x="639" y="487"/>
                </a:cubicBezTo>
                <a:cubicBezTo>
                  <a:pt x="607" y="499"/>
                  <a:pt x="602" y="499"/>
                  <a:pt x="597" y="503"/>
                </a:cubicBezTo>
                <a:cubicBezTo>
                  <a:pt x="580" y="505"/>
                  <a:pt x="572" y="510"/>
                  <a:pt x="564" y="509"/>
                </a:cubicBezTo>
                <a:cubicBezTo>
                  <a:pt x="507" y="529"/>
                  <a:pt x="504" y="529"/>
                  <a:pt x="501" y="530"/>
                </a:cubicBezTo>
                <a:cubicBezTo>
                  <a:pt x="511" y="516"/>
                  <a:pt x="516" y="516"/>
                  <a:pt x="521" y="510"/>
                </a:cubicBezTo>
                <a:cubicBezTo>
                  <a:pt x="560" y="498"/>
                  <a:pt x="569" y="498"/>
                  <a:pt x="580" y="493"/>
                </a:cubicBezTo>
                <a:cubicBezTo>
                  <a:pt x="646" y="472"/>
                  <a:pt x="652" y="467"/>
                  <a:pt x="658" y="468"/>
                </a:cubicBezTo>
                <a:cubicBezTo>
                  <a:pt x="762" y="408"/>
                  <a:pt x="771" y="401"/>
                  <a:pt x="780" y="395"/>
                </a:cubicBezTo>
                <a:cubicBezTo>
                  <a:pt x="794" y="385"/>
                  <a:pt x="799" y="381"/>
                  <a:pt x="804" y="378"/>
                </a:cubicBezTo>
                <a:cubicBezTo>
                  <a:pt x="816" y="362"/>
                  <a:pt x="807" y="368"/>
                  <a:pt x="799" y="374"/>
                </a:cubicBezTo>
                <a:cubicBezTo>
                  <a:pt x="785" y="381"/>
                  <a:pt x="780" y="387"/>
                  <a:pt x="777" y="392"/>
                </a:cubicBezTo>
                <a:cubicBezTo>
                  <a:pt x="741" y="412"/>
                  <a:pt x="732" y="416"/>
                  <a:pt x="722" y="424"/>
                </a:cubicBezTo>
                <a:cubicBezTo>
                  <a:pt x="700" y="442"/>
                  <a:pt x="692" y="439"/>
                  <a:pt x="689" y="441"/>
                </a:cubicBezTo>
                <a:cubicBezTo>
                  <a:pt x="614" y="471"/>
                  <a:pt x="613" y="473"/>
                  <a:pt x="607" y="476"/>
                </a:cubicBezTo>
                <a:cubicBezTo>
                  <a:pt x="566" y="485"/>
                  <a:pt x="556" y="494"/>
                  <a:pt x="549" y="491"/>
                </a:cubicBezTo>
                <a:cubicBezTo>
                  <a:pt x="513" y="502"/>
                  <a:pt x="508" y="511"/>
                  <a:pt x="505" y="508"/>
                </a:cubicBezTo>
                <a:cubicBezTo>
                  <a:pt x="524" y="490"/>
                  <a:pt x="526" y="487"/>
                  <a:pt x="528" y="486"/>
                </a:cubicBezTo>
                <a:cubicBezTo>
                  <a:pt x="546" y="478"/>
                  <a:pt x="555" y="473"/>
                  <a:pt x="564" y="467"/>
                </a:cubicBezTo>
                <a:cubicBezTo>
                  <a:pt x="585" y="466"/>
                  <a:pt x="592" y="460"/>
                  <a:pt x="598" y="460"/>
                </a:cubicBezTo>
                <a:cubicBezTo>
                  <a:pt x="650" y="440"/>
                  <a:pt x="653" y="444"/>
                  <a:pt x="657" y="440"/>
                </a:cubicBezTo>
                <a:cubicBezTo>
                  <a:pt x="729" y="408"/>
                  <a:pt x="743" y="399"/>
                  <a:pt x="758" y="389"/>
                </a:cubicBezTo>
                <a:cubicBezTo>
                  <a:pt x="794" y="357"/>
                  <a:pt x="790" y="359"/>
                  <a:pt x="778" y="369"/>
                </a:cubicBezTo>
                <a:cubicBezTo>
                  <a:pt x="742" y="393"/>
                  <a:pt x="737" y="396"/>
                  <a:pt x="732" y="400"/>
                </a:cubicBezTo>
                <a:cubicBezTo>
                  <a:pt x="693" y="417"/>
                  <a:pt x="690" y="418"/>
                  <a:pt x="687" y="420"/>
                </a:cubicBezTo>
                <a:cubicBezTo>
                  <a:pt x="629" y="438"/>
                  <a:pt x="622" y="447"/>
                  <a:pt x="618" y="443"/>
                </a:cubicBezTo>
                <a:cubicBezTo>
                  <a:pt x="587" y="455"/>
                  <a:pt x="575" y="459"/>
                  <a:pt x="564" y="457"/>
                </a:cubicBezTo>
                <a:cubicBezTo>
                  <a:pt x="544" y="467"/>
                  <a:pt x="539" y="470"/>
                  <a:pt x="534" y="470"/>
                </a:cubicBezTo>
                <a:cubicBezTo>
                  <a:pt x="590" y="434"/>
                  <a:pt x="594" y="439"/>
                  <a:pt x="599" y="435"/>
                </a:cubicBezTo>
                <a:cubicBezTo>
                  <a:pt x="658" y="416"/>
                  <a:pt x="669" y="411"/>
                  <a:pt x="679" y="409"/>
                </a:cubicBezTo>
                <a:cubicBezTo>
                  <a:pt x="766" y="359"/>
                  <a:pt x="770" y="356"/>
                  <a:pt x="786" y="346"/>
                </a:cubicBezTo>
                <a:cubicBezTo>
                  <a:pt x="788" y="337"/>
                  <a:pt x="773" y="348"/>
                  <a:pt x="758" y="359"/>
                </a:cubicBezTo>
                <a:cubicBezTo>
                  <a:pt x="666" y="405"/>
                  <a:pt x="659" y="405"/>
                  <a:pt x="650" y="410"/>
                </a:cubicBezTo>
                <a:cubicBezTo>
                  <a:pt x="579" y="427"/>
                  <a:pt x="571" y="435"/>
                  <a:pt x="566" y="429"/>
                </a:cubicBezTo>
                <a:cubicBezTo>
                  <a:pt x="586" y="418"/>
                  <a:pt x="591" y="422"/>
                  <a:pt x="597" y="419"/>
                </a:cubicBezTo>
                <a:cubicBezTo>
                  <a:pt x="623" y="411"/>
                  <a:pt x="627" y="405"/>
                  <a:pt x="629" y="408"/>
                </a:cubicBezTo>
                <a:cubicBezTo>
                  <a:pt x="674" y="391"/>
                  <a:pt x="674" y="383"/>
                  <a:pt x="679" y="385"/>
                </a:cubicBezTo>
                <a:cubicBezTo>
                  <a:pt x="709" y="372"/>
                  <a:pt x="714" y="369"/>
                  <a:pt x="719" y="365"/>
                </a:cubicBezTo>
                <a:cubicBezTo>
                  <a:pt x="790" y="326"/>
                  <a:pt x="800" y="319"/>
                  <a:pt x="808" y="316"/>
                </a:cubicBezTo>
                <a:cubicBezTo>
                  <a:pt x="851" y="294"/>
                  <a:pt x="848" y="291"/>
                  <a:pt x="852" y="289"/>
                </a:cubicBezTo>
                <a:cubicBezTo>
                  <a:pt x="847" y="287"/>
                  <a:pt x="848" y="290"/>
                  <a:pt x="845" y="292"/>
                </a:cubicBezTo>
                <a:cubicBezTo>
                  <a:pt x="796" y="312"/>
                  <a:pt x="785" y="320"/>
                  <a:pt x="775" y="325"/>
                </a:cubicBezTo>
                <a:cubicBezTo>
                  <a:pt x="686" y="371"/>
                  <a:pt x="681" y="378"/>
                  <a:pt x="677" y="376"/>
                </a:cubicBezTo>
                <a:cubicBezTo>
                  <a:pt x="647" y="386"/>
                  <a:pt x="644" y="390"/>
                  <a:pt x="642" y="391"/>
                </a:cubicBezTo>
                <a:cubicBezTo>
                  <a:pt x="602" y="407"/>
                  <a:pt x="598" y="406"/>
                  <a:pt x="593" y="409"/>
                </a:cubicBezTo>
                <a:cubicBezTo>
                  <a:pt x="585" y="406"/>
                  <a:pt x="586" y="411"/>
                  <a:pt x="589" y="407"/>
                </a:cubicBezTo>
                <a:cubicBezTo>
                  <a:pt x="637" y="379"/>
                  <a:pt x="661" y="368"/>
                  <a:pt x="684" y="361"/>
                </a:cubicBezTo>
                <a:cubicBezTo>
                  <a:pt x="714" y="348"/>
                  <a:pt x="717" y="344"/>
                  <a:pt x="720" y="343"/>
                </a:cubicBezTo>
                <a:cubicBezTo>
                  <a:pt x="761" y="318"/>
                  <a:pt x="780" y="313"/>
                  <a:pt x="794" y="303"/>
                </a:cubicBezTo>
                <a:cubicBezTo>
                  <a:pt x="837" y="288"/>
                  <a:pt x="847" y="283"/>
                  <a:pt x="845" y="279"/>
                </a:cubicBezTo>
                <a:cubicBezTo>
                  <a:pt x="748" y="324"/>
                  <a:pt x="743" y="322"/>
                  <a:pt x="738" y="327"/>
                </a:cubicBezTo>
                <a:cubicBezTo>
                  <a:pt x="712" y="340"/>
                  <a:pt x="702" y="341"/>
                  <a:pt x="692" y="348"/>
                </a:cubicBezTo>
                <a:cubicBezTo>
                  <a:pt x="671" y="360"/>
                  <a:pt x="667" y="355"/>
                  <a:pt x="661" y="360"/>
                </a:cubicBezTo>
                <a:cubicBezTo>
                  <a:pt x="628" y="371"/>
                  <a:pt x="625" y="375"/>
                  <a:pt x="623" y="373"/>
                </a:cubicBezTo>
                <a:cubicBezTo>
                  <a:pt x="602" y="380"/>
                  <a:pt x="603" y="375"/>
                  <a:pt x="608" y="379"/>
                </a:cubicBezTo>
                <a:cubicBezTo>
                  <a:pt x="635" y="363"/>
                  <a:pt x="640" y="358"/>
                  <a:pt x="645" y="355"/>
                </a:cubicBezTo>
                <a:cubicBezTo>
                  <a:pt x="690" y="337"/>
                  <a:pt x="695" y="339"/>
                  <a:pt x="702" y="336"/>
                </a:cubicBezTo>
                <a:cubicBezTo>
                  <a:pt x="778" y="299"/>
                  <a:pt x="789" y="291"/>
                  <a:pt x="800" y="284"/>
                </a:cubicBezTo>
                <a:cubicBezTo>
                  <a:pt x="823" y="265"/>
                  <a:pt x="817" y="270"/>
                  <a:pt x="810" y="275"/>
                </a:cubicBezTo>
                <a:cubicBezTo>
                  <a:pt x="745" y="308"/>
                  <a:pt x="744" y="312"/>
                  <a:pt x="735" y="317"/>
                </a:cubicBezTo>
                <a:cubicBezTo>
                  <a:pt x="706" y="325"/>
                  <a:pt x="698" y="329"/>
                  <a:pt x="692" y="328"/>
                </a:cubicBezTo>
                <a:cubicBezTo>
                  <a:pt x="631" y="353"/>
                  <a:pt x="625" y="359"/>
                  <a:pt x="621" y="355"/>
                </a:cubicBezTo>
                <a:cubicBezTo>
                  <a:pt x="645" y="341"/>
                  <a:pt x="649" y="339"/>
                  <a:pt x="654" y="336"/>
                </a:cubicBezTo>
                <a:cubicBezTo>
                  <a:pt x="697" y="321"/>
                  <a:pt x="705" y="316"/>
                  <a:pt x="713" y="313"/>
                </a:cubicBezTo>
                <a:cubicBezTo>
                  <a:pt x="745" y="297"/>
                  <a:pt x="753" y="295"/>
                  <a:pt x="761" y="291"/>
                </a:cubicBezTo>
                <a:cubicBezTo>
                  <a:pt x="803" y="262"/>
                  <a:pt x="807" y="264"/>
                  <a:pt x="806" y="261"/>
                </a:cubicBezTo>
                <a:cubicBezTo>
                  <a:pt x="839" y="233"/>
                  <a:pt x="843" y="230"/>
                  <a:pt x="847" y="226"/>
                </a:cubicBezTo>
                <a:cubicBezTo>
                  <a:pt x="796" y="261"/>
                  <a:pt x="788" y="266"/>
                  <a:pt x="779" y="272"/>
                </a:cubicBezTo>
                <a:cubicBezTo>
                  <a:pt x="668" y="319"/>
                  <a:pt x="661" y="325"/>
                  <a:pt x="655" y="325"/>
                </a:cubicBezTo>
                <a:cubicBezTo>
                  <a:pt x="643" y="332"/>
                  <a:pt x="643" y="326"/>
                  <a:pt x="646" y="322"/>
                </a:cubicBezTo>
                <a:cubicBezTo>
                  <a:pt x="668" y="316"/>
                  <a:pt x="674" y="313"/>
                  <a:pt x="679" y="313"/>
                </a:cubicBezTo>
                <a:cubicBezTo>
                  <a:pt x="789" y="253"/>
                  <a:pt x="800" y="245"/>
                  <a:pt x="811" y="238"/>
                </a:cubicBezTo>
                <a:cubicBezTo>
                  <a:pt x="830" y="217"/>
                  <a:pt x="839" y="215"/>
                  <a:pt x="836" y="212"/>
                </a:cubicBezTo>
                <a:cubicBezTo>
                  <a:pt x="826" y="221"/>
                  <a:pt x="818" y="219"/>
                  <a:pt x="815" y="227"/>
                </a:cubicBezTo>
                <a:cubicBezTo>
                  <a:pt x="759" y="262"/>
                  <a:pt x="739" y="275"/>
                  <a:pt x="719" y="284"/>
                </a:cubicBezTo>
                <a:cubicBezTo>
                  <a:pt x="673" y="305"/>
                  <a:pt x="671" y="306"/>
                  <a:pt x="668" y="306"/>
                </a:cubicBezTo>
                <a:cubicBezTo>
                  <a:pt x="711" y="282"/>
                  <a:pt x="719" y="273"/>
                  <a:pt x="727" y="271"/>
                </a:cubicBezTo>
                <a:cubicBezTo>
                  <a:pt x="797" y="226"/>
                  <a:pt x="805" y="220"/>
                  <a:pt x="813" y="214"/>
                </a:cubicBezTo>
                <a:cubicBezTo>
                  <a:pt x="850" y="175"/>
                  <a:pt x="861" y="172"/>
                  <a:pt x="859" y="168"/>
                </a:cubicBezTo>
                <a:close/>
                <a:moveTo>
                  <a:pt x="743" y="232"/>
                </a:moveTo>
                <a:cubicBezTo>
                  <a:pt x="748" y="239"/>
                  <a:pt x="733" y="238"/>
                  <a:pt x="728" y="246"/>
                </a:cubicBezTo>
                <a:cubicBezTo>
                  <a:pt x="725" y="238"/>
                  <a:pt x="737" y="240"/>
                  <a:pt x="743" y="232"/>
                </a:cubicBezTo>
                <a:close/>
                <a:moveTo>
                  <a:pt x="723" y="245"/>
                </a:moveTo>
                <a:cubicBezTo>
                  <a:pt x="723" y="251"/>
                  <a:pt x="713" y="252"/>
                  <a:pt x="710" y="254"/>
                </a:cubicBezTo>
                <a:cubicBezTo>
                  <a:pt x="709" y="248"/>
                  <a:pt x="719" y="247"/>
                  <a:pt x="723" y="245"/>
                </a:cubicBezTo>
                <a:close/>
                <a:moveTo>
                  <a:pt x="265" y="659"/>
                </a:moveTo>
                <a:cubicBezTo>
                  <a:pt x="262" y="656"/>
                  <a:pt x="263" y="654"/>
                  <a:pt x="262" y="651"/>
                </a:cubicBezTo>
                <a:cubicBezTo>
                  <a:pt x="260" y="649"/>
                  <a:pt x="256" y="646"/>
                  <a:pt x="259" y="644"/>
                </a:cubicBezTo>
                <a:cubicBezTo>
                  <a:pt x="256" y="643"/>
                  <a:pt x="254" y="641"/>
                  <a:pt x="252" y="638"/>
                </a:cubicBezTo>
                <a:cubicBezTo>
                  <a:pt x="252" y="636"/>
                  <a:pt x="252" y="634"/>
                  <a:pt x="250" y="635"/>
                </a:cubicBezTo>
                <a:cubicBezTo>
                  <a:pt x="248" y="631"/>
                  <a:pt x="248" y="627"/>
                  <a:pt x="243" y="623"/>
                </a:cubicBezTo>
                <a:cubicBezTo>
                  <a:pt x="245" y="617"/>
                  <a:pt x="243" y="617"/>
                  <a:pt x="239" y="613"/>
                </a:cubicBezTo>
                <a:cubicBezTo>
                  <a:pt x="241" y="610"/>
                  <a:pt x="236" y="605"/>
                  <a:pt x="236" y="601"/>
                </a:cubicBezTo>
                <a:cubicBezTo>
                  <a:pt x="231" y="592"/>
                  <a:pt x="230" y="592"/>
                  <a:pt x="223" y="581"/>
                </a:cubicBezTo>
                <a:cubicBezTo>
                  <a:pt x="215" y="572"/>
                  <a:pt x="216" y="564"/>
                  <a:pt x="207" y="555"/>
                </a:cubicBezTo>
                <a:cubicBezTo>
                  <a:pt x="203" y="545"/>
                  <a:pt x="204" y="543"/>
                  <a:pt x="195" y="532"/>
                </a:cubicBezTo>
                <a:cubicBezTo>
                  <a:pt x="199" y="528"/>
                  <a:pt x="191" y="523"/>
                  <a:pt x="193" y="519"/>
                </a:cubicBezTo>
                <a:cubicBezTo>
                  <a:pt x="188" y="514"/>
                  <a:pt x="192" y="510"/>
                  <a:pt x="188" y="505"/>
                </a:cubicBezTo>
                <a:cubicBezTo>
                  <a:pt x="187" y="496"/>
                  <a:pt x="184" y="487"/>
                  <a:pt x="181" y="478"/>
                </a:cubicBezTo>
                <a:cubicBezTo>
                  <a:pt x="189" y="478"/>
                  <a:pt x="185" y="488"/>
                  <a:pt x="189" y="492"/>
                </a:cubicBezTo>
                <a:cubicBezTo>
                  <a:pt x="191" y="498"/>
                  <a:pt x="194" y="504"/>
                  <a:pt x="193" y="509"/>
                </a:cubicBezTo>
                <a:cubicBezTo>
                  <a:pt x="200" y="517"/>
                  <a:pt x="199" y="523"/>
                  <a:pt x="207" y="531"/>
                </a:cubicBezTo>
                <a:cubicBezTo>
                  <a:pt x="210" y="535"/>
                  <a:pt x="208" y="538"/>
                  <a:pt x="209" y="541"/>
                </a:cubicBezTo>
                <a:cubicBezTo>
                  <a:pt x="213" y="542"/>
                  <a:pt x="214" y="546"/>
                  <a:pt x="213" y="549"/>
                </a:cubicBezTo>
                <a:cubicBezTo>
                  <a:pt x="220" y="554"/>
                  <a:pt x="218" y="557"/>
                  <a:pt x="224" y="565"/>
                </a:cubicBezTo>
                <a:cubicBezTo>
                  <a:pt x="227" y="574"/>
                  <a:pt x="233" y="584"/>
                  <a:pt x="237" y="593"/>
                </a:cubicBezTo>
                <a:cubicBezTo>
                  <a:pt x="239" y="596"/>
                  <a:pt x="241" y="598"/>
                  <a:pt x="243" y="601"/>
                </a:cubicBezTo>
                <a:cubicBezTo>
                  <a:pt x="243" y="603"/>
                  <a:pt x="243" y="605"/>
                  <a:pt x="245" y="604"/>
                </a:cubicBezTo>
                <a:cubicBezTo>
                  <a:pt x="246" y="609"/>
                  <a:pt x="245" y="613"/>
                  <a:pt x="250" y="618"/>
                </a:cubicBezTo>
                <a:cubicBezTo>
                  <a:pt x="253" y="627"/>
                  <a:pt x="261" y="637"/>
                  <a:pt x="263" y="646"/>
                </a:cubicBezTo>
                <a:cubicBezTo>
                  <a:pt x="271" y="655"/>
                  <a:pt x="270" y="664"/>
                  <a:pt x="275" y="673"/>
                </a:cubicBezTo>
                <a:cubicBezTo>
                  <a:pt x="268" y="673"/>
                  <a:pt x="271" y="663"/>
                  <a:pt x="265" y="659"/>
                </a:cubicBezTo>
                <a:close/>
                <a:moveTo>
                  <a:pt x="279" y="685"/>
                </a:moveTo>
                <a:cubicBezTo>
                  <a:pt x="279" y="692"/>
                  <a:pt x="278" y="682"/>
                  <a:pt x="274" y="679"/>
                </a:cubicBezTo>
                <a:cubicBezTo>
                  <a:pt x="273" y="676"/>
                  <a:pt x="276" y="678"/>
                  <a:pt x="277" y="679"/>
                </a:cubicBezTo>
                <a:cubicBezTo>
                  <a:pt x="278" y="681"/>
                  <a:pt x="279" y="683"/>
                  <a:pt x="281" y="684"/>
                </a:cubicBezTo>
                <a:cubicBezTo>
                  <a:pt x="280" y="685"/>
                  <a:pt x="280" y="685"/>
                  <a:pt x="279" y="685"/>
                </a:cubicBezTo>
                <a:close/>
                <a:moveTo>
                  <a:pt x="166" y="634"/>
                </a:moveTo>
                <a:cubicBezTo>
                  <a:pt x="162" y="637"/>
                  <a:pt x="166" y="630"/>
                  <a:pt x="161" y="628"/>
                </a:cubicBezTo>
                <a:cubicBezTo>
                  <a:pt x="168" y="628"/>
                  <a:pt x="168" y="638"/>
                  <a:pt x="172" y="642"/>
                </a:cubicBezTo>
                <a:cubicBezTo>
                  <a:pt x="168" y="645"/>
                  <a:pt x="166" y="636"/>
                  <a:pt x="166" y="634"/>
                </a:cubicBezTo>
                <a:close/>
                <a:moveTo>
                  <a:pt x="192" y="691"/>
                </a:moveTo>
                <a:cubicBezTo>
                  <a:pt x="192" y="690"/>
                  <a:pt x="191" y="690"/>
                  <a:pt x="190" y="691"/>
                </a:cubicBezTo>
                <a:cubicBezTo>
                  <a:pt x="187" y="685"/>
                  <a:pt x="184" y="679"/>
                  <a:pt x="184" y="673"/>
                </a:cubicBezTo>
                <a:cubicBezTo>
                  <a:pt x="190" y="669"/>
                  <a:pt x="184" y="681"/>
                  <a:pt x="189" y="677"/>
                </a:cubicBezTo>
                <a:cubicBezTo>
                  <a:pt x="189" y="682"/>
                  <a:pt x="193" y="688"/>
                  <a:pt x="194" y="693"/>
                </a:cubicBezTo>
                <a:cubicBezTo>
                  <a:pt x="195" y="695"/>
                  <a:pt x="196" y="696"/>
                  <a:pt x="197" y="698"/>
                </a:cubicBezTo>
                <a:cubicBezTo>
                  <a:pt x="200" y="705"/>
                  <a:pt x="188" y="693"/>
                  <a:pt x="192" y="691"/>
                </a:cubicBezTo>
                <a:close/>
                <a:moveTo>
                  <a:pt x="259" y="828"/>
                </a:moveTo>
                <a:cubicBezTo>
                  <a:pt x="258" y="824"/>
                  <a:pt x="255" y="820"/>
                  <a:pt x="256" y="817"/>
                </a:cubicBezTo>
                <a:cubicBezTo>
                  <a:pt x="247" y="810"/>
                  <a:pt x="247" y="797"/>
                  <a:pt x="241" y="789"/>
                </a:cubicBezTo>
                <a:cubicBezTo>
                  <a:pt x="233" y="777"/>
                  <a:pt x="228" y="766"/>
                  <a:pt x="224" y="755"/>
                </a:cubicBezTo>
                <a:cubicBezTo>
                  <a:pt x="220" y="751"/>
                  <a:pt x="217" y="746"/>
                  <a:pt x="214" y="742"/>
                </a:cubicBezTo>
                <a:cubicBezTo>
                  <a:pt x="212" y="737"/>
                  <a:pt x="211" y="732"/>
                  <a:pt x="208" y="727"/>
                </a:cubicBezTo>
                <a:cubicBezTo>
                  <a:pt x="206" y="724"/>
                  <a:pt x="208" y="722"/>
                  <a:pt x="205" y="719"/>
                </a:cubicBezTo>
                <a:cubicBezTo>
                  <a:pt x="202" y="720"/>
                  <a:pt x="204" y="715"/>
                  <a:pt x="201" y="717"/>
                </a:cubicBezTo>
                <a:cubicBezTo>
                  <a:pt x="203" y="712"/>
                  <a:pt x="194" y="705"/>
                  <a:pt x="199" y="701"/>
                </a:cubicBezTo>
                <a:cubicBezTo>
                  <a:pt x="207" y="710"/>
                  <a:pt x="207" y="720"/>
                  <a:pt x="217" y="725"/>
                </a:cubicBezTo>
                <a:cubicBezTo>
                  <a:pt x="214" y="728"/>
                  <a:pt x="222" y="733"/>
                  <a:pt x="220" y="736"/>
                </a:cubicBezTo>
                <a:cubicBezTo>
                  <a:pt x="220" y="739"/>
                  <a:pt x="227" y="743"/>
                  <a:pt x="224" y="745"/>
                </a:cubicBezTo>
                <a:cubicBezTo>
                  <a:pt x="228" y="751"/>
                  <a:pt x="231" y="757"/>
                  <a:pt x="232" y="763"/>
                </a:cubicBezTo>
                <a:cubicBezTo>
                  <a:pt x="242" y="777"/>
                  <a:pt x="242" y="783"/>
                  <a:pt x="252" y="798"/>
                </a:cubicBezTo>
                <a:cubicBezTo>
                  <a:pt x="255" y="807"/>
                  <a:pt x="256" y="808"/>
                  <a:pt x="261" y="817"/>
                </a:cubicBezTo>
                <a:cubicBezTo>
                  <a:pt x="258" y="822"/>
                  <a:pt x="264" y="829"/>
                  <a:pt x="265" y="836"/>
                </a:cubicBezTo>
                <a:cubicBezTo>
                  <a:pt x="259" y="838"/>
                  <a:pt x="262" y="830"/>
                  <a:pt x="259" y="828"/>
                </a:cubicBezTo>
                <a:close/>
                <a:moveTo>
                  <a:pt x="195" y="1053"/>
                </a:moveTo>
                <a:cubicBezTo>
                  <a:pt x="187" y="1053"/>
                  <a:pt x="194" y="1042"/>
                  <a:pt x="195" y="1053"/>
                </a:cubicBezTo>
                <a:close/>
                <a:moveTo>
                  <a:pt x="139" y="1162"/>
                </a:moveTo>
                <a:cubicBezTo>
                  <a:pt x="139" y="1162"/>
                  <a:pt x="135" y="1161"/>
                  <a:pt x="135" y="1160"/>
                </a:cubicBezTo>
                <a:cubicBezTo>
                  <a:pt x="135" y="1160"/>
                  <a:pt x="137" y="1159"/>
                  <a:pt x="137" y="1159"/>
                </a:cubicBezTo>
                <a:cubicBezTo>
                  <a:pt x="135" y="1156"/>
                  <a:pt x="134" y="1152"/>
                  <a:pt x="136" y="1155"/>
                </a:cubicBezTo>
                <a:cubicBezTo>
                  <a:pt x="138" y="1157"/>
                  <a:pt x="136" y="1158"/>
                  <a:pt x="137" y="1159"/>
                </a:cubicBezTo>
                <a:cubicBezTo>
                  <a:pt x="137" y="1159"/>
                  <a:pt x="146" y="1164"/>
                  <a:pt x="139" y="1162"/>
                </a:cubicBezTo>
                <a:close/>
                <a:moveTo>
                  <a:pt x="157" y="1194"/>
                </a:moveTo>
                <a:cubicBezTo>
                  <a:pt x="156" y="1188"/>
                  <a:pt x="151" y="1181"/>
                  <a:pt x="146" y="1175"/>
                </a:cubicBezTo>
                <a:cubicBezTo>
                  <a:pt x="148" y="1173"/>
                  <a:pt x="150" y="1179"/>
                  <a:pt x="153" y="1177"/>
                </a:cubicBezTo>
                <a:cubicBezTo>
                  <a:pt x="149" y="1182"/>
                  <a:pt x="165" y="1190"/>
                  <a:pt x="157" y="1194"/>
                </a:cubicBezTo>
                <a:close/>
                <a:moveTo>
                  <a:pt x="160" y="1194"/>
                </a:moveTo>
                <a:cubicBezTo>
                  <a:pt x="165" y="1194"/>
                  <a:pt x="164" y="1204"/>
                  <a:pt x="167" y="1208"/>
                </a:cubicBezTo>
                <a:cubicBezTo>
                  <a:pt x="161" y="1208"/>
                  <a:pt x="161" y="1198"/>
                  <a:pt x="160" y="1194"/>
                </a:cubicBezTo>
                <a:close/>
                <a:moveTo>
                  <a:pt x="120" y="1272"/>
                </a:moveTo>
                <a:cubicBezTo>
                  <a:pt x="122" y="1271"/>
                  <a:pt x="129" y="1274"/>
                  <a:pt x="125" y="1275"/>
                </a:cubicBezTo>
                <a:cubicBezTo>
                  <a:pt x="136" y="1289"/>
                  <a:pt x="127" y="1283"/>
                  <a:pt x="120" y="1272"/>
                </a:cubicBezTo>
                <a:close/>
                <a:moveTo>
                  <a:pt x="25" y="1215"/>
                </a:moveTo>
                <a:cubicBezTo>
                  <a:pt x="26" y="1214"/>
                  <a:pt x="27" y="1214"/>
                  <a:pt x="28" y="1213"/>
                </a:cubicBezTo>
                <a:cubicBezTo>
                  <a:pt x="29" y="1214"/>
                  <a:pt x="31" y="1216"/>
                  <a:pt x="32" y="1218"/>
                </a:cubicBezTo>
                <a:cubicBezTo>
                  <a:pt x="31" y="1218"/>
                  <a:pt x="30" y="1219"/>
                  <a:pt x="29" y="1220"/>
                </a:cubicBezTo>
                <a:cubicBezTo>
                  <a:pt x="27" y="1218"/>
                  <a:pt x="26" y="1217"/>
                  <a:pt x="25" y="1215"/>
                </a:cubicBezTo>
                <a:close/>
                <a:moveTo>
                  <a:pt x="121" y="1375"/>
                </a:moveTo>
                <a:cubicBezTo>
                  <a:pt x="117" y="1370"/>
                  <a:pt x="114" y="1365"/>
                  <a:pt x="110" y="1360"/>
                </a:cubicBezTo>
                <a:cubicBezTo>
                  <a:pt x="113" y="1358"/>
                  <a:pt x="116" y="1360"/>
                  <a:pt x="118" y="1364"/>
                </a:cubicBezTo>
                <a:cubicBezTo>
                  <a:pt x="122" y="1365"/>
                  <a:pt x="127" y="1372"/>
                  <a:pt x="121" y="1375"/>
                </a:cubicBezTo>
                <a:close/>
                <a:moveTo>
                  <a:pt x="156" y="1400"/>
                </a:moveTo>
                <a:cubicBezTo>
                  <a:pt x="154" y="1401"/>
                  <a:pt x="156" y="1399"/>
                  <a:pt x="154" y="1397"/>
                </a:cubicBezTo>
                <a:cubicBezTo>
                  <a:pt x="129" y="1364"/>
                  <a:pt x="125" y="1355"/>
                  <a:pt x="120" y="1353"/>
                </a:cubicBezTo>
                <a:cubicBezTo>
                  <a:pt x="103" y="1335"/>
                  <a:pt x="105" y="1329"/>
                  <a:pt x="98" y="1330"/>
                </a:cubicBezTo>
                <a:cubicBezTo>
                  <a:pt x="80" y="1305"/>
                  <a:pt x="82" y="1304"/>
                  <a:pt x="82" y="1304"/>
                </a:cubicBezTo>
                <a:cubicBezTo>
                  <a:pt x="72" y="1293"/>
                  <a:pt x="73" y="1290"/>
                  <a:pt x="72" y="1290"/>
                </a:cubicBezTo>
                <a:cubicBezTo>
                  <a:pt x="60" y="1278"/>
                  <a:pt x="63" y="1277"/>
                  <a:pt x="61" y="1275"/>
                </a:cubicBezTo>
                <a:cubicBezTo>
                  <a:pt x="44" y="1247"/>
                  <a:pt x="37" y="1241"/>
                  <a:pt x="37" y="1236"/>
                </a:cubicBezTo>
                <a:cubicBezTo>
                  <a:pt x="33" y="1223"/>
                  <a:pt x="41" y="1230"/>
                  <a:pt x="45" y="1233"/>
                </a:cubicBezTo>
                <a:cubicBezTo>
                  <a:pt x="83" y="1280"/>
                  <a:pt x="94" y="1291"/>
                  <a:pt x="101" y="1303"/>
                </a:cubicBezTo>
                <a:cubicBezTo>
                  <a:pt x="106" y="1310"/>
                  <a:pt x="104" y="1311"/>
                  <a:pt x="105" y="1312"/>
                </a:cubicBezTo>
                <a:cubicBezTo>
                  <a:pt x="117" y="1329"/>
                  <a:pt x="118" y="1327"/>
                  <a:pt x="119" y="1329"/>
                </a:cubicBezTo>
                <a:cubicBezTo>
                  <a:pt x="159" y="1413"/>
                  <a:pt x="159" y="1403"/>
                  <a:pt x="156" y="1400"/>
                </a:cubicBezTo>
                <a:close/>
                <a:moveTo>
                  <a:pt x="217" y="1325"/>
                </a:moveTo>
                <a:cubicBezTo>
                  <a:pt x="220" y="1327"/>
                  <a:pt x="210" y="1334"/>
                  <a:pt x="210" y="1328"/>
                </a:cubicBezTo>
                <a:cubicBezTo>
                  <a:pt x="212" y="1325"/>
                  <a:pt x="214" y="1327"/>
                  <a:pt x="217" y="1325"/>
                </a:cubicBezTo>
                <a:close/>
                <a:moveTo>
                  <a:pt x="182" y="1218"/>
                </a:moveTo>
                <a:cubicBezTo>
                  <a:pt x="188" y="1216"/>
                  <a:pt x="184" y="1224"/>
                  <a:pt x="189" y="1227"/>
                </a:cubicBezTo>
                <a:cubicBezTo>
                  <a:pt x="183" y="1229"/>
                  <a:pt x="184" y="1220"/>
                  <a:pt x="182" y="1218"/>
                </a:cubicBezTo>
                <a:close/>
                <a:moveTo>
                  <a:pt x="339" y="1330"/>
                </a:moveTo>
                <a:cubicBezTo>
                  <a:pt x="343" y="1334"/>
                  <a:pt x="348" y="1326"/>
                  <a:pt x="351" y="1333"/>
                </a:cubicBezTo>
                <a:cubicBezTo>
                  <a:pt x="345" y="1334"/>
                  <a:pt x="340" y="1333"/>
                  <a:pt x="334" y="1333"/>
                </a:cubicBezTo>
                <a:cubicBezTo>
                  <a:pt x="333" y="1331"/>
                  <a:pt x="337" y="1333"/>
                  <a:pt x="339" y="1330"/>
                </a:cubicBezTo>
                <a:close/>
                <a:moveTo>
                  <a:pt x="334" y="1341"/>
                </a:moveTo>
                <a:cubicBezTo>
                  <a:pt x="336" y="1340"/>
                  <a:pt x="338" y="1342"/>
                  <a:pt x="340" y="1342"/>
                </a:cubicBezTo>
                <a:cubicBezTo>
                  <a:pt x="342" y="1341"/>
                  <a:pt x="344" y="1342"/>
                  <a:pt x="346" y="1340"/>
                </a:cubicBezTo>
                <a:cubicBezTo>
                  <a:pt x="357" y="1342"/>
                  <a:pt x="367" y="1347"/>
                  <a:pt x="379" y="1338"/>
                </a:cubicBezTo>
                <a:cubicBezTo>
                  <a:pt x="387" y="1341"/>
                  <a:pt x="395" y="1339"/>
                  <a:pt x="403" y="1338"/>
                </a:cubicBezTo>
                <a:cubicBezTo>
                  <a:pt x="406" y="1343"/>
                  <a:pt x="399" y="1338"/>
                  <a:pt x="397" y="1342"/>
                </a:cubicBezTo>
                <a:cubicBezTo>
                  <a:pt x="395" y="1339"/>
                  <a:pt x="391" y="1345"/>
                  <a:pt x="389" y="1341"/>
                </a:cubicBezTo>
                <a:cubicBezTo>
                  <a:pt x="383" y="1345"/>
                  <a:pt x="378" y="1341"/>
                  <a:pt x="372" y="1345"/>
                </a:cubicBezTo>
                <a:cubicBezTo>
                  <a:pt x="367" y="1342"/>
                  <a:pt x="362" y="1346"/>
                  <a:pt x="357" y="1344"/>
                </a:cubicBezTo>
                <a:cubicBezTo>
                  <a:pt x="352" y="1342"/>
                  <a:pt x="346" y="1348"/>
                  <a:pt x="341" y="1343"/>
                </a:cubicBezTo>
                <a:cubicBezTo>
                  <a:pt x="335" y="1345"/>
                  <a:pt x="329" y="1350"/>
                  <a:pt x="324" y="1343"/>
                </a:cubicBezTo>
                <a:cubicBezTo>
                  <a:pt x="328" y="1342"/>
                  <a:pt x="330" y="1346"/>
                  <a:pt x="334" y="1341"/>
                </a:cubicBezTo>
                <a:close/>
                <a:moveTo>
                  <a:pt x="321" y="1343"/>
                </a:moveTo>
                <a:cubicBezTo>
                  <a:pt x="321" y="1351"/>
                  <a:pt x="310" y="1347"/>
                  <a:pt x="306" y="1349"/>
                </a:cubicBezTo>
                <a:cubicBezTo>
                  <a:pt x="300" y="1351"/>
                  <a:pt x="295" y="1352"/>
                  <a:pt x="290" y="1353"/>
                </a:cubicBezTo>
                <a:cubicBezTo>
                  <a:pt x="284" y="1355"/>
                  <a:pt x="278" y="1355"/>
                  <a:pt x="272" y="1359"/>
                </a:cubicBezTo>
                <a:cubicBezTo>
                  <a:pt x="267" y="1360"/>
                  <a:pt x="265" y="1364"/>
                  <a:pt x="258" y="1364"/>
                </a:cubicBezTo>
                <a:cubicBezTo>
                  <a:pt x="249" y="1371"/>
                  <a:pt x="241" y="1374"/>
                  <a:pt x="233" y="1377"/>
                </a:cubicBezTo>
                <a:cubicBezTo>
                  <a:pt x="216" y="1388"/>
                  <a:pt x="203" y="1400"/>
                  <a:pt x="192" y="1412"/>
                </a:cubicBezTo>
                <a:cubicBezTo>
                  <a:pt x="191" y="1414"/>
                  <a:pt x="190" y="1415"/>
                  <a:pt x="191" y="1417"/>
                </a:cubicBezTo>
                <a:cubicBezTo>
                  <a:pt x="188" y="1420"/>
                  <a:pt x="186" y="1418"/>
                  <a:pt x="188" y="1417"/>
                </a:cubicBezTo>
                <a:cubicBezTo>
                  <a:pt x="190" y="1412"/>
                  <a:pt x="191" y="1406"/>
                  <a:pt x="196" y="1401"/>
                </a:cubicBezTo>
                <a:cubicBezTo>
                  <a:pt x="197" y="1396"/>
                  <a:pt x="204" y="1391"/>
                  <a:pt x="205" y="1385"/>
                </a:cubicBezTo>
                <a:cubicBezTo>
                  <a:pt x="211" y="1384"/>
                  <a:pt x="216" y="1375"/>
                  <a:pt x="225" y="1370"/>
                </a:cubicBezTo>
                <a:cubicBezTo>
                  <a:pt x="235" y="1364"/>
                  <a:pt x="236" y="1365"/>
                  <a:pt x="246" y="1358"/>
                </a:cubicBezTo>
                <a:cubicBezTo>
                  <a:pt x="248" y="1361"/>
                  <a:pt x="252" y="1355"/>
                  <a:pt x="255" y="1356"/>
                </a:cubicBezTo>
                <a:cubicBezTo>
                  <a:pt x="258" y="1356"/>
                  <a:pt x="261" y="1355"/>
                  <a:pt x="264" y="1352"/>
                </a:cubicBezTo>
                <a:cubicBezTo>
                  <a:pt x="267" y="1356"/>
                  <a:pt x="272" y="1352"/>
                  <a:pt x="275" y="1354"/>
                </a:cubicBezTo>
                <a:cubicBezTo>
                  <a:pt x="291" y="1345"/>
                  <a:pt x="306" y="1348"/>
                  <a:pt x="321" y="1343"/>
                </a:cubicBezTo>
                <a:close/>
                <a:moveTo>
                  <a:pt x="193" y="1379"/>
                </a:moveTo>
                <a:cubicBezTo>
                  <a:pt x="192" y="1377"/>
                  <a:pt x="196" y="1374"/>
                  <a:pt x="198" y="1376"/>
                </a:cubicBezTo>
                <a:cubicBezTo>
                  <a:pt x="198" y="1371"/>
                  <a:pt x="203" y="1367"/>
                  <a:pt x="205" y="1363"/>
                </a:cubicBezTo>
                <a:cubicBezTo>
                  <a:pt x="211" y="1359"/>
                  <a:pt x="216" y="1355"/>
                  <a:pt x="221" y="1351"/>
                </a:cubicBezTo>
                <a:cubicBezTo>
                  <a:pt x="230" y="1347"/>
                  <a:pt x="237" y="1348"/>
                  <a:pt x="246" y="1341"/>
                </a:cubicBezTo>
                <a:cubicBezTo>
                  <a:pt x="251" y="1345"/>
                  <a:pt x="256" y="1336"/>
                  <a:pt x="262" y="1339"/>
                </a:cubicBezTo>
                <a:cubicBezTo>
                  <a:pt x="267" y="1334"/>
                  <a:pt x="271" y="1340"/>
                  <a:pt x="277" y="1336"/>
                </a:cubicBezTo>
                <a:cubicBezTo>
                  <a:pt x="286" y="1336"/>
                  <a:pt x="296" y="1336"/>
                  <a:pt x="305" y="1335"/>
                </a:cubicBezTo>
                <a:cubicBezTo>
                  <a:pt x="306" y="1338"/>
                  <a:pt x="303" y="1337"/>
                  <a:pt x="301" y="1338"/>
                </a:cubicBezTo>
                <a:cubicBezTo>
                  <a:pt x="298" y="1342"/>
                  <a:pt x="296" y="1337"/>
                  <a:pt x="293" y="1338"/>
                </a:cubicBezTo>
                <a:cubicBezTo>
                  <a:pt x="291" y="1341"/>
                  <a:pt x="290" y="1339"/>
                  <a:pt x="287" y="1340"/>
                </a:cubicBezTo>
                <a:cubicBezTo>
                  <a:pt x="284" y="1339"/>
                  <a:pt x="280" y="1341"/>
                  <a:pt x="275" y="1344"/>
                </a:cubicBezTo>
                <a:cubicBezTo>
                  <a:pt x="268" y="1341"/>
                  <a:pt x="260" y="1348"/>
                  <a:pt x="252" y="1346"/>
                </a:cubicBezTo>
                <a:cubicBezTo>
                  <a:pt x="250" y="1348"/>
                  <a:pt x="248" y="1349"/>
                  <a:pt x="246" y="1348"/>
                </a:cubicBezTo>
                <a:cubicBezTo>
                  <a:pt x="236" y="1354"/>
                  <a:pt x="235" y="1357"/>
                  <a:pt x="226" y="1357"/>
                </a:cubicBezTo>
                <a:cubicBezTo>
                  <a:pt x="224" y="1364"/>
                  <a:pt x="216" y="1364"/>
                  <a:pt x="214" y="1368"/>
                </a:cubicBezTo>
                <a:cubicBezTo>
                  <a:pt x="207" y="1371"/>
                  <a:pt x="208" y="1375"/>
                  <a:pt x="200" y="1376"/>
                </a:cubicBezTo>
                <a:cubicBezTo>
                  <a:pt x="199" y="1380"/>
                  <a:pt x="194" y="1384"/>
                  <a:pt x="191" y="1387"/>
                </a:cubicBezTo>
                <a:cubicBezTo>
                  <a:pt x="188" y="1384"/>
                  <a:pt x="189" y="1381"/>
                  <a:pt x="193" y="1379"/>
                </a:cubicBezTo>
                <a:close/>
                <a:moveTo>
                  <a:pt x="199" y="1139"/>
                </a:moveTo>
                <a:cubicBezTo>
                  <a:pt x="195" y="1136"/>
                  <a:pt x="199" y="1133"/>
                  <a:pt x="194" y="1130"/>
                </a:cubicBezTo>
                <a:cubicBezTo>
                  <a:pt x="196" y="1124"/>
                  <a:pt x="191" y="1118"/>
                  <a:pt x="192" y="1112"/>
                </a:cubicBezTo>
                <a:cubicBezTo>
                  <a:pt x="172" y="1082"/>
                  <a:pt x="156" y="1052"/>
                  <a:pt x="135" y="1027"/>
                </a:cubicBezTo>
                <a:cubicBezTo>
                  <a:pt x="131" y="1022"/>
                  <a:pt x="125" y="1019"/>
                  <a:pt x="121" y="1011"/>
                </a:cubicBezTo>
                <a:cubicBezTo>
                  <a:pt x="118" y="1006"/>
                  <a:pt x="120" y="1008"/>
                  <a:pt x="116" y="1004"/>
                </a:cubicBezTo>
                <a:cubicBezTo>
                  <a:pt x="114" y="1002"/>
                  <a:pt x="115" y="999"/>
                  <a:pt x="113" y="997"/>
                </a:cubicBezTo>
                <a:cubicBezTo>
                  <a:pt x="111" y="993"/>
                  <a:pt x="107" y="991"/>
                  <a:pt x="105" y="988"/>
                </a:cubicBezTo>
                <a:cubicBezTo>
                  <a:pt x="105" y="989"/>
                  <a:pt x="106" y="986"/>
                  <a:pt x="105" y="985"/>
                </a:cubicBezTo>
                <a:cubicBezTo>
                  <a:pt x="105" y="985"/>
                  <a:pt x="99" y="984"/>
                  <a:pt x="100" y="982"/>
                </a:cubicBezTo>
                <a:cubicBezTo>
                  <a:pt x="102" y="976"/>
                  <a:pt x="85" y="961"/>
                  <a:pt x="80" y="952"/>
                </a:cubicBezTo>
                <a:cubicBezTo>
                  <a:pt x="80" y="951"/>
                  <a:pt x="78" y="949"/>
                  <a:pt x="78" y="948"/>
                </a:cubicBezTo>
                <a:cubicBezTo>
                  <a:pt x="79" y="945"/>
                  <a:pt x="77" y="947"/>
                  <a:pt x="75" y="943"/>
                </a:cubicBezTo>
                <a:cubicBezTo>
                  <a:pt x="75" y="943"/>
                  <a:pt x="76" y="942"/>
                  <a:pt x="75" y="941"/>
                </a:cubicBezTo>
                <a:cubicBezTo>
                  <a:pt x="70" y="932"/>
                  <a:pt x="58" y="920"/>
                  <a:pt x="53" y="907"/>
                </a:cubicBezTo>
                <a:cubicBezTo>
                  <a:pt x="58" y="904"/>
                  <a:pt x="61" y="910"/>
                  <a:pt x="64" y="915"/>
                </a:cubicBezTo>
                <a:cubicBezTo>
                  <a:pt x="65" y="919"/>
                  <a:pt x="73" y="924"/>
                  <a:pt x="70" y="927"/>
                </a:cubicBezTo>
                <a:cubicBezTo>
                  <a:pt x="77" y="930"/>
                  <a:pt x="83" y="943"/>
                  <a:pt x="90" y="947"/>
                </a:cubicBezTo>
                <a:cubicBezTo>
                  <a:pt x="93" y="952"/>
                  <a:pt x="96" y="956"/>
                  <a:pt x="99" y="960"/>
                </a:cubicBezTo>
                <a:cubicBezTo>
                  <a:pt x="97" y="963"/>
                  <a:pt x="100" y="962"/>
                  <a:pt x="101" y="963"/>
                </a:cubicBezTo>
                <a:cubicBezTo>
                  <a:pt x="101" y="966"/>
                  <a:pt x="102" y="968"/>
                  <a:pt x="104" y="967"/>
                </a:cubicBezTo>
                <a:cubicBezTo>
                  <a:pt x="107" y="969"/>
                  <a:pt x="109" y="979"/>
                  <a:pt x="114" y="977"/>
                </a:cubicBezTo>
                <a:cubicBezTo>
                  <a:pt x="113" y="980"/>
                  <a:pt x="116" y="984"/>
                  <a:pt x="119" y="985"/>
                </a:cubicBezTo>
                <a:cubicBezTo>
                  <a:pt x="124" y="994"/>
                  <a:pt x="128" y="995"/>
                  <a:pt x="134" y="1006"/>
                </a:cubicBezTo>
                <a:cubicBezTo>
                  <a:pt x="140" y="1014"/>
                  <a:pt x="146" y="1022"/>
                  <a:pt x="152" y="1030"/>
                </a:cubicBezTo>
                <a:cubicBezTo>
                  <a:pt x="154" y="1034"/>
                  <a:pt x="156" y="1034"/>
                  <a:pt x="158" y="1035"/>
                </a:cubicBezTo>
                <a:cubicBezTo>
                  <a:pt x="159" y="1040"/>
                  <a:pt x="167" y="1051"/>
                  <a:pt x="174" y="1061"/>
                </a:cubicBezTo>
                <a:cubicBezTo>
                  <a:pt x="180" y="1075"/>
                  <a:pt x="188" y="1090"/>
                  <a:pt x="193" y="1104"/>
                </a:cubicBezTo>
                <a:cubicBezTo>
                  <a:pt x="196" y="1111"/>
                  <a:pt x="198" y="1118"/>
                  <a:pt x="198" y="1125"/>
                </a:cubicBezTo>
                <a:cubicBezTo>
                  <a:pt x="203" y="1132"/>
                  <a:pt x="203" y="1139"/>
                  <a:pt x="203" y="1145"/>
                </a:cubicBezTo>
                <a:cubicBezTo>
                  <a:pt x="199" y="1148"/>
                  <a:pt x="199" y="1140"/>
                  <a:pt x="199" y="1139"/>
                </a:cubicBezTo>
                <a:close/>
                <a:moveTo>
                  <a:pt x="228" y="1142"/>
                </a:moveTo>
                <a:cubicBezTo>
                  <a:pt x="236" y="1134"/>
                  <a:pt x="246" y="1126"/>
                  <a:pt x="252" y="1118"/>
                </a:cubicBezTo>
                <a:cubicBezTo>
                  <a:pt x="300" y="1093"/>
                  <a:pt x="301" y="1085"/>
                  <a:pt x="309" y="1081"/>
                </a:cubicBezTo>
                <a:cubicBezTo>
                  <a:pt x="462" y="985"/>
                  <a:pt x="471" y="976"/>
                  <a:pt x="485" y="967"/>
                </a:cubicBezTo>
                <a:cubicBezTo>
                  <a:pt x="503" y="945"/>
                  <a:pt x="507" y="947"/>
                  <a:pt x="510" y="941"/>
                </a:cubicBezTo>
                <a:cubicBezTo>
                  <a:pt x="557" y="905"/>
                  <a:pt x="553" y="907"/>
                  <a:pt x="551" y="909"/>
                </a:cubicBezTo>
                <a:cubicBezTo>
                  <a:pt x="517" y="950"/>
                  <a:pt x="499" y="964"/>
                  <a:pt x="486" y="978"/>
                </a:cubicBezTo>
                <a:cubicBezTo>
                  <a:pt x="437" y="1016"/>
                  <a:pt x="427" y="1019"/>
                  <a:pt x="415" y="1030"/>
                </a:cubicBezTo>
                <a:cubicBezTo>
                  <a:pt x="412" y="1032"/>
                  <a:pt x="412" y="1035"/>
                  <a:pt x="411" y="1035"/>
                </a:cubicBezTo>
                <a:cubicBezTo>
                  <a:pt x="371" y="1063"/>
                  <a:pt x="358" y="1069"/>
                  <a:pt x="346" y="1077"/>
                </a:cubicBezTo>
                <a:cubicBezTo>
                  <a:pt x="251" y="1133"/>
                  <a:pt x="244" y="1138"/>
                  <a:pt x="238" y="1142"/>
                </a:cubicBezTo>
                <a:cubicBezTo>
                  <a:pt x="217" y="1159"/>
                  <a:pt x="213" y="1164"/>
                  <a:pt x="208" y="1169"/>
                </a:cubicBezTo>
                <a:close/>
                <a:moveTo>
                  <a:pt x="223" y="1067"/>
                </a:moveTo>
                <a:cubicBezTo>
                  <a:pt x="223" y="1065"/>
                  <a:pt x="223" y="1063"/>
                  <a:pt x="221" y="1061"/>
                </a:cubicBezTo>
                <a:cubicBezTo>
                  <a:pt x="226" y="1059"/>
                  <a:pt x="229" y="1064"/>
                  <a:pt x="223" y="1067"/>
                </a:cubicBezTo>
                <a:close/>
                <a:moveTo>
                  <a:pt x="232" y="1100"/>
                </a:moveTo>
                <a:cubicBezTo>
                  <a:pt x="230" y="1094"/>
                  <a:pt x="242" y="1090"/>
                  <a:pt x="243" y="1085"/>
                </a:cubicBezTo>
                <a:cubicBezTo>
                  <a:pt x="362" y="999"/>
                  <a:pt x="360" y="990"/>
                  <a:pt x="366" y="989"/>
                </a:cubicBezTo>
                <a:cubicBezTo>
                  <a:pt x="390" y="969"/>
                  <a:pt x="398" y="972"/>
                  <a:pt x="400" y="969"/>
                </a:cubicBezTo>
                <a:cubicBezTo>
                  <a:pt x="434" y="942"/>
                  <a:pt x="438" y="946"/>
                  <a:pt x="443" y="940"/>
                </a:cubicBezTo>
                <a:cubicBezTo>
                  <a:pt x="503" y="895"/>
                  <a:pt x="520" y="886"/>
                  <a:pt x="537" y="875"/>
                </a:cubicBezTo>
                <a:cubicBezTo>
                  <a:pt x="594" y="856"/>
                  <a:pt x="595" y="858"/>
                  <a:pt x="592" y="860"/>
                </a:cubicBezTo>
                <a:cubicBezTo>
                  <a:pt x="575" y="865"/>
                  <a:pt x="573" y="867"/>
                  <a:pt x="571" y="865"/>
                </a:cubicBezTo>
                <a:cubicBezTo>
                  <a:pt x="463" y="940"/>
                  <a:pt x="448" y="949"/>
                  <a:pt x="432" y="965"/>
                </a:cubicBezTo>
                <a:cubicBezTo>
                  <a:pt x="322" y="1042"/>
                  <a:pt x="316" y="1041"/>
                  <a:pt x="309" y="1047"/>
                </a:cubicBezTo>
                <a:cubicBezTo>
                  <a:pt x="287" y="1062"/>
                  <a:pt x="287" y="1060"/>
                  <a:pt x="285" y="1062"/>
                </a:cubicBezTo>
                <a:cubicBezTo>
                  <a:pt x="261" y="1080"/>
                  <a:pt x="257" y="1087"/>
                  <a:pt x="255" y="1084"/>
                </a:cubicBezTo>
                <a:close/>
                <a:moveTo>
                  <a:pt x="231" y="1037"/>
                </a:moveTo>
                <a:cubicBezTo>
                  <a:pt x="230" y="1036"/>
                  <a:pt x="229" y="1035"/>
                  <a:pt x="228" y="1034"/>
                </a:cubicBezTo>
                <a:cubicBezTo>
                  <a:pt x="230" y="1033"/>
                  <a:pt x="231" y="1032"/>
                  <a:pt x="232" y="1032"/>
                </a:cubicBezTo>
                <a:cubicBezTo>
                  <a:pt x="232" y="1033"/>
                  <a:pt x="233" y="1034"/>
                  <a:pt x="234" y="1035"/>
                </a:cubicBezTo>
                <a:cubicBezTo>
                  <a:pt x="233" y="1036"/>
                  <a:pt x="232" y="1036"/>
                  <a:pt x="231" y="1037"/>
                </a:cubicBezTo>
                <a:close/>
                <a:moveTo>
                  <a:pt x="269" y="855"/>
                </a:moveTo>
                <a:cubicBezTo>
                  <a:pt x="270" y="855"/>
                  <a:pt x="267" y="849"/>
                  <a:pt x="267" y="849"/>
                </a:cubicBezTo>
                <a:cubicBezTo>
                  <a:pt x="269" y="847"/>
                  <a:pt x="275" y="856"/>
                  <a:pt x="269" y="855"/>
                </a:cubicBezTo>
                <a:close/>
                <a:moveTo>
                  <a:pt x="301" y="886"/>
                </a:moveTo>
                <a:cubicBezTo>
                  <a:pt x="298" y="882"/>
                  <a:pt x="298" y="880"/>
                  <a:pt x="302" y="877"/>
                </a:cubicBezTo>
                <a:cubicBezTo>
                  <a:pt x="305" y="881"/>
                  <a:pt x="305" y="884"/>
                  <a:pt x="301" y="886"/>
                </a:cubicBezTo>
                <a:close/>
                <a:moveTo>
                  <a:pt x="301" y="817"/>
                </a:moveTo>
                <a:cubicBezTo>
                  <a:pt x="301" y="815"/>
                  <a:pt x="302" y="814"/>
                  <a:pt x="301" y="812"/>
                </a:cubicBezTo>
                <a:cubicBezTo>
                  <a:pt x="300" y="808"/>
                  <a:pt x="305" y="812"/>
                  <a:pt x="303" y="813"/>
                </a:cubicBezTo>
                <a:cubicBezTo>
                  <a:pt x="305" y="816"/>
                  <a:pt x="303" y="818"/>
                  <a:pt x="306" y="821"/>
                </a:cubicBezTo>
                <a:cubicBezTo>
                  <a:pt x="305" y="825"/>
                  <a:pt x="306" y="829"/>
                  <a:pt x="308" y="834"/>
                </a:cubicBezTo>
                <a:cubicBezTo>
                  <a:pt x="300" y="833"/>
                  <a:pt x="306" y="822"/>
                  <a:pt x="301" y="817"/>
                </a:cubicBezTo>
                <a:close/>
                <a:moveTo>
                  <a:pt x="481" y="717"/>
                </a:moveTo>
                <a:cubicBezTo>
                  <a:pt x="482" y="721"/>
                  <a:pt x="472" y="722"/>
                  <a:pt x="468" y="723"/>
                </a:cubicBezTo>
                <a:cubicBezTo>
                  <a:pt x="467" y="719"/>
                  <a:pt x="478" y="718"/>
                  <a:pt x="481" y="717"/>
                </a:cubicBezTo>
                <a:close/>
                <a:moveTo>
                  <a:pt x="463" y="722"/>
                </a:moveTo>
                <a:cubicBezTo>
                  <a:pt x="465" y="726"/>
                  <a:pt x="456" y="728"/>
                  <a:pt x="455" y="728"/>
                </a:cubicBezTo>
                <a:cubicBezTo>
                  <a:pt x="452" y="724"/>
                  <a:pt x="461" y="722"/>
                  <a:pt x="463" y="722"/>
                </a:cubicBezTo>
                <a:close/>
                <a:moveTo>
                  <a:pt x="356" y="782"/>
                </a:moveTo>
                <a:cubicBezTo>
                  <a:pt x="358" y="781"/>
                  <a:pt x="359" y="780"/>
                  <a:pt x="361" y="778"/>
                </a:cubicBezTo>
                <a:cubicBezTo>
                  <a:pt x="368" y="777"/>
                  <a:pt x="358" y="783"/>
                  <a:pt x="356" y="785"/>
                </a:cubicBezTo>
                <a:cubicBezTo>
                  <a:pt x="353" y="786"/>
                  <a:pt x="354" y="783"/>
                  <a:pt x="356" y="782"/>
                </a:cubicBezTo>
                <a:close/>
                <a:moveTo>
                  <a:pt x="393" y="618"/>
                </a:moveTo>
                <a:cubicBezTo>
                  <a:pt x="387" y="621"/>
                  <a:pt x="392" y="614"/>
                  <a:pt x="388" y="612"/>
                </a:cubicBezTo>
                <a:cubicBezTo>
                  <a:pt x="392" y="609"/>
                  <a:pt x="392" y="617"/>
                  <a:pt x="393" y="618"/>
                </a:cubicBezTo>
                <a:close/>
                <a:moveTo>
                  <a:pt x="407" y="682"/>
                </a:moveTo>
                <a:cubicBezTo>
                  <a:pt x="410" y="678"/>
                  <a:pt x="412" y="674"/>
                  <a:pt x="418" y="671"/>
                </a:cubicBezTo>
                <a:cubicBezTo>
                  <a:pt x="450" y="660"/>
                  <a:pt x="454" y="654"/>
                  <a:pt x="457" y="653"/>
                </a:cubicBezTo>
                <a:cubicBezTo>
                  <a:pt x="483" y="644"/>
                  <a:pt x="490" y="641"/>
                  <a:pt x="496" y="639"/>
                </a:cubicBezTo>
                <a:cubicBezTo>
                  <a:pt x="536" y="628"/>
                  <a:pt x="539" y="625"/>
                  <a:pt x="543" y="625"/>
                </a:cubicBezTo>
                <a:cubicBezTo>
                  <a:pt x="574" y="618"/>
                  <a:pt x="580" y="613"/>
                  <a:pt x="586" y="614"/>
                </a:cubicBezTo>
                <a:cubicBezTo>
                  <a:pt x="673" y="563"/>
                  <a:pt x="672" y="564"/>
                  <a:pt x="671" y="565"/>
                </a:cubicBezTo>
                <a:cubicBezTo>
                  <a:pt x="622" y="601"/>
                  <a:pt x="616" y="610"/>
                  <a:pt x="597" y="618"/>
                </a:cubicBezTo>
                <a:cubicBezTo>
                  <a:pt x="544" y="639"/>
                  <a:pt x="541" y="643"/>
                  <a:pt x="537" y="644"/>
                </a:cubicBezTo>
                <a:cubicBezTo>
                  <a:pt x="519" y="649"/>
                  <a:pt x="512" y="654"/>
                  <a:pt x="505" y="655"/>
                </a:cubicBezTo>
                <a:cubicBezTo>
                  <a:pt x="445" y="679"/>
                  <a:pt x="427" y="685"/>
                  <a:pt x="408" y="693"/>
                </a:cubicBezTo>
                <a:cubicBezTo>
                  <a:pt x="383" y="709"/>
                  <a:pt x="384" y="706"/>
                  <a:pt x="383" y="704"/>
                </a:cubicBezTo>
                <a:cubicBezTo>
                  <a:pt x="397" y="688"/>
                  <a:pt x="401" y="686"/>
                  <a:pt x="403" y="684"/>
                </a:cubicBezTo>
                <a:close/>
                <a:moveTo>
                  <a:pt x="532" y="454"/>
                </a:moveTo>
                <a:cubicBezTo>
                  <a:pt x="532" y="450"/>
                  <a:pt x="531" y="447"/>
                  <a:pt x="535" y="444"/>
                </a:cubicBezTo>
                <a:cubicBezTo>
                  <a:pt x="538" y="448"/>
                  <a:pt x="536" y="451"/>
                  <a:pt x="532" y="454"/>
                </a:cubicBezTo>
                <a:close/>
                <a:moveTo>
                  <a:pt x="627" y="333"/>
                </a:moveTo>
                <a:cubicBezTo>
                  <a:pt x="626" y="331"/>
                  <a:pt x="628" y="329"/>
                  <a:pt x="627" y="326"/>
                </a:cubicBezTo>
                <a:cubicBezTo>
                  <a:pt x="631" y="324"/>
                  <a:pt x="631" y="332"/>
                  <a:pt x="627" y="333"/>
                </a:cubicBezTo>
                <a:close/>
                <a:moveTo>
                  <a:pt x="722" y="53"/>
                </a:moveTo>
                <a:cubicBezTo>
                  <a:pt x="723" y="56"/>
                  <a:pt x="721" y="59"/>
                  <a:pt x="718" y="61"/>
                </a:cubicBezTo>
                <a:cubicBezTo>
                  <a:pt x="713" y="58"/>
                  <a:pt x="719" y="56"/>
                  <a:pt x="722" y="53"/>
                </a:cubicBezTo>
                <a:close/>
                <a:moveTo>
                  <a:pt x="670" y="251"/>
                </a:moveTo>
                <a:cubicBezTo>
                  <a:pt x="668" y="255"/>
                  <a:pt x="668" y="260"/>
                  <a:pt x="668" y="264"/>
                </a:cubicBezTo>
                <a:cubicBezTo>
                  <a:pt x="664" y="281"/>
                  <a:pt x="657" y="284"/>
                  <a:pt x="658" y="289"/>
                </a:cubicBezTo>
                <a:cubicBezTo>
                  <a:pt x="652" y="296"/>
                  <a:pt x="652" y="292"/>
                  <a:pt x="653" y="288"/>
                </a:cubicBezTo>
                <a:cubicBezTo>
                  <a:pt x="661" y="245"/>
                  <a:pt x="661" y="237"/>
                  <a:pt x="665" y="230"/>
                </a:cubicBezTo>
                <a:cubicBezTo>
                  <a:pt x="666" y="215"/>
                  <a:pt x="662" y="210"/>
                  <a:pt x="666" y="207"/>
                </a:cubicBezTo>
                <a:cubicBezTo>
                  <a:pt x="670" y="171"/>
                  <a:pt x="675" y="168"/>
                  <a:pt x="674" y="164"/>
                </a:cubicBezTo>
                <a:cubicBezTo>
                  <a:pt x="679" y="136"/>
                  <a:pt x="684" y="129"/>
                  <a:pt x="685" y="122"/>
                </a:cubicBezTo>
                <a:cubicBezTo>
                  <a:pt x="704" y="89"/>
                  <a:pt x="704" y="75"/>
                  <a:pt x="716" y="63"/>
                </a:cubicBezTo>
                <a:cubicBezTo>
                  <a:pt x="709" y="86"/>
                  <a:pt x="708" y="91"/>
                  <a:pt x="704" y="96"/>
                </a:cubicBezTo>
                <a:cubicBezTo>
                  <a:pt x="684" y="166"/>
                  <a:pt x="687" y="171"/>
                  <a:pt x="684" y="174"/>
                </a:cubicBezTo>
                <a:cubicBezTo>
                  <a:pt x="678" y="204"/>
                  <a:pt x="677" y="208"/>
                  <a:pt x="678" y="213"/>
                </a:cubicBezTo>
                <a:cubicBezTo>
                  <a:pt x="672" y="242"/>
                  <a:pt x="669" y="246"/>
                  <a:pt x="670" y="251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  <a:alpha val="50000"/>
            </a:schemeClr>
          </a:solidFill>
          <a:ln>
            <a:noFill/>
          </a:ln>
        </p:spPr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476489" y="1503907"/>
            <a:ext cx="3227715" cy="1687924"/>
          </a:xfrm>
        </p:spPr>
        <p:txBody>
          <a:bodyPr anchor="b">
            <a:normAutofit/>
          </a:bodyPr>
          <a:lstStyle>
            <a:lvl1pPr>
              <a:lnSpc>
                <a:spcPct val="104000"/>
              </a:lnSpc>
              <a:defRPr sz="34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87731" y="441414"/>
            <a:ext cx="7597040" cy="5654586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476489" y="3223805"/>
            <a:ext cx="3227715" cy="2872197"/>
          </a:xfrm>
        </p:spPr>
        <p:txBody>
          <a:bodyPr/>
          <a:lstStyle>
            <a:lvl1pPr marL="0" indent="0">
              <a:spcBef>
                <a:spcPts val="14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476556" y="6286502"/>
            <a:ext cx="3227715" cy="365125"/>
          </a:xfrm>
        </p:spPr>
        <p:txBody>
          <a:bodyPr/>
          <a:lstStyle>
            <a:lvl1pPr algn="l">
              <a:defRPr/>
            </a:lvl1pPr>
          </a:lstStyle>
          <a:p>
            <a:fld id="{48A87A34-81AB-432B-8DAE-1953F412C126}" type="datetimeFigureOut">
              <a:rPr lang="en-US" smtClean="0"/>
              <a:t>1/2/2025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87731" y="6286502"/>
            <a:ext cx="7597040" cy="365125"/>
          </a:xfrm>
        </p:spPr>
        <p:txBody>
          <a:bodyPr/>
          <a:lstStyle>
            <a:lvl1pPr algn="l">
              <a:defRPr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476489" y="373606"/>
            <a:ext cx="3227715" cy="816481"/>
          </a:xfrm>
        </p:spPr>
        <p:txBody>
          <a:bodyPr anchor="t"/>
          <a:lstStyle>
            <a:lvl1pPr algn="l">
              <a:defRPr sz="4400"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429409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400" userDrawn="1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 15" title="Feather"/>
          <p:cNvSpPr>
            <a:spLocks noEditPoints="1"/>
          </p:cNvSpPr>
          <p:nvPr/>
        </p:nvSpPr>
        <p:spPr bwMode="auto">
          <a:xfrm rot="2047334" flipH="1">
            <a:off x="8572458" y="453683"/>
            <a:ext cx="3409445" cy="5857295"/>
          </a:xfrm>
          <a:custGeom>
            <a:avLst/>
            <a:gdLst/>
            <a:ahLst/>
            <a:cxnLst/>
            <a:rect l="0" t="0" r="r" b="b"/>
            <a:pathLst>
              <a:path w="869" h="1495">
                <a:moveTo>
                  <a:pt x="865" y="156"/>
                </a:moveTo>
                <a:cubicBezTo>
                  <a:pt x="856" y="165"/>
                  <a:pt x="851" y="173"/>
                  <a:pt x="844" y="182"/>
                </a:cubicBezTo>
                <a:cubicBezTo>
                  <a:pt x="804" y="216"/>
                  <a:pt x="802" y="216"/>
                  <a:pt x="800" y="216"/>
                </a:cubicBezTo>
                <a:cubicBezTo>
                  <a:pt x="775" y="232"/>
                  <a:pt x="768" y="237"/>
                  <a:pt x="760" y="239"/>
                </a:cubicBezTo>
                <a:cubicBezTo>
                  <a:pt x="699" y="279"/>
                  <a:pt x="696" y="275"/>
                  <a:pt x="693" y="278"/>
                </a:cubicBezTo>
                <a:cubicBezTo>
                  <a:pt x="706" y="270"/>
                  <a:pt x="707" y="266"/>
                  <a:pt x="714" y="263"/>
                </a:cubicBezTo>
                <a:cubicBezTo>
                  <a:pt x="766" y="230"/>
                  <a:pt x="774" y="225"/>
                  <a:pt x="782" y="219"/>
                </a:cubicBezTo>
                <a:cubicBezTo>
                  <a:pt x="830" y="181"/>
                  <a:pt x="830" y="177"/>
                  <a:pt x="834" y="174"/>
                </a:cubicBezTo>
                <a:cubicBezTo>
                  <a:pt x="831" y="170"/>
                  <a:pt x="831" y="178"/>
                  <a:pt x="827" y="175"/>
                </a:cubicBezTo>
                <a:cubicBezTo>
                  <a:pt x="792" y="205"/>
                  <a:pt x="784" y="209"/>
                  <a:pt x="783" y="213"/>
                </a:cubicBezTo>
                <a:cubicBezTo>
                  <a:pt x="763" y="227"/>
                  <a:pt x="760" y="223"/>
                  <a:pt x="757" y="227"/>
                </a:cubicBezTo>
                <a:cubicBezTo>
                  <a:pt x="776" y="212"/>
                  <a:pt x="774" y="208"/>
                  <a:pt x="780" y="206"/>
                </a:cubicBezTo>
                <a:cubicBezTo>
                  <a:pt x="824" y="164"/>
                  <a:pt x="830" y="160"/>
                  <a:pt x="833" y="155"/>
                </a:cubicBezTo>
                <a:cubicBezTo>
                  <a:pt x="806" y="176"/>
                  <a:pt x="797" y="184"/>
                  <a:pt x="788" y="193"/>
                </a:cubicBezTo>
                <a:cubicBezTo>
                  <a:pt x="731" y="226"/>
                  <a:pt x="724" y="237"/>
                  <a:pt x="720" y="234"/>
                </a:cubicBezTo>
                <a:cubicBezTo>
                  <a:pt x="766" y="194"/>
                  <a:pt x="786" y="180"/>
                  <a:pt x="803" y="159"/>
                </a:cubicBezTo>
                <a:cubicBezTo>
                  <a:pt x="785" y="170"/>
                  <a:pt x="775" y="180"/>
                  <a:pt x="763" y="188"/>
                </a:cubicBezTo>
                <a:cubicBezTo>
                  <a:pt x="736" y="208"/>
                  <a:pt x="735" y="202"/>
                  <a:pt x="737" y="200"/>
                </a:cubicBezTo>
                <a:cubicBezTo>
                  <a:pt x="749" y="181"/>
                  <a:pt x="754" y="177"/>
                  <a:pt x="756" y="172"/>
                </a:cubicBezTo>
                <a:cubicBezTo>
                  <a:pt x="787" y="134"/>
                  <a:pt x="791" y="136"/>
                  <a:pt x="790" y="130"/>
                </a:cubicBezTo>
                <a:cubicBezTo>
                  <a:pt x="769" y="150"/>
                  <a:pt x="765" y="152"/>
                  <a:pt x="766" y="155"/>
                </a:cubicBezTo>
                <a:cubicBezTo>
                  <a:pt x="746" y="174"/>
                  <a:pt x="746" y="170"/>
                  <a:pt x="746" y="169"/>
                </a:cubicBezTo>
                <a:cubicBezTo>
                  <a:pt x="748" y="164"/>
                  <a:pt x="752" y="160"/>
                  <a:pt x="752" y="160"/>
                </a:cubicBezTo>
                <a:cubicBezTo>
                  <a:pt x="764" y="139"/>
                  <a:pt x="770" y="129"/>
                  <a:pt x="777" y="119"/>
                </a:cubicBezTo>
                <a:cubicBezTo>
                  <a:pt x="800" y="82"/>
                  <a:pt x="812" y="81"/>
                  <a:pt x="808" y="77"/>
                </a:cubicBezTo>
                <a:cubicBezTo>
                  <a:pt x="770" y="123"/>
                  <a:pt x="765" y="125"/>
                  <a:pt x="763" y="127"/>
                </a:cubicBezTo>
                <a:cubicBezTo>
                  <a:pt x="747" y="156"/>
                  <a:pt x="743" y="161"/>
                  <a:pt x="740" y="166"/>
                </a:cubicBezTo>
                <a:cubicBezTo>
                  <a:pt x="744" y="144"/>
                  <a:pt x="749" y="134"/>
                  <a:pt x="753" y="124"/>
                </a:cubicBezTo>
                <a:cubicBezTo>
                  <a:pt x="782" y="79"/>
                  <a:pt x="781" y="77"/>
                  <a:pt x="784" y="75"/>
                </a:cubicBezTo>
                <a:cubicBezTo>
                  <a:pt x="769" y="89"/>
                  <a:pt x="765" y="92"/>
                  <a:pt x="765" y="96"/>
                </a:cubicBezTo>
                <a:cubicBezTo>
                  <a:pt x="728" y="162"/>
                  <a:pt x="722" y="177"/>
                  <a:pt x="718" y="191"/>
                </a:cubicBezTo>
                <a:cubicBezTo>
                  <a:pt x="710" y="205"/>
                  <a:pt x="719" y="210"/>
                  <a:pt x="712" y="213"/>
                </a:cubicBezTo>
                <a:cubicBezTo>
                  <a:pt x="703" y="240"/>
                  <a:pt x="708" y="247"/>
                  <a:pt x="697" y="251"/>
                </a:cubicBezTo>
                <a:cubicBezTo>
                  <a:pt x="699" y="232"/>
                  <a:pt x="702" y="230"/>
                  <a:pt x="701" y="228"/>
                </a:cubicBezTo>
                <a:cubicBezTo>
                  <a:pt x="714" y="177"/>
                  <a:pt x="714" y="170"/>
                  <a:pt x="714" y="162"/>
                </a:cubicBezTo>
                <a:cubicBezTo>
                  <a:pt x="735" y="103"/>
                  <a:pt x="740" y="88"/>
                  <a:pt x="749" y="73"/>
                </a:cubicBezTo>
                <a:cubicBezTo>
                  <a:pt x="757" y="53"/>
                  <a:pt x="753" y="62"/>
                  <a:pt x="744" y="70"/>
                </a:cubicBezTo>
                <a:cubicBezTo>
                  <a:pt x="727" y="107"/>
                  <a:pt x="722" y="112"/>
                  <a:pt x="722" y="118"/>
                </a:cubicBezTo>
                <a:cubicBezTo>
                  <a:pt x="706" y="172"/>
                  <a:pt x="705" y="175"/>
                  <a:pt x="703" y="177"/>
                </a:cubicBezTo>
                <a:cubicBezTo>
                  <a:pt x="696" y="206"/>
                  <a:pt x="696" y="209"/>
                  <a:pt x="696" y="212"/>
                </a:cubicBezTo>
                <a:cubicBezTo>
                  <a:pt x="687" y="247"/>
                  <a:pt x="685" y="253"/>
                  <a:pt x="684" y="260"/>
                </a:cubicBezTo>
                <a:cubicBezTo>
                  <a:pt x="671" y="275"/>
                  <a:pt x="673" y="272"/>
                  <a:pt x="677" y="270"/>
                </a:cubicBezTo>
                <a:cubicBezTo>
                  <a:pt x="682" y="240"/>
                  <a:pt x="681" y="234"/>
                  <a:pt x="684" y="229"/>
                </a:cubicBezTo>
                <a:cubicBezTo>
                  <a:pt x="694" y="189"/>
                  <a:pt x="690" y="182"/>
                  <a:pt x="693" y="177"/>
                </a:cubicBezTo>
                <a:cubicBezTo>
                  <a:pt x="706" y="119"/>
                  <a:pt x="707" y="113"/>
                  <a:pt x="709" y="107"/>
                </a:cubicBezTo>
                <a:cubicBezTo>
                  <a:pt x="721" y="64"/>
                  <a:pt x="727" y="59"/>
                  <a:pt x="729" y="53"/>
                </a:cubicBezTo>
                <a:cubicBezTo>
                  <a:pt x="751" y="15"/>
                  <a:pt x="760" y="13"/>
                  <a:pt x="759" y="10"/>
                </a:cubicBezTo>
                <a:cubicBezTo>
                  <a:pt x="752" y="12"/>
                  <a:pt x="750" y="14"/>
                  <a:pt x="749" y="17"/>
                </a:cubicBezTo>
                <a:cubicBezTo>
                  <a:pt x="722" y="50"/>
                  <a:pt x="719" y="46"/>
                  <a:pt x="715" y="51"/>
                </a:cubicBezTo>
                <a:cubicBezTo>
                  <a:pt x="696" y="86"/>
                  <a:pt x="689" y="94"/>
                  <a:pt x="687" y="103"/>
                </a:cubicBezTo>
                <a:cubicBezTo>
                  <a:pt x="667" y="145"/>
                  <a:pt x="670" y="146"/>
                  <a:pt x="670" y="148"/>
                </a:cubicBezTo>
                <a:cubicBezTo>
                  <a:pt x="662" y="166"/>
                  <a:pt x="660" y="175"/>
                  <a:pt x="659" y="185"/>
                </a:cubicBezTo>
                <a:cubicBezTo>
                  <a:pt x="655" y="217"/>
                  <a:pt x="655" y="222"/>
                  <a:pt x="653" y="226"/>
                </a:cubicBezTo>
                <a:cubicBezTo>
                  <a:pt x="646" y="259"/>
                  <a:pt x="650" y="265"/>
                  <a:pt x="650" y="270"/>
                </a:cubicBezTo>
                <a:cubicBezTo>
                  <a:pt x="632" y="316"/>
                  <a:pt x="637" y="319"/>
                  <a:pt x="630" y="321"/>
                </a:cubicBezTo>
                <a:cubicBezTo>
                  <a:pt x="630" y="285"/>
                  <a:pt x="633" y="283"/>
                  <a:pt x="633" y="280"/>
                </a:cubicBezTo>
                <a:cubicBezTo>
                  <a:pt x="637" y="248"/>
                  <a:pt x="637" y="243"/>
                  <a:pt x="639" y="238"/>
                </a:cubicBezTo>
                <a:cubicBezTo>
                  <a:pt x="639" y="222"/>
                  <a:pt x="641" y="220"/>
                  <a:pt x="641" y="217"/>
                </a:cubicBezTo>
                <a:cubicBezTo>
                  <a:pt x="649" y="175"/>
                  <a:pt x="652" y="166"/>
                  <a:pt x="654" y="157"/>
                </a:cubicBezTo>
                <a:cubicBezTo>
                  <a:pt x="673" y="112"/>
                  <a:pt x="670" y="107"/>
                  <a:pt x="677" y="103"/>
                </a:cubicBezTo>
                <a:cubicBezTo>
                  <a:pt x="690" y="65"/>
                  <a:pt x="699" y="63"/>
                  <a:pt x="694" y="59"/>
                </a:cubicBezTo>
                <a:cubicBezTo>
                  <a:pt x="663" y="118"/>
                  <a:pt x="658" y="124"/>
                  <a:pt x="654" y="130"/>
                </a:cubicBezTo>
                <a:cubicBezTo>
                  <a:pt x="644" y="160"/>
                  <a:pt x="640" y="163"/>
                  <a:pt x="644" y="166"/>
                </a:cubicBezTo>
                <a:cubicBezTo>
                  <a:pt x="632" y="198"/>
                  <a:pt x="638" y="202"/>
                  <a:pt x="632" y="204"/>
                </a:cubicBezTo>
                <a:cubicBezTo>
                  <a:pt x="630" y="226"/>
                  <a:pt x="628" y="229"/>
                  <a:pt x="630" y="233"/>
                </a:cubicBezTo>
                <a:cubicBezTo>
                  <a:pt x="624" y="286"/>
                  <a:pt x="621" y="292"/>
                  <a:pt x="621" y="298"/>
                </a:cubicBezTo>
                <a:cubicBezTo>
                  <a:pt x="622" y="314"/>
                  <a:pt x="617" y="316"/>
                  <a:pt x="621" y="318"/>
                </a:cubicBezTo>
                <a:cubicBezTo>
                  <a:pt x="615" y="341"/>
                  <a:pt x="613" y="344"/>
                  <a:pt x="612" y="347"/>
                </a:cubicBezTo>
                <a:cubicBezTo>
                  <a:pt x="610" y="337"/>
                  <a:pt x="612" y="332"/>
                  <a:pt x="615" y="327"/>
                </a:cubicBezTo>
                <a:cubicBezTo>
                  <a:pt x="612" y="290"/>
                  <a:pt x="621" y="286"/>
                  <a:pt x="616" y="280"/>
                </a:cubicBezTo>
                <a:cubicBezTo>
                  <a:pt x="615" y="259"/>
                  <a:pt x="621" y="255"/>
                  <a:pt x="620" y="250"/>
                </a:cubicBezTo>
                <a:cubicBezTo>
                  <a:pt x="624" y="201"/>
                  <a:pt x="625" y="198"/>
                  <a:pt x="626" y="196"/>
                </a:cubicBezTo>
                <a:cubicBezTo>
                  <a:pt x="635" y="171"/>
                  <a:pt x="633" y="168"/>
                  <a:pt x="634" y="166"/>
                </a:cubicBezTo>
                <a:cubicBezTo>
                  <a:pt x="642" y="141"/>
                  <a:pt x="642" y="139"/>
                  <a:pt x="642" y="136"/>
                </a:cubicBezTo>
                <a:cubicBezTo>
                  <a:pt x="655" y="109"/>
                  <a:pt x="657" y="104"/>
                  <a:pt x="662" y="99"/>
                </a:cubicBezTo>
                <a:cubicBezTo>
                  <a:pt x="645" y="113"/>
                  <a:pt x="645" y="122"/>
                  <a:pt x="637" y="130"/>
                </a:cubicBezTo>
                <a:cubicBezTo>
                  <a:pt x="617" y="197"/>
                  <a:pt x="614" y="202"/>
                  <a:pt x="614" y="207"/>
                </a:cubicBezTo>
                <a:cubicBezTo>
                  <a:pt x="613" y="227"/>
                  <a:pt x="609" y="228"/>
                  <a:pt x="612" y="231"/>
                </a:cubicBezTo>
                <a:cubicBezTo>
                  <a:pt x="612" y="251"/>
                  <a:pt x="612" y="254"/>
                  <a:pt x="608" y="256"/>
                </a:cubicBezTo>
                <a:cubicBezTo>
                  <a:pt x="608" y="278"/>
                  <a:pt x="607" y="283"/>
                  <a:pt x="607" y="289"/>
                </a:cubicBezTo>
                <a:cubicBezTo>
                  <a:pt x="595" y="363"/>
                  <a:pt x="592" y="374"/>
                  <a:pt x="587" y="384"/>
                </a:cubicBezTo>
                <a:cubicBezTo>
                  <a:pt x="589" y="326"/>
                  <a:pt x="592" y="323"/>
                  <a:pt x="592" y="319"/>
                </a:cubicBezTo>
                <a:cubicBezTo>
                  <a:pt x="594" y="243"/>
                  <a:pt x="593" y="240"/>
                  <a:pt x="594" y="237"/>
                </a:cubicBezTo>
                <a:cubicBezTo>
                  <a:pt x="597" y="223"/>
                  <a:pt x="596" y="219"/>
                  <a:pt x="596" y="216"/>
                </a:cubicBezTo>
                <a:cubicBezTo>
                  <a:pt x="608" y="177"/>
                  <a:pt x="610" y="170"/>
                  <a:pt x="614" y="163"/>
                </a:cubicBezTo>
                <a:cubicBezTo>
                  <a:pt x="624" y="125"/>
                  <a:pt x="623" y="130"/>
                  <a:pt x="621" y="134"/>
                </a:cubicBezTo>
                <a:cubicBezTo>
                  <a:pt x="598" y="185"/>
                  <a:pt x="595" y="190"/>
                  <a:pt x="594" y="195"/>
                </a:cubicBezTo>
                <a:cubicBezTo>
                  <a:pt x="583" y="227"/>
                  <a:pt x="590" y="232"/>
                  <a:pt x="586" y="235"/>
                </a:cubicBezTo>
                <a:cubicBezTo>
                  <a:pt x="585" y="269"/>
                  <a:pt x="583" y="276"/>
                  <a:pt x="584" y="284"/>
                </a:cubicBezTo>
                <a:cubicBezTo>
                  <a:pt x="583" y="334"/>
                  <a:pt x="581" y="338"/>
                  <a:pt x="584" y="342"/>
                </a:cubicBezTo>
                <a:cubicBezTo>
                  <a:pt x="578" y="377"/>
                  <a:pt x="579" y="381"/>
                  <a:pt x="575" y="384"/>
                </a:cubicBezTo>
                <a:cubicBezTo>
                  <a:pt x="572" y="368"/>
                  <a:pt x="578" y="365"/>
                  <a:pt x="575" y="361"/>
                </a:cubicBezTo>
                <a:cubicBezTo>
                  <a:pt x="580" y="316"/>
                  <a:pt x="571" y="307"/>
                  <a:pt x="578" y="300"/>
                </a:cubicBezTo>
                <a:cubicBezTo>
                  <a:pt x="572" y="220"/>
                  <a:pt x="574" y="213"/>
                  <a:pt x="573" y="205"/>
                </a:cubicBezTo>
                <a:cubicBezTo>
                  <a:pt x="581" y="177"/>
                  <a:pt x="576" y="169"/>
                  <a:pt x="580" y="163"/>
                </a:cubicBezTo>
                <a:cubicBezTo>
                  <a:pt x="594" y="117"/>
                  <a:pt x="601" y="111"/>
                  <a:pt x="598" y="103"/>
                </a:cubicBezTo>
                <a:cubicBezTo>
                  <a:pt x="577" y="151"/>
                  <a:pt x="576" y="154"/>
                  <a:pt x="573" y="156"/>
                </a:cubicBezTo>
                <a:cubicBezTo>
                  <a:pt x="562" y="241"/>
                  <a:pt x="563" y="252"/>
                  <a:pt x="564" y="263"/>
                </a:cubicBezTo>
                <a:cubicBezTo>
                  <a:pt x="569" y="302"/>
                  <a:pt x="564" y="307"/>
                  <a:pt x="568" y="312"/>
                </a:cubicBezTo>
                <a:cubicBezTo>
                  <a:pt x="566" y="341"/>
                  <a:pt x="565" y="352"/>
                  <a:pt x="568" y="364"/>
                </a:cubicBezTo>
                <a:cubicBezTo>
                  <a:pt x="553" y="423"/>
                  <a:pt x="553" y="420"/>
                  <a:pt x="555" y="417"/>
                </a:cubicBezTo>
                <a:cubicBezTo>
                  <a:pt x="556" y="394"/>
                  <a:pt x="560" y="392"/>
                  <a:pt x="558" y="388"/>
                </a:cubicBezTo>
                <a:cubicBezTo>
                  <a:pt x="561" y="333"/>
                  <a:pt x="563" y="331"/>
                  <a:pt x="562" y="329"/>
                </a:cubicBezTo>
                <a:cubicBezTo>
                  <a:pt x="559" y="274"/>
                  <a:pt x="553" y="255"/>
                  <a:pt x="554" y="236"/>
                </a:cubicBezTo>
                <a:cubicBezTo>
                  <a:pt x="554" y="218"/>
                  <a:pt x="555" y="214"/>
                  <a:pt x="554" y="209"/>
                </a:cubicBezTo>
                <a:cubicBezTo>
                  <a:pt x="559" y="193"/>
                  <a:pt x="557" y="190"/>
                  <a:pt x="559" y="188"/>
                </a:cubicBezTo>
                <a:cubicBezTo>
                  <a:pt x="569" y="145"/>
                  <a:pt x="573" y="136"/>
                  <a:pt x="573" y="126"/>
                </a:cubicBezTo>
                <a:cubicBezTo>
                  <a:pt x="557" y="167"/>
                  <a:pt x="554" y="173"/>
                  <a:pt x="555" y="179"/>
                </a:cubicBezTo>
                <a:cubicBezTo>
                  <a:pt x="548" y="204"/>
                  <a:pt x="545" y="211"/>
                  <a:pt x="547" y="219"/>
                </a:cubicBezTo>
                <a:cubicBezTo>
                  <a:pt x="545" y="249"/>
                  <a:pt x="547" y="257"/>
                  <a:pt x="548" y="265"/>
                </a:cubicBezTo>
                <a:cubicBezTo>
                  <a:pt x="553" y="302"/>
                  <a:pt x="551" y="305"/>
                  <a:pt x="550" y="308"/>
                </a:cubicBezTo>
                <a:cubicBezTo>
                  <a:pt x="556" y="350"/>
                  <a:pt x="553" y="352"/>
                  <a:pt x="554" y="354"/>
                </a:cubicBezTo>
                <a:cubicBezTo>
                  <a:pt x="551" y="391"/>
                  <a:pt x="544" y="394"/>
                  <a:pt x="549" y="399"/>
                </a:cubicBezTo>
                <a:cubicBezTo>
                  <a:pt x="548" y="423"/>
                  <a:pt x="541" y="425"/>
                  <a:pt x="543" y="428"/>
                </a:cubicBezTo>
                <a:cubicBezTo>
                  <a:pt x="534" y="435"/>
                  <a:pt x="534" y="428"/>
                  <a:pt x="538" y="422"/>
                </a:cubicBezTo>
                <a:cubicBezTo>
                  <a:pt x="537" y="386"/>
                  <a:pt x="541" y="383"/>
                  <a:pt x="540" y="379"/>
                </a:cubicBezTo>
                <a:cubicBezTo>
                  <a:pt x="538" y="342"/>
                  <a:pt x="537" y="338"/>
                  <a:pt x="538" y="333"/>
                </a:cubicBezTo>
                <a:cubicBezTo>
                  <a:pt x="535" y="297"/>
                  <a:pt x="532" y="288"/>
                  <a:pt x="531" y="280"/>
                </a:cubicBezTo>
                <a:cubicBezTo>
                  <a:pt x="528" y="237"/>
                  <a:pt x="531" y="236"/>
                  <a:pt x="530" y="234"/>
                </a:cubicBezTo>
                <a:cubicBezTo>
                  <a:pt x="531" y="195"/>
                  <a:pt x="535" y="192"/>
                  <a:pt x="534" y="187"/>
                </a:cubicBezTo>
                <a:cubicBezTo>
                  <a:pt x="537" y="169"/>
                  <a:pt x="538" y="165"/>
                  <a:pt x="539" y="161"/>
                </a:cubicBezTo>
                <a:cubicBezTo>
                  <a:pt x="534" y="156"/>
                  <a:pt x="534" y="160"/>
                  <a:pt x="532" y="164"/>
                </a:cubicBezTo>
                <a:cubicBezTo>
                  <a:pt x="527" y="184"/>
                  <a:pt x="527" y="187"/>
                  <a:pt x="528" y="189"/>
                </a:cubicBezTo>
                <a:cubicBezTo>
                  <a:pt x="521" y="228"/>
                  <a:pt x="522" y="230"/>
                  <a:pt x="522" y="232"/>
                </a:cubicBezTo>
                <a:cubicBezTo>
                  <a:pt x="521" y="256"/>
                  <a:pt x="520" y="257"/>
                  <a:pt x="522" y="259"/>
                </a:cubicBezTo>
                <a:cubicBezTo>
                  <a:pt x="527" y="285"/>
                  <a:pt x="520" y="288"/>
                  <a:pt x="524" y="293"/>
                </a:cubicBezTo>
                <a:cubicBezTo>
                  <a:pt x="532" y="343"/>
                  <a:pt x="530" y="351"/>
                  <a:pt x="534" y="361"/>
                </a:cubicBezTo>
                <a:cubicBezTo>
                  <a:pt x="531" y="378"/>
                  <a:pt x="529" y="380"/>
                  <a:pt x="532" y="382"/>
                </a:cubicBezTo>
                <a:cubicBezTo>
                  <a:pt x="530" y="417"/>
                  <a:pt x="530" y="421"/>
                  <a:pt x="528" y="424"/>
                </a:cubicBezTo>
                <a:cubicBezTo>
                  <a:pt x="523" y="442"/>
                  <a:pt x="525" y="445"/>
                  <a:pt x="522" y="444"/>
                </a:cubicBezTo>
                <a:cubicBezTo>
                  <a:pt x="523" y="396"/>
                  <a:pt x="516" y="383"/>
                  <a:pt x="519" y="372"/>
                </a:cubicBezTo>
                <a:cubicBezTo>
                  <a:pt x="517" y="348"/>
                  <a:pt x="514" y="341"/>
                  <a:pt x="515" y="335"/>
                </a:cubicBezTo>
                <a:cubicBezTo>
                  <a:pt x="506" y="291"/>
                  <a:pt x="509" y="286"/>
                  <a:pt x="507" y="280"/>
                </a:cubicBezTo>
                <a:cubicBezTo>
                  <a:pt x="508" y="220"/>
                  <a:pt x="509" y="215"/>
                  <a:pt x="510" y="209"/>
                </a:cubicBezTo>
                <a:cubicBezTo>
                  <a:pt x="513" y="185"/>
                  <a:pt x="512" y="178"/>
                  <a:pt x="516" y="173"/>
                </a:cubicBezTo>
                <a:cubicBezTo>
                  <a:pt x="515" y="159"/>
                  <a:pt x="514" y="162"/>
                  <a:pt x="512" y="164"/>
                </a:cubicBezTo>
                <a:cubicBezTo>
                  <a:pt x="505" y="191"/>
                  <a:pt x="507" y="196"/>
                  <a:pt x="504" y="201"/>
                </a:cubicBezTo>
                <a:cubicBezTo>
                  <a:pt x="500" y="221"/>
                  <a:pt x="502" y="226"/>
                  <a:pt x="501" y="230"/>
                </a:cubicBezTo>
                <a:cubicBezTo>
                  <a:pt x="498" y="248"/>
                  <a:pt x="500" y="251"/>
                  <a:pt x="500" y="253"/>
                </a:cubicBezTo>
                <a:cubicBezTo>
                  <a:pt x="496" y="271"/>
                  <a:pt x="502" y="275"/>
                  <a:pt x="498" y="277"/>
                </a:cubicBezTo>
                <a:cubicBezTo>
                  <a:pt x="497" y="300"/>
                  <a:pt x="497" y="294"/>
                  <a:pt x="497" y="290"/>
                </a:cubicBezTo>
                <a:cubicBezTo>
                  <a:pt x="494" y="271"/>
                  <a:pt x="495" y="268"/>
                  <a:pt x="495" y="266"/>
                </a:cubicBezTo>
                <a:cubicBezTo>
                  <a:pt x="494" y="202"/>
                  <a:pt x="495" y="187"/>
                  <a:pt x="499" y="173"/>
                </a:cubicBezTo>
                <a:cubicBezTo>
                  <a:pt x="501" y="135"/>
                  <a:pt x="510" y="133"/>
                  <a:pt x="503" y="128"/>
                </a:cubicBezTo>
                <a:cubicBezTo>
                  <a:pt x="490" y="173"/>
                  <a:pt x="490" y="178"/>
                  <a:pt x="489" y="183"/>
                </a:cubicBezTo>
                <a:cubicBezTo>
                  <a:pt x="485" y="220"/>
                  <a:pt x="485" y="223"/>
                  <a:pt x="485" y="225"/>
                </a:cubicBezTo>
                <a:cubicBezTo>
                  <a:pt x="484" y="256"/>
                  <a:pt x="483" y="258"/>
                  <a:pt x="486" y="261"/>
                </a:cubicBezTo>
                <a:cubicBezTo>
                  <a:pt x="484" y="277"/>
                  <a:pt x="489" y="280"/>
                  <a:pt x="487" y="282"/>
                </a:cubicBezTo>
                <a:cubicBezTo>
                  <a:pt x="498" y="337"/>
                  <a:pt x="496" y="347"/>
                  <a:pt x="502" y="357"/>
                </a:cubicBezTo>
                <a:cubicBezTo>
                  <a:pt x="506" y="408"/>
                  <a:pt x="505" y="413"/>
                  <a:pt x="503" y="418"/>
                </a:cubicBezTo>
                <a:cubicBezTo>
                  <a:pt x="505" y="450"/>
                  <a:pt x="505" y="453"/>
                  <a:pt x="503" y="455"/>
                </a:cubicBezTo>
                <a:cubicBezTo>
                  <a:pt x="499" y="471"/>
                  <a:pt x="503" y="479"/>
                  <a:pt x="498" y="475"/>
                </a:cubicBezTo>
                <a:cubicBezTo>
                  <a:pt x="493" y="426"/>
                  <a:pt x="495" y="423"/>
                  <a:pt x="495" y="419"/>
                </a:cubicBezTo>
                <a:cubicBezTo>
                  <a:pt x="485" y="375"/>
                  <a:pt x="480" y="366"/>
                  <a:pt x="483" y="359"/>
                </a:cubicBezTo>
                <a:cubicBezTo>
                  <a:pt x="470" y="321"/>
                  <a:pt x="476" y="319"/>
                  <a:pt x="470" y="314"/>
                </a:cubicBezTo>
                <a:cubicBezTo>
                  <a:pt x="459" y="218"/>
                  <a:pt x="466" y="212"/>
                  <a:pt x="462" y="204"/>
                </a:cubicBezTo>
                <a:cubicBezTo>
                  <a:pt x="457" y="195"/>
                  <a:pt x="457" y="204"/>
                  <a:pt x="457" y="213"/>
                </a:cubicBezTo>
                <a:cubicBezTo>
                  <a:pt x="457" y="232"/>
                  <a:pt x="452" y="236"/>
                  <a:pt x="455" y="241"/>
                </a:cubicBezTo>
                <a:cubicBezTo>
                  <a:pt x="454" y="275"/>
                  <a:pt x="459" y="280"/>
                  <a:pt x="456" y="285"/>
                </a:cubicBezTo>
                <a:cubicBezTo>
                  <a:pt x="462" y="317"/>
                  <a:pt x="462" y="322"/>
                  <a:pt x="465" y="327"/>
                </a:cubicBezTo>
                <a:cubicBezTo>
                  <a:pt x="475" y="362"/>
                  <a:pt x="473" y="368"/>
                  <a:pt x="475" y="375"/>
                </a:cubicBezTo>
                <a:cubicBezTo>
                  <a:pt x="478" y="394"/>
                  <a:pt x="483" y="397"/>
                  <a:pt x="481" y="400"/>
                </a:cubicBezTo>
                <a:cubicBezTo>
                  <a:pt x="484" y="436"/>
                  <a:pt x="490" y="444"/>
                  <a:pt x="487" y="449"/>
                </a:cubicBezTo>
                <a:cubicBezTo>
                  <a:pt x="483" y="480"/>
                  <a:pt x="490" y="485"/>
                  <a:pt x="488" y="488"/>
                </a:cubicBezTo>
                <a:cubicBezTo>
                  <a:pt x="483" y="503"/>
                  <a:pt x="485" y="499"/>
                  <a:pt x="485" y="495"/>
                </a:cubicBezTo>
                <a:cubicBezTo>
                  <a:pt x="486" y="464"/>
                  <a:pt x="482" y="459"/>
                  <a:pt x="483" y="454"/>
                </a:cubicBezTo>
                <a:cubicBezTo>
                  <a:pt x="474" y="394"/>
                  <a:pt x="466" y="388"/>
                  <a:pt x="469" y="384"/>
                </a:cubicBezTo>
                <a:cubicBezTo>
                  <a:pt x="462" y="348"/>
                  <a:pt x="459" y="346"/>
                  <a:pt x="457" y="346"/>
                </a:cubicBezTo>
                <a:cubicBezTo>
                  <a:pt x="449" y="328"/>
                  <a:pt x="460" y="322"/>
                  <a:pt x="453" y="324"/>
                </a:cubicBezTo>
                <a:cubicBezTo>
                  <a:pt x="446" y="286"/>
                  <a:pt x="449" y="281"/>
                  <a:pt x="445" y="276"/>
                </a:cubicBezTo>
                <a:cubicBezTo>
                  <a:pt x="449" y="241"/>
                  <a:pt x="443" y="235"/>
                  <a:pt x="444" y="230"/>
                </a:cubicBezTo>
                <a:cubicBezTo>
                  <a:pt x="450" y="210"/>
                  <a:pt x="442" y="203"/>
                  <a:pt x="449" y="199"/>
                </a:cubicBezTo>
                <a:cubicBezTo>
                  <a:pt x="454" y="163"/>
                  <a:pt x="461" y="159"/>
                  <a:pt x="458" y="153"/>
                </a:cubicBezTo>
                <a:cubicBezTo>
                  <a:pt x="444" y="191"/>
                  <a:pt x="439" y="200"/>
                  <a:pt x="440" y="211"/>
                </a:cubicBezTo>
                <a:cubicBezTo>
                  <a:pt x="435" y="250"/>
                  <a:pt x="436" y="261"/>
                  <a:pt x="437" y="271"/>
                </a:cubicBezTo>
                <a:cubicBezTo>
                  <a:pt x="442" y="313"/>
                  <a:pt x="444" y="323"/>
                  <a:pt x="448" y="335"/>
                </a:cubicBezTo>
                <a:cubicBezTo>
                  <a:pt x="458" y="387"/>
                  <a:pt x="461" y="393"/>
                  <a:pt x="460" y="398"/>
                </a:cubicBezTo>
                <a:cubicBezTo>
                  <a:pt x="473" y="464"/>
                  <a:pt x="476" y="471"/>
                  <a:pt x="475" y="477"/>
                </a:cubicBezTo>
                <a:cubicBezTo>
                  <a:pt x="472" y="519"/>
                  <a:pt x="470" y="522"/>
                  <a:pt x="473" y="526"/>
                </a:cubicBezTo>
                <a:cubicBezTo>
                  <a:pt x="466" y="546"/>
                  <a:pt x="465" y="547"/>
                  <a:pt x="465" y="548"/>
                </a:cubicBezTo>
                <a:cubicBezTo>
                  <a:pt x="459" y="507"/>
                  <a:pt x="462" y="504"/>
                  <a:pt x="463" y="501"/>
                </a:cubicBezTo>
                <a:cubicBezTo>
                  <a:pt x="458" y="462"/>
                  <a:pt x="451" y="454"/>
                  <a:pt x="451" y="448"/>
                </a:cubicBezTo>
                <a:cubicBezTo>
                  <a:pt x="436" y="412"/>
                  <a:pt x="440" y="409"/>
                  <a:pt x="436" y="405"/>
                </a:cubicBezTo>
                <a:cubicBezTo>
                  <a:pt x="427" y="372"/>
                  <a:pt x="429" y="369"/>
                  <a:pt x="426" y="365"/>
                </a:cubicBezTo>
                <a:cubicBezTo>
                  <a:pt x="421" y="351"/>
                  <a:pt x="423" y="350"/>
                  <a:pt x="421" y="347"/>
                </a:cubicBezTo>
                <a:cubicBezTo>
                  <a:pt x="417" y="313"/>
                  <a:pt x="414" y="309"/>
                  <a:pt x="415" y="305"/>
                </a:cubicBezTo>
                <a:cubicBezTo>
                  <a:pt x="416" y="260"/>
                  <a:pt x="418" y="257"/>
                  <a:pt x="414" y="253"/>
                </a:cubicBezTo>
                <a:cubicBezTo>
                  <a:pt x="416" y="237"/>
                  <a:pt x="416" y="229"/>
                  <a:pt x="414" y="222"/>
                </a:cubicBezTo>
                <a:cubicBezTo>
                  <a:pt x="416" y="200"/>
                  <a:pt x="418" y="197"/>
                  <a:pt x="418" y="194"/>
                </a:cubicBezTo>
                <a:cubicBezTo>
                  <a:pt x="414" y="206"/>
                  <a:pt x="410" y="211"/>
                  <a:pt x="412" y="216"/>
                </a:cubicBezTo>
                <a:cubicBezTo>
                  <a:pt x="409" y="236"/>
                  <a:pt x="410" y="242"/>
                  <a:pt x="410" y="247"/>
                </a:cubicBezTo>
                <a:cubicBezTo>
                  <a:pt x="407" y="327"/>
                  <a:pt x="412" y="332"/>
                  <a:pt x="410" y="335"/>
                </a:cubicBezTo>
                <a:cubicBezTo>
                  <a:pt x="414" y="368"/>
                  <a:pt x="422" y="373"/>
                  <a:pt x="420" y="377"/>
                </a:cubicBezTo>
                <a:cubicBezTo>
                  <a:pt x="438" y="439"/>
                  <a:pt x="445" y="459"/>
                  <a:pt x="448" y="477"/>
                </a:cubicBezTo>
                <a:cubicBezTo>
                  <a:pt x="451" y="509"/>
                  <a:pt x="452" y="514"/>
                  <a:pt x="453" y="518"/>
                </a:cubicBezTo>
                <a:cubicBezTo>
                  <a:pt x="449" y="518"/>
                  <a:pt x="452" y="515"/>
                  <a:pt x="448" y="512"/>
                </a:cubicBezTo>
                <a:cubicBezTo>
                  <a:pt x="443" y="484"/>
                  <a:pt x="442" y="477"/>
                  <a:pt x="441" y="470"/>
                </a:cubicBezTo>
                <a:cubicBezTo>
                  <a:pt x="432" y="436"/>
                  <a:pt x="429" y="432"/>
                  <a:pt x="428" y="428"/>
                </a:cubicBezTo>
                <a:cubicBezTo>
                  <a:pt x="416" y="393"/>
                  <a:pt x="413" y="389"/>
                  <a:pt x="414" y="386"/>
                </a:cubicBezTo>
                <a:cubicBezTo>
                  <a:pt x="407" y="359"/>
                  <a:pt x="405" y="356"/>
                  <a:pt x="403" y="350"/>
                </a:cubicBezTo>
                <a:cubicBezTo>
                  <a:pt x="401" y="334"/>
                  <a:pt x="403" y="333"/>
                  <a:pt x="403" y="333"/>
                </a:cubicBezTo>
                <a:cubicBezTo>
                  <a:pt x="401" y="321"/>
                  <a:pt x="400" y="317"/>
                  <a:pt x="399" y="314"/>
                </a:cubicBezTo>
                <a:cubicBezTo>
                  <a:pt x="395" y="298"/>
                  <a:pt x="397" y="295"/>
                  <a:pt x="396" y="293"/>
                </a:cubicBezTo>
                <a:cubicBezTo>
                  <a:pt x="390" y="256"/>
                  <a:pt x="396" y="250"/>
                  <a:pt x="392" y="243"/>
                </a:cubicBezTo>
                <a:cubicBezTo>
                  <a:pt x="394" y="217"/>
                  <a:pt x="395" y="215"/>
                  <a:pt x="395" y="213"/>
                </a:cubicBezTo>
                <a:cubicBezTo>
                  <a:pt x="388" y="211"/>
                  <a:pt x="391" y="212"/>
                  <a:pt x="391" y="214"/>
                </a:cubicBezTo>
                <a:cubicBezTo>
                  <a:pt x="386" y="231"/>
                  <a:pt x="389" y="235"/>
                  <a:pt x="386" y="237"/>
                </a:cubicBezTo>
                <a:cubicBezTo>
                  <a:pt x="387" y="268"/>
                  <a:pt x="385" y="271"/>
                  <a:pt x="388" y="275"/>
                </a:cubicBezTo>
                <a:cubicBezTo>
                  <a:pt x="391" y="325"/>
                  <a:pt x="397" y="338"/>
                  <a:pt x="393" y="350"/>
                </a:cubicBezTo>
                <a:cubicBezTo>
                  <a:pt x="405" y="382"/>
                  <a:pt x="403" y="390"/>
                  <a:pt x="408" y="398"/>
                </a:cubicBezTo>
                <a:cubicBezTo>
                  <a:pt x="419" y="430"/>
                  <a:pt x="421" y="438"/>
                  <a:pt x="423" y="446"/>
                </a:cubicBezTo>
                <a:cubicBezTo>
                  <a:pt x="436" y="483"/>
                  <a:pt x="432" y="487"/>
                  <a:pt x="436" y="491"/>
                </a:cubicBezTo>
                <a:cubicBezTo>
                  <a:pt x="440" y="554"/>
                  <a:pt x="443" y="558"/>
                  <a:pt x="443" y="562"/>
                </a:cubicBezTo>
                <a:cubicBezTo>
                  <a:pt x="428" y="572"/>
                  <a:pt x="429" y="568"/>
                  <a:pt x="430" y="564"/>
                </a:cubicBezTo>
                <a:cubicBezTo>
                  <a:pt x="417" y="498"/>
                  <a:pt x="416" y="485"/>
                  <a:pt x="415" y="472"/>
                </a:cubicBezTo>
                <a:cubicBezTo>
                  <a:pt x="409" y="449"/>
                  <a:pt x="405" y="442"/>
                  <a:pt x="406" y="436"/>
                </a:cubicBezTo>
                <a:cubicBezTo>
                  <a:pt x="401" y="421"/>
                  <a:pt x="398" y="415"/>
                  <a:pt x="398" y="411"/>
                </a:cubicBezTo>
                <a:cubicBezTo>
                  <a:pt x="393" y="374"/>
                  <a:pt x="387" y="375"/>
                  <a:pt x="389" y="372"/>
                </a:cubicBezTo>
                <a:cubicBezTo>
                  <a:pt x="382" y="312"/>
                  <a:pt x="377" y="293"/>
                  <a:pt x="381" y="275"/>
                </a:cubicBezTo>
                <a:cubicBezTo>
                  <a:pt x="385" y="244"/>
                  <a:pt x="380" y="238"/>
                  <a:pt x="383" y="234"/>
                </a:cubicBezTo>
                <a:cubicBezTo>
                  <a:pt x="377" y="239"/>
                  <a:pt x="376" y="242"/>
                  <a:pt x="376" y="244"/>
                </a:cubicBezTo>
                <a:cubicBezTo>
                  <a:pt x="375" y="300"/>
                  <a:pt x="373" y="312"/>
                  <a:pt x="372" y="324"/>
                </a:cubicBezTo>
                <a:cubicBezTo>
                  <a:pt x="386" y="402"/>
                  <a:pt x="389" y="407"/>
                  <a:pt x="389" y="412"/>
                </a:cubicBezTo>
                <a:cubicBezTo>
                  <a:pt x="411" y="512"/>
                  <a:pt x="416" y="522"/>
                  <a:pt x="416" y="532"/>
                </a:cubicBezTo>
                <a:cubicBezTo>
                  <a:pt x="418" y="573"/>
                  <a:pt x="419" y="584"/>
                  <a:pt x="420" y="595"/>
                </a:cubicBezTo>
                <a:cubicBezTo>
                  <a:pt x="411" y="622"/>
                  <a:pt x="419" y="616"/>
                  <a:pt x="413" y="608"/>
                </a:cubicBezTo>
                <a:cubicBezTo>
                  <a:pt x="406" y="541"/>
                  <a:pt x="407" y="534"/>
                  <a:pt x="403" y="527"/>
                </a:cubicBezTo>
                <a:cubicBezTo>
                  <a:pt x="394" y="499"/>
                  <a:pt x="398" y="493"/>
                  <a:pt x="395" y="486"/>
                </a:cubicBezTo>
                <a:cubicBezTo>
                  <a:pt x="376" y="417"/>
                  <a:pt x="378" y="413"/>
                  <a:pt x="374" y="408"/>
                </a:cubicBezTo>
                <a:cubicBezTo>
                  <a:pt x="370" y="378"/>
                  <a:pt x="365" y="372"/>
                  <a:pt x="367" y="369"/>
                </a:cubicBezTo>
                <a:cubicBezTo>
                  <a:pt x="363" y="308"/>
                  <a:pt x="356" y="298"/>
                  <a:pt x="360" y="290"/>
                </a:cubicBezTo>
                <a:cubicBezTo>
                  <a:pt x="362" y="248"/>
                  <a:pt x="362" y="244"/>
                  <a:pt x="362" y="239"/>
                </a:cubicBezTo>
                <a:cubicBezTo>
                  <a:pt x="363" y="220"/>
                  <a:pt x="361" y="223"/>
                  <a:pt x="360" y="226"/>
                </a:cubicBezTo>
                <a:cubicBezTo>
                  <a:pt x="358" y="241"/>
                  <a:pt x="353" y="244"/>
                  <a:pt x="357" y="248"/>
                </a:cubicBezTo>
                <a:cubicBezTo>
                  <a:pt x="352" y="267"/>
                  <a:pt x="356" y="270"/>
                  <a:pt x="351" y="272"/>
                </a:cubicBezTo>
                <a:cubicBezTo>
                  <a:pt x="350" y="303"/>
                  <a:pt x="355" y="306"/>
                  <a:pt x="353" y="308"/>
                </a:cubicBezTo>
                <a:cubicBezTo>
                  <a:pt x="351" y="332"/>
                  <a:pt x="356" y="338"/>
                  <a:pt x="353" y="342"/>
                </a:cubicBezTo>
                <a:cubicBezTo>
                  <a:pt x="363" y="389"/>
                  <a:pt x="362" y="393"/>
                  <a:pt x="367" y="398"/>
                </a:cubicBezTo>
                <a:cubicBezTo>
                  <a:pt x="367" y="433"/>
                  <a:pt x="379" y="443"/>
                  <a:pt x="375" y="451"/>
                </a:cubicBezTo>
                <a:cubicBezTo>
                  <a:pt x="395" y="536"/>
                  <a:pt x="399" y="541"/>
                  <a:pt x="399" y="545"/>
                </a:cubicBezTo>
                <a:cubicBezTo>
                  <a:pt x="400" y="576"/>
                  <a:pt x="402" y="581"/>
                  <a:pt x="406" y="586"/>
                </a:cubicBezTo>
                <a:cubicBezTo>
                  <a:pt x="406" y="605"/>
                  <a:pt x="405" y="608"/>
                  <a:pt x="404" y="610"/>
                </a:cubicBezTo>
                <a:cubicBezTo>
                  <a:pt x="402" y="627"/>
                  <a:pt x="408" y="632"/>
                  <a:pt x="403" y="635"/>
                </a:cubicBezTo>
                <a:cubicBezTo>
                  <a:pt x="396" y="601"/>
                  <a:pt x="401" y="597"/>
                  <a:pt x="398" y="592"/>
                </a:cubicBezTo>
                <a:cubicBezTo>
                  <a:pt x="383" y="512"/>
                  <a:pt x="375" y="506"/>
                  <a:pt x="377" y="501"/>
                </a:cubicBezTo>
                <a:cubicBezTo>
                  <a:pt x="354" y="435"/>
                  <a:pt x="354" y="416"/>
                  <a:pt x="344" y="395"/>
                </a:cubicBezTo>
                <a:cubicBezTo>
                  <a:pt x="338" y="338"/>
                  <a:pt x="338" y="335"/>
                  <a:pt x="339" y="333"/>
                </a:cubicBezTo>
                <a:cubicBezTo>
                  <a:pt x="340" y="299"/>
                  <a:pt x="336" y="293"/>
                  <a:pt x="338" y="287"/>
                </a:cubicBezTo>
                <a:cubicBezTo>
                  <a:pt x="331" y="289"/>
                  <a:pt x="332" y="300"/>
                  <a:pt x="330" y="310"/>
                </a:cubicBezTo>
                <a:cubicBezTo>
                  <a:pt x="334" y="336"/>
                  <a:pt x="329" y="338"/>
                  <a:pt x="333" y="342"/>
                </a:cubicBezTo>
                <a:cubicBezTo>
                  <a:pt x="337" y="378"/>
                  <a:pt x="335" y="383"/>
                  <a:pt x="337" y="388"/>
                </a:cubicBezTo>
                <a:cubicBezTo>
                  <a:pt x="337" y="409"/>
                  <a:pt x="345" y="415"/>
                  <a:pt x="343" y="420"/>
                </a:cubicBezTo>
                <a:cubicBezTo>
                  <a:pt x="357" y="454"/>
                  <a:pt x="351" y="461"/>
                  <a:pt x="357" y="467"/>
                </a:cubicBezTo>
                <a:cubicBezTo>
                  <a:pt x="369" y="497"/>
                  <a:pt x="364" y="504"/>
                  <a:pt x="368" y="506"/>
                </a:cubicBezTo>
                <a:cubicBezTo>
                  <a:pt x="379" y="543"/>
                  <a:pt x="382" y="551"/>
                  <a:pt x="384" y="558"/>
                </a:cubicBezTo>
                <a:cubicBezTo>
                  <a:pt x="390" y="600"/>
                  <a:pt x="393" y="605"/>
                  <a:pt x="388" y="609"/>
                </a:cubicBezTo>
                <a:cubicBezTo>
                  <a:pt x="376" y="559"/>
                  <a:pt x="371" y="556"/>
                  <a:pt x="373" y="554"/>
                </a:cubicBezTo>
                <a:cubicBezTo>
                  <a:pt x="357" y="504"/>
                  <a:pt x="350" y="497"/>
                  <a:pt x="350" y="491"/>
                </a:cubicBezTo>
                <a:cubicBezTo>
                  <a:pt x="323" y="433"/>
                  <a:pt x="327" y="431"/>
                  <a:pt x="324" y="427"/>
                </a:cubicBezTo>
                <a:cubicBezTo>
                  <a:pt x="313" y="386"/>
                  <a:pt x="309" y="374"/>
                  <a:pt x="308" y="362"/>
                </a:cubicBezTo>
                <a:cubicBezTo>
                  <a:pt x="306" y="320"/>
                  <a:pt x="303" y="314"/>
                  <a:pt x="304" y="308"/>
                </a:cubicBezTo>
                <a:cubicBezTo>
                  <a:pt x="303" y="284"/>
                  <a:pt x="306" y="279"/>
                  <a:pt x="306" y="273"/>
                </a:cubicBezTo>
                <a:cubicBezTo>
                  <a:pt x="300" y="263"/>
                  <a:pt x="301" y="273"/>
                  <a:pt x="300" y="282"/>
                </a:cubicBezTo>
                <a:cubicBezTo>
                  <a:pt x="298" y="301"/>
                  <a:pt x="297" y="305"/>
                  <a:pt x="295" y="310"/>
                </a:cubicBezTo>
                <a:cubicBezTo>
                  <a:pt x="307" y="382"/>
                  <a:pt x="302" y="391"/>
                  <a:pt x="310" y="402"/>
                </a:cubicBezTo>
                <a:cubicBezTo>
                  <a:pt x="317" y="439"/>
                  <a:pt x="325" y="446"/>
                  <a:pt x="323" y="450"/>
                </a:cubicBezTo>
                <a:cubicBezTo>
                  <a:pt x="337" y="478"/>
                  <a:pt x="337" y="489"/>
                  <a:pt x="345" y="500"/>
                </a:cubicBezTo>
                <a:cubicBezTo>
                  <a:pt x="352" y="526"/>
                  <a:pt x="359" y="530"/>
                  <a:pt x="355" y="532"/>
                </a:cubicBezTo>
                <a:cubicBezTo>
                  <a:pt x="378" y="589"/>
                  <a:pt x="373" y="597"/>
                  <a:pt x="377" y="600"/>
                </a:cubicBezTo>
                <a:cubicBezTo>
                  <a:pt x="374" y="595"/>
                  <a:pt x="367" y="591"/>
                  <a:pt x="366" y="588"/>
                </a:cubicBezTo>
                <a:cubicBezTo>
                  <a:pt x="355" y="552"/>
                  <a:pt x="348" y="544"/>
                  <a:pt x="350" y="538"/>
                </a:cubicBezTo>
                <a:cubicBezTo>
                  <a:pt x="324" y="484"/>
                  <a:pt x="321" y="468"/>
                  <a:pt x="311" y="451"/>
                </a:cubicBezTo>
                <a:cubicBezTo>
                  <a:pt x="301" y="423"/>
                  <a:pt x="301" y="419"/>
                  <a:pt x="300" y="415"/>
                </a:cubicBezTo>
                <a:cubicBezTo>
                  <a:pt x="290" y="374"/>
                  <a:pt x="287" y="369"/>
                  <a:pt x="289" y="366"/>
                </a:cubicBezTo>
                <a:cubicBezTo>
                  <a:pt x="286" y="345"/>
                  <a:pt x="285" y="337"/>
                  <a:pt x="285" y="330"/>
                </a:cubicBezTo>
                <a:cubicBezTo>
                  <a:pt x="278" y="309"/>
                  <a:pt x="280" y="316"/>
                  <a:pt x="280" y="319"/>
                </a:cubicBezTo>
                <a:cubicBezTo>
                  <a:pt x="279" y="330"/>
                  <a:pt x="279" y="333"/>
                  <a:pt x="279" y="334"/>
                </a:cubicBezTo>
                <a:cubicBezTo>
                  <a:pt x="276" y="357"/>
                  <a:pt x="284" y="362"/>
                  <a:pt x="281" y="365"/>
                </a:cubicBezTo>
                <a:cubicBezTo>
                  <a:pt x="287" y="400"/>
                  <a:pt x="290" y="404"/>
                  <a:pt x="290" y="407"/>
                </a:cubicBezTo>
                <a:cubicBezTo>
                  <a:pt x="314" y="477"/>
                  <a:pt x="313" y="479"/>
                  <a:pt x="313" y="481"/>
                </a:cubicBezTo>
                <a:cubicBezTo>
                  <a:pt x="324" y="507"/>
                  <a:pt x="331" y="514"/>
                  <a:pt x="329" y="519"/>
                </a:cubicBezTo>
                <a:cubicBezTo>
                  <a:pt x="359" y="601"/>
                  <a:pt x="365" y="601"/>
                  <a:pt x="364" y="609"/>
                </a:cubicBezTo>
                <a:cubicBezTo>
                  <a:pt x="371" y="640"/>
                  <a:pt x="372" y="643"/>
                  <a:pt x="374" y="646"/>
                </a:cubicBezTo>
                <a:cubicBezTo>
                  <a:pt x="376" y="667"/>
                  <a:pt x="377" y="669"/>
                  <a:pt x="374" y="671"/>
                </a:cubicBezTo>
                <a:cubicBezTo>
                  <a:pt x="375" y="687"/>
                  <a:pt x="374" y="690"/>
                  <a:pt x="375" y="692"/>
                </a:cubicBezTo>
                <a:cubicBezTo>
                  <a:pt x="370" y="713"/>
                  <a:pt x="369" y="717"/>
                  <a:pt x="367" y="715"/>
                </a:cubicBezTo>
                <a:cubicBezTo>
                  <a:pt x="363" y="675"/>
                  <a:pt x="362" y="670"/>
                  <a:pt x="363" y="666"/>
                </a:cubicBezTo>
                <a:cubicBezTo>
                  <a:pt x="352" y="608"/>
                  <a:pt x="345" y="610"/>
                  <a:pt x="346" y="605"/>
                </a:cubicBezTo>
                <a:cubicBezTo>
                  <a:pt x="334" y="572"/>
                  <a:pt x="329" y="574"/>
                  <a:pt x="329" y="568"/>
                </a:cubicBezTo>
                <a:cubicBezTo>
                  <a:pt x="310" y="526"/>
                  <a:pt x="303" y="521"/>
                  <a:pt x="305" y="517"/>
                </a:cubicBezTo>
                <a:cubicBezTo>
                  <a:pt x="290" y="492"/>
                  <a:pt x="293" y="489"/>
                  <a:pt x="289" y="484"/>
                </a:cubicBezTo>
                <a:cubicBezTo>
                  <a:pt x="272" y="442"/>
                  <a:pt x="272" y="433"/>
                  <a:pt x="267" y="424"/>
                </a:cubicBezTo>
                <a:cubicBezTo>
                  <a:pt x="263" y="382"/>
                  <a:pt x="261" y="377"/>
                  <a:pt x="262" y="373"/>
                </a:cubicBezTo>
                <a:cubicBezTo>
                  <a:pt x="263" y="332"/>
                  <a:pt x="259" y="327"/>
                  <a:pt x="260" y="323"/>
                </a:cubicBezTo>
                <a:cubicBezTo>
                  <a:pt x="255" y="324"/>
                  <a:pt x="255" y="328"/>
                  <a:pt x="258" y="332"/>
                </a:cubicBezTo>
                <a:cubicBezTo>
                  <a:pt x="253" y="357"/>
                  <a:pt x="255" y="358"/>
                  <a:pt x="255" y="359"/>
                </a:cubicBezTo>
                <a:cubicBezTo>
                  <a:pt x="256" y="372"/>
                  <a:pt x="254" y="373"/>
                  <a:pt x="255" y="376"/>
                </a:cubicBezTo>
                <a:cubicBezTo>
                  <a:pt x="262" y="413"/>
                  <a:pt x="257" y="421"/>
                  <a:pt x="262" y="430"/>
                </a:cubicBezTo>
                <a:cubicBezTo>
                  <a:pt x="271" y="463"/>
                  <a:pt x="270" y="468"/>
                  <a:pt x="276" y="474"/>
                </a:cubicBezTo>
                <a:cubicBezTo>
                  <a:pt x="293" y="525"/>
                  <a:pt x="305" y="537"/>
                  <a:pt x="308" y="549"/>
                </a:cubicBezTo>
                <a:cubicBezTo>
                  <a:pt x="326" y="593"/>
                  <a:pt x="338" y="598"/>
                  <a:pt x="333" y="600"/>
                </a:cubicBezTo>
                <a:cubicBezTo>
                  <a:pt x="344" y="639"/>
                  <a:pt x="350" y="643"/>
                  <a:pt x="348" y="645"/>
                </a:cubicBezTo>
                <a:cubicBezTo>
                  <a:pt x="360" y="675"/>
                  <a:pt x="349" y="681"/>
                  <a:pt x="356" y="679"/>
                </a:cubicBezTo>
                <a:cubicBezTo>
                  <a:pt x="356" y="718"/>
                  <a:pt x="357" y="722"/>
                  <a:pt x="358" y="727"/>
                </a:cubicBezTo>
                <a:cubicBezTo>
                  <a:pt x="355" y="728"/>
                  <a:pt x="353" y="720"/>
                  <a:pt x="355" y="712"/>
                </a:cubicBezTo>
                <a:cubicBezTo>
                  <a:pt x="344" y="656"/>
                  <a:pt x="337" y="650"/>
                  <a:pt x="339" y="647"/>
                </a:cubicBezTo>
                <a:cubicBezTo>
                  <a:pt x="327" y="614"/>
                  <a:pt x="329" y="612"/>
                  <a:pt x="327" y="609"/>
                </a:cubicBezTo>
                <a:cubicBezTo>
                  <a:pt x="296" y="547"/>
                  <a:pt x="292" y="535"/>
                  <a:pt x="286" y="521"/>
                </a:cubicBezTo>
                <a:cubicBezTo>
                  <a:pt x="264" y="475"/>
                  <a:pt x="265" y="471"/>
                  <a:pt x="260" y="465"/>
                </a:cubicBezTo>
                <a:cubicBezTo>
                  <a:pt x="247" y="411"/>
                  <a:pt x="246" y="405"/>
                  <a:pt x="244" y="399"/>
                </a:cubicBezTo>
                <a:cubicBezTo>
                  <a:pt x="237" y="392"/>
                  <a:pt x="243" y="396"/>
                  <a:pt x="240" y="399"/>
                </a:cubicBezTo>
                <a:cubicBezTo>
                  <a:pt x="245" y="450"/>
                  <a:pt x="252" y="456"/>
                  <a:pt x="251" y="460"/>
                </a:cubicBezTo>
                <a:cubicBezTo>
                  <a:pt x="278" y="524"/>
                  <a:pt x="284" y="536"/>
                  <a:pt x="288" y="548"/>
                </a:cubicBezTo>
                <a:cubicBezTo>
                  <a:pt x="302" y="574"/>
                  <a:pt x="305" y="577"/>
                  <a:pt x="303" y="579"/>
                </a:cubicBezTo>
                <a:cubicBezTo>
                  <a:pt x="316" y="612"/>
                  <a:pt x="323" y="618"/>
                  <a:pt x="323" y="624"/>
                </a:cubicBezTo>
                <a:cubicBezTo>
                  <a:pt x="325" y="635"/>
                  <a:pt x="328" y="634"/>
                  <a:pt x="329" y="635"/>
                </a:cubicBezTo>
                <a:cubicBezTo>
                  <a:pt x="329" y="647"/>
                  <a:pt x="332" y="649"/>
                  <a:pt x="330" y="651"/>
                </a:cubicBezTo>
                <a:cubicBezTo>
                  <a:pt x="342" y="695"/>
                  <a:pt x="341" y="702"/>
                  <a:pt x="346" y="710"/>
                </a:cubicBezTo>
                <a:cubicBezTo>
                  <a:pt x="344" y="729"/>
                  <a:pt x="346" y="732"/>
                  <a:pt x="343" y="730"/>
                </a:cubicBezTo>
                <a:cubicBezTo>
                  <a:pt x="342" y="696"/>
                  <a:pt x="336" y="691"/>
                  <a:pt x="340" y="688"/>
                </a:cubicBezTo>
                <a:cubicBezTo>
                  <a:pt x="322" y="644"/>
                  <a:pt x="323" y="635"/>
                  <a:pt x="319" y="625"/>
                </a:cubicBezTo>
                <a:cubicBezTo>
                  <a:pt x="304" y="603"/>
                  <a:pt x="309" y="596"/>
                  <a:pt x="304" y="598"/>
                </a:cubicBezTo>
                <a:cubicBezTo>
                  <a:pt x="283" y="562"/>
                  <a:pt x="281" y="562"/>
                  <a:pt x="280" y="557"/>
                </a:cubicBezTo>
                <a:cubicBezTo>
                  <a:pt x="239" y="483"/>
                  <a:pt x="234" y="468"/>
                  <a:pt x="227" y="453"/>
                </a:cubicBezTo>
                <a:cubicBezTo>
                  <a:pt x="222" y="406"/>
                  <a:pt x="214" y="401"/>
                  <a:pt x="217" y="399"/>
                </a:cubicBezTo>
                <a:cubicBezTo>
                  <a:pt x="210" y="368"/>
                  <a:pt x="206" y="371"/>
                  <a:pt x="209" y="374"/>
                </a:cubicBezTo>
                <a:cubicBezTo>
                  <a:pt x="211" y="412"/>
                  <a:pt x="214" y="416"/>
                  <a:pt x="212" y="419"/>
                </a:cubicBezTo>
                <a:cubicBezTo>
                  <a:pt x="217" y="447"/>
                  <a:pt x="220" y="451"/>
                  <a:pt x="218" y="454"/>
                </a:cubicBezTo>
                <a:cubicBezTo>
                  <a:pt x="237" y="486"/>
                  <a:pt x="228" y="488"/>
                  <a:pt x="233" y="492"/>
                </a:cubicBezTo>
                <a:cubicBezTo>
                  <a:pt x="243" y="506"/>
                  <a:pt x="241" y="507"/>
                  <a:pt x="243" y="510"/>
                </a:cubicBezTo>
                <a:cubicBezTo>
                  <a:pt x="273" y="563"/>
                  <a:pt x="281" y="573"/>
                  <a:pt x="290" y="592"/>
                </a:cubicBezTo>
                <a:cubicBezTo>
                  <a:pt x="313" y="641"/>
                  <a:pt x="320" y="646"/>
                  <a:pt x="317" y="650"/>
                </a:cubicBezTo>
                <a:cubicBezTo>
                  <a:pt x="324" y="674"/>
                  <a:pt x="328" y="677"/>
                  <a:pt x="326" y="679"/>
                </a:cubicBezTo>
                <a:cubicBezTo>
                  <a:pt x="331" y="728"/>
                  <a:pt x="335" y="734"/>
                  <a:pt x="335" y="739"/>
                </a:cubicBezTo>
                <a:cubicBezTo>
                  <a:pt x="329" y="772"/>
                  <a:pt x="335" y="778"/>
                  <a:pt x="329" y="782"/>
                </a:cubicBezTo>
                <a:cubicBezTo>
                  <a:pt x="329" y="760"/>
                  <a:pt x="324" y="756"/>
                  <a:pt x="326" y="754"/>
                </a:cubicBezTo>
                <a:cubicBezTo>
                  <a:pt x="316" y="694"/>
                  <a:pt x="311" y="688"/>
                  <a:pt x="312" y="684"/>
                </a:cubicBezTo>
                <a:cubicBezTo>
                  <a:pt x="303" y="664"/>
                  <a:pt x="300" y="660"/>
                  <a:pt x="297" y="655"/>
                </a:cubicBezTo>
                <a:cubicBezTo>
                  <a:pt x="277" y="614"/>
                  <a:pt x="276" y="603"/>
                  <a:pt x="266" y="592"/>
                </a:cubicBezTo>
                <a:cubicBezTo>
                  <a:pt x="229" y="512"/>
                  <a:pt x="224" y="509"/>
                  <a:pt x="226" y="507"/>
                </a:cubicBezTo>
                <a:cubicBezTo>
                  <a:pt x="219" y="487"/>
                  <a:pt x="218" y="484"/>
                  <a:pt x="215" y="481"/>
                </a:cubicBezTo>
                <a:cubicBezTo>
                  <a:pt x="207" y="434"/>
                  <a:pt x="204" y="427"/>
                  <a:pt x="203" y="421"/>
                </a:cubicBezTo>
                <a:cubicBezTo>
                  <a:pt x="200" y="407"/>
                  <a:pt x="202" y="403"/>
                  <a:pt x="198" y="400"/>
                </a:cubicBezTo>
                <a:cubicBezTo>
                  <a:pt x="196" y="424"/>
                  <a:pt x="202" y="423"/>
                  <a:pt x="200" y="426"/>
                </a:cubicBezTo>
                <a:cubicBezTo>
                  <a:pt x="204" y="466"/>
                  <a:pt x="207" y="469"/>
                  <a:pt x="205" y="471"/>
                </a:cubicBezTo>
                <a:cubicBezTo>
                  <a:pt x="232" y="535"/>
                  <a:pt x="234" y="550"/>
                  <a:pt x="247" y="566"/>
                </a:cubicBezTo>
                <a:cubicBezTo>
                  <a:pt x="301" y="688"/>
                  <a:pt x="306" y="693"/>
                  <a:pt x="305" y="698"/>
                </a:cubicBezTo>
                <a:cubicBezTo>
                  <a:pt x="318" y="764"/>
                  <a:pt x="321" y="768"/>
                  <a:pt x="316" y="771"/>
                </a:cubicBezTo>
                <a:cubicBezTo>
                  <a:pt x="320" y="797"/>
                  <a:pt x="318" y="798"/>
                  <a:pt x="320" y="800"/>
                </a:cubicBezTo>
                <a:cubicBezTo>
                  <a:pt x="311" y="765"/>
                  <a:pt x="308" y="755"/>
                  <a:pt x="311" y="746"/>
                </a:cubicBezTo>
                <a:cubicBezTo>
                  <a:pt x="292" y="699"/>
                  <a:pt x="295" y="695"/>
                  <a:pt x="291" y="689"/>
                </a:cubicBezTo>
                <a:cubicBezTo>
                  <a:pt x="279" y="664"/>
                  <a:pt x="281" y="659"/>
                  <a:pt x="274" y="652"/>
                </a:cubicBezTo>
                <a:cubicBezTo>
                  <a:pt x="272" y="634"/>
                  <a:pt x="265" y="630"/>
                  <a:pt x="264" y="627"/>
                </a:cubicBezTo>
                <a:cubicBezTo>
                  <a:pt x="258" y="606"/>
                  <a:pt x="250" y="601"/>
                  <a:pt x="253" y="598"/>
                </a:cubicBezTo>
                <a:cubicBezTo>
                  <a:pt x="219" y="535"/>
                  <a:pt x="210" y="531"/>
                  <a:pt x="213" y="526"/>
                </a:cubicBezTo>
                <a:cubicBezTo>
                  <a:pt x="196" y="496"/>
                  <a:pt x="200" y="495"/>
                  <a:pt x="199" y="493"/>
                </a:cubicBezTo>
                <a:cubicBezTo>
                  <a:pt x="188" y="444"/>
                  <a:pt x="183" y="435"/>
                  <a:pt x="184" y="427"/>
                </a:cubicBezTo>
                <a:cubicBezTo>
                  <a:pt x="176" y="409"/>
                  <a:pt x="175" y="415"/>
                  <a:pt x="176" y="421"/>
                </a:cubicBezTo>
                <a:cubicBezTo>
                  <a:pt x="180" y="443"/>
                  <a:pt x="180" y="448"/>
                  <a:pt x="180" y="452"/>
                </a:cubicBezTo>
                <a:cubicBezTo>
                  <a:pt x="181" y="498"/>
                  <a:pt x="184" y="526"/>
                  <a:pt x="195" y="545"/>
                </a:cubicBezTo>
                <a:cubicBezTo>
                  <a:pt x="206" y="572"/>
                  <a:pt x="208" y="569"/>
                  <a:pt x="211" y="577"/>
                </a:cubicBezTo>
                <a:cubicBezTo>
                  <a:pt x="236" y="627"/>
                  <a:pt x="240" y="630"/>
                  <a:pt x="238" y="632"/>
                </a:cubicBezTo>
                <a:cubicBezTo>
                  <a:pt x="260" y="671"/>
                  <a:pt x="263" y="679"/>
                  <a:pt x="270" y="687"/>
                </a:cubicBezTo>
                <a:cubicBezTo>
                  <a:pt x="277" y="703"/>
                  <a:pt x="278" y="705"/>
                  <a:pt x="280" y="707"/>
                </a:cubicBezTo>
                <a:cubicBezTo>
                  <a:pt x="284" y="736"/>
                  <a:pt x="293" y="745"/>
                  <a:pt x="290" y="751"/>
                </a:cubicBezTo>
                <a:cubicBezTo>
                  <a:pt x="300" y="786"/>
                  <a:pt x="298" y="788"/>
                  <a:pt x="301" y="790"/>
                </a:cubicBezTo>
                <a:cubicBezTo>
                  <a:pt x="285" y="760"/>
                  <a:pt x="280" y="751"/>
                  <a:pt x="281" y="743"/>
                </a:cubicBezTo>
                <a:cubicBezTo>
                  <a:pt x="267" y="717"/>
                  <a:pt x="263" y="712"/>
                  <a:pt x="264" y="709"/>
                </a:cubicBezTo>
                <a:cubicBezTo>
                  <a:pt x="248" y="682"/>
                  <a:pt x="246" y="670"/>
                  <a:pt x="242" y="658"/>
                </a:cubicBezTo>
                <a:cubicBezTo>
                  <a:pt x="179" y="534"/>
                  <a:pt x="172" y="518"/>
                  <a:pt x="162" y="502"/>
                </a:cubicBezTo>
                <a:cubicBezTo>
                  <a:pt x="145" y="444"/>
                  <a:pt x="148" y="430"/>
                  <a:pt x="143" y="415"/>
                </a:cubicBezTo>
                <a:cubicBezTo>
                  <a:pt x="140" y="444"/>
                  <a:pt x="143" y="452"/>
                  <a:pt x="143" y="459"/>
                </a:cubicBezTo>
                <a:cubicBezTo>
                  <a:pt x="153" y="499"/>
                  <a:pt x="156" y="503"/>
                  <a:pt x="155" y="507"/>
                </a:cubicBezTo>
                <a:cubicBezTo>
                  <a:pt x="184" y="563"/>
                  <a:pt x="185" y="565"/>
                  <a:pt x="185" y="569"/>
                </a:cubicBezTo>
                <a:cubicBezTo>
                  <a:pt x="202" y="603"/>
                  <a:pt x="208" y="605"/>
                  <a:pt x="207" y="612"/>
                </a:cubicBezTo>
                <a:cubicBezTo>
                  <a:pt x="217" y="641"/>
                  <a:pt x="230" y="639"/>
                  <a:pt x="224" y="644"/>
                </a:cubicBezTo>
                <a:cubicBezTo>
                  <a:pt x="287" y="796"/>
                  <a:pt x="292" y="802"/>
                  <a:pt x="291" y="807"/>
                </a:cubicBezTo>
                <a:cubicBezTo>
                  <a:pt x="298" y="844"/>
                  <a:pt x="299" y="847"/>
                  <a:pt x="297" y="849"/>
                </a:cubicBezTo>
                <a:cubicBezTo>
                  <a:pt x="295" y="844"/>
                  <a:pt x="294" y="840"/>
                  <a:pt x="292" y="836"/>
                </a:cubicBezTo>
                <a:cubicBezTo>
                  <a:pt x="285" y="809"/>
                  <a:pt x="281" y="804"/>
                  <a:pt x="278" y="799"/>
                </a:cubicBezTo>
                <a:cubicBezTo>
                  <a:pt x="255" y="746"/>
                  <a:pt x="249" y="747"/>
                  <a:pt x="250" y="741"/>
                </a:cubicBezTo>
                <a:cubicBezTo>
                  <a:pt x="223" y="694"/>
                  <a:pt x="225" y="692"/>
                  <a:pt x="223" y="689"/>
                </a:cubicBezTo>
                <a:cubicBezTo>
                  <a:pt x="216" y="674"/>
                  <a:pt x="215" y="671"/>
                  <a:pt x="212" y="667"/>
                </a:cubicBezTo>
                <a:cubicBezTo>
                  <a:pt x="201" y="644"/>
                  <a:pt x="195" y="640"/>
                  <a:pt x="198" y="638"/>
                </a:cubicBezTo>
                <a:cubicBezTo>
                  <a:pt x="149" y="549"/>
                  <a:pt x="156" y="559"/>
                  <a:pt x="157" y="567"/>
                </a:cubicBezTo>
                <a:cubicBezTo>
                  <a:pt x="160" y="580"/>
                  <a:pt x="164" y="583"/>
                  <a:pt x="165" y="586"/>
                </a:cubicBezTo>
                <a:cubicBezTo>
                  <a:pt x="177" y="613"/>
                  <a:pt x="172" y="614"/>
                  <a:pt x="179" y="618"/>
                </a:cubicBezTo>
                <a:cubicBezTo>
                  <a:pt x="187" y="642"/>
                  <a:pt x="191" y="644"/>
                  <a:pt x="192" y="647"/>
                </a:cubicBezTo>
                <a:cubicBezTo>
                  <a:pt x="208" y="677"/>
                  <a:pt x="206" y="681"/>
                  <a:pt x="209" y="680"/>
                </a:cubicBezTo>
                <a:cubicBezTo>
                  <a:pt x="229" y="715"/>
                  <a:pt x="236" y="735"/>
                  <a:pt x="245" y="754"/>
                </a:cubicBezTo>
                <a:cubicBezTo>
                  <a:pt x="265" y="789"/>
                  <a:pt x="268" y="793"/>
                  <a:pt x="268" y="796"/>
                </a:cubicBezTo>
                <a:cubicBezTo>
                  <a:pt x="284" y="831"/>
                  <a:pt x="281" y="834"/>
                  <a:pt x="283" y="837"/>
                </a:cubicBezTo>
                <a:cubicBezTo>
                  <a:pt x="287" y="855"/>
                  <a:pt x="283" y="857"/>
                  <a:pt x="287" y="859"/>
                </a:cubicBezTo>
                <a:cubicBezTo>
                  <a:pt x="285" y="886"/>
                  <a:pt x="282" y="878"/>
                  <a:pt x="285" y="870"/>
                </a:cubicBezTo>
                <a:cubicBezTo>
                  <a:pt x="268" y="821"/>
                  <a:pt x="270" y="819"/>
                  <a:pt x="268" y="816"/>
                </a:cubicBezTo>
                <a:cubicBezTo>
                  <a:pt x="259" y="786"/>
                  <a:pt x="252" y="782"/>
                  <a:pt x="251" y="779"/>
                </a:cubicBezTo>
                <a:cubicBezTo>
                  <a:pt x="234" y="751"/>
                  <a:pt x="238" y="749"/>
                  <a:pt x="234" y="745"/>
                </a:cubicBezTo>
                <a:cubicBezTo>
                  <a:pt x="205" y="692"/>
                  <a:pt x="202" y="688"/>
                  <a:pt x="199" y="684"/>
                </a:cubicBezTo>
                <a:cubicBezTo>
                  <a:pt x="177" y="630"/>
                  <a:pt x="166" y="611"/>
                  <a:pt x="158" y="593"/>
                </a:cubicBezTo>
                <a:cubicBezTo>
                  <a:pt x="147" y="546"/>
                  <a:pt x="142" y="548"/>
                  <a:pt x="140" y="540"/>
                </a:cubicBezTo>
                <a:cubicBezTo>
                  <a:pt x="140" y="522"/>
                  <a:pt x="138" y="522"/>
                  <a:pt x="136" y="521"/>
                </a:cubicBezTo>
                <a:cubicBezTo>
                  <a:pt x="130" y="496"/>
                  <a:pt x="129" y="493"/>
                  <a:pt x="131" y="490"/>
                </a:cubicBezTo>
                <a:cubicBezTo>
                  <a:pt x="122" y="493"/>
                  <a:pt x="128" y="497"/>
                  <a:pt x="125" y="499"/>
                </a:cubicBezTo>
                <a:cubicBezTo>
                  <a:pt x="131" y="527"/>
                  <a:pt x="132" y="536"/>
                  <a:pt x="136" y="545"/>
                </a:cubicBezTo>
                <a:cubicBezTo>
                  <a:pt x="139" y="569"/>
                  <a:pt x="140" y="574"/>
                  <a:pt x="139" y="580"/>
                </a:cubicBezTo>
                <a:cubicBezTo>
                  <a:pt x="160" y="639"/>
                  <a:pt x="161" y="642"/>
                  <a:pt x="159" y="645"/>
                </a:cubicBezTo>
                <a:cubicBezTo>
                  <a:pt x="169" y="668"/>
                  <a:pt x="176" y="672"/>
                  <a:pt x="172" y="674"/>
                </a:cubicBezTo>
                <a:cubicBezTo>
                  <a:pt x="200" y="724"/>
                  <a:pt x="201" y="738"/>
                  <a:pt x="214" y="755"/>
                </a:cubicBezTo>
                <a:cubicBezTo>
                  <a:pt x="236" y="805"/>
                  <a:pt x="246" y="814"/>
                  <a:pt x="247" y="821"/>
                </a:cubicBezTo>
                <a:cubicBezTo>
                  <a:pt x="268" y="868"/>
                  <a:pt x="261" y="870"/>
                  <a:pt x="266" y="874"/>
                </a:cubicBezTo>
                <a:cubicBezTo>
                  <a:pt x="224" y="800"/>
                  <a:pt x="220" y="795"/>
                  <a:pt x="217" y="789"/>
                </a:cubicBezTo>
                <a:cubicBezTo>
                  <a:pt x="185" y="740"/>
                  <a:pt x="190" y="733"/>
                  <a:pt x="185" y="736"/>
                </a:cubicBezTo>
                <a:cubicBezTo>
                  <a:pt x="171" y="702"/>
                  <a:pt x="168" y="697"/>
                  <a:pt x="166" y="693"/>
                </a:cubicBezTo>
                <a:cubicBezTo>
                  <a:pt x="134" y="606"/>
                  <a:pt x="125" y="601"/>
                  <a:pt x="129" y="597"/>
                </a:cubicBezTo>
                <a:cubicBezTo>
                  <a:pt x="119" y="542"/>
                  <a:pt x="118" y="540"/>
                  <a:pt x="116" y="538"/>
                </a:cubicBezTo>
                <a:cubicBezTo>
                  <a:pt x="111" y="539"/>
                  <a:pt x="113" y="558"/>
                  <a:pt x="117" y="576"/>
                </a:cubicBezTo>
                <a:cubicBezTo>
                  <a:pt x="141" y="650"/>
                  <a:pt x="140" y="667"/>
                  <a:pt x="151" y="685"/>
                </a:cubicBezTo>
                <a:cubicBezTo>
                  <a:pt x="194" y="767"/>
                  <a:pt x="201" y="774"/>
                  <a:pt x="207" y="789"/>
                </a:cubicBezTo>
                <a:cubicBezTo>
                  <a:pt x="228" y="836"/>
                  <a:pt x="240" y="840"/>
                  <a:pt x="235" y="842"/>
                </a:cubicBezTo>
                <a:cubicBezTo>
                  <a:pt x="251" y="882"/>
                  <a:pt x="258" y="889"/>
                  <a:pt x="255" y="894"/>
                </a:cubicBezTo>
                <a:cubicBezTo>
                  <a:pt x="228" y="846"/>
                  <a:pt x="227" y="844"/>
                  <a:pt x="225" y="842"/>
                </a:cubicBezTo>
                <a:cubicBezTo>
                  <a:pt x="212" y="821"/>
                  <a:pt x="210" y="822"/>
                  <a:pt x="209" y="820"/>
                </a:cubicBezTo>
                <a:cubicBezTo>
                  <a:pt x="166" y="769"/>
                  <a:pt x="157" y="757"/>
                  <a:pt x="144" y="743"/>
                </a:cubicBezTo>
                <a:cubicBezTo>
                  <a:pt x="123" y="700"/>
                  <a:pt x="116" y="696"/>
                  <a:pt x="115" y="693"/>
                </a:cubicBezTo>
                <a:cubicBezTo>
                  <a:pt x="107" y="669"/>
                  <a:pt x="105" y="663"/>
                  <a:pt x="101" y="657"/>
                </a:cubicBezTo>
                <a:cubicBezTo>
                  <a:pt x="96" y="630"/>
                  <a:pt x="93" y="623"/>
                  <a:pt x="91" y="615"/>
                </a:cubicBezTo>
                <a:cubicBezTo>
                  <a:pt x="87" y="604"/>
                  <a:pt x="82" y="608"/>
                  <a:pt x="85" y="614"/>
                </a:cubicBezTo>
                <a:cubicBezTo>
                  <a:pt x="95" y="654"/>
                  <a:pt x="92" y="660"/>
                  <a:pt x="95" y="666"/>
                </a:cubicBezTo>
                <a:cubicBezTo>
                  <a:pt x="154" y="770"/>
                  <a:pt x="155" y="771"/>
                  <a:pt x="161" y="778"/>
                </a:cubicBezTo>
                <a:cubicBezTo>
                  <a:pt x="204" y="829"/>
                  <a:pt x="208" y="830"/>
                  <a:pt x="211" y="836"/>
                </a:cubicBezTo>
                <a:cubicBezTo>
                  <a:pt x="249" y="919"/>
                  <a:pt x="255" y="928"/>
                  <a:pt x="253" y="935"/>
                </a:cubicBezTo>
                <a:cubicBezTo>
                  <a:pt x="253" y="956"/>
                  <a:pt x="256" y="954"/>
                  <a:pt x="252" y="951"/>
                </a:cubicBezTo>
                <a:cubicBezTo>
                  <a:pt x="255" y="941"/>
                  <a:pt x="249" y="937"/>
                  <a:pt x="247" y="934"/>
                </a:cubicBezTo>
                <a:cubicBezTo>
                  <a:pt x="223" y="877"/>
                  <a:pt x="219" y="872"/>
                  <a:pt x="216" y="866"/>
                </a:cubicBezTo>
                <a:cubicBezTo>
                  <a:pt x="166" y="796"/>
                  <a:pt x="160" y="792"/>
                  <a:pt x="155" y="782"/>
                </a:cubicBezTo>
                <a:cubicBezTo>
                  <a:pt x="107" y="716"/>
                  <a:pt x="103" y="719"/>
                  <a:pt x="103" y="714"/>
                </a:cubicBezTo>
                <a:cubicBezTo>
                  <a:pt x="85" y="675"/>
                  <a:pt x="83" y="673"/>
                  <a:pt x="82" y="671"/>
                </a:cubicBezTo>
                <a:cubicBezTo>
                  <a:pt x="79" y="658"/>
                  <a:pt x="74" y="655"/>
                  <a:pt x="76" y="653"/>
                </a:cubicBezTo>
                <a:cubicBezTo>
                  <a:pt x="72" y="651"/>
                  <a:pt x="73" y="653"/>
                  <a:pt x="70" y="654"/>
                </a:cubicBezTo>
                <a:cubicBezTo>
                  <a:pt x="78" y="674"/>
                  <a:pt x="75" y="677"/>
                  <a:pt x="80" y="682"/>
                </a:cubicBezTo>
                <a:cubicBezTo>
                  <a:pt x="93" y="713"/>
                  <a:pt x="99" y="721"/>
                  <a:pt x="102" y="730"/>
                </a:cubicBezTo>
                <a:cubicBezTo>
                  <a:pt x="168" y="818"/>
                  <a:pt x="173" y="816"/>
                  <a:pt x="176" y="821"/>
                </a:cubicBezTo>
                <a:cubicBezTo>
                  <a:pt x="206" y="868"/>
                  <a:pt x="208" y="871"/>
                  <a:pt x="210" y="875"/>
                </a:cubicBezTo>
                <a:cubicBezTo>
                  <a:pt x="237" y="926"/>
                  <a:pt x="238" y="934"/>
                  <a:pt x="240" y="942"/>
                </a:cubicBezTo>
                <a:cubicBezTo>
                  <a:pt x="254" y="974"/>
                  <a:pt x="251" y="976"/>
                  <a:pt x="252" y="978"/>
                </a:cubicBezTo>
                <a:cubicBezTo>
                  <a:pt x="244" y="978"/>
                  <a:pt x="245" y="972"/>
                  <a:pt x="245" y="965"/>
                </a:cubicBezTo>
                <a:cubicBezTo>
                  <a:pt x="220" y="909"/>
                  <a:pt x="215" y="897"/>
                  <a:pt x="207" y="885"/>
                </a:cubicBezTo>
                <a:cubicBezTo>
                  <a:pt x="195" y="866"/>
                  <a:pt x="195" y="864"/>
                  <a:pt x="193" y="865"/>
                </a:cubicBezTo>
                <a:cubicBezTo>
                  <a:pt x="179" y="855"/>
                  <a:pt x="185" y="844"/>
                  <a:pt x="180" y="848"/>
                </a:cubicBezTo>
                <a:cubicBezTo>
                  <a:pt x="148" y="807"/>
                  <a:pt x="140" y="795"/>
                  <a:pt x="131" y="783"/>
                </a:cubicBezTo>
                <a:cubicBezTo>
                  <a:pt x="118" y="762"/>
                  <a:pt x="110" y="755"/>
                  <a:pt x="106" y="749"/>
                </a:cubicBezTo>
                <a:cubicBezTo>
                  <a:pt x="80" y="696"/>
                  <a:pt x="80" y="694"/>
                  <a:pt x="80" y="692"/>
                </a:cubicBezTo>
                <a:cubicBezTo>
                  <a:pt x="71" y="664"/>
                  <a:pt x="69" y="658"/>
                  <a:pt x="65" y="661"/>
                </a:cubicBezTo>
                <a:cubicBezTo>
                  <a:pt x="71" y="688"/>
                  <a:pt x="73" y="693"/>
                  <a:pt x="76" y="697"/>
                </a:cubicBezTo>
                <a:cubicBezTo>
                  <a:pt x="113" y="772"/>
                  <a:pt x="120" y="781"/>
                  <a:pt x="125" y="789"/>
                </a:cubicBezTo>
                <a:cubicBezTo>
                  <a:pt x="135" y="803"/>
                  <a:pt x="136" y="809"/>
                  <a:pt x="140" y="813"/>
                </a:cubicBezTo>
                <a:cubicBezTo>
                  <a:pt x="178" y="859"/>
                  <a:pt x="181" y="858"/>
                  <a:pt x="179" y="860"/>
                </a:cubicBezTo>
                <a:cubicBezTo>
                  <a:pt x="193" y="881"/>
                  <a:pt x="195" y="882"/>
                  <a:pt x="198" y="889"/>
                </a:cubicBezTo>
                <a:cubicBezTo>
                  <a:pt x="227" y="944"/>
                  <a:pt x="231" y="952"/>
                  <a:pt x="235" y="961"/>
                </a:cubicBezTo>
                <a:cubicBezTo>
                  <a:pt x="244" y="999"/>
                  <a:pt x="243" y="1002"/>
                  <a:pt x="242" y="1005"/>
                </a:cubicBezTo>
                <a:cubicBezTo>
                  <a:pt x="238" y="996"/>
                  <a:pt x="233" y="991"/>
                  <a:pt x="234" y="988"/>
                </a:cubicBezTo>
                <a:cubicBezTo>
                  <a:pt x="225" y="962"/>
                  <a:pt x="224" y="959"/>
                  <a:pt x="222" y="957"/>
                </a:cubicBezTo>
                <a:cubicBezTo>
                  <a:pt x="210" y="930"/>
                  <a:pt x="207" y="921"/>
                  <a:pt x="204" y="912"/>
                </a:cubicBezTo>
                <a:cubicBezTo>
                  <a:pt x="190" y="898"/>
                  <a:pt x="190" y="892"/>
                  <a:pt x="189" y="891"/>
                </a:cubicBezTo>
                <a:cubicBezTo>
                  <a:pt x="171" y="869"/>
                  <a:pt x="172" y="868"/>
                  <a:pt x="171" y="866"/>
                </a:cubicBezTo>
                <a:cubicBezTo>
                  <a:pt x="166" y="860"/>
                  <a:pt x="165" y="861"/>
                  <a:pt x="164" y="859"/>
                </a:cubicBezTo>
                <a:cubicBezTo>
                  <a:pt x="156" y="850"/>
                  <a:pt x="152" y="845"/>
                  <a:pt x="148" y="841"/>
                </a:cubicBezTo>
                <a:cubicBezTo>
                  <a:pt x="65" y="711"/>
                  <a:pt x="53" y="694"/>
                  <a:pt x="50" y="678"/>
                </a:cubicBezTo>
                <a:cubicBezTo>
                  <a:pt x="50" y="701"/>
                  <a:pt x="55" y="704"/>
                  <a:pt x="53" y="706"/>
                </a:cubicBezTo>
                <a:cubicBezTo>
                  <a:pt x="169" y="875"/>
                  <a:pt x="172" y="884"/>
                  <a:pt x="197" y="919"/>
                </a:cubicBezTo>
                <a:cubicBezTo>
                  <a:pt x="218" y="976"/>
                  <a:pt x="221" y="979"/>
                  <a:pt x="224" y="983"/>
                </a:cubicBezTo>
                <a:cubicBezTo>
                  <a:pt x="228" y="1009"/>
                  <a:pt x="232" y="1014"/>
                  <a:pt x="228" y="1017"/>
                </a:cubicBezTo>
                <a:cubicBezTo>
                  <a:pt x="224" y="1004"/>
                  <a:pt x="219" y="996"/>
                  <a:pt x="221" y="990"/>
                </a:cubicBezTo>
                <a:cubicBezTo>
                  <a:pt x="201" y="949"/>
                  <a:pt x="198" y="938"/>
                  <a:pt x="196" y="934"/>
                </a:cubicBezTo>
                <a:cubicBezTo>
                  <a:pt x="166" y="892"/>
                  <a:pt x="165" y="887"/>
                  <a:pt x="163" y="885"/>
                </a:cubicBezTo>
                <a:cubicBezTo>
                  <a:pt x="129" y="843"/>
                  <a:pt x="120" y="840"/>
                  <a:pt x="115" y="826"/>
                </a:cubicBezTo>
                <a:cubicBezTo>
                  <a:pt x="95" y="810"/>
                  <a:pt x="100" y="803"/>
                  <a:pt x="95" y="801"/>
                </a:cubicBezTo>
                <a:cubicBezTo>
                  <a:pt x="58" y="746"/>
                  <a:pt x="61" y="750"/>
                  <a:pt x="63" y="753"/>
                </a:cubicBezTo>
                <a:cubicBezTo>
                  <a:pt x="73" y="778"/>
                  <a:pt x="76" y="782"/>
                  <a:pt x="79" y="786"/>
                </a:cubicBezTo>
                <a:cubicBezTo>
                  <a:pt x="96" y="817"/>
                  <a:pt x="95" y="817"/>
                  <a:pt x="101" y="826"/>
                </a:cubicBezTo>
                <a:cubicBezTo>
                  <a:pt x="112" y="844"/>
                  <a:pt x="119" y="843"/>
                  <a:pt x="118" y="851"/>
                </a:cubicBezTo>
                <a:cubicBezTo>
                  <a:pt x="187" y="941"/>
                  <a:pt x="193" y="948"/>
                  <a:pt x="198" y="955"/>
                </a:cubicBezTo>
                <a:cubicBezTo>
                  <a:pt x="206" y="972"/>
                  <a:pt x="204" y="974"/>
                  <a:pt x="206" y="976"/>
                </a:cubicBezTo>
                <a:cubicBezTo>
                  <a:pt x="210" y="996"/>
                  <a:pt x="210" y="999"/>
                  <a:pt x="212" y="1001"/>
                </a:cubicBezTo>
                <a:cubicBezTo>
                  <a:pt x="219" y="1030"/>
                  <a:pt x="221" y="1035"/>
                  <a:pt x="219" y="1038"/>
                </a:cubicBezTo>
                <a:cubicBezTo>
                  <a:pt x="213" y="1023"/>
                  <a:pt x="208" y="1019"/>
                  <a:pt x="207" y="1015"/>
                </a:cubicBezTo>
                <a:cubicBezTo>
                  <a:pt x="176" y="958"/>
                  <a:pt x="173" y="948"/>
                  <a:pt x="164" y="941"/>
                </a:cubicBezTo>
                <a:cubicBezTo>
                  <a:pt x="138" y="898"/>
                  <a:pt x="141" y="893"/>
                  <a:pt x="136" y="892"/>
                </a:cubicBezTo>
                <a:cubicBezTo>
                  <a:pt x="80" y="806"/>
                  <a:pt x="75" y="794"/>
                  <a:pt x="68" y="781"/>
                </a:cubicBezTo>
                <a:cubicBezTo>
                  <a:pt x="55" y="735"/>
                  <a:pt x="49" y="731"/>
                  <a:pt x="52" y="729"/>
                </a:cubicBezTo>
                <a:cubicBezTo>
                  <a:pt x="46" y="719"/>
                  <a:pt x="43" y="724"/>
                  <a:pt x="46" y="731"/>
                </a:cubicBezTo>
                <a:cubicBezTo>
                  <a:pt x="61" y="773"/>
                  <a:pt x="58" y="778"/>
                  <a:pt x="63" y="785"/>
                </a:cubicBezTo>
                <a:cubicBezTo>
                  <a:pt x="108" y="861"/>
                  <a:pt x="106" y="867"/>
                  <a:pt x="113" y="874"/>
                </a:cubicBezTo>
                <a:cubicBezTo>
                  <a:pt x="153" y="937"/>
                  <a:pt x="160" y="950"/>
                  <a:pt x="170" y="963"/>
                </a:cubicBezTo>
                <a:cubicBezTo>
                  <a:pt x="201" y="1018"/>
                  <a:pt x="197" y="1023"/>
                  <a:pt x="203" y="1030"/>
                </a:cubicBezTo>
                <a:cubicBezTo>
                  <a:pt x="212" y="1054"/>
                  <a:pt x="211" y="1060"/>
                  <a:pt x="215" y="1066"/>
                </a:cubicBezTo>
                <a:cubicBezTo>
                  <a:pt x="213" y="1076"/>
                  <a:pt x="211" y="1072"/>
                  <a:pt x="209" y="1068"/>
                </a:cubicBezTo>
                <a:cubicBezTo>
                  <a:pt x="192" y="1018"/>
                  <a:pt x="185" y="1004"/>
                  <a:pt x="179" y="986"/>
                </a:cubicBezTo>
                <a:cubicBezTo>
                  <a:pt x="167" y="965"/>
                  <a:pt x="163" y="959"/>
                  <a:pt x="162" y="959"/>
                </a:cubicBezTo>
                <a:cubicBezTo>
                  <a:pt x="150" y="943"/>
                  <a:pt x="146" y="939"/>
                  <a:pt x="143" y="936"/>
                </a:cubicBezTo>
                <a:cubicBezTo>
                  <a:pt x="94" y="874"/>
                  <a:pt x="79" y="852"/>
                  <a:pt x="64" y="833"/>
                </a:cubicBezTo>
                <a:cubicBezTo>
                  <a:pt x="39" y="757"/>
                  <a:pt x="29" y="752"/>
                  <a:pt x="35" y="749"/>
                </a:cubicBezTo>
                <a:cubicBezTo>
                  <a:pt x="29" y="755"/>
                  <a:pt x="31" y="759"/>
                  <a:pt x="33" y="763"/>
                </a:cubicBezTo>
                <a:cubicBezTo>
                  <a:pt x="44" y="793"/>
                  <a:pt x="39" y="799"/>
                  <a:pt x="45" y="807"/>
                </a:cubicBezTo>
                <a:cubicBezTo>
                  <a:pt x="89" y="874"/>
                  <a:pt x="113" y="915"/>
                  <a:pt x="129" y="931"/>
                </a:cubicBezTo>
                <a:cubicBezTo>
                  <a:pt x="153" y="967"/>
                  <a:pt x="164" y="977"/>
                  <a:pt x="170" y="987"/>
                </a:cubicBezTo>
                <a:cubicBezTo>
                  <a:pt x="186" y="1036"/>
                  <a:pt x="176" y="1025"/>
                  <a:pt x="171" y="1012"/>
                </a:cubicBezTo>
                <a:cubicBezTo>
                  <a:pt x="150" y="985"/>
                  <a:pt x="142" y="980"/>
                  <a:pt x="145" y="976"/>
                </a:cubicBezTo>
                <a:cubicBezTo>
                  <a:pt x="89" y="910"/>
                  <a:pt x="75" y="887"/>
                  <a:pt x="51" y="850"/>
                </a:cubicBezTo>
                <a:cubicBezTo>
                  <a:pt x="32" y="802"/>
                  <a:pt x="32" y="799"/>
                  <a:pt x="33" y="797"/>
                </a:cubicBezTo>
                <a:cubicBezTo>
                  <a:pt x="29" y="798"/>
                  <a:pt x="29" y="800"/>
                  <a:pt x="29" y="802"/>
                </a:cubicBezTo>
                <a:cubicBezTo>
                  <a:pt x="34" y="829"/>
                  <a:pt x="41" y="834"/>
                  <a:pt x="38" y="838"/>
                </a:cubicBezTo>
                <a:cubicBezTo>
                  <a:pt x="56" y="874"/>
                  <a:pt x="56" y="876"/>
                  <a:pt x="56" y="876"/>
                </a:cubicBezTo>
                <a:cubicBezTo>
                  <a:pt x="77" y="905"/>
                  <a:pt x="93" y="930"/>
                  <a:pt x="103" y="938"/>
                </a:cubicBezTo>
                <a:cubicBezTo>
                  <a:pt x="143" y="990"/>
                  <a:pt x="145" y="993"/>
                  <a:pt x="147" y="997"/>
                </a:cubicBezTo>
                <a:cubicBezTo>
                  <a:pt x="170" y="1023"/>
                  <a:pt x="170" y="1030"/>
                  <a:pt x="170" y="1032"/>
                </a:cubicBezTo>
                <a:cubicBezTo>
                  <a:pt x="192" y="1072"/>
                  <a:pt x="200" y="1081"/>
                  <a:pt x="202" y="1090"/>
                </a:cubicBezTo>
                <a:cubicBezTo>
                  <a:pt x="202" y="1098"/>
                  <a:pt x="196" y="1094"/>
                  <a:pt x="199" y="1092"/>
                </a:cubicBezTo>
                <a:cubicBezTo>
                  <a:pt x="171" y="1039"/>
                  <a:pt x="164" y="1029"/>
                  <a:pt x="160" y="1024"/>
                </a:cubicBezTo>
                <a:cubicBezTo>
                  <a:pt x="153" y="1014"/>
                  <a:pt x="150" y="1010"/>
                  <a:pt x="146" y="1005"/>
                </a:cubicBezTo>
                <a:cubicBezTo>
                  <a:pt x="40" y="864"/>
                  <a:pt x="36" y="858"/>
                  <a:pt x="31" y="852"/>
                </a:cubicBezTo>
                <a:cubicBezTo>
                  <a:pt x="22" y="845"/>
                  <a:pt x="25" y="854"/>
                  <a:pt x="29" y="863"/>
                </a:cubicBezTo>
                <a:cubicBezTo>
                  <a:pt x="50" y="911"/>
                  <a:pt x="48" y="916"/>
                  <a:pt x="54" y="922"/>
                </a:cubicBezTo>
                <a:cubicBezTo>
                  <a:pt x="84" y="967"/>
                  <a:pt x="81" y="972"/>
                  <a:pt x="86" y="972"/>
                </a:cubicBezTo>
                <a:cubicBezTo>
                  <a:pt x="97" y="985"/>
                  <a:pt x="95" y="988"/>
                  <a:pt x="95" y="988"/>
                </a:cubicBezTo>
                <a:cubicBezTo>
                  <a:pt x="134" y="1039"/>
                  <a:pt x="133" y="1041"/>
                  <a:pt x="134" y="1043"/>
                </a:cubicBezTo>
                <a:cubicBezTo>
                  <a:pt x="154" y="1066"/>
                  <a:pt x="152" y="1068"/>
                  <a:pt x="153" y="1069"/>
                </a:cubicBezTo>
                <a:cubicBezTo>
                  <a:pt x="163" y="1084"/>
                  <a:pt x="168" y="1094"/>
                  <a:pt x="176" y="1104"/>
                </a:cubicBezTo>
                <a:cubicBezTo>
                  <a:pt x="193" y="1150"/>
                  <a:pt x="191" y="1152"/>
                  <a:pt x="193" y="1155"/>
                </a:cubicBezTo>
                <a:cubicBezTo>
                  <a:pt x="174" y="1126"/>
                  <a:pt x="178" y="1120"/>
                  <a:pt x="173" y="1121"/>
                </a:cubicBezTo>
                <a:cubicBezTo>
                  <a:pt x="150" y="1085"/>
                  <a:pt x="146" y="1076"/>
                  <a:pt x="137" y="1068"/>
                </a:cubicBezTo>
                <a:cubicBezTo>
                  <a:pt x="122" y="1043"/>
                  <a:pt x="118" y="1038"/>
                  <a:pt x="116" y="1034"/>
                </a:cubicBezTo>
                <a:cubicBezTo>
                  <a:pt x="107" y="1023"/>
                  <a:pt x="105" y="1016"/>
                  <a:pt x="100" y="1009"/>
                </a:cubicBezTo>
                <a:cubicBezTo>
                  <a:pt x="90" y="998"/>
                  <a:pt x="92" y="997"/>
                  <a:pt x="89" y="997"/>
                </a:cubicBezTo>
                <a:cubicBezTo>
                  <a:pt x="85" y="986"/>
                  <a:pt x="82" y="987"/>
                  <a:pt x="82" y="987"/>
                </a:cubicBezTo>
                <a:cubicBezTo>
                  <a:pt x="53" y="952"/>
                  <a:pt x="52" y="942"/>
                  <a:pt x="49" y="942"/>
                </a:cubicBezTo>
                <a:cubicBezTo>
                  <a:pt x="31" y="899"/>
                  <a:pt x="22" y="894"/>
                  <a:pt x="26" y="890"/>
                </a:cubicBezTo>
                <a:cubicBezTo>
                  <a:pt x="40" y="944"/>
                  <a:pt x="46" y="951"/>
                  <a:pt x="50" y="957"/>
                </a:cubicBezTo>
                <a:cubicBezTo>
                  <a:pt x="55" y="964"/>
                  <a:pt x="54" y="966"/>
                  <a:pt x="55" y="967"/>
                </a:cubicBezTo>
                <a:cubicBezTo>
                  <a:pt x="62" y="976"/>
                  <a:pt x="63" y="974"/>
                  <a:pt x="64" y="976"/>
                </a:cubicBezTo>
                <a:cubicBezTo>
                  <a:pt x="71" y="991"/>
                  <a:pt x="75" y="992"/>
                  <a:pt x="75" y="992"/>
                </a:cubicBezTo>
                <a:cubicBezTo>
                  <a:pt x="87" y="1006"/>
                  <a:pt x="91" y="1013"/>
                  <a:pt x="94" y="1018"/>
                </a:cubicBezTo>
                <a:cubicBezTo>
                  <a:pt x="102" y="1029"/>
                  <a:pt x="101" y="1031"/>
                  <a:pt x="102" y="1032"/>
                </a:cubicBezTo>
                <a:cubicBezTo>
                  <a:pt x="136" y="1079"/>
                  <a:pt x="145" y="1091"/>
                  <a:pt x="153" y="1103"/>
                </a:cubicBezTo>
                <a:cubicBezTo>
                  <a:pt x="187" y="1163"/>
                  <a:pt x="182" y="1168"/>
                  <a:pt x="186" y="1173"/>
                </a:cubicBezTo>
                <a:cubicBezTo>
                  <a:pt x="178" y="1170"/>
                  <a:pt x="174" y="1167"/>
                  <a:pt x="173" y="1165"/>
                </a:cubicBezTo>
                <a:cubicBezTo>
                  <a:pt x="155" y="1142"/>
                  <a:pt x="146" y="1120"/>
                  <a:pt x="135" y="1111"/>
                </a:cubicBezTo>
                <a:cubicBezTo>
                  <a:pt x="110" y="1078"/>
                  <a:pt x="102" y="1080"/>
                  <a:pt x="106" y="1076"/>
                </a:cubicBezTo>
                <a:cubicBezTo>
                  <a:pt x="83" y="1057"/>
                  <a:pt x="75" y="1040"/>
                  <a:pt x="65" y="1032"/>
                </a:cubicBezTo>
                <a:cubicBezTo>
                  <a:pt x="32" y="978"/>
                  <a:pt x="31" y="976"/>
                  <a:pt x="24" y="965"/>
                </a:cubicBezTo>
                <a:cubicBezTo>
                  <a:pt x="9" y="949"/>
                  <a:pt x="15" y="952"/>
                  <a:pt x="15" y="957"/>
                </a:cubicBezTo>
                <a:cubicBezTo>
                  <a:pt x="47" y="1023"/>
                  <a:pt x="52" y="1028"/>
                  <a:pt x="57" y="1035"/>
                </a:cubicBezTo>
                <a:cubicBezTo>
                  <a:pt x="102" y="1083"/>
                  <a:pt x="107" y="1092"/>
                  <a:pt x="113" y="1095"/>
                </a:cubicBezTo>
                <a:cubicBezTo>
                  <a:pt x="149" y="1143"/>
                  <a:pt x="150" y="1151"/>
                  <a:pt x="154" y="1149"/>
                </a:cubicBezTo>
                <a:cubicBezTo>
                  <a:pt x="174" y="1202"/>
                  <a:pt x="185" y="1210"/>
                  <a:pt x="182" y="1215"/>
                </a:cubicBezTo>
                <a:cubicBezTo>
                  <a:pt x="168" y="1179"/>
                  <a:pt x="159" y="1180"/>
                  <a:pt x="162" y="1177"/>
                </a:cubicBezTo>
                <a:cubicBezTo>
                  <a:pt x="140" y="1153"/>
                  <a:pt x="142" y="1142"/>
                  <a:pt x="135" y="1136"/>
                </a:cubicBezTo>
                <a:cubicBezTo>
                  <a:pt x="98" y="1090"/>
                  <a:pt x="95" y="1086"/>
                  <a:pt x="92" y="1086"/>
                </a:cubicBezTo>
                <a:cubicBezTo>
                  <a:pt x="82" y="1073"/>
                  <a:pt x="82" y="1071"/>
                  <a:pt x="82" y="1069"/>
                </a:cubicBezTo>
                <a:cubicBezTo>
                  <a:pt x="44" y="1034"/>
                  <a:pt x="41" y="1030"/>
                  <a:pt x="39" y="1026"/>
                </a:cubicBezTo>
                <a:cubicBezTo>
                  <a:pt x="13" y="992"/>
                  <a:pt x="16" y="996"/>
                  <a:pt x="17" y="1000"/>
                </a:cubicBezTo>
                <a:cubicBezTo>
                  <a:pt x="48" y="1041"/>
                  <a:pt x="46" y="1053"/>
                  <a:pt x="55" y="1056"/>
                </a:cubicBezTo>
                <a:cubicBezTo>
                  <a:pt x="80" y="1083"/>
                  <a:pt x="81" y="1085"/>
                  <a:pt x="83" y="1087"/>
                </a:cubicBezTo>
                <a:cubicBezTo>
                  <a:pt x="89" y="1101"/>
                  <a:pt x="103" y="1099"/>
                  <a:pt x="97" y="1104"/>
                </a:cubicBezTo>
                <a:cubicBezTo>
                  <a:pt x="125" y="1140"/>
                  <a:pt x="131" y="1145"/>
                  <a:pt x="130" y="1149"/>
                </a:cubicBezTo>
                <a:cubicBezTo>
                  <a:pt x="93" y="1107"/>
                  <a:pt x="89" y="1106"/>
                  <a:pt x="86" y="1102"/>
                </a:cubicBezTo>
                <a:cubicBezTo>
                  <a:pt x="63" y="1079"/>
                  <a:pt x="59" y="1075"/>
                  <a:pt x="55" y="1073"/>
                </a:cubicBezTo>
                <a:cubicBezTo>
                  <a:pt x="0" y="1009"/>
                  <a:pt x="9" y="1016"/>
                  <a:pt x="8" y="1021"/>
                </a:cubicBezTo>
                <a:cubicBezTo>
                  <a:pt x="27" y="1050"/>
                  <a:pt x="29" y="1050"/>
                  <a:pt x="30" y="1052"/>
                </a:cubicBezTo>
                <a:cubicBezTo>
                  <a:pt x="33" y="1062"/>
                  <a:pt x="38" y="1060"/>
                  <a:pt x="41" y="1066"/>
                </a:cubicBezTo>
                <a:cubicBezTo>
                  <a:pt x="86" y="1110"/>
                  <a:pt x="90" y="1120"/>
                  <a:pt x="96" y="1122"/>
                </a:cubicBezTo>
                <a:cubicBezTo>
                  <a:pt x="118" y="1149"/>
                  <a:pt x="127" y="1163"/>
                  <a:pt x="137" y="1176"/>
                </a:cubicBezTo>
                <a:cubicBezTo>
                  <a:pt x="148" y="1204"/>
                  <a:pt x="162" y="1211"/>
                  <a:pt x="158" y="1215"/>
                </a:cubicBezTo>
                <a:cubicBezTo>
                  <a:pt x="165" y="1240"/>
                  <a:pt x="164" y="1234"/>
                  <a:pt x="163" y="1229"/>
                </a:cubicBezTo>
                <a:cubicBezTo>
                  <a:pt x="151" y="1205"/>
                  <a:pt x="144" y="1201"/>
                  <a:pt x="143" y="1199"/>
                </a:cubicBezTo>
                <a:cubicBezTo>
                  <a:pt x="118" y="1171"/>
                  <a:pt x="122" y="1166"/>
                  <a:pt x="116" y="1164"/>
                </a:cubicBezTo>
                <a:cubicBezTo>
                  <a:pt x="82" y="1123"/>
                  <a:pt x="68" y="1114"/>
                  <a:pt x="60" y="1107"/>
                </a:cubicBezTo>
                <a:cubicBezTo>
                  <a:pt x="19" y="1050"/>
                  <a:pt x="22" y="1042"/>
                  <a:pt x="13" y="1042"/>
                </a:cubicBezTo>
                <a:cubicBezTo>
                  <a:pt x="62" y="1117"/>
                  <a:pt x="74" y="1136"/>
                  <a:pt x="95" y="1152"/>
                </a:cubicBezTo>
                <a:cubicBezTo>
                  <a:pt x="135" y="1204"/>
                  <a:pt x="140" y="1211"/>
                  <a:pt x="145" y="1217"/>
                </a:cubicBezTo>
                <a:cubicBezTo>
                  <a:pt x="170" y="1269"/>
                  <a:pt x="166" y="1271"/>
                  <a:pt x="171" y="1274"/>
                </a:cubicBezTo>
                <a:cubicBezTo>
                  <a:pt x="178" y="1302"/>
                  <a:pt x="178" y="1304"/>
                  <a:pt x="177" y="1307"/>
                </a:cubicBezTo>
                <a:cubicBezTo>
                  <a:pt x="169" y="1297"/>
                  <a:pt x="173" y="1295"/>
                  <a:pt x="168" y="1291"/>
                </a:cubicBezTo>
                <a:cubicBezTo>
                  <a:pt x="133" y="1236"/>
                  <a:pt x="128" y="1228"/>
                  <a:pt x="116" y="1208"/>
                </a:cubicBezTo>
                <a:cubicBezTo>
                  <a:pt x="41" y="1115"/>
                  <a:pt x="40" y="1112"/>
                  <a:pt x="37" y="1109"/>
                </a:cubicBezTo>
                <a:cubicBezTo>
                  <a:pt x="25" y="1086"/>
                  <a:pt x="30" y="1079"/>
                  <a:pt x="24" y="1081"/>
                </a:cubicBezTo>
                <a:cubicBezTo>
                  <a:pt x="59" y="1159"/>
                  <a:pt x="64" y="1161"/>
                  <a:pt x="69" y="1166"/>
                </a:cubicBezTo>
                <a:cubicBezTo>
                  <a:pt x="116" y="1220"/>
                  <a:pt x="123" y="1241"/>
                  <a:pt x="133" y="1245"/>
                </a:cubicBezTo>
                <a:cubicBezTo>
                  <a:pt x="146" y="1275"/>
                  <a:pt x="149" y="1274"/>
                  <a:pt x="153" y="1283"/>
                </a:cubicBezTo>
                <a:cubicBezTo>
                  <a:pt x="167" y="1322"/>
                  <a:pt x="173" y="1328"/>
                  <a:pt x="172" y="1333"/>
                </a:cubicBezTo>
                <a:cubicBezTo>
                  <a:pt x="172" y="1344"/>
                  <a:pt x="171" y="1342"/>
                  <a:pt x="167" y="1341"/>
                </a:cubicBezTo>
                <a:cubicBezTo>
                  <a:pt x="163" y="1322"/>
                  <a:pt x="155" y="1318"/>
                  <a:pt x="159" y="1315"/>
                </a:cubicBezTo>
                <a:cubicBezTo>
                  <a:pt x="128" y="1261"/>
                  <a:pt x="129" y="1259"/>
                  <a:pt x="117" y="1247"/>
                </a:cubicBezTo>
                <a:cubicBezTo>
                  <a:pt x="67" y="1189"/>
                  <a:pt x="67" y="1186"/>
                  <a:pt x="62" y="1181"/>
                </a:cubicBezTo>
                <a:cubicBezTo>
                  <a:pt x="50" y="1165"/>
                  <a:pt x="47" y="1166"/>
                  <a:pt x="49" y="1163"/>
                </a:cubicBezTo>
                <a:cubicBezTo>
                  <a:pt x="12" y="1111"/>
                  <a:pt x="15" y="1107"/>
                  <a:pt x="9" y="1101"/>
                </a:cubicBezTo>
                <a:cubicBezTo>
                  <a:pt x="13" y="1122"/>
                  <a:pt x="19" y="1126"/>
                  <a:pt x="16" y="1128"/>
                </a:cubicBezTo>
                <a:cubicBezTo>
                  <a:pt x="47" y="1180"/>
                  <a:pt x="52" y="1178"/>
                  <a:pt x="54" y="1184"/>
                </a:cubicBezTo>
                <a:cubicBezTo>
                  <a:pt x="108" y="1249"/>
                  <a:pt x="110" y="1258"/>
                  <a:pt x="114" y="1257"/>
                </a:cubicBezTo>
                <a:cubicBezTo>
                  <a:pt x="108" y="1251"/>
                  <a:pt x="101" y="1249"/>
                  <a:pt x="97" y="1247"/>
                </a:cubicBezTo>
                <a:cubicBezTo>
                  <a:pt x="70" y="1217"/>
                  <a:pt x="67" y="1206"/>
                  <a:pt x="63" y="1203"/>
                </a:cubicBezTo>
                <a:cubicBezTo>
                  <a:pt x="43" y="1184"/>
                  <a:pt x="42" y="1180"/>
                  <a:pt x="40" y="1177"/>
                </a:cubicBezTo>
                <a:cubicBezTo>
                  <a:pt x="2" y="1139"/>
                  <a:pt x="9" y="1144"/>
                  <a:pt x="8" y="1147"/>
                </a:cubicBezTo>
                <a:cubicBezTo>
                  <a:pt x="31" y="1180"/>
                  <a:pt x="28" y="1183"/>
                  <a:pt x="34" y="1187"/>
                </a:cubicBezTo>
                <a:cubicBezTo>
                  <a:pt x="104" y="1266"/>
                  <a:pt x="106" y="1270"/>
                  <a:pt x="109" y="1273"/>
                </a:cubicBezTo>
                <a:cubicBezTo>
                  <a:pt x="130" y="1308"/>
                  <a:pt x="136" y="1314"/>
                  <a:pt x="138" y="1320"/>
                </a:cubicBezTo>
                <a:cubicBezTo>
                  <a:pt x="148" y="1353"/>
                  <a:pt x="160" y="1358"/>
                  <a:pt x="154" y="1360"/>
                </a:cubicBezTo>
                <a:cubicBezTo>
                  <a:pt x="143" y="1349"/>
                  <a:pt x="143" y="1342"/>
                  <a:pt x="136" y="1334"/>
                </a:cubicBezTo>
                <a:cubicBezTo>
                  <a:pt x="102" y="1286"/>
                  <a:pt x="93" y="1279"/>
                  <a:pt x="95" y="1275"/>
                </a:cubicBezTo>
                <a:cubicBezTo>
                  <a:pt x="30" y="1202"/>
                  <a:pt x="24" y="1194"/>
                  <a:pt x="18" y="1185"/>
                </a:cubicBezTo>
                <a:cubicBezTo>
                  <a:pt x="17" y="1202"/>
                  <a:pt x="20" y="1204"/>
                  <a:pt x="22" y="1205"/>
                </a:cubicBezTo>
                <a:cubicBezTo>
                  <a:pt x="28" y="1233"/>
                  <a:pt x="31" y="1245"/>
                  <a:pt x="36" y="1247"/>
                </a:cubicBezTo>
                <a:cubicBezTo>
                  <a:pt x="44" y="1265"/>
                  <a:pt x="42" y="1268"/>
                  <a:pt x="45" y="1267"/>
                </a:cubicBezTo>
                <a:cubicBezTo>
                  <a:pt x="78" y="1315"/>
                  <a:pt x="77" y="1317"/>
                  <a:pt x="84" y="1325"/>
                </a:cubicBezTo>
                <a:cubicBezTo>
                  <a:pt x="106" y="1353"/>
                  <a:pt x="114" y="1357"/>
                  <a:pt x="107" y="1360"/>
                </a:cubicBezTo>
                <a:cubicBezTo>
                  <a:pt x="74" y="1315"/>
                  <a:pt x="69" y="1314"/>
                  <a:pt x="66" y="1306"/>
                </a:cubicBezTo>
                <a:cubicBezTo>
                  <a:pt x="42" y="1273"/>
                  <a:pt x="39" y="1262"/>
                  <a:pt x="33" y="1256"/>
                </a:cubicBezTo>
                <a:cubicBezTo>
                  <a:pt x="26" y="1249"/>
                  <a:pt x="31" y="1241"/>
                  <a:pt x="27" y="1238"/>
                </a:cubicBezTo>
                <a:cubicBezTo>
                  <a:pt x="23" y="1255"/>
                  <a:pt x="30" y="1264"/>
                  <a:pt x="33" y="1273"/>
                </a:cubicBezTo>
                <a:cubicBezTo>
                  <a:pt x="72" y="1327"/>
                  <a:pt x="77" y="1337"/>
                  <a:pt x="86" y="1343"/>
                </a:cubicBezTo>
                <a:cubicBezTo>
                  <a:pt x="91" y="1356"/>
                  <a:pt x="95" y="1356"/>
                  <a:pt x="95" y="1356"/>
                </a:cubicBezTo>
                <a:cubicBezTo>
                  <a:pt x="113" y="1378"/>
                  <a:pt x="122" y="1391"/>
                  <a:pt x="131" y="1399"/>
                </a:cubicBezTo>
                <a:cubicBezTo>
                  <a:pt x="141" y="1414"/>
                  <a:pt x="144" y="1416"/>
                  <a:pt x="146" y="1420"/>
                </a:cubicBezTo>
                <a:cubicBezTo>
                  <a:pt x="142" y="1419"/>
                  <a:pt x="139" y="1422"/>
                  <a:pt x="137" y="1417"/>
                </a:cubicBezTo>
                <a:cubicBezTo>
                  <a:pt x="104" y="1393"/>
                  <a:pt x="99" y="1389"/>
                  <a:pt x="94" y="1389"/>
                </a:cubicBezTo>
                <a:cubicBezTo>
                  <a:pt x="39" y="1357"/>
                  <a:pt x="44" y="1357"/>
                  <a:pt x="47" y="1361"/>
                </a:cubicBezTo>
                <a:cubicBezTo>
                  <a:pt x="73" y="1381"/>
                  <a:pt x="77" y="1386"/>
                  <a:pt x="82" y="1385"/>
                </a:cubicBezTo>
                <a:cubicBezTo>
                  <a:pt x="123" y="1414"/>
                  <a:pt x="127" y="1423"/>
                  <a:pt x="131" y="1423"/>
                </a:cubicBezTo>
                <a:cubicBezTo>
                  <a:pt x="163" y="1460"/>
                  <a:pt x="167" y="1459"/>
                  <a:pt x="169" y="1462"/>
                </a:cubicBezTo>
                <a:cubicBezTo>
                  <a:pt x="183" y="1480"/>
                  <a:pt x="180" y="1489"/>
                  <a:pt x="185" y="1495"/>
                </a:cubicBezTo>
                <a:cubicBezTo>
                  <a:pt x="198" y="1470"/>
                  <a:pt x="199" y="1467"/>
                  <a:pt x="200" y="1465"/>
                </a:cubicBezTo>
                <a:cubicBezTo>
                  <a:pt x="239" y="1447"/>
                  <a:pt x="243" y="1445"/>
                  <a:pt x="246" y="1443"/>
                </a:cubicBezTo>
                <a:cubicBezTo>
                  <a:pt x="237" y="1440"/>
                  <a:pt x="233" y="1441"/>
                  <a:pt x="230" y="1441"/>
                </a:cubicBezTo>
                <a:cubicBezTo>
                  <a:pt x="214" y="1443"/>
                  <a:pt x="212" y="1436"/>
                  <a:pt x="217" y="1430"/>
                </a:cubicBezTo>
                <a:cubicBezTo>
                  <a:pt x="295" y="1389"/>
                  <a:pt x="303" y="1382"/>
                  <a:pt x="310" y="1385"/>
                </a:cubicBezTo>
                <a:cubicBezTo>
                  <a:pt x="381" y="1375"/>
                  <a:pt x="383" y="1379"/>
                  <a:pt x="388" y="1373"/>
                </a:cubicBezTo>
                <a:cubicBezTo>
                  <a:pt x="426" y="1368"/>
                  <a:pt x="430" y="1366"/>
                  <a:pt x="433" y="1365"/>
                </a:cubicBezTo>
                <a:cubicBezTo>
                  <a:pt x="449" y="1360"/>
                  <a:pt x="453" y="1363"/>
                  <a:pt x="457" y="1358"/>
                </a:cubicBezTo>
                <a:cubicBezTo>
                  <a:pt x="441" y="1356"/>
                  <a:pt x="440" y="1359"/>
                  <a:pt x="438" y="1359"/>
                </a:cubicBezTo>
                <a:cubicBezTo>
                  <a:pt x="426" y="1362"/>
                  <a:pt x="425" y="1358"/>
                  <a:pt x="421" y="1362"/>
                </a:cubicBezTo>
                <a:cubicBezTo>
                  <a:pt x="371" y="1366"/>
                  <a:pt x="364" y="1369"/>
                  <a:pt x="357" y="1369"/>
                </a:cubicBezTo>
                <a:cubicBezTo>
                  <a:pt x="338" y="1375"/>
                  <a:pt x="337" y="1371"/>
                  <a:pt x="335" y="1372"/>
                </a:cubicBezTo>
                <a:cubicBezTo>
                  <a:pt x="307" y="1376"/>
                  <a:pt x="306" y="1372"/>
                  <a:pt x="303" y="1376"/>
                </a:cubicBezTo>
                <a:cubicBezTo>
                  <a:pt x="270" y="1383"/>
                  <a:pt x="263" y="1389"/>
                  <a:pt x="258" y="1388"/>
                </a:cubicBezTo>
                <a:cubicBezTo>
                  <a:pt x="202" y="1433"/>
                  <a:pt x="200" y="1437"/>
                  <a:pt x="196" y="1441"/>
                </a:cubicBezTo>
                <a:cubicBezTo>
                  <a:pt x="185" y="1441"/>
                  <a:pt x="190" y="1433"/>
                  <a:pt x="197" y="1425"/>
                </a:cubicBezTo>
                <a:cubicBezTo>
                  <a:pt x="279" y="1366"/>
                  <a:pt x="282" y="1364"/>
                  <a:pt x="284" y="1362"/>
                </a:cubicBezTo>
                <a:cubicBezTo>
                  <a:pt x="315" y="1356"/>
                  <a:pt x="324" y="1356"/>
                  <a:pt x="334" y="1353"/>
                </a:cubicBezTo>
                <a:cubicBezTo>
                  <a:pt x="381" y="1350"/>
                  <a:pt x="385" y="1350"/>
                  <a:pt x="390" y="1350"/>
                </a:cubicBezTo>
                <a:cubicBezTo>
                  <a:pt x="436" y="1341"/>
                  <a:pt x="441" y="1339"/>
                  <a:pt x="446" y="1339"/>
                </a:cubicBezTo>
                <a:cubicBezTo>
                  <a:pt x="489" y="1324"/>
                  <a:pt x="486" y="1320"/>
                  <a:pt x="481" y="1326"/>
                </a:cubicBezTo>
                <a:cubicBezTo>
                  <a:pt x="445" y="1330"/>
                  <a:pt x="442" y="1333"/>
                  <a:pt x="438" y="1335"/>
                </a:cubicBezTo>
                <a:cubicBezTo>
                  <a:pt x="414" y="1334"/>
                  <a:pt x="409" y="1345"/>
                  <a:pt x="406" y="1338"/>
                </a:cubicBezTo>
                <a:cubicBezTo>
                  <a:pt x="436" y="1330"/>
                  <a:pt x="444" y="1327"/>
                  <a:pt x="451" y="1328"/>
                </a:cubicBezTo>
                <a:cubicBezTo>
                  <a:pt x="502" y="1292"/>
                  <a:pt x="500" y="1297"/>
                  <a:pt x="495" y="1301"/>
                </a:cubicBezTo>
                <a:cubicBezTo>
                  <a:pt x="463" y="1311"/>
                  <a:pt x="458" y="1319"/>
                  <a:pt x="455" y="1320"/>
                </a:cubicBezTo>
                <a:cubicBezTo>
                  <a:pt x="410" y="1329"/>
                  <a:pt x="405" y="1329"/>
                  <a:pt x="400" y="1333"/>
                </a:cubicBezTo>
                <a:cubicBezTo>
                  <a:pt x="380" y="1333"/>
                  <a:pt x="378" y="1331"/>
                  <a:pt x="376" y="1333"/>
                </a:cubicBezTo>
                <a:cubicBezTo>
                  <a:pt x="356" y="1334"/>
                  <a:pt x="353" y="1333"/>
                  <a:pt x="355" y="1331"/>
                </a:cubicBezTo>
                <a:cubicBezTo>
                  <a:pt x="400" y="1320"/>
                  <a:pt x="402" y="1322"/>
                  <a:pt x="405" y="1319"/>
                </a:cubicBezTo>
                <a:cubicBezTo>
                  <a:pt x="429" y="1309"/>
                  <a:pt x="438" y="1305"/>
                  <a:pt x="450" y="1297"/>
                </a:cubicBezTo>
                <a:cubicBezTo>
                  <a:pt x="498" y="1254"/>
                  <a:pt x="508" y="1256"/>
                  <a:pt x="503" y="1248"/>
                </a:cubicBezTo>
                <a:cubicBezTo>
                  <a:pt x="391" y="1316"/>
                  <a:pt x="387" y="1317"/>
                  <a:pt x="384" y="1317"/>
                </a:cubicBezTo>
                <a:cubicBezTo>
                  <a:pt x="365" y="1320"/>
                  <a:pt x="363" y="1321"/>
                  <a:pt x="360" y="1322"/>
                </a:cubicBezTo>
                <a:cubicBezTo>
                  <a:pt x="345" y="1324"/>
                  <a:pt x="344" y="1319"/>
                  <a:pt x="342" y="1323"/>
                </a:cubicBezTo>
                <a:cubicBezTo>
                  <a:pt x="303" y="1328"/>
                  <a:pt x="296" y="1326"/>
                  <a:pt x="290" y="1326"/>
                </a:cubicBezTo>
                <a:cubicBezTo>
                  <a:pt x="244" y="1332"/>
                  <a:pt x="240" y="1335"/>
                  <a:pt x="237" y="1335"/>
                </a:cubicBezTo>
                <a:cubicBezTo>
                  <a:pt x="200" y="1351"/>
                  <a:pt x="199" y="1362"/>
                  <a:pt x="193" y="1356"/>
                </a:cubicBezTo>
                <a:cubicBezTo>
                  <a:pt x="222" y="1332"/>
                  <a:pt x="227" y="1334"/>
                  <a:pt x="232" y="1328"/>
                </a:cubicBezTo>
                <a:cubicBezTo>
                  <a:pt x="257" y="1323"/>
                  <a:pt x="260" y="1322"/>
                  <a:pt x="262" y="1322"/>
                </a:cubicBezTo>
                <a:cubicBezTo>
                  <a:pt x="340" y="1309"/>
                  <a:pt x="350" y="1304"/>
                  <a:pt x="360" y="1305"/>
                </a:cubicBezTo>
                <a:cubicBezTo>
                  <a:pt x="414" y="1282"/>
                  <a:pt x="428" y="1278"/>
                  <a:pt x="443" y="1270"/>
                </a:cubicBezTo>
                <a:cubicBezTo>
                  <a:pt x="485" y="1238"/>
                  <a:pt x="488" y="1241"/>
                  <a:pt x="493" y="1236"/>
                </a:cubicBezTo>
                <a:cubicBezTo>
                  <a:pt x="503" y="1226"/>
                  <a:pt x="507" y="1224"/>
                  <a:pt x="512" y="1220"/>
                </a:cubicBezTo>
                <a:cubicBezTo>
                  <a:pt x="513" y="1206"/>
                  <a:pt x="509" y="1214"/>
                  <a:pt x="502" y="1222"/>
                </a:cubicBezTo>
                <a:cubicBezTo>
                  <a:pt x="460" y="1250"/>
                  <a:pt x="445" y="1261"/>
                  <a:pt x="435" y="1266"/>
                </a:cubicBezTo>
                <a:cubicBezTo>
                  <a:pt x="399" y="1282"/>
                  <a:pt x="395" y="1285"/>
                  <a:pt x="392" y="1284"/>
                </a:cubicBezTo>
                <a:cubicBezTo>
                  <a:pt x="323" y="1300"/>
                  <a:pt x="316" y="1303"/>
                  <a:pt x="308" y="1308"/>
                </a:cubicBezTo>
                <a:cubicBezTo>
                  <a:pt x="286" y="1307"/>
                  <a:pt x="284" y="1307"/>
                  <a:pt x="281" y="1308"/>
                </a:cubicBezTo>
                <a:cubicBezTo>
                  <a:pt x="265" y="1315"/>
                  <a:pt x="263" y="1313"/>
                  <a:pt x="260" y="1316"/>
                </a:cubicBezTo>
                <a:cubicBezTo>
                  <a:pt x="276" y="1302"/>
                  <a:pt x="278" y="1307"/>
                  <a:pt x="282" y="1305"/>
                </a:cubicBezTo>
                <a:cubicBezTo>
                  <a:pt x="318" y="1297"/>
                  <a:pt x="324" y="1295"/>
                  <a:pt x="330" y="1297"/>
                </a:cubicBezTo>
                <a:cubicBezTo>
                  <a:pt x="385" y="1284"/>
                  <a:pt x="390" y="1272"/>
                  <a:pt x="392" y="1277"/>
                </a:cubicBezTo>
                <a:cubicBezTo>
                  <a:pt x="458" y="1239"/>
                  <a:pt x="469" y="1229"/>
                  <a:pt x="477" y="1218"/>
                </a:cubicBezTo>
                <a:cubicBezTo>
                  <a:pt x="489" y="1197"/>
                  <a:pt x="479" y="1209"/>
                  <a:pt x="469" y="1221"/>
                </a:cubicBezTo>
                <a:cubicBezTo>
                  <a:pt x="433" y="1250"/>
                  <a:pt x="428" y="1253"/>
                  <a:pt x="424" y="1257"/>
                </a:cubicBezTo>
                <a:cubicBezTo>
                  <a:pt x="379" y="1272"/>
                  <a:pt x="373" y="1275"/>
                  <a:pt x="368" y="1275"/>
                </a:cubicBezTo>
                <a:cubicBezTo>
                  <a:pt x="317" y="1286"/>
                  <a:pt x="313" y="1290"/>
                  <a:pt x="308" y="1294"/>
                </a:cubicBezTo>
                <a:cubicBezTo>
                  <a:pt x="276" y="1296"/>
                  <a:pt x="268" y="1298"/>
                  <a:pt x="259" y="1301"/>
                </a:cubicBezTo>
                <a:cubicBezTo>
                  <a:pt x="226" y="1315"/>
                  <a:pt x="218" y="1314"/>
                  <a:pt x="210" y="1318"/>
                </a:cubicBezTo>
                <a:cubicBezTo>
                  <a:pt x="188" y="1324"/>
                  <a:pt x="198" y="1326"/>
                  <a:pt x="196" y="1323"/>
                </a:cubicBezTo>
                <a:cubicBezTo>
                  <a:pt x="245" y="1292"/>
                  <a:pt x="250" y="1296"/>
                  <a:pt x="257" y="1291"/>
                </a:cubicBezTo>
                <a:cubicBezTo>
                  <a:pt x="286" y="1281"/>
                  <a:pt x="297" y="1283"/>
                  <a:pt x="309" y="1278"/>
                </a:cubicBezTo>
                <a:cubicBezTo>
                  <a:pt x="360" y="1270"/>
                  <a:pt x="377" y="1254"/>
                  <a:pt x="392" y="1257"/>
                </a:cubicBezTo>
                <a:cubicBezTo>
                  <a:pt x="464" y="1216"/>
                  <a:pt x="478" y="1201"/>
                  <a:pt x="492" y="1188"/>
                </a:cubicBezTo>
                <a:cubicBezTo>
                  <a:pt x="510" y="1153"/>
                  <a:pt x="511" y="1156"/>
                  <a:pt x="505" y="1158"/>
                </a:cubicBezTo>
                <a:cubicBezTo>
                  <a:pt x="490" y="1176"/>
                  <a:pt x="487" y="1180"/>
                  <a:pt x="487" y="1184"/>
                </a:cubicBezTo>
                <a:cubicBezTo>
                  <a:pt x="443" y="1223"/>
                  <a:pt x="444" y="1226"/>
                  <a:pt x="442" y="1224"/>
                </a:cubicBezTo>
                <a:cubicBezTo>
                  <a:pt x="413" y="1237"/>
                  <a:pt x="407" y="1243"/>
                  <a:pt x="403" y="1242"/>
                </a:cubicBezTo>
                <a:cubicBezTo>
                  <a:pt x="325" y="1267"/>
                  <a:pt x="322" y="1265"/>
                  <a:pt x="318" y="1267"/>
                </a:cubicBezTo>
                <a:cubicBezTo>
                  <a:pt x="273" y="1273"/>
                  <a:pt x="263" y="1283"/>
                  <a:pt x="256" y="1279"/>
                </a:cubicBezTo>
                <a:cubicBezTo>
                  <a:pt x="295" y="1265"/>
                  <a:pt x="305" y="1261"/>
                  <a:pt x="314" y="1262"/>
                </a:cubicBezTo>
                <a:cubicBezTo>
                  <a:pt x="363" y="1241"/>
                  <a:pt x="375" y="1239"/>
                  <a:pt x="387" y="1234"/>
                </a:cubicBezTo>
                <a:cubicBezTo>
                  <a:pt x="479" y="1164"/>
                  <a:pt x="483" y="1161"/>
                  <a:pt x="485" y="1158"/>
                </a:cubicBezTo>
                <a:cubicBezTo>
                  <a:pt x="512" y="1124"/>
                  <a:pt x="513" y="1117"/>
                  <a:pt x="520" y="1111"/>
                </a:cubicBezTo>
                <a:cubicBezTo>
                  <a:pt x="509" y="1116"/>
                  <a:pt x="505" y="1120"/>
                  <a:pt x="502" y="1124"/>
                </a:cubicBezTo>
                <a:cubicBezTo>
                  <a:pt x="478" y="1160"/>
                  <a:pt x="470" y="1160"/>
                  <a:pt x="471" y="1166"/>
                </a:cubicBezTo>
                <a:cubicBezTo>
                  <a:pt x="431" y="1191"/>
                  <a:pt x="426" y="1200"/>
                  <a:pt x="421" y="1202"/>
                </a:cubicBezTo>
                <a:cubicBezTo>
                  <a:pt x="378" y="1227"/>
                  <a:pt x="371" y="1230"/>
                  <a:pt x="363" y="1234"/>
                </a:cubicBezTo>
                <a:cubicBezTo>
                  <a:pt x="322" y="1251"/>
                  <a:pt x="307" y="1250"/>
                  <a:pt x="290" y="1259"/>
                </a:cubicBezTo>
                <a:cubicBezTo>
                  <a:pt x="246" y="1271"/>
                  <a:pt x="237" y="1279"/>
                  <a:pt x="231" y="1275"/>
                </a:cubicBezTo>
                <a:cubicBezTo>
                  <a:pt x="290" y="1254"/>
                  <a:pt x="296" y="1241"/>
                  <a:pt x="298" y="1246"/>
                </a:cubicBezTo>
                <a:cubicBezTo>
                  <a:pt x="362" y="1221"/>
                  <a:pt x="377" y="1211"/>
                  <a:pt x="391" y="1204"/>
                </a:cubicBezTo>
                <a:cubicBezTo>
                  <a:pt x="515" y="1103"/>
                  <a:pt x="512" y="1098"/>
                  <a:pt x="518" y="1095"/>
                </a:cubicBezTo>
                <a:cubicBezTo>
                  <a:pt x="532" y="1075"/>
                  <a:pt x="536" y="1073"/>
                  <a:pt x="535" y="1071"/>
                </a:cubicBezTo>
                <a:cubicBezTo>
                  <a:pt x="539" y="1064"/>
                  <a:pt x="536" y="1067"/>
                  <a:pt x="532" y="1070"/>
                </a:cubicBezTo>
                <a:cubicBezTo>
                  <a:pt x="497" y="1109"/>
                  <a:pt x="495" y="1119"/>
                  <a:pt x="485" y="1121"/>
                </a:cubicBezTo>
                <a:cubicBezTo>
                  <a:pt x="453" y="1152"/>
                  <a:pt x="442" y="1160"/>
                  <a:pt x="431" y="1168"/>
                </a:cubicBezTo>
                <a:cubicBezTo>
                  <a:pt x="397" y="1193"/>
                  <a:pt x="389" y="1191"/>
                  <a:pt x="388" y="1197"/>
                </a:cubicBezTo>
                <a:cubicBezTo>
                  <a:pt x="367" y="1206"/>
                  <a:pt x="360" y="1215"/>
                  <a:pt x="356" y="1210"/>
                </a:cubicBezTo>
                <a:cubicBezTo>
                  <a:pt x="315" y="1230"/>
                  <a:pt x="305" y="1233"/>
                  <a:pt x="294" y="1240"/>
                </a:cubicBezTo>
                <a:cubicBezTo>
                  <a:pt x="262" y="1252"/>
                  <a:pt x="260" y="1251"/>
                  <a:pt x="257" y="1254"/>
                </a:cubicBezTo>
                <a:cubicBezTo>
                  <a:pt x="237" y="1263"/>
                  <a:pt x="233" y="1265"/>
                  <a:pt x="229" y="1267"/>
                </a:cubicBezTo>
                <a:cubicBezTo>
                  <a:pt x="218" y="1271"/>
                  <a:pt x="214" y="1278"/>
                  <a:pt x="211" y="1275"/>
                </a:cubicBezTo>
                <a:cubicBezTo>
                  <a:pt x="241" y="1245"/>
                  <a:pt x="262" y="1234"/>
                  <a:pt x="291" y="1222"/>
                </a:cubicBezTo>
                <a:cubicBezTo>
                  <a:pt x="352" y="1187"/>
                  <a:pt x="356" y="1194"/>
                  <a:pt x="360" y="1189"/>
                </a:cubicBezTo>
                <a:cubicBezTo>
                  <a:pt x="397" y="1173"/>
                  <a:pt x="401" y="1169"/>
                  <a:pt x="405" y="1169"/>
                </a:cubicBezTo>
                <a:cubicBezTo>
                  <a:pt x="461" y="1128"/>
                  <a:pt x="482" y="1115"/>
                  <a:pt x="495" y="1100"/>
                </a:cubicBezTo>
                <a:cubicBezTo>
                  <a:pt x="532" y="1063"/>
                  <a:pt x="536" y="1059"/>
                  <a:pt x="536" y="1055"/>
                </a:cubicBezTo>
                <a:cubicBezTo>
                  <a:pt x="492" y="1093"/>
                  <a:pt x="491" y="1097"/>
                  <a:pt x="486" y="1101"/>
                </a:cubicBezTo>
                <a:cubicBezTo>
                  <a:pt x="470" y="1111"/>
                  <a:pt x="468" y="1118"/>
                  <a:pt x="461" y="1121"/>
                </a:cubicBezTo>
                <a:cubicBezTo>
                  <a:pt x="441" y="1135"/>
                  <a:pt x="439" y="1138"/>
                  <a:pt x="438" y="1141"/>
                </a:cubicBezTo>
                <a:cubicBezTo>
                  <a:pt x="395" y="1165"/>
                  <a:pt x="389" y="1166"/>
                  <a:pt x="384" y="1167"/>
                </a:cubicBezTo>
                <a:cubicBezTo>
                  <a:pt x="366" y="1175"/>
                  <a:pt x="360" y="1181"/>
                  <a:pt x="354" y="1181"/>
                </a:cubicBezTo>
                <a:cubicBezTo>
                  <a:pt x="336" y="1190"/>
                  <a:pt x="330" y="1193"/>
                  <a:pt x="324" y="1196"/>
                </a:cubicBezTo>
                <a:cubicBezTo>
                  <a:pt x="289" y="1212"/>
                  <a:pt x="274" y="1219"/>
                  <a:pt x="259" y="1226"/>
                </a:cubicBezTo>
                <a:cubicBezTo>
                  <a:pt x="235" y="1240"/>
                  <a:pt x="227" y="1244"/>
                  <a:pt x="224" y="1249"/>
                </a:cubicBezTo>
                <a:cubicBezTo>
                  <a:pt x="202" y="1270"/>
                  <a:pt x="193" y="1272"/>
                  <a:pt x="192" y="1269"/>
                </a:cubicBezTo>
                <a:cubicBezTo>
                  <a:pt x="215" y="1249"/>
                  <a:pt x="212" y="1245"/>
                  <a:pt x="217" y="1243"/>
                </a:cubicBezTo>
                <a:cubicBezTo>
                  <a:pt x="243" y="1226"/>
                  <a:pt x="244" y="1223"/>
                  <a:pt x="250" y="1220"/>
                </a:cubicBezTo>
                <a:cubicBezTo>
                  <a:pt x="326" y="1181"/>
                  <a:pt x="340" y="1175"/>
                  <a:pt x="358" y="1169"/>
                </a:cubicBezTo>
                <a:cubicBezTo>
                  <a:pt x="494" y="1080"/>
                  <a:pt x="512" y="1077"/>
                  <a:pt x="512" y="1063"/>
                </a:cubicBezTo>
                <a:cubicBezTo>
                  <a:pt x="460" y="1106"/>
                  <a:pt x="454" y="1105"/>
                  <a:pt x="447" y="1112"/>
                </a:cubicBezTo>
                <a:cubicBezTo>
                  <a:pt x="401" y="1139"/>
                  <a:pt x="397" y="1141"/>
                  <a:pt x="392" y="1144"/>
                </a:cubicBezTo>
                <a:cubicBezTo>
                  <a:pt x="299" y="1182"/>
                  <a:pt x="278" y="1194"/>
                  <a:pt x="258" y="1204"/>
                </a:cubicBezTo>
                <a:cubicBezTo>
                  <a:pt x="222" y="1232"/>
                  <a:pt x="219" y="1228"/>
                  <a:pt x="215" y="1233"/>
                </a:cubicBezTo>
                <a:cubicBezTo>
                  <a:pt x="191" y="1248"/>
                  <a:pt x="198" y="1246"/>
                  <a:pt x="198" y="1243"/>
                </a:cubicBezTo>
                <a:cubicBezTo>
                  <a:pt x="210" y="1232"/>
                  <a:pt x="218" y="1227"/>
                  <a:pt x="221" y="1221"/>
                </a:cubicBezTo>
                <a:cubicBezTo>
                  <a:pt x="275" y="1187"/>
                  <a:pt x="293" y="1174"/>
                  <a:pt x="310" y="1167"/>
                </a:cubicBezTo>
                <a:cubicBezTo>
                  <a:pt x="378" y="1137"/>
                  <a:pt x="377" y="1130"/>
                  <a:pt x="382" y="1132"/>
                </a:cubicBezTo>
                <a:cubicBezTo>
                  <a:pt x="433" y="1103"/>
                  <a:pt x="436" y="1100"/>
                  <a:pt x="437" y="1102"/>
                </a:cubicBezTo>
                <a:cubicBezTo>
                  <a:pt x="461" y="1086"/>
                  <a:pt x="465" y="1087"/>
                  <a:pt x="471" y="1080"/>
                </a:cubicBezTo>
                <a:cubicBezTo>
                  <a:pt x="502" y="1058"/>
                  <a:pt x="506" y="1058"/>
                  <a:pt x="511" y="1054"/>
                </a:cubicBezTo>
                <a:cubicBezTo>
                  <a:pt x="567" y="1001"/>
                  <a:pt x="569" y="996"/>
                  <a:pt x="573" y="991"/>
                </a:cubicBezTo>
                <a:cubicBezTo>
                  <a:pt x="512" y="1042"/>
                  <a:pt x="492" y="1060"/>
                  <a:pt x="472" y="1069"/>
                </a:cubicBezTo>
                <a:cubicBezTo>
                  <a:pt x="445" y="1085"/>
                  <a:pt x="440" y="1093"/>
                  <a:pt x="436" y="1090"/>
                </a:cubicBezTo>
                <a:cubicBezTo>
                  <a:pt x="383" y="1123"/>
                  <a:pt x="380" y="1120"/>
                  <a:pt x="375" y="1125"/>
                </a:cubicBezTo>
                <a:cubicBezTo>
                  <a:pt x="301" y="1163"/>
                  <a:pt x="285" y="1166"/>
                  <a:pt x="266" y="1181"/>
                </a:cubicBezTo>
                <a:cubicBezTo>
                  <a:pt x="238" y="1199"/>
                  <a:pt x="226" y="1210"/>
                  <a:pt x="218" y="1211"/>
                </a:cubicBezTo>
                <a:cubicBezTo>
                  <a:pt x="195" y="1226"/>
                  <a:pt x="199" y="1221"/>
                  <a:pt x="198" y="1216"/>
                </a:cubicBezTo>
                <a:cubicBezTo>
                  <a:pt x="230" y="1183"/>
                  <a:pt x="233" y="1182"/>
                  <a:pt x="238" y="1177"/>
                </a:cubicBezTo>
                <a:cubicBezTo>
                  <a:pt x="319" y="1129"/>
                  <a:pt x="328" y="1123"/>
                  <a:pt x="336" y="1121"/>
                </a:cubicBezTo>
                <a:cubicBezTo>
                  <a:pt x="493" y="1012"/>
                  <a:pt x="511" y="1000"/>
                  <a:pt x="526" y="986"/>
                </a:cubicBezTo>
                <a:cubicBezTo>
                  <a:pt x="552" y="958"/>
                  <a:pt x="551" y="956"/>
                  <a:pt x="554" y="954"/>
                </a:cubicBezTo>
                <a:cubicBezTo>
                  <a:pt x="522" y="977"/>
                  <a:pt x="521" y="987"/>
                  <a:pt x="507" y="995"/>
                </a:cubicBezTo>
                <a:cubicBezTo>
                  <a:pt x="490" y="1009"/>
                  <a:pt x="487" y="1013"/>
                  <a:pt x="482" y="1018"/>
                </a:cubicBezTo>
                <a:cubicBezTo>
                  <a:pt x="358" y="1100"/>
                  <a:pt x="341" y="1103"/>
                  <a:pt x="333" y="1113"/>
                </a:cubicBezTo>
                <a:cubicBezTo>
                  <a:pt x="251" y="1161"/>
                  <a:pt x="227" y="1171"/>
                  <a:pt x="214" y="1187"/>
                </a:cubicBezTo>
                <a:cubicBezTo>
                  <a:pt x="211" y="1186"/>
                  <a:pt x="210" y="1183"/>
                  <a:pt x="213" y="1180"/>
                </a:cubicBezTo>
                <a:cubicBezTo>
                  <a:pt x="242" y="1151"/>
                  <a:pt x="248" y="1147"/>
                  <a:pt x="259" y="1137"/>
                </a:cubicBezTo>
                <a:cubicBezTo>
                  <a:pt x="360" y="1078"/>
                  <a:pt x="373" y="1070"/>
                  <a:pt x="393" y="1055"/>
                </a:cubicBezTo>
                <a:cubicBezTo>
                  <a:pt x="452" y="1010"/>
                  <a:pt x="460" y="1010"/>
                  <a:pt x="463" y="1005"/>
                </a:cubicBezTo>
                <a:cubicBezTo>
                  <a:pt x="524" y="947"/>
                  <a:pt x="530" y="944"/>
                  <a:pt x="532" y="940"/>
                </a:cubicBezTo>
                <a:cubicBezTo>
                  <a:pt x="561" y="903"/>
                  <a:pt x="566" y="896"/>
                  <a:pt x="574" y="890"/>
                </a:cubicBezTo>
                <a:cubicBezTo>
                  <a:pt x="547" y="899"/>
                  <a:pt x="543" y="903"/>
                  <a:pt x="537" y="907"/>
                </a:cubicBezTo>
                <a:cubicBezTo>
                  <a:pt x="522" y="918"/>
                  <a:pt x="523" y="921"/>
                  <a:pt x="519" y="922"/>
                </a:cubicBezTo>
                <a:cubicBezTo>
                  <a:pt x="491" y="945"/>
                  <a:pt x="485" y="954"/>
                  <a:pt x="474" y="962"/>
                </a:cubicBezTo>
                <a:cubicBezTo>
                  <a:pt x="396" y="1023"/>
                  <a:pt x="387" y="1030"/>
                  <a:pt x="378" y="1037"/>
                </a:cubicBezTo>
                <a:cubicBezTo>
                  <a:pt x="323" y="1067"/>
                  <a:pt x="317" y="1067"/>
                  <a:pt x="311" y="1070"/>
                </a:cubicBezTo>
                <a:cubicBezTo>
                  <a:pt x="262" y="1102"/>
                  <a:pt x="259" y="1103"/>
                  <a:pt x="256" y="1103"/>
                </a:cubicBezTo>
                <a:cubicBezTo>
                  <a:pt x="244" y="1115"/>
                  <a:pt x="236" y="1116"/>
                  <a:pt x="239" y="1120"/>
                </a:cubicBezTo>
                <a:cubicBezTo>
                  <a:pt x="222" y="1136"/>
                  <a:pt x="217" y="1144"/>
                  <a:pt x="214" y="1140"/>
                </a:cubicBezTo>
                <a:cubicBezTo>
                  <a:pt x="260" y="1090"/>
                  <a:pt x="271" y="1086"/>
                  <a:pt x="296" y="1066"/>
                </a:cubicBezTo>
                <a:cubicBezTo>
                  <a:pt x="418" y="989"/>
                  <a:pt x="425" y="977"/>
                  <a:pt x="430" y="979"/>
                </a:cubicBezTo>
                <a:cubicBezTo>
                  <a:pt x="451" y="961"/>
                  <a:pt x="456" y="956"/>
                  <a:pt x="465" y="947"/>
                </a:cubicBezTo>
                <a:cubicBezTo>
                  <a:pt x="540" y="892"/>
                  <a:pt x="549" y="886"/>
                  <a:pt x="560" y="878"/>
                </a:cubicBezTo>
                <a:cubicBezTo>
                  <a:pt x="587" y="870"/>
                  <a:pt x="592" y="858"/>
                  <a:pt x="594" y="863"/>
                </a:cubicBezTo>
                <a:cubicBezTo>
                  <a:pt x="625" y="848"/>
                  <a:pt x="636" y="854"/>
                  <a:pt x="633" y="845"/>
                </a:cubicBezTo>
                <a:cubicBezTo>
                  <a:pt x="574" y="858"/>
                  <a:pt x="566" y="857"/>
                  <a:pt x="557" y="863"/>
                </a:cubicBezTo>
                <a:cubicBezTo>
                  <a:pt x="523" y="876"/>
                  <a:pt x="515" y="880"/>
                  <a:pt x="508" y="884"/>
                </a:cubicBezTo>
                <a:cubicBezTo>
                  <a:pt x="420" y="945"/>
                  <a:pt x="411" y="951"/>
                  <a:pt x="402" y="958"/>
                </a:cubicBezTo>
                <a:cubicBezTo>
                  <a:pt x="299" y="1027"/>
                  <a:pt x="297" y="1029"/>
                  <a:pt x="295" y="1030"/>
                </a:cubicBezTo>
                <a:cubicBezTo>
                  <a:pt x="255" y="1062"/>
                  <a:pt x="252" y="1067"/>
                  <a:pt x="244" y="1072"/>
                </a:cubicBezTo>
                <a:cubicBezTo>
                  <a:pt x="230" y="1081"/>
                  <a:pt x="230" y="1077"/>
                  <a:pt x="232" y="1073"/>
                </a:cubicBezTo>
                <a:cubicBezTo>
                  <a:pt x="251" y="1057"/>
                  <a:pt x="253" y="1055"/>
                  <a:pt x="257" y="1053"/>
                </a:cubicBezTo>
                <a:cubicBezTo>
                  <a:pt x="293" y="1015"/>
                  <a:pt x="296" y="1017"/>
                  <a:pt x="300" y="1014"/>
                </a:cubicBezTo>
                <a:cubicBezTo>
                  <a:pt x="333" y="985"/>
                  <a:pt x="335" y="986"/>
                  <a:pt x="336" y="986"/>
                </a:cubicBezTo>
                <a:cubicBezTo>
                  <a:pt x="380" y="950"/>
                  <a:pt x="404" y="938"/>
                  <a:pt x="433" y="916"/>
                </a:cubicBezTo>
                <a:cubicBezTo>
                  <a:pt x="492" y="885"/>
                  <a:pt x="501" y="881"/>
                  <a:pt x="511" y="874"/>
                </a:cubicBezTo>
                <a:cubicBezTo>
                  <a:pt x="540" y="857"/>
                  <a:pt x="552" y="855"/>
                  <a:pt x="561" y="848"/>
                </a:cubicBezTo>
                <a:cubicBezTo>
                  <a:pt x="574" y="833"/>
                  <a:pt x="569" y="837"/>
                  <a:pt x="565" y="840"/>
                </a:cubicBezTo>
                <a:cubicBezTo>
                  <a:pt x="512" y="866"/>
                  <a:pt x="509" y="864"/>
                  <a:pt x="505" y="869"/>
                </a:cubicBezTo>
                <a:cubicBezTo>
                  <a:pt x="416" y="917"/>
                  <a:pt x="406" y="926"/>
                  <a:pt x="373" y="944"/>
                </a:cubicBezTo>
                <a:cubicBezTo>
                  <a:pt x="332" y="978"/>
                  <a:pt x="317" y="986"/>
                  <a:pt x="306" y="995"/>
                </a:cubicBezTo>
                <a:cubicBezTo>
                  <a:pt x="253" y="1040"/>
                  <a:pt x="256" y="1048"/>
                  <a:pt x="251" y="1045"/>
                </a:cubicBezTo>
                <a:cubicBezTo>
                  <a:pt x="235" y="1052"/>
                  <a:pt x="237" y="1048"/>
                  <a:pt x="241" y="1044"/>
                </a:cubicBezTo>
                <a:cubicBezTo>
                  <a:pt x="310" y="977"/>
                  <a:pt x="362" y="934"/>
                  <a:pt x="419" y="899"/>
                </a:cubicBezTo>
                <a:cubicBezTo>
                  <a:pt x="482" y="869"/>
                  <a:pt x="481" y="865"/>
                  <a:pt x="487" y="864"/>
                </a:cubicBezTo>
                <a:cubicBezTo>
                  <a:pt x="513" y="858"/>
                  <a:pt x="519" y="848"/>
                  <a:pt x="522" y="852"/>
                </a:cubicBezTo>
                <a:cubicBezTo>
                  <a:pt x="583" y="826"/>
                  <a:pt x="598" y="821"/>
                  <a:pt x="613" y="815"/>
                </a:cubicBezTo>
                <a:cubicBezTo>
                  <a:pt x="578" y="820"/>
                  <a:pt x="572" y="828"/>
                  <a:pt x="567" y="826"/>
                </a:cubicBezTo>
                <a:cubicBezTo>
                  <a:pt x="541" y="835"/>
                  <a:pt x="538" y="835"/>
                  <a:pt x="536" y="837"/>
                </a:cubicBezTo>
                <a:cubicBezTo>
                  <a:pt x="509" y="843"/>
                  <a:pt x="505" y="850"/>
                  <a:pt x="502" y="851"/>
                </a:cubicBezTo>
                <a:cubicBezTo>
                  <a:pt x="480" y="859"/>
                  <a:pt x="474" y="860"/>
                  <a:pt x="468" y="866"/>
                </a:cubicBezTo>
                <a:cubicBezTo>
                  <a:pt x="423" y="890"/>
                  <a:pt x="421" y="886"/>
                  <a:pt x="417" y="890"/>
                </a:cubicBezTo>
                <a:cubicBezTo>
                  <a:pt x="390" y="907"/>
                  <a:pt x="385" y="911"/>
                  <a:pt x="380" y="914"/>
                </a:cubicBezTo>
                <a:cubicBezTo>
                  <a:pt x="361" y="927"/>
                  <a:pt x="350" y="937"/>
                  <a:pt x="335" y="947"/>
                </a:cubicBezTo>
                <a:cubicBezTo>
                  <a:pt x="277" y="996"/>
                  <a:pt x="275" y="1001"/>
                  <a:pt x="266" y="1004"/>
                </a:cubicBezTo>
                <a:cubicBezTo>
                  <a:pt x="252" y="1019"/>
                  <a:pt x="249" y="1014"/>
                  <a:pt x="250" y="1013"/>
                </a:cubicBezTo>
                <a:cubicBezTo>
                  <a:pt x="261" y="1003"/>
                  <a:pt x="262" y="1003"/>
                  <a:pt x="262" y="1002"/>
                </a:cubicBezTo>
                <a:cubicBezTo>
                  <a:pt x="283" y="983"/>
                  <a:pt x="288" y="972"/>
                  <a:pt x="297" y="962"/>
                </a:cubicBezTo>
                <a:cubicBezTo>
                  <a:pt x="358" y="911"/>
                  <a:pt x="362" y="915"/>
                  <a:pt x="367" y="909"/>
                </a:cubicBezTo>
                <a:cubicBezTo>
                  <a:pt x="396" y="889"/>
                  <a:pt x="399" y="896"/>
                  <a:pt x="403" y="891"/>
                </a:cubicBezTo>
                <a:cubicBezTo>
                  <a:pt x="418" y="884"/>
                  <a:pt x="423" y="872"/>
                  <a:pt x="425" y="877"/>
                </a:cubicBezTo>
                <a:cubicBezTo>
                  <a:pt x="466" y="855"/>
                  <a:pt x="478" y="855"/>
                  <a:pt x="492" y="844"/>
                </a:cubicBezTo>
                <a:cubicBezTo>
                  <a:pt x="573" y="801"/>
                  <a:pt x="571" y="802"/>
                  <a:pt x="578" y="796"/>
                </a:cubicBezTo>
                <a:cubicBezTo>
                  <a:pt x="604" y="774"/>
                  <a:pt x="612" y="772"/>
                  <a:pt x="609" y="769"/>
                </a:cubicBezTo>
                <a:cubicBezTo>
                  <a:pt x="526" y="821"/>
                  <a:pt x="519" y="826"/>
                  <a:pt x="513" y="829"/>
                </a:cubicBezTo>
                <a:cubicBezTo>
                  <a:pt x="463" y="847"/>
                  <a:pt x="455" y="856"/>
                  <a:pt x="450" y="854"/>
                </a:cubicBezTo>
                <a:cubicBezTo>
                  <a:pt x="390" y="884"/>
                  <a:pt x="378" y="893"/>
                  <a:pt x="368" y="897"/>
                </a:cubicBezTo>
                <a:cubicBezTo>
                  <a:pt x="338" y="920"/>
                  <a:pt x="335" y="923"/>
                  <a:pt x="332" y="925"/>
                </a:cubicBezTo>
                <a:cubicBezTo>
                  <a:pt x="316" y="936"/>
                  <a:pt x="308" y="942"/>
                  <a:pt x="301" y="947"/>
                </a:cubicBezTo>
                <a:cubicBezTo>
                  <a:pt x="265" y="982"/>
                  <a:pt x="261" y="986"/>
                  <a:pt x="258" y="990"/>
                </a:cubicBezTo>
                <a:cubicBezTo>
                  <a:pt x="267" y="967"/>
                  <a:pt x="265" y="971"/>
                  <a:pt x="270" y="972"/>
                </a:cubicBezTo>
                <a:cubicBezTo>
                  <a:pt x="317" y="926"/>
                  <a:pt x="316" y="922"/>
                  <a:pt x="337" y="912"/>
                </a:cubicBezTo>
                <a:cubicBezTo>
                  <a:pt x="446" y="842"/>
                  <a:pt x="455" y="842"/>
                  <a:pt x="463" y="838"/>
                </a:cubicBezTo>
                <a:cubicBezTo>
                  <a:pt x="475" y="832"/>
                  <a:pt x="476" y="831"/>
                  <a:pt x="477" y="830"/>
                </a:cubicBezTo>
                <a:cubicBezTo>
                  <a:pt x="595" y="755"/>
                  <a:pt x="608" y="750"/>
                  <a:pt x="608" y="743"/>
                </a:cubicBezTo>
                <a:cubicBezTo>
                  <a:pt x="591" y="754"/>
                  <a:pt x="593" y="752"/>
                  <a:pt x="587" y="758"/>
                </a:cubicBezTo>
                <a:cubicBezTo>
                  <a:pt x="552" y="781"/>
                  <a:pt x="553" y="785"/>
                  <a:pt x="549" y="783"/>
                </a:cubicBezTo>
                <a:cubicBezTo>
                  <a:pt x="516" y="799"/>
                  <a:pt x="510" y="807"/>
                  <a:pt x="506" y="809"/>
                </a:cubicBezTo>
                <a:cubicBezTo>
                  <a:pt x="432" y="848"/>
                  <a:pt x="425" y="843"/>
                  <a:pt x="423" y="847"/>
                </a:cubicBezTo>
                <a:cubicBezTo>
                  <a:pt x="403" y="861"/>
                  <a:pt x="400" y="858"/>
                  <a:pt x="396" y="861"/>
                </a:cubicBezTo>
                <a:cubicBezTo>
                  <a:pt x="290" y="934"/>
                  <a:pt x="289" y="937"/>
                  <a:pt x="284" y="940"/>
                </a:cubicBezTo>
                <a:cubicBezTo>
                  <a:pt x="283" y="932"/>
                  <a:pt x="287" y="928"/>
                  <a:pt x="289" y="924"/>
                </a:cubicBezTo>
                <a:cubicBezTo>
                  <a:pt x="318" y="903"/>
                  <a:pt x="325" y="895"/>
                  <a:pt x="335" y="888"/>
                </a:cubicBezTo>
                <a:cubicBezTo>
                  <a:pt x="381" y="857"/>
                  <a:pt x="388" y="853"/>
                  <a:pt x="394" y="848"/>
                </a:cubicBezTo>
                <a:cubicBezTo>
                  <a:pt x="445" y="830"/>
                  <a:pt x="450" y="818"/>
                  <a:pt x="452" y="823"/>
                </a:cubicBezTo>
                <a:cubicBezTo>
                  <a:pt x="472" y="813"/>
                  <a:pt x="472" y="811"/>
                  <a:pt x="474" y="812"/>
                </a:cubicBezTo>
                <a:cubicBezTo>
                  <a:pt x="492" y="804"/>
                  <a:pt x="496" y="802"/>
                  <a:pt x="499" y="799"/>
                </a:cubicBezTo>
                <a:cubicBezTo>
                  <a:pt x="522" y="787"/>
                  <a:pt x="529" y="784"/>
                  <a:pt x="536" y="782"/>
                </a:cubicBezTo>
                <a:cubicBezTo>
                  <a:pt x="594" y="740"/>
                  <a:pt x="604" y="733"/>
                  <a:pt x="613" y="727"/>
                </a:cubicBezTo>
                <a:cubicBezTo>
                  <a:pt x="629" y="708"/>
                  <a:pt x="626" y="710"/>
                  <a:pt x="623" y="712"/>
                </a:cubicBezTo>
                <a:cubicBezTo>
                  <a:pt x="614" y="719"/>
                  <a:pt x="612" y="720"/>
                  <a:pt x="611" y="720"/>
                </a:cubicBezTo>
                <a:cubicBezTo>
                  <a:pt x="602" y="727"/>
                  <a:pt x="602" y="731"/>
                  <a:pt x="598" y="733"/>
                </a:cubicBezTo>
                <a:cubicBezTo>
                  <a:pt x="578" y="747"/>
                  <a:pt x="571" y="752"/>
                  <a:pt x="564" y="757"/>
                </a:cubicBezTo>
                <a:cubicBezTo>
                  <a:pt x="528" y="774"/>
                  <a:pt x="524" y="782"/>
                  <a:pt x="521" y="779"/>
                </a:cubicBezTo>
                <a:cubicBezTo>
                  <a:pt x="466" y="806"/>
                  <a:pt x="462" y="809"/>
                  <a:pt x="459" y="809"/>
                </a:cubicBezTo>
                <a:cubicBezTo>
                  <a:pt x="423" y="827"/>
                  <a:pt x="420" y="825"/>
                  <a:pt x="416" y="827"/>
                </a:cubicBezTo>
                <a:cubicBezTo>
                  <a:pt x="347" y="870"/>
                  <a:pt x="336" y="878"/>
                  <a:pt x="325" y="885"/>
                </a:cubicBezTo>
                <a:cubicBezTo>
                  <a:pt x="302" y="902"/>
                  <a:pt x="299" y="905"/>
                  <a:pt x="297" y="904"/>
                </a:cubicBezTo>
                <a:cubicBezTo>
                  <a:pt x="342" y="859"/>
                  <a:pt x="352" y="856"/>
                  <a:pt x="352" y="851"/>
                </a:cubicBezTo>
                <a:cubicBezTo>
                  <a:pt x="384" y="833"/>
                  <a:pt x="390" y="829"/>
                  <a:pt x="403" y="820"/>
                </a:cubicBezTo>
                <a:cubicBezTo>
                  <a:pt x="434" y="799"/>
                  <a:pt x="448" y="797"/>
                  <a:pt x="456" y="791"/>
                </a:cubicBezTo>
                <a:cubicBezTo>
                  <a:pt x="491" y="772"/>
                  <a:pt x="498" y="776"/>
                  <a:pt x="509" y="765"/>
                </a:cubicBezTo>
                <a:cubicBezTo>
                  <a:pt x="550" y="750"/>
                  <a:pt x="561" y="743"/>
                  <a:pt x="571" y="740"/>
                </a:cubicBezTo>
                <a:cubicBezTo>
                  <a:pt x="650" y="685"/>
                  <a:pt x="651" y="680"/>
                  <a:pt x="658" y="677"/>
                </a:cubicBezTo>
                <a:cubicBezTo>
                  <a:pt x="663" y="670"/>
                  <a:pt x="651" y="676"/>
                  <a:pt x="643" y="686"/>
                </a:cubicBezTo>
                <a:cubicBezTo>
                  <a:pt x="557" y="738"/>
                  <a:pt x="549" y="738"/>
                  <a:pt x="541" y="745"/>
                </a:cubicBezTo>
                <a:cubicBezTo>
                  <a:pt x="457" y="783"/>
                  <a:pt x="447" y="787"/>
                  <a:pt x="438" y="789"/>
                </a:cubicBezTo>
                <a:cubicBezTo>
                  <a:pt x="417" y="807"/>
                  <a:pt x="409" y="804"/>
                  <a:pt x="401" y="811"/>
                </a:cubicBezTo>
                <a:cubicBezTo>
                  <a:pt x="339" y="851"/>
                  <a:pt x="338" y="856"/>
                  <a:pt x="329" y="860"/>
                </a:cubicBezTo>
                <a:cubicBezTo>
                  <a:pt x="311" y="871"/>
                  <a:pt x="311" y="863"/>
                  <a:pt x="308" y="866"/>
                </a:cubicBezTo>
                <a:cubicBezTo>
                  <a:pt x="324" y="849"/>
                  <a:pt x="327" y="851"/>
                  <a:pt x="327" y="847"/>
                </a:cubicBezTo>
                <a:cubicBezTo>
                  <a:pt x="429" y="785"/>
                  <a:pt x="430" y="783"/>
                  <a:pt x="438" y="779"/>
                </a:cubicBezTo>
                <a:cubicBezTo>
                  <a:pt x="489" y="753"/>
                  <a:pt x="491" y="753"/>
                  <a:pt x="494" y="751"/>
                </a:cubicBezTo>
                <a:cubicBezTo>
                  <a:pt x="546" y="730"/>
                  <a:pt x="551" y="722"/>
                  <a:pt x="554" y="725"/>
                </a:cubicBezTo>
                <a:cubicBezTo>
                  <a:pt x="553" y="723"/>
                  <a:pt x="551" y="717"/>
                  <a:pt x="547" y="723"/>
                </a:cubicBezTo>
                <a:cubicBezTo>
                  <a:pt x="515" y="736"/>
                  <a:pt x="513" y="732"/>
                  <a:pt x="509" y="735"/>
                </a:cubicBezTo>
                <a:cubicBezTo>
                  <a:pt x="487" y="740"/>
                  <a:pt x="482" y="748"/>
                  <a:pt x="479" y="745"/>
                </a:cubicBezTo>
                <a:cubicBezTo>
                  <a:pt x="397" y="793"/>
                  <a:pt x="390" y="796"/>
                  <a:pt x="382" y="800"/>
                </a:cubicBezTo>
                <a:cubicBezTo>
                  <a:pt x="344" y="825"/>
                  <a:pt x="339" y="829"/>
                  <a:pt x="334" y="833"/>
                </a:cubicBezTo>
                <a:cubicBezTo>
                  <a:pt x="346" y="804"/>
                  <a:pt x="361" y="789"/>
                  <a:pt x="375" y="781"/>
                </a:cubicBezTo>
                <a:cubicBezTo>
                  <a:pt x="397" y="767"/>
                  <a:pt x="400" y="765"/>
                  <a:pt x="404" y="763"/>
                </a:cubicBezTo>
                <a:cubicBezTo>
                  <a:pt x="478" y="727"/>
                  <a:pt x="484" y="727"/>
                  <a:pt x="492" y="721"/>
                </a:cubicBezTo>
                <a:cubicBezTo>
                  <a:pt x="514" y="719"/>
                  <a:pt x="521" y="711"/>
                  <a:pt x="527" y="713"/>
                </a:cubicBezTo>
                <a:cubicBezTo>
                  <a:pt x="573" y="696"/>
                  <a:pt x="580" y="692"/>
                  <a:pt x="587" y="689"/>
                </a:cubicBezTo>
                <a:cubicBezTo>
                  <a:pt x="627" y="664"/>
                  <a:pt x="637" y="667"/>
                  <a:pt x="634" y="660"/>
                </a:cubicBezTo>
                <a:cubicBezTo>
                  <a:pt x="534" y="701"/>
                  <a:pt x="528" y="701"/>
                  <a:pt x="521" y="705"/>
                </a:cubicBezTo>
                <a:cubicBezTo>
                  <a:pt x="490" y="707"/>
                  <a:pt x="495" y="713"/>
                  <a:pt x="501" y="707"/>
                </a:cubicBezTo>
                <a:cubicBezTo>
                  <a:pt x="543" y="697"/>
                  <a:pt x="550" y="686"/>
                  <a:pt x="556" y="687"/>
                </a:cubicBezTo>
                <a:cubicBezTo>
                  <a:pt x="578" y="682"/>
                  <a:pt x="584" y="677"/>
                  <a:pt x="590" y="677"/>
                </a:cubicBezTo>
                <a:cubicBezTo>
                  <a:pt x="643" y="648"/>
                  <a:pt x="657" y="643"/>
                  <a:pt x="673" y="629"/>
                </a:cubicBezTo>
                <a:cubicBezTo>
                  <a:pt x="647" y="645"/>
                  <a:pt x="643" y="645"/>
                  <a:pt x="641" y="645"/>
                </a:cubicBezTo>
                <a:cubicBezTo>
                  <a:pt x="611" y="659"/>
                  <a:pt x="604" y="666"/>
                  <a:pt x="597" y="667"/>
                </a:cubicBezTo>
                <a:cubicBezTo>
                  <a:pt x="556" y="675"/>
                  <a:pt x="551" y="687"/>
                  <a:pt x="549" y="682"/>
                </a:cubicBezTo>
                <a:cubicBezTo>
                  <a:pt x="516" y="695"/>
                  <a:pt x="514" y="691"/>
                  <a:pt x="510" y="696"/>
                </a:cubicBezTo>
                <a:cubicBezTo>
                  <a:pt x="487" y="704"/>
                  <a:pt x="483" y="706"/>
                  <a:pt x="480" y="705"/>
                </a:cubicBezTo>
                <a:cubicBezTo>
                  <a:pt x="454" y="716"/>
                  <a:pt x="446" y="720"/>
                  <a:pt x="441" y="723"/>
                </a:cubicBezTo>
                <a:cubicBezTo>
                  <a:pt x="430" y="731"/>
                  <a:pt x="427" y="727"/>
                  <a:pt x="423" y="731"/>
                </a:cubicBezTo>
                <a:cubicBezTo>
                  <a:pt x="386" y="755"/>
                  <a:pt x="382" y="753"/>
                  <a:pt x="377" y="757"/>
                </a:cubicBezTo>
                <a:cubicBezTo>
                  <a:pt x="347" y="769"/>
                  <a:pt x="358" y="764"/>
                  <a:pt x="366" y="758"/>
                </a:cubicBezTo>
                <a:cubicBezTo>
                  <a:pt x="409" y="728"/>
                  <a:pt x="417" y="725"/>
                  <a:pt x="425" y="718"/>
                </a:cubicBezTo>
                <a:cubicBezTo>
                  <a:pt x="571" y="656"/>
                  <a:pt x="601" y="640"/>
                  <a:pt x="630" y="626"/>
                </a:cubicBezTo>
                <a:cubicBezTo>
                  <a:pt x="661" y="605"/>
                  <a:pt x="663" y="601"/>
                  <a:pt x="664" y="599"/>
                </a:cubicBezTo>
                <a:cubicBezTo>
                  <a:pt x="642" y="607"/>
                  <a:pt x="637" y="615"/>
                  <a:pt x="632" y="617"/>
                </a:cubicBezTo>
                <a:cubicBezTo>
                  <a:pt x="575" y="644"/>
                  <a:pt x="557" y="653"/>
                  <a:pt x="540" y="659"/>
                </a:cubicBezTo>
                <a:cubicBezTo>
                  <a:pt x="479" y="687"/>
                  <a:pt x="471" y="684"/>
                  <a:pt x="462" y="691"/>
                </a:cubicBezTo>
                <a:cubicBezTo>
                  <a:pt x="418" y="713"/>
                  <a:pt x="415" y="715"/>
                  <a:pt x="412" y="717"/>
                </a:cubicBezTo>
                <a:cubicBezTo>
                  <a:pt x="381" y="734"/>
                  <a:pt x="377" y="737"/>
                  <a:pt x="373" y="740"/>
                </a:cubicBezTo>
                <a:cubicBezTo>
                  <a:pt x="385" y="720"/>
                  <a:pt x="404" y="707"/>
                  <a:pt x="421" y="696"/>
                </a:cubicBezTo>
                <a:cubicBezTo>
                  <a:pt x="473" y="672"/>
                  <a:pt x="478" y="677"/>
                  <a:pt x="484" y="670"/>
                </a:cubicBezTo>
                <a:cubicBezTo>
                  <a:pt x="519" y="657"/>
                  <a:pt x="524" y="659"/>
                  <a:pt x="529" y="654"/>
                </a:cubicBezTo>
                <a:cubicBezTo>
                  <a:pt x="603" y="622"/>
                  <a:pt x="611" y="619"/>
                  <a:pt x="619" y="615"/>
                </a:cubicBezTo>
                <a:cubicBezTo>
                  <a:pt x="667" y="570"/>
                  <a:pt x="677" y="568"/>
                  <a:pt x="675" y="564"/>
                </a:cubicBezTo>
                <a:cubicBezTo>
                  <a:pt x="719" y="542"/>
                  <a:pt x="725" y="539"/>
                  <a:pt x="730" y="537"/>
                </a:cubicBezTo>
                <a:cubicBezTo>
                  <a:pt x="742" y="527"/>
                  <a:pt x="737" y="530"/>
                  <a:pt x="732" y="533"/>
                </a:cubicBezTo>
                <a:cubicBezTo>
                  <a:pt x="706" y="538"/>
                  <a:pt x="703" y="542"/>
                  <a:pt x="700" y="544"/>
                </a:cubicBezTo>
                <a:cubicBezTo>
                  <a:pt x="637" y="575"/>
                  <a:pt x="629" y="578"/>
                  <a:pt x="622" y="585"/>
                </a:cubicBezTo>
                <a:cubicBezTo>
                  <a:pt x="557" y="616"/>
                  <a:pt x="550" y="611"/>
                  <a:pt x="543" y="615"/>
                </a:cubicBezTo>
                <a:cubicBezTo>
                  <a:pt x="514" y="623"/>
                  <a:pt x="507" y="625"/>
                  <a:pt x="499" y="630"/>
                </a:cubicBezTo>
                <a:cubicBezTo>
                  <a:pt x="469" y="641"/>
                  <a:pt x="463" y="637"/>
                  <a:pt x="455" y="644"/>
                </a:cubicBezTo>
                <a:cubicBezTo>
                  <a:pt x="432" y="653"/>
                  <a:pt x="426" y="659"/>
                  <a:pt x="422" y="658"/>
                </a:cubicBezTo>
                <a:cubicBezTo>
                  <a:pt x="410" y="660"/>
                  <a:pt x="410" y="653"/>
                  <a:pt x="416" y="648"/>
                </a:cubicBezTo>
                <a:cubicBezTo>
                  <a:pt x="439" y="640"/>
                  <a:pt x="445" y="628"/>
                  <a:pt x="447" y="633"/>
                </a:cubicBezTo>
                <a:cubicBezTo>
                  <a:pt x="502" y="611"/>
                  <a:pt x="513" y="606"/>
                  <a:pt x="523" y="605"/>
                </a:cubicBezTo>
                <a:cubicBezTo>
                  <a:pt x="597" y="583"/>
                  <a:pt x="606" y="581"/>
                  <a:pt x="615" y="576"/>
                </a:cubicBezTo>
                <a:cubicBezTo>
                  <a:pt x="655" y="561"/>
                  <a:pt x="660" y="548"/>
                  <a:pt x="663" y="553"/>
                </a:cubicBezTo>
                <a:cubicBezTo>
                  <a:pt x="715" y="530"/>
                  <a:pt x="721" y="528"/>
                  <a:pt x="727" y="527"/>
                </a:cubicBezTo>
                <a:cubicBezTo>
                  <a:pt x="736" y="512"/>
                  <a:pt x="727" y="524"/>
                  <a:pt x="720" y="520"/>
                </a:cubicBezTo>
                <a:cubicBezTo>
                  <a:pt x="677" y="533"/>
                  <a:pt x="673" y="536"/>
                  <a:pt x="668" y="537"/>
                </a:cubicBezTo>
                <a:cubicBezTo>
                  <a:pt x="603" y="571"/>
                  <a:pt x="600" y="575"/>
                  <a:pt x="598" y="573"/>
                </a:cubicBezTo>
                <a:cubicBezTo>
                  <a:pt x="555" y="592"/>
                  <a:pt x="552" y="588"/>
                  <a:pt x="549" y="589"/>
                </a:cubicBezTo>
                <a:cubicBezTo>
                  <a:pt x="507" y="600"/>
                  <a:pt x="504" y="601"/>
                  <a:pt x="501" y="601"/>
                </a:cubicBezTo>
                <a:cubicBezTo>
                  <a:pt x="462" y="618"/>
                  <a:pt x="456" y="620"/>
                  <a:pt x="449" y="622"/>
                </a:cubicBezTo>
                <a:cubicBezTo>
                  <a:pt x="427" y="627"/>
                  <a:pt x="429" y="624"/>
                  <a:pt x="432" y="622"/>
                </a:cubicBezTo>
                <a:cubicBezTo>
                  <a:pt x="464" y="601"/>
                  <a:pt x="476" y="596"/>
                  <a:pt x="488" y="594"/>
                </a:cubicBezTo>
                <a:cubicBezTo>
                  <a:pt x="519" y="583"/>
                  <a:pt x="522" y="582"/>
                  <a:pt x="525" y="584"/>
                </a:cubicBezTo>
                <a:cubicBezTo>
                  <a:pt x="550" y="574"/>
                  <a:pt x="557" y="572"/>
                  <a:pt x="563" y="571"/>
                </a:cubicBezTo>
                <a:cubicBezTo>
                  <a:pt x="588" y="560"/>
                  <a:pt x="594" y="562"/>
                  <a:pt x="600" y="559"/>
                </a:cubicBezTo>
                <a:cubicBezTo>
                  <a:pt x="645" y="537"/>
                  <a:pt x="651" y="541"/>
                  <a:pt x="657" y="535"/>
                </a:cubicBezTo>
                <a:cubicBezTo>
                  <a:pt x="670" y="528"/>
                  <a:pt x="672" y="530"/>
                  <a:pt x="671" y="528"/>
                </a:cubicBezTo>
                <a:cubicBezTo>
                  <a:pt x="707" y="510"/>
                  <a:pt x="711" y="502"/>
                  <a:pt x="714" y="502"/>
                </a:cubicBezTo>
                <a:cubicBezTo>
                  <a:pt x="729" y="486"/>
                  <a:pt x="743" y="485"/>
                  <a:pt x="736" y="481"/>
                </a:cubicBezTo>
                <a:cubicBezTo>
                  <a:pt x="686" y="515"/>
                  <a:pt x="684" y="515"/>
                  <a:pt x="682" y="515"/>
                </a:cubicBezTo>
                <a:cubicBezTo>
                  <a:pt x="660" y="525"/>
                  <a:pt x="654" y="529"/>
                  <a:pt x="648" y="532"/>
                </a:cubicBezTo>
                <a:cubicBezTo>
                  <a:pt x="622" y="542"/>
                  <a:pt x="616" y="542"/>
                  <a:pt x="609" y="548"/>
                </a:cubicBezTo>
                <a:cubicBezTo>
                  <a:pt x="569" y="562"/>
                  <a:pt x="566" y="558"/>
                  <a:pt x="563" y="561"/>
                </a:cubicBezTo>
                <a:cubicBezTo>
                  <a:pt x="541" y="567"/>
                  <a:pt x="537" y="572"/>
                  <a:pt x="535" y="570"/>
                </a:cubicBezTo>
                <a:cubicBezTo>
                  <a:pt x="474" y="591"/>
                  <a:pt x="469" y="587"/>
                  <a:pt x="462" y="592"/>
                </a:cubicBezTo>
                <a:cubicBezTo>
                  <a:pt x="459" y="582"/>
                  <a:pt x="465" y="573"/>
                  <a:pt x="468" y="576"/>
                </a:cubicBezTo>
                <a:cubicBezTo>
                  <a:pt x="497" y="562"/>
                  <a:pt x="501" y="567"/>
                  <a:pt x="506" y="564"/>
                </a:cubicBezTo>
                <a:cubicBezTo>
                  <a:pt x="546" y="554"/>
                  <a:pt x="550" y="555"/>
                  <a:pt x="555" y="550"/>
                </a:cubicBezTo>
                <a:cubicBezTo>
                  <a:pt x="621" y="530"/>
                  <a:pt x="639" y="521"/>
                  <a:pt x="656" y="514"/>
                </a:cubicBezTo>
                <a:cubicBezTo>
                  <a:pt x="724" y="468"/>
                  <a:pt x="727" y="472"/>
                  <a:pt x="731" y="467"/>
                </a:cubicBezTo>
                <a:cubicBezTo>
                  <a:pt x="698" y="479"/>
                  <a:pt x="675" y="497"/>
                  <a:pt x="653" y="506"/>
                </a:cubicBezTo>
                <a:cubicBezTo>
                  <a:pt x="569" y="540"/>
                  <a:pt x="564" y="539"/>
                  <a:pt x="557" y="543"/>
                </a:cubicBezTo>
                <a:cubicBezTo>
                  <a:pt x="520" y="547"/>
                  <a:pt x="515" y="554"/>
                  <a:pt x="512" y="552"/>
                </a:cubicBezTo>
                <a:cubicBezTo>
                  <a:pt x="473" y="562"/>
                  <a:pt x="469" y="568"/>
                  <a:pt x="466" y="563"/>
                </a:cubicBezTo>
                <a:cubicBezTo>
                  <a:pt x="498" y="545"/>
                  <a:pt x="497" y="541"/>
                  <a:pt x="502" y="539"/>
                </a:cubicBezTo>
                <a:cubicBezTo>
                  <a:pt x="563" y="520"/>
                  <a:pt x="573" y="516"/>
                  <a:pt x="581" y="519"/>
                </a:cubicBezTo>
                <a:cubicBezTo>
                  <a:pt x="612" y="506"/>
                  <a:pt x="616" y="505"/>
                  <a:pt x="619" y="506"/>
                </a:cubicBezTo>
                <a:cubicBezTo>
                  <a:pt x="736" y="443"/>
                  <a:pt x="752" y="427"/>
                  <a:pt x="767" y="422"/>
                </a:cubicBezTo>
                <a:cubicBezTo>
                  <a:pt x="792" y="398"/>
                  <a:pt x="801" y="398"/>
                  <a:pt x="799" y="388"/>
                </a:cubicBezTo>
                <a:cubicBezTo>
                  <a:pt x="779" y="406"/>
                  <a:pt x="773" y="410"/>
                  <a:pt x="771" y="411"/>
                </a:cubicBezTo>
                <a:cubicBezTo>
                  <a:pt x="764" y="417"/>
                  <a:pt x="760" y="419"/>
                  <a:pt x="757" y="421"/>
                </a:cubicBezTo>
                <a:cubicBezTo>
                  <a:pt x="698" y="461"/>
                  <a:pt x="694" y="459"/>
                  <a:pt x="692" y="461"/>
                </a:cubicBezTo>
                <a:cubicBezTo>
                  <a:pt x="645" y="481"/>
                  <a:pt x="642" y="485"/>
                  <a:pt x="639" y="487"/>
                </a:cubicBezTo>
                <a:cubicBezTo>
                  <a:pt x="607" y="499"/>
                  <a:pt x="602" y="499"/>
                  <a:pt x="597" y="503"/>
                </a:cubicBezTo>
                <a:cubicBezTo>
                  <a:pt x="580" y="505"/>
                  <a:pt x="572" y="510"/>
                  <a:pt x="564" y="509"/>
                </a:cubicBezTo>
                <a:cubicBezTo>
                  <a:pt x="507" y="529"/>
                  <a:pt x="504" y="529"/>
                  <a:pt x="501" y="530"/>
                </a:cubicBezTo>
                <a:cubicBezTo>
                  <a:pt x="511" y="516"/>
                  <a:pt x="516" y="516"/>
                  <a:pt x="521" y="510"/>
                </a:cubicBezTo>
                <a:cubicBezTo>
                  <a:pt x="560" y="498"/>
                  <a:pt x="569" y="498"/>
                  <a:pt x="580" y="493"/>
                </a:cubicBezTo>
                <a:cubicBezTo>
                  <a:pt x="646" y="472"/>
                  <a:pt x="652" y="467"/>
                  <a:pt x="658" y="468"/>
                </a:cubicBezTo>
                <a:cubicBezTo>
                  <a:pt x="762" y="408"/>
                  <a:pt x="771" y="401"/>
                  <a:pt x="780" y="395"/>
                </a:cubicBezTo>
                <a:cubicBezTo>
                  <a:pt x="794" y="385"/>
                  <a:pt x="799" y="381"/>
                  <a:pt x="804" y="378"/>
                </a:cubicBezTo>
                <a:cubicBezTo>
                  <a:pt x="816" y="362"/>
                  <a:pt x="807" y="368"/>
                  <a:pt x="799" y="374"/>
                </a:cubicBezTo>
                <a:cubicBezTo>
                  <a:pt x="785" y="381"/>
                  <a:pt x="780" y="387"/>
                  <a:pt x="777" y="392"/>
                </a:cubicBezTo>
                <a:cubicBezTo>
                  <a:pt x="741" y="412"/>
                  <a:pt x="732" y="416"/>
                  <a:pt x="722" y="424"/>
                </a:cubicBezTo>
                <a:cubicBezTo>
                  <a:pt x="700" y="442"/>
                  <a:pt x="692" y="439"/>
                  <a:pt x="689" y="441"/>
                </a:cubicBezTo>
                <a:cubicBezTo>
                  <a:pt x="614" y="471"/>
                  <a:pt x="613" y="473"/>
                  <a:pt x="607" y="476"/>
                </a:cubicBezTo>
                <a:cubicBezTo>
                  <a:pt x="566" y="485"/>
                  <a:pt x="556" y="494"/>
                  <a:pt x="549" y="491"/>
                </a:cubicBezTo>
                <a:cubicBezTo>
                  <a:pt x="513" y="502"/>
                  <a:pt x="508" y="511"/>
                  <a:pt x="505" y="508"/>
                </a:cubicBezTo>
                <a:cubicBezTo>
                  <a:pt x="524" y="490"/>
                  <a:pt x="526" y="487"/>
                  <a:pt x="528" y="486"/>
                </a:cubicBezTo>
                <a:cubicBezTo>
                  <a:pt x="546" y="478"/>
                  <a:pt x="555" y="473"/>
                  <a:pt x="564" y="467"/>
                </a:cubicBezTo>
                <a:cubicBezTo>
                  <a:pt x="585" y="466"/>
                  <a:pt x="592" y="460"/>
                  <a:pt x="598" y="460"/>
                </a:cubicBezTo>
                <a:cubicBezTo>
                  <a:pt x="650" y="440"/>
                  <a:pt x="653" y="444"/>
                  <a:pt x="657" y="440"/>
                </a:cubicBezTo>
                <a:cubicBezTo>
                  <a:pt x="729" y="408"/>
                  <a:pt x="743" y="399"/>
                  <a:pt x="758" y="389"/>
                </a:cubicBezTo>
                <a:cubicBezTo>
                  <a:pt x="794" y="357"/>
                  <a:pt x="790" y="359"/>
                  <a:pt x="778" y="369"/>
                </a:cubicBezTo>
                <a:cubicBezTo>
                  <a:pt x="742" y="393"/>
                  <a:pt x="737" y="396"/>
                  <a:pt x="732" y="400"/>
                </a:cubicBezTo>
                <a:cubicBezTo>
                  <a:pt x="693" y="417"/>
                  <a:pt x="690" y="418"/>
                  <a:pt x="687" y="420"/>
                </a:cubicBezTo>
                <a:cubicBezTo>
                  <a:pt x="629" y="438"/>
                  <a:pt x="622" y="447"/>
                  <a:pt x="618" y="443"/>
                </a:cubicBezTo>
                <a:cubicBezTo>
                  <a:pt x="587" y="455"/>
                  <a:pt x="575" y="459"/>
                  <a:pt x="564" y="457"/>
                </a:cubicBezTo>
                <a:cubicBezTo>
                  <a:pt x="544" y="467"/>
                  <a:pt x="539" y="470"/>
                  <a:pt x="534" y="470"/>
                </a:cubicBezTo>
                <a:cubicBezTo>
                  <a:pt x="590" y="434"/>
                  <a:pt x="594" y="439"/>
                  <a:pt x="599" y="435"/>
                </a:cubicBezTo>
                <a:cubicBezTo>
                  <a:pt x="658" y="416"/>
                  <a:pt x="669" y="411"/>
                  <a:pt x="679" y="409"/>
                </a:cubicBezTo>
                <a:cubicBezTo>
                  <a:pt x="766" y="359"/>
                  <a:pt x="770" y="356"/>
                  <a:pt x="786" y="346"/>
                </a:cubicBezTo>
                <a:cubicBezTo>
                  <a:pt x="788" y="337"/>
                  <a:pt x="773" y="348"/>
                  <a:pt x="758" y="359"/>
                </a:cubicBezTo>
                <a:cubicBezTo>
                  <a:pt x="666" y="405"/>
                  <a:pt x="659" y="405"/>
                  <a:pt x="650" y="410"/>
                </a:cubicBezTo>
                <a:cubicBezTo>
                  <a:pt x="579" y="427"/>
                  <a:pt x="571" y="435"/>
                  <a:pt x="566" y="429"/>
                </a:cubicBezTo>
                <a:cubicBezTo>
                  <a:pt x="586" y="418"/>
                  <a:pt x="591" y="422"/>
                  <a:pt x="597" y="419"/>
                </a:cubicBezTo>
                <a:cubicBezTo>
                  <a:pt x="623" y="411"/>
                  <a:pt x="627" y="405"/>
                  <a:pt x="629" y="408"/>
                </a:cubicBezTo>
                <a:cubicBezTo>
                  <a:pt x="674" y="391"/>
                  <a:pt x="674" y="383"/>
                  <a:pt x="679" y="385"/>
                </a:cubicBezTo>
                <a:cubicBezTo>
                  <a:pt x="709" y="372"/>
                  <a:pt x="714" y="369"/>
                  <a:pt x="719" y="365"/>
                </a:cubicBezTo>
                <a:cubicBezTo>
                  <a:pt x="790" y="326"/>
                  <a:pt x="800" y="319"/>
                  <a:pt x="808" y="316"/>
                </a:cubicBezTo>
                <a:cubicBezTo>
                  <a:pt x="851" y="294"/>
                  <a:pt x="848" y="291"/>
                  <a:pt x="852" y="289"/>
                </a:cubicBezTo>
                <a:cubicBezTo>
                  <a:pt x="847" y="287"/>
                  <a:pt x="848" y="290"/>
                  <a:pt x="845" y="292"/>
                </a:cubicBezTo>
                <a:cubicBezTo>
                  <a:pt x="796" y="312"/>
                  <a:pt x="785" y="320"/>
                  <a:pt x="775" y="325"/>
                </a:cubicBezTo>
                <a:cubicBezTo>
                  <a:pt x="686" y="371"/>
                  <a:pt x="681" y="378"/>
                  <a:pt x="677" y="376"/>
                </a:cubicBezTo>
                <a:cubicBezTo>
                  <a:pt x="647" y="386"/>
                  <a:pt x="644" y="390"/>
                  <a:pt x="642" y="391"/>
                </a:cubicBezTo>
                <a:cubicBezTo>
                  <a:pt x="602" y="407"/>
                  <a:pt x="598" y="406"/>
                  <a:pt x="593" y="409"/>
                </a:cubicBezTo>
                <a:cubicBezTo>
                  <a:pt x="585" y="406"/>
                  <a:pt x="586" y="411"/>
                  <a:pt x="589" y="407"/>
                </a:cubicBezTo>
                <a:cubicBezTo>
                  <a:pt x="637" y="379"/>
                  <a:pt x="661" y="368"/>
                  <a:pt x="684" y="361"/>
                </a:cubicBezTo>
                <a:cubicBezTo>
                  <a:pt x="714" y="348"/>
                  <a:pt x="717" y="344"/>
                  <a:pt x="720" y="343"/>
                </a:cubicBezTo>
                <a:cubicBezTo>
                  <a:pt x="761" y="318"/>
                  <a:pt x="780" y="313"/>
                  <a:pt x="794" y="303"/>
                </a:cubicBezTo>
                <a:cubicBezTo>
                  <a:pt x="837" y="288"/>
                  <a:pt x="847" y="283"/>
                  <a:pt x="845" y="279"/>
                </a:cubicBezTo>
                <a:cubicBezTo>
                  <a:pt x="748" y="324"/>
                  <a:pt x="743" y="322"/>
                  <a:pt x="738" y="327"/>
                </a:cubicBezTo>
                <a:cubicBezTo>
                  <a:pt x="712" y="340"/>
                  <a:pt x="702" y="341"/>
                  <a:pt x="692" y="348"/>
                </a:cubicBezTo>
                <a:cubicBezTo>
                  <a:pt x="671" y="360"/>
                  <a:pt x="667" y="355"/>
                  <a:pt x="661" y="360"/>
                </a:cubicBezTo>
                <a:cubicBezTo>
                  <a:pt x="628" y="371"/>
                  <a:pt x="625" y="375"/>
                  <a:pt x="623" y="373"/>
                </a:cubicBezTo>
                <a:cubicBezTo>
                  <a:pt x="602" y="380"/>
                  <a:pt x="603" y="375"/>
                  <a:pt x="608" y="379"/>
                </a:cubicBezTo>
                <a:cubicBezTo>
                  <a:pt x="635" y="363"/>
                  <a:pt x="640" y="358"/>
                  <a:pt x="645" y="355"/>
                </a:cubicBezTo>
                <a:cubicBezTo>
                  <a:pt x="690" y="337"/>
                  <a:pt x="695" y="339"/>
                  <a:pt x="702" y="336"/>
                </a:cubicBezTo>
                <a:cubicBezTo>
                  <a:pt x="778" y="299"/>
                  <a:pt x="789" y="291"/>
                  <a:pt x="800" y="284"/>
                </a:cubicBezTo>
                <a:cubicBezTo>
                  <a:pt x="823" y="265"/>
                  <a:pt x="817" y="270"/>
                  <a:pt x="810" y="275"/>
                </a:cubicBezTo>
                <a:cubicBezTo>
                  <a:pt x="745" y="308"/>
                  <a:pt x="744" y="312"/>
                  <a:pt x="735" y="317"/>
                </a:cubicBezTo>
                <a:cubicBezTo>
                  <a:pt x="706" y="325"/>
                  <a:pt x="698" y="329"/>
                  <a:pt x="692" y="328"/>
                </a:cubicBezTo>
                <a:cubicBezTo>
                  <a:pt x="631" y="353"/>
                  <a:pt x="625" y="359"/>
                  <a:pt x="621" y="355"/>
                </a:cubicBezTo>
                <a:cubicBezTo>
                  <a:pt x="645" y="341"/>
                  <a:pt x="649" y="339"/>
                  <a:pt x="654" y="336"/>
                </a:cubicBezTo>
                <a:cubicBezTo>
                  <a:pt x="697" y="321"/>
                  <a:pt x="705" y="316"/>
                  <a:pt x="713" y="313"/>
                </a:cubicBezTo>
                <a:cubicBezTo>
                  <a:pt x="745" y="297"/>
                  <a:pt x="753" y="295"/>
                  <a:pt x="761" y="291"/>
                </a:cubicBezTo>
                <a:cubicBezTo>
                  <a:pt x="803" y="262"/>
                  <a:pt x="807" y="264"/>
                  <a:pt x="806" y="261"/>
                </a:cubicBezTo>
                <a:cubicBezTo>
                  <a:pt x="839" y="233"/>
                  <a:pt x="843" y="230"/>
                  <a:pt x="847" y="226"/>
                </a:cubicBezTo>
                <a:cubicBezTo>
                  <a:pt x="796" y="261"/>
                  <a:pt x="788" y="266"/>
                  <a:pt x="779" y="272"/>
                </a:cubicBezTo>
                <a:cubicBezTo>
                  <a:pt x="668" y="319"/>
                  <a:pt x="661" y="325"/>
                  <a:pt x="655" y="325"/>
                </a:cubicBezTo>
                <a:cubicBezTo>
                  <a:pt x="643" y="332"/>
                  <a:pt x="643" y="326"/>
                  <a:pt x="646" y="322"/>
                </a:cubicBezTo>
                <a:cubicBezTo>
                  <a:pt x="668" y="316"/>
                  <a:pt x="674" y="313"/>
                  <a:pt x="679" y="313"/>
                </a:cubicBezTo>
                <a:cubicBezTo>
                  <a:pt x="789" y="253"/>
                  <a:pt x="800" y="245"/>
                  <a:pt x="811" y="238"/>
                </a:cubicBezTo>
                <a:cubicBezTo>
                  <a:pt x="830" y="217"/>
                  <a:pt x="839" y="215"/>
                  <a:pt x="836" y="212"/>
                </a:cubicBezTo>
                <a:cubicBezTo>
                  <a:pt x="826" y="221"/>
                  <a:pt x="818" y="219"/>
                  <a:pt x="815" y="227"/>
                </a:cubicBezTo>
                <a:cubicBezTo>
                  <a:pt x="759" y="262"/>
                  <a:pt x="739" y="275"/>
                  <a:pt x="719" y="284"/>
                </a:cubicBezTo>
                <a:cubicBezTo>
                  <a:pt x="673" y="305"/>
                  <a:pt x="671" y="306"/>
                  <a:pt x="668" y="306"/>
                </a:cubicBezTo>
                <a:cubicBezTo>
                  <a:pt x="711" y="282"/>
                  <a:pt x="719" y="273"/>
                  <a:pt x="727" y="271"/>
                </a:cubicBezTo>
                <a:cubicBezTo>
                  <a:pt x="797" y="226"/>
                  <a:pt x="805" y="220"/>
                  <a:pt x="813" y="214"/>
                </a:cubicBezTo>
                <a:cubicBezTo>
                  <a:pt x="850" y="175"/>
                  <a:pt x="861" y="172"/>
                  <a:pt x="859" y="168"/>
                </a:cubicBezTo>
                <a:close/>
                <a:moveTo>
                  <a:pt x="743" y="232"/>
                </a:moveTo>
                <a:cubicBezTo>
                  <a:pt x="748" y="239"/>
                  <a:pt x="733" y="238"/>
                  <a:pt x="728" y="246"/>
                </a:cubicBezTo>
                <a:cubicBezTo>
                  <a:pt x="725" y="238"/>
                  <a:pt x="737" y="240"/>
                  <a:pt x="743" y="232"/>
                </a:cubicBezTo>
                <a:close/>
                <a:moveTo>
                  <a:pt x="723" y="245"/>
                </a:moveTo>
                <a:cubicBezTo>
                  <a:pt x="723" y="251"/>
                  <a:pt x="713" y="252"/>
                  <a:pt x="710" y="254"/>
                </a:cubicBezTo>
                <a:cubicBezTo>
                  <a:pt x="709" y="248"/>
                  <a:pt x="719" y="247"/>
                  <a:pt x="723" y="245"/>
                </a:cubicBezTo>
                <a:close/>
                <a:moveTo>
                  <a:pt x="265" y="659"/>
                </a:moveTo>
                <a:cubicBezTo>
                  <a:pt x="262" y="656"/>
                  <a:pt x="263" y="654"/>
                  <a:pt x="262" y="651"/>
                </a:cubicBezTo>
                <a:cubicBezTo>
                  <a:pt x="260" y="649"/>
                  <a:pt x="256" y="646"/>
                  <a:pt x="259" y="644"/>
                </a:cubicBezTo>
                <a:cubicBezTo>
                  <a:pt x="256" y="643"/>
                  <a:pt x="254" y="641"/>
                  <a:pt x="252" y="638"/>
                </a:cubicBezTo>
                <a:cubicBezTo>
                  <a:pt x="252" y="636"/>
                  <a:pt x="252" y="634"/>
                  <a:pt x="250" y="635"/>
                </a:cubicBezTo>
                <a:cubicBezTo>
                  <a:pt x="248" y="631"/>
                  <a:pt x="248" y="627"/>
                  <a:pt x="243" y="623"/>
                </a:cubicBezTo>
                <a:cubicBezTo>
                  <a:pt x="245" y="617"/>
                  <a:pt x="243" y="617"/>
                  <a:pt x="239" y="613"/>
                </a:cubicBezTo>
                <a:cubicBezTo>
                  <a:pt x="241" y="610"/>
                  <a:pt x="236" y="605"/>
                  <a:pt x="236" y="601"/>
                </a:cubicBezTo>
                <a:cubicBezTo>
                  <a:pt x="231" y="592"/>
                  <a:pt x="230" y="592"/>
                  <a:pt x="223" y="581"/>
                </a:cubicBezTo>
                <a:cubicBezTo>
                  <a:pt x="215" y="572"/>
                  <a:pt x="216" y="564"/>
                  <a:pt x="207" y="555"/>
                </a:cubicBezTo>
                <a:cubicBezTo>
                  <a:pt x="203" y="545"/>
                  <a:pt x="204" y="543"/>
                  <a:pt x="195" y="532"/>
                </a:cubicBezTo>
                <a:cubicBezTo>
                  <a:pt x="199" y="528"/>
                  <a:pt x="191" y="523"/>
                  <a:pt x="193" y="519"/>
                </a:cubicBezTo>
                <a:cubicBezTo>
                  <a:pt x="188" y="514"/>
                  <a:pt x="192" y="510"/>
                  <a:pt x="188" y="505"/>
                </a:cubicBezTo>
                <a:cubicBezTo>
                  <a:pt x="187" y="496"/>
                  <a:pt x="184" y="487"/>
                  <a:pt x="181" y="478"/>
                </a:cubicBezTo>
                <a:cubicBezTo>
                  <a:pt x="189" y="478"/>
                  <a:pt x="185" y="488"/>
                  <a:pt x="189" y="492"/>
                </a:cubicBezTo>
                <a:cubicBezTo>
                  <a:pt x="191" y="498"/>
                  <a:pt x="194" y="504"/>
                  <a:pt x="193" y="509"/>
                </a:cubicBezTo>
                <a:cubicBezTo>
                  <a:pt x="200" y="517"/>
                  <a:pt x="199" y="523"/>
                  <a:pt x="207" y="531"/>
                </a:cubicBezTo>
                <a:cubicBezTo>
                  <a:pt x="210" y="535"/>
                  <a:pt x="208" y="538"/>
                  <a:pt x="209" y="541"/>
                </a:cubicBezTo>
                <a:cubicBezTo>
                  <a:pt x="213" y="542"/>
                  <a:pt x="214" y="546"/>
                  <a:pt x="213" y="549"/>
                </a:cubicBezTo>
                <a:cubicBezTo>
                  <a:pt x="220" y="554"/>
                  <a:pt x="218" y="557"/>
                  <a:pt x="224" y="565"/>
                </a:cubicBezTo>
                <a:cubicBezTo>
                  <a:pt x="227" y="574"/>
                  <a:pt x="233" y="584"/>
                  <a:pt x="237" y="593"/>
                </a:cubicBezTo>
                <a:cubicBezTo>
                  <a:pt x="239" y="596"/>
                  <a:pt x="241" y="598"/>
                  <a:pt x="243" y="601"/>
                </a:cubicBezTo>
                <a:cubicBezTo>
                  <a:pt x="243" y="603"/>
                  <a:pt x="243" y="605"/>
                  <a:pt x="245" y="604"/>
                </a:cubicBezTo>
                <a:cubicBezTo>
                  <a:pt x="246" y="609"/>
                  <a:pt x="245" y="613"/>
                  <a:pt x="250" y="618"/>
                </a:cubicBezTo>
                <a:cubicBezTo>
                  <a:pt x="253" y="627"/>
                  <a:pt x="261" y="637"/>
                  <a:pt x="263" y="646"/>
                </a:cubicBezTo>
                <a:cubicBezTo>
                  <a:pt x="271" y="655"/>
                  <a:pt x="270" y="664"/>
                  <a:pt x="275" y="673"/>
                </a:cubicBezTo>
                <a:cubicBezTo>
                  <a:pt x="268" y="673"/>
                  <a:pt x="271" y="663"/>
                  <a:pt x="265" y="659"/>
                </a:cubicBezTo>
                <a:close/>
                <a:moveTo>
                  <a:pt x="279" y="685"/>
                </a:moveTo>
                <a:cubicBezTo>
                  <a:pt x="279" y="692"/>
                  <a:pt x="278" y="682"/>
                  <a:pt x="274" y="679"/>
                </a:cubicBezTo>
                <a:cubicBezTo>
                  <a:pt x="273" y="676"/>
                  <a:pt x="276" y="678"/>
                  <a:pt x="277" y="679"/>
                </a:cubicBezTo>
                <a:cubicBezTo>
                  <a:pt x="278" y="681"/>
                  <a:pt x="279" y="683"/>
                  <a:pt x="281" y="684"/>
                </a:cubicBezTo>
                <a:cubicBezTo>
                  <a:pt x="280" y="685"/>
                  <a:pt x="280" y="685"/>
                  <a:pt x="279" y="685"/>
                </a:cubicBezTo>
                <a:close/>
                <a:moveTo>
                  <a:pt x="166" y="634"/>
                </a:moveTo>
                <a:cubicBezTo>
                  <a:pt x="162" y="637"/>
                  <a:pt x="166" y="630"/>
                  <a:pt x="161" y="628"/>
                </a:cubicBezTo>
                <a:cubicBezTo>
                  <a:pt x="168" y="628"/>
                  <a:pt x="168" y="638"/>
                  <a:pt x="172" y="642"/>
                </a:cubicBezTo>
                <a:cubicBezTo>
                  <a:pt x="168" y="645"/>
                  <a:pt x="166" y="636"/>
                  <a:pt x="166" y="634"/>
                </a:cubicBezTo>
                <a:close/>
                <a:moveTo>
                  <a:pt x="192" y="691"/>
                </a:moveTo>
                <a:cubicBezTo>
                  <a:pt x="192" y="690"/>
                  <a:pt x="191" y="690"/>
                  <a:pt x="190" y="691"/>
                </a:cubicBezTo>
                <a:cubicBezTo>
                  <a:pt x="187" y="685"/>
                  <a:pt x="184" y="679"/>
                  <a:pt x="184" y="673"/>
                </a:cubicBezTo>
                <a:cubicBezTo>
                  <a:pt x="190" y="669"/>
                  <a:pt x="184" y="681"/>
                  <a:pt x="189" y="677"/>
                </a:cubicBezTo>
                <a:cubicBezTo>
                  <a:pt x="189" y="682"/>
                  <a:pt x="193" y="688"/>
                  <a:pt x="194" y="693"/>
                </a:cubicBezTo>
                <a:cubicBezTo>
                  <a:pt x="195" y="695"/>
                  <a:pt x="196" y="696"/>
                  <a:pt x="197" y="698"/>
                </a:cubicBezTo>
                <a:cubicBezTo>
                  <a:pt x="200" y="705"/>
                  <a:pt x="188" y="693"/>
                  <a:pt x="192" y="691"/>
                </a:cubicBezTo>
                <a:close/>
                <a:moveTo>
                  <a:pt x="259" y="828"/>
                </a:moveTo>
                <a:cubicBezTo>
                  <a:pt x="258" y="824"/>
                  <a:pt x="255" y="820"/>
                  <a:pt x="256" y="817"/>
                </a:cubicBezTo>
                <a:cubicBezTo>
                  <a:pt x="247" y="810"/>
                  <a:pt x="247" y="797"/>
                  <a:pt x="241" y="789"/>
                </a:cubicBezTo>
                <a:cubicBezTo>
                  <a:pt x="233" y="777"/>
                  <a:pt x="228" y="766"/>
                  <a:pt x="224" y="755"/>
                </a:cubicBezTo>
                <a:cubicBezTo>
                  <a:pt x="220" y="751"/>
                  <a:pt x="217" y="746"/>
                  <a:pt x="214" y="742"/>
                </a:cubicBezTo>
                <a:cubicBezTo>
                  <a:pt x="212" y="737"/>
                  <a:pt x="211" y="732"/>
                  <a:pt x="208" y="727"/>
                </a:cubicBezTo>
                <a:cubicBezTo>
                  <a:pt x="206" y="724"/>
                  <a:pt x="208" y="722"/>
                  <a:pt x="205" y="719"/>
                </a:cubicBezTo>
                <a:cubicBezTo>
                  <a:pt x="202" y="720"/>
                  <a:pt x="204" y="715"/>
                  <a:pt x="201" y="717"/>
                </a:cubicBezTo>
                <a:cubicBezTo>
                  <a:pt x="203" y="712"/>
                  <a:pt x="194" y="705"/>
                  <a:pt x="199" y="701"/>
                </a:cubicBezTo>
                <a:cubicBezTo>
                  <a:pt x="207" y="710"/>
                  <a:pt x="207" y="720"/>
                  <a:pt x="217" y="725"/>
                </a:cubicBezTo>
                <a:cubicBezTo>
                  <a:pt x="214" y="728"/>
                  <a:pt x="222" y="733"/>
                  <a:pt x="220" y="736"/>
                </a:cubicBezTo>
                <a:cubicBezTo>
                  <a:pt x="220" y="739"/>
                  <a:pt x="227" y="743"/>
                  <a:pt x="224" y="745"/>
                </a:cubicBezTo>
                <a:cubicBezTo>
                  <a:pt x="228" y="751"/>
                  <a:pt x="231" y="757"/>
                  <a:pt x="232" y="763"/>
                </a:cubicBezTo>
                <a:cubicBezTo>
                  <a:pt x="242" y="777"/>
                  <a:pt x="242" y="783"/>
                  <a:pt x="252" y="798"/>
                </a:cubicBezTo>
                <a:cubicBezTo>
                  <a:pt x="255" y="807"/>
                  <a:pt x="256" y="808"/>
                  <a:pt x="261" y="817"/>
                </a:cubicBezTo>
                <a:cubicBezTo>
                  <a:pt x="258" y="822"/>
                  <a:pt x="264" y="829"/>
                  <a:pt x="265" y="836"/>
                </a:cubicBezTo>
                <a:cubicBezTo>
                  <a:pt x="259" y="838"/>
                  <a:pt x="262" y="830"/>
                  <a:pt x="259" y="828"/>
                </a:cubicBezTo>
                <a:close/>
                <a:moveTo>
                  <a:pt x="195" y="1053"/>
                </a:moveTo>
                <a:cubicBezTo>
                  <a:pt x="187" y="1053"/>
                  <a:pt x="194" y="1042"/>
                  <a:pt x="195" y="1053"/>
                </a:cubicBezTo>
                <a:close/>
                <a:moveTo>
                  <a:pt x="139" y="1162"/>
                </a:moveTo>
                <a:cubicBezTo>
                  <a:pt x="139" y="1162"/>
                  <a:pt x="135" y="1161"/>
                  <a:pt x="135" y="1160"/>
                </a:cubicBezTo>
                <a:cubicBezTo>
                  <a:pt x="135" y="1160"/>
                  <a:pt x="137" y="1159"/>
                  <a:pt x="137" y="1159"/>
                </a:cubicBezTo>
                <a:cubicBezTo>
                  <a:pt x="135" y="1156"/>
                  <a:pt x="134" y="1152"/>
                  <a:pt x="136" y="1155"/>
                </a:cubicBezTo>
                <a:cubicBezTo>
                  <a:pt x="138" y="1157"/>
                  <a:pt x="136" y="1158"/>
                  <a:pt x="137" y="1159"/>
                </a:cubicBezTo>
                <a:cubicBezTo>
                  <a:pt x="137" y="1159"/>
                  <a:pt x="146" y="1164"/>
                  <a:pt x="139" y="1162"/>
                </a:cubicBezTo>
                <a:close/>
                <a:moveTo>
                  <a:pt x="157" y="1194"/>
                </a:moveTo>
                <a:cubicBezTo>
                  <a:pt x="156" y="1188"/>
                  <a:pt x="151" y="1181"/>
                  <a:pt x="146" y="1175"/>
                </a:cubicBezTo>
                <a:cubicBezTo>
                  <a:pt x="148" y="1173"/>
                  <a:pt x="150" y="1179"/>
                  <a:pt x="153" y="1177"/>
                </a:cubicBezTo>
                <a:cubicBezTo>
                  <a:pt x="149" y="1182"/>
                  <a:pt x="165" y="1190"/>
                  <a:pt x="157" y="1194"/>
                </a:cubicBezTo>
                <a:close/>
                <a:moveTo>
                  <a:pt x="160" y="1194"/>
                </a:moveTo>
                <a:cubicBezTo>
                  <a:pt x="165" y="1194"/>
                  <a:pt x="164" y="1204"/>
                  <a:pt x="167" y="1208"/>
                </a:cubicBezTo>
                <a:cubicBezTo>
                  <a:pt x="161" y="1208"/>
                  <a:pt x="161" y="1198"/>
                  <a:pt x="160" y="1194"/>
                </a:cubicBezTo>
                <a:close/>
                <a:moveTo>
                  <a:pt x="120" y="1272"/>
                </a:moveTo>
                <a:cubicBezTo>
                  <a:pt x="122" y="1271"/>
                  <a:pt x="129" y="1274"/>
                  <a:pt x="125" y="1275"/>
                </a:cubicBezTo>
                <a:cubicBezTo>
                  <a:pt x="136" y="1289"/>
                  <a:pt x="127" y="1283"/>
                  <a:pt x="120" y="1272"/>
                </a:cubicBezTo>
                <a:close/>
                <a:moveTo>
                  <a:pt x="25" y="1215"/>
                </a:moveTo>
                <a:cubicBezTo>
                  <a:pt x="26" y="1214"/>
                  <a:pt x="27" y="1214"/>
                  <a:pt x="28" y="1213"/>
                </a:cubicBezTo>
                <a:cubicBezTo>
                  <a:pt x="29" y="1214"/>
                  <a:pt x="31" y="1216"/>
                  <a:pt x="32" y="1218"/>
                </a:cubicBezTo>
                <a:cubicBezTo>
                  <a:pt x="31" y="1218"/>
                  <a:pt x="30" y="1219"/>
                  <a:pt x="29" y="1220"/>
                </a:cubicBezTo>
                <a:cubicBezTo>
                  <a:pt x="27" y="1218"/>
                  <a:pt x="26" y="1217"/>
                  <a:pt x="25" y="1215"/>
                </a:cubicBezTo>
                <a:close/>
                <a:moveTo>
                  <a:pt x="121" y="1375"/>
                </a:moveTo>
                <a:cubicBezTo>
                  <a:pt x="117" y="1370"/>
                  <a:pt x="114" y="1365"/>
                  <a:pt x="110" y="1360"/>
                </a:cubicBezTo>
                <a:cubicBezTo>
                  <a:pt x="113" y="1358"/>
                  <a:pt x="116" y="1360"/>
                  <a:pt x="118" y="1364"/>
                </a:cubicBezTo>
                <a:cubicBezTo>
                  <a:pt x="122" y="1365"/>
                  <a:pt x="127" y="1372"/>
                  <a:pt x="121" y="1375"/>
                </a:cubicBezTo>
                <a:close/>
                <a:moveTo>
                  <a:pt x="156" y="1400"/>
                </a:moveTo>
                <a:cubicBezTo>
                  <a:pt x="154" y="1401"/>
                  <a:pt x="156" y="1399"/>
                  <a:pt x="154" y="1397"/>
                </a:cubicBezTo>
                <a:cubicBezTo>
                  <a:pt x="129" y="1364"/>
                  <a:pt x="125" y="1355"/>
                  <a:pt x="120" y="1353"/>
                </a:cubicBezTo>
                <a:cubicBezTo>
                  <a:pt x="103" y="1335"/>
                  <a:pt x="105" y="1329"/>
                  <a:pt x="98" y="1330"/>
                </a:cubicBezTo>
                <a:cubicBezTo>
                  <a:pt x="80" y="1305"/>
                  <a:pt x="82" y="1304"/>
                  <a:pt x="82" y="1304"/>
                </a:cubicBezTo>
                <a:cubicBezTo>
                  <a:pt x="72" y="1293"/>
                  <a:pt x="73" y="1290"/>
                  <a:pt x="72" y="1290"/>
                </a:cubicBezTo>
                <a:cubicBezTo>
                  <a:pt x="60" y="1278"/>
                  <a:pt x="63" y="1277"/>
                  <a:pt x="61" y="1275"/>
                </a:cubicBezTo>
                <a:cubicBezTo>
                  <a:pt x="44" y="1247"/>
                  <a:pt x="37" y="1241"/>
                  <a:pt x="37" y="1236"/>
                </a:cubicBezTo>
                <a:cubicBezTo>
                  <a:pt x="33" y="1223"/>
                  <a:pt x="41" y="1230"/>
                  <a:pt x="45" y="1233"/>
                </a:cubicBezTo>
                <a:cubicBezTo>
                  <a:pt x="83" y="1280"/>
                  <a:pt x="94" y="1291"/>
                  <a:pt x="101" y="1303"/>
                </a:cubicBezTo>
                <a:cubicBezTo>
                  <a:pt x="106" y="1310"/>
                  <a:pt x="104" y="1311"/>
                  <a:pt x="105" y="1312"/>
                </a:cubicBezTo>
                <a:cubicBezTo>
                  <a:pt x="117" y="1329"/>
                  <a:pt x="118" y="1327"/>
                  <a:pt x="119" y="1329"/>
                </a:cubicBezTo>
                <a:cubicBezTo>
                  <a:pt x="159" y="1413"/>
                  <a:pt x="159" y="1403"/>
                  <a:pt x="156" y="1400"/>
                </a:cubicBezTo>
                <a:close/>
                <a:moveTo>
                  <a:pt x="217" y="1325"/>
                </a:moveTo>
                <a:cubicBezTo>
                  <a:pt x="220" y="1327"/>
                  <a:pt x="210" y="1334"/>
                  <a:pt x="210" y="1328"/>
                </a:cubicBezTo>
                <a:cubicBezTo>
                  <a:pt x="212" y="1325"/>
                  <a:pt x="214" y="1327"/>
                  <a:pt x="217" y="1325"/>
                </a:cubicBezTo>
                <a:close/>
                <a:moveTo>
                  <a:pt x="182" y="1218"/>
                </a:moveTo>
                <a:cubicBezTo>
                  <a:pt x="188" y="1216"/>
                  <a:pt x="184" y="1224"/>
                  <a:pt x="189" y="1227"/>
                </a:cubicBezTo>
                <a:cubicBezTo>
                  <a:pt x="183" y="1229"/>
                  <a:pt x="184" y="1220"/>
                  <a:pt x="182" y="1218"/>
                </a:cubicBezTo>
                <a:close/>
                <a:moveTo>
                  <a:pt x="339" y="1330"/>
                </a:moveTo>
                <a:cubicBezTo>
                  <a:pt x="343" y="1334"/>
                  <a:pt x="348" y="1326"/>
                  <a:pt x="351" y="1333"/>
                </a:cubicBezTo>
                <a:cubicBezTo>
                  <a:pt x="345" y="1334"/>
                  <a:pt x="340" y="1333"/>
                  <a:pt x="334" y="1333"/>
                </a:cubicBezTo>
                <a:cubicBezTo>
                  <a:pt x="333" y="1331"/>
                  <a:pt x="337" y="1333"/>
                  <a:pt x="339" y="1330"/>
                </a:cubicBezTo>
                <a:close/>
                <a:moveTo>
                  <a:pt x="334" y="1341"/>
                </a:moveTo>
                <a:cubicBezTo>
                  <a:pt x="336" y="1340"/>
                  <a:pt x="338" y="1342"/>
                  <a:pt x="340" y="1342"/>
                </a:cubicBezTo>
                <a:cubicBezTo>
                  <a:pt x="342" y="1341"/>
                  <a:pt x="344" y="1342"/>
                  <a:pt x="346" y="1340"/>
                </a:cubicBezTo>
                <a:cubicBezTo>
                  <a:pt x="357" y="1342"/>
                  <a:pt x="367" y="1347"/>
                  <a:pt x="379" y="1338"/>
                </a:cubicBezTo>
                <a:cubicBezTo>
                  <a:pt x="387" y="1341"/>
                  <a:pt x="395" y="1339"/>
                  <a:pt x="403" y="1338"/>
                </a:cubicBezTo>
                <a:cubicBezTo>
                  <a:pt x="406" y="1343"/>
                  <a:pt x="399" y="1338"/>
                  <a:pt x="397" y="1342"/>
                </a:cubicBezTo>
                <a:cubicBezTo>
                  <a:pt x="395" y="1339"/>
                  <a:pt x="391" y="1345"/>
                  <a:pt x="389" y="1341"/>
                </a:cubicBezTo>
                <a:cubicBezTo>
                  <a:pt x="383" y="1345"/>
                  <a:pt x="378" y="1341"/>
                  <a:pt x="372" y="1345"/>
                </a:cubicBezTo>
                <a:cubicBezTo>
                  <a:pt x="367" y="1342"/>
                  <a:pt x="362" y="1346"/>
                  <a:pt x="357" y="1344"/>
                </a:cubicBezTo>
                <a:cubicBezTo>
                  <a:pt x="352" y="1342"/>
                  <a:pt x="346" y="1348"/>
                  <a:pt x="341" y="1343"/>
                </a:cubicBezTo>
                <a:cubicBezTo>
                  <a:pt x="335" y="1345"/>
                  <a:pt x="329" y="1350"/>
                  <a:pt x="324" y="1343"/>
                </a:cubicBezTo>
                <a:cubicBezTo>
                  <a:pt x="328" y="1342"/>
                  <a:pt x="330" y="1346"/>
                  <a:pt x="334" y="1341"/>
                </a:cubicBezTo>
                <a:close/>
                <a:moveTo>
                  <a:pt x="321" y="1343"/>
                </a:moveTo>
                <a:cubicBezTo>
                  <a:pt x="321" y="1351"/>
                  <a:pt x="310" y="1347"/>
                  <a:pt x="306" y="1349"/>
                </a:cubicBezTo>
                <a:cubicBezTo>
                  <a:pt x="300" y="1351"/>
                  <a:pt x="295" y="1352"/>
                  <a:pt x="290" y="1353"/>
                </a:cubicBezTo>
                <a:cubicBezTo>
                  <a:pt x="284" y="1355"/>
                  <a:pt x="278" y="1355"/>
                  <a:pt x="272" y="1359"/>
                </a:cubicBezTo>
                <a:cubicBezTo>
                  <a:pt x="267" y="1360"/>
                  <a:pt x="265" y="1364"/>
                  <a:pt x="258" y="1364"/>
                </a:cubicBezTo>
                <a:cubicBezTo>
                  <a:pt x="249" y="1371"/>
                  <a:pt x="241" y="1374"/>
                  <a:pt x="233" y="1377"/>
                </a:cubicBezTo>
                <a:cubicBezTo>
                  <a:pt x="216" y="1388"/>
                  <a:pt x="203" y="1400"/>
                  <a:pt x="192" y="1412"/>
                </a:cubicBezTo>
                <a:cubicBezTo>
                  <a:pt x="191" y="1414"/>
                  <a:pt x="190" y="1415"/>
                  <a:pt x="191" y="1417"/>
                </a:cubicBezTo>
                <a:cubicBezTo>
                  <a:pt x="188" y="1420"/>
                  <a:pt x="186" y="1418"/>
                  <a:pt x="188" y="1417"/>
                </a:cubicBezTo>
                <a:cubicBezTo>
                  <a:pt x="190" y="1412"/>
                  <a:pt x="191" y="1406"/>
                  <a:pt x="196" y="1401"/>
                </a:cubicBezTo>
                <a:cubicBezTo>
                  <a:pt x="197" y="1396"/>
                  <a:pt x="204" y="1391"/>
                  <a:pt x="205" y="1385"/>
                </a:cubicBezTo>
                <a:cubicBezTo>
                  <a:pt x="211" y="1384"/>
                  <a:pt x="216" y="1375"/>
                  <a:pt x="225" y="1370"/>
                </a:cubicBezTo>
                <a:cubicBezTo>
                  <a:pt x="235" y="1364"/>
                  <a:pt x="236" y="1365"/>
                  <a:pt x="246" y="1358"/>
                </a:cubicBezTo>
                <a:cubicBezTo>
                  <a:pt x="248" y="1361"/>
                  <a:pt x="252" y="1355"/>
                  <a:pt x="255" y="1356"/>
                </a:cubicBezTo>
                <a:cubicBezTo>
                  <a:pt x="258" y="1356"/>
                  <a:pt x="261" y="1355"/>
                  <a:pt x="264" y="1352"/>
                </a:cubicBezTo>
                <a:cubicBezTo>
                  <a:pt x="267" y="1356"/>
                  <a:pt x="272" y="1352"/>
                  <a:pt x="275" y="1354"/>
                </a:cubicBezTo>
                <a:cubicBezTo>
                  <a:pt x="291" y="1345"/>
                  <a:pt x="306" y="1348"/>
                  <a:pt x="321" y="1343"/>
                </a:cubicBezTo>
                <a:close/>
                <a:moveTo>
                  <a:pt x="193" y="1379"/>
                </a:moveTo>
                <a:cubicBezTo>
                  <a:pt x="192" y="1377"/>
                  <a:pt x="196" y="1374"/>
                  <a:pt x="198" y="1376"/>
                </a:cubicBezTo>
                <a:cubicBezTo>
                  <a:pt x="198" y="1371"/>
                  <a:pt x="203" y="1367"/>
                  <a:pt x="205" y="1363"/>
                </a:cubicBezTo>
                <a:cubicBezTo>
                  <a:pt x="211" y="1359"/>
                  <a:pt x="216" y="1355"/>
                  <a:pt x="221" y="1351"/>
                </a:cubicBezTo>
                <a:cubicBezTo>
                  <a:pt x="230" y="1347"/>
                  <a:pt x="237" y="1348"/>
                  <a:pt x="246" y="1341"/>
                </a:cubicBezTo>
                <a:cubicBezTo>
                  <a:pt x="251" y="1345"/>
                  <a:pt x="256" y="1336"/>
                  <a:pt x="262" y="1339"/>
                </a:cubicBezTo>
                <a:cubicBezTo>
                  <a:pt x="267" y="1334"/>
                  <a:pt x="271" y="1340"/>
                  <a:pt x="277" y="1336"/>
                </a:cubicBezTo>
                <a:cubicBezTo>
                  <a:pt x="286" y="1336"/>
                  <a:pt x="296" y="1336"/>
                  <a:pt x="305" y="1335"/>
                </a:cubicBezTo>
                <a:cubicBezTo>
                  <a:pt x="306" y="1338"/>
                  <a:pt x="303" y="1337"/>
                  <a:pt x="301" y="1338"/>
                </a:cubicBezTo>
                <a:cubicBezTo>
                  <a:pt x="298" y="1342"/>
                  <a:pt x="296" y="1337"/>
                  <a:pt x="293" y="1338"/>
                </a:cubicBezTo>
                <a:cubicBezTo>
                  <a:pt x="291" y="1341"/>
                  <a:pt x="290" y="1339"/>
                  <a:pt x="287" y="1340"/>
                </a:cubicBezTo>
                <a:cubicBezTo>
                  <a:pt x="284" y="1339"/>
                  <a:pt x="280" y="1341"/>
                  <a:pt x="275" y="1344"/>
                </a:cubicBezTo>
                <a:cubicBezTo>
                  <a:pt x="268" y="1341"/>
                  <a:pt x="260" y="1348"/>
                  <a:pt x="252" y="1346"/>
                </a:cubicBezTo>
                <a:cubicBezTo>
                  <a:pt x="250" y="1348"/>
                  <a:pt x="248" y="1349"/>
                  <a:pt x="246" y="1348"/>
                </a:cubicBezTo>
                <a:cubicBezTo>
                  <a:pt x="236" y="1354"/>
                  <a:pt x="235" y="1357"/>
                  <a:pt x="226" y="1357"/>
                </a:cubicBezTo>
                <a:cubicBezTo>
                  <a:pt x="224" y="1364"/>
                  <a:pt x="216" y="1364"/>
                  <a:pt x="214" y="1368"/>
                </a:cubicBezTo>
                <a:cubicBezTo>
                  <a:pt x="207" y="1371"/>
                  <a:pt x="208" y="1375"/>
                  <a:pt x="200" y="1376"/>
                </a:cubicBezTo>
                <a:cubicBezTo>
                  <a:pt x="199" y="1380"/>
                  <a:pt x="194" y="1384"/>
                  <a:pt x="191" y="1387"/>
                </a:cubicBezTo>
                <a:cubicBezTo>
                  <a:pt x="188" y="1384"/>
                  <a:pt x="189" y="1381"/>
                  <a:pt x="193" y="1379"/>
                </a:cubicBezTo>
                <a:close/>
                <a:moveTo>
                  <a:pt x="199" y="1139"/>
                </a:moveTo>
                <a:cubicBezTo>
                  <a:pt x="195" y="1136"/>
                  <a:pt x="199" y="1133"/>
                  <a:pt x="194" y="1130"/>
                </a:cubicBezTo>
                <a:cubicBezTo>
                  <a:pt x="196" y="1124"/>
                  <a:pt x="191" y="1118"/>
                  <a:pt x="192" y="1112"/>
                </a:cubicBezTo>
                <a:cubicBezTo>
                  <a:pt x="172" y="1082"/>
                  <a:pt x="156" y="1052"/>
                  <a:pt x="135" y="1027"/>
                </a:cubicBezTo>
                <a:cubicBezTo>
                  <a:pt x="131" y="1022"/>
                  <a:pt x="125" y="1019"/>
                  <a:pt x="121" y="1011"/>
                </a:cubicBezTo>
                <a:cubicBezTo>
                  <a:pt x="118" y="1006"/>
                  <a:pt x="120" y="1008"/>
                  <a:pt x="116" y="1004"/>
                </a:cubicBezTo>
                <a:cubicBezTo>
                  <a:pt x="114" y="1002"/>
                  <a:pt x="115" y="999"/>
                  <a:pt x="113" y="997"/>
                </a:cubicBezTo>
                <a:cubicBezTo>
                  <a:pt x="111" y="993"/>
                  <a:pt x="107" y="991"/>
                  <a:pt x="105" y="988"/>
                </a:cubicBezTo>
                <a:cubicBezTo>
                  <a:pt x="105" y="989"/>
                  <a:pt x="106" y="986"/>
                  <a:pt x="105" y="985"/>
                </a:cubicBezTo>
                <a:cubicBezTo>
                  <a:pt x="105" y="985"/>
                  <a:pt x="99" y="984"/>
                  <a:pt x="100" y="982"/>
                </a:cubicBezTo>
                <a:cubicBezTo>
                  <a:pt x="102" y="976"/>
                  <a:pt x="85" y="961"/>
                  <a:pt x="80" y="952"/>
                </a:cubicBezTo>
                <a:cubicBezTo>
                  <a:pt x="80" y="951"/>
                  <a:pt x="78" y="949"/>
                  <a:pt x="78" y="948"/>
                </a:cubicBezTo>
                <a:cubicBezTo>
                  <a:pt x="79" y="945"/>
                  <a:pt x="77" y="947"/>
                  <a:pt x="75" y="943"/>
                </a:cubicBezTo>
                <a:cubicBezTo>
                  <a:pt x="75" y="943"/>
                  <a:pt x="76" y="942"/>
                  <a:pt x="75" y="941"/>
                </a:cubicBezTo>
                <a:cubicBezTo>
                  <a:pt x="70" y="932"/>
                  <a:pt x="58" y="920"/>
                  <a:pt x="53" y="907"/>
                </a:cubicBezTo>
                <a:cubicBezTo>
                  <a:pt x="58" y="904"/>
                  <a:pt x="61" y="910"/>
                  <a:pt x="64" y="915"/>
                </a:cubicBezTo>
                <a:cubicBezTo>
                  <a:pt x="65" y="919"/>
                  <a:pt x="73" y="924"/>
                  <a:pt x="70" y="927"/>
                </a:cubicBezTo>
                <a:cubicBezTo>
                  <a:pt x="77" y="930"/>
                  <a:pt x="83" y="943"/>
                  <a:pt x="90" y="947"/>
                </a:cubicBezTo>
                <a:cubicBezTo>
                  <a:pt x="93" y="952"/>
                  <a:pt x="96" y="956"/>
                  <a:pt x="99" y="960"/>
                </a:cubicBezTo>
                <a:cubicBezTo>
                  <a:pt x="97" y="963"/>
                  <a:pt x="100" y="962"/>
                  <a:pt x="101" y="963"/>
                </a:cubicBezTo>
                <a:cubicBezTo>
                  <a:pt x="101" y="966"/>
                  <a:pt x="102" y="968"/>
                  <a:pt x="104" y="967"/>
                </a:cubicBezTo>
                <a:cubicBezTo>
                  <a:pt x="107" y="969"/>
                  <a:pt x="109" y="979"/>
                  <a:pt x="114" y="977"/>
                </a:cubicBezTo>
                <a:cubicBezTo>
                  <a:pt x="113" y="980"/>
                  <a:pt x="116" y="984"/>
                  <a:pt x="119" y="985"/>
                </a:cubicBezTo>
                <a:cubicBezTo>
                  <a:pt x="124" y="994"/>
                  <a:pt x="128" y="995"/>
                  <a:pt x="134" y="1006"/>
                </a:cubicBezTo>
                <a:cubicBezTo>
                  <a:pt x="140" y="1014"/>
                  <a:pt x="146" y="1022"/>
                  <a:pt x="152" y="1030"/>
                </a:cubicBezTo>
                <a:cubicBezTo>
                  <a:pt x="154" y="1034"/>
                  <a:pt x="156" y="1034"/>
                  <a:pt x="158" y="1035"/>
                </a:cubicBezTo>
                <a:cubicBezTo>
                  <a:pt x="159" y="1040"/>
                  <a:pt x="167" y="1051"/>
                  <a:pt x="174" y="1061"/>
                </a:cubicBezTo>
                <a:cubicBezTo>
                  <a:pt x="180" y="1075"/>
                  <a:pt x="188" y="1090"/>
                  <a:pt x="193" y="1104"/>
                </a:cubicBezTo>
                <a:cubicBezTo>
                  <a:pt x="196" y="1111"/>
                  <a:pt x="198" y="1118"/>
                  <a:pt x="198" y="1125"/>
                </a:cubicBezTo>
                <a:cubicBezTo>
                  <a:pt x="203" y="1132"/>
                  <a:pt x="203" y="1139"/>
                  <a:pt x="203" y="1145"/>
                </a:cubicBezTo>
                <a:cubicBezTo>
                  <a:pt x="199" y="1148"/>
                  <a:pt x="199" y="1140"/>
                  <a:pt x="199" y="1139"/>
                </a:cubicBezTo>
                <a:close/>
                <a:moveTo>
                  <a:pt x="228" y="1142"/>
                </a:moveTo>
                <a:cubicBezTo>
                  <a:pt x="236" y="1134"/>
                  <a:pt x="246" y="1126"/>
                  <a:pt x="252" y="1118"/>
                </a:cubicBezTo>
                <a:cubicBezTo>
                  <a:pt x="300" y="1093"/>
                  <a:pt x="301" y="1085"/>
                  <a:pt x="309" y="1081"/>
                </a:cubicBezTo>
                <a:cubicBezTo>
                  <a:pt x="462" y="985"/>
                  <a:pt x="471" y="976"/>
                  <a:pt x="485" y="967"/>
                </a:cubicBezTo>
                <a:cubicBezTo>
                  <a:pt x="503" y="945"/>
                  <a:pt x="507" y="947"/>
                  <a:pt x="510" y="941"/>
                </a:cubicBezTo>
                <a:cubicBezTo>
                  <a:pt x="557" y="905"/>
                  <a:pt x="553" y="907"/>
                  <a:pt x="551" y="909"/>
                </a:cubicBezTo>
                <a:cubicBezTo>
                  <a:pt x="517" y="950"/>
                  <a:pt x="499" y="964"/>
                  <a:pt x="486" y="978"/>
                </a:cubicBezTo>
                <a:cubicBezTo>
                  <a:pt x="437" y="1016"/>
                  <a:pt x="427" y="1019"/>
                  <a:pt x="415" y="1030"/>
                </a:cubicBezTo>
                <a:cubicBezTo>
                  <a:pt x="412" y="1032"/>
                  <a:pt x="412" y="1035"/>
                  <a:pt x="411" y="1035"/>
                </a:cubicBezTo>
                <a:cubicBezTo>
                  <a:pt x="371" y="1063"/>
                  <a:pt x="358" y="1069"/>
                  <a:pt x="346" y="1077"/>
                </a:cubicBezTo>
                <a:cubicBezTo>
                  <a:pt x="251" y="1133"/>
                  <a:pt x="244" y="1138"/>
                  <a:pt x="238" y="1142"/>
                </a:cubicBezTo>
                <a:cubicBezTo>
                  <a:pt x="217" y="1159"/>
                  <a:pt x="213" y="1164"/>
                  <a:pt x="208" y="1169"/>
                </a:cubicBezTo>
                <a:close/>
                <a:moveTo>
                  <a:pt x="223" y="1067"/>
                </a:moveTo>
                <a:cubicBezTo>
                  <a:pt x="223" y="1065"/>
                  <a:pt x="223" y="1063"/>
                  <a:pt x="221" y="1061"/>
                </a:cubicBezTo>
                <a:cubicBezTo>
                  <a:pt x="226" y="1059"/>
                  <a:pt x="229" y="1064"/>
                  <a:pt x="223" y="1067"/>
                </a:cubicBezTo>
                <a:close/>
                <a:moveTo>
                  <a:pt x="232" y="1100"/>
                </a:moveTo>
                <a:cubicBezTo>
                  <a:pt x="230" y="1094"/>
                  <a:pt x="242" y="1090"/>
                  <a:pt x="243" y="1085"/>
                </a:cubicBezTo>
                <a:cubicBezTo>
                  <a:pt x="362" y="999"/>
                  <a:pt x="360" y="990"/>
                  <a:pt x="366" y="989"/>
                </a:cubicBezTo>
                <a:cubicBezTo>
                  <a:pt x="390" y="969"/>
                  <a:pt x="398" y="972"/>
                  <a:pt x="400" y="969"/>
                </a:cubicBezTo>
                <a:cubicBezTo>
                  <a:pt x="434" y="942"/>
                  <a:pt x="438" y="946"/>
                  <a:pt x="443" y="940"/>
                </a:cubicBezTo>
                <a:cubicBezTo>
                  <a:pt x="503" y="895"/>
                  <a:pt x="520" y="886"/>
                  <a:pt x="537" y="875"/>
                </a:cubicBezTo>
                <a:cubicBezTo>
                  <a:pt x="594" y="856"/>
                  <a:pt x="595" y="858"/>
                  <a:pt x="592" y="860"/>
                </a:cubicBezTo>
                <a:cubicBezTo>
                  <a:pt x="575" y="865"/>
                  <a:pt x="573" y="867"/>
                  <a:pt x="571" y="865"/>
                </a:cubicBezTo>
                <a:cubicBezTo>
                  <a:pt x="463" y="940"/>
                  <a:pt x="448" y="949"/>
                  <a:pt x="432" y="965"/>
                </a:cubicBezTo>
                <a:cubicBezTo>
                  <a:pt x="322" y="1042"/>
                  <a:pt x="316" y="1041"/>
                  <a:pt x="309" y="1047"/>
                </a:cubicBezTo>
                <a:cubicBezTo>
                  <a:pt x="287" y="1062"/>
                  <a:pt x="287" y="1060"/>
                  <a:pt x="285" y="1062"/>
                </a:cubicBezTo>
                <a:cubicBezTo>
                  <a:pt x="261" y="1080"/>
                  <a:pt x="257" y="1087"/>
                  <a:pt x="255" y="1084"/>
                </a:cubicBezTo>
                <a:close/>
                <a:moveTo>
                  <a:pt x="231" y="1037"/>
                </a:moveTo>
                <a:cubicBezTo>
                  <a:pt x="230" y="1036"/>
                  <a:pt x="229" y="1035"/>
                  <a:pt x="228" y="1034"/>
                </a:cubicBezTo>
                <a:cubicBezTo>
                  <a:pt x="230" y="1033"/>
                  <a:pt x="231" y="1032"/>
                  <a:pt x="232" y="1032"/>
                </a:cubicBezTo>
                <a:cubicBezTo>
                  <a:pt x="232" y="1033"/>
                  <a:pt x="233" y="1034"/>
                  <a:pt x="234" y="1035"/>
                </a:cubicBezTo>
                <a:cubicBezTo>
                  <a:pt x="233" y="1036"/>
                  <a:pt x="232" y="1036"/>
                  <a:pt x="231" y="1037"/>
                </a:cubicBezTo>
                <a:close/>
                <a:moveTo>
                  <a:pt x="269" y="855"/>
                </a:moveTo>
                <a:cubicBezTo>
                  <a:pt x="270" y="855"/>
                  <a:pt x="267" y="849"/>
                  <a:pt x="267" y="849"/>
                </a:cubicBezTo>
                <a:cubicBezTo>
                  <a:pt x="269" y="847"/>
                  <a:pt x="275" y="856"/>
                  <a:pt x="269" y="855"/>
                </a:cubicBezTo>
                <a:close/>
                <a:moveTo>
                  <a:pt x="301" y="886"/>
                </a:moveTo>
                <a:cubicBezTo>
                  <a:pt x="298" y="882"/>
                  <a:pt x="298" y="880"/>
                  <a:pt x="302" y="877"/>
                </a:cubicBezTo>
                <a:cubicBezTo>
                  <a:pt x="305" y="881"/>
                  <a:pt x="305" y="884"/>
                  <a:pt x="301" y="886"/>
                </a:cubicBezTo>
                <a:close/>
                <a:moveTo>
                  <a:pt x="301" y="817"/>
                </a:moveTo>
                <a:cubicBezTo>
                  <a:pt x="301" y="815"/>
                  <a:pt x="302" y="814"/>
                  <a:pt x="301" y="812"/>
                </a:cubicBezTo>
                <a:cubicBezTo>
                  <a:pt x="300" y="808"/>
                  <a:pt x="305" y="812"/>
                  <a:pt x="303" y="813"/>
                </a:cubicBezTo>
                <a:cubicBezTo>
                  <a:pt x="305" y="816"/>
                  <a:pt x="303" y="818"/>
                  <a:pt x="306" y="821"/>
                </a:cubicBezTo>
                <a:cubicBezTo>
                  <a:pt x="305" y="825"/>
                  <a:pt x="306" y="829"/>
                  <a:pt x="308" y="834"/>
                </a:cubicBezTo>
                <a:cubicBezTo>
                  <a:pt x="300" y="833"/>
                  <a:pt x="306" y="822"/>
                  <a:pt x="301" y="817"/>
                </a:cubicBezTo>
                <a:close/>
                <a:moveTo>
                  <a:pt x="481" y="717"/>
                </a:moveTo>
                <a:cubicBezTo>
                  <a:pt x="482" y="721"/>
                  <a:pt x="472" y="722"/>
                  <a:pt x="468" y="723"/>
                </a:cubicBezTo>
                <a:cubicBezTo>
                  <a:pt x="467" y="719"/>
                  <a:pt x="478" y="718"/>
                  <a:pt x="481" y="717"/>
                </a:cubicBezTo>
                <a:close/>
                <a:moveTo>
                  <a:pt x="463" y="722"/>
                </a:moveTo>
                <a:cubicBezTo>
                  <a:pt x="465" y="726"/>
                  <a:pt x="456" y="728"/>
                  <a:pt x="455" y="728"/>
                </a:cubicBezTo>
                <a:cubicBezTo>
                  <a:pt x="452" y="724"/>
                  <a:pt x="461" y="722"/>
                  <a:pt x="463" y="722"/>
                </a:cubicBezTo>
                <a:close/>
                <a:moveTo>
                  <a:pt x="356" y="782"/>
                </a:moveTo>
                <a:cubicBezTo>
                  <a:pt x="358" y="781"/>
                  <a:pt x="359" y="780"/>
                  <a:pt x="361" y="778"/>
                </a:cubicBezTo>
                <a:cubicBezTo>
                  <a:pt x="368" y="777"/>
                  <a:pt x="358" y="783"/>
                  <a:pt x="356" y="785"/>
                </a:cubicBezTo>
                <a:cubicBezTo>
                  <a:pt x="353" y="786"/>
                  <a:pt x="354" y="783"/>
                  <a:pt x="356" y="782"/>
                </a:cubicBezTo>
                <a:close/>
                <a:moveTo>
                  <a:pt x="393" y="618"/>
                </a:moveTo>
                <a:cubicBezTo>
                  <a:pt x="387" y="621"/>
                  <a:pt x="392" y="614"/>
                  <a:pt x="388" y="612"/>
                </a:cubicBezTo>
                <a:cubicBezTo>
                  <a:pt x="392" y="609"/>
                  <a:pt x="392" y="617"/>
                  <a:pt x="393" y="618"/>
                </a:cubicBezTo>
                <a:close/>
                <a:moveTo>
                  <a:pt x="407" y="682"/>
                </a:moveTo>
                <a:cubicBezTo>
                  <a:pt x="410" y="678"/>
                  <a:pt x="412" y="674"/>
                  <a:pt x="418" y="671"/>
                </a:cubicBezTo>
                <a:cubicBezTo>
                  <a:pt x="450" y="660"/>
                  <a:pt x="454" y="654"/>
                  <a:pt x="457" y="653"/>
                </a:cubicBezTo>
                <a:cubicBezTo>
                  <a:pt x="483" y="644"/>
                  <a:pt x="490" y="641"/>
                  <a:pt x="496" y="639"/>
                </a:cubicBezTo>
                <a:cubicBezTo>
                  <a:pt x="536" y="628"/>
                  <a:pt x="539" y="625"/>
                  <a:pt x="543" y="625"/>
                </a:cubicBezTo>
                <a:cubicBezTo>
                  <a:pt x="574" y="618"/>
                  <a:pt x="580" y="613"/>
                  <a:pt x="586" y="614"/>
                </a:cubicBezTo>
                <a:cubicBezTo>
                  <a:pt x="673" y="563"/>
                  <a:pt x="672" y="564"/>
                  <a:pt x="671" y="565"/>
                </a:cubicBezTo>
                <a:cubicBezTo>
                  <a:pt x="622" y="601"/>
                  <a:pt x="616" y="610"/>
                  <a:pt x="597" y="618"/>
                </a:cubicBezTo>
                <a:cubicBezTo>
                  <a:pt x="544" y="639"/>
                  <a:pt x="541" y="643"/>
                  <a:pt x="537" y="644"/>
                </a:cubicBezTo>
                <a:cubicBezTo>
                  <a:pt x="519" y="649"/>
                  <a:pt x="512" y="654"/>
                  <a:pt x="505" y="655"/>
                </a:cubicBezTo>
                <a:cubicBezTo>
                  <a:pt x="445" y="679"/>
                  <a:pt x="427" y="685"/>
                  <a:pt x="408" y="693"/>
                </a:cubicBezTo>
                <a:cubicBezTo>
                  <a:pt x="383" y="709"/>
                  <a:pt x="384" y="706"/>
                  <a:pt x="383" y="704"/>
                </a:cubicBezTo>
                <a:cubicBezTo>
                  <a:pt x="397" y="688"/>
                  <a:pt x="401" y="686"/>
                  <a:pt x="403" y="684"/>
                </a:cubicBezTo>
                <a:close/>
                <a:moveTo>
                  <a:pt x="532" y="454"/>
                </a:moveTo>
                <a:cubicBezTo>
                  <a:pt x="532" y="450"/>
                  <a:pt x="531" y="447"/>
                  <a:pt x="535" y="444"/>
                </a:cubicBezTo>
                <a:cubicBezTo>
                  <a:pt x="538" y="448"/>
                  <a:pt x="536" y="451"/>
                  <a:pt x="532" y="454"/>
                </a:cubicBezTo>
                <a:close/>
                <a:moveTo>
                  <a:pt x="627" y="333"/>
                </a:moveTo>
                <a:cubicBezTo>
                  <a:pt x="626" y="331"/>
                  <a:pt x="628" y="329"/>
                  <a:pt x="627" y="326"/>
                </a:cubicBezTo>
                <a:cubicBezTo>
                  <a:pt x="631" y="324"/>
                  <a:pt x="631" y="332"/>
                  <a:pt x="627" y="333"/>
                </a:cubicBezTo>
                <a:close/>
                <a:moveTo>
                  <a:pt x="722" y="53"/>
                </a:moveTo>
                <a:cubicBezTo>
                  <a:pt x="723" y="56"/>
                  <a:pt x="721" y="59"/>
                  <a:pt x="718" y="61"/>
                </a:cubicBezTo>
                <a:cubicBezTo>
                  <a:pt x="713" y="58"/>
                  <a:pt x="719" y="56"/>
                  <a:pt x="722" y="53"/>
                </a:cubicBezTo>
                <a:close/>
                <a:moveTo>
                  <a:pt x="670" y="251"/>
                </a:moveTo>
                <a:cubicBezTo>
                  <a:pt x="668" y="255"/>
                  <a:pt x="668" y="260"/>
                  <a:pt x="668" y="264"/>
                </a:cubicBezTo>
                <a:cubicBezTo>
                  <a:pt x="664" y="281"/>
                  <a:pt x="657" y="284"/>
                  <a:pt x="658" y="289"/>
                </a:cubicBezTo>
                <a:cubicBezTo>
                  <a:pt x="652" y="296"/>
                  <a:pt x="652" y="292"/>
                  <a:pt x="653" y="288"/>
                </a:cubicBezTo>
                <a:cubicBezTo>
                  <a:pt x="661" y="245"/>
                  <a:pt x="661" y="237"/>
                  <a:pt x="665" y="230"/>
                </a:cubicBezTo>
                <a:cubicBezTo>
                  <a:pt x="666" y="215"/>
                  <a:pt x="662" y="210"/>
                  <a:pt x="666" y="207"/>
                </a:cubicBezTo>
                <a:cubicBezTo>
                  <a:pt x="670" y="171"/>
                  <a:pt x="675" y="168"/>
                  <a:pt x="674" y="164"/>
                </a:cubicBezTo>
                <a:cubicBezTo>
                  <a:pt x="679" y="136"/>
                  <a:pt x="684" y="129"/>
                  <a:pt x="685" y="122"/>
                </a:cubicBezTo>
                <a:cubicBezTo>
                  <a:pt x="704" y="89"/>
                  <a:pt x="704" y="75"/>
                  <a:pt x="716" y="63"/>
                </a:cubicBezTo>
                <a:cubicBezTo>
                  <a:pt x="709" y="86"/>
                  <a:pt x="708" y="91"/>
                  <a:pt x="704" y="96"/>
                </a:cubicBezTo>
                <a:cubicBezTo>
                  <a:pt x="684" y="166"/>
                  <a:pt x="687" y="171"/>
                  <a:pt x="684" y="174"/>
                </a:cubicBezTo>
                <a:cubicBezTo>
                  <a:pt x="678" y="204"/>
                  <a:pt x="677" y="208"/>
                  <a:pt x="678" y="213"/>
                </a:cubicBezTo>
                <a:cubicBezTo>
                  <a:pt x="672" y="242"/>
                  <a:pt x="669" y="246"/>
                  <a:pt x="670" y="251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  <a:alpha val="50000"/>
            </a:schemeClr>
          </a:solidFill>
          <a:ln>
            <a:noFill/>
          </a:ln>
        </p:spPr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476489" y="1503910"/>
            <a:ext cx="3230625" cy="1687924"/>
          </a:xfrm>
        </p:spPr>
        <p:txBody>
          <a:bodyPr anchor="b">
            <a:noAutofit/>
          </a:bodyPr>
          <a:lstStyle>
            <a:lvl1pPr>
              <a:lnSpc>
                <a:spcPct val="104000"/>
              </a:lnSpc>
              <a:defRPr sz="34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1" y="2"/>
            <a:ext cx="8102651" cy="6857999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476488" y="3223806"/>
            <a:ext cx="3227832" cy="2872194"/>
          </a:xfrm>
        </p:spPr>
        <p:txBody>
          <a:bodyPr/>
          <a:lstStyle>
            <a:lvl1pPr marL="0" indent="0">
              <a:spcBef>
                <a:spcPts val="14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476488" y="6291074"/>
            <a:ext cx="3227832" cy="365125"/>
          </a:xfrm>
        </p:spPr>
        <p:txBody>
          <a:bodyPr/>
          <a:lstStyle>
            <a:lvl1pPr algn="l">
              <a:defRPr/>
            </a:lvl1pPr>
          </a:lstStyle>
          <a:p>
            <a:fld id="{48A87A34-81AB-432B-8DAE-1953F412C126}" type="datetimeFigureOut">
              <a:rPr lang="en-US" smtClean="0"/>
              <a:t>1/2/2025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87731" y="6291074"/>
            <a:ext cx="7598664" cy="365125"/>
          </a:xfrm>
        </p:spPr>
        <p:txBody>
          <a:bodyPr/>
          <a:lstStyle>
            <a:lvl1pPr algn="l">
              <a:defRPr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476488" y="373607"/>
            <a:ext cx="3227832" cy="816482"/>
          </a:xfrm>
        </p:spPr>
        <p:txBody>
          <a:bodyPr anchor="t"/>
          <a:lstStyle>
            <a:lvl1pPr algn="l">
              <a:defRPr sz="4400"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0805040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1/2/2025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693898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 title="Feather"/>
          <p:cNvGrpSpPr/>
          <p:nvPr/>
        </p:nvGrpSpPr>
        <p:grpSpPr>
          <a:xfrm>
            <a:off x="400715" y="362425"/>
            <a:ext cx="3495979" cy="6204388"/>
            <a:chOff x="400714" y="362425"/>
            <a:chExt cx="3495979" cy="6204388"/>
          </a:xfrm>
        </p:grpSpPr>
        <p:sp>
          <p:nvSpPr>
            <p:cNvPr id="25" name="Freeform 5"/>
            <p:cNvSpPr>
              <a:spLocks noEditPoints="1"/>
            </p:cNvSpPr>
            <p:nvPr/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26" name="Freeform 15"/>
            <p:cNvSpPr>
              <a:spLocks noEditPoints="1"/>
            </p:cNvSpPr>
            <p:nvPr/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9277965" y="507037"/>
            <a:ext cx="1571627" cy="5339932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933701" y="524373"/>
            <a:ext cx="5959577" cy="5322596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9277966" y="6296617"/>
            <a:ext cx="2505996" cy="365125"/>
          </a:xfrm>
        </p:spPr>
        <p:txBody>
          <a:bodyPr/>
          <a:lstStyle/>
          <a:p>
            <a:fld id="{48A87A34-81AB-432B-8DAE-1953F412C126}" type="datetimeFigureOut">
              <a:rPr lang="en-US" smtClean="0"/>
              <a:t>1/2/2025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933701" y="6296617"/>
            <a:ext cx="5959577" cy="365125"/>
          </a:xfrm>
        </p:spPr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 rot="5400000">
            <a:off x="8734644" y="2853202"/>
            <a:ext cx="5383267" cy="604269"/>
          </a:xfrm>
        </p:spPr>
        <p:txBody>
          <a:bodyPr/>
          <a:lstStyle>
            <a:lvl1pPr algn="l">
              <a:defRPr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  <p:cxnSp>
        <p:nvCxnSpPr>
          <p:cNvPr id="7" name="Straight Connector 6" title="Rule Line"/>
          <p:cNvCxnSpPr/>
          <p:nvPr/>
        </p:nvCxnSpPr>
        <p:spPr>
          <a:xfrm>
            <a:off x="9111583" y="571504"/>
            <a:ext cx="0" cy="5275467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1460233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 title="Feathers"/>
          <p:cNvGrpSpPr/>
          <p:nvPr/>
        </p:nvGrpSpPr>
        <p:grpSpPr>
          <a:xfrm>
            <a:off x="400715" y="362425"/>
            <a:ext cx="3495979" cy="6204388"/>
            <a:chOff x="400714" y="362425"/>
            <a:chExt cx="3495979" cy="6204388"/>
          </a:xfrm>
        </p:grpSpPr>
        <p:sp>
          <p:nvSpPr>
            <p:cNvPr id="12" name="Freeform 5"/>
            <p:cNvSpPr>
              <a:spLocks noEditPoints="1"/>
            </p:cNvSpPr>
            <p:nvPr/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23" name="Freeform 15"/>
            <p:cNvSpPr>
              <a:spLocks noEditPoints="1"/>
            </p:cNvSpPr>
            <p:nvPr/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933701" y="568345"/>
            <a:ext cx="8770571" cy="156071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33701" y="2438400"/>
            <a:ext cx="8770571" cy="36515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961071" y="6296617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 baseline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fld id="{48A87A34-81AB-432B-8DAE-1953F412C126}" type="datetimeFigureOut">
              <a:rPr lang="en-US" smtClean="0"/>
              <a:pPr/>
              <a:t>1/2/2025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933701" y="6296617"/>
            <a:ext cx="56673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 baseline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512999" y="723330"/>
            <a:ext cx="1884348" cy="604269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4400" baseline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fld id="{6D22F896-40B5-4ADD-8801-0D06FADFA095}" type="slidenum">
              <a:rPr lang="en-US" smtClean="0"/>
              <a:pPr/>
              <a:t>‹#›</a:t>
            </a:fld>
            <a:endParaRPr lang="en-US" dirty="0"/>
          </a:p>
        </p:txBody>
      </p:sp>
      <p:cxnSp>
        <p:nvCxnSpPr>
          <p:cNvPr id="9" name="Straight Connector 8" title="Rule Line"/>
          <p:cNvCxnSpPr/>
          <p:nvPr/>
        </p:nvCxnSpPr>
        <p:spPr>
          <a:xfrm>
            <a:off x="2933701" y="2176009"/>
            <a:ext cx="8770571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98791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2" r:id="rId1"/>
    <p:sldLayoutId id="2147483743" r:id="rId2"/>
    <p:sldLayoutId id="2147483744" r:id="rId3"/>
    <p:sldLayoutId id="2147483745" r:id="rId4"/>
    <p:sldLayoutId id="2147483746" r:id="rId5"/>
    <p:sldLayoutId id="2147483747" r:id="rId6"/>
    <p:sldLayoutId id="2147483748" r:id="rId7"/>
    <p:sldLayoutId id="2147483749" r:id="rId8"/>
    <p:sldLayoutId id="2147483750" r:id="rId9"/>
    <p:sldLayoutId id="2147483751" r:id="rId10"/>
    <p:sldLayoutId id="2147483752" r:id="rId11"/>
  </p:sldLayoutIdLst>
  <p:txStyles>
    <p:titleStyle>
      <a:lvl1pPr algn="l" defTabSz="914400" rtl="0" eaLnBrk="1" latinLnBrk="0" hangingPunct="1">
        <a:lnSpc>
          <a:spcPct val="99000"/>
        </a:lnSpc>
        <a:spcBef>
          <a:spcPct val="0"/>
        </a:spcBef>
        <a:buNone/>
        <a:defRPr sz="4400" kern="1200">
          <a:solidFill>
            <a:schemeClr val="tx2">
              <a:lumMod val="75000"/>
              <a:lumOff val="25000"/>
            </a:schemeClr>
          </a:solidFill>
          <a:latin typeface="+mj-lt"/>
          <a:ea typeface="+mj-ea"/>
          <a:cs typeface="+mj-cs"/>
        </a:defRPr>
      </a:lvl1pPr>
    </p:titleStyle>
    <p:bodyStyle>
      <a:lvl1pPr marL="32004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2000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64008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800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96012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600" i="1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28016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160020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i="1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192024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6pPr>
      <a:lvl7pPr marL="224028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i="1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7pPr>
      <a:lvl8pPr marL="256032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8pPr>
      <a:lvl9pPr marL="288036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i="1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1848" userDrawn="1">
          <p15:clr>
            <a:srgbClr val="F26B43"/>
          </p15:clr>
        </p15:guide>
        <p15:guide id="2" orient="horz" pos="3960" userDrawn="1">
          <p15:clr>
            <a:srgbClr val="F26B43"/>
          </p15:clr>
        </p15:guide>
        <p15:guide id="3" orient="horz" pos="1536" userDrawn="1">
          <p15:clr>
            <a:srgbClr val="F26B43"/>
          </p15:clr>
        </p15:guide>
        <p15:guide id="4" orient="horz" pos="3840" userDrawn="1">
          <p15:clr>
            <a:srgbClr val="F26B43"/>
          </p15:clr>
        </p15:guide>
        <p15:guide id="5" pos="4416" userDrawn="1">
          <p15:clr>
            <a:srgbClr val="F26B43"/>
          </p15:clr>
        </p15:guide>
        <p15:guide id="6" pos="4800" userDrawn="1">
          <p15:clr>
            <a:srgbClr val="F26B43"/>
          </p15:clr>
        </p15:guide>
        <p15:guide id="7" orient="horz" pos="360" userDrawn="1">
          <p15:clr>
            <a:srgbClr val="F26B43"/>
          </p15:clr>
        </p15:guide>
        <p15:guide id="8" pos="7368" userDrawn="1">
          <p15:clr>
            <a:srgbClr val="F26B43"/>
          </p15:clr>
        </p15:guide>
        <p15:guide id="9" pos="24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.xml"/><Relationship Id="rId2" Type="http://schemas.openxmlformats.org/officeDocument/2006/relationships/diagramData" Target="../diagrams/data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.xml"/><Relationship Id="rId5" Type="http://schemas.openxmlformats.org/officeDocument/2006/relationships/diagramColors" Target="../diagrams/colors2.xml"/><Relationship Id="rId4" Type="http://schemas.openxmlformats.org/officeDocument/2006/relationships/diagramQuickStyle" Target="../diagrams/quickStyle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.xml"/><Relationship Id="rId2" Type="http://schemas.openxmlformats.org/officeDocument/2006/relationships/diagramData" Target="../diagrams/data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.xml"/><Relationship Id="rId5" Type="http://schemas.openxmlformats.org/officeDocument/2006/relationships/diagramColors" Target="../diagrams/colors3.xml"/><Relationship Id="rId4" Type="http://schemas.openxmlformats.org/officeDocument/2006/relationships/diagramQuickStyle" Target="../diagrams/quickStyle3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.xml"/><Relationship Id="rId2" Type="http://schemas.openxmlformats.org/officeDocument/2006/relationships/diagramData" Target="../diagrams/data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.xml"/><Relationship Id="rId5" Type="http://schemas.openxmlformats.org/officeDocument/2006/relationships/diagramColors" Target="../diagrams/colors4.xml"/><Relationship Id="rId4" Type="http://schemas.openxmlformats.org/officeDocument/2006/relationships/diagramQuickStyle" Target="../diagrams/quickStyle4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.xml"/><Relationship Id="rId2" Type="http://schemas.openxmlformats.org/officeDocument/2006/relationships/diagramData" Target="../diagrams/data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.xml"/><Relationship Id="rId5" Type="http://schemas.openxmlformats.org/officeDocument/2006/relationships/diagramColors" Target="../diagrams/colors5.xml"/><Relationship Id="rId4" Type="http://schemas.openxmlformats.org/officeDocument/2006/relationships/diagramQuickStyle" Target="../diagrams/quickStyle5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.xml"/><Relationship Id="rId2" Type="http://schemas.openxmlformats.org/officeDocument/2006/relationships/diagramData" Target="../diagrams/data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.xml"/><Relationship Id="rId5" Type="http://schemas.openxmlformats.org/officeDocument/2006/relationships/diagramColors" Target="../diagrams/colors6.xml"/><Relationship Id="rId4" Type="http://schemas.openxmlformats.org/officeDocument/2006/relationships/diagramQuickStyle" Target="../diagrams/quickStyle6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7.xml"/><Relationship Id="rId7" Type="http://schemas.microsoft.com/office/2007/relationships/diagramDrawing" Target="../diagrams/drawing7.xm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7.xml"/><Relationship Id="rId5" Type="http://schemas.openxmlformats.org/officeDocument/2006/relationships/diagramQuickStyle" Target="../diagrams/quickStyle7.xml"/><Relationship Id="rId4" Type="http://schemas.openxmlformats.org/officeDocument/2006/relationships/diagramLayout" Target="../diagrams/layout7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hyperlink" Target="https://bitcointalk.org/index.php?topic=3414598" TargetMode="External"/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.xml"/><Relationship Id="rId2" Type="http://schemas.openxmlformats.org/officeDocument/2006/relationships/diagramData" Target="../diagrams/data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.xml"/><Relationship Id="rId5" Type="http://schemas.openxmlformats.org/officeDocument/2006/relationships/diagramColors" Target="../diagrams/colors8.xml"/><Relationship Id="rId4" Type="http://schemas.openxmlformats.org/officeDocument/2006/relationships/diagramQuickStyle" Target="../diagrams/quickStyle8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9.xml"/><Relationship Id="rId7" Type="http://schemas.microsoft.com/office/2007/relationships/diagramDrawing" Target="../diagrams/drawing9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9.xml"/><Relationship Id="rId5" Type="http://schemas.openxmlformats.org/officeDocument/2006/relationships/diagramQuickStyle" Target="../diagrams/quickStyle9.xml"/><Relationship Id="rId4" Type="http://schemas.openxmlformats.org/officeDocument/2006/relationships/diagramLayout" Target="../diagrams/layout9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0.xml"/><Relationship Id="rId7" Type="http://schemas.microsoft.com/office/2007/relationships/diagramDrawing" Target="../diagrams/drawing10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10.xml"/><Relationship Id="rId5" Type="http://schemas.openxmlformats.org/officeDocument/2006/relationships/diagramQuickStyle" Target="../diagrams/quickStyle10.xml"/><Relationship Id="rId4" Type="http://schemas.openxmlformats.org/officeDocument/2006/relationships/diagramLayout" Target="../diagrams/layout10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1.xml"/><Relationship Id="rId7" Type="http://schemas.microsoft.com/office/2007/relationships/diagramDrawing" Target="../diagrams/drawing11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11.xml"/><Relationship Id="rId5" Type="http://schemas.openxmlformats.org/officeDocument/2006/relationships/diagramQuickStyle" Target="../diagrams/quickStyle11.xml"/><Relationship Id="rId4" Type="http://schemas.openxmlformats.org/officeDocument/2006/relationships/diagramLayout" Target="../diagrams/layout11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2.xml"/><Relationship Id="rId7" Type="http://schemas.microsoft.com/office/2007/relationships/diagramDrawing" Target="../diagrams/drawing12.xm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12.xml"/><Relationship Id="rId5" Type="http://schemas.openxmlformats.org/officeDocument/2006/relationships/diagramQuickStyle" Target="../diagrams/quickStyle12.xml"/><Relationship Id="rId4" Type="http://schemas.openxmlformats.org/officeDocument/2006/relationships/diagramLayout" Target="../diagrams/layout1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3.xml"/><Relationship Id="rId7" Type="http://schemas.microsoft.com/office/2007/relationships/diagramDrawing" Target="../diagrams/drawing13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13.xml"/><Relationship Id="rId5" Type="http://schemas.openxmlformats.org/officeDocument/2006/relationships/diagramQuickStyle" Target="../diagrams/quickStyle13.xml"/><Relationship Id="rId4" Type="http://schemas.openxmlformats.org/officeDocument/2006/relationships/diagramLayout" Target="../diagrams/layout1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4.xml"/><Relationship Id="rId2" Type="http://schemas.openxmlformats.org/officeDocument/2006/relationships/diagramData" Target="../diagrams/data1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4.xml"/><Relationship Id="rId5" Type="http://schemas.openxmlformats.org/officeDocument/2006/relationships/diagramColors" Target="../diagrams/colors14.xml"/><Relationship Id="rId4" Type="http://schemas.openxmlformats.org/officeDocument/2006/relationships/diagramQuickStyle" Target="../diagrams/quickStyle14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5.xml"/><Relationship Id="rId2" Type="http://schemas.openxmlformats.org/officeDocument/2006/relationships/diagramData" Target="../diagrams/data1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5.xml"/><Relationship Id="rId5" Type="http://schemas.openxmlformats.org/officeDocument/2006/relationships/diagramColors" Target="../diagrams/colors15.xml"/><Relationship Id="rId4" Type="http://schemas.openxmlformats.org/officeDocument/2006/relationships/diagramQuickStyle" Target="../diagrams/quickStyle15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6.xml"/><Relationship Id="rId2" Type="http://schemas.openxmlformats.org/officeDocument/2006/relationships/diagramData" Target="../diagrams/data1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6.xml"/><Relationship Id="rId5" Type="http://schemas.openxmlformats.org/officeDocument/2006/relationships/diagramColors" Target="../diagrams/colors16.xml"/><Relationship Id="rId4" Type="http://schemas.openxmlformats.org/officeDocument/2006/relationships/diagramQuickStyle" Target="../diagrams/quickStyle16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7.xml"/><Relationship Id="rId2" Type="http://schemas.openxmlformats.org/officeDocument/2006/relationships/diagramData" Target="../diagrams/data1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7.xml"/><Relationship Id="rId5" Type="http://schemas.openxmlformats.org/officeDocument/2006/relationships/diagramColors" Target="../diagrams/colors17.xml"/><Relationship Id="rId4" Type="http://schemas.openxmlformats.org/officeDocument/2006/relationships/diagramQuickStyle" Target="../diagrams/quickStyle1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8.xml"/><Relationship Id="rId2" Type="http://schemas.openxmlformats.org/officeDocument/2006/relationships/diagramData" Target="../diagrams/data1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8.xml"/><Relationship Id="rId5" Type="http://schemas.openxmlformats.org/officeDocument/2006/relationships/diagramColors" Target="../diagrams/colors18.xml"/><Relationship Id="rId4" Type="http://schemas.openxmlformats.org/officeDocument/2006/relationships/diagramQuickStyle" Target="../diagrams/quickStyle18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9.xml"/><Relationship Id="rId2" Type="http://schemas.openxmlformats.org/officeDocument/2006/relationships/diagramData" Target="../diagrams/data1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9.xml"/><Relationship Id="rId5" Type="http://schemas.openxmlformats.org/officeDocument/2006/relationships/diagramColors" Target="../diagrams/colors19.xml"/><Relationship Id="rId4" Type="http://schemas.openxmlformats.org/officeDocument/2006/relationships/diagramQuickStyle" Target="../diagrams/quickStyle19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20.xml"/><Relationship Id="rId7" Type="http://schemas.microsoft.com/office/2007/relationships/diagramDrawing" Target="../diagrams/drawing20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20.xml"/><Relationship Id="rId5" Type="http://schemas.openxmlformats.org/officeDocument/2006/relationships/diagramQuickStyle" Target="../diagrams/quickStyle20.xml"/><Relationship Id="rId4" Type="http://schemas.openxmlformats.org/officeDocument/2006/relationships/diagramLayout" Target="../diagrams/layout20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1.xml"/><Relationship Id="rId2" Type="http://schemas.openxmlformats.org/officeDocument/2006/relationships/diagramData" Target="../diagrams/data2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1.xml"/><Relationship Id="rId5" Type="http://schemas.openxmlformats.org/officeDocument/2006/relationships/diagramColors" Target="../diagrams/colors21.xml"/><Relationship Id="rId4" Type="http://schemas.openxmlformats.org/officeDocument/2006/relationships/diagramQuickStyle" Target="../diagrams/quickStyle21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2.xml"/><Relationship Id="rId2" Type="http://schemas.openxmlformats.org/officeDocument/2006/relationships/diagramData" Target="../diagrams/data2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2.xml"/><Relationship Id="rId5" Type="http://schemas.openxmlformats.org/officeDocument/2006/relationships/diagramColors" Target="../diagrams/colors22.xml"/><Relationship Id="rId4" Type="http://schemas.openxmlformats.org/officeDocument/2006/relationships/diagramQuickStyle" Target="../diagrams/quickStyle2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3.xml"/><Relationship Id="rId2" Type="http://schemas.openxmlformats.org/officeDocument/2006/relationships/diagramData" Target="../diagrams/data2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3.xml"/><Relationship Id="rId5" Type="http://schemas.openxmlformats.org/officeDocument/2006/relationships/diagramColors" Target="../diagrams/colors23.xml"/><Relationship Id="rId4" Type="http://schemas.openxmlformats.org/officeDocument/2006/relationships/diagramQuickStyle" Target="../diagrams/quickStyle23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4.xml"/><Relationship Id="rId2" Type="http://schemas.openxmlformats.org/officeDocument/2006/relationships/diagramData" Target="../diagrams/data2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4.xml"/><Relationship Id="rId5" Type="http://schemas.openxmlformats.org/officeDocument/2006/relationships/diagramColors" Target="../diagrams/colors24.xml"/><Relationship Id="rId4" Type="http://schemas.openxmlformats.org/officeDocument/2006/relationships/diagramQuickStyle" Target="../diagrams/quickStyle24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5.xml"/><Relationship Id="rId2" Type="http://schemas.openxmlformats.org/officeDocument/2006/relationships/diagramData" Target="../diagrams/data2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5.xml"/><Relationship Id="rId5" Type="http://schemas.openxmlformats.org/officeDocument/2006/relationships/diagramColors" Target="../diagrams/colors25.xml"/><Relationship Id="rId4" Type="http://schemas.openxmlformats.org/officeDocument/2006/relationships/diagramQuickStyle" Target="../diagrams/quickStyle25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6.xml"/><Relationship Id="rId2" Type="http://schemas.openxmlformats.org/officeDocument/2006/relationships/diagramData" Target="../diagrams/data2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6.xml"/><Relationship Id="rId5" Type="http://schemas.openxmlformats.org/officeDocument/2006/relationships/diagramColors" Target="../diagrams/colors26.xml"/><Relationship Id="rId4" Type="http://schemas.openxmlformats.org/officeDocument/2006/relationships/diagramQuickStyle" Target="../diagrams/quickStyle26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7.xml"/><Relationship Id="rId2" Type="http://schemas.openxmlformats.org/officeDocument/2006/relationships/diagramData" Target="../diagrams/data2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7.xml"/><Relationship Id="rId5" Type="http://schemas.openxmlformats.org/officeDocument/2006/relationships/diagramColors" Target="../diagrams/colors27.xml"/><Relationship Id="rId4" Type="http://schemas.openxmlformats.org/officeDocument/2006/relationships/diagramQuickStyle" Target="../diagrams/quickStyle2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8.xml"/><Relationship Id="rId2" Type="http://schemas.openxmlformats.org/officeDocument/2006/relationships/diagramData" Target="../diagrams/data2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8.xml"/><Relationship Id="rId5" Type="http://schemas.openxmlformats.org/officeDocument/2006/relationships/diagramColors" Target="../diagrams/colors28.xml"/><Relationship Id="rId4" Type="http://schemas.openxmlformats.org/officeDocument/2006/relationships/diagramQuickStyle" Target="../diagrams/quickStyle28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9.xml"/><Relationship Id="rId2" Type="http://schemas.openxmlformats.org/officeDocument/2006/relationships/diagramData" Target="../diagrams/data2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9.xml"/><Relationship Id="rId5" Type="http://schemas.openxmlformats.org/officeDocument/2006/relationships/diagramColors" Target="../diagrams/colors29.xml"/><Relationship Id="rId4" Type="http://schemas.openxmlformats.org/officeDocument/2006/relationships/diagramQuickStyle" Target="../diagrams/quickStyle29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0.xml"/><Relationship Id="rId2" Type="http://schemas.openxmlformats.org/officeDocument/2006/relationships/diagramData" Target="../diagrams/data3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0.xml"/><Relationship Id="rId5" Type="http://schemas.openxmlformats.org/officeDocument/2006/relationships/diagramColors" Target="../diagrams/colors30.xml"/><Relationship Id="rId4" Type="http://schemas.openxmlformats.org/officeDocument/2006/relationships/diagramQuickStyle" Target="../diagrams/quickStyle30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1.xml"/><Relationship Id="rId2" Type="http://schemas.openxmlformats.org/officeDocument/2006/relationships/diagramData" Target="../diagrams/data3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1.xml"/><Relationship Id="rId5" Type="http://schemas.openxmlformats.org/officeDocument/2006/relationships/diagramColors" Target="../diagrams/colors31.xml"/><Relationship Id="rId4" Type="http://schemas.openxmlformats.org/officeDocument/2006/relationships/diagramQuickStyle" Target="../diagrams/quickStyle31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2.xml"/><Relationship Id="rId2" Type="http://schemas.openxmlformats.org/officeDocument/2006/relationships/diagramData" Target="../diagrams/data3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2.xml"/><Relationship Id="rId5" Type="http://schemas.openxmlformats.org/officeDocument/2006/relationships/diagramColors" Target="../diagrams/colors32.xml"/><Relationship Id="rId4" Type="http://schemas.openxmlformats.org/officeDocument/2006/relationships/diagramQuickStyle" Target="../diagrams/quickStyle32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3.xml"/><Relationship Id="rId2" Type="http://schemas.openxmlformats.org/officeDocument/2006/relationships/diagramData" Target="../diagrams/data3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3.xml"/><Relationship Id="rId5" Type="http://schemas.openxmlformats.org/officeDocument/2006/relationships/diagramColors" Target="../diagrams/colors33.xml"/><Relationship Id="rId4" Type="http://schemas.openxmlformats.org/officeDocument/2006/relationships/diagramQuickStyle" Target="../diagrams/quickStyle33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4.xml"/><Relationship Id="rId2" Type="http://schemas.openxmlformats.org/officeDocument/2006/relationships/diagramData" Target="../diagrams/data3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4.xml"/><Relationship Id="rId5" Type="http://schemas.openxmlformats.org/officeDocument/2006/relationships/diagramColors" Target="../diagrams/colors34.xml"/><Relationship Id="rId4" Type="http://schemas.openxmlformats.org/officeDocument/2006/relationships/diagramQuickStyle" Target="../diagrams/quickStyle34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5.xml"/><Relationship Id="rId2" Type="http://schemas.openxmlformats.org/officeDocument/2006/relationships/diagramData" Target="../diagrams/data3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5.xml"/><Relationship Id="rId5" Type="http://schemas.openxmlformats.org/officeDocument/2006/relationships/diagramColors" Target="../diagrams/colors35.xml"/><Relationship Id="rId4" Type="http://schemas.openxmlformats.org/officeDocument/2006/relationships/diagramQuickStyle" Target="../diagrams/quickStyle35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6.xml"/><Relationship Id="rId2" Type="http://schemas.openxmlformats.org/officeDocument/2006/relationships/diagramData" Target="../diagrams/data3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6.xml"/><Relationship Id="rId5" Type="http://schemas.openxmlformats.org/officeDocument/2006/relationships/diagramColors" Target="../diagrams/colors36.xml"/><Relationship Id="rId4" Type="http://schemas.openxmlformats.org/officeDocument/2006/relationships/diagramQuickStyle" Target="../diagrams/quickStyle36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1.emf"/><Relationship Id="rId2" Type="http://schemas.openxmlformats.org/officeDocument/2006/relationships/image" Target="../media/image150.emf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7.xml"/><Relationship Id="rId2" Type="http://schemas.openxmlformats.org/officeDocument/2006/relationships/diagramData" Target="../diagrams/data3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7.xml"/><Relationship Id="rId5" Type="http://schemas.openxmlformats.org/officeDocument/2006/relationships/diagramColors" Target="../diagrams/colors37.xml"/><Relationship Id="rId4" Type="http://schemas.openxmlformats.org/officeDocument/2006/relationships/diagramQuickStyle" Target="../diagrams/quickStyle37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8.xml"/><Relationship Id="rId2" Type="http://schemas.openxmlformats.org/officeDocument/2006/relationships/diagramData" Target="../diagrams/data3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8.xml"/><Relationship Id="rId5" Type="http://schemas.openxmlformats.org/officeDocument/2006/relationships/diagramColors" Target="../diagrams/colors38.xml"/><Relationship Id="rId4" Type="http://schemas.openxmlformats.org/officeDocument/2006/relationships/diagramQuickStyle" Target="../diagrams/quickStyle38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9.xml"/><Relationship Id="rId2" Type="http://schemas.openxmlformats.org/officeDocument/2006/relationships/diagramData" Target="../diagrams/data3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9.xml"/><Relationship Id="rId5" Type="http://schemas.openxmlformats.org/officeDocument/2006/relationships/diagramColors" Target="../diagrams/colors39.xml"/><Relationship Id="rId4" Type="http://schemas.openxmlformats.org/officeDocument/2006/relationships/diagramQuickStyle" Target="../diagrams/quickStyle39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0.xml"/><Relationship Id="rId2" Type="http://schemas.openxmlformats.org/officeDocument/2006/relationships/diagramData" Target="../diagrams/data4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0.xml"/><Relationship Id="rId5" Type="http://schemas.openxmlformats.org/officeDocument/2006/relationships/diagramColors" Target="../diagrams/colors40.xml"/><Relationship Id="rId4" Type="http://schemas.openxmlformats.org/officeDocument/2006/relationships/diagramQuickStyle" Target="../diagrams/quickStyle40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1.xml"/><Relationship Id="rId2" Type="http://schemas.openxmlformats.org/officeDocument/2006/relationships/diagramData" Target="../diagrams/data4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1.xml"/><Relationship Id="rId5" Type="http://schemas.openxmlformats.org/officeDocument/2006/relationships/diagramColors" Target="../diagrams/colors41.xml"/><Relationship Id="rId4" Type="http://schemas.openxmlformats.org/officeDocument/2006/relationships/diagramQuickStyle" Target="../diagrams/quickStyle41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2.xml"/><Relationship Id="rId2" Type="http://schemas.openxmlformats.org/officeDocument/2006/relationships/diagramData" Target="../diagrams/data4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2.xml"/><Relationship Id="rId5" Type="http://schemas.openxmlformats.org/officeDocument/2006/relationships/diagramColors" Target="../diagrams/colors42.xml"/><Relationship Id="rId4" Type="http://schemas.openxmlformats.org/officeDocument/2006/relationships/diagramQuickStyle" Target="../diagrams/quickStyle4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3.xml"/><Relationship Id="rId2" Type="http://schemas.openxmlformats.org/officeDocument/2006/relationships/diagramData" Target="../diagrams/data4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3.xml"/><Relationship Id="rId5" Type="http://schemas.openxmlformats.org/officeDocument/2006/relationships/diagramColors" Target="../diagrams/colors43.xml"/><Relationship Id="rId4" Type="http://schemas.openxmlformats.org/officeDocument/2006/relationships/diagramQuickStyle" Target="../diagrams/quickStyle43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4.xml"/><Relationship Id="rId2" Type="http://schemas.openxmlformats.org/officeDocument/2006/relationships/diagramData" Target="../diagrams/data4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4.xml"/><Relationship Id="rId5" Type="http://schemas.openxmlformats.org/officeDocument/2006/relationships/diagramColors" Target="../diagrams/colors44.xml"/><Relationship Id="rId4" Type="http://schemas.openxmlformats.org/officeDocument/2006/relationships/diagramQuickStyle" Target="../diagrams/quickStyle44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5.xml"/><Relationship Id="rId2" Type="http://schemas.openxmlformats.org/officeDocument/2006/relationships/diagramData" Target="../diagrams/data4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5.xml"/><Relationship Id="rId5" Type="http://schemas.openxmlformats.org/officeDocument/2006/relationships/diagramColors" Target="../diagrams/colors45.xml"/><Relationship Id="rId4" Type="http://schemas.openxmlformats.org/officeDocument/2006/relationships/diagramQuickStyle" Target="../diagrams/quickStyle45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6.xml"/><Relationship Id="rId2" Type="http://schemas.openxmlformats.org/officeDocument/2006/relationships/diagramData" Target="../diagrams/data4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6.xml"/><Relationship Id="rId5" Type="http://schemas.openxmlformats.org/officeDocument/2006/relationships/diagramColors" Target="../diagrams/colors46.xml"/><Relationship Id="rId4" Type="http://schemas.openxmlformats.org/officeDocument/2006/relationships/diagramQuickStyle" Target="../diagrams/quickStyle46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7.xml"/><Relationship Id="rId2" Type="http://schemas.openxmlformats.org/officeDocument/2006/relationships/diagramData" Target="../diagrams/data4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7.xml"/><Relationship Id="rId5" Type="http://schemas.openxmlformats.org/officeDocument/2006/relationships/diagramColors" Target="../diagrams/colors47.xml"/><Relationship Id="rId4" Type="http://schemas.openxmlformats.org/officeDocument/2006/relationships/diagramQuickStyle" Target="../diagrams/quickStyle47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8.xml"/><Relationship Id="rId2" Type="http://schemas.openxmlformats.org/officeDocument/2006/relationships/diagramData" Target="../diagrams/data4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8.xml"/><Relationship Id="rId5" Type="http://schemas.openxmlformats.org/officeDocument/2006/relationships/diagramColors" Target="../diagrams/colors48.xml"/><Relationship Id="rId4" Type="http://schemas.openxmlformats.org/officeDocument/2006/relationships/diagramQuickStyle" Target="../diagrams/quickStyle48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9.xml"/><Relationship Id="rId2" Type="http://schemas.openxmlformats.org/officeDocument/2006/relationships/diagramData" Target="../diagrams/data4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9.xml"/><Relationship Id="rId5" Type="http://schemas.openxmlformats.org/officeDocument/2006/relationships/diagramColors" Target="../diagrams/colors49.xml"/><Relationship Id="rId4" Type="http://schemas.openxmlformats.org/officeDocument/2006/relationships/diagramQuickStyle" Target="../diagrams/quickStyle49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0.xml"/><Relationship Id="rId2" Type="http://schemas.openxmlformats.org/officeDocument/2006/relationships/diagramData" Target="../diagrams/data5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0.xml"/><Relationship Id="rId5" Type="http://schemas.openxmlformats.org/officeDocument/2006/relationships/diagramColors" Target="../diagrams/colors50.xml"/><Relationship Id="rId4" Type="http://schemas.openxmlformats.org/officeDocument/2006/relationships/diagramQuickStyle" Target="../diagrams/quickStyle50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1.xml"/><Relationship Id="rId2" Type="http://schemas.openxmlformats.org/officeDocument/2006/relationships/diagramData" Target="../diagrams/data5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1.xml"/><Relationship Id="rId5" Type="http://schemas.openxmlformats.org/officeDocument/2006/relationships/diagramColors" Target="../diagrams/colors51.xml"/><Relationship Id="rId4" Type="http://schemas.openxmlformats.org/officeDocument/2006/relationships/diagramQuickStyle" Target="../diagrams/quickStyle51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2.xml"/><Relationship Id="rId2" Type="http://schemas.openxmlformats.org/officeDocument/2006/relationships/diagramData" Target="../diagrams/data5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2.xml"/><Relationship Id="rId5" Type="http://schemas.openxmlformats.org/officeDocument/2006/relationships/diagramColors" Target="../diagrams/colors52.xml"/><Relationship Id="rId4" Type="http://schemas.openxmlformats.org/officeDocument/2006/relationships/diagramQuickStyle" Target="../diagrams/quickStyle52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3.xml"/><Relationship Id="rId2" Type="http://schemas.openxmlformats.org/officeDocument/2006/relationships/diagramData" Target="../diagrams/data5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3.xml"/><Relationship Id="rId5" Type="http://schemas.openxmlformats.org/officeDocument/2006/relationships/diagramColors" Target="../diagrams/colors53.xml"/><Relationship Id="rId4" Type="http://schemas.openxmlformats.org/officeDocument/2006/relationships/diagramQuickStyle" Target="../diagrams/quickStyle53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4.xml"/><Relationship Id="rId2" Type="http://schemas.openxmlformats.org/officeDocument/2006/relationships/diagramData" Target="../diagrams/data5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4.xml"/><Relationship Id="rId5" Type="http://schemas.openxmlformats.org/officeDocument/2006/relationships/diagramColors" Target="../diagrams/colors54.xml"/><Relationship Id="rId4" Type="http://schemas.openxmlformats.org/officeDocument/2006/relationships/diagramQuickStyle" Target="../diagrams/quickStyle54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5.xml"/><Relationship Id="rId2" Type="http://schemas.openxmlformats.org/officeDocument/2006/relationships/diagramData" Target="../diagrams/data5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5.xml"/><Relationship Id="rId5" Type="http://schemas.openxmlformats.org/officeDocument/2006/relationships/diagramColors" Target="../diagrams/colors55.xml"/><Relationship Id="rId4" Type="http://schemas.openxmlformats.org/officeDocument/2006/relationships/diagramQuickStyle" Target="../diagrams/quickStyle55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6.xml"/><Relationship Id="rId2" Type="http://schemas.openxmlformats.org/officeDocument/2006/relationships/diagramData" Target="../diagrams/data5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6.xml"/><Relationship Id="rId5" Type="http://schemas.openxmlformats.org/officeDocument/2006/relationships/diagramColors" Target="../diagrams/colors56.xml"/><Relationship Id="rId4" Type="http://schemas.openxmlformats.org/officeDocument/2006/relationships/diagramQuickStyle" Target="../diagrams/quickStyle56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7.xml"/><Relationship Id="rId2" Type="http://schemas.openxmlformats.org/officeDocument/2006/relationships/diagramData" Target="../diagrams/data5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7.xml"/><Relationship Id="rId5" Type="http://schemas.openxmlformats.org/officeDocument/2006/relationships/diagramColors" Target="../diagrams/colors57.xml"/><Relationship Id="rId4" Type="http://schemas.openxmlformats.org/officeDocument/2006/relationships/diagramQuickStyle" Target="../diagrams/quickStyle57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8.xml"/><Relationship Id="rId2" Type="http://schemas.openxmlformats.org/officeDocument/2006/relationships/diagramData" Target="../diagrams/data5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8.xml"/><Relationship Id="rId5" Type="http://schemas.openxmlformats.org/officeDocument/2006/relationships/diagramColors" Target="../diagrams/colors58.xml"/><Relationship Id="rId4" Type="http://schemas.openxmlformats.org/officeDocument/2006/relationships/diagramQuickStyle" Target="../diagrams/quickStyle58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9.xml"/><Relationship Id="rId2" Type="http://schemas.openxmlformats.org/officeDocument/2006/relationships/diagramData" Target="../diagrams/data5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9.xml"/><Relationship Id="rId5" Type="http://schemas.openxmlformats.org/officeDocument/2006/relationships/diagramColors" Target="../diagrams/colors59.xml"/><Relationship Id="rId4" Type="http://schemas.openxmlformats.org/officeDocument/2006/relationships/diagramQuickStyle" Target="../diagrams/quickStyle59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0.xml"/><Relationship Id="rId2" Type="http://schemas.openxmlformats.org/officeDocument/2006/relationships/diagramData" Target="../diagrams/data6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0.xml"/><Relationship Id="rId5" Type="http://schemas.openxmlformats.org/officeDocument/2006/relationships/diagramColors" Target="../diagrams/colors60.xml"/><Relationship Id="rId4" Type="http://schemas.openxmlformats.org/officeDocument/2006/relationships/diagramQuickStyle" Target="../diagrams/quickStyle60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1.xml"/><Relationship Id="rId2" Type="http://schemas.openxmlformats.org/officeDocument/2006/relationships/diagramData" Target="../diagrams/data6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1.xml"/><Relationship Id="rId5" Type="http://schemas.openxmlformats.org/officeDocument/2006/relationships/diagramColors" Target="../diagrams/colors61.xml"/><Relationship Id="rId4" Type="http://schemas.openxmlformats.org/officeDocument/2006/relationships/diagramQuickStyle" Target="../diagrams/quickStyle61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2.xml"/><Relationship Id="rId2" Type="http://schemas.openxmlformats.org/officeDocument/2006/relationships/diagramData" Target="../diagrams/data6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2.xml"/><Relationship Id="rId5" Type="http://schemas.openxmlformats.org/officeDocument/2006/relationships/diagramColors" Target="../diagrams/colors62.xml"/><Relationship Id="rId4" Type="http://schemas.openxmlformats.org/officeDocument/2006/relationships/diagramQuickStyle" Target="../diagrams/quickStyle62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3.xml"/><Relationship Id="rId2" Type="http://schemas.openxmlformats.org/officeDocument/2006/relationships/diagramData" Target="../diagrams/data6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3.xml"/><Relationship Id="rId5" Type="http://schemas.openxmlformats.org/officeDocument/2006/relationships/diagramColors" Target="../diagrams/colors63.xml"/><Relationship Id="rId4" Type="http://schemas.openxmlformats.org/officeDocument/2006/relationships/diagramQuickStyle" Target="../diagrams/quickStyle63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4.xml"/><Relationship Id="rId2" Type="http://schemas.openxmlformats.org/officeDocument/2006/relationships/diagramData" Target="../diagrams/data6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4.xml"/><Relationship Id="rId5" Type="http://schemas.openxmlformats.org/officeDocument/2006/relationships/diagramColors" Target="../diagrams/colors64.xml"/><Relationship Id="rId4" Type="http://schemas.openxmlformats.org/officeDocument/2006/relationships/diagramQuickStyle" Target="../diagrams/quickStyle64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5.xml"/><Relationship Id="rId2" Type="http://schemas.openxmlformats.org/officeDocument/2006/relationships/diagramData" Target="../diagrams/data6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5.xml"/><Relationship Id="rId5" Type="http://schemas.openxmlformats.org/officeDocument/2006/relationships/diagramColors" Target="../diagrams/colors65.xml"/><Relationship Id="rId4" Type="http://schemas.openxmlformats.org/officeDocument/2006/relationships/diagramQuickStyle" Target="../diagrams/quickStyle65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6.xml"/><Relationship Id="rId2" Type="http://schemas.openxmlformats.org/officeDocument/2006/relationships/diagramData" Target="../diagrams/data6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6.xml"/><Relationship Id="rId5" Type="http://schemas.openxmlformats.org/officeDocument/2006/relationships/diagramColors" Target="../diagrams/colors66.xml"/><Relationship Id="rId4" Type="http://schemas.openxmlformats.org/officeDocument/2006/relationships/diagramQuickStyle" Target="../diagrams/quickStyle66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7.xml"/><Relationship Id="rId2" Type="http://schemas.openxmlformats.org/officeDocument/2006/relationships/diagramData" Target="../diagrams/data6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7.xml"/><Relationship Id="rId5" Type="http://schemas.openxmlformats.org/officeDocument/2006/relationships/diagramColors" Target="../diagrams/colors67.xml"/><Relationship Id="rId4" Type="http://schemas.openxmlformats.org/officeDocument/2006/relationships/diagramQuickStyle" Target="../diagrams/quickStyle67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8.xml"/><Relationship Id="rId2" Type="http://schemas.openxmlformats.org/officeDocument/2006/relationships/diagramData" Target="../diagrams/data6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8.xml"/><Relationship Id="rId5" Type="http://schemas.openxmlformats.org/officeDocument/2006/relationships/diagramColors" Target="../diagrams/colors68.xml"/><Relationship Id="rId4" Type="http://schemas.openxmlformats.org/officeDocument/2006/relationships/diagramQuickStyle" Target="../diagrams/quickStyle68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9.xml"/><Relationship Id="rId2" Type="http://schemas.openxmlformats.org/officeDocument/2006/relationships/diagramData" Target="../diagrams/data6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9.xml"/><Relationship Id="rId5" Type="http://schemas.openxmlformats.org/officeDocument/2006/relationships/diagramColors" Target="../diagrams/colors69.xml"/><Relationship Id="rId4" Type="http://schemas.openxmlformats.org/officeDocument/2006/relationships/diagramQuickStyle" Target="../diagrams/quickStyle69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0.xml"/><Relationship Id="rId2" Type="http://schemas.openxmlformats.org/officeDocument/2006/relationships/diagramData" Target="../diagrams/data7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0.xml"/><Relationship Id="rId5" Type="http://schemas.openxmlformats.org/officeDocument/2006/relationships/diagramColors" Target="../diagrams/colors70.xml"/><Relationship Id="rId4" Type="http://schemas.openxmlformats.org/officeDocument/2006/relationships/diagramQuickStyle" Target="../diagrams/quickStyle70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1.xml"/><Relationship Id="rId2" Type="http://schemas.openxmlformats.org/officeDocument/2006/relationships/diagramData" Target="../diagrams/data7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1.xml"/><Relationship Id="rId5" Type="http://schemas.openxmlformats.org/officeDocument/2006/relationships/diagramColors" Target="../diagrams/colors71.xml"/><Relationship Id="rId4" Type="http://schemas.openxmlformats.org/officeDocument/2006/relationships/diagramQuickStyle" Target="../diagrams/quickStyle71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2.xml"/><Relationship Id="rId2" Type="http://schemas.openxmlformats.org/officeDocument/2006/relationships/diagramData" Target="../diagrams/data7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2.xml"/><Relationship Id="rId5" Type="http://schemas.openxmlformats.org/officeDocument/2006/relationships/diagramColors" Target="../diagrams/colors72.xml"/><Relationship Id="rId4" Type="http://schemas.openxmlformats.org/officeDocument/2006/relationships/diagramQuickStyle" Target="../diagrams/quickStyle72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3.xml"/><Relationship Id="rId2" Type="http://schemas.openxmlformats.org/officeDocument/2006/relationships/diagramData" Target="../diagrams/data7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3.xml"/><Relationship Id="rId5" Type="http://schemas.openxmlformats.org/officeDocument/2006/relationships/diagramColors" Target="../diagrams/colors73.xml"/><Relationship Id="rId4" Type="http://schemas.openxmlformats.org/officeDocument/2006/relationships/diagramQuickStyle" Target="../diagrams/quickStyle73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4.xml"/><Relationship Id="rId2" Type="http://schemas.openxmlformats.org/officeDocument/2006/relationships/diagramData" Target="../diagrams/data7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4.xml"/><Relationship Id="rId5" Type="http://schemas.openxmlformats.org/officeDocument/2006/relationships/diagramColors" Target="../diagrams/colors74.xml"/><Relationship Id="rId4" Type="http://schemas.openxmlformats.org/officeDocument/2006/relationships/diagramQuickStyle" Target="../diagrams/quickStyle74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5.xml"/><Relationship Id="rId2" Type="http://schemas.openxmlformats.org/officeDocument/2006/relationships/diagramData" Target="../diagrams/data7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5.xml"/><Relationship Id="rId5" Type="http://schemas.openxmlformats.org/officeDocument/2006/relationships/diagramColors" Target="../diagrams/colors75.xml"/><Relationship Id="rId4" Type="http://schemas.openxmlformats.org/officeDocument/2006/relationships/diagramQuickStyle" Target="../diagrams/quickStyle75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76.xml"/><Relationship Id="rId7" Type="http://schemas.microsoft.com/office/2007/relationships/diagramDrawing" Target="../diagrams/drawing76.xml"/><Relationship Id="rId2" Type="http://schemas.openxmlformats.org/officeDocument/2006/relationships/image" Target="../media/image192.emf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76.xml"/><Relationship Id="rId5" Type="http://schemas.openxmlformats.org/officeDocument/2006/relationships/diagramQuickStyle" Target="../diagrams/quickStyle76.xml"/><Relationship Id="rId4" Type="http://schemas.openxmlformats.org/officeDocument/2006/relationships/diagramLayout" Target="../diagrams/layout76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77.xml"/><Relationship Id="rId7" Type="http://schemas.microsoft.com/office/2007/relationships/diagramDrawing" Target="../diagrams/drawing77.xml"/><Relationship Id="rId2" Type="http://schemas.openxmlformats.org/officeDocument/2006/relationships/image" Target="../media/image192.emf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77.xml"/><Relationship Id="rId5" Type="http://schemas.openxmlformats.org/officeDocument/2006/relationships/diagramQuickStyle" Target="../diagrams/quickStyle77.xml"/><Relationship Id="rId4" Type="http://schemas.openxmlformats.org/officeDocument/2006/relationships/diagramLayout" Target="../diagrams/layout77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78.xml"/><Relationship Id="rId7" Type="http://schemas.microsoft.com/office/2007/relationships/diagramDrawing" Target="../diagrams/drawing78.xml"/><Relationship Id="rId2" Type="http://schemas.openxmlformats.org/officeDocument/2006/relationships/image" Target="../media/image193.emf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78.xml"/><Relationship Id="rId5" Type="http://schemas.openxmlformats.org/officeDocument/2006/relationships/diagramQuickStyle" Target="../diagrams/quickStyle78.xml"/><Relationship Id="rId4" Type="http://schemas.openxmlformats.org/officeDocument/2006/relationships/diagramLayout" Target="../diagrams/layout78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79.xml"/><Relationship Id="rId7" Type="http://schemas.microsoft.com/office/2007/relationships/diagramDrawing" Target="../diagrams/drawing79.xml"/><Relationship Id="rId2" Type="http://schemas.openxmlformats.org/officeDocument/2006/relationships/image" Target="../media/image194.emf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79.xml"/><Relationship Id="rId5" Type="http://schemas.openxmlformats.org/officeDocument/2006/relationships/diagramQuickStyle" Target="../diagrams/quickStyle79.xml"/><Relationship Id="rId4" Type="http://schemas.openxmlformats.org/officeDocument/2006/relationships/diagramLayout" Target="../diagrams/layout79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.emf"/><Relationship Id="rId2" Type="http://schemas.openxmlformats.org/officeDocument/2006/relationships/image" Target="../media/image195.emf"/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0.xml"/><Relationship Id="rId7" Type="http://schemas.openxmlformats.org/officeDocument/2006/relationships/image" Target="../media/image197.png"/><Relationship Id="rId2" Type="http://schemas.openxmlformats.org/officeDocument/2006/relationships/diagramData" Target="../diagrams/data8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0.xml"/><Relationship Id="rId5" Type="http://schemas.openxmlformats.org/officeDocument/2006/relationships/diagramColors" Target="../diagrams/colors80.xml"/><Relationship Id="rId4" Type="http://schemas.openxmlformats.org/officeDocument/2006/relationships/diagramQuickStyle" Target="../diagrams/quickStyle80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8.png"/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1.xml"/><Relationship Id="rId2" Type="http://schemas.openxmlformats.org/officeDocument/2006/relationships/diagramData" Target="../diagrams/data8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1.xml"/><Relationship Id="rId5" Type="http://schemas.openxmlformats.org/officeDocument/2006/relationships/diagramColors" Target="../diagrams/colors81.xml"/><Relationship Id="rId4" Type="http://schemas.openxmlformats.org/officeDocument/2006/relationships/diagramQuickStyle" Target="../diagrams/quickStyle81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2.xml"/><Relationship Id="rId2" Type="http://schemas.openxmlformats.org/officeDocument/2006/relationships/diagramData" Target="../diagrams/data8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2.xml"/><Relationship Id="rId5" Type="http://schemas.openxmlformats.org/officeDocument/2006/relationships/diagramColors" Target="../diagrams/colors82.xml"/><Relationship Id="rId4" Type="http://schemas.openxmlformats.org/officeDocument/2006/relationships/diagramQuickStyle" Target="../diagrams/quickStyle82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3.xml"/><Relationship Id="rId2" Type="http://schemas.openxmlformats.org/officeDocument/2006/relationships/diagramData" Target="../diagrams/data8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3.xml"/><Relationship Id="rId5" Type="http://schemas.openxmlformats.org/officeDocument/2006/relationships/diagramColors" Target="../diagrams/colors83.xml"/><Relationship Id="rId4" Type="http://schemas.openxmlformats.org/officeDocument/2006/relationships/diagramQuickStyle" Target="../diagrams/quickStyle83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4.xml"/><Relationship Id="rId2" Type="http://schemas.openxmlformats.org/officeDocument/2006/relationships/diagramData" Target="../diagrams/data8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4.xml"/><Relationship Id="rId5" Type="http://schemas.openxmlformats.org/officeDocument/2006/relationships/diagramColors" Target="../diagrams/colors84.xml"/><Relationship Id="rId4" Type="http://schemas.openxmlformats.org/officeDocument/2006/relationships/diagramQuickStyle" Target="../diagrams/quickStyle84.xml"/></Relationships>
</file>

<file path=ppt/slides/_rels/slide1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9.jpeg"/><Relationship Id="rId3" Type="http://schemas.openxmlformats.org/officeDocument/2006/relationships/diagramLayout" Target="../diagrams/layout85.xml"/><Relationship Id="rId7" Type="http://schemas.openxmlformats.org/officeDocument/2006/relationships/hyperlink" Target="https://www.youtube.com/watch?v=pWnN3WQ2m5M" TargetMode="External"/><Relationship Id="rId12" Type="http://schemas.openxmlformats.org/officeDocument/2006/relationships/image" Target="../media/image200.png"/><Relationship Id="rId2" Type="http://schemas.openxmlformats.org/officeDocument/2006/relationships/diagramData" Target="../diagrams/data8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5.xml"/><Relationship Id="rId11" Type="http://schemas.openxmlformats.org/officeDocument/2006/relationships/hyperlink" Target="https://www.youtube.com/channel/UCc6_SrX9bjWbiNeA-PHux2w" TargetMode="External"/><Relationship Id="rId5" Type="http://schemas.openxmlformats.org/officeDocument/2006/relationships/diagramColors" Target="../diagrams/colors85.xml"/><Relationship Id="rId10" Type="http://schemas.openxmlformats.org/officeDocument/2006/relationships/hyperlink" Target="https://www.youtube.com/watch?v=bJWyBY78q48" TargetMode="External"/><Relationship Id="rId4" Type="http://schemas.openxmlformats.org/officeDocument/2006/relationships/diagramQuickStyle" Target="../diagrams/quickStyle85.xml"/><Relationship Id="rId9" Type="http://schemas.openxmlformats.org/officeDocument/2006/relationships/hyperlink" Target="https://www.youtube.com/channel/UCRwBx0vBy0fUM7B-bQ9rzTg" TargetMode="Externa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6.xml"/><Relationship Id="rId2" Type="http://schemas.openxmlformats.org/officeDocument/2006/relationships/diagramData" Target="../diagrams/data8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6.xml"/><Relationship Id="rId5" Type="http://schemas.openxmlformats.org/officeDocument/2006/relationships/diagramColors" Target="../diagrams/colors86.xml"/><Relationship Id="rId4" Type="http://schemas.openxmlformats.org/officeDocument/2006/relationships/diagramQuickStyle" Target="../diagrams/quickStyle86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7.xml"/><Relationship Id="rId2" Type="http://schemas.openxmlformats.org/officeDocument/2006/relationships/diagramData" Target="../diagrams/data8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7.xml"/><Relationship Id="rId5" Type="http://schemas.openxmlformats.org/officeDocument/2006/relationships/diagramColors" Target="../diagrams/colors87.xml"/><Relationship Id="rId4" Type="http://schemas.openxmlformats.org/officeDocument/2006/relationships/diagramQuickStyle" Target="../diagrams/quickStyle87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8.xml"/><Relationship Id="rId2" Type="http://schemas.openxmlformats.org/officeDocument/2006/relationships/diagramData" Target="../diagrams/data8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8.xml"/><Relationship Id="rId5" Type="http://schemas.openxmlformats.org/officeDocument/2006/relationships/diagramColors" Target="../diagrams/colors88.xml"/><Relationship Id="rId4" Type="http://schemas.openxmlformats.org/officeDocument/2006/relationships/diagramQuickStyle" Target="../diagrams/quickStyle88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9.xml"/><Relationship Id="rId2" Type="http://schemas.openxmlformats.org/officeDocument/2006/relationships/diagramData" Target="../diagrams/data8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9.xml"/><Relationship Id="rId5" Type="http://schemas.openxmlformats.org/officeDocument/2006/relationships/diagramColors" Target="../diagrams/colors89.xml"/><Relationship Id="rId4" Type="http://schemas.openxmlformats.org/officeDocument/2006/relationships/diagramQuickStyle" Target="../diagrams/quickStyle89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0.xml"/><Relationship Id="rId2" Type="http://schemas.openxmlformats.org/officeDocument/2006/relationships/diagramData" Target="../diagrams/data9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0.xml"/><Relationship Id="rId5" Type="http://schemas.openxmlformats.org/officeDocument/2006/relationships/diagramColors" Target="../diagrams/colors90.xml"/><Relationship Id="rId4" Type="http://schemas.openxmlformats.org/officeDocument/2006/relationships/diagramQuickStyle" Target="../diagrams/quickStyle90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1.xml"/><Relationship Id="rId2" Type="http://schemas.openxmlformats.org/officeDocument/2006/relationships/diagramData" Target="../diagrams/data9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1.xml"/><Relationship Id="rId5" Type="http://schemas.openxmlformats.org/officeDocument/2006/relationships/diagramColors" Target="../diagrams/colors91.xml"/><Relationship Id="rId4" Type="http://schemas.openxmlformats.org/officeDocument/2006/relationships/diagramQuickStyle" Target="../diagrams/quickStyle91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2.xml"/><Relationship Id="rId2" Type="http://schemas.openxmlformats.org/officeDocument/2006/relationships/diagramData" Target="../diagrams/data9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2.xml"/><Relationship Id="rId5" Type="http://schemas.openxmlformats.org/officeDocument/2006/relationships/diagramColors" Target="../diagrams/colors92.xml"/><Relationship Id="rId4" Type="http://schemas.openxmlformats.org/officeDocument/2006/relationships/diagramQuickStyle" Target="../diagrams/quickStyle92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3.xml"/><Relationship Id="rId2" Type="http://schemas.openxmlformats.org/officeDocument/2006/relationships/diagramData" Target="../diagrams/data9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3.xml"/><Relationship Id="rId5" Type="http://schemas.openxmlformats.org/officeDocument/2006/relationships/diagramColors" Target="../diagrams/colors93.xml"/><Relationship Id="rId4" Type="http://schemas.openxmlformats.org/officeDocument/2006/relationships/diagramQuickStyle" Target="../diagrams/quickStyle93.xml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4.xml"/><Relationship Id="rId2" Type="http://schemas.openxmlformats.org/officeDocument/2006/relationships/diagramData" Target="../diagrams/data9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4.xml"/><Relationship Id="rId5" Type="http://schemas.openxmlformats.org/officeDocument/2006/relationships/diagramColors" Target="../diagrams/colors94.xml"/><Relationship Id="rId4" Type="http://schemas.openxmlformats.org/officeDocument/2006/relationships/diagramQuickStyle" Target="../diagrams/quickStyle94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5.xml"/><Relationship Id="rId2" Type="http://schemas.openxmlformats.org/officeDocument/2006/relationships/diagramData" Target="../diagrams/data9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5.xml"/><Relationship Id="rId5" Type="http://schemas.openxmlformats.org/officeDocument/2006/relationships/diagramColors" Target="../diagrams/colors95.xml"/><Relationship Id="rId4" Type="http://schemas.openxmlformats.org/officeDocument/2006/relationships/diagramQuickStyle" Target="../diagrams/quickStyle95.xml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6.xml"/><Relationship Id="rId2" Type="http://schemas.openxmlformats.org/officeDocument/2006/relationships/diagramData" Target="../diagrams/data9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6.xml"/><Relationship Id="rId5" Type="http://schemas.openxmlformats.org/officeDocument/2006/relationships/diagramColors" Target="../diagrams/colors96.xml"/><Relationship Id="rId4" Type="http://schemas.openxmlformats.org/officeDocument/2006/relationships/diagramQuickStyle" Target="../diagrams/quickStyle96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7.xml"/><Relationship Id="rId2" Type="http://schemas.openxmlformats.org/officeDocument/2006/relationships/diagramData" Target="../diagrams/data9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7.xml"/><Relationship Id="rId5" Type="http://schemas.openxmlformats.org/officeDocument/2006/relationships/diagramColors" Target="../diagrams/colors97.xml"/><Relationship Id="rId4" Type="http://schemas.openxmlformats.org/officeDocument/2006/relationships/diagramQuickStyle" Target="../diagrams/quickStyle97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8.xml"/><Relationship Id="rId2" Type="http://schemas.openxmlformats.org/officeDocument/2006/relationships/diagramData" Target="../diagrams/data9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8.xml"/><Relationship Id="rId5" Type="http://schemas.openxmlformats.org/officeDocument/2006/relationships/diagramColors" Target="../diagrams/colors98.xml"/><Relationship Id="rId4" Type="http://schemas.openxmlformats.org/officeDocument/2006/relationships/diagramQuickStyle" Target="../diagrams/quickStyle98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9.xml"/><Relationship Id="rId2" Type="http://schemas.openxmlformats.org/officeDocument/2006/relationships/diagramData" Target="../diagrams/data9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9.xml"/><Relationship Id="rId5" Type="http://schemas.openxmlformats.org/officeDocument/2006/relationships/diagramColors" Target="../diagrams/colors99.xml"/><Relationship Id="rId4" Type="http://schemas.openxmlformats.org/officeDocument/2006/relationships/diagramQuickStyle" Target="../diagrams/quickStyle99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0.xml"/><Relationship Id="rId2" Type="http://schemas.openxmlformats.org/officeDocument/2006/relationships/diagramData" Target="../diagrams/data10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0.xml"/><Relationship Id="rId5" Type="http://schemas.openxmlformats.org/officeDocument/2006/relationships/diagramColors" Target="../diagrams/colors100.xml"/><Relationship Id="rId4" Type="http://schemas.openxmlformats.org/officeDocument/2006/relationships/diagramQuickStyle" Target="../diagrams/quickStyle100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1.xml"/><Relationship Id="rId2" Type="http://schemas.openxmlformats.org/officeDocument/2006/relationships/diagramData" Target="../diagrams/data10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1.xml"/><Relationship Id="rId5" Type="http://schemas.openxmlformats.org/officeDocument/2006/relationships/diagramColors" Target="../diagrams/colors101.xml"/><Relationship Id="rId4" Type="http://schemas.openxmlformats.org/officeDocument/2006/relationships/diagramQuickStyle" Target="../diagrams/quickStyle101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2.xml"/><Relationship Id="rId2" Type="http://schemas.openxmlformats.org/officeDocument/2006/relationships/diagramData" Target="../diagrams/data10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2.xml"/><Relationship Id="rId5" Type="http://schemas.openxmlformats.org/officeDocument/2006/relationships/diagramColors" Target="../diagrams/colors102.xml"/><Relationship Id="rId4" Type="http://schemas.openxmlformats.org/officeDocument/2006/relationships/diagramQuickStyle" Target="../diagrams/quickStyle102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3.xml"/><Relationship Id="rId2" Type="http://schemas.openxmlformats.org/officeDocument/2006/relationships/diagramData" Target="../diagrams/data10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3.xml"/><Relationship Id="rId5" Type="http://schemas.openxmlformats.org/officeDocument/2006/relationships/diagramColors" Target="../diagrams/colors103.xml"/><Relationship Id="rId4" Type="http://schemas.openxmlformats.org/officeDocument/2006/relationships/diagramQuickStyle" Target="../diagrams/quickStyle103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4.xml"/><Relationship Id="rId2" Type="http://schemas.openxmlformats.org/officeDocument/2006/relationships/diagramData" Target="../diagrams/data10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4.xml"/><Relationship Id="rId5" Type="http://schemas.openxmlformats.org/officeDocument/2006/relationships/diagramColors" Target="../diagrams/colors104.xml"/><Relationship Id="rId4" Type="http://schemas.openxmlformats.org/officeDocument/2006/relationships/diagramQuickStyle" Target="../diagrams/quickStyle104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5.xml"/><Relationship Id="rId2" Type="http://schemas.openxmlformats.org/officeDocument/2006/relationships/diagramData" Target="../diagrams/data10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5.xml"/><Relationship Id="rId5" Type="http://schemas.openxmlformats.org/officeDocument/2006/relationships/diagramColors" Target="../diagrams/colors105.xml"/><Relationship Id="rId4" Type="http://schemas.openxmlformats.org/officeDocument/2006/relationships/diagramQuickStyle" Target="../diagrams/quickStyle105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6.xml"/><Relationship Id="rId2" Type="http://schemas.openxmlformats.org/officeDocument/2006/relationships/diagramData" Target="../diagrams/data10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6.xml"/><Relationship Id="rId5" Type="http://schemas.openxmlformats.org/officeDocument/2006/relationships/diagramColors" Target="../diagrams/colors106.xml"/><Relationship Id="rId4" Type="http://schemas.openxmlformats.org/officeDocument/2006/relationships/diagramQuickStyle" Target="../diagrams/quickStyle106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7.xml"/><Relationship Id="rId2" Type="http://schemas.openxmlformats.org/officeDocument/2006/relationships/diagramData" Target="../diagrams/data10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7.xml"/><Relationship Id="rId5" Type="http://schemas.openxmlformats.org/officeDocument/2006/relationships/diagramColors" Target="../diagrams/colors107.xml"/><Relationship Id="rId4" Type="http://schemas.openxmlformats.org/officeDocument/2006/relationships/diagramQuickStyle" Target="../diagrams/quickStyle107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8.xml"/><Relationship Id="rId2" Type="http://schemas.openxmlformats.org/officeDocument/2006/relationships/diagramData" Target="../diagrams/data10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8.xml"/><Relationship Id="rId5" Type="http://schemas.openxmlformats.org/officeDocument/2006/relationships/diagramColors" Target="../diagrams/colors108.xml"/><Relationship Id="rId4" Type="http://schemas.openxmlformats.org/officeDocument/2006/relationships/diagramQuickStyle" Target="../diagrams/quickStyle108.xml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9.xml"/><Relationship Id="rId2" Type="http://schemas.openxmlformats.org/officeDocument/2006/relationships/diagramData" Target="../diagrams/data10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9.xml"/><Relationship Id="rId5" Type="http://schemas.openxmlformats.org/officeDocument/2006/relationships/diagramColors" Target="../diagrams/colors109.xml"/><Relationship Id="rId4" Type="http://schemas.openxmlformats.org/officeDocument/2006/relationships/diagramQuickStyle" Target="../diagrams/quickStyle109.xml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0.xml"/><Relationship Id="rId2" Type="http://schemas.openxmlformats.org/officeDocument/2006/relationships/diagramData" Target="../diagrams/data11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10.xml"/><Relationship Id="rId5" Type="http://schemas.openxmlformats.org/officeDocument/2006/relationships/diagramColors" Target="../diagrams/colors110.xml"/><Relationship Id="rId4" Type="http://schemas.openxmlformats.org/officeDocument/2006/relationships/diagramQuickStyle" Target="../diagrams/quickStyle110.xml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1.xml"/><Relationship Id="rId2" Type="http://schemas.openxmlformats.org/officeDocument/2006/relationships/diagramData" Target="../diagrams/data11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11.xml"/><Relationship Id="rId5" Type="http://schemas.openxmlformats.org/officeDocument/2006/relationships/diagramColors" Target="../diagrams/colors111.xml"/><Relationship Id="rId4" Type="http://schemas.openxmlformats.org/officeDocument/2006/relationships/diagramQuickStyle" Target="../diagrams/quickStyle111.xml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2.xml"/><Relationship Id="rId2" Type="http://schemas.openxmlformats.org/officeDocument/2006/relationships/diagramData" Target="../diagrams/data11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12.xml"/><Relationship Id="rId5" Type="http://schemas.openxmlformats.org/officeDocument/2006/relationships/diagramColors" Target="../diagrams/colors112.xml"/><Relationship Id="rId4" Type="http://schemas.openxmlformats.org/officeDocument/2006/relationships/diagramQuickStyle" Target="../diagrams/quickStyle112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3.xml"/><Relationship Id="rId2" Type="http://schemas.openxmlformats.org/officeDocument/2006/relationships/diagramData" Target="../diagrams/data11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13.xml"/><Relationship Id="rId5" Type="http://schemas.openxmlformats.org/officeDocument/2006/relationships/diagramColors" Target="../diagrams/colors113.xml"/><Relationship Id="rId4" Type="http://schemas.openxmlformats.org/officeDocument/2006/relationships/diagramQuickStyle" Target="../diagrams/quickStyle113.xml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4.xml"/><Relationship Id="rId2" Type="http://schemas.openxmlformats.org/officeDocument/2006/relationships/diagramData" Target="../diagrams/data11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14.xml"/><Relationship Id="rId5" Type="http://schemas.openxmlformats.org/officeDocument/2006/relationships/diagramColors" Target="../diagrams/colors114.xml"/><Relationship Id="rId4" Type="http://schemas.openxmlformats.org/officeDocument/2006/relationships/diagramQuickStyle" Target="../diagrams/quickStyle114.xml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5.xml"/><Relationship Id="rId2" Type="http://schemas.openxmlformats.org/officeDocument/2006/relationships/diagramData" Target="../diagrams/data11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15.xml"/><Relationship Id="rId5" Type="http://schemas.openxmlformats.org/officeDocument/2006/relationships/diagramColors" Target="../diagrams/colors115.xml"/><Relationship Id="rId4" Type="http://schemas.openxmlformats.org/officeDocument/2006/relationships/diagramQuickStyle" Target="../diagrams/quickStyle115.xml"/></Relationships>
</file>

<file path=ppt/slides/_rels/slide13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6.xml"/><Relationship Id="rId2" Type="http://schemas.openxmlformats.org/officeDocument/2006/relationships/diagramData" Target="../diagrams/data11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16.xml"/><Relationship Id="rId5" Type="http://schemas.openxmlformats.org/officeDocument/2006/relationships/diagramColors" Target="../diagrams/colors116.xml"/><Relationship Id="rId4" Type="http://schemas.openxmlformats.org/officeDocument/2006/relationships/diagramQuickStyle" Target="../diagrams/quickStyle116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7.xml"/><Relationship Id="rId2" Type="http://schemas.openxmlformats.org/officeDocument/2006/relationships/diagramData" Target="../diagrams/data11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17.xml"/><Relationship Id="rId5" Type="http://schemas.openxmlformats.org/officeDocument/2006/relationships/diagramColors" Target="../diagrams/colors117.xml"/><Relationship Id="rId4" Type="http://schemas.openxmlformats.org/officeDocument/2006/relationships/diagramQuickStyle" Target="../diagrams/quickStyle117.xml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8.xml"/><Relationship Id="rId2" Type="http://schemas.openxmlformats.org/officeDocument/2006/relationships/diagramData" Target="../diagrams/data11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18.xml"/><Relationship Id="rId5" Type="http://schemas.openxmlformats.org/officeDocument/2006/relationships/diagramColors" Target="../diagrams/colors118.xml"/><Relationship Id="rId4" Type="http://schemas.openxmlformats.org/officeDocument/2006/relationships/diagramQuickStyle" Target="../diagrams/quickStyle118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4.emf"/><Relationship Id="rId1" Type="http://schemas.openxmlformats.org/officeDocument/2006/relationships/slideLayout" Target="../slideLayouts/slideLayout7.xml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9.xml"/><Relationship Id="rId2" Type="http://schemas.openxmlformats.org/officeDocument/2006/relationships/diagramData" Target="../diagrams/data11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19.xml"/><Relationship Id="rId5" Type="http://schemas.openxmlformats.org/officeDocument/2006/relationships/diagramColors" Target="../diagrams/colors119.xml"/><Relationship Id="rId4" Type="http://schemas.openxmlformats.org/officeDocument/2006/relationships/diagramQuickStyle" Target="../diagrams/quickStyle119.xml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20.xml"/><Relationship Id="rId2" Type="http://schemas.openxmlformats.org/officeDocument/2006/relationships/diagramData" Target="../diagrams/data12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20.xml"/><Relationship Id="rId5" Type="http://schemas.openxmlformats.org/officeDocument/2006/relationships/diagramColors" Target="../diagrams/colors120.xml"/><Relationship Id="rId4" Type="http://schemas.openxmlformats.org/officeDocument/2006/relationships/diagramQuickStyle" Target="../diagrams/quickStyle120.xml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21.xml"/><Relationship Id="rId2" Type="http://schemas.openxmlformats.org/officeDocument/2006/relationships/diagramData" Target="../diagrams/data12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21.xml"/><Relationship Id="rId5" Type="http://schemas.openxmlformats.org/officeDocument/2006/relationships/diagramColors" Target="../diagrams/colors121.xml"/><Relationship Id="rId4" Type="http://schemas.openxmlformats.org/officeDocument/2006/relationships/diagramQuickStyle" Target="../diagrams/quickStyle121.xml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22.xml"/><Relationship Id="rId2" Type="http://schemas.openxmlformats.org/officeDocument/2006/relationships/diagramData" Target="../diagrams/data12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22.xml"/><Relationship Id="rId5" Type="http://schemas.openxmlformats.org/officeDocument/2006/relationships/diagramColors" Target="../diagrams/colors122.xml"/><Relationship Id="rId4" Type="http://schemas.openxmlformats.org/officeDocument/2006/relationships/diagramQuickStyle" Target="../diagrams/quickStyle122.xml"/></Relationships>
</file>

<file path=ppt/slides/_rels/slide14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23.xml"/><Relationship Id="rId2" Type="http://schemas.openxmlformats.org/officeDocument/2006/relationships/diagramData" Target="../diagrams/data12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23.xml"/><Relationship Id="rId5" Type="http://schemas.openxmlformats.org/officeDocument/2006/relationships/diagramColors" Target="../diagrams/colors123.xml"/><Relationship Id="rId4" Type="http://schemas.openxmlformats.org/officeDocument/2006/relationships/diagramQuickStyle" Target="../diagrams/quickStyle123.xml"/></Relationships>
</file>

<file path=ppt/slides/_rels/slide14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24.xml"/><Relationship Id="rId2" Type="http://schemas.openxmlformats.org/officeDocument/2006/relationships/diagramData" Target="../diagrams/data12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24.xml"/><Relationship Id="rId5" Type="http://schemas.openxmlformats.org/officeDocument/2006/relationships/diagramColors" Target="../diagrams/colors124.xml"/><Relationship Id="rId4" Type="http://schemas.openxmlformats.org/officeDocument/2006/relationships/diagramQuickStyle" Target="../diagrams/quickStyle124.xml"/></Relationships>
</file>

<file path=ppt/slides/_rels/slide14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25.xml"/><Relationship Id="rId2" Type="http://schemas.openxmlformats.org/officeDocument/2006/relationships/diagramData" Target="../diagrams/data12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25.xml"/><Relationship Id="rId5" Type="http://schemas.openxmlformats.org/officeDocument/2006/relationships/diagramColors" Target="../diagrams/colors125.xml"/><Relationship Id="rId4" Type="http://schemas.openxmlformats.org/officeDocument/2006/relationships/diagramQuickStyle" Target="../diagrams/quickStyle125.xml"/></Relationships>
</file>

<file path=ppt/slides/_rels/slide14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26.xml"/><Relationship Id="rId2" Type="http://schemas.openxmlformats.org/officeDocument/2006/relationships/diagramData" Target="../diagrams/data12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26.xml"/><Relationship Id="rId5" Type="http://schemas.openxmlformats.org/officeDocument/2006/relationships/diagramColors" Target="../diagrams/colors126.xml"/><Relationship Id="rId4" Type="http://schemas.openxmlformats.org/officeDocument/2006/relationships/diagramQuickStyle" Target="../diagrams/quickStyle126.xml"/></Relationships>
</file>

<file path=ppt/slides/_rels/slide14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27.xml"/><Relationship Id="rId2" Type="http://schemas.openxmlformats.org/officeDocument/2006/relationships/diagramData" Target="../diagrams/data12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27.xml"/><Relationship Id="rId5" Type="http://schemas.openxmlformats.org/officeDocument/2006/relationships/diagramColors" Target="../diagrams/colors127.xml"/><Relationship Id="rId4" Type="http://schemas.openxmlformats.org/officeDocument/2006/relationships/diagramQuickStyle" Target="../diagrams/quickStyle127.xml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28.xml"/><Relationship Id="rId2" Type="http://schemas.openxmlformats.org/officeDocument/2006/relationships/diagramData" Target="../diagrams/data12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28.xml"/><Relationship Id="rId5" Type="http://schemas.openxmlformats.org/officeDocument/2006/relationships/diagramColors" Target="../diagrams/colors128.xml"/><Relationship Id="rId4" Type="http://schemas.openxmlformats.org/officeDocument/2006/relationships/diagramQuickStyle" Target="../diagrams/quickStyle128.xml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29.xml"/><Relationship Id="rId2" Type="http://schemas.openxmlformats.org/officeDocument/2006/relationships/diagramData" Target="../diagrams/data12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29.xml"/><Relationship Id="rId5" Type="http://schemas.openxmlformats.org/officeDocument/2006/relationships/diagramColors" Target="../diagrams/colors129.xml"/><Relationship Id="rId4" Type="http://schemas.openxmlformats.org/officeDocument/2006/relationships/diagramQuickStyle" Target="../diagrams/quickStyle129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30.xml"/><Relationship Id="rId2" Type="http://schemas.openxmlformats.org/officeDocument/2006/relationships/diagramData" Target="../diagrams/data13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30.xml"/><Relationship Id="rId5" Type="http://schemas.openxmlformats.org/officeDocument/2006/relationships/diagramColors" Target="../diagrams/colors130.xml"/><Relationship Id="rId4" Type="http://schemas.openxmlformats.org/officeDocument/2006/relationships/diagramQuickStyle" Target="../diagrams/quickStyle130.xml"/></Relationships>
</file>

<file path=ppt/slides/_rels/slide15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31.xml"/><Relationship Id="rId2" Type="http://schemas.openxmlformats.org/officeDocument/2006/relationships/diagramData" Target="../diagrams/data13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31.xml"/><Relationship Id="rId5" Type="http://schemas.openxmlformats.org/officeDocument/2006/relationships/diagramColors" Target="../diagrams/colors131.xml"/><Relationship Id="rId4" Type="http://schemas.openxmlformats.org/officeDocument/2006/relationships/diagramQuickStyle" Target="../diagrams/quickStyle131.xml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32.xml"/><Relationship Id="rId2" Type="http://schemas.openxmlformats.org/officeDocument/2006/relationships/diagramData" Target="../diagrams/data13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32.xml"/><Relationship Id="rId5" Type="http://schemas.openxmlformats.org/officeDocument/2006/relationships/diagramColors" Target="../diagrams/colors132.xml"/><Relationship Id="rId4" Type="http://schemas.openxmlformats.org/officeDocument/2006/relationships/diagramQuickStyle" Target="../diagrams/quickStyle132.xml"/></Relationships>
</file>

<file path=ppt/slides/_rels/slide15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33.xml"/><Relationship Id="rId2" Type="http://schemas.openxmlformats.org/officeDocument/2006/relationships/diagramData" Target="../diagrams/data13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33.xml"/><Relationship Id="rId5" Type="http://schemas.openxmlformats.org/officeDocument/2006/relationships/diagramColors" Target="../diagrams/colors133.xml"/><Relationship Id="rId4" Type="http://schemas.openxmlformats.org/officeDocument/2006/relationships/diagramQuickStyle" Target="../diagrams/quickStyle133.xml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34.xml"/><Relationship Id="rId2" Type="http://schemas.openxmlformats.org/officeDocument/2006/relationships/diagramData" Target="../diagrams/data13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34.xml"/><Relationship Id="rId5" Type="http://schemas.openxmlformats.org/officeDocument/2006/relationships/diagramColors" Target="../diagrams/colors134.xml"/><Relationship Id="rId4" Type="http://schemas.openxmlformats.org/officeDocument/2006/relationships/diagramQuickStyle" Target="../diagrams/quickStyle134.xml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35.xml"/><Relationship Id="rId2" Type="http://schemas.openxmlformats.org/officeDocument/2006/relationships/diagramData" Target="../diagrams/data13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35.xml"/><Relationship Id="rId5" Type="http://schemas.openxmlformats.org/officeDocument/2006/relationships/diagramColors" Target="../diagrams/colors135.xml"/><Relationship Id="rId4" Type="http://schemas.openxmlformats.org/officeDocument/2006/relationships/diagramQuickStyle" Target="../diagrams/quickStyle135.xml"/></Relationships>
</file>

<file path=ppt/slides/_rels/slide1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1.emf"/><Relationship Id="rId1" Type="http://schemas.openxmlformats.org/officeDocument/2006/relationships/slideLayout" Target="../slideLayouts/slideLayout7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36.xml"/><Relationship Id="rId2" Type="http://schemas.openxmlformats.org/officeDocument/2006/relationships/diagramData" Target="../diagrams/data13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36.xml"/><Relationship Id="rId5" Type="http://schemas.openxmlformats.org/officeDocument/2006/relationships/diagramColors" Target="../diagrams/colors136.xml"/><Relationship Id="rId4" Type="http://schemas.openxmlformats.org/officeDocument/2006/relationships/diagramQuickStyle" Target="../diagrams/quickStyle136.xml"/></Relationships>
</file>

<file path=ppt/slides/_rels/slide16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37.xml"/><Relationship Id="rId2" Type="http://schemas.openxmlformats.org/officeDocument/2006/relationships/diagramData" Target="../diagrams/data13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37.xml"/><Relationship Id="rId5" Type="http://schemas.openxmlformats.org/officeDocument/2006/relationships/diagramColors" Target="../diagrams/colors137.xml"/><Relationship Id="rId4" Type="http://schemas.openxmlformats.org/officeDocument/2006/relationships/diagramQuickStyle" Target="../diagrams/quickStyle137.xml"/></Relationships>
</file>

<file path=ppt/slides/_rels/slide16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38.xml"/><Relationship Id="rId2" Type="http://schemas.openxmlformats.org/officeDocument/2006/relationships/diagramData" Target="../diagrams/data13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38.xml"/><Relationship Id="rId5" Type="http://schemas.openxmlformats.org/officeDocument/2006/relationships/diagramColors" Target="../diagrams/colors138.xml"/><Relationship Id="rId4" Type="http://schemas.openxmlformats.org/officeDocument/2006/relationships/diagramQuickStyle" Target="../diagrams/quickStyle138.xml"/></Relationships>
</file>

<file path=ppt/slides/_rels/slide163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39.xml"/><Relationship Id="rId7" Type="http://schemas.microsoft.com/office/2007/relationships/diagramDrawing" Target="../diagrams/drawing139.xml"/><Relationship Id="rId2" Type="http://schemas.openxmlformats.org/officeDocument/2006/relationships/image" Target="../media/image286.png"/><Relationship Id="rId1" Type="http://schemas.openxmlformats.org/officeDocument/2006/relationships/slideLayout" Target="../slideLayouts/slideLayout9.xml"/><Relationship Id="rId6" Type="http://schemas.openxmlformats.org/officeDocument/2006/relationships/diagramColors" Target="../diagrams/colors139.xml"/><Relationship Id="rId5" Type="http://schemas.openxmlformats.org/officeDocument/2006/relationships/diagramQuickStyle" Target="../diagrams/quickStyle139.xml"/><Relationship Id="rId4" Type="http://schemas.openxmlformats.org/officeDocument/2006/relationships/diagramLayout" Target="../diagrams/layout139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C1D78633-7222-4BD8-9B43-C5A3FE3FB16A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7"/>
            <a:ext cx="12198350" cy="6875463"/>
            <a:chOff x="0" y="3175"/>
            <a:chExt cx="12198350" cy="6875463"/>
          </a:xfrm>
        </p:grpSpPr>
        <p:sp>
          <p:nvSpPr>
            <p:cNvPr id="11" name="Freeform 5">
              <a:extLst>
                <a:ext uri="{FF2B5EF4-FFF2-40B4-BE49-F238E27FC236}">
                  <a16:creationId xmlns:a16="http://schemas.microsoft.com/office/drawing/2014/main" id="{64A62ED5-69F8-4A9A-959F-BDFA4CB00620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12" name="Freeform 9">
              <a:extLst>
                <a:ext uri="{FF2B5EF4-FFF2-40B4-BE49-F238E27FC236}">
                  <a16:creationId xmlns:a16="http://schemas.microsoft.com/office/drawing/2014/main" id="{1E1E0581-3B45-45FA-909D-956C5BA8C38D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05474103-4A93-4198-B2FA-45EC74FD528A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</p:sp>
      </p:grp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AD746CED-0567-4DF8-AB5A-955539059A38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2452690" y="1262065"/>
            <a:ext cx="7286625" cy="4333875"/>
            <a:chOff x="2452688" y="1262063"/>
            <a:chExt cx="7286625" cy="4333875"/>
          </a:xfrm>
        </p:grpSpPr>
        <p:sp useBgFill="1">
          <p:nvSpPr>
            <p:cNvPr id="16" name="Freeform 159">
              <a:extLst>
                <a:ext uri="{FF2B5EF4-FFF2-40B4-BE49-F238E27FC236}">
                  <a16:creationId xmlns:a16="http://schemas.microsoft.com/office/drawing/2014/main" id="{ADA5E076-A7C5-4275-A6C5-D0949C89B1B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452688" y="1262063"/>
              <a:ext cx="7286625" cy="4333875"/>
            </a:xfrm>
            <a:custGeom>
              <a:avLst/>
              <a:gdLst/>
              <a:ahLst/>
              <a:cxnLst/>
              <a:rect l="0" t="0" r="r" b="b"/>
              <a:pathLst>
                <a:path w="4590" h="2730">
                  <a:moveTo>
                    <a:pt x="200" y="0"/>
                  </a:moveTo>
                  <a:lnTo>
                    <a:pt x="4390" y="0"/>
                  </a:lnTo>
                  <a:lnTo>
                    <a:pt x="4430" y="4"/>
                  </a:lnTo>
                  <a:lnTo>
                    <a:pt x="4468" y="15"/>
                  </a:lnTo>
                  <a:lnTo>
                    <a:pt x="4501" y="33"/>
                  </a:lnTo>
                  <a:lnTo>
                    <a:pt x="4532" y="59"/>
                  </a:lnTo>
                  <a:lnTo>
                    <a:pt x="4555" y="88"/>
                  </a:lnTo>
                  <a:lnTo>
                    <a:pt x="4575" y="123"/>
                  </a:lnTo>
                  <a:lnTo>
                    <a:pt x="4586" y="160"/>
                  </a:lnTo>
                  <a:lnTo>
                    <a:pt x="4590" y="201"/>
                  </a:lnTo>
                  <a:lnTo>
                    <a:pt x="4590" y="2529"/>
                  </a:lnTo>
                  <a:lnTo>
                    <a:pt x="4586" y="2570"/>
                  </a:lnTo>
                  <a:lnTo>
                    <a:pt x="4575" y="2607"/>
                  </a:lnTo>
                  <a:lnTo>
                    <a:pt x="4555" y="2642"/>
                  </a:lnTo>
                  <a:lnTo>
                    <a:pt x="4532" y="2672"/>
                  </a:lnTo>
                  <a:lnTo>
                    <a:pt x="4501" y="2697"/>
                  </a:lnTo>
                  <a:lnTo>
                    <a:pt x="4468" y="2715"/>
                  </a:lnTo>
                  <a:lnTo>
                    <a:pt x="4430" y="2726"/>
                  </a:lnTo>
                  <a:lnTo>
                    <a:pt x="4390" y="2730"/>
                  </a:lnTo>
                  <a:lnTo>
                    <a:pt x="200" y="2730"/>
                  </a:lnTo>
                  <a:lnTo>
                    <a:pt x="160" y="2726"/>
                  </a:lnTo>
                  <a:lnTo>
                    <a:pt x="122" y="2715"/>
                  </a:lnTo>
                  <a:lnTo>
                    <a:pt x="89" y="2697"/>
                  </a:lnTo>
                  <a:lnTo>
                    <a:pt x="58" y="2672"/>
                  </a:lnTo>
                  <a:lnTo>
                    <a:pt x="35" y="2642"/>
                  </a:lnTo>
                  <a:lnTo>
                    <a:pt x="15" y="2607"/>
                  </a:lnTo>
                  <a:lnTo>
                    <a:pt x="4" y="2570"/>
                  </a:lnTo>
                  <a:lnTo>
                    <a:pt x="0" y="2529"/>
                  </a:lnTo>
                  <a:lnTo>
                    <a:pt x="0" y="201"/>
                  </a:lnTo>
                  <a:lnTo>
                    <a:pt x="4" y="160"/>
                  </a:lnTo>
                  <a:lnTo>
                    <a:pt x="15" y="123"/>
                  </a:lnTo>
                  <a:lnTo>
                    <a:pt x="35" y="88"/>
                  </a:lnTo>
                  <a:lnTo>
                    <a:pt x="58" y="59"/>
                  </a:lnTo>
                  <a:lnTo>
                    <a:pt x="89" y="33"/>
                  </a:lnTo>
                  <a:lnTo>
                    <a:pt x="122" y="15"/>
                  </a:lnTo>
                  <a:lnTo>
                    <a:pt x="160" y="4"/>
                  </a:lnTo>
                  <a:lnTo>
                    <a:pt x="200" y="0"/>
                  </a:lnTo>
                  <a:close/>
                </a:path>
              </a:pathLst>
            </a:custGeom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164">
              <a:extLst>
                <a:ext uri="{FF2B5EF4-FFF2-40B4-BE49-F238E27FC236}">
                  <a16:creationId xmlns:a16="http://schemas.microsoft.com/office/drawing/2014/main" id="{8DA0B687-0059-4D26-A341-3533C07D86DA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643188" y="1452563"/>
              <a:ext cx="6905625" cy="3952875"/>
            </a:xfrm>
            <a:custGeom>
              <a:avLst/>
              <a:gdLst/>
              <a:ahLst/>
              <a:cxnLst/>
              <a:rect l="0" t="0" r="r" b="b"/>
              <a:pathLst>
                <a:path w="4350" h="2490">
                  <a:moveTo>
                    <a:pt x="80" y="28"/>
                  </a:moveTo>
                  <a:lnTo>
                    <a:pt x="63" y="30"/>
                  </a:lnTo>
                  <a:lnTo>
                    <a:pt x="50" y="38"/>
                  </a:lnTo>
                  <a:lnTo>
                    <a:pt x="38" y="49"/>
                  </a:lnTo>
                  <a:lnTo>
                    <a:pt x="30" y="63"/>
                  </a:lnTo>
                  <a:lnTo>
                    <a:pt x="28" y="79"/>
                  </a:lnTo>
                  <a:lnTo>
                    <a:pt x="28" y="2411"/>
                  </a:lnTo>
                  <a:lnTo>
                    <a:pt x="30" y="2427"/>
                  </a:lnTo>
                  <a:lnTo>
                    <a:pt x="38" y="2441"/>
                  </a:lnTo>
                  <a:lnTo>
                    <a:pt x="50" y="2452"/>
                  </a:lnTo>
                  <a:lnTo>
                    <a:pt x="63" y="2460"/>
                  </a:lnTo>
                  <a:lnTo>
                    <a:pt x="80" y="2462"/>
                  </a:lnTo>
                  <a:lnTo>
                    <a:pt x="4270" y="2462"/>
                  </a:lnTo>
                  <a:lnTo>
                    <a:pt x="4287" y="2460"/>
                  </a:lnTo>
                  <a:lnTo>
                    <a:pt x="4300" y="2452"/>
                  </a:lnTo>
                  <a:lnTo>
                    <a:pt x="4312" y="2441"/>
                  </a:lnTo>
                  <a:lnTo>
                    <a:pt x="4320" y="2427"/>
                  </a:lnTo>
                  <a:lnTo>
                    <a:pt x="4322" y="2411"/>
                  </a:lnTo>
                  <a:lnTo>
                    <a:pt x="4322" y="79"/>
                  </a:lnTo>
                  <a:lnTo>
                    <a:pt x="4320" y="63"/>
                  </a:lnTo>
                  <a:lnTo>
                    <a:pt x="4312" y="49"/>
                  </a:lnTo>
                  <a:lnTo>
                    <a:pt x="4300" y="38"/>
                  </a:lnTo>
                  <a:lnTo>
                    <a:pt x="4287" y="30"/>
                  </a:lnTo>
                  <a:lnTo>
                    <a:pt x="4270" y="28"/>
                  </a:lnTo>
                  <a:lnTo>
                    <a:pt x="80" y="28"/>
                  </a:lnTo>
                  <a:close/>
                  <a:moveTo>
                    <a:pt x="80" y="0"/>
                  </a:moveTo>
                  <a:lnTo>
                    <a:pt x="4270" y="0"/>
                  </a:lnTo>
                  <a:lnTo>
                    <a:pt x="4295" y="4"/>
                  </a:lnTo>
                  <a:lnTo>
                    <a:pt x="4317" y="16"/>
                  </a:lnTo>
                  <a:lnTo>
                    <a:pt x="4334" y="33"/>
                  </a:lnTo>
                  <a:lnTo>
                    <a:pt x="4346" y="54"/>
                  </a:lnTo>
                  <a:lnTo>
                    <a:pt x="4350" y="79"/>
                  </a:lnTo>
                  <a:lnTo>
                    <a:pt x="4350" y="2411"/>
                  </a:lnTo>
                  <a:lnTo>
                    <a:pt x="4346" y="2436"/>
                  </a:lnTo>
                  <a:lnTo>
                    <a:pt x="4334" y="2457"/>
                  </a:lnTo>
                  <a:lnTo>
                    <a:pt x="4317" y="2474"/>
                  </a:lnTo>
                  <a:lnTo>
                    <a:pt x="4295" y="2486"/>
                  </a:lnTo>
                  <a:lnTo>
                    <a:pt x="4270" y="2490"/>
                  </a:lnTo>
                  <a:lnTo>
                    <a:pt x="80" y="2490"/>
                  </a:lnTo>
                  <a:lnTo>
                    <a:pt x="55" y="2486"/>
                  </a:lnTo>
                  <a:lnTo>
                    <a:pt x="33" y="2474"/>
                  </a:lnTo>
                  <a:lnTo>
                    <a:pt x="16" y="2457"/>
                  </a:lnTo>
                  <a:lnTo>
                    <a:pt x="4" y="2436"/>
                  </a:lnTo>
                  <a:lnTo>
                    <a:pt x="0" y="2411"/>
                  </a:lnTo>
                  <a:lnTo>
                    <a:pt x="0" y="79"/>
                  </a:lnTo>
                  <a:lnTo>
                    <a:pt x="4" y="54"/>
                  </a:lnTo>
                  <a:lnTo>
                    <a:pt x="16" y="33"/>
                  </a:lnTo>
                  <a:lnTo>
                    <a:pt x="33" y="16"/>
                  </a:lnTo>
                  <a:lnTo>
                    <a:pt x="55" y="4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tx2">
                <a:lumMod val="75000"/>
                <a:lumOff val="2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3CFF822-5B88-4257-86DB-464E3C755FE2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5410200" y="3862794"/>
              <a:ext cx="1371600" cy="0"/>
            </a:xfrm>
            <a:prstGeom prst="line">
              <a:avLst/>
            </a:prstGeom>
            <a:ln w="38100">
              <a:solidFill>
                <a:schemeClr val="tx2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92033CEE-8C0B-4A02-A8C3-2B214E702A5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162303" y="1638301"/>
            <a:ext cx="5860821" cy="2021294"/>
          </a:xfrm>
        </p:spPr>
        <p:txBody>
          <a:bodyPr anchor="ctr">
            <a:normAutofit/>
          </a:bodyPr>
          <a:lstStyle/>
          <a:p>
            <a:pPr algn="ctr"/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Chapter 10</a:t>
            </a:r>
            <a:b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</a:br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Mining and Consensus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E6C8D7C-6313-43D8-910D-51F942EF727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162303" y="3921295"/>
            <a:ext cx="5860821" cy="1484141"/>
          </a:xfrm>
        </p:spPr>
        <p:txBody>
          <a:bodyPr>
            <a:normAutofit/>
          </a:bodyPr>
          <a:lstStyle/>
          <a:p>
            <a:pPr algn="ctr"/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Course Notes </a:t>
            </a:r>
          </a:p>
          <a:p>
            <a:pPr algn="ctr"/>
            <a:r>
              <a:rPr lang="en-US" dirty="0">
                <a:solidFill>
                  <a:schemeClr val="tx2">
                    <a:lumMod val="75000"/>
                    <a:lumOff val="25000"/>
                  </a:schemeClr>
                </a:solidFill>
              </a:rPr>
              <a:t>SEN0401 Special Topics In SW Engineering Blockchain </a:t>
            </a:r>
            <a:endParaRPr lang="tr-TR" dirty="0">
              <a:solidFill>
                <a:schemeClr val="tx2">
                  <a:lumMod val="75000"/>
                  <a:lumOff val="25000"/>
                </a:schemeClr>
              </a:solidFill>
            </a:endParaRPr>
          </a:p>
          <a:p>
            <a:pPr algn="ctr"/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Yusuf Altunel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7DD30FF-86E3-4F78-B54E-14A9BBBB12AC}"/>
              </a:ext>
            </a:extLst>
          </p:cNvPr>
          <p:cNvSpPr/>
          <p:nvPr/>
        </p:nvSpPr>
        <p:spPr>
          <a:xfrm>
            <a:off x="2452690" y="5857637"/>
            <a:ext cx="699633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dirty="0"/>
              <a:t>Based on </a:t>
            </a:r>
            <a:r>
              <a:rPr lang="en-US" dirty="0"/>
              <a:t>	Mastering Bitcoin 2e; Andreas M. Antonopoulos; O’Reilly, 2017</a:t>
            </a:r>
          </a:p>
        </p:txBody>
      </p:sp>
    </p:spTree>
    <p:extLst>
      <p:ext uri="{BB962C8B-B14F-4D97-AF65-F5344CB8AC3E}">
        <p14:creationId xmlns:p14="http://schemas.microsoft.com/office/powerpoint/2010/main" val="43758038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7" name="Rectangle 16">
            <a:extLst>
              <a:ext uri="{FF2B5EF4-FFF2-40B4-BE49-F238E27FC236}">
                <a16:creationId xmlns:a16="http://schemas.microsoft.com/office/drawing/2014/main" id="{29F21D33-7C72-4D9D-AB31-56CD5D229EB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B591B44-3FCF-4C17-8DC7-C288EB4668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66230" y="2274276"/>
            <a:ext cx="3229574" cy="3821723"/>
          </a:xfrm>
        </p:spPr>
        <p:txBody>
          <a:bodyPr anchor="t">
            <a:normAutofit/>
          </a:bodyPr>
          <a:lstStyle/>
          <a:p>
            <a:r>
              <a:rPr lang="tr-TR" sz="3400" dirty="0"/>
              <a:t>Content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82F133EB-00E6-4683-85DC-CDF96516426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8466230" y="2050626"/>
            <a:ext cx="3227832" cy="0"/>
          </a:xfrm>
          <a:prstGeom prst="line">
            <a:avLst/>
          </a:prstGeom>
          <a:ln w="381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843165597"/>
              </p:ext>
            </p:extLst>
          </p:nvPr>
        </p:nvGraphicFramePr>
        <p:xfrm>
          <a:off x="642938" y="193044"/>
          <a:ext cx="7657782" cy="658367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92953945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en-US" sz="5400" dirty="0"/>
              <a:t>Introduction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en-US" sz="2400" dirty="0"/>
              <a:t>Bitcoin Money Supply</a:t>
            </a:r>
            <a:endParaRPr lang="tr-TR" sz="2400" dirty="0"/>
          </a:p>
          <a:p>
            <a:pPr algn="l">
              <a:spcBef>
                <a:spcPts val="930"/>
              </a:spcBef>
            </a:pPr>
            <a:r>
              <a:rPr lang="en-US" sz="2400" dirty="0"/>
              <a:t>Bitcoin Economics and Currency Creation</a:t>
            </a:r>
          </a:p>
          <a:p>
            <a:pPr algn="l">
              <a:spcBef>
                <a:spcPts val="930"/>
              </a:spcBef>
            </a:pPr>
            <a:r>
              <a:rPr lang="en-US" sz="2400" dirty="0"/>
              <a:t>Bitcoin as a Deflationary Money</a:t>
            </a:r>
          </a:p>
        </p:txBody>
      </p:sp>
    </p:spTree>
    <p:extLst>
      <p:ext uri="{BB962C8B-B14F-4D97-AF65-F5344CB8AC3E}">
        <p14:creationId xmlns:p14="http://schemas.microsoft.com/office/powerpoint/2010/main" val="151294519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3B3C8DB-B405-4EF8-9F81-75854A56B6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Introduction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336F2714-C86E-4D09-9B55-7AB3225D849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88000642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63925323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3B3C8DB-B405-4EF8-9F81-75854A56B6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Introduction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53833761-0EB3-4DA2-A5AC-707918AC1AC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9945995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61092030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3B3C8DB-B405-4EF8-9F81-75854A56B6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Introduction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A465A57E-461B-4860-85BB-158A89837CC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10986724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33052305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3B3C8DB-B405-4EF8-9F81-75854A56B6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/>
              <a:t>Introduction</a:t>
            </a:r>
            <a:endParaRPr lang="tr-TR" dirty="0"/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1A6BFFFA-836C-4EBB-ACE0-50BB8AA63E7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3856790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68378347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EB78347-E8B0-46C8-8B62-22ADAE9B9F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Bitcoin Money Supply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DB63C10-10BA-4D0E-BF20-A237174BDE8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42152929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04230321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22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E82D477-CB9E-4FCD-959B-F991202FFB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/>
              <a:t>Bitcoin Economics and Currency Creation</a:t>
            </a:r>
            <a:endParaRPr lang="tr-TR"/>
          </a:p>
        </p:txBody>
      </p:sp>
      <p:cxnSp>
        <p:nvCxnSpPr>
          <p:cNvPr id="28" name="Straight Connector 24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FB019BE9-E81F-4ACC-9EFB-58B2B94E420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73973777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365232486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3D877858-43DB-478C-BC84-9DACF1A10CC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E82D477-CB9E-4FCD-959B-F991202FFB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602888" y="111664"/>
            <a:ext cx="10101383" cy="731508"/>
          </a:xfrm>
        </p:spPr>
        <p:txBody>
          <a:bodyPr>
            <a:normAutofit/>
          </a:bodyPr>
          <a:lstStyle/>
          <a:p>
            <a:r>
              <a:rPr lang="en-US" sz="3100" dirty="0"/>
              <a:t>Bitcoin </a:t>
            </a:r>
            <a:r>
              <a:rPr lang="tr-TR" sz="3100" dirty="0"/>
              <a:t>Money </a:t>
            </a:r>
            <a:r>
              <a:rPr lang="tr-TR" sz="3100" dirty="0" err="1"/>
              <a:t>Supply</a:t>
            </a:r>
            <a:endParaRPr lang="tr-TR" sz="3100" dirty="0"/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4170ABC-ADB2-4391-89AD-49DF2FC5994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7852528" y="2176009"/>
            <a:ext cx="385174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32" name="Picture 8" descr="Bitcoin anniversary. 17 millionth mined.">
            <a:extLst>
              <a:ext uri="{FF2B5EF4-FFF2-40B4-BE49-F238E27FC236}">
                <a16:creationId xmlns:a16="http://schemas.microsoft.com/office/drawing/2014/main" id="{ABBC2343-17F2-460A-8F65-75BF8A9CB49A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98553" y="677410"/>
            <a:ext cx="7479846" cy="566125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Dikdörtgen 14">
            <a:hlinkClick r:id="rId3"/>
            <a:extLst>
              <a:ext uri="{FF2B5EF4-FFF2-40B4-BE49-F238E27FC236}">
                <a16:creationId xmlns:a16="http://schemas.microsoft.com/office/drawing/2014/main" id="{B8B056C0-4719-4FFB-8838-3921F832099E}"/>
              </a:ext>
            </a:extLst>
          </p:cNvPr>
          <p:cNvSpPr/>
          <p:nvPr/>
        </p:nvSpPr>
        <p:spPr>
          <a:xfrm>
            <a:off x="3268659" y="6419046"/>
            <a:ext cx="479406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dirty="0"/>
              <a:t>https://bitcointalk.org/index.php?topic=3414598</a:t>
            </a:r>
          </a:p>
        </p:txBody>
      </p:sp>
    </p:spTree>
    <p:extLst>
      <p:ext uri="{BB962C8B-B14F-4D97-AF65-F5344CB8AC3E}">
        <p14:creationId xmlns:p14="http://schemas.microsoft.com/office/powerpoint/2010/main" val="345567079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0ABE363-18EB-404B-9226-78943F9207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Future of Bitcoin Supply</a:t>
            </a:r>
          </a:p>
        </p:txBody>
      </p: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F31AAC70-3E08-4B24-8E87-08B4846C41C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030373857"/>
              </p:ext>
            </p:extLst>
          </p:nvPr>
        </p:nvGraphicFramePr>
        <p:xfrm>
          <a:off x="561474" y="2326106"/>
          <a:ext cx="11351346" cy="420303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86613387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E82D477-CB9E-4FCD-959B-F991202FFB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 err="1"/>
              <a:t>Bitcoin</a:t>
            </a:r>
            <a:r>
              <a:rPr lang="tr-TR" dirty="0"/>
              <a:t> as a </a:t>
            </a:r>
            <a:r>
              <a:rPr lang="tr-TR" dirty="0" err="1"/>
              <a:t>Deflationary</a:t>
            </a:r>
            <a:r>
              <a:rPr lang="tr-TR" dirty="0"/>
              <a:t> Money</a:t>
            </a:r>
          </a:p>
        </p:txBody>
      </p:sp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FB019BE9-E81F-4ACC-9EFB-58B2B94E420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04465428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66291169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E82D477-CB9E-4FCD-959B-F991202FFB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Is </a:t>
            </a:r>
            <a:r>
              <a:rPr lang="tr-TR" dirty="0" err="1"/>
              <a:t>Deflation</a:t>
            </a:r>
            <a:r>
              <a:rPr lang="tr-TR" dirty="0"/>
              <a:t> is a </a:t>
            </a:r>
            <a:r>
              <a:rPr lang="tr-TR" dirty="0" err="1"/>
              <a:t>Disaster</a:t>
            </a:r>
            <a:r>
              <a:rPr lang="tr-TR" dirty="0"/>
              <a:t>?</a:t>
            </a:r>
          </a:p>
        </p:txBody>
      </p:sp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FB019BE9-E81F-4ACC-9EFB-58B2B94E420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0759413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353466369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E82D477-CB9E-4FCD-959B-F991202FFB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 err="1"/>
              <a:t>Deflation</a:t>
            </a:r>
            <a:r>
              <a:rPr lang="tr-TR" dirty="0"/>
              <a:t> in </a:t>
            </a:r>
            <a:r>
              <a:rPr lang="tr-TR" dirty="0" err="1"/>
              <a:t>unlimited</a:t>
            </a:r>
            <a:r>
              <a:rPr lang="tr-TR" dirty="0"/>
              <a:t> Money</a:t>
            </a:r>
          </a:p>
        </p:txBody>
      </p:sp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FB019BE9-E81F-4ACC-9EFB-58B2B94E420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4492427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277249116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E82D477-CB9E-4FCD-959B-F991202FFB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The positive aspect of deflation</a:t>
            </a:r>
            <a:endParaRPr lang="tr-TR" dirty="0"/>
          </a:p>
        </p:txBody>
      </p:sp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FB019BE9-E81F-4ACC-9EFB-58B2B94E420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9654348"/>
              </p:ext>
            </p:extLst>
          </p:nvPr>
        </p:nvGraphicFramePr>
        <p:xfrm>
          <a:off x="518160" y="2129061"/>
          <a:ext cx="11338560" cy="424125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11443334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E82D477-CB9E-4FCD-959B-F991202FFB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 err="1"/>
              <a:t>Deflationary</a:t>
            </a:r>
            <a:r>
              <a:rPr lang="tr-TR" dirty="0"/>
              <a:t> </a:t>
            </a:r>
            <a:r>
              <a:rPr lang="tr-TR" dirty="0" err="1"/>
              <a:t>Currency</a:t>
            </a:r>
            <a:endParaRPr lang="tr-TR" dirty="0"/>
          </a:p>
        </p:txBody>
      </p:sp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FB019BE9-E81F-4ACC-9EFB-58B2B94E420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0705742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386648782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/>
            <a:r>
              <a:rPr lang="tr-TR" sz="4000" dirty="0"/>
              <a:t>Decentralized Consensus</a:t>
            </a:r>
            <a:endParaRPr lang="tr-TR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4159550562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F07946D-8749-4FC6-A3A1-12668334BF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 err="1"/>
              <a:t>Trust</a:t>
            </a:r>
            <a:r>
              <a:rPr lang="tr-TR" dirty="0"/>
              <a:t> Model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B0B98ECB-1539-4F47-9B34-2CBCACC798E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02648634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729077117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F07946D-8749-4FC6-A3A1-12668334BF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Decentralized Consensus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B0B98ECB-1539-4F47-9B34-2CBCACC798E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34459709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63414311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F07946D-8749-4FC6-A3A1-12668334BF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 err="1"/>
              <a:t>Decentralized</a:t>
            </a:r>
            <a:r>
              <a:rPr lang="tr-TR" dirty="0"/>
              <a:t> </a:t>
            </a:r>
            <a:r>
              <a:rPr lang="tr-TR" dirty="0" err="1"/>
              <a:t>Emergent</a:t>
            </a:r>
            <a:r>
              <a:rPr lang="tr-TR" dirty="0"/>
              <a:t> </a:t>
            </a:r>
            <a:r>
              <a:rPr lang="tr-TR" dirty="0" err="1"/>
              <a:t>Consensus</a:t>
            </a:r>
            <a:endParaRPr lang="tr-TR" dirty="0"/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B0B98ECB-1539-4F47-9B34-2CBCACC798E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79147152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5659297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3E0474B-60A2-4951-992A-81B538FE5E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Consensus as Emergent Artifact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99845C97-5869-4A93-A75D-B489FA141FA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61560710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6263847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E1D7238-89E6-410F-91F3-55336614958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Processes for Decentralized Consensus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AE70749-8755-4B24-AA43-8BC1E565E55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55174642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15195271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E1D7238-89E6-410F-91F3-55336614958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Processes for Decentralized Consensus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AE70749-8755-4B24-AA43-8BC1E565E55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97740867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218653458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tr-TR" sz="3600" dirty="0"/>
              <a:t>Independent Verification of Transactions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1359052834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B8DC928-F441-4A2E-957E-E868054F97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Independent Verification of Transactions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C5999C7-E5C5-4881-8D70-4DD072D75AF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6345342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1434650599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4A2FB25-93E3-4786-8361-C2E712806E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Verification Checklist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BE17F6D5-E565-4610-AF9F-7E907F1B5CC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721470420"/>
              </p:ext>
            </p:extLst>
          </p:nvPr>
        </p:nvGraphicFramePr>
        <p:xfrm>
          <a:off x="2933701" y="2129061"/>
          <a:ext cx="8770571" cy="472893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430309209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4A2FB25-93E3-4786-8361-C2E712806E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Verification Checklist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71C1EBCC-A0EF-4E4F-AD63-D8316C46CE1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267170456"/>
              </p:ext>
            </p:extLst>
          </p:nvPr>
        </p:nvGraphicFramePr>
        <p:xfrm>
          <a:off x="1364105" y="2129061"/>
          <a:ext cx="10340167" cy="461651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953426168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4A2FB25-93E3-4786-8361-C2E712806E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Verification Checklist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794AF68-F7F0-450D-9AD3-9A898D32594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411684814"/>
              </p:ext>
            </p:extLst>
          </p:nvPr>
        </p:nvGraphicFramePr>
        <p:xfrm>
          <a:off x="2933701" y="2308485"/>
          <a:ext cx="8770571" cy="431716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5995039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4A2FB25-93E3-4786-8361-C2E712806E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Verification Checklist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ACE59EB3-2545-4224-A08F-1116A957CFC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505522906"/>
              </p:ext>
            </p:extLst>
          </p:nvPr>
        </p:nvGraphicFramePr>
        <p:xfrm>
          <a:off x="2933701" y="2438400"/>
          <a:ext cx="877057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807831644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4A2FB25-93E3-4786-8361-C2E712806E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Verification Checklist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ACE59EB3-2545-4224-A08F-1116A957CFC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902599984"/>
              </p:ext>
            </p:extLst>
          </p:nvPr>
        </p:nvGraphicFramePr>
        <p:xfrm>
          <a:off x="2933701" y="2438400"/>
          <a:ext cx="877057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537048920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E1D7238-89E6-410F-91F3-55336614958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 err="1"/>
              <a:t>Conditions</a:t>
            </a:r>
            <a:r>
              <a:rPr lang="tr-TR" dirty="0"/>
              <a:t> in </a:t>
            </a:r>
            <a:r>
              <a:rPr lang="tr-TR" dirty="0" err="1"/>
              <a:t>Bitcoin</a:t>
            </a:r>
            <a:r>
              <a:rPr lang="tr-TR" dirty="0"/>
              <a:t> </a:t>
            </a:r>
            <a:r>
              <a:rPr lang="tr-TR" dirty="0" err="1"/>
              <a:t>Core</a:t>
            </a:r>
            <a:endParaRPr lang="tr-TR" dirty="0"/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AE70749-8755-4B24-AA43-8BC1E565E55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97435544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382212932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E1D7238-89E6-410F-91F3-55336614958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 err="1"/>
              <a:t>Unconfirmed</a:t>
            </a:r>
            <a:r>
              <a:rPr lang="tr-TR" dirty="0"/>
              <a:t> </a:t>
            </a:r>
            <a:r>
              <a:rPr lang="tr-TR" dirty="0" err="1"/>
              <a:t>Transactions</a:t>
            </a:r>
            <a:r>
              <a:rPr lang="tr-TR" dirty="0"/>
              <a:t>: </a:t>
            </a:r>
            <a:r>
              <a:rPr lang="tr-TR" dirty="0" err="1"/>
              <a:t>mempool</a:t>
            </a:r>
            <a:endParaRPr lang="tr-TR" dirty="0"/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AE70749-8755-4B24-AA43-8BC1E565E55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80356292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63220586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en-US" sz="4000" dirty="0"/>
              <a:t>Mining Nodes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140926532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B129C37-8F15-4AB0-A042-81B700A6CB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Miners &amp; Competition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FC1E828-872C-4C31-8E2C-1B7A50D3A9B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93666930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62237419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tr-TR" sz="3600" dirty="0"/>
              <a:t>Aggregating Transactions into Blocks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 fontScale="77500" lnSpcReduction="20000"/>
          </a:bodyPr>
          <a:lstStyle/>
          <a:p>
            <a:pPr algn="l">
              <a:spcBef>
                <a:spcPts val="930"/>
              </a:spcBef>
            </a:pPr>
            <a:r>
              <a:rPr lang="en-US" sz="2400" dirty="0"/>
              <a:t>The Coinbase Transaction</a:t>
            </a:r>
          </a:p>
          <a:p>
            <a:pPr algn="l">
              <a:spcBef>
                <a:spcPts val="930"/>
              </a:spcBef>
            </a:pPr>
            <a:r>
              <a:rPr lang="en-US" sz="2400" dirty="0"/>
              <a:t>Coinbase Reward and Fees</a:t>
            </a:r>
          </a:p>
          <a:p>
            <a:pPr algn="l">
              <a:spcBef>
                <a:spcPts val="930"/>
              </a:spcBef>
            </a:pPr>
            <a:r>
              <a:rPr lang="en-US" sz="2400" dirty="0"/>
              <a:t>Structure of the Coinbase Transaction</a:t>
            </a:r>
          </a:p>
          <a:p>
            <a:pPr algn="l">
              <a:spcBef>
                <a:spcPts val="930"/>
              </a:spcBef>
            </a:pPr>
            <a:r>
              <a:rPr lang="en-US" sz="2400" dirty="0"/>
              <a:t>Coinbase Data</a:t>
            </a:r>
          </a:p>
        </p:txBody>
      </p:sp>
    </p:spTree>
    <p:extLst>
      <p:ext uri="{BB962C8B-B14F-4D97-AF65-F5344CB8AC3E}">
        <p14:creationId xmlns:p14="http://schemas.microsoft.com/office/powerpoint/2010/main" val="1825615704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4B5AFA2-B9DD-45EB-82AE-259F58294A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Aggregating Transactions into Blocks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B07CB46-46EE-4AE8-BC31-70C13A92160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0076428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259020010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4B193EE-A55F-4AD4-8933-27C843CEA3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Construction of new Blocks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EB2B37E-874F-4220-AFFA-E133A4096AD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92335856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675313405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632E9B-75CA-4464-9705-EAB7796D925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Candidate Block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55156A6-5357-4C8B-91FA-C55A198475E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50447854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60984484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8EB3BDD-FFC2-4A05-B90A-B4CEEE1DA2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Coinbase Transaction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7283A66-26B3-4254-8BFD-FAF9D8FCCBB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22356429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64071022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CF4C80B-F59E-4BA9-9DE7-CB65D22ADC4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Coinbase Reward and Fees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5D0B445-420A-47D8-82C8-61420083CC6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2173607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960544322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CF4C80B-F59E-4BA9-9DE7-CB65D22ADC4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Coinbase Reward and Fees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5D0B445-420A-47D8-82C8-61420083CC6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6731616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776378063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2296224-BE6C-452A-AB28-8013BE502AB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Structure of the Coinbase Transaction</a:t>
            </a:r>
            <a:endParaRPr lang="tr-TR" dirty="0"/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3DBBF63-1ABB-4DEC-A58A-F8F4C67EB05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0270654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650742505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2296224-BE6C-452A-AB28-8013BE502AB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Structure of the Coinbase Transaction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3DBBF63-1ABB-4DEC-A58A-F8F4C67EB05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53533703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46090128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194E0490-7FEE-43B0-8B04-A74614DE221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203" y="489937"/>
            <a:ext cx="7737641" cy="2587141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D1B8FB88-265A-4BB6-B1D5-8281B9761FF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99182" y="3429000"/>
            <a:ext cx="8868260" cy="27766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43675754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0F4CA64-2119-4BB5-84A8-F8AD21BDDE6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Coinbase Data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723435C-0368-4C92-8150-961B4EBB7A9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71044976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693085349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51B4CD8-5729-4FB4-97B4-76499484ED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Coinbase Data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7444571-3D8D-4BEA-9E78-786FCE07A14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729855114"/>
              </p:ext>
            </p:extLst>
          </p:nvPr>
        </p:nvGraphicFramePr>
        <p:xfrm>
          <a:off x="2933701" y="2129061"/>
          <a:ext cx="8770571" cy="396084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81865331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F9D215F-0310-40BF-8BEC-4727FF0497C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BIP-34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F993A20-3CC0-4DD9-A820-DF512484043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77693474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08739070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8AA7879-C9A4-4B9E-9358-3DFBBE4A16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Example Coinbase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8E5290E7-8BFB-4D71-98DA-4D19DEA461A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956008150"/>
              </p:ext>
            </p:extLst>
          </p:nvPr>
        </p:nvGraphicFramePr>
        <p:xfrm>
          <a:off x="2933701" y="1499017"/>
          <a:ext cx="8770571" cy="515845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032405994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en-US" sz="4000" dirty="0"/>
              <a:t>Constructing the Block Header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3926179914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8F56128-4DE0-41CF-9EEF-EEC85DE756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1" y="568345"/>
            <a:ext cx="8770571" cy="1560716"/>
          </a:xfrm>
        </p:spPr>
        <p:txBody>
          <a:bodyPr/>
          <a:lstStyle/>
          <a:p>
            <a:r>
              <a:rPr lang="tr-TR"/>
              <a:t>Constructing the Block Header</a:t>
            </a:r>
            <a:endParaRPr lang="tr-TR" dirty="0"/>
          </a:p>
        </p:txBody>
      </p:sp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2F91DCE5-787D-409B-BC21-30BA136CA9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3405417"/>
              </p:ext>
            </p:extLst>
          </p:nvPr>
        </p:nvGraphicFramePr>
        <p:xfrm>
          <a:off x="213241" y="1595365"/>
          <a:ext cx="11765517" cy="4975375"/>
        </p:xfrm>
        <a:graphic>
          <a:graphicData uri="http://schemas.openxmlformats.org/drawingml/2006/table">
            <a:tbl>
              <a:tblPr/>
              <a:tblGrid>
                <a:gridCol w="1438328">
                  <a:extLst>
                    <a:ext uri="{9D8B030D-6E8A-4147-A177-3AD203B41FA5}">
                      <a16:colId xmlns:a16="http://schemas.microsoft.com/office/drawing/2014/main" val="151046921"/>
                    </a:ext>
                  </a:extLst>
                </a:gridCol>
                <a:gridCol w="2357163">
                  <a:extLst>
                    <a:ext uri="{9D8B030D-6E8A-4147-A177-3AD203B41FA5}">
                      <a16:colId xmlns:a16="http://schemas.microsoft.com/office/drawing/2014/main" val="1764355888"/>
                    </a:ext>
                  </a:extLst>
                </a:gridCol>
                <a:gridCol w="516330">
                  <a:extLst>
                    <a:ext uri="{9D8B030D-6E8A-4147-A177-3AD203B41FA5}">
                      <a16:colId xmlns:a16="http://schemas.microsoft.com/office/drawing/2014/main" val="4273459706"/>
                    </a:ext>
                  </a:extLst>
                </a:gridCol>
                <a:gridCol w="5833902">
                  <a:extLst>
                    <a:ext uri="{9D8B030D-6E8A-4147-A177-3AD203B41FA5}">
                      <a16:colId xmlns:a16="http://schemas.microsoft.com/office/drawing/2014/main" val="4222627502"/>
                    </a:ext>
                  </a:extLst>
                </a:gridCol>
                <a:gridCol w="1619794">
                  <a:extLst>
                    <a:ext uri="{9D8B030D-6E8A-4147-A177-3AD203B41FA5}">
                      <a16:colId xmlns:a16="http://schemas.microsoft.com/office/drawing/2014/main" val="1391020878"/>
                    </a:ext>
                  </a:extLst>
                </a:gridCol>
              </a:tblGrid>
              <a:tr h="547785">
                <a:tc>
                  <a:txBody>
                    <a:bodyPr/>
                    <a:lstStyle/>
                    <a:p>
                      <a:pPr algn="l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Field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D7D3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Description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D7D3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B</a:t>
                      </a:r>
                      <a:r>
                        <a:rPr lang="en-US" sz="14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ytes</a:t>
                      </a:r>
                      <a:endParaRPr lang="en-US" sz="14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D7D3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4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Example</a:t>
                      </a:r>
                      <a:endParaRPr lang="en-US" sz="14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D7D3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4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Means</a:t>
                      </a:r>
                      <a:endParaRPr lang="en-US" sz="14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D7D3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6256065"/>
                  </a:ext>
                </a:extLst>
              </a:tr>
              <a:tr h="547785">
                <a:tc>
                  <a:txBody>
                    <a:bodyPr/>
                    <a:lstStyle/>
                    <a:p>
                      <a:pPr algn="l" fontAlgn="b"/>
                      <a:r>
                        <a:rPr lang="en-US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version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Block version number</a:t>
                      </a:r>
                      <a:r>
                        <a:rPr lang="tr-TR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tr-TR" sz="14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</a:t>
                      </a:r>
                      <a:r>
                        <a:rPr lang="tr-TR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tr-TR" sz="14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track</a:t>
                      </a:r>
                      <a:r>
                        <a:rPr lang="tr-TR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software </a:t>
                      </a:r>
                      <a:r>
                        <a:rPr lang="tr-TR" sz="14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upgrades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0x02000000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version 2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8987455"/>
                  </a:ext>
                </a:extLst>
              </a:tr>
              <a:tr h="795625">
                <a:tc>
                  <a:txBody>
                    <a:bodyPr/>
                    <a:lstStyle/>
                    <a:p>
                      <a:pPr algn="l" fontAlgn="b"/>
                      <a:r>
                        <a:rPr lang="en-US" sz="14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hashPrevBlock</a:t>
                      </a:r>
                      <a:endParaRPr lang="en-US" sz="14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256-bit hash of the previous block</a:t>
                      </a:r>
                      <a:r>
                        <a:rPr lang="tr-TR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in </a:t>
                      </a:r>
                      <a:r>
                        <a:rPr lang="tr-TR" sz="14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the</a:t>
                      </a:r>
                      <a:r>
                        <a:rPr lang="tr-TR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tr-TR" sz="14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chain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0000000000000002a7bbd25a417c0374cc55261021e8a9ca74442b01284f0569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endParaRPr 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2868854"/>
                  </a:ext>
                </a:extLst>
              </a:tr>
              <a:tr h="795625">
                <a:tc>
                  <a:txBody>
                    <a:bodyPr/>
                    <a:lstStyle/>
                    <a:p>
                      <a:pPr algn="l" fontAlgn="b"/>
                      <a:r>
                        <a:rPr lang="en-US" sz="14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hashMerkleRoot</a:t>
                      </a:r>
                      <a:endParaRPr lang="en-US" sz="14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256-bit hash representing </a:t>
                      </a:r>
                      <a:r>
                        <a:rPr lang="tr-TR" sz="14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the</a:t>
                      </a:r>
                      <a:r>
                        <a:rPr lang="tr-TR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tr-TR" sz="14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root</a:t>
                      </a:r>
                      <a:r>
                        <a:rPr lang="tr-TR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of </a:t>
                      </a:r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all the TXs in the block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C91c008c26e50763e9f548bb8b2fc323735f73577effbc55502c51eb4cc7cf2e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all the transactions are summarized</a:t>
                      </a:r>
                    </a:p>
                    <a:p>
                      <a:pPr algn="r" fontAlgn="b"/>
                      <a:endParaRPr 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1385859"/>
                  </a:ext>
                </a:extLst>
              </a:tr>
              <a:tr h="879710">
                <a:tc>
                  <a:txBody>
                    <a:bodyPr/>
                    <a:lstStyle/>
                    <a:p>
                      <a:pPr algn="l" fontAlgn="b"/>
                      <a:r>
                        <a:rPr lang="en-US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timestamp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Seconds since 1970-01-01T00:00 UTC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1388185914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Friday, 27 Dec 2013, 23:11:54 UTC/GMT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5134358"/>
                  </a:ext>
                </a:extLst>
              </a:tr>
              <a:tr h="795625">
                <a:tc>
                  <a:txBody>
                    <a:bodyPr/>
                    <a:lstStyle/>
                    <a:p>
                      <a:pPr algn="l" fontAlgn="b"/>
                      <a:r>
                        <a:rPr lang="en-US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target (bits)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The target that the hash should be less than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0x03a30c</a:t>
                      </a:r>
                      <a:r>
                        <a:rPr lang="tr-TR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* 2 </a:t>
                      </a:r>
                      <a:r>
                        <a:rPr lang="tr-TR" sz="1400" b="0" i="0" u="none" strike="noStrike" baseline="30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8*0x19^3</a:t>
                      </a:r>
                      <a:endParaRPr lang="tr-TR" sz="14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0x1903a30c</a:t>
                      </a:r>
                      <a:r>
                        <a:rPr lang="tr-TR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: </a:t>
                      </a:r>
                    </a:p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0x19</a:t>
                      </a:r>
                      <a:r>
                        <a:rPr lang="tr-TR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:</a:t>
                      </a:r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exponent </a:t>
                      </a:r>
                      <a:endParaRPr lang="tr-TR" sz="14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0x03a30c</a:t>
                      </a:r>
                      <a:r>
                        <a:rPr lang="tr-TR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:</a:t>
                      </a:r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coefficient</a:t>
                      </a:r>
                      <a:endParaRPr lang="tr-TR" sz="14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400" b="0" i="0" u="none" strike="noStrike" baseline="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Dif</a:t>
                      </a:r>
                      <a:r>
                        <a:rPr lang="en-US" sz="14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f </a:t>
                      </a:r>
                      <a:r>
                        <a:rPr lang="en-US" sz="1400" b="0" i="0" u="none" strike="noStrike" baseline="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iculty</a:t>
                      </a:r>
                      <a:r>
                        <a:rPr lang="en-US" sz="14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=</a:t>
                      </a:r>
                    </a:p>
                    <a:p>
                      <a:pPr algn="r" fontAlgn="b"/>
                      <a:r>
                        <a:rPr lang="en-US" sz="1400" b="0" i="0" u="none" strike="noStrike" baseline="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highest_target</a:t>
                      </a:r>
                      <a:endParaRPr lang="en-US" sz="1400" b="0" i="0" u="none" strike="noStrike" baseline="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algn="r" fontAlgn="b"/>
                      <a:r>
                        <a:rPr lang="tr-TR" sz="14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/ </a:t>
                      </a:r>
                      <a:r>
                        <a:rPr lang="en-US" sz="1400" b="0" i="0" u="none" strike="noStrike" baseline="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current_target</a:t>
                      </a:r>
                      <a:endParaRPr lang="en-US" sz="1400" b="0" i="0" u="none" strike="noStrike" baseline="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2134439"/>
                  </a:ext>
                </a:extLst>
              </a:tr>
              <a:tr h="547785">
                <a:tc>
                  <a:txBody>
                    <a:bodyPr/>
                    <a:lstStyle/>
                    <a:p>
                      <a:pPr algn="l" fontAlgn="b"/>
                      <a:r>
                        <a:rPr lang="tr-TR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X </a:t>
                      </a:r>
                      <a:r>
                        <a:rPr lang="en-US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nonce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 </a:t>
                      </a:r>
                      <a:r>
                        <a:rPr lang="tr-TR" sz="14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number</a:t>
                      </a:r>
                      <a:r>
                        <a:rPr lang="tr-TR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tr-TR" sz="14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used</a:t>
                      </a:r>
                      <a:r>
                        <a:rPr lang="tr-TR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tr-TR" sz="14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</a:t>
                      </a:r>
                      <a:r>
                        <a:rPr lang="tr-TR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tr-TR" sz="14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change</a:t>
                      </a:r>
                      <a:r>
                        <a:rPr lang="tr-TR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tr-TR" sz="14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the</a:t>
                      </a:r>
                      <a:r>
                        <a:rPr lang="tr-TR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tr-TR" sz="14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hash</a:t>
                      </a:r>
                      <a:r>
                        <a:rPr lang="tr-TR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tr-TR" sz="14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value</a:t>
                      </a:r>
                      <a:r>
                        <a:rPr lang="tr-TR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tr-TR" sz="14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</a:t>
                      </a:r>
                      <a:r>
                        <a:rPr lang="tr-TR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tr-TR" sz="14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satisfy</a:t>
                      </a:r>
                      <a:r>
                        <a:rPr lang="tr-TR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tr-TR" sz="14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the</a:t>
                      </a:r>
                      <a:r>
                        <a:rPr lang="tr-TR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tr-TR" sz="14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target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Initially set to 0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4B08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525079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10312686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34BAF21-FA04-4C4B-82DF-BB2D929633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006238" y="331676"/>
            <a:ext cx="8770571" cy="873180"/>
          </a:xfrm>
        </p:spPr>
        <p:txBody>
          <a:bodyPr/>
          <a:lstStyle/>
          <a:p>
            <a:pPr algn="ctr"/>
            <a:r>
              <a:rPr lang="tr-TR" dirty="0" err="1"/>
              <a:t>Mining</a:t>
            </a:r>
            <a:endParaRPr lang="tr-TR" dirty="0"/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B1E7B0E4-8AA7-4B68-9A01-7121BA0F37F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548460551"/>
              </p:ext>
            </p:extLst>
          </p:nvPr>
        </p:nvGraphicFramePr>
        <p:xfrm>
          <a:off x="2006238" y="1567543"/>
          <a:ext cx="8770571" cy="510093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149878480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34BAF21-FA04-4C4B-82DF-BB2D9296335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 err="1"/>
              <a:t>Calculating</a:t>
            </a:r>
            <a:r>
              <a:rPr lang="tr-TR" dirty="0"/>
              <a:t> </a:t>
            </a:r>
            <a:r>
              <a:rPr lang="tr-TR" dirty="0" err="1"/>
              <a:t>Hash</a:t>
            </a:r>
            <a:r>
              <a:rPr lang="tr-TR" dirty="0"/>
              <a:t> </a:t>
            </a:r>
            <a:r>
              <a:rPr lang="tr-TR" dirty="0" err="1"/>
              <a:t>Attempts</a:t>
            </a:r>
            <a:endParaRPr lang="tr-TR" dirty="0"/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B1E7B0E4-8AA7-4B68-9A01-7121BA0F37F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898252692"/>
              </p:ext>
            </p:extLst>
          </p:nvPr>
        </p:nvGraphicFramePr>
        <p:xfrm>
          <a:off x="2189118" y="1558474"/>
          <a:ext cx="8770571" cy="463992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039376790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tr-TR" sz="3600" dirty="0"/>
              <a:t>Mining the Block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en-US" sz="2400" dirty="0"/>
              <a:t>Proof-of-Work Algorithm</a:t>
            </a:r>
          </a:p>
          <a:p>
            <a:pPr algn="l">
              <a:spcBef>
                <a:spcPts val="930"/>
              </a:spcBef>
            </a:pPr>
            <a:r>
              <a:rPr lang="en-US" sz="2400" dirty="0"/>
              <a:t>Target Representation</a:t>
            </a:r>
          </a:p>
          <a:p>
            <a:pPr algn="l">
              <a:spcBef>
                <a:spcPts val="930"/>
              </a:spcBef>
            </a:pPr>
            <a:r>
              <a:rPr lang="en-US" sz="2400" dirty="0"/>
              <a:t>Retargeting to Adjust Difficulty</a:t>
            </a:r>
          </a:p>
        </p:txBody>
      </p:sp>
    </p:spTree>
    <p:extLst>
      <p:ext uri="{BB962C8B-B14F-4D97-AF65-F5344CB8AC3E}">
        <p14:creationId xmlns:p14="http://schemas.microsoft.com/office/powerpoint/2010/main" val="637119088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69381DA-46FE-45BD-AF04-993B339F3B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Mining the Block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9384EF06-B852-4281-B0C4-7398D0BC321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907450201"/>
              </p:ext>
            </p:extLst>
          </p:nvPr>
        </p:nvGraphicFramePr>
        <p:xfrm>
          <a:off x="2933701" y="1888761"/>
          <a:ext cx="8770571" cy="476871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047773928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5BE1508-8CC4-487D-B510-64C24F0248C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Trying again and again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E8DC51C-5503-4198-9A59-04B5EE16DF5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91018216"/>
              </p:ext>
            </p:extLst>
          </p:nvPr>
        </p:nvGraphicFramePr>
        <p:xfrm>
          <a:off x="2933701" y="2438400"/>
          <a:ext cx="877057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18436957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E67F44E-FF06-45D4-8184-678C8B592B5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Proof-of-Work Algorithm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7E237BCD-2BEF-4ECF-84D6-BE93425A9D6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936327973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490732393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580E956-A756-4CA0-8E1E-681E5E295C1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Usage of Nonce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598ED7F6-ACFE-4F1C-AE81-4454B2F7AA4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087240659"/>
              </p:ext>
            </p:extLst>
          </p:nvPr>
        </p:nvGraphicFramePr>
        <p:xfrm>
          <a:off x="2933701" y="2245895"/>
          <a:ext cx="8770571" cy="442762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428633837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76D8C5B-C216-4E6E-BEE3-08DE6F1699F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Analogy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76791694-59DC-4888-88B7-805685A7694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581543044"/>
              </p:ext>
            </p:extLst>
          </p:nvPr>
        </p:nvGraphicFramePr>
        <p:xfrm>
          <a:off x="2933701" y="2438399"/>
          <a:ext cx="8770571" cy="385125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99228428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F0D420C-82E7-4F99-AF3B-6A1367B8502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Proof of Work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AFCA44D-7FA9-4CA8-8D7C-835DBDDD442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907031724"/>
              </p:ext>
            </p:extLst>
          </p:nvPr>
        </p:nvGraphicFramePr>
        <p:xfrm>
          <a:off x="2933701" y="2438400"/>
          <a:ext cx="877057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980845697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F0D420C-82E7-4F99-AF3B-6A1367B8502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Proof of Work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A9D5BFBE-1CC3-4CA5-BE93-4BC4BCF5806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048755343"/>
              </p:ext>
            </p:extLst>
          </p:nvPr>
        </p:nvGraphicFramePr>
        <p:xfrm>
          <a:off x="2933701" y="2438400"/>
          <a:ext cx="877057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42476303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28FB30-4742-4606-8C70-61EDFDA27C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Proof-of-Work</a:t>
            </a:r>
            <a:r>
              <a:rPr lang="tr-TR" dirty="0"/>
              <a:t> vs. Target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B4221B8-8394-481C-98ED-7975F128BC1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18596315"/>
              </p:ext>
            </p:extLst>
          </p:nvPr>
        </p:nvGraphicFramePr>
        <p:xfrm>
          <a:off x="2933701" y="2438400"/>
          <a:ext cx="877057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834449552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DC3CDD0-1CFE-4B1E-90C1-03B2B7A11C7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Mining Steps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1166AB5-D83A-4599-8E73-B4CF92142CA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471096978"/>
              </p:ext>
            </p:extLst>
          </p:nvPr>
        </p:nvGraphicFramePr>
        <p:xfrm>
          <a:off x="2933701" y="2438400"/>
          <a:ext cx="877057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973013762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AAACFC5-7CC1-4214-9C9D-75095987B5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Difficulty and Search Space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A1F40FC-DCF0-476D-B17B-BD44245398A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964200754"/>
              </p:ext>
            </p:extLst>
          </p:nvPr>
        </p:nvGraphicFramePr>
        <p:xfrm>
          <a:off x="2933701" y="2438399"/>
          <a:ext cx="8770571" cy="417094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088279066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AAACFC5-7CC1-4214-9C9D-75095987B5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Network’s Processing Capacity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A6FFC144-23CA-4858-9AFE-E96ADEF6D40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02901604"/>
              </p:ext>
            </p:extLst>
          </p:nvPr>
        </p:nvGraphicFramePr>
        <p:xfrm>
          <a:off x="2933701" y="2438400"/>
          <a:ext cx="877057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117351925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81B894D-840B-4315-B00E-E7B4039385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The Target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7E52E4A-3DFD-4875-9EBA-91098E09045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70182176"/>
              </p:ext>
            </p:extLst>
          </p:nvPr>
        </p:nvGraphicFramePr>
        <p:xfrm>
          <a:off x="2933701" y="2390274"/>
          <a:ext cx="8770571" cy="428324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250260963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F9B3AAB-D162-47D9-A4A4-B23DC8DD76D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Miner’s Performance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FA80453-93B0-47D2-8E53-FF5E2A0DBFD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13935388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28158544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2CE247D-61B3-40B8-A1EF-C6723805F21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Retargeting to Adjust Difficulty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55A9EF6-97C5-4F98-BA25-5CA5C7EA1AF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3781610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48522807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6196AB-7C65-4334-841D-AF1410BE3EB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Variable of Frequency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A3C15F95-5F8D-49F8-AAF0-1817D184D37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24032367"/>
              </p:ext>
            </p:extLst>
          </p:nvPr>
        </p:nvGraphicFramePr>
        <p:xfrm>
          <a:off x="2933701" y="2438400"/>
          <a:ext cx="877057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999766179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DA468B3-143D-4320-A89F-79E73749D1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Adjustment of target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9B0154F-C7BF-4239-BBF6-D639DFD89F7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247293515"/>
              </p:ext>
            </p:extLst>
          </p:nvPr>
        </p:nvGraphicFramePr>
        <p:xfrm>
          <a:off x="2933701" y="2438400"/>
          <a:ext cx="8770571" cy="423511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672424870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DA468B3-143D-4320-A89F-79E73749D13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Adjustment of target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32A264E-30D5-46F6-BA14-476E8D704DB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72485823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719963877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19D11C28-8993-4CEC-98C7-B86709663078}"/>
              </a:ext>
            </a:extLst>
          </p:cNvPr>
          <p:cNvSpPr/>
          <p:nvPr/>
        </p:nvSpPr>
        <p:spPr>
          <a:xfrm>
            <a:off x="3416968" y="1874728"/>
            <a:ext cx="6096000" cy="3108543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sz="2800" dirty="0">
                <a:latin typeface="MinionPro-Regular"/>
              </a:rPr>
              <a:t>While the target calibration happens every </a:t>
            </a:r>
            <a:r>
              <a:rPr lang="en-US" sz="2800" b="1" dirty="0">
                <a:latin typeface="MinionPro-Regular"/>
              </a:rPr>
              <a:t>2,016</a:t>
            </a:r>
            <a:r>
              <a:rPr lang="en-US" sz="2800" dirty="0">
                <a:latin typeface="MinionPro-Regular"/>
              </a:rPr>
              <a:t> blocks, because of</a:t>
            </a:r>
            <a:r>
              <a:rPr lang="tr-TR" sz="2800" dirty="0">
                <a:latin typeface="MinionPro-Regular"/>
              </a:rPr>
              <a:t> </a:t>
            </a:r>
            <a:r>
              <a:rPr lang="en-US" sz="2800" dirty="0">
                <a:latin typeface="MinionPro-Regular"/>
              </a:rPr>
              <a:t>an </a:t>
            </a:r>
            <a:r>
              <a:rPr lang="en-US" sz="2800" b="1" dirty="0">
                <a:latin typeface="MinionPro-Regular"/>
              </a:rPr>
              <a:t>off-by-one error</a:t>
            </a:r>
            <a:r>
              <a:rPr lang="en-US" sz="2800" dirty="0">
                <a:latin typeface="MinionPro-Regular"/>
              </a:rPr>
              <a:t> in the original Bitcoin Core client it is based on</a:t>
            </a:r>
            <a:r>
              <a:rPr lang="tr-TR" sz="2800" dirty="0">
                <a:latin typeface="MinionPro-Regular"/>
              </a:rPr>
              <a:t> </a:t>
            </a:r>
            <a:r>
              <a:rPr lang="en-US" sz="2800" dirty="0">
                <a:latin typeface="MinionPro-Regular"/>
              </a:rPr>
              <a:t>the total time of the previous </a:t>
            </a:r>
            <a:r>
              <a:rPr lang="en-US" sz="2800" b="1" dirty="0">
                <a:latin typeface="MinionPro-Regular"/>
              </a:rPr>
              <a:t>2,015</a:t>
            </a:r>
            <a:r>
              <a:rPr lang="en-US" sz="2800" dirty="0">
                <a:latin typeface="MinionPro-Regular"/>
              </a:rPr>
              <a:t> blocks (not 2,016 as it should</a:t>
            </a:r>
            <a:r>
              <a:rPr lang="tr-TR" sz="2800" dirty="0">
                <a:latin typeface="MinionPro-Regular"/>
              </a:rPr>
              <a:t> </a:t>
            </a:r>
            <a:r>
              <a:rPr lang="en-US" sz="2800" dirty="0">
                <a:latin typeface="MinionPro-Regular"/>
              </a:rPr>
              <a:t>be), resulting in a retargeting </a:t>
            </a:r>
            <a:r>
              <a:rPr lang="en-US" sz="2800" b="1" dirty="0">
                <a:latin typeface="MinionPro-Regular"/>
              </a:rPr>
              <a:t>bias toward higher difficulty</a:t>
            </a:r>
            <a:r>
              <a:rPr lang="en-US" sz="2800" dirty="0">
                <a:latin typeface="MinionPro-Regular"/>
              </a:rPr>
              <a:t> by</a:t>
            </a:r>
            <a:r>
              <a:rPr lang="tr-TR" sz="2800" dirty="0">
                <a:latin typeface="MinionPro-Regular"/>
              </a:rPr>
              <a:t> </a:t>
            </a:r>
            <a:r>
              <a:rPr lang="tr-TR" sz="2800" b="1" dirty="0">
                <a:latin typeface="MinionPro-Regular"/>
              </a:rPr>
              <a:t>0.05%</a:t>
            </a:r>
            <a:r>
              <a:rPr lang="tr-TR" sz="2800" dirty="0">
                <a:latin typeface="MinionPro-Regular"/>
              </a:rPr>
              <a:t>.</a:t>
            </a:r>
            <a:endParaRPr lang="tr-TR" sz="6000" dirty="0"/>
          </a:p>
        </p:txBody>
      </p:sp>
      <p:sp>
        <p:nvSpPr>
          <p:cNvPr id="3" name="Dikdörtgen 2">
            <a:extLst>
              <a:ext uri="{FF2B5EF4-FFF2-40B4-BE49-F238E27FC236}">
                <a16:creationId xmlns:a16="http://schemas.microsoft.com/office/drawing/2014/main" id="{153D5034-F736-4185-A29A-A392136F226D}"/>
              </a:ext>
            </a:extLst>
          </p:cNvPr>
          <p:cNvSpPr/>
          <p:nvPr/>
        </p:nvSpPr>
        <p:spPr>
          <a:xfrm>
            <a:off x="3416968" y="5740109"/>
            <a:ext cx="518289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dirty="0"/>
              <a:t>https://buybitcoinworldwide.com/mining/calculator/</a:t>
            </a:r>
          </a:p>
        </p:txBody>
      </p:sp>
    </p:spTree>
    <p:extLst>
      <p:ext uri="{BB962C8B-B14F-4D97-AF65-F5344CB8AC3E}">
        <p14:creationId xmlns:p14="http://schemas.microsoft.com/office/powerpoint/2010/main" val="1306988884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en-US" sz="4000" dirty="0"/>
              <a:t>Successfully Mining the Block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4101467023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3254989-2EBA-4783-96FB-CB46358233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Successfully Mining a Block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FEAEC93-9AC8-43E1-A2AD-67538C2EF38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47138230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534891153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3254989-2EBA-4783-96FB-CB46358233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Successfully Mining a Block</a:t>
            </a:r>
          </a:p>
        </p:txBody>
      </p:sp>
      <p:cxnSp>
        <p:nvCxnSpPr>
          <p:cNvPr id="14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FEAEC93-9AC8-43E1-A2AD-67538C2EF38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7160734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939519663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tr-TR" sz="3600" dirty="0"/>
              <a:t>Validating a New Block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555902390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88A7BE6-D0F3-45B1-8673-084F6958A05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Validating a New Block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C802C59-FAE9-4C99-B7E2-6685EB703C1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70907855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414520559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88A7BE6-D0F3-45B1-8673-084F6958A05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Validating a New Block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C802C59-FAE9-4C99-B7E2-6685EB703C1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5079304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87324308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88A7BE6-D0F3-45B1-8673-084F6958A05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Validating a New Block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C802C59-FAE9-4C99-B7E2-6685EB703C1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83769848"/>
              </p:ext>
            </p:extLst>
          </p:nvPr>
        </p:nvGraphicFramePr>
        <p:xfrm>
          <a:off x="2933701" y="2438400"/>
          <a:ext cx="877057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774058478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CE8840D-9AA5-4575-86A0-F37E0C5F31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Block Validation Criteria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0005129-E09B-44E9-BE74-357229B953C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78821528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600101001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CE8840D-9AA5-4575-86A0-F37E0C5F31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Block Validation Criteria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0005129-E09B-44E9-BE74-357229B953C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13088864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898167662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en-US" sz="4000" dirty="0"/>
              <a:t>Assembling and Selecting Chains of Blocks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tr-TR" sz="2400" dirty="0"/>
              <a:t>Blockchain Forks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2860053225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9A56961-4672-48E4-B088-CCB59E28589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Assembling and Selecting Chains of Blocks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3495BD75-0F30-45ED-9962-78DEFFDE4A6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9698174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331596989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9A56961-4672-48E4-B088-CCB59E28589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Assembling and Selecting Chains of Blocks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3495BD75-0F30-45ED-9962-78DEFFDE4A6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6446357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667943815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42A8676-E4CD-4235-AA6F-3F542CBF2D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Main Chain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BD89242D-C7B8-4529-9A38-A15DD6F5909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35064069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030408136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42A8676-E4CD-4235-AA6F-3F542CBF2D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Main Chain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BD89242D-C7B8-4529-9A38-A15DD6F5909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68108626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868953947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42A8676-E4CD-4235-AA6F-3F542CBF2D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Main Chain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BD89242D-C7B8-4529-9A38-A15DD6F5909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5834155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554900483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2A8E670-4111-4580-9B81-F16787AE99C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Orphan Blocks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8F1D9C9-D868-4DDF-AD38-EB719884CFA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23377954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17319328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2A8E670-4111-4580-9B81-F16787AE99C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Orphan Blocks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8F1D9C9-D868-4DDF-AD38-EB719884CFA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87314728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107962822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ADF0CC6-D4B2-4FCD-9BC5-6C8644A941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Blockchain Forks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00D487F-45EE-4A75-BAE0-D5637E32047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72188279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771115476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ADF0CC6-D4B2-4FCD-9BC5-6C8644A941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Blockchain Forks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00D487F-45EE-4A75-BAE0-D5637E32047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8452599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035791430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B2DCE3BE-B6B6-404C-BA39-FDA9745997D1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1" name="Straight Connector 10" title="Rule Line">
            <a:extLst>
              <a:ext uri="{FF2B5EF4-FFF2-40B4-BE49-F238E27FC236}">
                <a16:creationId xmlns:a16="http://schemas.microsoft.com/office/drawing/2014/main" id="{D7B7DF09-3D15-4807-9692-AD13975FDC1C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6400800" y="2176009"/>
            <a:ext cx="5303471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Rounded Rectangle 13">
            <a:extLst>
              <a:ext uri="{FF2B5EF4-FFF2-40B4-BE49-F238E27FC236}">
                <a16:creationId xmlns:a16="http://schemas.microsoft.com/office/drawing/2014/main" id="{EC774630-A750-4ED9-AC5D-A7139F000209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8655" y="1534308"/>
            <a:ext cx="5127306" cy="4358546"/>
          </a:xfrm>
          <a:prstGeom prst="roundRect">
            <a:avLst>
              <a:gd name="adj" fmla="val 2462"/>
            </a:avLst>
          </a:prstGeom>
          <a:solidFill>
            <a:schemeClr val="bg1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56C8517D-163C-484B-AF65-22C60CDD1E3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29650" y="1859950"/>
            <a:ext cx="4365317" cy="3707262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C0626418-12B9-4EF5-8533-339597354E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00800" y="568345"/>
            <a:ext cx="5303471" cy="1560716"/>
          </a:xfrm>
        </p:spPr>
        <p:txBody>
          <a:bodyPr>
            <a:normAutofit/>
          </a:bodyPr>
          <a:lstStyle/>
          <a:p>
            <a:r>
              <a:rPr lang="tr-TR" dirty="0"/>
              <a:t>Forks</a:t>
            </a:r>
          </a:p>
        </p:txBody>
      </p:sp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601ADAD4-8840-4C3B-8789-D3F9A099AEE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085633422"/>
              </p:ext>
            </p:extLst>
          </p:nvPr>
        </p:nvGraphicFramePr>
        <p:xfrm>
          <a:off x="6400800" y="2438400"/>
          <a:ext cx="530347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93D18D5-1789-4F48-ABC8-48FECB779487}"/>
              </a:ext>
            </a:extLst>
          </p:cNvPr>
          <p:cNvSpPr/>
          <p:nvPr/>
        </p:nvSpPr>
        <p:spPr>
          <a:xfrm>
            <a:off x="445873" y="6089904"/>
            <a:ext cx="5642507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600" i="1" dirty="0">
                <a:latin typeface="MinionPro-It"/>
              </a:rPr>
              <a:t>Figure 10-2. Before the fork—all nodes have the same perspective</a:t>
            </a:r>
            <a:endParaRPr lang="tr-TR" sz="3600" dirty="0"/>
          </a:p>
        </p:txBody>
      </p:sp>
    </p:spTree>
    <p:extLst>
      <p:ext uri="{BB962C8B-B14F-4D97-AF65-F5344CB8AC3E}">
        <p14:creationId xmlns:p14="http://schemas.microsoft.com/office/powerpoint/2010/main" val="2950476121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B2DCE3BE-B6B6-404C-BA39-FDA9745997D1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1" name="Straight Connector 10" title="Rule Line">
            <a:extLst>
              <a:ext uri="{FF2B5EF4-FFF2-40B4-BE49-F238E27FC236}">
                <a16:creationId xmlns:a16="http://schemas.microsoft.com/office/drawing/2014/main" id="{D7B7DF09-3D15-4807-9692-AD13975FDC1C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6400800" y="2176009"/>
            <a:ext cx="5303471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Rounded Rectangle 13">
            <a:extLst>
              <a:ext uri="{FF2B5EF4-FFF2-40B4-BE49-F238E27FC236}">
                <a16:creationId xmlns:a16="http://schemas.microsoft.com/office/drawing/2014/main" id="{EC774630-A750-4ED9-AC5D-A7139F000209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8655" y="1534308"/>
            <a:ext cx="5127306" cy="4358546"/>
          </a:xfrm>
          <a:prstGeom prst="roundRect">
            <a:avLst>
              <a:gd name="adj" fmla="val 2462"/>
            </a:avLst>
          </a:prstGeom>
          <a:solidFill>
            <a:schemeClr val="bg1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56C8517D-163C-484B-AF65-22C60CDD1E3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29650" y="1859950"/>
            <a:ext cx="4365317" cy="3707262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C0626418-12B9-4EF5-8533-339597354E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00800" y="568345"/>
            <a:ext cx="5303471" cy="1560716"/>
          </a:xfrm>
        </p:spPr>
        <p:txBody>
          <a:bodyPr>
            <a:normAutofit/>
          </a:bodyPr>
          <a:lstStyle/>
          <a:p>
            <a:r>
              <a:rPr lang="tr-TR" dirty="0"/>
              <a:t>Forks</a:t>
            </a:r>
          </a:p>
        </p:txBody>
      </p:sp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601ADAD4-8840-4C3B-8789-D3F9A099AEE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367304551"/>
              </p:ext>
            </p:extLst>
          </p:nvPr>
        </p:nvGraphicFramePr>
        <p:xfrm>
          <a:off x="6400800" y="2438400"/>
          <a:ext cx="530347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93D18D5-1789-4F48-ABC8-48FECB779487}"/>
              </a:ext>
            </a:extLst>
          </p:cNvPr>
          <p:cNvSpPr/>
          <p:nvPr/>
        </p:nvSpPr>
        <p:spPr>
          <a:xfrm>
            <a:off x="445873" y="6089904"/>
            <a:ext cx="5642507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600" i="1" dirty="0">
                <a:latin typeface="MinionPro-It"/>
              </a:rPr>
              <a:t>Figure 10-2. Before the fork—all nodes have the same perspective</a:t>
            </a:r>
            <a:endParaRPr lang="tr-TR" sz="3600" dirty="0"/>
          </a:p>
        </p:txBody>
      </p:sp>
    </p:spTree>
    <p:extLst>
      <p:ext uri="{BB962C8B-B14F-4D97-AF65-F5344CB8AC3E}">
        <p14:creationId xmlns:p14="http://schemas.microsoft.com/office/powerpoint/2010/main" val="2123849139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40369B00-E29B-4BE1-9B97-31C4628C385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1" name="Straight Connector 10" title="Rule Line">
            <a:extLst>
              <a:ext uri="{FF2B5EF4-FFF2-40B4-BE49-F238E27FC236}">
                <a16:creationId xmlns:a16="http://schemas.microsoft.com/office/drawing/2014/main" id="{783650ED-89BE-40BA-B6D5-FB00064D42BD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6400800" y="2176009"/>
            <a:ext cx="5303471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" name="Picture 3">
            <a:extLst>
              <a:ext uri="{FF2B5EF4-FFF2-40B4-BE49-F238E27FC236}">
                <a16:creationId xmlns:a16="http://schemas.microsoft.com/office/drawing/2014/main" id="{EF0D6F0B-FAE2-4CFE-9D0E-7F24E745478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28675" y="149934"/>
            <a:ext cx="4594289" cy="5930314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F26982D-FC18-470F-A09F-A53E6AC2B1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00800" y="568345"/>
            <a:ext cx="5303471" cy="1560716"/>
          </a:xfrm>
        </p:spPr>
        <p:txBody>
          <a:bodyPr>
            <a:normAutofit fontScale="90000"/>
          </a:bodyPr>
          <a:lstStyle/>
          <a:p>
            <a:r>
              <a:rPr lang="tr-TR" dirty="0"/>
              <a:t>Propagation of Two Blocks Simultanously</a:t>
            </a:r>
          </a:p>
        </p:txBody>
      </p:sp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01D43471-F14F-480C-9523-71069332A6A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233747159"/>
              </p:ext>
            </p:extLst>
          </p:nvPr>
        </p:nvGraphicFramePr>
        <p:xfrm>
          <a:off x="6400800" y="2438400"/>
          <a:ext cx="530347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F7D16878-1F92-40DB-8D70-6BEE6E20C5EE}"/>
              </a:ext>
            </a:extLst>
          </p:cNvPr>
          <p:cNvSpPr/>
          <p:nvPr/>
        </p:nvSpPr>
        <p:spPr>
          <a:xfrm>
            <a:off x="1629246" y="6230182"/>
            <a:ext cx="348383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400" i="1" dirty="0">
                <a:latin typeface="MinionPro-It"/>
              </a:rPr>
              <a:t>Figure 10-3. </a:t>
            </a:r>
            <a:r>
              <a:rPr lang="tr-TR" sz="1400" i="1" dirty="0">
                <a:latin typeface="MinionPro-It"/>
              </a:rPr>
              <a:t>T</a:t>
            </a:r>
            <a:r>
              <a:rPr lang="en-US" sz="1400" i="1" dirty="0">
                <a:latin typeface="MinionPro-It"/>
              </a:rPr>
              <a:t>wo blocks found simultaneously</a:t>
            </a:r>
            <a:endParaRPr lang="tr-TR" sz="3200" dirty="0"/>
          </a:p>
        </p:txBody>
      </p:sp>
    </p:spTree>
    <p:extLst>
      <p:ext uri="{BB962C8B-B14F-4D97-AF65-F5344CB8AC3E}">
        <p14:creationId xmlns:p14="http://schemas.microsoft.com/office/powerpoint/2010/main" val="2903288047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40369B00-E29B-4BE1-9B97-31C4628C385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1" name="Straight Connector 10" title="Rule Line">
            <a:extLst>
              <a:ext uri="{FF2B5EF4-FFF2-40B4-BE49-F238E27FC236}">
                <a16:creationId xmlns:a16="http://schemas.microsoft.com/office/drawing/2014/main" id="{783650ED-89BE-40BA-B6D5-FB00064D42BD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6400800" y="2176009"/>
            <a:ext cx="5303471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" name="Picture 3">
            <a:extLst>
              <a:ext uri="{FF2B5EF4-FFF2-40B4-BE49-F238E27FC236}">
                <a16:creationId xmlns:a16="http://schemas.microsoft.com/office/drawing/2014/main" id="{295F906C-6B29-4C8D-B61D-0D0681C9277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80913" y="645106"/>
            <a:ext cx="4380507" cy="5247747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38E78B9-7C02-42F3-8189-C021D0DEEA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00800" y="568345"/>
            <a:ext cx="5303471" cy="1560716"/>
          </a:xfrm>
        </p:spPr>
        <p:txBody>
          <a:bodyPr>
            <a:normAutofit/>
          </a:bodyPr>
          <a:lstStyle/>
          <a:p>
            <a:r>
              <a:rPr lang="tr-TR" dirty="0"/>
              <a:t>Receive of Other Block</a:t>
            </a:r>
          </a:p>
        </p:txBody>
      </p:sp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2268E8CD-7C78-4974-BCA4-847EAFE429B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557877881"/>
              </p:ext>
            </p:extLst>
          </p:nvPr>
        </p:nvGraphicFramePr>
        <p:xfrm>
          <a:off x="6400800" y="2438400"/>
          <a:ext cx="530347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780448090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04BCA584-2A86-47E4-9394-979A2F3747A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1" name="Straight Connector 10" title="Rule Line">
            <a:extLst>
              <a:ext uri="{FF2B5EF4-FFF2-40B4-BE49-F238E27FC236}">
                <a16:creationId xmlns:a16="http://schemas.microsoft.com/office/drawing/2014/main" id="{9E3CFB81-8BB1-4358-A40D-323415E65B56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949072" y="2176009"/>
            <a:ext cx="6755199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" name="Picture 3">
            <a:extLst>
              <a:ext uri="{FF2B5EF4-FFF2-40B4-BE49-F238E27FC236}">
                <a16:creationId xmlns:a16="http://schemas.microsoft.com/office/drawing/2014/main" id="{40AB4419-ADBE-4072-8EFE-FA5C652A003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58955" y="844317"/>
            <a:ext cx="3784439" cy="5431271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B5ACA59-1654-454F-9BC4-ADBD05EC989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49072" y="379391"/>
            <a:ext cx="6755199" cy="708613"/>
          </a:xfrm>
        </p:spPr>
        <p:txBody>
          <a:bodyPr>
            <a:normAutofit fontScale="90000"/>
          </a:bodyPr>
          <a:lstStyle/>
          <a:p>
            <a:r>
              <a:rPr lang="tr-TR" dirty="0"/>
              <a:t>The Winner Chain</a:t>
            </a:r>
          </a:p>
        </p:txBody>
      </p:sp>
      <p:pic>
        <p:nvPicPr>
          <p:cNvPr id="6" name="Content Placeholder 5">
            <a:extLst>
              <a:ext uri="{FF2B5EF4-FFF2-40B4-BE49-F238E27FC236}">
                <a16:creationId xmlns:a16="http://schemas.microsoft.com/office/drawing/2014/main" id="{F3D8492B-EDB9-4B28-8DF2-7FF510BF9D25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6248400" y="1276960"/>
            <a:ext cx="3350865" cy="4823803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794B61A4-2AEB-4F35-843C-70B3EAEF5491}"/>
              </a:ext>
            </a:extLst>
          </p:cNvPr>
          <p:cNvSpPr/>
          <p:nvPr/>
        </p:nvSpPr>
        <p:spPr>
          <a:xfrm>
            <a:off x="0" y="6401737"/>
            <a:ext cx="6096000" cy="307777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sz="1400" i="1" dirty="0">
                <a:latin typeface="MinionPro-It"/>
              </a:rPr>
              <a:t>Figure 10-5. a new block extends one fork,</a:t>
            </a:r>
            <a:r>
              <a:rPr lang="tr-TR" sz="1400" i="1" dirty="0">
                <a:latin typeface="MinionPro-It"/>
              </a:rPr>
              <a:t> reconverging the network</a:t>
            </a:r>
            <a:endParaRPr lang="tr-TR" sz="3200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EA6BD539-A223-43ED-8A3D-DDBBED118C75}"/>
              </a:ext>
            </a:extLst>
          </p:cNvPr>
          <p:cNvSpPr/>
          <p:nvPr/>
        </p:nvSpPr>
        <p:spPr>
          <a:xfrm>
            <a:off x="5608270" y="6355570"/>
            <a:ext cx="6289089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200" i="1" dirty="0">
                <a:latin typeface="MinionPro-It"/>
              </a:rPr>
              <a:t>Figure 10-6. Visualization of a blockchain fork event: the network </a:t>
            </a:r>
            <a:r>
              <a:rPr lang="en-US" sz="1200" i="1" dirty="0" err="1">
                <a:latin typeface="MinionPro-It"/>
              </a:rPr>
              <a:t>reconverges</a:t>
            </a:r>
            <a:r>
              <a:rPr lang="en-US" sz="1200" i="1" dirty="0">
                <a:latin typeface="MinionPro-It"/>
              </a:rPr>
              <a:t> on a new</a:t>
            </a:r>
            <a:r>
              <a:rPr lang="tr-TR" sz="1200" i="1" dirty="0">
                <a:latin typeface="MinionPro-It"/>
              </a:rPr>
              <a:t> longest chain</a:t>
            </a:r>
            <a:endParaRPr lang="tr-TR" sz="2800" dirty="0"/>
          </a:p>
        </p:txBody>
      </p:sp>
    </p:spTree>
    <p:extLst>
      <p:ext uri="{BB962C8B-B14F-4D97-AF65-F5344CB8AC3E}">
        <p14:creationId xmlns:p14="http://schemas.microsoft.com/office/powerpoint/2010/main" val="2541985760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en-US" sz="5400" dirty="0"/>
              <a:t>Mining and the Hashing Race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en-US" sz="2400" dirty="0"/>
              <a:t>The Extra Nonce Solution</a:t>
            </a:r>
          </a:p>
          <a:p>
            <a:pPr algn="l">
              <a:spcBef>
                <a:spcPts val="930"/>
              </a:spcBef>
            </a:pPr>
            <a:r>
              <a:rPr lang="en-US" sz="2400" dirty="0"/>
              <a:t>Mining Pools</a:t>
            </a:r>
          </a:p>
        </p:txBody>
      </p:sp>
    </p:spTree>
    <p:extLst>
      <p:ext uri="{BB962C8B-B14F-4D97-AF65-F5344CB8AC3E}">
        <p14:creationId xmlns:p14="http://schemas.microsoft.com/office/powerpoint/2010/main" val="733034997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" name="Rectangle 8">
            <a:extLst>
              <a:ext uri="{FF2B5EF4-FFF2-40B4-BE49-F238E27FC236}">
                <a16:creationId xmlns:a16="http://schemas.microsoft.com/office/drawing/2014/main" id="{DFD550C1-A5AE-4DF5-BF84-F5CFF5D4A2D3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4" name="Straight Connector 10" title="Rule Line">
            <a:extLst>
              <a:ext uri="{FF2B5EF4-FFF2-40B4-BE49-F238E27FC236}">
                <a16:creationId xmlns:a16="http://schemas.microsoft.com/office/drawing/2014/main" id="{5C481BAB-91E4-4BC8-8BB2-F825EC27E331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6400800" y="2176009"/>
            <a:ext cx="5303471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4FB0E1BC-047D-449C-8D70-A6B83F8037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377440" y="568345"/>
            <a:ext cx="9326831" cy="1560716"/>
          </a:xfrm>
        </p:spPr>
        <p:txBody>
          <a:bodyPr>
            <a:normAutofit/>
          </a:bodyPr>
          <a:lstStyle/>
          <a:p>
            <a:r>
              <a:rPr lang="en-US" sz="4000" dirty="0"/>
              <a:t>Mining and the Hashing Race</a:t>
            </a:r>
            <a:endParaRPr lang="tr-TR" sz="4000" dirty="0"/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895640C-1F51-47F4-841B-CF11F74FAF4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543826765"/>
              </p:ext>
            </p:extLst>
          </p:nvPr>
        </p:nvGraphicFramePr>
        <p:xfrm>
          <a:off x="7317105" y="2326467"/>
          <a:ext cx="4686175" cy="428717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7" name="Picture 6">
            <a:extLst>
              <a:ext uri="{FF2B5EF4-FFF2-40B4-BE49-F238E27FC236}">
                <a16:creationId xmlns:a16="http://schemas.microsoft.com/office/drawing/2014/main" id="{3925F31A-FE37-4D3E-BBDC-29A8B6AB2012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440" y="3013074"/>
            <a:ext cx="7134225" cy="21599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85652010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7C00D94-ECF4-4AFA-97EE-CA7CB028B8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Difficulty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C09DA3A-72B3-42E5-82F0-21BA7A57F1A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0" y="1656678"/>
            <a:ext cx="8770571" cy="1431962"/>
          </a:xfrm>
        </p:spPr>
        <p:txBody>
          <a:bodyPr>
            <a:normAutofit fontScale="62500" lnSpcReduction="20000"/>
          </a:bodyPr>
          <a:lstStyle/>
          <a:p>
            <a:r>
              <a:rPr lang="tr-TR" dirty="0" err="1"/>
              <a:t>Hashing</a:t>
            </a:r>
            <a:r>
              <a:rPr lang="tr-TR" dirty="0"/>
              <a:t> </a:t>
            </a:r>
            <a:r>
              <a:rPr lang="tr-TR" dirty="0" err="1"/>
              <a:t>power</a:t>
            </a:r>
            <a:endParaRPr lang="tr-TR" dirty="0"/>
          </a:p>
          <a:p>
            <a:pPr lvl="1"/>
            <a:r>
              <a:rPr lang="en-US" dirty="0"/>
              <a:t>As the amount of hashing power applied </a:t>
            </a:r>
            <a:endParaRPr lang="tr-TR" dirty="0"/>
          </a:p>
          <a:p>
            <a:pPr lvl="1"/>
            <a:r>
              <a:rPr lang="en-US" dirty="0"/>
              <a:t>to mining bitcoin has exploded, </a:t>
            </a:r>
            <a:endParaRPr lang="tr-TR" dirty="0"/>
          </a:p>
          <a:p>
            <a:r>
              <a:rPr lang="tr-TR" dirty="0" err="1"/>
              <a:t>Difficulty</a:t>
            </a:r>
            <a:endParaRPr lang="tr-TR" dirty="0"/>
          </a:p>
          <a:p>
            <a:pPr lvl="1"/>
            <a:r>
              <a:rPr lang="en-US" dirty="0"/>
              <a:t>the difficulty</a:t>
            </a:r>
            <a:r>
              <a:rPr lang="tr-TR" dirty="0"/>
              <a:t> </a:t>
            </a:r>
            <a:r>
              <a:rPr lang="en-US" dirty="0"/>
              <a:t>has risen to match it.</a:t>
            </a:r>
            <a:endParaRPr lang="tr-TR" dirty="0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5A2E4BCE-9685-47F0-B7D7-47476ED81E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933701" y="3191142"/>
            <a:ext cx="8770571" cy="35042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82680023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D940FC4-A4CD-4EB0-AA2D-C93A67237D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The Extra Nonce Solution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7494512-F958-41EB-B828-3FE8ABDE0E2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61567049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93636631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D940FC4-A4CD-4EB0-AA2D-C93A67237D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The Extra Nonce Solution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7494512-F958-41EB-B828-3FE8ABDE0E2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81567086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97161577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D940FC4-A4CD-4EB0-AA2D-C93A67237D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The Extra Nonce Solution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7494512-F958-41EB-B828-3FE8ABDE0E2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95304062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122062146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D940FC4-A4CD-4EB0-AA2D-C93A67237D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The Extra Nonce Solution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7494512-F958-41EB-B828-3FE8ABDE0E2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7060636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122456913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3C36C3B-4C0F-4532-B84F-BAEA818DE6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375009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Mining Pools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1CABE22F-484D-4517-AA13-80C3C5C33B4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578471003"/>
              </p:ext>
            </p:extLst>
          </p:nvPr>
        </p:nvGraphicFramePr>
        <p:xfrm>
          <a:off x="1704371" y="1155367"/>
          <a:ext cx="9701953" cy="443994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3" name="Dikdörtgen 2">
            <a:hlinkClick r:id="rId7"/>
            <a:extLst>
              <a:ext uri="{FF2B5EF4-FFF2-40B4-BE49-F238E27FC236}">
                <a16:creationId xmlns:a16="http://schemas.microsoft.com/office/drawing/2014/main" id="{87540D86-B6A6-4262-9314-6006D1F6010B}"/>
              </a:ext>
            </a:extLst>
          </p:cNvPr>
          <p:cNvSpPr/>
          <p:nvPr/>
        </p:nvSpPr>
        <p:spPr>
          <a:xfrm>
            <a:off x="4223721" y="6172082"/>
            <a:ext cx="539622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dirty="0"/>
              <a:t>Top 5 Largest BITCOIN MINES on Earth</a:t>
            </a:r>
          </a:p>
          <a:p>
            <a:r>
              <a:rPr lang="en-US" dirty="0">
                <a:hlinkClick r:id="rId7"/>
              </a:rPr>
              <a:t>https://www.youtube.com/watch?v=pWnN3WQ2m5M</a:t>
            </a:r>
            <a:r>
              <a:rPr lang="tr-TR" dirty="0"/>
              <a:t> </a:t>
            </a:r>
            <a:endParaRPr lang="en-US" dirty="0"/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05FEBC53-CE28-40E1-9060-AEDBCA0676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58590" y="6287804"/>
            <a:ext cx="414885" cy="41488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Dikdörtgen 4">
            <a:extLst>
              <a:ext uri="{FF2B5EF4-FFF2-40B4-BE49-F238E27FC236}">
                <a16:creationId xmlns:a16="http://schemas.microsoft.com/office/drawing/2014/main" id="{748AF231-CF54-421D-A30C-8EDBA2DC6275}"/>
              </a:ext>
            </a:extLst>
          </p:cNvPr>
          <p:cNvSpPr/>
          <p:nvPr/>
        </p:nvSpPr>
        <p:spPr>
          <a:xfrm>
            <a:off x="2692333" y="6250159"/>
            <a:ext cx="158280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dirty="0" err="1">
                <a:latin typeface="Roboto"/>
                <a:hlinkClick r:id="rId9"/>
              </a:rPr>
              <a:t>Glame</a:t>
            </a:r>
            <a:r>
              <a:rPr lang="en-US" dirty="0">
                <a:latin typeface="Roboto"/>
                <a:hlinkClick r:id="rId9"/>
              </a:rPr>
              <a:t> TOP 5</a:t>
            </a:r>
            <a:endParaRPr lang="en-US" dirty="0"/>
          </a:p>
        </p:txBody>
      </p:sp>
      <p:sp>
        <p:nvSpPr>
          <p:cNvPr id="6" name="Dikdörtgen 5">
            <a:hlinkClick r:id="rId10"/>
            <a:extLst>
              <a:ext uri="{FF2B5EF4-FFF2-40B4-BE49-F238E27FC236}">
                <a16:creationId xmlns:a16="http://schemas.microsoft.com/office/drawing/2014/main" id="{6894BE0F-8F9C-485C-BAFC-F252C02EF52B}"/>
              </a:ext>
            </a:extLst>
          </p:cNvPr>
          <p:cNvSpPr/>
          <p:nvPr/>
        </p:nvSpPr>
        <p:spPr>
          <a:xfrm>
            <a:off x="4207002" y="5548837"/>
            <a:ext cx="50340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dirty="0"/>
              <a:t>How To Mine Bitcoin At Home In 2021</a:t>
            </a:r>
          </a:p>
          <a:p>
            <a:r>
              <a:rPr lang="en-US" dirty="0">
                <a:hlinkClick r:id="rId10"/>
              </a:rPr>
              <a:t>https://www.youtube.com/watch?v=bJWyBY78q48</a:t>
            </a:r>
            <a:r>
              <a:rPr lang="tr-TR" dirty="0"/>
              <a:t> </a:t>
            </a:r>
            <a:endParaRPr lang="en-US" dirty="0"/>
          </a:p>
        </p:txBody>
      </p:sp>
      <p:sp>
        <p:nvSpPr>
          <p:cNvPr id="7" name="Dikdörtgen 6">
            <a:extLst>
              <a:ext uri="{FF2B5EF4-FFF2-40B4-BE49-F238E27FC236}">
                <a16:creationId xmlns:a16="http://schemas.microsoft.com/office/drawing/2014/main" id="{1580F079-B0A1-4BBC-B26B-C2689E768698}"/>
              </a:ext>
            </a:extLst>
          </p:cNvPr>
          <p:cNvSpPr/>
          <p:nvPr/>
        </p:nvSpPr>
        <p:spPr>
          <a:xfrm>
            <a:off x="2707149" y="5650926"/>
            <a:ext cx="1466178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>
                <a:solidFill>
                  <a:srgbClr val="030303"/>
                </a:solidFill>
                <a:latin typeface="Roboto"/>
                <a:hlinkClick r:id="rId11"/>
              </a:rPr>
              <a:t>Tech Hustler</a:t>
            </a:r>
            <a:endParaRPr lang="en-US" dirty="0"/>
          </a:p>
        </p:txBody>
      </p:sp>
      <p:pic>
        <p:nvPicPr>
          <p:cNvPr id="8" name="Resim 7">
            <a:extLst>
              <a:ext uri="{FF2B5EF4-FFF2-40B4-BE49-F238E27FC236}">
                <a16:creationId xmlns:a16="http://schemas.microsoft.com/office/drawing/2014/main" id="{3E0D00FB-E798-4A34-BD94-F94D644DDEED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249251" y="5643974"/>
            <a:ext cx="424224" cy="4242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68092740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3C36C3B-4C0F-4532-B84F-BAEA818DE6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Mining Pools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1CABE22F-484D-4517-AA13-80C3C5C33B4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06430176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536578986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3C36C3B-4C0F-4532-B84F-BAEA818DE6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 err="1"/>
              <a:t>Result</a:t>
            </a:r>
            <a:r>
              <a:rPr lang="tr-TR" dirty="0"/>
              <a:t> of </a:t>
            </a:r>
            <a:r>
              <a:rPr lang="tr-TR" dirty="0" err="1"/>
              <a:t>Mining</a:t>
            </a:r>
            <a:r>
              <a:rPr lang="tr-TR" dirty="0"/>
              <a:t> Pools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1CABE22F-484D-4517-AA13-80C3C5C33B4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3889187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110780810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B15F2B7-0048-4120-BC88-873C17B3F9B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Coordination of Pools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6D37EFE-B34E-46E8-A61A-FA232419923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78315792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830499348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B15F2B7-0048-4120-BC88-873C17B3F9B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Coordination of Pools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6D37EFE-B34E-46E8-A61A-FA232419923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75695177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081509620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B15F2B7-0048-4120-BC88-873C17B3F9B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Coordination of Pools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6D37EFE-B34E-46E8-A61A-FA232419923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07741959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425315726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4CB8DE4-93F1-4543-A43E-81D6841F12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Variation of Miners in Pool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FE777A6-092D-44B7-82C1-6D8605CFC3F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925803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010080624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4CB8DE4-93F1-4543-A43E-81D6841F12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Fair Distribution of Rewards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615F3F4-E64C-42D3-9D7C-3C406F5A9E7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96107470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362314215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4CB8DE4-93F1-4543-A43E-81D6841F12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Fair Distribution of Rewards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615F3F4-E64C-42D3-9D7C-3C406F5A9E7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7580507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54698598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8751A25-13A6-4938-997C-2222E38D1D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Managed pools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70B7ABC4-9DBD-4D5F-8609-E8C1169E48F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01920455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068786410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8751A25-13A6-4938-997C-2222E38D1D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Managed pools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70B7ABC4-9DBD-4D5F-8609-E8C1169E48F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81556052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16014266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AB6DD11-A96D-4CF6-A412-908B8E6499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Mining Protocols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E82500E-1B10-40D3-97A8-2EC2020C593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318484818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607442757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AB6DD11-A96D-4CF6-A412-908B8E6499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Mining Protocols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9CCFF91-E129-4064-81B0-8935C80747D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392505094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254331379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AB6DD11-A96D-4CF6-A412-908B8E6499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Mining Protocols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9CCFF91-E129-4064-81B0-8935C80747D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8908435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868847445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CF49884-0163-4088-9FBF-C8F5FDC6CF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Peer-to-peer </a:t>
            </a:r>
            <a:r>
              <a:rPr lang="tr-TR" dirty="0" err="1"/>
              <a:t>mining</a:t>
            </a:r>
            <a:r>
              <a:rPr lang="tr-TR" dirty="0"/>
              <a:t> </a:t>
            </a:r>
            <a:r>
              <a:rPr lang="tr-TR" dirty="0" err="1"/>
              <a:t>pool</a:t>
            </a:r>
            <a:r>
              <a:rPr lang="tr-TR" dirty="0"/>
              <a:t> (P2Pool)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C89572F-45C9-4C50-A8F0-85BC02E1DAF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67421558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990223930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CF49884-0163-4088-9FBF-C8F5FDC6CF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Peer-to-peer </a:t>
            </a:r>
            <a:r>
              <a:rPr lang="tr-TR" dirty="0" err="1"/>
              <a:t>mining</a:t>
            </a:r>
            <a:r>
              <a:rPr lang="tr-TR" dirty="0"/>
              <a:t> </a:t>
            </a:r>
            <a:r>
              <a:rPr lang="tr-TR" dirty="0" err="1"/>
              <a:t>pool</a:t>
            </a:r>
            <a:r>
              <a:rPr lang="tr-TR" dirty="0"/>
              <a:t> (P2Pool)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798408D-5DA0-4175-9A26-C30BD801E78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31097909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713208522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CF49884-0163-4088-9FBF-C8F5FDC6CF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Peer-to-peer </a:t>
            </a:r>
            <a:r>
              <a:rPr lang="tr-TR" dirty="0" err="1"/>
              <a:t>mining</a:t>
            </a:r>
            <a:r>
              <a:rPr lang="tr-TR" dirty="0"/>
              <a:t> </a:t>
            </a:r>
            <a:r>
              <a:rPr lang="tr-TR" dirty="0" err="1"/>
              <a:t>pool</a:t>
            </a:r>
            <a:r>
              <a:rPr lang="tr-TR" dirty="0"/>
              <a:t> (P2Pool)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3323C975-1C32-4E11-A50E-FF2E2D65E60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05327841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760989356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CF49884-0163-4088-9FBF-C8F5FDC6CF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Peer-to-peer </a:t>
            </a:r>
            <a:r>
              <a:rPr lang="tr-TR" dirty="0" err="1"/>
              <a:t>mining</a:t>
            </a:r>
            <a:r>
              <a:rPr lang="tr-TR" dirty="0"/>
              <a:t> </a:t>
            </a:r>
            <a:r>
              <a:rPr lang="tr-TR" dirty="0" err="1"/>
              <a:t>pool</a:t>
            </a:r>
            <a:r>
              <a:rPr lang="tr-TR" dirty="0"/>
              <a:t> (P2Pool)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3323C975-1C32-4E11-A50E-FF2E2D65E60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12183275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24272887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CF49884-0163-4088-9FBF-C8F5FDC6CF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Peer-to-peer </a:t>
            </a:r>
            <a:r>
              <a:rPr lang="tr-TR" dirty="0" err="1"/>
              <a:t>mining</a:t>
            </a:r>
            <a:r>
              <a:rPr lang="tr-TR" dirty="0"/>
              <a:t> </a:t>
            </a:r>
            <a:r>
              <a:rPr lang="tr-TR" dirty="0" err="1"/>
              <a:t>pool</a:t>
            </a:r>
            <a:r>
              <a:rPr lang="tr-TR" dirty="0"/>
              <a:t> (P2Pool)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28B4550-7E4C-4F9C-AC69-F2C67CD40F7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42965688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577027450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30F188A-C02C-4952-B2D3-1CEEEB01DA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Differences of P2Pool and Stratum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C845C8D-282F-46E7-A457-B64D310866C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8800923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471638757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30F188A-C02C-4952-B2D3-1CEEEB01DA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Differences of P2Pool and Stratum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C845C8D-282F-46E7-A457-B64D310866C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064633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198388652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91038B9-8B08-4998-9E08-632794CEDD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Pros &amp; Cons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852F2DA-9072-43FF-872B-C1B24BD636D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55647153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673652935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91038B9-8B08-4998-9E08-632794CEDD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Pros &amp; Cons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852F2DA-9072-43FF-872B-C1B24BD636D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6428822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488443437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en-US" sz="5400" dirty="0"/>
              <a:t>Consensus Attacks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3300937156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8D88925-4EA8-497F-885F-0E742ED53B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Consensus Attacks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5EB64A85-6A70-4F71-ACF0-D0035D55CFA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7030729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844846048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A110B3A-4334-47C2-BBBD-6AD4AA5958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Impact of Consensus Attack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2BC4790-99F8-47D5-901B-4B0B697DE0C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2646548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63805532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A110B3A-4334-47C2-BBBD-6AD4AA5958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Impact of Consensus Attack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2BC4790-99F8-47D5-901B-4B0B697DE0C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52710386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728106712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F396EBB-FABD-47B9-9959-279DA0790C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“51% attack”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60F28F9-F806-4F1D-8A07-72B9AAB3EC8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96137918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898548012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05D2D9D-6123-4A6C-9F09-260A5D2A126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deliberate “forks”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0CA0E52-A416-46C9-9086-0D939215161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78511884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478844400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05D2D9D-6123-4A6C-9F09-260A5D2A126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double-spend transactions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419FA84-1EB6-409A-9C53-DEB063E02F4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5854914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126366997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05D2D9D-6123-4A6C-9F09-260A5D2A126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denial-of-service attacks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9CE207F7-D341-4FD7-A991-AB48BE3577A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09897896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234340588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05D2D9D-6123-4A6C-9F09-260A5D2A126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denial-of-service attacks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9CE207F7-D341-4FD7-A991-AB48BE3577A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60777652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755564223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E250C7D-87C9-48B9-B24D-F2BAFDD4EE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Protection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56C2B212-B171-4B8D-9C0D-96D24FCC2C0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65531960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078879748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en-US" sz="5400" dirty="0"/>
              <a:t>Changing the Consensus Rules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2250800"/>
          </a:xfrm>
        </p:spPr>
        <p:txBody>
          <a:bodyPr vert="horz" lIns="91440" tIns="45720" rIns="91440" bIns="45720" rtlCol="0" anchor="t">
            <a:normAutofit fontScale="62500" lnSpcReduction="20000"/>
          </a:bodyPr>
          <a:lstStyle/>
          <a:p>
            <a:pPr algn="l">
              <a:spcBef>
                <a:spcPts val="930"/>
              </a:spcBef>
            </a:pPr>
            <a:r>
              <a:rPr lang="en-US" sz="2400" dirty="0"/>
              <a:t>Hard Forks</a:t>
            </a:r>
          </a:p>
          <a:p>
            <a:pPr algn="l">
              <a:spcBef>
                <a:spcPts val="930"/>
              </a:spcBef>
            </a:pPr>
            <a:r>
              <a:rPr lang="en-US" sz="2400" dirty="0"/>
              <a:t>Hard Forks: Software, Network, Mining, and Chain</a:t>
            </a:r>
          </a:p>
          <a:p>
            <a:pPr algn="l">
              <a:spcBef>
                <a:spcPts val="930"/>
              </a:spcBef>
            </a:pPr>
            <a:r>
              <a:rPr lang="en-US" sz="2400" dirty="0"/>
              <a:t>Diverging Miners and Difficulty</a:t>
            </a:r>
          </a:p>
          <a:p>
            <a:pPr algn="l">
              <a:spcBef>
                <a:spcPts val="930"/>
              </a:spcBef>
            </a:pPr>
            <a:r>
              <a:rPr lang="en-US" sz="2400" dirty="0"/>
              <a:t>Contentious Hard Forks</a:t>
            </a:r>
          </a:p>
          <a:p>
            <a:pPr algn="l">
              <a:spcBef>
                <a:spcPts val="930"/>
              </a:spcBef>
            </a:pPr>
            <a:r>
              <a:rPr lang="en-US" sz="2400" dirty="0"/>
              <a:t>Soft Forks</a:t>
            </a:r>
          </a:p>
          <a:p>
            <a:pPr algn="l">
              <a:spcBef>
                <a:spcPts val="930"/>
              </a:spcBef>
            </a:pPr>
            <a:r>
              <a:rPr lang="en-US" sz="2400" dirty="0"/>
              <a:t>Criticisms of Soft Forks</a:t>
            </a:r>
          </a:p>
        </p:txBody>
      </p:sp>
    </p:spTree>
    <p:extLst>
      <p:ext uri="{BB962C8B-B14F-4D97-AF65-F5344CB8AC3E}">
        <p14:creationId xmlns:p14="http://schemas.microsoft.com/office/powerpoint/2010/main" val="755230173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93590BE-249F-4EBC-A916-CDF967D9264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Changing the Consensus Rules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F5C5DD3-5400-4757-8D35-39A82358B65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78018982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229569985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FB9D7A2-E3F6-42BA-A180-79689B198FE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Hard Forks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BD51CF5F-AA9A-43EC-AF17-43E9D4C9687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4918594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999751621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2BAB8FCE-C598-41B9-A894-E98CF3FA58E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953992"/>
            <a:ext cx="12192000" cy="2725425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3DA1F636-7F4C-4694-9358-4E305390C42D}"/>
              </a:ext>
            </a:extLst>
          </p:cNvPr>
          <p:cNvSpPr/>
          <p:nvPr/>
        </p:nvSpPr>
        <p:spPr>
          <a:xfrm>
            <a:off x="3477730" y="5824501"/>
            <a:ext cx="4612032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i="1" dirty="0">
                <a:latin typeface="MinionPro-It"/>
              </a:rPr>
              <a:t>Figure 10-9. A blockchain with forks</a:t>
            </a:r>
            <a:endParaRPr lang="tr-TR" sz="4800" dirty="0"/>
          </a:p>
        </p:txBody>
      </p:sp>
    </p:spTree>
    <p:extLst>
      <p:ext uri="{BB962C8B-B14F-4D97-AF65-F5344CB8AC3E}">
        <p14:creationId xmlns:p14="http://schemas.microsoft.com/office/powerpoint/2010/main" val="1959236664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5D5B2CB-3B60-458C-8BA3-A3807B4D7A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Forward Compatibility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1A43F1B7-36BF-4003-B38F-72AE7FC7F69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420706131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585295037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652EBF9-1B67-4177-B974-990C1A01D3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Hard Forks vs. Soft Forks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52A429C0-7514-42D6-BB0E-1819CF6DEA8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10332700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712180301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F38C136-4950-4A6C-8AAE-B43507B4EC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Changing Consensus Rules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A46603B0-5FBE-4F2B-A906-B93DD29B6D8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38790201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759603301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15125BE-C79B-4F97-8328-B88AA3FC28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Stages of Hardfork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3427BE71-02E3-489B-AA23-4AC6DBAB7DF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93926248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419752855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F9582EC-D607-4777-9FB5-FA473D08CA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Diverging Miners and Difficulty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06C9635-C9A0-45BF-A31A-595DDACB6CD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55086792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411426521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F9582EC-D607-4777-9FB5-FA473D08CA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Diverging Miners and Difficulty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82CA647C-8190-4805-84D9-7980B06F049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52198656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693217075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E69D5FF-6B28-4D7F-8BE1-7A9B6C5E4E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Contentious Hard Forks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6DC75DC-593D-4E79-B18B-230E4A2C392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1452733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992150353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E69D5FF-6B28-4D7F-8BE1-7A9B6C5E4E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Contentious Hard Forks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6DC75DC-593D-4E79-B18B-230E4A2C392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6962538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193429345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A6DAAF2-9817-4875-A15C-AE6CAA2E33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Soft Forks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9B9ED598-A958-4600-8737-6630EAE6CC7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04135191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928976252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3CE87EE-AFF0-4D3F-9B98-D3DED54A77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Implementation Methods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815757DD-C0CF-42F9-ADF2-4AE289D4AEC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84138983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700033306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7560F2A-25A5-4BC9-A4A9-25F6BEEC45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Criticisms of Soft Forks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D3D24D47-D1B8-4747-84F1-F07F24F9134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90513173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366935496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en-US" sz="5400" dirty="0"/>
              <a:t>Soft Fork Signaling with Block Version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en-US" sz="2400" dirty="0"/>
              <a:t>BIP-34 Signaling and Activation</a:t>
            </a:r>
          </a:p>
          <a:p>
            <a:pPr algn="l">
              <a:spcBef>
                <a:spcPts val="930"/>
              </a:spcBef>
            </a:pPr>
            <a:r>
              <a:rPr lang="en-US" sz="2400" dirty="0"/>
              <a:t>BIP-9 Signaling and Activation</a:t>
            </a:r>
          </a:p>
        </p:txBody>
      </p:sp>
    </p:spTree>
    <p:extLst>
      <p:ext uri="{BB962C8B-B14F-4D97-AF65-F5344CB8AC3E}">
        <p14:creationId xmlns:p14="http://schemas.microsoft.com/office/powerpoint/2010/main" val="783817268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FDFE1ED-1B4E-4411-BEB7-482BE1FABA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en-US" dirty="0"/>
              <a:t>Soft Fork Signaling with Block Version</a:t>
            </a:r>
            <a:endParaRPr lang="tr-TR" dirty="0"/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56F4F92-2797-4325-8E20-1E32FC7ADFF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978041151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66222726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EBA8627-4467-469F-AB27-222151C57D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/>
              <a:t>BIP-34 Signaling and Activation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57637826-48B5-4481-BA60-BD0795A4EDC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0547968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179281520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EBA8627-4467-469F-AB27-222151C57D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BIP-34 Signaling and Activation: Rules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5ECD3A18-3B29-4BFE-9FC5-64095B5C17A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68883799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56190379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8344B97-7B68-4D2B-8BD1-F9C1CFF74BC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Other Usages of Activation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02CBD7F-9875-4891-A29F-7AAAD1DAD62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29238956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878987360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D201A26-5805-4ED7-82CE-C29A6FC2D3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BIP-9 Signaling and Activation</a:t>
            </a:r>
          </a:p>
        </p:txBody>
      </p:sp>
      <p:cxnSp>
        <p:nvCxnSpPr>
          <p:cNvPr id="14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0AFA0A8-C1E6-410E-9456-D1187C1BC59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8883287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761065582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AE5987F-EC2D-40CB-85FD-510B72A7082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BIP-9 Features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921F7AAA-A476-4875-8AEC-0FB4F9EE7A3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8414883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211965451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0373214A-40B8-461C-B972-847D7B8428A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205789" y="521094"/>
            <a:ext cx="7780421" cy="5245960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DEA9AD39-1C0B-47F3-9285-FCF2BEC19A93}"/>
              </a:ext>
            </a:extLst>
          </p:cNvPr>
          <p:cNvSpPr/>
          <p:nvPr/>
        </p:nvSpPr>
        <p:spPr>
          <a:xfrm>
            <a:off x="3638276" y="5936796"/>
            <a:ext cx="472962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i="1" dirty="0">
                <a:latin typeface="MinionPro-It"/>
              </a:rPr>
              <a:t>Figure 10-10. BIP-9 state transition diagram</a:t>
            </a:r>
            <a:endParaRPr lang="tr-TR" sz="4400" dirty="0"/>
          </a:p>
        </p:txBody>
      </p:sp>
    </p:spTree>
    <p:extLst>
      <p:ext uri="{BB962C8B-B14F-4D97-AF65-F5344CB8AC3E}">
        <p14:creationId xmlns:p14="http://schemas.microsoft.com/office/powerpoint/2010/main" val="1103547022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34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3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6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en-US" sz="5400" dirty="0"/>
              <a:t>Consensus Software Development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3955144377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9F5D220-0DCF-4611-BAAD-186F27D8CF8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Consensus Software Development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570AFB1-A0A0-4C71-9C92-4E900220094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14645135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858884996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9F5D220-0DCF-4611-BAAD-186F27D8CF8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Consensus Software Development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570AFB1-A0A0-4C71-9C92-4E900220094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0949148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290742154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85DC72F-6921-4745-B89B-8FED953CBD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Consensus Software Development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623E645-02A0-4810-9E9A-4E02DBD04FC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21747649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155374596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" name="Group 31">
            <a:extLst>
              <a:ext uri="{FF2B5EF4-FFF2-40B4-BE49-F238E27FC236}">
                <a16:creationId xmlns:a16="http://schemas.microsoft.com/office/drawing/2014/main" id="{39BCE03C-B7E6-4AC4-97BD-6C046CA21FC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00714" y="362425"/>
            <a:ext cx="3495979" cy="6204388"/>
            <a:chOff x="400714" y="362425"/>
            <a:chExt cx="3495979" cy="6204388"/>
          </a:xfrm>
        </p:grpSpPr>
        <p:sp>
          <p:nvSpPr>
            <p:cNvPr id="33" name="Freeform 5">
              <a:extLst>
                <a:ext uri="{FF2B5EF4-FFF2-40B4-BE49-F238E27FC236}">
                  <a16:creationId xmlns:a16="http://schemas.microsoft.com/office/drawing/2014/main" id="{6C0200D4-F036-449F-93FC-DF7D9EEF294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34" name="Freeform 15">
              <a:extLst>
                <a:ext uri="{FF2B5EF4-FFF2-40B4-BE49-F238E27FC236}">
                  <a16:creationId xmlns:a16="http://schemas.microsoft.com/office/drawing/2014/main" id="{3CBAE784-2730-4857-9CB0-338381F5380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C8328FE1-BD1A-401B-8AA8-71857B2CC14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2933700" y="2176009"/>
            <a:ext cx="8770571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Picture 4" descr="A close up of a necklace&#10;&#10;Description generated with high confidence">
            <a:extLst>
              <a:ext uri="{FF2B5EF4-FFF2-40B4-BE49-F238E27FC236}">
                <a16:creationId xmlns:a16="http://schemas.microsoft.com/office/drawing/2014/main" id="{44705BF3-91A6-4CB6-9A5A-14F3DAB2AD10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186" b="16801"/>
          <a:stretch/>
        </p:blipFill>
        <p:spPr>
          <a:xfrm>
            <a:off x="-231" y="10"/>
            <a:ext cx="12192000" cy="6862703"/>
          </a:xfrm>
          <a:prstGeom prst="rect">
            <a:avLst/>
          </a:prstGeom>
        </p:spPr>
      </p:pic>
      <p:sp>
        <p:nvSpPr>
          <p:cNvPr id="38" name="Rounded Rectangle 17">
            <a:extLst>
              <a:ext uri="{FF2B5EF4-FFF2-40B4-BE49-F238E27FC236}">
                <a16:creationId xmlns:a16="http://schemas.microsoft.com/office/drawing/2014/main" id="{19738FD9-60D1-4D66-A0E4-3CABDD6551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7784" y="467784"/>
            <a:ext cx="7418915" cy="5922963"/>
          </a:xfrm>
          <a:prstGeom prst="roundRect">
            <a:avLst>
              <a:gd name="adj" fmla="val 5227"/>
            </a:avLst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5C6FBE0-F071-449F-82EC-4CC1A7FD8F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69849" y="985785"/>
            <a:ext cx="6233004" cy="1560716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9000"/>
              </a:lnSpc>
            </a:pPr>
            <a:r>
              <a:rPr lang="en-US" sz="4400"/>
              <a:t>Discussions</a:t>
            </a:r>
          </a:p>
        </p:txBody>
      </p: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AD455BEA-6E29-435D-A5DB-88C5853E563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069848" y="2593449"/>
            <a:ext cx="6224118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Rounded Rectangle 18">
            <a:extLst>
              <a:ext uri="{FF2B5EF4-FFF2-40B4-BE49-F238E27FC236}">
                <a16:creationId xmlns:a16="http://schemas.microsoft.com/office/drawing/2014/main" id="{C0279480-9DCB-4A52-99D2-EF55FEE1F7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70964" y="670965"/>
            <a:ext cx="7012862" cy="5516602"/>
          </a:xfrm>
          <a:prstGeom prst="roundRect">
            <a:avLst>
              <a:gd name="adj" fmla="val 2462"/>
            </a:avLst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19" name="Diagram 2">
            <a:extLst>
              <a:ext uri="{FF2B5EF4-FFF2-40B4-BE49-F238E27FC236}">
                <a16:creationId xmlns:a16="http://schemas.microsoft.com/office/drawing/2014/main" id="{8197B85D-A410-479F-A086-95CD6AEEF0F8}"/>
              </a:ext>
            </a:extLst>
          </p:cNvPr>
          <p:cNvGraphicFramePr/>
          <p:nvPr/>
        </p:nvGraphicFramePr>
        <p:xfrm>
          <a:off x="1069849" y="2855840"/>
          <a:ext cx="6233003" cy="319616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2403429795"/>
      </p:ext>
    </p:extLst>
  </p:cSld>
  <p:clrMapOvr>
    <a:masterClrMapping/>
  </p:clrMapOvr>
</p:sld>
</file>

<file path=ppt/theme/theme1.xml><?xml version="1.0" encoding="utf-8"?>
<a:theme xmlns:a="http://schemas.openxmlformats.org/drawingml/2006/main" name="Feathered">
  <a:themeElements>
    <a:clrScheme name="Feathered">
      <a:dk1>
        <a:sysClr val="windowText" lastClr="000000"/>
      </a:dk1>
      <a:lt1>
        <a:sysClr val="window" lastClr="FFFFFF"/>
      </a:lt1>
      <a:dk2>
        <a:srgbClr val="121316"/>
      </a:dk2>
      <a:lt2>
        <a:srgbClr val="FEFCF7"/>
      </a:lt2>
      <a:accent1>
        <a:srgbClr val="606372"/>
      </a:accent1>
      <a:accent2>
        <a:srgbClr val="79A8A4"/>
      </a:accent2>
      <a:accent3>
        <a:srgbClr val="B2AD8F"/>
      </a:accent3>
      <a:accent4>
        <a:srgbClr val="AD8082"/>
      </a:accent4>
      <a:accent5>
        <a:srgbClr val="DEC18C"/>
      </a:accent5>
      <a:accent6>
        <a:srgbClr val="92A185"/>
      </a:accent6>
      <a:hlink>
        <a:srgbClr val="85C4D2"/>
      </a:hlink>
      <a:folHlink>
        <a:srgbClr val="8E8CA7"/>
      </a:folHlink>
    </a:clrScheme>
    <a:fontScheme name="Feathered">
      <a:majorFont>
        <a:latin typeface="Century Schoolbook" panose="02040604050505020304"/>
        <a:ea typeface=""/>
        <a:cs typeface=""/>
        <a:font script="Jpan" typeface="メイリオ"/>
        <a:font script="Hang" typeface="휴먼매직체"/>
        <a:font script="Hans" typeface="华文楷体"/>
        <a:font script="Hant" typeface="新細明體"/>
        <a:font script="Arab" typeface="Times New Roman"/>
        <a:font script="Hebr" typeface="Times New Roman"/>
        <a:font script="Thai" typeface="KodchiangUPC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Feathered">
      <a:fillStyleLst>
        <a:solidFill>
          <a:schemeClr val="phClr"/>
        </a:solidFill>
        <a:solidFill>
          <a:schemeClr val="phClr">
            <a:tint val="67000"/>
            <a:satMod val="105000"/>
          </a:schemeClr>
        </a:solidFill>
        <a:gradFill rotWithShape="1">
          <a:gsLst>
            <a:gs pos="0">
              <a:schemeClr val="phClr">
                <a:tint val="94000"/>
                <a:satMod val="103000"/>
                <a:lumMod val="102000"/>
              </a:schemeClr>
            </a:gs>
            <a:gs pos="50000">
              <a:schemeClr val="phClr">
                <a:shade val="100000"/>
                <a:satMod val="110000"/>
                <a:lumMod val="100000"/>
              </a:schemeClr>
            </a:gs>
            <a:gs pos="100000">
              <a:schemeClr val="phClr"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</a:fillStyleLst>
      <a:lnStyleLst>
        <a:ln w="9525" cap="flat" cmpd="sng" algn="ctr">
          <a:solidFill>
            <a:schemeClr val="phClr"/>
          </a:solidFill>
          <a:prstDash val="solid"/>
        </a:ln>
        <a:ln w="12700" cap="flat" cmpd="sng" algn="ctr">
          <a:solidFill>
            <a:schemeClr val="phClr"/>
          </a:solidFill>
          <a:prstDash val="solid"/>
        </a:ln>
        <a:ln w="19050" cap="flat" cmpd="sng" algn="ctr">
          <a:solidFill>
            <a:schemeClr val="phClr">
              <a:tint val="50000"/>
              <a:shade val="83000"/>
            </a:schemeClr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25400" dir="5400000" algn="ctr" rotWithShape="0">
              <a:srgbClr val="000000">
                <a:alpha val="20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hade val="98000"/>
                <a:satMod val="150000"/>
                <a:lumMod val="102000"/>
              </a:schemeClr>
            </a:gs>
            <a:gs pos="50000">
              <a:schemeClr val="phClr">
                <a:tint val="98000"/>
                <a:shade val="90000"/>
                <a:satMod val="13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Feathered" id="{EEC9B30E-2747-4D42-BCBE-A02BDEEEA114}" vid="{AACE42CE-5C67-4514-8A89-3472F564E146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3564</TotalTime>
  <Words>8015</Words>
  <Application>Microsoft Office PowerPoint</Application>
  <PresentationFormat>Widescreen</PresentationFormat>
  <Paragraphs>1452</Paragraphs>
  <Slides>163</Slides>
  <Notes>8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163</vt:i4>
      </vt:variant>
    </vt:vector>
  </HeadingPairs>
  <TitlesOfParts>
    <vt:vector size="170" baseType="lpstr">
      <vt:lpstr>Calibri</vt:lpstr>
      <vt:lpstr>Century Schoolbook</vt:lpstr>
      <vt:lpstr>Corbel</vt:lpstr>
      <vt:lpstr>MinionPro-It</vt:lpstr>
      <vt:lpstr>MinionPro-Regular</vt:lpstr>
      <vt:lpstr>Roboto</vt:lpstr>
      <vt:lpstr>Feathered</vt:lpstr>
      <vt:lpstr>Chapter 10 Mining and Consensus</vt:lpstr>
      <vt:lpstr>Content</vt:lpstr>
      <vt:lpstr>Introduction</vt:lpstr>
      <vt:lpstr>Introduction</vt:lpstr>
      <vt:lpstr>Introduction</vt:lpstr>
      <vt:lpstr>Introduction</vt:lpstr>
      <vt:lpstr>Introduction</vt:lpstr>
      <vt:lpstr>Bitcoin Money Supply</vt:lpstr>
      <vt:lpstr>Bitcoin Economics and Currency Creation</vt:lpstr>
      <vt:lpstr>Bitcoin Money Supply</vt:lpstr>
      <vt:lpstr>Future of Bitcoin Supply</vt:lpstr>
      <vt:lpstr>Bitcoin as a Deflationary Money</vt:lpstr>
      <vt:lpstr>Is Deflation is a Disaster?</vt:lpstr>
      <vt:lpstr>Deflation in unlimited Money</vt:lpstr>
      <vt:lpstr>The positive aspect of deflation</vt:lpstr>
      <vt:lpstr>Deflationary Currency</vt:lpstr>
      <vt:lpstr>Decentralized Consensus</vt:lpstr>
      <vt:lpstr>Trust Model</vt:lpstr>
      <vt:lpstr>Decentralized Consensus</vt:lpstr>
      <vt:lpstr>Decentralized Emergent Consensus</vt:lpstr>
      <vt:lpstr>Consensus as Emergent Artifact</vt:lpstr>
      <vt:lpstr>Processes for Decentralized Consensus</vt:lpstr>
      <vt:lpstr>Processes for Decentralized Consensus</vt:lpstr>
      <vt:lpstr>Independent Verification of Transactions</vt:lpstr>
      <vt:lpstr>Independent Verification of Transactions</vt:lpstr>
      <vt:lpstr>Verification Checklist</vt:lpstr>
      <vt:lpstr>Verification Checklist</vt:lpstr>
      <vt:lpstr>Verification Checklist</vt:lpstr>
      <vt:lpstr>Verification Checklist</vt:lpstr>
      <vt:lpstr>Verification Checklist</vt:lpstr>
      <vt:lpstr>Conditions in Bitcoin Core</vt:lpstr>
      <vt:lpstr>Unconfirmed Transactions: mempool</vt:lpstr>
      <vt:lpstr>Mining Nodes</vt:lpstr>
      <vt:lpstr>Miners &amp; Competition</vt:lpstr>
      <vt:lpstr>Aggregating Transactions into Blocks</vt:lpstr>
      <vt:lpstr>Aggregating Transactions into Blocks</vt:lpstr>
      <vt:lpstr>Construction of new Blocks</vt:lpstr>
      <vt:lpstr>Candidate Block</vt:lpstr>
      <vt:lpstr>Coinbase Transaction</vt:lpstr>
      <vt:lpstr>Coinbase Reward and Fees</vt:lpstr>
      <vt:lpstr>Coinbase Reward and Fees</vt:lpstr>
      <vt:lpstr>Structure of the Coinbase Transaction</vt:lpstr>
      <vt:lpstr>Structure of the Coinbase Transaction</vt:lpstr>
      <vt:lpstr>PowerPoint Presentation</vt:lpstr>
      <vt:lpstr>Coinbase Data</vt:lpstr>
      <vt:lpstr>Coinbase Data</vt:lpstr>
      <vt:lpstr>BIP-34</vt:lpstr>
      <vt:lpstr>Example Coinbase</vt:lpstr>
      <vt:lpstr>Constructing the Block Header</vt:lpstr>
      <vt:lpstr>Constructing the Block Header</vt:lpstr>
      <vt:lpstr>Mining</vt:lpstr>
      <vt:lpstr>Calculating Hash Attempts</vt:lpstr>
      <vt:lpstr>Mining the Block</vt:lpstr>
      <vt:lpstr>Mining the Block</vt:lpstr>
      <vt:lpstr>Trying again and again</vt:lpstr>
      <vt:lpstr>Proof-of-Work Algorithm</vt:lpstr>
      <vt:lpstr>Usage of Nonce</vt:lpstr>
      <vt:lpstr>Analogy</vt:lpstr>
      <vt:lpstr>Proof of Work</vt:lpstr>
      <vt:lpstr>Proof of Work</vt:lpstr>
      <vt:lpstr>Proof-of-Work vs. Target</vt:lpstr>
      <vt:lpstr>Mining Steps</vt:lpstr>
      <vt:lpstr>Difficulty and Search Space</vt:lpstr>
      <vt:lpstr>Network’s Processing Capacity</vt:lpstr>
      <vt:lpstr>The Target</vt:lpstr>
      <vt:lpstr>Miner’s Performance</vt:lpstr>
      <vt:lpstr>Retargeting to Adjust Difficulty</vt:lpstr>
      <vt:lpstr>Variable of Frequency</vt:lpstr>
      <vt:lpstr>Adjustment of target</vt:lpstr>
      <vt:lpstr>Adjustment of target</vt:lpstr>
      <vt:lpstr>PowerPoint Presentation</vt:lpstr>
      <vt:lpstr>Successfully Mining the Block</vt:lpstr>
      <vt:lpstr>Successfully Mining a Block</vt:lpstr>
      <vt:lpstr>Successfully Mining a Block</vt:lpstr>
      <vt:lpstr>Validating a New Block</vt:lpstr>
      <vt:lpstr>Validating a New Block</vt:lpstr>
      <vt:lpstr>Validating a New Block</vt:lpstr>
      <vt:lpstr>Validating a New Block</vt:lpstr>
      <vt:lpstr>Block Validation Criteria</vt:lpstr>
      <vt:lpstr>Block Validation Criteria</vt:lpstr>
      <vt:lpstr>Assembling and Selecting Chains of Blocks</vt:lpstr>
      <vt:lpstr>Assembling and Selecting Chains of Blocks</vt:lpstr>
      <vt:lpstr>Assembling and Selecting Chains of Blocks</vt:lpstr>
      <vt:lpstr>Main Chain</vt:lpstr>
      <vt:lpstr>Main Chain</vt:lpstr>
      <vt:lpstr>Main Chain</vt:lpstr>
      <vt:lpstr>Orphan Blocks</vt:lpstr>
      <vt:lpstr>Orphan Blocks</vt:lpstr>
      <vt:lpstr>Blockchain Forks</vt:lpstr>
      <vt:lpstr>Blockchain Forks</vt:lpstr>
      <vt:lpstr>Forks</vt:lpstr>
      <vt:lpstr>Forks</vt:lpstr>
      <vt:lpstr>Propagation of Two Blocks Simultanously</vt:lpstr>
      <vt:lpstr>Receive of Other Block</vt:lpstr>
      <vt:lpstr>The Winner Chain</vt:lpstr>
      <vt:lpstr>Mining and the Hashing Race</vt:lpstr>
      <vt:lpstr>Mining and the Hashing Race</vt:lpstr>
      <vt:lpstr>Difficulty</vt:lpstr>
      <vt:lpstr>The Extra Nonce Solution</vt:lpstr>
      <vt:lpstr>The Extra Nonce Solution</vt:lpstr>
      <vt:lpstr>The Extra Nonce Solution</vt:lpstr>
      <vt:lpstr>The Extra Nonce Solution</vt:lpstr>
      <vt:lpstr>Mining Pools</vt:lpstr>
      <vt:lpstr>Mining Pools</vt:lpstr>
      <vt:lpstr>Result of Mining Pools</vt:lpstr>
      <vt:lpstr>Coordination of Pools</vt:lpstr>
      <vt:lpstr>Coordination of Pools</vt:lpstr>
      <vt:lpstr>Coordination of Pools</vt:lpstr>
      <vt:lpstr>Variation of Miners in Pool</vt:lpstr>
      <vt:lpstr>Fair Distribution of Rewards</vt:lpstr>
      <vt:lpstr>Fair Distribution of Rewards</vt:lpstr>
      <vt:lpstr>Managed pools</vt:lpstr>
      <vt:lpstr>Managed pools</vt:lpstr>
      <vt:lpstr>Mining Protocols</vt:lpstr>
      <vt:lpstr>Mining Protocols</vt:lpstr>
      <vt:lpstr>Mining Protocols</vt:lpstr>
      <vt:lpstr>Peer-to-peer mining pool (P2Pool)</vt:lpstr>
      <vt:lpstr>Peer-to-peer mining pool (P2Pool)</vt:lpstr>
      <vt:lpstr>Peer-to-peer mining pool (P2Pool)</vt:lpstr>
      <vt:lpstr>Peer-to-peer mining pool (P2Pool)</vt:lpstr>
      <vt:lpstr>Peer-to-peer mining pool (P2Pool)</vt:lpstr>
      <vt:lpstr>Differences of P2Pool and Stratum</vt:lpstr>
      <vt:lpstr>Differences of P2Pool and Stratum</vt:lpstr>
      <vt:lpstr>Pros &amp; Cons</vt:lpstr>
      <vt:lpstr>Pros &amp; Cons</vt:lpstr>
      <vt:lpstr>Consensus Attacks</vt:lpstr>
      <vt:lpstr>Consensus Attacks</vt:lpstr>
      <vt:lpstr>Impact of Consensus Attack</vt:lpstr>
      <vt:lpstr>Impact of Consensus Attack</vt:lpstr>
      <vt:lpstr>“51% attack”</vt:lpstr>
      <vt:lpstr>deliberate “forks”</vt:lpstr>
      <vt:lpstr>double-spend transactions</vt:lpstr>
      <vt:lpstr>denial-of-service attacks</vt:lpstr>
      <vt:lpstr>denial-of-service attacks</vt:lpstr>
      <vt:lpstr>Protection</vt:lpstr>
      <vt:lpstr>Changing the Consensus Rules</vt:lpstr>
      <vt:lpstr>Changing the Consensus Rules</vt:lpstr>
      <vt:lpstr>Hard Forks</vt:lpstr>
      <vt:lpstr>PowerPoint Presentation</vt:lpstr>
      <vt:lpstr>Forward Compatibility</vt:lpstr>
      <vt:lpstr>Hard Forks vs. Soft Forks</vt:lpstr>
      <vt:lpstr>Changing Consensus Rules</vt:lpstr>
      <vt:lpstr>Stages of Hardfork</vt:lpstr>
      <vt:lpstr>Diverging Miners and Difficulty</vt:lpstr>
      <vt:lpstr>Diverging Miners and Difficulty</vt:lpstr>
      <vt:lpstr>Contentious Hard Forks</vt:lpstr>
      <vt:lpstr>Contentious Hard Forks</vt:lpstr>
      <vt:lpstr>Soft Forks</vt:lpstr>
      <vt:lpstr>Implementation Methods</vt:lpstr>
      <vt:lpstr>Criticisms of Soft Forks</vt:lpstr>
      <vt:lpstr>Soft Fork Signaling with Block Version</vt:lpstr>
      <vt:lpstr>Soft Fork Signaling with Block Version</vt:lpstr>
      <vt:lpstr>BIP-34 Signaling and Activation</vt:lpstr>
      <vt:lpstr>BIP-34 Signaling and Activation: Rules</vt:lpstr>
      <vt:lpstr>Other Usages of Activation</vt:lpstr>
      <vt:lpstr>BIP-9 Signaling and Activation</vt:lpstr>
      <vt:lpstr>BIP-9 Features</vt:lpstr>
      <vt:lpstr>PowerPoint Presentation</vt:lpstr>
      <vt:lpstr>Consensus Software Development</vt:lpstr>
      <vt:lpstr>Consensus Software Development</vt:lpstr>
      <vt:lpstr>Consensus Software Development</vt:lpstr>
      <vt:lpstr>Consensus Software Development</vt:lpstr>
      <vt:lpstr>Discussions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Chapter 10 Mining and Consensus</dc:title>
  <dc:creator>YUSUF ALTUNEL</dc:creator>
  <cp:lastModifiedBy>YUSUF ALTUNEL</cp:lastModifiedBy>
  <cp:revision>25</cp:revision>
  <dcterms:created xsi:type="dcterms:W3CDTF">2021-05-29T10:59:28Z</dcterms:created>
  <dcterms:modified xsi:type="dcterms:W3CDTF">2025-01-02T06:16:53Z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SIP_Label_c66f6488-6f7b-4340-b880-828136ff7811_Enabled">
    <vt:lpwstr>true</vt:lpwstr>
  </property>
  <property fmtid="{D5CDD505-2E9C-101B-9397-08002B2CF9AE}" pid="3" name="MSIP_Label_c66f6488-6f7b-4340-b880-828136ff7811_SetDate">
    <vt:lpwstr>2021-05-29T11:01:22Z</vt:lpwstr>
  </property>
  <property fmtid="{D5CDD505-2E9C-101B-9397-08002B2CF9AE}" pid="4" name="MSIP_Label_c66f6488-6f7b-4340-b880-828136ff7811_Method">
    <vt:lpwstr>Privileged</vt:lpwstr>
  </property>
  <property fmtid="{D5CDD505-2E9C-101B-9397-08002B2CF9AE}" pid="5" name="MSIP_Label_c66f6488-6f7b-4340-b880-828136ff7811_Name">
    <vt:lpwstr>c66f6488-6f7b-4340-b880-828136ff7811</vt:lpwstr>
  </property>
  <property fmtid="{D5CDD505-2E9C-101B-9397-08002B2CF9AE}" pid="6" name="MSIP_Label_c66f6488-6f7b-4340-b880-828136ff7811_SiteId">
    <vt:lpwstr>832c1bc9-1e43-4f93-a086-708d36b0c95d</vt:lpwstr>
  </property>
  <property fmtid="{D5CDD505-2E9C-101B-9397-08002B2CF9AE}" pid="7" name="MSIP_Label_c66f6488-6f7b-4340-b880-828136ff7811_ActionId">
    <vt:lpwstr>194be1cf-2070-4174-8242-3d32397c845b</vt:lpwstr>
  </property>
  <property fmtid="{D5CDD505-2E9C-101B-9397-08002B2CF9AE}" pid="8" name="MSIP_Label_c66f6488-6f7b-4340-b880-828136ff7811_ContentBits">
    <vt:lpwstr>0</vt:lpwstr>
  </property>
</Properties>
</file>