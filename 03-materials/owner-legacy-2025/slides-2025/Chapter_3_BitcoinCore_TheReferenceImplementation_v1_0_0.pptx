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1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50"/>
  </p:notesMasterIdLst>
  <p:sldIdLst>
    <p:sldId id="256" r:id="rId2"/>
    <p:sldId id="257" r:id="rId3"/>
    <p:sldId id="268" r:id="rId4"/>
    <p:sldId id="328" r:id="rId5"/>
    <p:sldId id="329" r:id="rId6"/>
    <p:sldId id="269" r:id="rId7"/>
    <p:sldId id="270" r:id="rId8"/>
    <p:sldId id="330" r:id="rId9"/>
    <p:sldId id="320" r:id="rId10"/>
    <p:sldId id="323" r:id="rId11"/>
    <p:sldId id="331" r:id="rId12"/>
    <p:sldId id="274" r:id="rId13"/>
    <p:sldId id="275" r:id="rId14"/>
    <p:sldId id="276" r:id="rId15"/>
    <p:sldId id="281" r:id="rId16"/>
    <p:sldId id="332" r:id="rId17"/>
    <p:sldId id="282" r:id="rId18"/>
    <p:sldId id="333" r:id="rId19"/>
    <p:sldId id="283" r:id="rId20"/>
    <p:sldId id="284" r:id="rId21"/>
    <p:sldId id="334" r:id="rId22"/>
    <p:sldId id="324" r:id="rId23"/>
    <p:sldId id="285" r:id="rId24"/>
    <p:sldId id="287" r:id="rId25"/>
    <p:sldId id="288" r:id="rId26"/>
    <p:sldId id="335" r:id="rId27"/>
    <p:sldId id="289" r:id="rId28"/>
    <p:sldId id="337" r:id="rId29"/>
    <p:sldId id="338" r:id="rId30"/>
    <p:sldId id="290" r:id="rId31"/>
    <p:sldId id="336" r:id="rId32"/>
    <p:sldId id="304" r:id="rId33"/>
    <p:sldId id="325" r:id="rId34"/>
    <p:sldId id="305" r:id="rId35"/>
    <p:sldId id="308" r:id="rId36"/>
    <p:sldId id="309" r:id="rId37"/>
    <p:sldId id="310" r:id="rId38"/>
    <p:sldId id="311" r:id="rId39"/>
    <p:sldId id="312" r:id="rId40"/>
    <p:sldId id="313" r:id="rId41"/>
    <p:sldId id="326" r:id="rId42"/>
    <p:sldId id="316" r:id="rId43"/>
    <p:sldId id="317" r:id="rId44"/>
    <p:sldId id="318" r:id="rId45"/>
    <p:sldId id="327" r:id="rId46"/>
    <p:sldId id="339" r:id="rId47"/>
    <p:sldId id="267" r:id="rId48"/>
    <p:sldId id="341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68" autoAdjust="0"/>
    <p:restoredTop sz="87819" autoAdjust="0"/>
  </p:normalViewPr>
  <p:slideViewPr>
    <p:cSldViewPr snapToGrid="0">
      <p:cViewPr varScale="1">
        <p:scale>
          <a:sx n="71" d="100"/>
          <a:sy n="71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hyperlink" Target="https://opensource.org/licenses/MIT" TargetMode="Externa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hyperlink" Target="https://bitcoincore.org/en/contribute/" TargetMode="Externa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hyperlink" Target="https://bitcoin.org/bitcoin.pdf" TargetMode="Externa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3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3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86.svg"/><Relationship Id="rId5" Type="http://schemas.openxmlformats.org/officeDocument/2006/relationships/image" Target="../media/image85.png"/><Relationship Id="rId4" Type="http://schemas.openxmlformats.org/officeDocument/2006/relationships/image" Target="../media/image8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svg"/><Relationship Id="rId1" Type="http://schemas.openxmlformats.org/officeDocument/2006/relationships/image" Target="../media/image89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0.svg"/><Relationship Id="rId1" Type="http://schemas.openxmlformats.org/officeDocument/2006/relationships/image" Target="../media/image99.png"/><Relationship Id="rId4" Type="http://schemas.openxmlformats.org/officeDocument/2006/relationships/image" Target="../media/image101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tcoin/bitcoin.git" TargetMode="External"/><Relationship Id="rId1" Type="http://schemas.openxmlformats.org/officeDocument/2006/relationships/hyperlink" Target="https://github.com/bitcoin/bitcoin" TargetMode="External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07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16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sv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svg"/><Relationship Id="rId1" Type="http://schemas.openxmlformats.org/officeDocument/2006/relationships/image" Target="../media/image123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26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jp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49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157.svg"/><Relationship Id="rId5" Type="http://schemas.openxmlformats.org/officeDocument/2006/relationships/image" Target="../media/image156.png"/><Relationship Id="rId4" Type="http://schemas.openxmlformats.org/officeDocument/2006/relationships/image" Target="../media/image155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161.svg"/><Relationship Id="rId5" Type="http://schemas.openxmlformats.org/officeDocument/2006/relationships/image" Target="../media/image160.png"/><Relationship Id="rId4" Type="http://schemas.openxmlformats.org/officeDocument/2006/relationships/image" Target="../media/image159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65.svg"/><Relationship Id="rId1" Type="http://schemas.openxmlformats.org/officeDocument/2006/relationships/image" Target="../media/image164.png"/><Relationship Id="rId6" Type="http://schemas.openxmlformats.org/officeDocument/2006/relationships/image" Target="../media/image167.svg"/><Relationship Id="rId5" Type="http://schemas.openxmlformats.org/officeDocument/2006/relationships/image" Target="../media/image166.png"/><Relationship Id="rId4" Type="http://schemas.openxmlformats.org/officeDocument/2006/relationships/image" Target="../media/image159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svg"/><Relationship Id="rId1" Type="http://schemas.openxmlformats.org/officeDocument/2006/relationships/image" Target="../media/image170.png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173.svg"/></Relationships>
</file>

<file path=ppt/diagrams/_rels/data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sv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2" Type="http://schemas.openxmlformats.org/officeDocument/2006/relationships/image" Target="../media/image179.svg"/><Relationship Id="rId1" Type="http://schemas.openxmlformats.org/officeDocument/2006/relationships/image" Target="../media/image178.png"/><Relationship Id="rId6" Type="http://schemas.openxmlformats.org/officeDocument/2006/relationships/image" Target="../media/image183.svg"/><Relationship Id="rId5" Type="http://schemas.openxmlformats.org/officeDocument/2006/relationships/image" Target="../media/image182.png"/><Relationship Id="rId10" Type="http://schemas.openxmlformats.org/officeDocument/2006/relationships/image" Target="../media/image187.svg"/><Relationship Id="rId4" Type="http://schemas.openxmlformats.org/officeDocument/2006/relationships/image" Target="../media/image181.svg"/><Relationship Id="rId9" Type="http://schemas.openxmlformats.org/officeDocument/2006/relationships/image" Target="../media/image186.pn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svg"/><Relationship Id="rId1" Type="http://schemas.openxmlformats.org/officeDocument/2006/relationships/image" Target="../media/image193.png"/><Relationship Id="rId6" Type="http://schemas.openxmlformats.org/officeDocument/2006/relationships/image" Target="../media/image198.svg"/><Relationship Id="rId5" Type="http://schemas.openxmlformats.org/officeDocument/2006/relationships/image" Target="../media/image197.png"/><Relationship Id="rId4" Type="http://schemas.openxmlformats.org/officeDocument/2006/relationships/image" Target="../media/image196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4" Type="http://schemas.openxmlformats.org/officeDocument/2006/relationships/image" Target="../media/image205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179.svg"/><Relationship Id="rId1" Type="http://schemas.openxmlformats.org/officeDocument/2006/relationships/image" Target="../media/image178.png"/><Relationship Id="rId6" Type="http://schemas.openxmlformats.org/officeDocument/2006/relationships/image" Target="../media/image210.svg"/><Relationship Id="rId5" Type="http://schemas.openxmlformats.org/officeDocument/2006/relationships/image" Target="../media/image209.png"/><Relationship Id="rId4" Type="http://schemas.openxmlformats.org/officeDocument/2006/relationships/image" Target="../media/image208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214.svg"/><Relationship Id="rId1" Type="http://schemas.openxmlformats.org/officeDocument/2006/relationships/image" Target="../media/image213.png"/><Relationship Id="rId6" Type="http://schemas.openxmlformats.org/officeDocument/2006/relationships/image" Target="../media/image216.svg"/><Relationship Id="rId5" Type="http://schemas.openxmlformats.org/officeDocument/2006/relationships/image" Target="../media/image215.png"/><Relationship Id="rId4" Type="http://schemas.openxmlformats.org/officeDocument/2006/relationships/image" Target="../media/image124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124.svg"/><Relationship Id="rId1" Type="http://schemas.openxmlformats.org/officeDocument/2006/relationships/image" Target="../media/image123.png"/><Relationship Id="rId6" Type="http://schemas.openxmlformats.org/officeDocument/2006/relationships/image" Target="../media/image222.svg"/><Relationship Id="rId5" Type="http://schemas.openxmlformats.org/officeDocument/2006/relationships/image" Target="../media/image221.png"/><Relationship Id="rId4" Type="http://schemas.openxmlformats.org/officeDocument/2006/relationships/image" Target="../media/image220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svg"/><Relationship Id="rId1" Type="http://schemas.openxmlformats.org/officeDocument/2006/relationships/image" Target="../media/image225.png"/><Relationship Id="rId6" Type="http://schemas.openxmlformats.org/officeDocument/2006/relationships/image" Target="../media/image230.svg"/><Relationship Id="rId5" Type="http://schemas.openxmlformats.org/officeDocument/2006/relationships/image" Target="../media/image229.png"/><Relationship Id="rId4" Type="http://schemas.openxmlformats.org/officeDocument/2006/relationships/image" Target="../media/image228.svg"/></Relationships>
</file>

<file path=ppt/diagrams/_rels/data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svg"/><Relationship Id="rId3" Type="http://schemas.openxmlformats.org/officeDocument/2006/relationships/image" Target="../media/image234.png"/><Relationship Id="rId7" Type="http://schemas.openxmlformats.org/officeDocument/2006/relationships/image" Target="../media/image83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237.svg"/><Relationship Id="rId5" Type="http://schemas.openxmlformats.org/officeDocument/2006/relationships/image" Target="../media/image236.png"/><Relationship Id="rId4" Type="http://schemas.openxmlformats.org/officeDocument/2006/relationships/image" Target="../media/image235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svg"/><Relationship Id="rId1" Type="http://schemas.openxmlformats.org/officeDocument/2006/relationships/image" Target="../media/image241.png"/><Relationship Id="rId6" Type="http://schemas.openxmlformats.org/officeDocument/2006/relationships/image" Target="../media/image246.svg"/><Relationship Id="rId5" Type="http://schemas.openxmlformats.org/officeDocument/2006/relationships/image" Target="../media/image245.png"/><Relationship Id="rId4" Type="http://schemas.openxmlformats.org/officeDocument/2006/relationships/image" Target="../media/image244.svg"/></Relationships>
</file>

<file path=ppt/diagrams/_rels/data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svg"/><Relationship Id="rId3" Type="http://schemas.openxmlformats.org/officeDocument/2006/relationships/image" Target="../media/image249.png"/><Relationship Id="rId7" Type="http://schemas.openxmlformats.org/officeDocument/2006/relationships/image" Target="../media/image253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252.svg"/><Relationship Id="rId5" Type="http://schemas.openxmlformats.org/officeDocument/2006/relationships/image" Target="../media/image251.png"/><Relationship Id="rId10" Type="http://schemas.openxmlformats.org/officeDocument/2006/relationships/image" Target="../media/image256.svg"/><Relationship Id="rId4" Type="http://schemas.openxmlformats.org/officeDocument/2006/relationships/image" Target="../media/image250.svg"/><Relationship Id="rId9" Type="http://schemas.openxmlformats.org/officeDocument/2006/relationships/image" Target="../media/image255.png"/></Relationships>
</file>

<file path=ppt/diagrams/_rels/data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svg"/><Relationship Id="rId3" Type="http://schemas.openxmlformats.org/officeDocument/2006/relationships/image" Target="../media/image264.png"/><Relationship Id="rId7" Type="http://schemas.openxmlformats.org/officeDocument/2006/relationships/image" Target="../media/image268.png"/><Relationship Id="rId2" Type="http://schemas.openxmlformats.org/officeDocument/2006/relationships/image" Target="../media/image263.svg"/><Relationship Id="rId1" Type="http://schemas.openxmlformats.org/officeDocument/2006/relationships/image" Target="../media/image262.png"/><Relationship Id="rId6" Type="http://schemas.openxmlformats.org/officeDocument/2006/relationships/image" Target="../media/image267.svg"/><Relationship Id="rId5" Type="http://schemas.openxmlformats.org/officeDocument/2006/relationships/image" Target="../media/image266.png"/><Relationship Id="rId4" Type="http://schemas.openxmlformats.org/officeDocument/2006/relationships/image" Target="../media/image265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275.svg"/><Relationship Id="rId5" Type="http://schemas.openxmlformats.org/officeDocument/2006/relationships/image" Target="../media/image274.png"/><Relationship Id="rId4" Type="http://schemas.openxmlformats.org/officeDocument/2006/relationships/image" Target="../media/image273.svg"/></Relationships>
</file>

<file path=ppt/diagrams/_rels/data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svg"/><Relationship Id="rId3" Type="http://schemas.openxmlformats.org/officeDocument/2006/relationships/hyperlink" Target="https://github.com/libbitcoin/libbitcoin-explorer" TargetMode="External"/><Relationship Id="rId7" Type="http://schemas.openxmlformats.org/officeDocument/2006/relationships/image" Target="../media/image281.png"/><Relationship Id="rId12" Type="http://schemas.openxmlformats.org/officeDocument/2006/relationships/image" Target="../media/image267.svg"/><Relationship Id="rId2" Type="http://schemas.openxmlformats.org/officeDocument/2006/relationships/hyperlink" Target="https://github.com/libbitcoin/libbitcoin" TargetMode="External"/><Relationship Id="rId1" Type="http://schemas.openxmlformats.org/officeDocument/2006/relationships/hyperlink" Target="https://github.com/bitcoin/bitcoin" TargetMode="External"/><Relationship Id="rId6" Type="http://schemas.openxmlformats.org/officeDocument/2006/relationships/image" Target="../media/image280.svg"/><Relationship Id="rId11" Type="http://schemas.openxmlformats.org/officeDocument/2006/relationships/image" Target="../media/image266.png"/><Relationship Id="rId5" Type="http://schemas.openxmlformats.org/officeDocument/2006/relationships/image" Target="../media/image279.png"/><Relationship Id="rId10" Type="http://schemas.openxmlformats.org/officeDocument/2006/relationships/image" Target="../media/image284.svg"/><Relationship Id="rId4" Type="http://schemas.openxmlformats.org/officeDocument/2006/relationships/hyperlink" Target="https://github.com/jgarzik/picocoin" TargetMode="External"/><Relationship Id="rId9" Type="http://schemas.openxmlformats.org/officeDocument/2006/relationships/image" Target="../media/image283.pn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tcoinjs/bitcoinjs-lib" TargetMode="External"/><Relationship Id="rId2" Type="http://schemas.openxmlformats.org/officeDocument/2006/relationships/hyperlink" Target="https://bitcore.io/" TargetMode="External"/><Relationship Id="rId1" Type="http://schemas.openxmlformats.org/officeDocument/2006/relationships/hyperlink" Target="http://bcoin.io/" TargetMode="External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yperledger/fabric-sdk-java" TargetMode="External"/><Relationship Id="rId2" Type="http://schemas.openxmlformats.org/officeDocument/2006/relationships/hyperlink" Target="https://github.com/web3j/web3j" TargetMode="External"/><Relationship Id="rId1" Type="http://schemas.openxmlformats.org/officeDocument/2006/relationships/hyperlink" Target="https://bitcoinj.github.io/" TargetMode="External"/><Relationship Id="rId4" Type="http://schemas.openxmlformats.org/officeDocument/2006/relationships/hyperlink" Target="https://bitsofproof.com/" TargetMode="External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buterin/pybitcointools" TargetMode="External"/><Relationship Id="rId2" Type="http://schemas.openxmlformats.org/officeDocument/2006/relationships/hyperlink" Target="https://github.com/richardkiss/pycoin" TargetMode="External"/><Relationship Id="rId1" Type="http://schemas.openxmlformats.org/officeDocument/2006/relationships/hyperlink" Target="https://github.com/petertodd/python-bitcoinlib" TargetMode="External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oelstra/rust-bitcoin" TargetMode="External"/><Relationship Id="rId2" Type="http://schemas.openxmlformats.org/officeDocument/2006/relationships/hyperlink" Target="https://github.com/btcsuite/btcd" TargetMode="External"/><Relationship Id="rId1" Type="http://schemas.openxmlformats.org/officeDocument/2006/relationships/hyperlink" Target="https://github.com/sinisterchipmunk/bitcoin-client" TargetMode="External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hyperlink" Target="https://github.com/oleganza/CoreBitcoin" TargetMode="External"/><Relationship Id="rId1" Type="http://schemas.openxmlformats.org/officeDocument/2006/relationships/hyperlink" Target="https://github.com/MetacoSA/NBitcoin" TargetMode="External"/><Relationship Id="rId6" Type="http://schemas.openxmlformats.org/officeDocument/2006/relationships/image" Target="../media/image298.svg"/><Relationship Id="rId5" Type="http://schemas.openxmlformats.org/officeDocument/2006/relationships/image" Target="../media/image297.png"/><Relationship Id="rId4" Type="http://schemas.openxmlformats.org/officeDocument/2006/relationships/image" Target="../media/image296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svg"/><Relationship Id="rId7" Type="http://schemas.openxmlformats.org/officeDocument/2006/relationships/image" Target="../media/image306.svg"/><Relationship Id="rId2" Type="http://schemas.openxmlformats.org/officeDocument/2006/relationships/image" Target="../media/image301.png"/><Relationship Id="rId1" Type="http://schemas.openxmlformats.org/officeDocument/2006/relationships/hyperlink" Target="https://bitcoin.org/en/download" TargetMode="External"/><Relationship Id="rId6" Type="http://schemas.openxmlformats.org/officeDocument/2006/relationships/image" Target="../media/image305.png"/><Relationship Id="rId5" Type="http://schemas.openxmlformats.org/officeDocument/2006/relationships/image" Target="../media/image304.svg"/><Relationship Id="rId4" Type="http://schemas.openxmlformats.org/officeDocument/2006/relationships/image" Target="../media/image303.png"/></Relationships>
</file>

<file path=ppt/diagrams/_rels/data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2.svg"/><Relationship Id="rId1" Type="http://schemas.openxmlformats.org/officeDocument/2006/relationships/image" Target="../media/image311.png"/><Relationship Id="rId6" Type="http://schemas.openxmlformats.org/officeDocument/2006/relationships/image" Target="../media/image316.svg"/><Relationship Id="rId5" Type="http://schemas.openxmlformats.org/officeDocument/2006/relationships/image" Target="../media/image315.png"/><Relationship Id="rId4" Type="http://schemas.openxmlformats.org/officeDocument/2006/relationships/image" Target="../media/image314.svg"/></Relationships>
</file>

<file path=ppt/diagrams/_rels/data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image" Target="../media/image324.svg"/><Relationship Id="rId1" Type="http://schemas.openxmlformats.org/officeDocument/2006/relationships/image" Target="../media/image323.png"/><Relationship Id="rId6" Type="http://schemas.openxmlformats.org/officeDocument/2006/relationships/image" Target="../media/image328.svg"/><Relationship Id="rId5" Type="http://schemas.openxmlformats.org/officeDocument/2006/relationships/image" Target="../media/image327.png"/><Relationship Id="rId4" Type="http://schemas.openxmlformats.org/officeDocument/2006/relationships/image" Target="../media/image326.svg"/></Relationships>
</file>

<file path=ppt/diagrams/_rels/data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328.svg"/><Relationship Id="rId5" Type="http://schemas.openxmlformats.org/officeDocument/2006/relationships/image" Target="../media/image327.png"/><Relationship Id="rId4" Type="http://schemas.openxmlformats.org/officeDocument/2006/relationships/image" Target="../media/image332.svg"/></Relationships>
</file>

<file path=ppt/diagrams/_rels/data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svg"/><Relationship Id="rId3" Type="http://schemas.openxmlformats.org/officeDocument/2006/relationships/image" Target="../media/image338.png"/><Relationship Id="rId7" Type="http://schemas.openxmlformats.org/officeDocument/2006/relationships/image" Target="../media/image342.png"/><Relationship Id="rId2" Type="http://schemas.openxmlformats.org/officeDocument/2006/relationships/image" Target="../media/image337.svg"/><Relationship Id="rId1" Type="http://schemas.openxmlformats.org/officeDocument/2006/relationships/image" Target="../media/image336.png"/><Relationship Id="rId6" Type="http://schemas.openxmlformats.org/officeDocument/2006/relationships/image" Target="../media/image341.svg"/><Relationship Id="rId5" Type="http://schemas.openxmlformats.org/officeDocument/2006/relationships/image" Target="../media/image340.png"/><Relationship Id="rId4" Type="http://schemas.openxmlformats.org/officeDocument/2006/relationships/image" Target="../media/image33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3.svg"/><Relationship Id="rId1" Type="http://schemas.openxmlformats.org/officeDocument/2006/relationships/image" Target="../media/image12.png"/><Relationship Id="rId6" Type="http://schemas.openxmlformats.org/officeDocument/2006/relationships/image" Target="../media/image7.svg"/><Relationship Id="rId5" Type="http://schemas.openxmlformats.org/officeDocument/2006/relationships/image" Target="../media/image14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hyperlink" Target="https://opensource.org/licenses/MIT" TargetMode="External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svg"/><Relationship Id="rId1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33.png"/><Relationship Id="rId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35.svg"/><Relationship Id="rId1" Type="http://schemas.openxmlformats.org/officeDocument/2006/relationships/image" Target="../media/image42.png"/><Relationship Id="rId6" Type="http://schemas.openxmlformats.org/officeDocument/2006/relationships/image" Target="../media/image39.svg"/><Relationship Id="rId5" Type="http://schemas.openxmlformats.org/officeDocument/2006/relationships/image" Target="../media/image44.png"/><Relationship Id="rId4" Type="http://schemas.openxmlformats.org/officeDocument/2006/relationships/image" Target="../media/image37.svg"/><Relationship Id="rId9" Type="http://schemas.openxmlformats.org/officeDocument/2006/relationships/hyperlink" Target="https://bitcoincore.org/en/contribute/" TargetMode="External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hyperlink" Target="https://bitcoin.org/bitcoin.pdf" TargetMode="External"/><Relationship Id="rId7" Type="http://schemas.openxmlformats.org/officeDocument/2006/relationships/image" Target="../media/image52.svg"/><Relationship Id="rId2" Type="http://schemas.openxmlformats.org/officeDocument/2006/relationships/image" Target="../media/image48.svg"/><Relationship Id="rId1" Type="http://schemas.openxmlformats.org/officeDocument/2006/relationships/image" Target="../media/image55.png"/><Relationship Id="rId6" Type="http://schemas.openxmlformats.org/officeDocument/2006/relationships/image" Target="../media/image57.png"/><Relationship Id="rId5" Type="http://schemas.openxmlformats.org/officeDocument/2006/relationships/image" Target="../media/image50.svg"/><Relationship Id="rId4" Type="http://schemas.openxmlformats.org/officeDocument/2006/relationships/image" Target="../media/image56.png"/><Relationship Id="rId9" Type="http://schemas.openxmlformats.org/officeDocument/2006/relationships/image" Target="../media/image5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1.svg"/><Relationship Id="rId1" Type="http://schemas.openxmlformats.org/officeDocument/2006/relationships/image" Target="../media/image66.png"/><Relationship Id="rId6" Type="http://schemas.openxmlformats.org/officeDocument/2006/relationships/image" Target="../media/image65.svg"/><Relationship Id="rId5" Type="http://schemas.openxmlformats.org/officeDocument/2006/relationships/image" Target="../media/image68.png"/><Relationship Id="rId4" Type="http://schemas.openxmlformats.org/officeDocument/2006/relationships/image" Target="../media/image6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0.svg"/><Relationship Id="rId1" Type="http://schemas.openxmlformats.org/officeDocument/2006/relationships/image" Target="../media/image73.png"/><Relationship Id="rId6" Type="http://schemas.openxmlformats.org/officeDocument/2006/relationships/image" Target="../media/image72.svg"/><Relationship Id="rId5" Type="http://schemas.openxmlformats.org/officeDocument/2006/relationships/image" Target="../media/image74.png"/><Relationship Id="rId4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3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37.svg"/><Relationship Id="rId1" Type="http://schemas.openxmlformats.org/officeDocument/2006/relationships/image" Target="../media/image43.png"/><Relationship Id="rId6" Type="http://schemas.openxmlformats.org/officeDocument/2006/relationships/image" Target="../media/image86.svg"/><Relationship Id="rId5" Type="http://schemas.openxmlformats.org/officeDocument/2006/relationships/image" Target="../media/image88.png"/><Relationship Id="rId4" Type="http://schemas.openxmlformats.org/officeDocument/2006/relationships/image" Target="../media/image8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0.svg"/><Relationship Id="rId1" Type="http://schemas.openxmlformats.org/officeDocument/2006/relationships/image" Target="../media/image95.png"/><Relationship Id="rId6" Type="http://schemas.openxmlformats.org/officeDocument/2006/relationships/image" Target="../media/image94.svg"/><Relationship Id="rId5" Type="http://schemas.openxmlformats.org/officeDocument/2006/relationships/image" Target="../media/image97.png"/><Relationship Id="rId4" Type="http://schemas.openxmlformats.org/officeDocument/2006/relationships/image" Target="../media/image92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00.svg"/><Relationship Id="rId1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tcoin/bitcoin.git" TargetMode="External"/><Relationship Id="rId1" Type="http://schemas.openxmlformats.org/officeDocument/2006/relationships/hyperlink" Target="https://github.com/bitcoin/bitcoin" TargetMode="External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06.png"/><Relationship Id="rId7" Type="http://schemas.openxmlformats.org/officeDocument/2006/relationships/image" Target="../media/image114.png"/><Relationship Id="rId2" Type="http://schemas.openxmlformats.org/officeDocument/2006/relationships/image" Target="../media/image105.svg"/><Relationship Id="rId1" Type="http://schemas.openxmlformats.org/officeDocument/2006/relationships/image" Target="../media/image112.png"/><Relationship Id="rId6" Type="http://schemas.openxmlformats.org/officeDocument/2006/relationships/image" Target="../media/image109.svg"/><Relationship Id="rId5" Type="http://schemas.openxmlformats.org/officeDocument/2006/relationships/image" Target="../media/image113.png"/><Relationship Id="rId4" Type="http://schemas.openxmlformats.org/officeDocument/2006/relationships/image" Target="../media/image107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22.png"/><Relationship Id="rId2" Type="http://schemas.openxmlformats.org/officeDocument/2006/relationships/image" Target="../media/image72.svg"/><Relationship Id="rId1" Type="http://schemas.openxmlformats.org/officeDocument/2006/relationships/image" Target="../media/image74.png"/><Relationship Id="rId6" Type="http://schemas.openxmlformats.org/officeDocument/2006/relationships/image" Target="../media/image118.svg"/><Relationship Id="rId5" Type="http://schemas.openxmlformats.org/officeDocument/2006/relationships/image" Target="../media/image121.png"/><Relationship Id="rId4" Type="http://schemas.openxmlformats.org/officeDocument/2006/relationships/image" Target="../media/image116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svg"/><Relationship Id="rId3" Type="http://schemas.openxmlformats.org/officeDocument/2006/relationships/image" Target="../media/image125.png"/><Relationship Id="rId7" Type="http://schemas.openxmlformats.org/officeDocument/2006/relationships/image" Target="../media/image133.png"/><Relationship Id="rId2" Type="http://schemas.openxmlformats.org/officeDocument/2006/relationships/image" Target="../media/image124.svg"/><Relationship Id="rId1" Type="http://schemas.openxmlformats.org/officeDocument/2006/relationships/image" Target="../media/image131.png"/><Relationship Id="rId6" Type="http://schemas.openxmlformats.org/officeDocument/2006/relationships/image" Target="../media/image128.svg"/><Relationship Id="rId5" Type="http://schemas.openxmlformats.org/officeDocument/2006/relationships/image" Target="../media/image132.png"/><Relationship Id="rId4" Type="http://schemas.openxmlformats.org/officeDocument/2006/relationships/image" Target="../media/image126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3" Type="http://schemas.openxmlformats.org/officeDocument/2006/relationships/image" Target="../media/image143.png"/><Relationship Id="rId7" Type="http://schemas.openxmlformats.org/officeDocument/2006/relationships/image" Target="../media/image145.png"/><Relationship Id="rId2" Type="http://schemas.openxmlformats.org/officeDocument/2006/relationships/image" Target="../media/image135.svg"/><Relationship Id="rId1" Type="http://schemas.openxmlformats.org/officeDocument/2006/relationships/image" Target="../media/image142.png"/><Relationship Id="rId6" Type="http://schemas.openxmlformats.org/officeDocument/2006/relationships/image" Target="../media/image139.svg"/><Relationship Id="rId5" Type="http://schemas.openxmlformats.org/officeDocument/2006/relationships/image" Target="../media/image144.png"/><Relationship Id="rId4" Type="http://schemas.openxmlformats.org/officeDocument/2006/relationships/image" Target="../media/image137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jp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49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157.svg"/><Relationship Id="rId5" Type="http://schemas.openxmlformats.org/officeDocument/2006/relationships/image" Target="../media/image156.png"/><Relationship Id="rId4" Type="http://schemas.openxmlformats.org/officeDocument/2006/relationships/image" Target="../media/image155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161.svg"/><Relationship Id="rId5" Type="http://schemas.openxmlformats.org/officeDocument/2006/relationships/image" Target="../media/image163.png"/><Relationship Id="rId4" Type="http://schemas.openxmlformats.org/officeDocument/2006/relationships/image" Target="../media/image159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5.svg"/><Relationship Id="rId1" Type="http://schemas.openxmlformats.org/officeDocument/2006/relationships/image" Target="../media/image168.png"/><Relationship Id="rId6" Type="http://schemas.openxmlformats.org/officeDocument/2006/relationships/image" Target="../media/image167.svg"/><Relationship Id="rId5" Type="http://schemas.openxmlformats.org/officeDocument/2006/relationships/image" Target="../media/image169.png"/><Relationship Id="rId4" Type="http://schemas.openxmlformats.org/officeDocument/2006/relationships/image" Target="../media/image159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1.svg"/><Relationship Id="rId1" Type="http://schemas.openxmlformats.org/officeDocument/2006/relationships/image" Target="../media/image176.png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173.svg"/></Relationships>
</file>

<file path=ppt/diagrams/_rels/drawing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svg"/><Relationship Id="rId3" Type="http://schemas.openxmlformats.org/officeDocument/2006/relationships/image" Target="../media/image189.png"/><Relationship Id="rId7" Type="http://schemas.openxmlformats.org/officeDocument/2006/relationships/image" Target="../media/image191.png"/><Relationship Id="rId2" Type="http://schemas.openxmlformats.org/officeDocument/2006/relationships/image" Target="../media/image179.svg"/><Relationship Id="rId1" Type="http://schemas.openxmlformats.org/officeDocument/2006/relationships/image" Target="../media/image188.png"/><Relationship Id="rId6" Type="http://schemas.openxmlformats.org/officeDocument/2006/relationships/image" Target="../media/image183.svg"/><Relationship Id="rId5" Type="http://schemas.openxmlformats.org/officeDocument/2006/relationships/image" Target="../media/image190.png"/><Relationship Id="rId10" Type="http://schemas.openxmlformats.org/officeDocument/2006/relationships/image" Target="../media/image187.svg"/><Relationship Id="rId4" Type="http://schemas.openxmlformats.org/officeDocument/2006/relationships/image" Target="../media/image181.svg"/><Relationship Id="rId9" Type="http://schemas.openxmlformats.org/officeDocument/2006/relationships/image" Target="../media/image192.pn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4.svg"/><Relationship Id="rId1" Type="http://schemas.openxmlformats.org/officeDocument/2006/relationships/image" Target="../media/image199.png"/><Relationship Id="rId6" Type="http://schemas.openxmlformats.org/officeDocument/2006/relationships/image" Target="../media/image198.svg"/><Relationship Id="rId5" Type="http://schemas.openxmlformats.org/officeDocument/2006/relationships/image" Target="../media/image201.png"/><Relationship Id="rId4" Type="http://schemas.openxmlformats.org/officeDocument/2006/relationships/image" Target="../media/image196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6.png"/><Relationship Id="rId4" Type="http://schemas.openxmlformats.org/officeDocument/2006/relationships/image" Target="../media/image205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79.svg"/><Relationship Id="rId1" Type="http://schemas.openxmlformats.org/officeDocument/2006/relationships/image" Target="../media/image188.png"/><Relationship Id="rId6" Type="http://schemas.openxmlformats.org/officeDocument/2006/relationships/image" Target="../media/image210.svg"/><Relationship Id="rId5" Type="http://schemas.openxmlformats.org/officeDocument/2006/relationships/image" Target="../media/image212.png"/><Relationship Id="rId4" Type="http://schemas.openxmlformats.org/officeDocument/2006/relationships/image" Target="../media/image208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214.svg"/><Relationship Id="rId1" Type="http://schemas.openxmlformats.org/officeDocument/2006/relationships/image" Target="../media/image217.png"/><Relationship Id="rId6" Type="http://schemas.openxmlformats.org/officeDocument/2006/relationships/image" Target="../media/image216.svg"/><Relationship Id="rId5" Type="http://schemas.openxmlformats.org/officeDocument/2006/relationships/image" Target="../media/image218.png"/><Relationship Id="rId4" Type="http://schemas.openxmlformats.org/officeDocument/2006/relationships/image" Target="../media/image124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124.svg"/><Relationship Id="rId1" Type="http://schemas.openxmlformats.org/officeDocument/2006/relationships/image" Target="../media/image131.png"/><Relationship Id="rId6" Type="http://schemas.openxmlformats.org/officeDocument/2006/relationships/image" Target="../media/image222.svg"/><Relationship Id="rId5" Type="http://schemas.openxmlformats.org/officeDocument/2006/relationships/image" Target="../media/image224.png"/><Relationship Id="rId4" Type="http://schemas.openxmlformats.org/officeDocument/2006/relationships/image" Target="../media/image220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26.svg"/><Relationship Id="rId1" Type="http://schemas.openxmlformats.org/officeDocument/2006/relationships/image" Target="../media/image231.png"/><Relationship Id="rId6" Type="http://schemas.openxmlformats.org/officeDocument/2006/relationships/image" Target="../media/image230.svg"/><Relationship Id="rId5" Type="http://schemas.openxmlformats.org/officeDocument/2006/relationships/image" Target="../media/image233.png"/><Relationship Id="rId4" Type="http://schemas.openxmlformats.org/officeDocument/2006/relationships/image" Target="../media/image228.svg"/></Relationships>
</file>

<file path=ppt/diagrams/_rels/drawing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svg"/><Relationship Id="rId3" Type="http://schemas.openxmlformats.org/officeDocument/2006/relationships/image" Target="../media/image239.png"/><Relationship Id="rId7" Type="http://schemas.openxmlformats.org/officeDocument/2006/relationships/image" Target="../media/image87.png"/><Relationship Id="rId2" Type="http://schemas.openxmlformats.org/officeDocument/2006/relationships/image" Target="../media/image70.svg"/><Relationship Id="rId1" Type="http://schemas.openxmlformats.org/officeDocument/2006/relationships/image" Target="../media/image73.png"/><Relationship Id="rId6" Type="http://schemas.openxmlformats.org/officeDocument/2006/relationships/image" Target="../media/image237.svg"/><Relationship Id="rId5" Type="http://schemas.openxmlformats.org/officeDocument/2006/relationships/image" Target="../media/image240.png"/><Relationship Id="rId4" Type="http://schemas.openxmlformats.org/officeDocument/2006/relationships/image" Target="../media/image235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svg"/><Relationship Id="rId1" Type="http://schemas.openxmlformats.org/officeDocument/2006/relationships/image" Target="../media/image247.png"/><Relationship Id="rId6" Type="http://schemas.openxmlformats.org/officeDocument/2006/relationships/image" Target="../media/image246.svg"/><Relationship Id="rId5" Type="http://schemas.openxmlformats.org/officeDocument/2006/relationships/image" Target="../media/image248.png"/><Relationship Id="rId4" Type="http://schemas.openxmlformats.org/officeDocument/2006/relationships/image" Target="../media/image244.svg"/></Relationships>
</file>

<file path=ppt/diagrams/_rels/drawing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svg"/><Relationship Id="rId3" Type="http://schemas.openxmlformats.org/officeDocument/2006/relationships/image" Target="../media/image257.png"/><Relationship Id="rId7" Type="http://schemas.openxmlformats.org/officeDocument/2006/relationships/image" Target="../media/image259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252.svg"/><Relationship Id="rId5" Type="http://schemas.openxmlformats.org/officeDocument/2006/relationships/image" Target="../media/image258.png"/><Relationship Id="rId10" Type="http://schemas.openxmlformats.org/officeDocument/2006/relationships/image" Target="../media/image256.svg"/><Relationship Id="rId4" Type="http://schemas.openxmlformats.org/officeDocument/2006/relationships/image" Target="../media/image250.svg"/><Relationship Id="rId9" Type="http://schemas.openxmlformats.org/officeDocument/2006/relationships/image" Target="../media/image260.png"/></Relationships>
</file>

<file path=ppt/diagrams/_rels/drawing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svg"/><Relationship Id="rId3" Type="http://schemas.openxmlformats.org/officeDocument/2006/relationships/image" Target="../media/image271.png"/><Relationship Id="rId7" Type="http://schemas.openxmlformats.org/officeDocument/2006/relationships/image" Target="../media/image268.png"/><Relationship Id="rId2" Type="http://schemas.openxmlformats.org/officeDocument/2006/relationships/image" Target="../media/image263.svg"/><Relationship Id="rId1" Type="http://schemas.openxmlformats.org/officeDocument/2006/relationships/image" Target="../media/image270.png"/><Relationship Id="rId6" Type="http://schemas.openxmlformats.org/officeDocument/2006/relationships/image" Target="../media/image267.svg"/><Relationship Id="rId5" Type="http://schemas.openxmlformats.org/officeDocument/2006/relationships/image" Target="../media/image266.png"/><Relationship Id="rId4" Type="http://schemas.openxmlformats.org/officeDocument/2006/relationships/image" Target="../media/image265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275.svg"/><Relationship Id="rId5" Type="http://schemas.openxmlformats.org/officeDocument/2006/relationships/image" Target="../media/image277.png"/><Relationship Id="rId4" Type="http://schemas.openxmlformats.org/officeDocument/2006/relationships/image" Target="../media/image273.svg"/></Relationships>
</file>

<file path=ppt/diagrams/_rels/drawing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svg"/><Relationship Id="rId3" Type="http://schemas.openxmlformats.org/officeDocument/2006/relationships/hyperlink" Target="https://github.com/bitcoin/bitcoin" TargetMode="External"/><Relationship Id="rId7" Type="http://schemas.openxmlformats.org/officeDocument/2006/relationships/image" Target="../media/image287.png"/><Relationship Id="rId12" Type="http://schemas.openxmlformats.org/officeDocument/2006/relationships/hyperlink" Target="https://github.com/jgarzik/picocoin" TargetMode="External"/><Relationship Id="rId2" Type="http://schemas.openxmlformats.org/officeDocument/2006/relationships/image" Target="../media/image280.svg"/><Relationship Id="rId1" Type="http://schemas.openxmlformats.org/officeDocument/2006/relationships/image" Target="../media/image285.png"/><Relationship Id="rId6" Type="http://schemas.openxmlformats.org/officeDocument/2006/relationships/hyperlink" Target="https://github.com/libbitcoin/libbitcoin" TargetMode="External"/><Relationship Id="rId11" Type="http://schemas.openxmlformats.org/officeDocument/2006/relationships/image" Target="../media/image267.svg"/><Relationship Id="rId5" Type="http://schemas.openxmlformats.org/officeDocument/2006/relationships/image" Target="../media/image282.svg"/><Relationship Id="rId10" Type="http://schemas.openxmlformats.org/officeDocument/2006/relationships/image" Target="../media/image288.png"/><Relationship Id="rId4" Type="http://schemas.openxmlformats.org/officeDocument/2006/relationships/image" Target="../media/image286.png"/><Relationship Id="rId9" Type="http://schemas.openxmlformats.org/officeDocument/2006/relationships/hyperlink" Target="https://github.com/libbitcoin/libbitcoin-explorer" TargetMode="External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tcoinjs/bitcoinjs-lib" TargetMode="External"/><Relationship Id="rId2" Type="http://schemas.openxmlformats.org/officeDocument/2006/relationships/hyperlink" Target="https://bitcore.io/" TargetMode="External"/><Relationship Id="rId1" Type="http://schemas.openxmlformats.org/officeDocument/2006/relationships/hyperlink" Target="http://bcoin.io/" TargetMode="External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yperledger/fabric-sdk-java" TargetMode="External"/><Relationship Id="rId2" Type="http://schemas.openxmlformats.org/officeDocument/2006/relationships/hyperlink" Target="https://github.com/web3j/web3j" TargetMode="External"/><Relationship Id="rId1" Type="http://schemas.openxmlformats.org/officeDocument/2006/relationships/hyperlink" Target="https://bitcoinj.github.io/" TargetMode="External"/><Relationship Id="rId4" Type="http://schemas.openxmlformats.org/officeDocument/2006/relationships/hyperlink" Target="https://bitsofproof.com/" TargetMode="External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buterin/pybitcointools" TargetMode="External"/><Relationship Id="rId2" Type="http://schemas.openxmlformats.org/officeDocument/2006/relationships/hyperlink" Target="https://github.com/richardkiss/pycoin" TargetMode="External"/><Relationship Id="rId1" Type="http://schemas.openxmlformats.org/officeDocument/2006/relationships/hyperlink" Target="https://github.com/petertodd/python-bitcoinlib" TargetMode="External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oelstra/rust-bitcoin" TargetMode="External"/><Relationship Id="rId2" Type="http://schemas.openxmlformats.org/officeDocument/2006/relationships/hyperlink" Target="https://github.com/btcsuite/btcd" TargetMode="External"/><Relationship Id="rId1" Type="http://schemas.openxmlformats.org/officeDocument/2006/relationships/hyperlink" Target="https://github.com/sinisterchipmunk/bitcoin-client" TargetMode="External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tacoSA/NBitcoin" TargetMode="External"/><Relationship Id="rId2" Type="http://schemas.openxmlformats.org/officeDocument/2006/relationships/image" Target="../media/image296.svg"/><Relationship Id="rId1" Type="http://schemas.openxmlformats.org/officeDocument/2006/relationships/image" Target="../media/image299.png"/><Relationship Id="rId6" Type="http://schemas.openxmlformats.org/officeDocument/2006/relationships/hyperlink" Target="https://github.com/oleganza/CoreBitcoin" TargetMode="External"/><Relationship Id="rId5" Type="http://schemas.openxmlformats.org/officeDocument/2006/relationships/image" Target="../media/image298.svg"/><Relationship Id="rId4" Type="http://schemas.openxmlformats.org/officeDocument/2006/relationships/image" Target="../media/image300.pn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coin.org/en/download" TargetMode="External"/><Relationship Id="rId7" Type="http://schemas.openxmlformats.org/officeDocument/2006/relationships/image" Target="../media/image306.svg"/><Relationship Id="rId2" Type="http://schemas.openxmlformats.org/officeDocument/2006/relationships/image" Target="../media/image302.svg"/><Relationship Id="rId1" Type="http://schemas.openxmlformats.org/officeDocument/2006/relationships/image" Target="../media/image307.png"/><Relationship Id="rId6" Type="http://schemas.openxmlformats.org/officeDocument/2006/relationships/image" Target="../media/image309.png"/><Relationship Id="rId5" Type="http://schemas.openxmlformats.org/officeDocument/2006/relationships/image" Target="../media/image304.svg"/><Relationship Id="rId4" Type="http://schemas.openxmlformats.org/officeDocument/2006/relationships/image" Target="../media/image308.png"/></Relationships>
</file>

<file path=ppt/diagrams/_rels/drawing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image" Target="../media/image312.svg"/><Relationship Id="rId1" Type="http://schemas.openxmlformats.org/officeDocument/2006/relationships/image" Target="../media/image317.png"/><Relationship Id="rId6" Type="http://schemas.openxmlformats.org/officeDocument/2006/relationships/image" Target="../media/image316.svg"/><Relationship Id="rId5" Type="http://schemas.openxmlformats.org/officeDocument/2006/relationships/image" Target="../media/image319.png"/><Relationship Id="rId4" Type="http://schemas.openxmlformats.org/officeDocument/2006/relationships/image" Target="../media/image314.svg"/></Relationships>
</file>

<file path=ppt/diagrams/_rels/drawing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4.svg"/><Relationship Id="rId1" Type="http://schemas.openxmlformats.org/officeDocument/2006/relationships/image" Target="../media/image329.png"/><Relationship Id="rId6" Type="http://schemas.openxmlformats.org/officeDocument/2006/relationships/image" Target="../media/image328.svg"/><Relationship Id="rId5" Type="http://schemas.openxmlformats.org/officeDocument/2006/relationships/image" Target="../media/image327.png"/><Relationship Id="rId4" Type="http://schemas.openxmlformats.org/officeDocument/2006/relationships/image" Target="../media/image326.svg"/></Relationships>
</file>

<file path=ppt/diagrams/_rels/drawing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2" Type="http://schemas.openxmlformats.org/officeDocument/2006/relationships/image" Target="../media/image70.svg"/><Relationship Id="rId1" Type="http://schemas.openxmlformats.org/officeDocument/2006/relationships/image" Target="../media/image73.png"/><Relationship Id="rId6" Type="http://schemas.openxmlformats.org/officeDocument/2006/relationships/image" Target="../media/image328.svg"/><Relationship Id="rId5" Type="http://schemas.openxmlformats.org/officeDocument/2006/relationships/image" Target="../media/image334.png"/><Relationship Id="rId4" Type="http://schemas.openxmlformats.org/officeDocument/2006/relationships/image" Target="../media/image332.svg"/></Relationships>
</file>

<file path=ppt/diagrams/_rels/drawing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svg"/><Relationship Id="rId3" Type="http://schemas.openxmlformats.org/officeDocument/2006/relationships/image" Target="../media/image338.png"/><Relationship Id="rId7" Type="http://schemas.openxmlformats.org/officeDocument/2006/relationships/image" Target="../media/image346.png"/><Relationship Id="rId2" Type="http://schemas.openxmlformats.org/officeDocument/2006/relationships/image" Target="../media/image337.svg"/><Relationship Id="rId1" Type="http://schemas.openxmlformats.org/officeDocument/2006/relationships/image" Target="../media/image344.png"/><Relationship Id="rId6" Type="http://schemas.openxmlformats.org/officeDocument/2006/relationships/image" Target="../media/image341.svg"/><Relationship Id="rId5" Type="http://schemas.openxmlformats.org/officeDocument/2006/relationships/image" Target="../media/image345.png"/><Relationship Id="rId4" Type="http://schemas.openxmlformats.org/officeDocument/2006/relationships/image" Target="../media/image3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Bitcoin Development Environment</a:t>
          </a:r>
          <a:endParaRPr lang="en-US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0593F4-E66C-47F4-8F4E-501BC2950F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Running a Bitcoin Core Node</a:t>
          </a:r>
        </a:p>
      </dgm:t>
    </dgm:pt>
    <dgm:pt modelId="{C759C756-B295-41C9-82FF-4B23D4979262}" type="parTrans" cxnId="{800B1672-881A-49DA-87A0-ED8E8EB1E529}">
      <dgm:prSet/>
      <dgm:spPr/>
      <dgm:t>
        <a:bodyPr/>
        <a:lstStyle/>
        <a:p>
          <a:endParaRPr lang="en-US"/>
        </a:p>
      </dgm:t>
    </dgm:pt>
    <dgm:pt modelId="{762EBAE6-D9EA-48FD-A282-9ABF95FD5D57}" type="sibTrans" cxnId="{800B1672-881A-49DA-87A0-ED8E8EB1E5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0B1BDC-2A45-45D6-BD84-A6DF529AFF9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Bitcoin Core Application Programming Interface (API)</a:t>
          </a:r>
          <a:endParaRPr lang="en-US" dirty="0"/>
        </a:p>
      </dgm:t>
    </dgm:pt>
    <dgm:pt modelId="{F2600DCF-6151-4396-9C32-4ADE46902E1F}" type="parTrans" cxnId="{73E8D27E-C9B9-4780-B823-342429C5D87C}">
      <dgm:prSet/>
      <dgm:spPr/>
      <dgm:t>
        <a:bodyPr/>
        <a:lstStyle/>
        <a:p>
          <a:endParaRPr lang="tr-TR"/>
        </a:p>
      </dgm:t>
    </dgm:pt>
    <dgm:pt modelId="{A8916437-EBC3-4341-8568-5D11CB10A766}" type="sibTrans" cxnId="{73E8D27E-C9B9-4780-B823-342429C5D87C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34B65201-BB06-4CD5-A54B-5EABCF9BDB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Alternative Clients, Libraries, and Toolkits</a:t>
          </a:r>
        </a:p>
      </dgm:t>
    </dgm:pt>
    <dgm:pt modelId="{2EFE79D2-C3A8-41A8-9D04-E4D9CC1DD75C}" type="parTrans" cxnId="{32BD6941-5093-43A2-9CB9-C7DBC72D5840}">
      <dgm:prSet/>
      <dgm:spPr/>
      <dgm:t>
        <a:bodyPr/>
        <a:lstStyle/>
        <a:p>
          <a:endParaRPr lang="tr-TR"/>
        </a:p>
      </dgm:t>
    </dgm:pt>
    <dgm:pt modelId="{D4426EB3-E23D-4770-8BD4-265E3EAC8EB6}" type="sibTrans" cxnId="{32BD6941-5093-43A2-9CB9-C7DBC72D5840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93E97FD7-4EB4-4DE6-9D01-38CE6B5CD4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Windows Installation</a:t>
          </a:r>
          <a:endParaRPr lang="en-US"/>
        </a:p>
      </dgm:t>
    </dgm:pt>
    <dgm:pt modelId="{B99AD5E9-BE44-4875-BEEE-2EAD96BF5502}" type="parTrans" cxnId="{29F49B54-5CED-417B-B876-F21D918741E4}">
      <dgm:prSet/>
      <dgm:spPr/>
      <dgm:t>
        <a:bodyPr/>
        <a:lstStyle/>
        <a:p>
          <a:endParaRPr lang="tr-TR"/>
        </a:p>
      </dgm:t>
    </dgm:pt>
    <dgm:pt modelId="{4FC2ECDD-9C1F-4695-A43B-0825781F6DBE}" type="sibTrans" cxnId="{29F49B54-5CED-417B-B876-F21D918741E4}">
      <dgm:prSet/>
      <dgm:spPr/>
      <dgm:t>
        <a:bodyPr/>
        <a:lstStyle/>
        <a:p>
          <a:endParaRPr lang="tr-TR"/>
        </a:p>
      </dgm:t>
    </dgm:pt>
    <dgm:pt modelId="{B25FE607-FDBE-4B55-83EE-F9BF7D7D74BE}" type="pres">
      <dgm:prSet presAssocID="{A133FCAE-E73A-4F6E-AAE2-9B409B02E4EB}" presName="root" presStyleCnt="0">
        <dgm:presLayoutVars>
          <dgm:dir/>
          <dgm:resizeHandles val="exact"/>
        </dgm:presLayoutVars>
      </dgm:prSet>
      <dgm:spPr/>
    </dgm:pt>
    <dgm:pt modelId="{A75A7AD1-C974-4C42-BA61-16F22C425D87}" type="pres">
      <dgm:prSet presAssocID="{90E7B55B-2F54-4B65-A7B8-F4AF9093BE76}" presName="compNode" presStyleCnt="0"/>
      <dgm:spPr/>
    </dgm:pt>
    <dgm:pt modelId="{C4FB547A-3123-45F9-894E-EA9F481E853B}" type="pres">
      <dgm:prSet presAssocID="{90E7B55B-2F54-4B65-A7B8-F4AF9093BE76}" presName="bgRect" presStyleLbl="bgShp" presStyleIdx="0" presStyleCnt="5"/>
      <dgm:spPr/>
    </dgm:pt>
    <dgm:pt modelId="{614F5593-25CC-477B-83EE-EB3CD163503F}" type="pres">
      <dgm:prSet presAssocID="{90E7B55B-2F54-4B65-A7B8-F4AF9093BE7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671348D-5997-40D1-AD72-25D033094102}" type="pres">
      <dgm:prSet presAssocID="{90E7B55B-2F54-4B65-A7B8-F4AF9093BE76}" presName="spaceRect" presStyleCnt="0"/>
      <dgm:spPr/>
    </dgm:pt>
    <dgm:pt modelId="{3401F8A3-9B39-46ED-8564-E048BC9AC5F5}" type="pres">
      <dgm:prSet presAssocID="{90E7B55B-2F54-4B65-A7B8-F4AF9093BE76}" presName="parTx" presStyleLbl="revTx" presStyleIdx="0" presStyleCnt="5">
        <dgm:presLayoutVars>
          <dgm:chMax val="0"/>
          <dgm:chPref val="0"/>
        </dgm:presLayoutVars>
      </dgm:prSet>
      <dgm:spPr/>
    </dgm:pt>
    <dgm:pt modelId="{2664469B-902C-46F6-8A10-6021FB03F86E}" type="pres">
      <dgm:prSet presAssocID="{517D497B-61E3-43CE-BF3A-370F6596D438}" presName="sibTrans" presStyleCnt="0"/>
      <dgm:spPr/>
    </dgm:pt>
    <dgm:pt modelId="{423FF5AF-D43F-4EBE-8001-36B218E4E58F}" type="pres">
      <dgm:prSet presAssocID="{840593F4-E66C-47F4-8F4E-501BC2950F15}" presName="compNode" presStyleCnt="0"/>
      <dgm:spPr/>
    </dgm:pt>
    <dgm:pt modelId="{277EA86E-CBFB-4073-A2B5-C0F09FEC0606}" type="pres">
      <dgm:prSet presAssocID="{840593F4-E66C-47F4-8F4E-501BC2950F15}" presName="bgRect" presStyleLbl="bgShp" presStyleIdx="1" presStyleCnt="5"/>
      <dgm:spPr/>
    </dgm:pt>
    <dgm:pt modelId="{40DC557A-52B7-42AB-B6E1-33BC0D2CAEBA}" type="pres">
      <dgm:prSet presAssocID="{840593F4-E66C-47F4-8F4E-501BC2950F1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6AEAB504-08E1-453C-A0CC-733C3B91F637}" type="pres">
      <dgm:prSet presAssocID="{840593F4-E66C-47F4-8F4E-501BC2950F15}" presName="spaceRect" presStyleCnt="0"/>
      <dgm:spPr/>
    </dgm:pt>
    <dgm:pt modelId="{5D976D2E-F541-44A3-8CE1-9C03B65932F5}" type="pres">
      <dgm:prSet presAssocID="{840593F4-E66C-47F4-8F4E-501BC2950F15}" presName="parTx" presStyleLbl="revTx" presStyleIdx="1" presStyleCnt="5">
        <dgm:presLayoutVars>
          <dgm:chMax val="0"/>
          <dgm:chPref val="0"/>
        </dgm:presLayoutVars>
      </dgm:prSet>
      <dgm:spPr/>
    </dgm:pt>
    <dgm:pt modelId="{9EB10B4B-57C6-47F4-84FA-E6C3807A3464}" type="pres">
      <dgm:prSet presAssocID="{762EBAE6-D9EA-48FD-A282-9ABF95FD5D57}" presName="sibTrans" presStyleCnt="0"/>
      <dgm:spPr/>
    </dgm:pt>
    <dgm:pt modelId="{6B6C48A3-045E-4127-97CA-088160D0140F}" type="pres">
      <dgm:prSet presAssocID="{CB0B1BDC-2A45-45D6-BD84-A6DF529AFF93}" presName="compNode" presStyleCnt="0"/>
      <dgm:spPr/>
    </dgm:pt>
    <dgm:pt modelId="{49CCED1B-CDD1-4B7C-8C9D-F0663A2AF732}" type="pres">
      <dgm:prSet presAssocID="{CB0B1BDC-2A45-45D6-BD84-A6DF529AFF93}" presName="bgRect" presStyleLbl="bgShp" presStyleIdx="2" presStyleCnt="5"/>
      <dgm:spPr/>
    </dgm:pt>
    <dgm:pt modelId="{942D8E69-3642-4BF8-A1D8-35CCFE67AA36}" type="pres">
      <dgm:prSet presAssocID="{CB0B1BDC-2A45-45D6-BD84-A6DF529AFF9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8816ED0-7F6F-4E1E-B9D4-8A77C903200D}" type="pres">
      <dgm:prSet presAssocID="{CB0B1BDC-2A45-45D6-BD84-A6DF529AFF93}" presName="spaceRect" presStyleCnt="0"/>
      <dgm:spPr/>
    </dgm:pt>
    <dgm:pt modelId="{40CF5A03-1A43-46F1-8469-2B85F4E70D7D}" type="pres">
      <dgm:prSet presAssocID="{CB0B1BDC-2A45-45D6-BD84-A6DF529AFF93}" presName="parTx" presStyleLbl="revTx" presStyleIdx="2" presStyleCnt="5">
        <dgm:presLayoutVars>
          <dgm:chMax val="0"/>
          <dgm:chPref val="0"/>
        </dgm:presLayoutVars>
      </dgm:prSet>
      <dgm:spPr/>
    </dgm:pt>
    <dgm:pt modelId="{2945F4C2-2830-4091-A7BD-ED1D7EF6263F}" type="pres">
      <dgm:prSet presAssocID="{A8916437-EBC3-4341-8568-5D11CB10A766}" presName="sibTrans" presStyleCnt="0"/>
      <dgm:spPr/>
    </dgm:pt>
    <dgm:pt modelId="{067F5B08-1D5D-4101-B604-9E66DC712B6C}" type="pres">
      <dgm:prSet presAssocID="{34B65201-BB06-4CD5-A54B-5EABCF9BDB91}" presName="compNode" presStyleCnt="0"/>
      <dgm:spPr/>
    </dgm:pt>
    <dgm:pt modelId="{FB56D3CB-B622-43A2-99FB-FD9B81AB15C3}" type="pres">
      <dgm:prSet presAssocID="{34B65201-BB06-4CD5-A54B-5EABCF9BDB91}" presName="bgRect" presStyleLbl="bgShp" presStyleIdx="3" presStyleCnt="5"/>
      <dgm:spPr/>
    </dgm:pt>
    <dgm:pt modelId="{92826B6A-6BA7-476D-8290-33C83B896129}" type="pres">
      <dgm:prSet presAssocID="{34B65201-BB06-4CD5-A54B-5EABCF9BDB9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828C2DC-E619-492A-BBBC-24FE30733683}" type="pres">
      <dgm:prSet presAssocID="{34B65201-BB06-4CD5-A54B-5EABCF9BDB91}" presName="spaceRect" presStyleCnt="0"/>
      <dgm:spPr/>
    </dgm:pt>
    <dgm:pt modelId="{6116B01D-E196-4A61-8C63-D2FECF474EB1}" type="pres">
      <dgm:prSet presAssocID="{34B65201-BB06-4CD5-A54B-5EABCF9BDB91}" presName="parTx" presStyleLbl="revTx" presStyleIdx="3" presStyleCnt="5">
        <dgm:presLayoutVars>
          <dgm:chMax val="0"/>
          <dgm:chPref val="0"/>
        </dgm:presLayoutVars>
      </dgm:prSet>
      <dgm:spPr/>
    </dgm:pt>
    <dgm:pt modelId="{FEEEEE35-FD8E-46B3-8137-31B39154184F}" type="pres">
      <dgm:prSet presAssocID="{D4426EB3-E23D-4770-8BD4-265E3EAC8EB6}" presName="sibTrans" presStyleCnt="0"/>
      <dgm:spPr/>
    </dgm:pt>
    <dgm:pt modelId="{9E61960B-3F08-4402-BE2A-B97F8CA00951}" type="pres">
      <dgm:prSet presAssocID="{93E97FD7-4EB4-4DE6-9D01-38CE6B5CD466}" presName="compNode" presStyleCnt="0"/>
      <dgm:spPr/>
    </dgm:pt>
    <dgm:pt modelId="{3C5121BC-93CE-4A81-B104-44042A79B1CB}" type="pres">
      <dgm:prSet presAssocID="{93E97FD7-4EB4-4DE6-9D01-38CE6B5CD466}" presName="bgRect" presStyleLbl="bgShp" presStyleIdx="4" presStyleCnt="5"/>
      <dgm:spPr/>
    </dgm:pt>
    <dgm:pt modelId="{0EBC4501-3B4C-4947-A906-7A9125F77F39}" type="pres">
      <dgm:prSet presAssocID="{93E97FD7-4EB4-4DE6-9D01-38CE6B5CD46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8E3DE68-E567-4F49-A9D5-3CE45D3EB7E7}" type="pres">
      <dgm:prSet presAssocID="{93E97FD7-4EB4-4DE6-9D01-38CE6B5CD466}" presName="spaceRect" presStyleCnt="0"/>
      <dgm:spPr/>
    </dgm:pt>
    <dgm:pt modelId="{6FAEF314-AA1D-4162-B39F-7D3D3D32C4A2}" type="pres">
      <dgm:prSet presAssocID="{93E97FD7-4EB4-4DE6-9D01-38CE6B5CD46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4637007-D0C2-4A2E-BDD1-6AE7083A4E76}" type="presOf" srcId="{93E97FD7-4EB4-4DE6-9D01-38CE6B5CD466}" destId="{6FAEF314-AA1D-4162-B39F-7D3D3D32C4A2}" srcOrd="0" destOrd="0" presId="urn:microsoft.com/office/officeart/2018/2/layout/IconVerticalSolidList"/>
    <dgm:cxn modelId="{F342EF13-7506-4B46-AAF3-5ABF1782EC08}" type="presOf" srcId="{34B65201-BB06-4CD5-A54B-5EABCF9BDB91}" destId="{6116B01D-E196-4A61-8C63-D2FECF474EB1}" srcOrd="0" destOrd="0" presId="urn:microsoft.com/office/officeart/2018/2/layout/IconVerticalSolidList"/>
    <dgm:cxn modelId="{137A6815-20D4-4DFA-9BE7-E1780B019F5C}" type="presOf" srcId="{90E7B55B-2F54-4B65-A7B8-F4AF9093BE76}" destId="{3401F8A3-9B39-46ED-8564-E048BC9AC5F5}" srcOrd="0" destOrd="0" presId="urn:microsoft.com/office/officeart/2018/2/layout/IconVerticalSolidList"/>
    <dgm:cxn modelId="{A235193A-CC48-47CB-B151-B6E35A6AE75F}" type="presOf" srcId="{840593F4-E66C-47F4-8F4E-501BC2950F15}" destId="{5D976D2E-F541-44A3-8CE1-9C03B65932F5}" srcOrd="0" destOrd="0" presId="urn:microsoft.com/office/officeart/2018/2/layout/IconVerticalSolidList"/>
    <dgm:cxn modelId="{32BD6941-5093-43A2-9CB9-C7DBC72D5840}" srcId="{A133FCAE-E73A-4F6E-AAE2-9B409B02E4EB}" destId="{34B65201-BB06-4CD5-A54B-5EABCF9BDB91}" srcOrd="3" destOrd="0" parTransId="{2EFE79D2-C3A8-41A8-9D04-E4D9CC1DD75C}" sibTransId="{D4426EB3-E23D-4770-8BD4-265E3EAC8EB6}"/>
    <dgm:cxn modelId="{3B8CDD66-7224-4D77-9622-D46B17A01F2F}" type="presOf" srcId="{CB0B1BDC-2A45-45D6-BD84-A6DF529AFF93}" destId="{40CF5A03-1A43-46F1-8469-2B85F4E70D7D}" srcOrd="0" destOrd="0" presId="urn:microsoft.com/office/officeart/2018/2/layout/IconVerticalSolidList"/>
    <dgm:cxn modelId="{800B1672-881A-49DA-87A0-ED8E8EB1E529}" srcId="{A133FCAE-E73A-4F6E-AAE2-9B409B02E4EB}" destId="{840593F4-E66C-47F4-8F4E-501BC2950F15}" srcOrd="1" destOrd="0" parTransId="{C759C756-B295-41C9-82FF-4B23D4979262}" sibTransId="{762EBAE6-D9EA-48FD-A282-9ABF95FD5D57}"/>
    <dgm:cxn modelId="{29F49B54-5CED-417B-B876-F21D918741E4}" srcId="{A133FCAE-E73A-4F6E-AAE2-9B409B02E4EB}" destId="{93E97FD7-4EB4-4DE6-9D01-38CE6B5CD466}" srcOrd="4" destOrd="0" parTransId="{B99AD5E9-BE44-4875-BEEE-2EAD96BF5502}" sibTransId="{4FC2ECDD-9C1F-4695-A43B-0825781F6DBE}"/>
    <dgm:cxn modelId="{73E8D27E-C9B9-4780-B823-342429C5D87C}" srcId="{A133FCAE-E73A-4F6E-AAE2-9B409B02E4EB}" destId="{CB0B1BDC-2A45-45D6-BD84-A6DF529AFF93}" srcOrd="2" destOrd="0" parTransId="{F2600DCF-6151-4396-9C32-4ADE46902E1F}" sibTransId="{A8916437-EBC3-4341-8568-5D11CB10A766}"/>
    <dgm:cxn modelId="{F10D617F-B629-4B67-AEAE-2D536F67C92C}" type="presOf" srcId="{A133FCAE-E73A-4F6E-AAE2-9B409B02E4EB}" destId="{B25FE607-FDBE-4B55-83EE-F9BF7D7D74BE}" srcOrd="0" destOrd="0" presId="urn:microsoft.com/office/officeart/2018/2/layout/IconVerticalSolidList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252EEED7-D62F-4F01-8660-7E64BD609172}" type="presParOf" srcId="{B25FE607-FDBE-4B55-83EE-F9BF7D7D74BE}" destId="{A75A7AD1-C974-4C42-BA61-16F22C425D87}" srcOrd="0" destOrd="0" presId="urn:microsoft.com/office/officeart/2018/2/layout/IconVerticalSolidList"/>
    <dgm:cxn modelId="{687BB60B-8FF1-4CF6-9BBB-7F555FD25380}" type="presParOf" srcId="{A75A7AD1-C974-4C42-BA61-16F22C425D87}" destId="{C4FB547A-3123-45F9-894E-EA9F481E853B}" srcOrd="0" destOrd="0" presId="urn:microsoft.com/office/officeart/2018/2/layout/IconVerticalSolidList"/>
    <dgm:cxn modelId="{23C606B4-8ABF-4821-9C06-D0FB560F1C95}" type="presParOf" srcId="{A75A7AD1-C974-4C42-BA61-16F22C425D87}" destId="{614F5593-25CC-477B-83EE-EB3CD163503F}" srcOrd="1" destOrd="0" presId="urn:microsoft.com/office/officeart/2018/2/layout/IconVerticalSolidList"/>
    <dgm:cxn modelId="{5D4DCBD2-424A-4BAD-B435-69A21BE2D7D2}" type="presParOf" srcId="{A75A7AD1-C974-4C42-BA61-16F22C425D87}" destId="{4671348D-5997-40D1-AD72-25D033094102}" srcOrd="2" destOrd="0" presId="urn:microsoft.com/office/officeart/2018/2/layout/IconVerticalSolidList"/>
    <dgm:cxn modelId="{13F96CF3-E1D2-411D-9D9C-F1A0184986E3}" type="presParOf" srcId="{A75A7AD1-C974-4C42-BA61-16F22C425D87}" destId="{3401F8A3-9B39-46ED-8564-E048BC9AC5F5}" srcOrd="3" destOrd="0" presId="urn:microsoft.com/office/officeart/2018/2/layout/IconVerticalSolidList"/>
    <dgm:cxn modelId="{77DC0C09-16C6-4448-A5AB-711C2685BBDA}" type="presParOf" srcId="{B25FE607-FDBE-4B55-83EE-F9BF7D7D74BE}" destId="{2664469B-902C-46F6-8A10-6021FB03F86E}" srcOrd="1" destOrd="0" presId="urn:microsoft.com/office/officeart/2018/2/layout/IconVerticalSolidList"/>
    <dgm:cxn modelId="{9C745FB3-E882-4BD8-9E24-4A14568C3242}" type="presParOf" srcId="{B25FE607-FDBE-4B55-83EE-F9BF7D7D74BE}" destId="{423FF5AF-D43F-4EBE-8001-36B218E4E58F}" srcOrd="2" destOrd="0" presId="urn:microsoft.com/office/officeart/2018/2/layout/IconVerticalSolidList"/>
    <dgm:cxn modelId="{E16B129E-CDD3-4C53-B4D8-9FE245968917}" type="presParOf" srcId="{423FF5AF-D43F-4EBE-8001-36B218E4E58F}" destId="{277EA86E-CBFB-4073-A2B5-C0F09FEC0606}" srcOrd="0" destOrd="0" presId="urn:microsoft.com/office/officeart/2018/2/layout/IconVerticalSolidList"/>
    <dgm:cxn modelId="{1C3F0A60-9F28-4DE2-99BA-26FC9A5041D3}" type="presParOf" srcId="{423FF5AF-D43F-4EBE-8001-36B218E4E58F}" destId="{40DC557A-52B7-42AB-B6E1-33BC0D2CAEBA}" srcOrd="1" destOrd="0" presId="urn:microsoft.com/office/officeart/2018/2/layout/IconVerticalSolidList"/>
    <dgm:cxn modelId="{3C399173-D09D-4E8D-8C02-5914E4E1E7EC}" type="presParOf" srcId="{423FF5AF-D43F-4EBE-8001-36B218E4E58F}" destId="{6AEAB504-08E1-453C-A0CC-733C3B91F637}" srcOrd="2" destOrd="0" presId="urn:microsoft.com/office/officeart/2018/2/layout/IconVerticalSolidList"/>
    <dgm:cxn modelId="{C34B1091-3BE2-4D56-B572-ABDE32BD5CA5}" type="presParOf" srcId="{423FF5AF-D43F-4EBE-8001-36B218E4E58F}" destId="{5D976D2E-F541-44A3-8CE1-9C03B65932F5}" srcOrd="3" destOrd="0" presId="urn:microsoft.com/office/officeart/2018/2/layout/IconVerticalSolidList"/>
    <dgm:cxn modelId="{DC5E6395-D228-40E1-9DF4-A87A3AFA8086}" type="presParOf" srcId="{B25FE607-FDBE-4B55-83EE-F9BF7D7D74BE}" destId="{9EB10B4B-57C6-47F4-84FA-E6C3807A3464}" srcOrd="3" destOrd="0" presId="urn:microsoft.com/office/officeart/2018/2/layout/IconVerticalSolidList"/>
    <dgm:cxn modelId="{E9C8EE22-6B1C-42E6-B03F-C7FB1A584475}" type="presParOf" srcId="{B25FE607-FDBE-4B55-83EE-F9BF7D7D74BE}" destId="{6B6C48A3-045E-4127-97CA-088160D0140F}" srcOrd="4" destOrd="0" presId="urn:microsoft.com/office/officeart/2018/2/layout/IconVerticalSolidList"/>
    <dgm:cxn modelId="{045747F0-1D07-4243-926F-37FA24D3969F}" type="presParOf" srcId="{6B6C48A3-045E-4127-97CA-088160D0140F}" destId="{49CCED1B-CDD1-4B7C-8C9D-F0663A2AF732}" srcOrd="0" destOrd="0" presId="urn:microsoft.com/office/officeart/2018/2/layout/IconVerticalSolidList"/>
    <dgm:cxn modelId="{008C8099-2A97-42B6-B1D6-B3A3F3CD7968}" type="presParOf" srcId="{6B6C48A3-045E-4127-97CA-088160D0140F}" destId="{942D8E69-3642-4BF8-A1D8-35CCFE67AA36}" srcOrd="1" destOrd="0" presId="urn:microsoft.com/office/officeart/2018/2/layout/IconVerticalSolidList"/>
    <dgm:cxn modelId="{330AAC24-6BBA-4033-B42A-E6A9DE6CC52F}" type="presParOf" srcId="{6B6C48A3-045E-4127-97CA-088160D0140F}" destId="{F8816ED0-7F6F-4E1E-B9D4-8A77C903200D}" srcOrd="2" destOrd="0" presId="urn:microsoft.com/office/officeart/2018/2/layout/IconVerticalSolidList"/>
    <dgm:cxn modelId="{9BED876C-23E1-4CAC-90B7-BF0FE7979DE6}" type="presParOf" srcId="{6B6C48A3-045E-4127-97CA-088160D0140F}" destId="{40CF5A03-1A43-46F1-8469-2B85F4E70D7D}" srcOrd="3" destOrd="0" presId="urn:microsoft.com/office/officeart/2018/2/layout/IconVerticalSolidList"/>
    <dgm:cxn modelId="{A12D0B6D-373E-49DB-8322-0752F3E1DE20}" type="presParOf" srcId="{B25FE607-FDBE-4B55-83EE-F9BF7D7D74BE}" destId="{2945F4C2-2830-4091-A7BD-ED1D7EF6263F}" srcOrd="5" destOrd="0" presId="urn:microsoft.com/office/officeart/2018/2/layout/IconVerticalSolidList"/>
    <dgm:cxn modelId="{8B4FFEB6-F89B-4C69-85E8-26952E7123E7}" type="presParOf" srcId="{B25FE607-FDBE-4B55-83EE-F9BF7D7D74BE}" destId="{067F5B08-1D5D-4101-B604-9E66DC712B6C}" srcOrd="6" destOrd="0" presId="urn:microsoft.com/office/officeart/2018/2/layout/IconVerticalSolidList"/>
    <dgm:cxn modelId="{083E4F4E-768B-4BEA-82BE-EA95CFF6791F}" type="presParOf" srcId="{067F5B08-1D5D-4101-B604-9E66DC712B6C}" destId="{FB56D3CB-B622-43A2-99FB-FD9B81AB15C3}" srcOrd="0" destOrd="0" presId="urn:microsoft.com/office/officeart/2018/2/layout/IconVerticalSolidList"/>
    <dgm:cxn modelId="{E373AD2C-5995-4397-9390-44C2F5A2C70E}" type="presParOf" srcId="{067F5B08-1D5D-4101-B604-9E66DC712B6C}" destId="{92826B6A-6BA7-476D-8290-33C83B896129}" srcOrd="1" destOrd="0" presId="urn:microsoft.com/office/officeart/2018/2/layout/IconVerticalSolidList"/>
    <dgm:cxn modelId="{0FB40D2C-C461-46D3-BE68-6083792B0A2D}" type="presParOf" srcId="{067F5B08-1D5D-4101-B604-9E66DC712B6C}" destId="{D828C2DC-E619-492A-BBBC-24FE30733683}" srcOrd="2" destOrd="0" presId="urn:microsoft.com/office/officeart/2018/2/layout/IconVerticalSolidList"/>
    <dgm:cxn modelId="{DC3A3D4A-A190-4FBC-B244-3A413568740B}" type="presParOf" srcId="{067F5B08-1D5D-4101-B604-9E66DC712B6C}" destId="{6116B01D-E196-4A61-8C63-D2FECF474EB1}" srcOrd="3" destOrd="0" presId="urn:microsoft.com/office/officeart/2018/2/layout/IconVerticalSolidList"/>
    <dgm:cxn modelId="{AE178738-8A7E-482C-9149-D3C86269E7A8}" type="presParOf" srcId="{B25FE607-FDBE-4B55-83EE-F9BF7D7D74BE}" destId="{FEEEEE35-FD8E-46B3-8137-31B39154184F}" srcOrd="7" destOrd="0" presId="urn:microsoft.com/office/officeart/2018/2/layout/IconVerticalSolidList"/>
    <dgm:cxn modelId="{87D04956-4214-4171-AACB-D9048563BC08}" type="presParOf" srcId="{B25FE607-FDBE-4B55-83EE-F9BF7D7D74BE}" destId="{9E61960B-3F08-4402-BE2A-B97F8CA00951}" srcOrd="8" destOrd="0" presId="urn:microsoft.com/office/officeart/2018/2/layout/IconVerticalSolidList"/>
    <dgm:cxn modelId="{82CA28F7-47BD-4FCA-B5E0-75C029CEF3F8}" type="presParOf" srcId="{9E61960B-3F08-4402-BE2A-B97F8CA00951}" destId="{3C5121BC-93CE-4A81-B104-44042A79B1CB}" srcOrd="0" destOrd="0" presId="urn:microsoft.com/office/officeart/2018/2/layout/IconVerticalSolidList"/>
    <dgm:cxn modelId="{C049E490-614E-4A1F-9CF9-85B9D0FCF4C1}" type="presParOf" srcId="{9E61960B-3F08-4402-BE2A-B97F8CA00951}" destId="{0EBC4501-3B4C-4947-A906-7A9125F77F39}" srcOrd="1" destOrd="0" presId="urn:microsoft.com/office/officeart/2018/2/layout/IconVerticalSolidList"/>
    <dgm:cxn modelId="{0744B50D-1349-47AF-A14D-FA9A57BE64A1}" type="presParOf" srcId="{9E61960B-3F08-4402-BE2A-B97F8CA00951}" destId="{48E3DE68-E567-4F49-A9D5-3CE45D3EB7E7}" srcOrd="2" destOrd="0" presId="urn:microsoft.com/office/officeart/2018/2/layout/IconVerticalSolidList"/>
    <dgm:cxn modelId="{EF0022BE-9A0D-4627-815B-319F3FF97968}" type="presParOf" srcId="{9E61960B-3F08-4402-BE2A-B97F8CA00951}" destId="{6FAEF314-AA1D-4162-B39F-7D3D3D32C4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587E16-932E-4252-AA48-10193A875C9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FA130B10-47F6-487E-9C01-549F112382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</a:t>
          </a:r>
          <a:r>
            <a:rPr lang="tr-TR"/>
            <a:t>Project</a:t>
          </a:r>
        </a:p>
      </dgm:t>
    </dgm:pt>
    <dgm:pt modelId="{7FFE4E39-0902-47FD-9786-01CF055C3AA3}" type="parTrans" cxnId="{263105D0-7CD4-49B6-8317-EB69DEA95000}">
      <dgm:prSet/>
      <dgm:spPr/>
      <dgm:t>
        <a:bodyPr/>
        <a:lstStyle/>
        <a:p>
          <a:endParaRPr lang="tr-TR"/>
        </a:p>
      </dgm:t>
    </dgm:pt>
    <dgm:pt modelId="{990B42BF-32BF-48EE-8F05-70F142E7C52C}" type="sibTrans" cxnId="{263105D0-7CD4-49B6-8317-EB69DEA95000}">
      <dgm:prSet/>
      <dgm:spPr/>
      <dgm:t>
        <a:bodyPr/>
        <a:lstStyle/>
        <a:p>
          <a:endParaRPr lang="tr-TR"/>
        </a:p>
      </dgm:t>
    </dgm:pt>
    <dgm:pt modelId="{15F08DB7-71D6-44E7-ACD2-EF3EE84995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to download</a:t>
          </a:r>
          <a:endParaRPr lang="tr-TR"/>
        </a:p>
      </dgm:t>
    </dgm:pt>
    <dgm:pt modelId="{1EEA2CBE-7E27-4F75-AA18-8B02B271506C}" type="parTrans" cxnId="{CFFD10A0-1C37-4288-8BFF-37CDCAB1B2AE}">
      <dgm:prSet/>
      <dgm:spPr/>
      <dgm:t>
        <a:bodyPr/>
        <a:lstStyle/>
        <a:p>
          <a:endParaRPr lang="tr-TR"/>
        </a:p>
      </dgm:t>
    </dgm:pt>
    <dgm:pt modelId="{9EDC91D4-3588-4308-93E0-0B9A10CC078D}" type="sibTrans" cxnId="{CFFD10A0-1C37-4288-8BFF-37CDCAB1B2AE}">
      <dgm:prSet/>
      <dgm:spPr/>
      <dgm:t>
        <a:bodyPr/>
        <a:lstStyle/>
        <a:p>
          <a:endParaRPr lang="tr-TR"/>
        </a:p>
      </dgm:t>
    </dgm:pt>
    <dgm:pt modelId="{1CF0D277-30E8-4063-B2CA-C44F1AF581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source code </a:t>
          </a:r>
          <a:r>
            <a:rPr lang="tr-TR"/>
            <a:t>licensed</a:t>
          </a:r>
        </a:p>
      </dgm:t>
    </dgm:pt>
    <dgm:pt modelId="{BB28E9C4-06D2-4C66-BDA6-7522516993FB}" type="parTrans" cxnId="{08753A8C-8E1E-4EE6-B21F-DD5FA3870F62}">
      <dgm:prSet/>
      <dgm:spPr/>
      <dgm:t>
        <a:bodyPr/>
        <a:lstStyle/>
        <a:p>
          <a:endParaRPr lang="tr-TR"/>
        </a:p>
      </dgm:t>
    </dgm:pt>
    <dgm:pt modelId="{B1861A29-23DF-4329-981F-DB23DD2894E5}" type="sibTrans" cxnId="{08753A8C-8E1E-4EE6-B21F-DD5FA3870F62}">
      <dgm:prSet/>
      <dgm:spPr/>
      <dgm:t>
        <a:bodyPr/>
        <a:lstStyle/>
        <a:p>
          <a:endParaRPr lang="tr-TR"/>
        </a:p>
      </dgm:t>
    </dgm:pt>
    <dgm:pt modelId="{6BAB738B-6C2D-4B49-99D0-44DAB1DBF2D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free</a:t>
          </a:r>
          <a:r>
            <a:rPr lang="en-US"/>
            <a:t> </a:t>
          </a:r>
          <a:r>
            <a:rPr lang="tr-TR"/>
            <a:t>to</a:t>
          </a:r>
          <a:r>
            <a:rPr lang="en-US"/>
            <a:t> use</a:t>
          </a:r>
          <a:endParaRPr lang="tr-TR"/>
        </a:p>
      </dgm:t>
    </dgm:pt>
    <dgm:pt modelId="{2C4877F9-27F5-4DD9-B789-540EFAF8C8D2}" type="parTrans" cxnId="{112449A9-5738-47CC-B449-C6D62D07B7CE}">
      <dgm:prSet/>
      <dgm:spPr/>
      <dgm:t>
        <a:bodyPr/>
        <a:lstStyle/>
        <a:p>
          <a:endParaRPr lang="tr-TR"/>
        </a:p>
      </dgm:t>
    </dgm:pt>
    <dgm:pt modelId="{F026F327-03A3-4B3B-83F4-43B261B897E1}" type="sibTrans" cxnId="{112449A9-5738-47CC-B449-C6D62D07B7CE}">
      <dgm:prSet/>
      <dgm:spPr/>
      <dgm:t>
        <a:bodyPr/>
        <a:lstStyle/>
        <a:p>
          <a:endParaRPr lang="tr-TR"/>
        </a:p>
      </dgm:t>
    </dgm:pt>
    <dgm:pt modelId="{3A15A6C4-09B5-44ED-A3DD-238F3A9DD3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source</a:t>
          </a:r>
          <a:endParaRPr lang="tr-TR"/>
        </a:p>
      </dgm:t>
    </dgm:pt>
    <dgm:pt modelId="{B81E4406-77EC-49F6-81D8-7E7FFF2BB2BE}" type="parTrans" cxnId="{ABD5952D-ACC7-4F2A-A1B9-538CA700D917}">
      <dgm:prSet/>
      <dgm:spPr/>
      <dgm:t>
        <a:bodyPr/>
        <a:lstStyle/>
        <a:p>
          <a:endParaRPr lang="tr-TR"/>
        </a:p>
      </dgm:t>
    </dgm:pt>
    <dgm:pt modelId="{442BA6CA-0991-45A7-ACAB-F81730796889}" type="sibTrans" cxnId="{ABD5952D-ACC7-4F2A-A1B9-538CA700D917}">
      <dgm:prSet/>
      <dgm:spPr/>
      <dgm:t>
        <a:bodyPr/>
        <a:lstStyle/>
        <a:p>
          <a:endParaRPr lang="tr-TR"/>
        </a:p>
      </dgm:t>
    </dgm:pt>
    <dgm:pt modelId="{2A1D110C-F8C9-46C6-88A0-7A3D55E124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</a:t>
          </a:r>
        </a:p>
      </dgm:t>
    </dgm:pt>
    <dgm:pt modelId="{BE9DA879-E7A8-451F-9C23-FAA3808AB185}" type="parTrans" cxnId="{48AE65D4-4BD6-40CE-9EED-E9C05E422954}">
      <dgm:prSet/>
      <dgm:spPr/>
      <dgm:t>
        <a:bodyPr/>
        <a:lstStyle/>
        <a:p>
          <a:endParaRPr lang="tr-TR"/>
        </a:p>
      </dgm:t>
    </dgm:pt>
    <dgm:pt modelId="{BA56ADBE-CDD0-4E2F-B03F-7D1E07844FA5}" type="sibTrans" cxnId="{48AE65D4-4BD6-40CE-9EED-E9C05E422954}">
      <dgm:prSet/>
      <dgm:spPr/>
      <dgm:t>
        <a:bodyPr/>
        <a:lstStyle/>
        <a:p>
          <a:endParaRPr lang="tr-TR"/>
        </a:p>
      </dgm:t>
    </dgm:pt>
    <dgm:pt modelId="{34821435-CDEA-4169-B75B-0003FC09479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Free </a:t>
          </a:r>
          <a:r>
            <a:rPr lang="en-US"/>
            <a:t> for any purpose </a:t>
          </a:r>
          <a:endParaRPr lang="tr-TR"/>
        </a:p>
      </dgm:t>
    </dgm:pt>
    <dgm:pt modelId="{07CA65A5-C64E-469C-8FF2-3D251F6991B8}" type="parTrans" cxnId="{A2489F32-8764-4B1C-B224-DBC77D0A03B9}">
      <dgm:prSet/>
      <dgm:spPr/>
      <dgm:t>
        <a:bodyPr/>
        <a:lstStyle/>
        <a:p>
          <a:endParaRPr lang="tr-TR"/>
        </a:p>
      </dgm:t>
    </dgm:pt>
    <dgm:pt modelId="{B9593A75-19CB-43CA-91A5-B6F31C931DBD}" type="sibTrans" cxnId="{A2489F32-8764-4B1C-B224-DBC77D0A03B9}">
      <dgm:prSet/>
      <dgm:spPr/>
      <dgm:t>
        <a:bodyPr/>
        <a:lstStyle/>
        <a:p>
          <a:endParaRPr lang="tr-TR"/>
        </a:p>
      </dgm:t>
    </dgm:pt>
    <dgm:pt modelId="{89E90C43-919F-410E-9C38-AC4F92DC58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License</a:t>
          </a:r>
        </a:p>
      </dgm:t>
    </dgm:pt>
    <dgm:pt modelId="{EDAD867B-195E-4E3C-A752-744A43591B38}" type="parTrans" cxnId="{535B7C7C-B2FF-4A07-8ECB-4EFE8B595427}">
      <dgm:prSet/>
      <dgm:spPr/>
      <dgm:t>
        <a:bodyPr/>
        <a:lstStyle/>
        <a:p>
          <a:endParaRPr lang="tr-TR"/>
        </a:p>
      </dgm:t>
    </dgm:pt>
    <dgm:pt modelId="{46691859-42B7-4497-BD23-8301B75D985F}" type="sibTrans" cxnId="{535B7C7C-B2FF-4A07-8ECB-4EFE8B595427}">
      <dgm:prSet/>
      <dgm:spPr/>
      <dgm:t>
        <a:bodyPr/>
        <a:lstStyle/>
        <a:p>
          <a:endParaRPr lang="tr-TR"/>
        </a:p>
      </dgm:t>
    </dgm:pt>
    <dgm:pt modelId="{6F346776-327B-4DA1-9286-DE0E2A936DB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Under </a:t>
          </a:r>
          <a:r>
            <a:rPr lang="en-US">
              <a:hlinkClick xmlns:r="http://schemas.openxmlformats.org/officeDocument/2006/relationships" r:id="rId1"/>
            </a:rPr>
            <a:t>open(MIT) </a:t>
          </a:r>
          <a:r>
            <a:rPr lang="en-US"/>
            <a:t>license</a:t>
          </a:r>
          <a:endParaRPr lang="tr-TR"/>
        </a:p>
      </dgm:t>
    </dgm:pt>
    <dgm:pt modelId="{94B337E8-3E1B-49C7-BDEF-DDD95DB1F0F1}" type="parTrans" cxnId="{7C1C6CD7-3F64-4AC5-9E75-A6A5C24C1423}">
      <dgm:prSet/>
      <dgm:spPr/>
      <dgm:t>
        <a:bodyPr/>
        <a:lstStyle/>
        <a:p>
          <a:endParaRPr lang="tr-TR"/>
        </a:p>
      </dgm:t>
    </dgm:pt>
    <dgm:pt modelId="{42F1FBDE-D5D1-442F-876A-98585ABE60C2}" type="sibTrans" cxnId="{7C1C6CD7-3F64-4AC5-9E75-A6A5C24C1423}">
      <dgm:prSet/>
      <dgm:spPr/>
      <dgm:t>
        <a:bodyPr/>
        <a:lstStyle/>
        <a:p>
          <a:endParaRPr lang="tr-TR"/>
        </a:p>
      </dgm:t>
    </dgm:pt>
    <dgm:pt modelId="{4D770250-711D-4458-831C-5DD5DEA57D52}" type="pres">
      <dgm:prSet presAssocID="{50587E16-932E-4252-AA48-10193A875C9C}" presName="root" presStyleCnt="0">
        <dgm:presLayoutVars>
          <dgm:dir/>
          <dgm:resizeHandles val="exact"/>
        </dgm:presLayoutVars>
      </dgm:prSet>
      <dgm:spPr/>
    </dgm:pt>
    <dgm:pt modelId="{DF33F397-CF47-4DCE-9815-F43A4A1B28AA}" type="pres">
      <dgm:prSet presAssocID="{FA130B10-47F6-487E-9C01-549F11238257}" presName="compNode" presStyleCnt="0"/>
      <dgm:spPr/>
    </dgm:pt>
    <dgm:pt modelId="{975007EA-6524-4120-AF0B-E5B195651F67}" type="pres">
      <dgm:prSet presAssocID="{FA130B10-47F6-487E-9C01-549F11238257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1FACCD3C-00A8-42ED-809D-AEBA9AA7437E}" type="pres">
      <dgm:prSet presAssocID="{FA130B10-47F6-487E-9C01-549F11238257}" presName="iconSpace" presStyleCnt="0"/>
      <dgm:spPr/>
    </dgm:pt>
    <dgm:pt modelId="{92C50223-CB73-4805-958F-1F155A8FE944}" type="pres">
      <dgm:prSet presAssocID="{FA130B10-47F6-487E-9C01-549F11238257}" presName="parTx" presStyleLbl="revTx" presStyleIdx="0" presStyleCnt="6">
        <dgm:presLayoutVars>
          <dgm:chMax val="0"/>
          <dgm:chPref val="0"/>
        </dgm:presLayoutVars>
      </dgm:prSet>
      <dgm:spPr/>
    </dgm:pt>
    <dgm:pt modelId="{40FA6236-C22C-4D97-9EDF-1E609DB079AA}" type="pres">
      <dgm:prSet presAssocID="{FA130B10-47F6-487E-9C01-549F11238257}" presName="txSpace" presStyleCnt="0"/>
      <dgm:spPr/>
    </dgm:pt>
    <dgm:pt modelId="{318B1347-2A65-4ADF-9CBF-037173572883}" type="pres">
      <dgm:prSet presAssocID="{FA130B10-47F6-487E-9C01-549F11238257}" presName="desTx" presStyleLbl="revTx" presStyleIdx="1" presStyleCnt="6">
        <dgm:presLayoutVars/>
      </dgm:prSet>
      <dgm:spPr/>
    </dgm:pt>
    <dgm:pt modelId="{43F599BC-3D62-40F7-B980-89DD6200BAA2}" type="pres">
      <dgm:prSet presAssocID="{990B42BF-32BF-48EE-8F05-70F142E7C52C}" presName="sibTrans" presStyleCnt="0"/>
      <dgm:spPr/>
    </dgm:pt>
    <dgm:pt modelId="{ED4FEC4B-2144-47EE-964C-4155A7364F18}" type="pres">
      <dgm:prSet presAssocID="{2A1D110C-F8C9-46C6-88A0-7A3D55E12450}" presName="compNode" presStyleCnt="0"/>
      <dgm:spPr/>
    </dgm:pt>
    <dgm:pt modelId="{90D192D6-BFC2-40E3-BE1F-1BE780F6709B}" type="pres">
      <dgm:prSet presAssocID="{2A1D110C-F8C9-46C6-88A0-7A3D55E12450}" presName="iconRect" presStyleLbl="node1" presStyleIdx="1" presStyleCnt="3"/>
      <dgm:spPr>
        <a:prstGeom prst="smileyFac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51FA072A-2857-4038-A858-456FF72A3281}" type="pres">
      <dgm:prSet presAssocID="{2A1D110C-F8C9-46C6-88A0-7A3D55E12450}" presName="iconSpace" presStyleCnt="0"/>
      <dgm:spPr/>
    </dgm:pt>
    <dgm:pt modelId="{BAAD08C9-5C28-4B25-839F-B61E35C9D234}" type="pres">
      <dgm:prSet presAssocID="{2A1D110C-F8C9-46C6-88A0-7A3D55E12450}" presName="parTx" presStyleLbl="revTx" presStyleIdx="2" presStyleCnt="6">
        <dgm:presLayoutVars>
          <dgm:chMax val="0"/>
          <dgm:chPref val="0"/>
        </dgm:presLayoutVars>
      </dgm:prSet>
      <dgm:spPr/>
    </dgm:pt>
    <dgm:pt modelId="{092CFF89-6A43-4899-AD3C-C5496C71C422}" type="pres">
      <dgm:prSet presAssocID="{2A1D110C-F8C9-46C6-88A0-7A3D55E12450}" presName="txSpace" presStyleCnt="0"/>
      <dgm:spPr/>
    </dgm:pt>
    <dgm:pt modelId="{3AE79547-6CEA-49E1-8F94-006925D88BB3}" type="pres">
      <dgm:prSet presAssocID="{2A1D110C-F8C9-46C6-88A0-7A3D55E12450}" presName="desTx" presStyleLbl="revTx" presStyleIdx="3" presStyleCnt="6">
        <dgm:presLayoutVars/>
      </dgm:prSet>
      <dgm:spPr/>
    </dgm:pt>
    <dgm:pt modelId="{24EC2D2B-07DF-4CBB-89C0-83549B1B1719}" type="pres">
      <dgm:prSet presAssocID="{BA56ADBE-CDD0-4E2F-B03F-7D1E07844FA5}" presName="sibTrans" presStyleCnt="0"/>
      <dgm:spPr/>
    </dgm:pt>
    <dgm:pt modelId="{F59EB63E-8C10-4E4A-A53B-D4C6B49B9ACA}" type="pres">
      <dgm:prSet presAssocID="{89E90C43-919F-410E-9C38-AC4F92DC5875}" presName="compNode" presStyleCnt="0"/>
      <dgm:spPr/>
    </dgm:pt>
    <dgm:pt modelId="{9E14806C-D40E-412B-8DD9-F48AFE74118E}" type="pres">
      <dgm:prSet presAssocID="{89E90C43-919F-410E-9C38-AC4F92DC5875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7E04ABAA-7865-433C-BAFA-55DD6ECB1380}" type="pres">
      <dgm:prSet presAssocID="{89E90C43-919F-410E-9C38-AC4F92DC5875}" presName="iconSpace" presStyleCnt="0"/>
      <dgm:spPr/>
    </dgm:pt>
    <dgm:pt modelId="{BDF07B68-9B2B-4C57-B0DC-A0E4FA059A9C}" type="pres">
      <dgm:prSet presAssocID="{89E90C43-919F-410E-9C38-AC4F92DC5875}" presName="parTx" presStyleLbl="revTx" presStyleIdx="4" presStyleCnt="6">
        <dgm:presLayoutVars>
          <dgm:chMax val="0"/>
          <dgm:chPref val="0"/>
        </dgm:presLayoutVars>
      </dgm:prSet>
      <dgm:spPr/>
    </dgm:pt>
    <dgm:pt modelId="{B2A5D563-47DA-4923-AE58-B39120BD8EB2}" type="pres">
      <dgm:prSet presAssocID="{89E90C43-919F-410E-9C38-AC4F92DC5875}" presName="txSpace" presStyleCnt="0"/>
      <dgm:spPr/>
    </dgm:pt>
    <dgm:pt modelId="{CBCA3511-D148-4A6F-AD6F-1BDBAF410267}" type="pres">
      <dgm:prSet presAssocID="{89E90C43-919F-410E-9C38-AC4F92DC5875}" presName="desTx" presStyleLbl="revTx" presStyleIdx="5" presStyleCnt="6">
        <dgm:presLayoutVars/>
      </dgm:prSet>
      <dgm:spPr/>
    </dgm:pt>
  </dgm:ptLst>
  <dgm:cxnLst>
    <dgm:cxn modelId="{CEA7961A-86F7-404F-8ABB-C79C0451D9D2}" type="presOf" srcId="{2A1D110C-F8C9-46C6-88A0-7A3D55E12450}" destId="{BAAD08C9-5C28-4B25-839F-B61E35C9D234}" srcOrd="0" destOrd="0" presId="urn:microsoft.com/office/officeart/2018/5/layout/CenteredIconLabelDescriptionList"/>
    <dgm:cxn modelId="{ABD5952D-ACC7-4F2A-A1B9-538CA700D917}" srcId="{2A1D110C-F8C9-46C6-88A0-7A3D55E12450}" destId="{3A15A6C4-09B5-44ED-A3DD-238F3A9DD37A}" srcOrd="0" destOrd="0" parTransId="{B81E4406-77EC-49F6-81D8-7E7FFF2BB2BE}" sibTransId="{442BA6CA-0991-45A7-ACAB-F81730796889}"/>
    <dgm:cxn modelId="{A2489F32-8764-4B1C-B224-DBC77D0A03B9}" srcId="{2A1D110C-F8C9-46C6-88A0-7A3D55E12450}" destId="{34821435-CDEA-4169-B75B-0003FC09479D}" srcOrd="1" destOrd="0" parTransId="{07CA65A5-C64E-469C-8FF2-3D251F6991B8}" sibTransId="{B9593A75-19CB-43CA-91A5-B6F31C931DBD}"/>
    <dgm:cxn modelId="{7499E075-7935-4466-9C8C-77E82C967EE6}" type="presOf" srcId="{89E90C43-919F-410E-9C38-AC4F92DC5875}" destId="{BDF07B68-9B2B-4C57-B0DC-A0E4FA059A9C}" srcOrd="0" destOrd="0" presId="urn:microsoft.com/office/officeart/2018/5/layout/CenteredIconLabelDescriptionList"/>
    <dgm:cxn modelId="{67AB9057-210C-4B10-8873-30E18F99D74E}" type="presOf" srcId="{34821435-CDEA-4169-B75B-0003FC09479D}" destId="{3AE79547-6CEA-49E1-8F94-006925D88BB3}" srcOrd="0" destOrd="1" presId="urn:microsoft.com/office/officeart/2018/5/layout/CenteredIconLabelDescriptionList"/>
    <dgm:cxn modelId="{0038AE7B-054A-4D86-A5F2-C36BEB3B2A28}" type="presOf" srcId="{6BAB738B-6C2D-4B49-99D0-44DAB1DBF2D3}" destId="{318B1347-2A65-4ADF-9CBF-037173572883}" srcOrd="0" destOrd="1" presId="urn:microsoft.com/office/officeart/2018/5/layout/CenteredIconLabelDescriptionList"/>
    <dgm:cxn modelId="{535B7C7C-B2FF-4A07-8ECB-4EFE8B595427}" srcId="{50587E16-932E-4252-AA48-10193A875C9C}" destId="{89E90C43-919F-410E-9C38-AC4F92DC5875}" srcOrd="2" destOrd="0" parTransId="{EDAD867B-195E-4E3C-A752-744A43591B38}" sibTransId="{46691859-42B7-4497-BD23-8301B75D985F}"/>
    <dgm:cxn modelId="{08753A8C-8E1E-4EE6-B21F-DD5FA3870F62}" srcId="{89E90C43-919F-410E-9C38-AC4F92DC5875}" destId="{1CF0D277-30E8-4063-B2CA-C44F1AF58188}" srcOrd="0" destOrd="0" parTransId="{BB28E9C4-06D2-4C66-BDA6-7522516993FB}" sibTransId="{B1861A29-23DF-4329-981F-DB23DD2894E5}"/>
    <dgm:cxn modelId="{CFFD10A0-1C37-4288-8BFF-37CDCAB1B2AE}" srcId="{FA130B10-47F6-487E-9C01-549F11238257}" destId="{15F08DB7-71D6-44E7-ACD2-EF3EE849951B}" srcOrd="0" destOrd="0" parTransId="{1EEA2CBE-7E27-4F75-AA18-8B02B271506C}" sibTransId="{9EDC91D4-3588-4308-93E0-0B9A10CC078D}"/>
    <dgm:cxn modelId="{112449A9-5738-47CC-B449-C6D62D07B7CE}" srcId="{FA130B10-47F6-487E-9C01-549F11238257}" destId="{6BAB738B-6C2D-4B49-99D0-44DAB1DBF2D3}" srcOrd="1" destOrd="0" parTransId="{2C4877F9-27F5-4DD9-B789-540EFAF8C8D2}" sibTransId="{F026F327-03A3-4B3B-83F4-43B261B897E1}"/>
    <dgm:cxn modelId="{30E1A3B2-1F51-446E-A00A-27C3E5782106}" type="presOf" srcId="{3A15A6C4-09B5-44ED-A3DD-238F3A9DD37A}" destId="{3AE79547-6CEA-49E1-8F94-006925D88BB3}" srcOrd="0" destOrd="0" presId="urn:microsoft.com/office/officeart/2018/5/layout/CenteredIconLabelDescriptionList"/>
    <dgm:cxn modelId="{FD2B5EBA-31A9-4ABE-A173-A424D392852B}" type="presOf" srcId="{1CF0D277-30E8-4063-B2CA-C44F1AF58188}" destId="{CBCA3511-D148-4A6F-AD6F-1BDBAF410267}" srcOrd="0" destOrd="0" presId="urn:microsoft.com/office/officeart/2018/5/layout/CenteredIconLabelDescriptionList"/>
    <dgm:cxn modelId="{345D8EC9-2B53-494A-BA0A-FCE956563DFD}" type="presOf" srcId="{15F08DB7-71D6-44E7-ACD2-EF3EE849951B}" destId="{318B1347-2A65-4ADF-9CBF-037173572883}" srcOrd="0" destOrd="0" presId="urn:microsoft.com/office/officeart/2018/5/layout/CenteredIconLabelDescriptionList"/>
    <dgm:cxn modelId="{0F129AC9-AB83-48EE-A28B-609F8EEA9122}" type="presOf" srcId="{FA130B10-47F6-487E-9C01-549F11238257}" destId="{92C50223-CB73-4805-958F-1F155A8FE944}" srcOrd="0" destOrd="0" presId="urn:microsoft.com/office/officeart/2018/5/layout/CenteredIconLabelDescriptionList"/>
    <dgm:cxn modelId="{7EE6BFCD-C448-4164-B7E2-131A9B501773}" type="presOf" srcId="{50587E16-932E-4252-AA48-10193A875C9C}" destId="{4D770250-711D-4458-831C-5DD5DEA57D52}" srcOrd="0" destOrd="0" presId="urn:microsoft.com/office/officeart/2018/5/layout/CenteredIconLabelDescriptionList"/>
    <dgm:cxn modelId="{263105D0-7CD4-49B6-8317-EB69DEA95000}" srcId="{50587E16-932E-4252-AA48-10193A875C9C}" destId="{FA130B10-47F6-487E-9C01-549F11238257}" srcOrd="0" destOrd="0" parTransId="{7FFE4E39-0902-47FD-9786-01CF055C3AA3}" sibTransId="{990B42BF-32BF-48EE-8F05-70F142E7C52C}"/>
    <dgm:cxn modelId="{48AE65D4-4BD6-40CE-9EED-E9C05E422954}" srcId="{50587E16-932E-4252-AA48-10193A875C9C}" destId="{2A1D110C-F8C9-46C6-88A0-7A3D55E12450}" srcOrd="1" destOrd="0" parTransId="{BE9DA879-E7A8-451F-9C23-FAA3808AB185}" sibTransId="{BA56ADBE-CDD0-4E2F-B03F-7D1E07844FA5}"/>
    <dgm:cxn modelId="{7C1C6CD7-3F64-4AC5-9E75-A6A5C24C1423}" srcId="{89E90C43-919F-410E-9C38-AC4F92DC5875}" destId="{6F346776-327B-4DA1-9286-DE0E2A936DB7}" srcOrd="1" destOrd="0" parTransId="{94B337E8-3E1B-49C7-BDEF-DDD95DB1F0F1}" sibTransId="{42F1FBDE-D5D1-442F-876A-98585ABE60C2}"/>
    <dgm:cxn modelId="{EE54F3D9-CD46-46DE-9F0E-14FF29522448}" type="presOf" srcId="{6F346776-327B-4DA1-9286-DE0E2A936DB7}" destId="{CBCA3511-D148-4A6F-AD6F-1BDBAF410267}" srcOrd="0" destOrd="1" presId="urn:microsoft.com/office/officeart/2018/5/layout/CenteredIconLabelDescriptionList"/>
    <dgm:cxn modelId="{B8B173B3-B146-403A-AE10-6EA126BAE44A}" type="presParOf" srcId="{4D770250-711D-4458-831C-5DD5DEA57D52}" destId="{DF33F397-CF47-4DCE-9815-F43A4A1B28AA}" srcOrd="0" destOrd="0" presId="urn:microsoft.com/office/officeart/2018/5/layout/CenteredIconLabelDescriptionList"/>
    <dgm:cxn modelId="{85533804-F038-49B3-A390-684572464435}" type="presParOf" srcId="{DF33F397-CF47-4DCE-9815-F43A4A1B28AA}" destId="{975007EA-6524-4120-AF0B-E5B195651F67}" srcOrd="0" destOrd="0" presId="urn:microsoft.com/office/officeart/2018/5/layout/CenteredIconLabelDescriptionList"/>
    <dgm:cxn modelId="{CE6FDD1A-7964-4038-B747-ECAEA7EFE50C}" type="presParOf" srcId="{DF33F397-CF47-4DCE-9815-F43A4A1B28AA}" destId="{1FACCD3C-00A8-42ED-809D-AEBA9AA7437E}" srcOrd="1" destOrd="0" presId="urn:microsoft.com/office/officeart/2018/5/layout/CenteredIconLabelDescriptionList"/>
    <dgm:cxn modelId="{F95022CC-3FA9-4159-815A-1F99CF75EEF6}" type="presParOf" srcId="{DF33F397-CF47-4DCE-9815-F43A4A1B28AA}" destId="{92C50223-CB73-4805-958F-1F155A8FE944}" srcOrd="2" destOrd="0" presId="urn:microsoft.com/office/officeart/2018/5/layout/CenteredIconLabelDescriptionList"/>
    <dgm:cxn modelId="{FFF54CB5-52C0-497A-BBFA-0785D6B63405}" type="presParOf" srcId="{DF33F397-CF47-4DCE-9815-F43A4A1B28AA}" destId="{40FA6236-C22C-4D97-9EDF-1E609DB079AA}" srcOrd="3" destOrd="0" presId="urn:microsoft.com/office/officeart/2018/5/layout/CenteredIconLabelDescriptionList"/>
    <dgm:cxn modelId="{FD138024-CE40-4C20-BD65-EC2D73508F3E}" type="presParOf" srcId="{DF33F397-CF47-4DCE-9815-F43A4A1B28AA}" destId="{318B1347-2A65-4ADF-9CBF-037173572883}" srcOrd="4" destOrd="0" presId="urn:microsoft.com/office/officeart/2018/5/layout/CenteredIconLabelDescriptionList"/>
    <dgm:cxn modelId="{DCBD0A6D-EC50-4DB7-A6E8-0562CA066C5F}" type="presParOf" srcId="{4D770250-711D-4458-831C-5DD5DEA57D52}" destId="{43F599BC-3D62-40F7-B980-89DD6200BAA2}" srcOrd="1" destOrd="0" presId="urn:microsoft.com/office/officeart/2018/5/layout/CenteredIconLabelDescriptionList"/>
    <dgm:cxn modelId="{7B2F9F7E-6167-4065-95C8-B513340A3CEB}" type="presParOf" srcId="{4D770250-711D-4458-831C-5DD5DEA57D52}" destId="{ED4FEC4B-2144-47EE-964C-4155A7364F18}" srcOrd="2" destOrd="0" presId="urn:microsoft.com/office/officeart/2018/5/layout/CenteredIconLabelDescriptionList"/>
    <dgm:cxn modelId="{2731CF69-98FF-4C17-B0A0-49557EE80354}" type="presParOf" srcId="{ED4FEC4B-2144-47EE-964C-4155A7364F18}" destId="{90D192D6-BFC2-40E3-BE1F-1BE780F6709B}" srcOrd="0" destOrd="0" presId="urn:microsoft.com/office/officeart/2018/5/layout/CenteredIconLabelDescriptionList"/>
    <dgm:cxn modelId="{44EB54F4-CC06-4848-9377-9398796D201C}" type="presParOf" srcId="{ED4FEC4B-2144-47EE-964C-4155A7364F18}" destId="{51FA072A-2857-4038-A858-456FF72A3281}" srcOrd="1" destOrd="0" presId="urn:microsoft.com/office/officeart/2018/5/layout/CenteredIconLabelDescriptionList"/>
    <dgm:cxn modelId="{44C3EE13-4643-408B-ABEE-33F18E9266FF}" type="presParOf" srcId="{ED4FEC4B-2144-47EE-964C-4155A7364F18}" destId="{BAAD08C9-5C28-4B25-839F-B61E35C9D234}" srcOrd="2" destOrd="0" presId="urn:microsoft.com/office/officeart/2018/5/layout/CenteredIconLabelDescriptionList"/>
    <dgm:cxn modelId="{81FAD282-FD91-4025-8E86-C16791E21104}" type="presParOf" srcId="{ED4FEC4B-2144-47EE-964C-4155A7364F18}" destId="{092CFF89-6A43-4899-AD3C-C5496C71C422}" srcOrd="3" destOrd="0" presId="urn:microsoft.com/office/officeart/2018/5/layout/CenteredIconLabelDescriptionList"/>
    <dgm:cxn modelId="{42DF68F6-9310-4FC1-B240-DA616D091463}" type="presParOf" srcId="{ED4FEC4B-2144-47EE-964C-4155A7364F18}" destId="{3AE79547-6CEA-49E1-8F94-006925D88BB3}" srcOrd="4" destOrd="0" presId="urn:microsoft.com/office/officeart/2018/5/layout/CenteredIconLabelDescriptionList"/>
    <dgm:cxn modelId="{12CC57BE-3125-4BD1-8F65-12EA85FC6691}" type="presParOf" srcId="{4D770250-711D-4458-831C-5DD5DEA57D52}" destId="{24EC2D2B-07DF-4CBB-89C0-83549B1B1719}" srcOrd="3" destOrd="0" presId="urn:microsoft.com/office/officeart/2018/5/layout/CenteredIconLabelDescriptionList"/>
    <dgm:cxn modelId="{A1479C6F-F553-48A6-9429-FED1D159946A}" type="presParOf" srcId="{4D770250-711D-4458-831C-5DD5DEA57D52}" destId="{F59EB63E-8C10-4E4A-A53B-D4C6B49B9ACA}" srcOrd="4" destOrd="0" presId="urn:microsoft.com/office/officeart/2018/5/layout/CenteredIconLabelDescriptionList"/>
    <dgm:cxn modelId="{6BA2BBFB-EF29-4819-AA5D-B311D758D676}" type="presParOf" srcId="{F59EB63E-8C10-4E4A-A53B-D4C6B49B9ACA}" destId="{9E14806C-D40E-412B-8DD9-F48AFE74118E}" srcOrd="0" destOrd="0" presId="urn:microsoft.com/office/officeart/2018/5/layout/CenteredIconLabelDescriptionList"/>
    <dgm:cxn modelId="{B65E8E75-0ADE-498F-A33A-69B725BEAA46}" type="presParOf" srcId="{F59EB63E-8C10-4E4A-A53B-D4C6B49B9ACA}" destId="{7E04ABAA-7865-433C-BAFA-55DD6ECB1380}" srcOrd="1" destOrd="0" presId="urn:microsoft.com/office/officeart/2018/5/layout/CenteredIconLabelDescriptionList"/>
    <dgm:cxn modelId="{231BFEC1-1A86-489E-BEA5-5E351AEA3FDC}" type="presParOf" srcId="{F59EB63E-8C10-4E4A-A53B-D4C6B49B9ACA}" destId="{BDF07B68-9B2B-4C57-B0DC-A0E4FA059A9C}" srcOrd="2" destOrd="0" presId="urn:microsoft.com/office/officeart/2018/5/layout/CenteredIconLabelDescriptionList"/>
    <dgm:cxn modelId="{FD6914BF-656F-4CB9-8606-CC3B8E4A811C}" type="presParOf" srcId="{F59EB63E-8C10-4E4A-A53B-D4C6B49B9ACA}" destId="{B2A5D563-47DA-4923-AE58-B39120BD8EB2}" srcOrd="3" destOrd="0" presId="urn:microsoft.com/office/officeart/2018/5/layout/CenteredIconLabelDescriptionList"/>
    <dgm:cxn modelId="{C1CAF74B-1B02-4B92-8FB4-853BAE5F3929}" type="presParOf" srcId="{F59EB63E-8C10-4E4A-A53B-D4C6B49B9ACA}" destId="{CBCA3511-D148-4A6F-AD6F-1BDBAF41026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587E16-932E-4252-AA48-10193A875C9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70BCF5BE-D84A-4BAF-96EB-C81FCA62A9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Community</a:t>
          </a:r>
        </a:p>
      </dgm:t>
    </dgm:pt>
    <dgm:pt modelId="{F45358DC-11FC-4679-AAF7-EAF2AC538C07}" type="parTrans" cxnId="{B738F72F-B79E-4F2C-A553-FEF6AC06C3AF}">
      <dgm:prSet/>
      <dgm:spPr/>
      <dgm:t>
        <a:bodyPr/>
        <a:lstStyle/>
        <a:p>
          <a:endParaRPr lang="tr-TR"/>
        </a:p>
      </dgm:t>
    </dgm:pt>
    <dgm:pt modelId="{4D74CAD8-96BD-40F6-BAF2-247332EF7DD5}" type="sibTrans" cxnId="{B738F72F-B79E-4F2C-A553-FEF6AC06C3AF}">
      <dgm:prSet/>
      <dgm:spPr/>
      <dgm:t>
        <a:bodyPr/>
        <a:lstStyle/>
        <a:p>
          <a:endParaRPr lang="tr-TR"/>
        </a:p>
      </dgm:t>
    </dgm:pt>
    <dgm:pt modelId="{B332276B-2165-4C9D-9C32-0C2E8923B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is developed by an </a:t>
          </a:r>
          <a:r>
            <a:rPr lang="en-US" b="1"/>
            <a:t>open community</a:t>
          </a:r>
          <a:endParaRPr lang="tr-TR"/>
        </a:p>
      </dgm:t>
    </dgm:pt>
    <dgm:pt modelId="{7BF13E3D-102C-467B-A986-F4B7FD0B65CF}" type="parTrans" cxnId="{9C044EFF-5317-45DC-B6D2-EB72D52631B1}">
      <dgm:prSet/>
      <dgm:spPr/>
      <dgm:t>
        <a:bodyPr/>
        <a:lstStyle/>
        <a:p>
          <a:endParaRPr lang="tr-TR"/>
        </a:p>
      </dgm:t>
    </dgm:pt>
    <dgm:pt modelId="{7FEDAD6A-0603-483D-BE58-D00CA6B569A9}" type="sibTrans" cxnId="{9C044EFF-5317-45DC-B6D2-EB72D52631B1}">
      <dgm:prSet/>
      <dgm:spPr/>
      <dgm:t>
        <a:bodyPr/>
        <a:lstStyle/>
        <a:p>
          <a:endParaRPr lang="tr-TR"/>
        </a:p>
      </dgm:t>
    </dgm:pt>
    <dgm:pt modelId="{E497E164-00B9-4F77-9DFB-3153BE6E00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Full-time Developers</a:t>
          </a:r>
        </a:p>
      </dgm:t>
    </dgm:pt>
    <dgm:pt modelId="{8F0B4CE8-A925-4470-A746-D7ECA0A0FA8B}" type="parTrans" cxnId="{5CF977D5-EC61-465F-AE1B-503EB427CFAD}">
      <dgm:prSet/>
      <dgm:spPr/>
      <dgm:t>
        <a:bodyPr/>
        <a:lstStyle/>
        <a:p>
          <a:endParaRPr lang="tr-TR"/>
        </a:p>
      </dgm:t>
    </dgm:pt>
    <dgm:pt modelId="{A88F1971-AFEA-4E75-9E61-2BC7ED3DFA0C}" type="sibTrans" cxnId="{5CF977D5-EC61-465F-AE1B-503EB427CFAD}">
      <dgm:prSet/>
      <dgm:spPr/>
      <dgm:t>
        <a:bodyPr/>
        <a:lstStyle/>
        <a:p>
          <a:endParaRPr lang="tr-TR"/>
        </a:p>
      </dgm:t>
    </dgm:pt>
    <dgm:pt modelId="{E414BEFC-DEE2-4BC2-966F-5FC48949E2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b="1"/>
            <a:t>dozen</a:t>
          </a:r>
          <a:r>
            <a:rPr lang="en-US"/>
            <a:t> developers</a:t>
          </a:r>
          <a:endParaRPr lang="tr-TR"/>
        </a:p>
      </dgm:t>
    </dgm:pt>
    <dgm:pt modelId="{75AD4ABB-61A2-4651-9F5F-93A3CF60A7D5}" type="parTrans" cxnId="{58C8BFD7-FAB3-4029-A29E-1AAB4BF1816A}">
      <dgm:prSet/>
      <dgm:spPr/>
      <dgm:t>
        <a:bodyPr/>
        <a:lstStyle/>
        <a:p>
          <a:endParaRPr lang="tr-TR"/>
        </a:p>
      </dgm:t>
    </dgm:pt>
    <dgm:pt modelId="{FD846465-0A0B-410C-8A09-C7F78F0B2DFA}" type="sibTrans" cxnId="{58C8BFD7-FAB3-4029-A29E-1AAB4BF1816A}">
      <dgm:prSet/>
      <dgm:spPr/>
      <dgm:t>
        <a:bodyPr/>
        <a:lstStyle/>
        <a:p>
          <a:endParaRPr lang="tr-TR"/>
        </a:p>
      </dgm:t>
    </dgm:pt>
    <dgm:pt modelId="{765C0099-E4E3-47B9-8C70-E0C92B5A00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several dozen more on a part-time</a:t>
          </a:r>
          <a:r>
            <a:rPr lang="tr-TR"/>
            <a:t> </a:t>
          </a:r>
          <a:r>
            <a:rPr lang="en-US"/>
            <a:t>basis. </a:t>
          </a:r>
          <a:endParaRPr lang="tr-TR"/>
        </a:p>
      </dgm:t>
    </dgm:pt>
    <dgm:pt modelId="{281DFC16-F8F0-4726-BD0E-E52D07A37AE7}" type="parTrans" cxnId="{98496D64-45E0-46A7-9B71-3F6FF725EC0A}">
      <dgm:prSet/>
      <dgm:spPr/>
      <dgm:t>
        <a:bodyPr/>
        <a:lstStyle/>
        <a:p>
          <a:endParaRPr lang="tr-TR"/>
        </a:p>
      </dgm:t>
    </dgm:pt>
    <dgm:pt modelId="{46A9BBF9-7E79-4060-9EBA-B36296B2D971}" type="sibTrans" cxnId="{98496D64-45E0-46A7-9B71-3F6FF725EC0A}">
      <dgm:prSet/>
      <dgm:spPr/>
      <dgm:t>
        <a:bodyPr/>
        <a:lstStyle/>
        <a:p>
          <a:endParaRPr lang="tr-TR"/>
        </a:p>
      </dgm:t>
    </dgm:pt>
    <dgm:pt modelId="{56D6E1D3-2D5B-4530-B470-50BC60C740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working on the code almost full-time </a:t>
          </a:r>
          <a:endParaRPr lang="tr-TR"/>
        </a:p>
      </dgm:t>
    </dgm:pt>
    <dgm:pt modelId="{63B8D459-62BD-49AF-85C6-B69BF9F219C5}" type="parTrans" cxnId="{4AAEC338-0853-4FEA-8145-F08E8CD6EED5}">
      <dgm:prSet/>
      <dgm:spPr/>
    </dgm:pt>
    <dgm:pt modelId="{E4E6DEA9-2D27-48A1-9897-7179D2DFDAD0}" type="sibTrans" cxnId="{4AAEC338-0853-4FEA-8145-F08E8CD6EED5}">
      <dgm:prSet/>
      <dgm:spPr/>
    </dgm:pt>
    <dgm:pt modelId="{6B610B35-C936-4536-B55E-E2A86C1695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Part-time Developers</a:t>
          </a:r>
        </a:p>
      </dgm:t>
    </dgm:pt>
    <dgm:pt modelId="{FF6682C3-E239-4593-ACC4-81811B283164}" type="parTrans" cxnId="{57B6E99D-E7D6-47C3-921F-9C5FAE1FA9C9}">
      <dgm:prSet/>
      <dgm:spPr/>
    </dgm:pt>
    <dgm:pt modelId="{636D6741-0129-4544-8D7D-E8D4C7690724}" type="sibTrans" cxnId="{57B6E99D-E7D6-47C3-921F-9C5FAE1FA9C9}">
      <dgm:prSet/>
      <dgm:spPr/>
    </dgm:pt>
    <dgm:pt modelId="{DB939FBB-B2BD-4763-9807-0DC6CED1C224}" type="pres">
      <dgm:prSet presAssocID="{50587E16-932E-4252-AA48-10193A875C9C}" presName="root" presStyleCnt="0">
        <dgm:presLayoutVars>
          <dgm:dir/>
          <dgm:resizeHandles val="exact"/>
        </dgm:presLayoutVars>
      </dgm:prSet>
      <dgm:spPr/>
    </dgm:pt>
    <dgm:pt modelId="{16C10DE9-1AAA-4655-8438-381D621B0DB6}" type="pres">
      <dgm:prSet presAssocID="{70BCF5BE-D84A-4BAF-96EB-C81FCA62A997}" presName="compNode" presStyleCnt="0"/>
      <dgm:spPr/>
    </dgm:pt>
    <dgm:pt modelId="{88978820-5216-4984-A01B-A4DBBCDD9EB3}" type="pres">
      <dgm:prSet presAssocID="{70BCF5BE-D84A-4BAF-96EB-C81FCA62A9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796463A1-DF4E-459C-B4DF-6369F542C242}" type="pres">
      <dgm:prSet presAssocID="{70BCF5BE-D84A-4BAF-96EB-C81FCA62A997}" presName="iconSpace" presStyleCnt="0"/>
      <dgm:spPr/>
    </dgm:pt>
    <dgm:pt modelId="{8CC07122-B619-45D7-9678-76256CE9DBC5}" type="pres">
      <dgm:prSet presAssocID="{70BCF5BE-D84A-4BAF-96EB-C81FCA62A997}" presName="parTx" presStyleLbl="revTx" presStyleIdx="0" presStyleCnt="6">
        <dgm:presLayoutVars>
          <dgm:chMax val="0"/>
          <dgm:chPref val="0"/>
        </dgm:presLayoutVars>
      </dgm:prSet>
      <dgm:spPr/>
    </dgm:pt>
    <dgm:pt modelId="{B12B8495-10C3-4B83-BA6D-8753567CA719}" type="pres">
      <dgm:prSet presAssocID="{70BCF5BE-D84A-4BAF-96EB-C81FCA62A997}" presName="txSpace" presStyleCnt="0"/>
      <dgm:spPr/>
    </dgm:pt>
    <dgm:pt modelId="{5713331E-1F21-461A-85B0-F907F698417C}" type="pres">
      <dgm:prSet presAssocID="{70BCF5BE-D84A-4BAF-96EB-C81FCA62A997}" presName="desTx" presStyleLbl="revTx" presStyleIdx="1" presStyleCnt="6">
        <dgm:presLayoutVars/>
      </dgm:prSet>
      <dgm:spPr/>
    </dgm:pt>
    <dgm:pt modelId="{974D3CEB-DCC2-4363-B9B3-29540C56BD5F}" type="pres">
      <dgm:prSet presAssocID="{4D74CAD8-96BD-40F6-BAF2-247332EF7DD5}" presName="sibTrans" presStyleCnt="0"/>
      <dgm:spPr/>
    </dgm:pt>
    <dgm:pt modelId="{9CA40770-5712-46CE-A1A8-FF44CB9F1E52}" type="pres">
      <dgm:prSet presAssocID="{E497E164-00B9-4F77-9DFB-3153BE6E0083}" presName="compNode" presStyleCnt="0"/>
      <dgm:spPr/>
    </dgm:pt>
    <dgm:pt modelId="{9403E36D-E2EB-41F4-B797-6C2F604D2BE3}" type="pres">
      <dgm:prSet presAssocID="{E497E164-00B9-4F77-9DFB-3153BE6E00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7C331D4-F78F-4EF1-8CD9-E9668E624A45}" type="pres">
      <dgm:prSet presAssocID="{E497E164-00B9-4F77-9DFB-3153BE6E0083}" presName="iconSpace" presStyleCnt="0"/>
      <dgm:spPr/>
    </dgm:pt>
    <dgm:pt modelId="{87C4E5C5-136E-4C0C-A672-C75D3588575F}" type="pres">
      <dgm:prSet presAssocID="{E497E164-00B9-4F77-9DFB-3153BE6E0083}" presName="parTx" presStyleLbl="revTx" presStyleIdx="2" presStyleCnt="6">
        <dgm:presLayoutVars>
          <dgm:chMax val="0"/>
          <dgm:chPref val="0"/>
        </dgm:presLayoutVars>
      </dgm:prSet>
      <dgm:spPr/>
    </dgm:pt>
    <dgm:pt modelId="{8B939973-5523-49A4-9F61-F0A32D40DF90}" type="pres">
      <dgm:prSet presAssocID="{E497E164-00B9-4F77-9DFB-3153BE6E0083}" presName="txSpace" presStyleCnt="0"/>
      <dgm:spPr/>
    </dgm:pt>
    <dgm:pt modelId="{1EDF68FA-ED23-4D3A-AA55-E29758077797}" type="pres">
      <dgm:prSet presAssocID="{E497E164-00B9-4F77-9DFB-3153BE6E0083}" presName="desTx" presStyleLbl="revTx" presStyleIdx="3" presStyleCnt="6">
        <dgm:presLayoutVars/>
      </dgm:prSet>
      <dgm:spPr/>
    </dgm:pt>
    <dgm:pt modelId="{555BC0AB-534B-4DE2-99C6-32A1EF2239B7}" type="pres">
      <dgm:prSet presAssocID="{A88F1971-AFEA-4E75-9E61-2BC7ED3DFA0C}" presName="sibTrans" presStyleCnt="0"/>
      <dgm:spPr/>
    </dgm:pt>
    <dgm:pt modelId="{543DAA2E-8D54-4123-8A60-10A80413F592}" type="pres">
      <dgm:prSet presAssocID="{6B610B35-C936-4536-B55E-E2A86C169582}" presName="compNode" presStyleCnt="0"/>
      <dgm:spPr/>
    </dgm:pt>
    <dgm:pt modelId="{D235D670-86D6-49DD-92E8-9D4DD900C806}" type="pres">
      <dgm:prSet presAssocID="{6B610B35-C936-4536-B55E-E2A86C1695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AFE6B2F-A9D0-4EFD-9180-B3A9C211603B}" type="pres">
      <dgm:prSet presAssocID="{6B610B35-C936-4536-B55E-E2A86C169582}" presName="iconSpace" presStyleCnt="0"/>
      <dgm:spPr/>
    </dgm:pt>
    <dgm:pt modelId="{5B7DBD03-886D-4A2D-897E-FF9F01C4185F}" type="pres">
      <dgm:prSet presAssocID="{6B610B35-C936-4536-B55E-E2A86C169582}" presName="parTx" presStyleLbl="revTx" presStyleIdx="4" presStyleCnt="6">
        <dgm:presLayoutVars>
          <dgm:chMax val="0"/>
          <dgm:chPref val="0"/>
        </dgm:presLayoutVars>
      </dgm:prSet>
      <dgm:spPr/>
    </dgm:pt>
    <dgm:pt modelId="{7CAA352A-77D7-4905-95BF-146DF1E3168D}" type="pres">
      <dgm:prSet presAssocID="{6B610B35-C936-4536-B55E-E2A86C169582}" presName="txSpace" presStyleCnt="0"/>
      <dgm:spPr/>
    </dgm:pt>
    <dgm:pt modelId="{F9813DAE-CBB6-44E4-9AEB-86994B1E0853}" type="pres">
      <dgm:prSet presAssocID="{6B610B35-C936-4536-B55E-E2A86C169582}" presName="desTx" presStyleLbl="revTx" presStyleIdx="5" presStyleCnt="6">
        <dgm:presLayoutVars/>
      </dgm:prSet>
      <dgm:spPr/>
    </dgm:pt>
  </dgm:ptLst>
  <dgm:cxnLst>
    <dgm:cxn modelId="{41C69404-B89E-4C3F-99EA-ABDCB7F21E78}" type="presOf" srcId="{6B610B35-C936-4536-B55E-E2A86C169582}" destId="{5B7DBD03-886D-4A2D-897E-FF9F01C4185F}" srcOrd="0" destOrd="0" presId="urn:microsoft.com/office/officeart/2018/5/layout/CenteredIconLabelDescriptionList"/>
    <dgm:cxn modelId="{E07D1015-80EC-4785-9B0B-19011F36085E}" type="presOf" srcId="{B332276B-2165-4C9D-9C32-0C2E8923BB00}" destId="{5713331E-1F21-461A-85B0-F907F698417C}" srcOrd="0" destOrd="0" presId="urn:microsoft.com/office/officeart/2018/5/layout/CenteredIconLabelDescriptionList"/>
    <dgm:cxn modelId="{B738F72F-B79E-4F2C-A553-FEF6AC06C3AF}" srcId="{50587E16-932E-4252-AA48-10193A875C9C}" destId="{70BCF5BE-D84A-4BAF-96EB-C81FCA62A997}" srcOrd="0" destOrd="0" parTransId="{F45358DC-11FC-4679-AAF7-EAF2AC538C07}" sibTransId="{4D74CAD8-96BD-40F6-BAF2-247332EF7DD5}"/>
    <dgm:cxn modelId="{4AAEC338-0853-4FEA-8145-F08E8CD6EED5}" srcId="{E497E164-00B9-4F77-9DFB-3153BE6E0083}" destId="{56D6E1D3-2D5B-4530-B470-50BC60C740F8}" srcOrd="1" destOrd="0" parTransId="{63B8D459-62BD-49AF-85C6-B69BF9F219C5}" sibTransId="{E4E6DEA9-2D27-48A1-9897-7179D2DFDAD0}"/>
    <dgm:cxn modelId="{73B1533B-FBF0-41CA-981F-CE8B831612A5}" type="presOf" srcId="{E414BEFC-DEE2-4BC2-966F-5FC48949E2F8}" destId="{1EDF68FA-ED23-4D3A-AA55-E29758077797}" srcOrd="0" destOrd="0" presId="urn:microsoft.com/office/officeart/2018/5/layout/CenteredIconLabelDescriptionList"/>
    <dgm:cxn modelId="{98496D64-45E0-46A7-9B71-3F6FF725EC0A}" srcId="{6B610B35-C936-4536-B55E-E2A86C169582}" destId="{765C0099-E4E3-47B9-8C70-E0C92B5A0044}" srcOrd="0" destOrd="0" parTransId="{281DFC16-F8F0-4726-BD0E-E52D07A37AE7}" sibTransId="{46A9BBF9-7E79-4060-9EBA-B36296B2D971}"/>
    <dgm:cxn modelId="{DA456191-32EF-4FD6-A5CA-815DAAB14837}" type="presOf" srcId="{56D6E1D3-2D5B-4530-B470-50BC60C740F8}" destId="{1EDF68FA-ED23-4D3A-AA55-E29758077797}" srcOrd="0" destOrd="1" presId="urn:microsoft.com/office/officeart/2018/5/layout/CenteredIconLabelDescriptionList"/>
    <dgm:cxn modelId="{727B6599-E77B-43E2-86B5-19842EDA88AF}" type="presOf" srcId="{50587E16-932E-4252-AA48-10193A875C9C}" destId="{DB939FBB-B2BD-4763-9807-0DC6CED1C224}" srcOrd="0" destOrd="0" presId="urn:microsoft.com/office/officeart/2018/5/layout/CenteredIconLabelDescriptionList"/>
    <dgm:cxn modelId="{57B6E99D-E7D6-47C3-921F-9C5FAE1FA9C9}" srcId="{50587E16-932E-4252-AA48-10193A875C9C}" destId="{6B610B35-C936-4536-B55E-E2A86C169582}" srcOrd="2" destOrd="0" parTransId="{FF6682C3-E239-4593-ACC4-81811B283164}" sibTransId="{636D6741-0129-4544-8D7D-E8D4C7690724}"/>
    <dgm:cxn modelId="{73E19EB1-7B87-4818-B223-B656DE3A4E32}" type="presOf" srcId="{E497E164-00B9-4F77-9DFB-3153BE6E0083}" destId="{87C4E5C5-136E-4C0C-A672-C75D3588575F}" srcOrd="0" destOrd="0" presId="urn:microsoft.com/office/officeart/2018/5/layout/CenteredIconLabelDescriptionList"/>
    <dgm:cxn modelId="{455FF7B2-2AF6-41F4-99D7-60DBC96486FB}" type="presOf" srcId="{765C0099-E4E3-47B9-8C70-E0C92B5A0044}" destId="{F9813DAE-CBB6-44E4-9AEB-86994B1E0853}" srcOrd="0" destOrd="0" presId="urn:microsoft.com/office/officeart/2018/5/layout/CenteredIconLabelDescriptionList"/>
    <dgm:cxn modelId="{5CF977D5-EC61-465F-AE1B-503EB427CFAD}" srcId="{50587E16-932E-4252-AA48-10193A875C9C}" destId="{E497E164-00B9-4F77-9DFB-3153BE6E0083}" srcOrd="1" destOrd="0" parTransId="{8F0B4CE8-A925-4470-A746-D7ECA0A0FA8B}" sibTransId="{A88F1971-AFEA-4E75-9E61-2BC7ED3DFA0C}"/>
    <dgm:cxn modelId="{58C8BFD7-FAB3-4029-A29E-1AAB4BF1816A}" srcId="{E497E164-00B9-4F77-9DFB-3153BE6E0083}" destId="{E414BEFC-DEE2-4BC2-966F-5FC48949E2F8}" srcOrd="0" destOrd="0" parTransId="{75AD4ABB-61A2-4651-9F5F-93A3CF60A7D5}" sibTransId="{FD846465-0A0B-410C-8A09-C7F78F0B2DFA}"/>
    <dgm:cxn modelId="{E24D7CEF-FB72-4402-82D4-436D0CD12F3D}" type="presOf" srcId="{70BCF5BE-D84A-4BAF-96EB-C81FCA62A997}" destId="{8CC07122-B619-45D7-9678-76256CE9DBC5}" srcOrd="0" destOrd="0" presId="urn:microsoft.com/office/officeart/2018/5/layout/CenteredIconLabelDescriptionList"/>
    <dgm:cxn modelId="{9C044EFF-5317-45DC-B6D2-EB72D52631B1}" srcId="{70BCF5BE-D84A-4BAF-96EB-C81FCA62A997}" destId="{B332276B-2165-4C9D-9C32-0C2E8923BB00}" srcOrd="0" destOrd="0" parTransId="{7BF13E3D-102C-467B-A986-F4B7FD0B65CF}" sibTransId="{7FEDAD6A-0603-483D-BE58-D00CA6B569A9}"/>
    <dgm:cxn modelId="{CE03CDB8-690A-4F7F-8BC5-CA8AF1D99F33}" type="presParOf" srcId="{DB939FBB-B2BD-4763-9807-0DC6CED1C224}" destId="{16C10DE9-1AAA-4655-8438-381D621B0DB6}" srcOrd="0" destOrd="0" presId="urn:microsoft.com/office/officeart/2018/5/layout/CenteredIconLabelDescriptionList"/>
    <dgm:cxn modelId="{9F4B61E3-81ED-45B8-8665-401A6FE74D1B}" type="presParOf" srcId="{16C10DE9-1AAA-4655-8438-381D621B0DB6}" destId="{88978820-5216-4984-A01B-A4DBBCDD9EB3}" srcOrd="0" destOrd="0" presId="urn:microsoft.com/office/officeart/2018/5/layout/CenteredIconLabelDescriptionList"/>
    <dgm:cxn modelId="{DC9F8C44-6DE3-4604-971C-ECD8EBCE30E1}" type="presParOf" srcId="{16C10DE9-1AAA-4655-8438-381D621B0DB6}" destId="{796463A1-DF4E-459C-B4DF-6369F542C242}" srcOrd="1" destOrd="0" presId="urn:microsoft.com/office/officeart/2018/5/layout/CenteredIconLabelDescriptionList"/>
    <dgm:cxn modelId="{BAEE36D7-AC32-493A-97BC-ADC5B14EE57D}" type="presParOf" srcId="{16C10DE9-1AAA-4655-8438-381D621B0DB6}" destId="{8CC07122-B619-45D7-9678-76256CE9DBC5}" srcOrd="2" destOrd="0" presId="urn:microsoft.com/office/officeart/2018/5/layout/CenteredIconLabelDescriptionList"/>
    <dgm:cxn modelId="{A391C13C-722B-45FD-BC98-BA08F8C4851C}" type="presParOf" srcId="{16C10DE9-1AAA-4655-8438-381D621B0DB6}" destId="{B12B8495-10C3-4B83-BA6D-8753567CA719}" srcOrd="3" destOrd="0" presId="urn:microsoft.com/office/officeart/2018/5/layout/CenteredIconLabelDescriptionList"/>
    <dgm:cxn modelId="{3E41462C-8670-4AAB-8B51-0539B9A4869E}" type="presParOf" srcId="{16C10DE9-1AAA-4655-8438-381D621B0DB6}" destId="{5713331E-1F21-461A-85B0-F907F698417C}" srcOrd="4" destOrd="0" presId="urn:microsoft.com/office/officeart/2018/5/layout/CenteredIconLabelDescriptionList"/>
    <dgm:cxn modelId="{1D4D71A0-23C4-44A1-88A7-A37332CAD33F}" type="presParOf" srcId="{DB939FBB-B2BD-4763-9807-0DC6CED1C224}" destId="{974D3CEB-DCC2-4363-B9B3-29540C56BD5F}" srcOrd="1" destOrd="0" presId="urn:microsoft.com/office/officeart/2018/5/layout/CenteredIconLabelDescriptionList"/>
    <dgm:cxn modelId="{0CC3757A-C586-45B3-A526-A5E5267E6F3E}" type="presParOf" srcId="{DB939FBB-B2BD-4763-9807-0DC6CED1C224}" destId="{9CA40770-5712-46CE-A1A8-FF44CB9F1E52}" srcOrd="2" destOrd="0" presId="urn:microsoft.com/office/officeart/2018/5/layout/CenteredIconLabelDescriptionList"/>
    <dgm:cxn modelId="{3B6120A7-D569-4D6E-85B7-96747E8E8790}" type="presParOf" srcId="{9CA40770-5712-46CE-A1A8-FF44CB9F1E52}" destId="{9403E36D-E2EB-41F4-B797-6C2F604D2BE3}" srcOrd="0" destOrd="0" presId="urn:microsoft.com/office/officeart/2018/5/layout/CenteredIconLabelDescriptionList"/>
    <dgm:cxn modelId="{BA26ED80-D953-4245-8685-E09AB62B5275}" type="presParOf" srcId="{9CA40770-5712-46CE-A1A8-FF44CB9F1E52}" destId="{37C331D4-F78F-4EF1-8CD9-E9668E624A45}" srcOrd="1" destOrd="0" presId="urn:microsoft.com/office/officeart/2018/5/layout/CenteredIconLabelDescriptionList"/>
    <dgm:cxn modelId="{5A067555-4D1D-4EA6-9A27-C401B6CFBD02}" type="presParOf" srcId="{9CA40770-5712-46CE-A1A8-FF44CB9F1E52}" destId="{87C4E5C5-136E-4C0C-A672-C75D3588575F}" srcOrd="2" destOrd="0" presId="urn:microsoft.com/office/officeart/2018/5/layout/CenteredIconLabelDescriptionList"/>
    <dgm:cxn modelId="{88ADB294-E798-49F3-B6B8-7BC951F34957}" type="presParOf" srcId="{9CA40770-5712-46CE-A1A8-FF44CB9F1E52}" destId="{8B939973-5523-49A4-9F61-F0A32D40DF90}" srcOrd="3" destOrd="0" presId="urn:microsoft.com/office/officeart/2018/5/layout/CenteredIconLabelDescriptionList"/>
    <dgm:cxn modelId="{892A30E1-8388-480B-BEAC-001094BB75C8}" type="presParOf" srcId="{9CA40770-5712-46CE-A1A8-FF44CB9F1E52}" destId="{1EDF68FA-ED23-4D3A-AA55-E29758077797}" srcOrd="4" destOrd="0" presId="urn:microsoft.com/office/officeart/2018/5/layout/CenteredIconLabelDescriptionList"/>
    <dgm:cxn modelId="{D6D7B7E7-3B07-4779-B0FF-779038FCA338}" type="presParOf" srcId="{DB939FBB-B2BD-4763-9807-0DC6CED1C224}" destId="{555BC0AB-534B-4DE2-99C6-32A1EF2239B7}" srcOrd="3" destOrd="0" presId="urn:microsoft.com/office/officeart/2018/5/layout/CenteredIconLabelDescriptionList"/>
    <dgm:cxn modelId="{45F69296-B656-4934-9A05-98F9091FE3A6}" type="presParOf" srcId="{DB939FBB-B2BD-4763-9807-0DC6CED1C224}" destId="{543DAA2E-8D54-4123-8A60-10A80413F592}" srcOrd="4" destOrd="0" presId="urn:microsoft.com/office/officeart/2018/5/layout/CenteredIconLabelDescriptionList"/>
    <dgm:cxn modelId="{F1BC86A3-15E3-4676-99B2-F70F09724942}" type="presParOf" srcId="{543DAA2E-8D54-4123-8A60-10A80413F592}" destId="{D235D670-86D6-49DD-92E8-9D4DD900C806}" srcOrd="0" destOrd="0" presId="urn:microsoft.com/office/officeart/2018/5/layout/CenteredIconLabelDescriptionList"/>
    <dgm:cxn modelId="{ADB621CD-3B6F-4F2F-A65E-0CA935D1C2DE}" type="presParOf" srcId="{543DAA2E-8D54-4123-8A60-10A80413F592}" destId="{4AFE6B2F-A9D0-4EFD-9180-B3A9C211603B}" srcOrd="1" destOrd="0" presId="urn:microsoft.com/office/officeart/2018/5/layout/CenteredIconLabelDescriptionList"/>
    <dgm:cxn modelId="{BF822948-C764-412A-9C45-0A2B9569737A}" type="presParOf" srcId="{543DAA2E-8D54-4123-8A60-10A80413F592}" destId="{5B7DBD03-886D-4A2D-897E-FF9F01C4185F}" srcOrd="2" destOrd="0" presId="urn:microsoft.com/office/officeart/2018/5/layout/CenteredIconLabelDescriptionList"/>
    <dgm:cxn modelId="{9D0921C5-BD7E-427F-8283-B105956F0B47}" type="presParOf" srcId="{543DAA2E-8D54-4123-8A60-10A80413F592}" destId="{7CAA352A-77D7-4905-95BF-146DF1E3168D}" srcOrd="3" destOrd="0" presId="urn:microsoft.com/office/officeart/2018/5/layout/CenteredIconLabelDescriptionList"/>
    <dgm:cxn modelId="{614E2E24-2BFB-4650-93A2-20EAFF92ED7E}" type="presParOf" srcId="{543DAA2E-8D54-4123-8A60-10A80413F592}" destId="{F9813DAE-CBB6-44E4-9AEB-86994B1E085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587E16-932E-4252-AA48-10193A875C9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47B8FBF5-FE25-445B-81DD-9F09ED9265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Contribution to activities</a:t>
          </a:r>
        </a:p>
      </dgm:t>
    </dgm:pt>
    <dgm:pt modelId="{BBCE6917-4B4C-4DE0-9F06-B524458BA644}" type="parTrans" cxnId="{40FFAD46-AF9F-4B17-89D2-65B243FFA2E6}">
      <dgm:prSet/>
      <dgm:spPr/>
      <dgm:t>
        <a:bodyPr/>
        <a:lstStyle/>
        <a:p>
          <a:endParaRPr lang="tr-TR"/>
        </a:p>
      </dgm:t>
    </dgm:pt>
    <dgm:pt modelId="{89B55AAF-34FC-46C6-942C-98AFC2D6AE73}" type="sibTrans" cxnId="{40FFAD46-AF9F-4B17-89D2-65B243FFA2E6}">
      <dgm:prSet/>
      <dgm:spPr/>
      <dgm:t>
        <a:bodyPr/>
        <a:lstStyle/>
        <a:p>
          <a:endParaRPr lang="tr-TR"/>
        </a:p>
      </dgm:t>
    </dgm:pt>
    <dgm:pt modelId="{145368AD-2707-4D6C-ACE8-D9ABA957BE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Anyone can contribute to the code</a:t>
          </a:r>
          <a:endParaRPr lang="tr-TR"/>
        </a:p>
      </dgm:t>
    </dgm:pt>
    <dgm:pt modelId="{C218C4F5-81B7-4A9A-9BB6-0C38D46284BA}" type="parTrans" cxnId="{CFFFC900-5373-49AF-BF65-DC76DBA9596A}">
      <dgm:prSet/>
      <dgm:spPr/>
      <dgm:t>
        <a:bodyPr/>
        <a:lstStyle/>
        <a:p>
          <a:endParaRPr lang="tr-TR"/>
        </a:p>
      </dgm:t>
    </dgm:pt>
    <dgm:pt modelId="{861C2D20-DEDA-432B-9FCD-FCACD8C8FC7D}" type="sibTrans" cxnId="{CFFFC900-5373-49AF-BF65-DC76DBA9596A}">
      <dgm:prSet/>
      <dgm:spPr/>
      <dgm:t>
        <a:bodyPr/>
        <a:lstStyle/>
        <a:p>
          <a:endParaRPr lang="tr-TR"/>
        </a:p>
      </dgm:t>
    </dgm:pt>
    <dgm:pt modelId="{78F81397-4598-4338-A328-850F7AFE51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Statistics</a:t>
          </a:r>
        </a:p>
      </dgm:t>
    </dgm:pt>
    <dgm:pt modelId="{EADEF3EE-5C89-4D0A-AFDB-A9024AF35DF4}" type="parTrans" cxnId="{EDC22494-4A47-40FD-B171-D5B84BB7803D}">
      <dgm:prSet/>
      <dgm:spPr/>
      <dgm:t>
        <a:bodyPr/>
        <a:lstStyle/>
        <a:p>
          <a:endParaRPr lang="tr-TR"/>
        </a:p>
      </dgm:t>
    </dgm:pt>
    <dgm:pt modelId="{0B9FDC63-F3F3-44C6-8BD6-097A0530B62C}" type="sibTrans" cxnId="{EDC22494-4A47-40FD-B171-D5B84BB7803D}">
      <dgm:prSet/>
      <dgm:spPr/>
      <dgm:t>
        <a:bodyPr/>
        <a:lstStyle/>
        <a:p>
          <a:endParaRPr lang="tr-TR"/>
        </a:p>
      </dgm:t>
    </dgm:pt>
    <dgm:pt modelId="{4F030351-49A0-4523-AD89-2BDEC209B4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</a:t>
          </a:r>
          <a:r>
            <a:rPr lang="tr-TR"/>
            <a:t> </a:t>
          </a:r>
          <a:r>
            <a:rPr lang="en-US" b="1"/>
            <a:t>2016</a:t>
          </a:r>
          <a:r>
            <a:rPr lang="tr-TR" b="1"/>
            <a:t>: </a:t>
          </a:r>
          <a:r>
            <a:rPr lang="en-US"/>
            <a:t>more than </a:t>
          </a:r>
          <a:r>
            <a:rPr lang="en-US" b="1"/>
            <a:t>400</a:t>
          </a:r>
          <a:r>
            <a:rPr lang="en-US"/>
            <a:t> contributors</a:t>
          </a:r>
          <a:endParaRPr lang="tr-TR"/>
        </a:p>
      </dgm:t>
    </dgm:pt>
    <dgm:pt modelId="{C2BDFA70-ACBA-46C2-9655-88726EAE7B73}" type="parTrans" cxnId="{25F340C3-D0C2-4E76-9959-BB447B7F5090}">
      <dgm:prSet/>
      <dgm:spPr/>
      <dgm:t>
        <a:bodyPr/>
        <a:lstStyle/>
        <a:p>
          <a:endParaRPr lang="tr-TR"/>
        </a:p>
      </dgm:t>
    </dgm:pt>
    <dgm:pt modelId="{E96F997D-129F-4F5A-B195-35A2ECA27495}" type="sibTrans" cxnId="{25F340C3-D0C2-4E76-9959-BB447B7F5090}">
      <dgm:prSet/>
      <dgm:spPr/>
      <dgm:t>
        <a:bodyPr/>
        <a:lstStyle/>
        <a:p>
          <a:endParaRPr lang="tr-TR"/>
        </a:p>
      </dgm:t>
    </dgm:pt>
    <dgm:pt modelId="{3244077D-623F-4395-845B-C8E56BC5602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the source code of Bitcoin core</a:t>
          </a:r>
        </a:p>
      </dgm:t>
    </dgm:pt>
    <dgm:pt modelId="{F5113D9B-1E20-49B7-A41F-3C17923C9ABC}" type="parTrans" cxnId="{56BE95B6-0D7B-4530-BA60-5DA4DF4E9721}">
      <dgm:prSet/>
      <dgm:spPr/>
      <dgm:t>
        <a:bodyPr/>
        <a:lstStyle/>
        <a:p>
          <a:endParaRPr lang="tr-TR"/>
        </a:p>
      </dgm:t>
    </dgm:pt>
    <dgm:pt modelId="{13E7BF8F-F189-4F30-8592-E455B7FE56DD}" type="sibTrans" cxnId="{56BE95B6-0D7B-4530-BA60-5DA4DF4E9721}">
      <dgm:prSet/>
      <dgm:spPr/>
      <dgm:t>
        <a:bodyPr/>
        <a:lstStyle/>
        <a:p>
          <a:endParaRPr lang="tr-TR"/>
        </a:p>
      </dgm:t>
    </dgm:pt>
    <dgm:pt modelId="{1BA45F77-9CE2-4C72-87CD-3426E842459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Check </a:t>
          </a:r>
          <a:r>
            <a:rPr lang="tr-TR">
              <a:hlinkClick xmlns:r="http://schemas.openxmlformats.org/officeDocument/2006/relationships" r:id="rId1"/>
            </a:rPr>
            <a:t>https://bitcoincore.org/en/contribute/</a:t>
          </a:r>
          <a:endParaRPr lang="tr-TR"/>
        </a:p>
      </dgm:t>
    </dgm:pt>
    <dgm:pt modelId="{DA5C141A-DB82-4B45-8147-22429B31BE87}" type="parTrans" cxnId="{932BFCDA-8911-43D4-AF31-DD669740CA40}">
      <dgm:prSet/>
      <dgm:spPr/>
      <dgm:t>
        <a:bodyPr/>
        <a:lstStyle/>
        <a:p>
          <a:endParaRPr lang="tr-TR"/>
        </a:p>
      </dgm:t>
    </dgm:pt>
    <dgm:pt modelId="{29710A0C-5254-4D79-809E-BACC6F246B2A}" type="sibTrans" cxnId="{932BFCDA-8911-43D4-AF31-DD669740CA40}">
      <dgm:prSet/>
      <dgm:spPr/>
      <dgm:t>
        <a:bodyPr/>
        <a:lstStyle/>
        <a:p>
          <a:endParaRPr lang="tr-TR"/>
        </a:p>
      </dgm:t>
    </dgm:pt>
    <dgm:pt modelId="{51B0BBE7-B4FB-41CB-B50B-7C46FBF419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Who can Contribute?</a:t>
          </a:r>
        </a:p>
      </dgm:t>
    </dgm:pt>
    <dgm:pt modelId="{DAE49D8C-79D2-4521-A931-DE42CDDCC7CC}" type="parTrans" cxnId="{4C59141A-5256-43CD-825B-D3EBF1B9974E}">
      <dgm:prSet/>
      <dgm:spPr/>
      <dgm:t>
        <a:bodyPr/>
        <a:lstStyle/>
        <a:p>
          <a:endParaRPr lang="tr-TR"/>
        </a:p>
      </dgm:t>
    </dgm:pt>
    <dgm:pt modelId="{0F067ECA-D4CE-4B7E-B037-28D02B71A66B}" type="sibTrans" cxnId="{4C59141A-5256-43CD-825B-D3EBF1B9974E}">
      <dgm:prSet/>
      <dgm:spPr/>
      <dgm:t>
        <a:bodyPr/>
        <a:lstStyle/>
        <a:p>
          <a:endParaRPr lang="tr-TR"/>
        </a:p>
      </dgm:t>
    </dgm:pt>
    <dgm:pt modelId="{13303B60-DE7A-4C18-A280-02E753CAB99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Improve documentation</a:t>
          </a:r>
        </a:p>
      </dgm:t>
    </dgm:pt>
    <dgm:pt modelId="{7D287525-0043-4EE7-9524-0C6EAA997A2C}" type="parTrans" cxnId="{BA1A7771-3A96-4D03-AC96-9A7025206275}">
      <dgm:prSet/>
      <dgm:spPr/>
      <dgm:t>
        <a:bodyPr/>
        <a:lstStyle/>
        <a:p>
          <a:endParaRPr lang="tr-TR"/>
        </a:p>
      </dgm:t>
    </dgm:pt>
    <dgm:pt modelId="{195E1CDC-84D9-4B1B-96CF-0B7F915B588B}" type="sibTrans" cxnId="{BA1A7771-3A96-4D03-AC96-9A7025206275}">
      <dgm:prSet/>
      <dgm:spPr/>
      <dgm:t>
        <a:bodyPr/>
        <a:lstStyle/>
        <a:p>
          <a:endParaRPr lang="tr-TR"/>
        </a:p>
      </dgm:t>
    </dgm:pt>
    <dgm:pt modelId="{F4A98E82-01BE-4267-B9F6-4C59BF121D1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Translations</a:t>
          </a:r>
        </a:p>
      </dgm:t>
    </dgm:pt>
    <dgm:pt modelId="{358A6D33-07EA-4922-B912-B5B8E65153B7}" type="parTrans" cxnId="{5F6C22D5-C0E6-4CC5-AC73-7C24B3CE999F}">
      <dgm:prSet/>
      <dgm:spPr/>
      <dgm:t>
        <a:bodyPr/>
        <a:lstStyle/>
        <a:p>
          <a:endParaRPr lang="tr-TR"/>
        </a:p>
      </dgm:t>
    </dgm:pt>
    <dgm:pt modelId="{D4715DD6-D7CE-4A95-97AC-A781BAA12E98}" type="sibTrans" cxnId="{5F6C22D5-C0E6-4CC5-AC73-7C24B3CE999F}">
      <dgm:prSet/>
      <dgm:spPr/>
      <dgm:t>
        <a:bodyPr/>
        <a:lstStyle/>
        <a:p>
          <a:endParaRPr lang="tr-TR"/>
        </a:p>
      </dgm:t>
    </dgm:pt>
    <dgm:pt modelId="{B870ACB6-18E7-4966-B229-015F1D2B3C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Participating to mailing lists</a:t>
          </a:r>
        </a:p>
      </dgm:t>
    </dgm:pt>
    <dgm:pt modelId="{69F60154-15CB-4D6D-B144-CAB3171C64B5}" type="parTrans" cxnId="{95DB868D-0487-4572-938D-5F31DF7AAA28}">
      <dgm:prSet/>
      <dgm:spPr/>
      <dgm:t>
        <a:bodyPr/>
        <a:lstStyle/>
        <a:p>
          <a:endParaRPr lang="tr-TR"/>
        </a:p>
      </dgm:t>
    </dgm:pt>
    <dgm:pt modelId="{3FFB0959-C833-4969-A04F-69C390E4D91A}" type="sibTrans" cxnId="{95DB868D-0487-4572-938D-5F31DF7AAA28}">
      <dgm:prSet/>
      <dgm:spPr/>
      <dgm:t>
        <a:bodyPr/>
        <a:lstStyle/>
        <a:p>
          <a:endParaRPr lang="tr-TR"/>
        </a:p>
      </dgm:t>
    </dgm:pt>
    <dgm:pt modelId="{0D9C1C05-3998-4122-ADCA-F4125DF28DB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Improving User Interface</a:t>
          </a:r>
        </a:p>
      </dgm:t>
    </dgm:pt>
    <dgm:pt modelId="{D348755A-D5D7-451D-9C48-6B53B45C358F}" type="parTrans" cxnId="{6FB862E8-BFA9-4430-87DC-5ADB542E00A9}">
      <dgm:prSet/>
      <dgm:spPr/>
      <dgm:t>
        <a:bodyPr/>
        <a:lstStyle/>
        <a:p>
          <a:endParaRPr lang="tr-TR"/>
        </a:p>
      </dgm:t>
    </dgm:pt>
    <dgm:pt modelId="{9A23EB5E-A356-433A-853A-A84EFA012797}" type="sibTrans" cxnId="{6FB862E8-BFA9-4430-87DC-5ADB542E00A9}">
      <dgm:prSet/>
      <dgm:spPr/>
      <dgm:t>
        <a:bodyPr/>
        <a:lstStyle/>
        <a:p>
          <a:endParaRPr lang="tr-TR"/>
        </a:p>
      </dgm:t>
    </dgm:pt>
    <dgm:pt modelId="{5D6113E0-3E01-4468-9A1E-123A8D60718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Coding</a:t>
          </a:r>
        </a:p>
      </dgm:t>
    </dgm:pt>
    <dgm:pt modelId="{5246C424-26FF-46F0-8C2E-E4DFAD9CC82C}" type="parTrans" cxnId="{8F8C3777-F1BC-4628-9947-F449611C627A}">
      <dgm:prSet/>
      <dgm:spPr/>
      <dgm:t>
        <a:bodyPr/>
        <a:lstStyle/>
        <a:p>
          <a:endParaRPr lang="tr-TR"/>
        </a:p>
      </dgm:t>
    </dgm:pt>
    <dgm:pt modelId="{71CBBE31-3FF1-4BFF-8728-C3CFA985F515}" type="sibTrans" cxnId="{8F8C3777-F1BC-4628-9947-F449611C627A}">
      <dgm:prSet/>
      <dgm:spPr/>
      <dgm:t>
        <a:bodyPr/>
        <a:lstStyle/>
        <a:p>
          <a:endParaRPr lang="tr-TR"/>
        </a:p>
      </dgm:t>
    </dgm:pt>
    <dgm:pt modelId="{3206735E-275E-4AF6-B68D-C0CA8C9F4D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Contribution  to development</a:t>
          </a:r>
        </a:p>
      </dgm:t>
    </dgm:pt>
    <dgm:pt modelId="{30A069DB-AFDC-47FD-AE94-1B7560716EB2}" type="parTrans" cxnId="{1126BDD9-F040-4882-A6F5-AE1C89AFF513}">
      <dgm:prSet/>
      <dgm:spPr/>
      <dgm:t>
        <a:bodyPr/>
        <a:lstStyle/>
        <a:p>
          <a:endParaRPr lang="tr-TR"/>
        </a:p>
      </dgm:t>
    </dgm:pt>
    <dgm:pt modelId="{C080C1A6-3C61-4826-A37D-06205C3B06AC}" type="sibTrans" cxnId="{1126BDD9-F040-4882-A6F5-AE1C89AFF513}">
      <dgm:prSet/>
      <dgm:spPr/>
      <dgm:t>
        <a:bodyPr/>
        <a:lstStyle/>
        <a:p>
          <a:endParaRPr lang="tr-TR"/>
        </a:p>
      </dgm:t>
    </dgm:pt>
    <dgm:pt modelId="{0F153591-830F-4F05-B198-2785B0B6E4D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Testing</a:t>
          </a:r>
        </a:p>
      </dgm:t>
    </dgm:pt>
    <dgm:pt modelId="{79C1A74A-644F-44F7-A0C5-04286C2E9ECC}" type="parTrans" cxnId="{024A9F90-4486-46F0-922D-0DE01FA5CC5A}">
      <dgm:prSet/>
      <dgm:spPr/>
      <dgm:t>
        <a:bodyPr/>
        <a:lstStyle/>
        <a:p>
          <a:endParaRPr lang="tr-TR"/>
        </a:p>
      </dgm:t>
    </dgm:pt>
    <dgm:pt modelId="{B657F43B-1EC2-4C5C-8143-91E4BBA33342}" type="sibTrans" cxnId="{024A9F90-4486-46F0-922D-0DE01FA5CC5A}">
      <dgm:prSet/>
      <dgm:spPr/>
      <dgm:t>
        <a:bodyPr/>
        <a:lstStyle/>
        <a:p>
          <a:endParaRPr lang="tr-TR"/>
        </a:p>
      </dgm:t>
    </dgm:pt>
    <dgm:pt modelId="{F77544C9-4491-40FF-A4C0-3621FE07D1B2}" type="pres">
      <dgm:prSet presAssocID="{50587E16-932E-4252-AA48-10193A875C9C}" presName="root" presStyleCnt="0">
        <dgm:presLayoutVars>
          <dgm:dir/>
          <dgm:resizeHandles val="exact"/>
        </dgm:presLayoutVars>
      </dgm:prSet>
      <dgm:spPr/>
    </dgm:pt>
    <dgm:pt modelId="{99A95F6A-F88E-4288-9CD8-C7721EB2E883}" type="pres">
      <dgm:prSet presAssocID="{78F81397-4598-4338-A328-850F7AFE51D0}" presName="compNode" presStyleCnt="0"/>
      <dgm:spPr/>
    </dgm:pt>
    <dgm:pt modelId="{BB3F6F72-4342-4EA5-93C5-A4BF28A2DE6F}" type="pres">
      <dgm:prSet presAssocID="{78F81397-4598-4338-A328-850F7AFE51D0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B505F79-3AD4-46C7-AFDB-393EB9672F96}" type="pres">
      <dgm:prSet presAssocID="{78F81397-4598-4338-A328-850F7AFE51D0}" presName="iconSpace" presStyleCnt="0"/>
      <dgm:spPr/>
    </dgm:pt>
    <dgm:pt modelId="{312039AB-B530-4149-8F9C-3BE3AA80E33E}" type="pres">
      <dgm:prSet presAssocID="{78F81397-4598-4338-A328-850F7AFE51D0}" presName="parTx" presStyleLbl="revTx" presStyleIdx="0" presStyleCnt="8">
        <dgm:presLayoutVars>
          <dgm:chMax val="0"/>
          <dgm:chPref val="0"/>
        </dgm:presLayoutVars>
      </dgm:prSet>
      <dgm:spPr/>
    </dgm:pt>
    <dgm:pt modelId="{05B0B56E-237D-46D6-8F78-AB9654C6AA1D}" type="pres">
      <dgm:prSet presAssocID="{78F81397-4598-4338-A328-850F7AFE51D0}" presName="txSpace" presStyleCnt="0"/>
      <dgm:spPr/>
    </dgm:pt>
    <dgm:pt modelId="{8E6C52DC-28BB-48E2-8A91-FB24431E4553}" type="pres">
      <dgm:prSet presAssocID="{78F81397-4598-4338-A328-850F7AFE51D0}" presName="desTx" presStyleLbl="revTx" presStyleIdx="1" presStyleCnt="8">
        <dgm:presLayoutVars/>
      </dgm:prSet>
      <dgm:spPr/>
    </dgm:pt>
    <dgm:pt modelId="{809361CD-E11A-4E3D-97BC-4189C3F5B2D2}" type="pres">
      <dgm:prSet presAssocID="{0B9FDC63-F3F3-44C6-8BD6-097A0530B62C}" presName="sibTrans" presStyleCnt="0"/>
      <dgm:spPr/>
    </dgm:pt>
    <dgm:pt modelId="{4C2665D6-C081-48C4-BA06-7839A1AAD11E}" type="pres">
      <dgm:prSet presAssocID="{47B8FBF5-FE25-445B-81DD-9F09ED926520}" presName="compNode" presStyleCnt="0"/>
      <dgm:spPr/>
    </dgm:pt>
    <dgm:pt modelId="{7656F7ED-21D0-4872-A149-83BE24424A9C}" type="pres">
      <dgm:prSet presAssocID="{47B8FBF5-FE25-445B-81DD-9F09ED926520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3253843-E151-4C2D-9FAE-E6FBE860E0DA}" type="pres">
      <dgm:prSet presAssocID="{47B8FBF5-FE25-445B-81DD-9F09ED926520}" presName="iconSpace" presStyleCnt="0"/>
      <dgm:spPr/>
    </dgm:pt>
    <dgm:pt modelId="{23A04F94-1B30-421D-932C-E1163891D359}" type="pres">
      <dgm:prSet presAssocID="{47B8FBF5-FE25-445B-81DD-9F09ED926520}" presName="parTx" presStyleLbl="revTx" presStyleIdx="2" presStyleCnt="8">
        <dgm:presLayoutVars>
          <dgm:chMax val="0"/>
          <dgm:chPref val="0"/>
        </dgm:presLayoutVars>
      </dgm:prSet>
      <dgm:spPr/>
    </dgm:pt>
    <dgm:pt modelId="{74CD43EC-CE20-45D0-BD10-9C585D76BDE7}" type="pres">
      <dgm:prSet presAssocID="{47B8FBF5-FE25-445B-81DD-9F09ED926520}" presName="txSpace" presStyleCnt="0"/>
      <dgm:spPr/>
    </dgm:pt>
    <dgm:pt modelId="{97F1D35F-B209-4990-8E77-A2F8305A5A8F}" type="pres">
      <dgm:prSet presAssocID="{47B8FBF5-FE25-445B-81DD-9F09ED926520}" presName="desTx" presStyleLbl="revTx" presStyleIdx="3" presStyleCnt="8">
        <dgm:presLayoutVars/>
      </dgm:prSet>
      <dgm:spPr/>
    </dgm:pt>
    <dgm:pt modelId="{D75F34A1-C54C-43D3-8DFA-0CE5530A7986}" type="pres">
      <dgm:prSet presAssocID="{89B55AAF-34FC-46C6-942C-98AFC2D6AE73}" presName="sibTrans" presStyleCnt="0"/>
      <dgm:spPr/>
    </dgm:pt>
    <dgm:pt modelId="{D478F74F-C84E-4E67-902B-5F5781556AC8}" type="pres">
      <dgm:prSet presAssocID="{3206735E-275E-4AF6-B68D-C0CA8C9F4D82}" presName="compNode" presStyleCnt="0"/>
      <dgm:spPr/>
    </dgm:pt>
    <dgm:pt modelId="{B19DF803-B9CC-4C36-B98B-35E83C447F3F}" type="pres">
      <dgm:prSet presAssocID="{3206735E-275E-4AF6-B68D-C0CA8C9F4D82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607C821-E358-47CE-B078-9EE9560FBCB9}" type="pres">
      <dgm:prSet presAssocID="{3206735E-275E-4AF6-B68D-C0CA8C9F4D82}" presName="iconSpace" presStyleCnt="0"/>
      <dgm:spPr/>
    </dgm:pt>
    <dgm:pt modelId="{2F35494E-BC7E-428F-BC2F-0B001B0A5C54}" type="pres">
      <dgm:prSet presAssocID="{3206735E-275E-4AF6-B68D-C0CA8C9F4D82}" presName="parTx" presStyleLbl="revTx" presStyleIdx="4" presStyleCnt="8">
        <dgm:presLayoutVars>
          <dgm:chMax val="0"/>
          <dgm:chPref val="0"/>
        </dgm:presLayoutVars>
      </dgm:prSet>
      <dgm:spPr/>
    </dgm:pt>
    <dgm:pt modelId="{32467CD9-6101-4332-B159-89F7CDC12BB6}" type="pres">
      <dgm:prSet presAssocID="{3206735E-275E-4AF6-B68D-C0CA8C9F4D82}" presName="txSpace" presStyleCnt="0"/>
      <dgm:spPr/>
    </dgm:pt>
    <dgm:pt modelId="{9B169B8A-DF50-4C51-89E3-CB388D7AA05B}" type="pres">
      <dgm:prSet presAssocID="{3206735E-275E-4AF6-B68D-C0CA8C9F4D82}" presName="desTx" presStyleLbl="revTx" presStyleIdx="5" presStyleCnt="8">
        <dgm:presLayoutVars/>
      </dgm:prSet>
      <dgm:spPr/>
    </dgm:pt>
    <dgm:pt modelId="{F070FB8F-1BF1-449C-8CBA-89CAC0CE82B2}" type="pres">
      <dgm:prSet presAssocID="{C080C1A6-3C61-4826-A37D-06205C3B06AC}" presName="sibTrans" presStyleCnt="0"/>
      <dgm:spPr/>
    </dgm:pt>
    <dgm:pt modelId="{A8D53FBD-6B2B-4A80-9091-DDFC9A1C8432}" type="pres">
      <dgm:prSet presAssocID="{51B0BBE7-B4FB-41CB-B50B-7C46FBF4190B}" presName="compNode" presStyleCnt="0"/>
      <dgm:spPr/>
    </dgm:pt>
    <dgm:pt modelId="{20BA0D9B-4CC7-416E-8B44-AF68BC298B57}" type="pres">
      <dgm:prSet presAssocID="{51B0BBE7-B4FB-41CB-B50B-7C46FBF4190B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0530034-949C-4857-A266-F6E524870357}" type="pres">
      <dgm:prSet presAssocID="{51B0BBE7-B4FB-41CB-B50B-7C46FBF4190B}" presName="iconSpace" presStyleCnt="0"/>
      <dgm:spPr/>
    </dgm:pt>
    <dgm:pt modelId="{9CE38D0B-FFAA-46F6-9C0C-9178A45FB707}" type="pres">
      <dgm:prSet presAssocID="{51B0BBE7-B4FB-41CB-B50B-7C46FBF4190B}" presName="parTx" presStyleLbl="revTx" presStyleIdx="6" presStyleCnt="8">
        <dgm:presLayoutVars>
          <dgm:chMax val="0"/>
          <dgm:chPref val="0"/>
        </dgm:presLayoutVars>
      </dgm:prSet>
      <dgm:spPr/>
    </dgm:pt>
    <dgm:pt modelId="{6DBAD8DF-57D0-48B7-9D9A-66BFAA9609E7}" type="pres">
      <dgm:prSet presAssocID="{51B0BBE7-B4FB-41CB-B50B-7C46FBF4190B}" presName="txSpace" presStyleCnt="0"/>
      <dgm:spPr/>
    </dgm:pt>
    <dgm:pt modelId="{1FC7F401-B3A4-47F7-B8A6-6D162BB46DB7}" type="pres">
      <dgm:prSet presAssocID="{51B0BBE7-B4FB-41CB-B50B-7C46FBF4190B}" presName="desTx" presStyleLbl="revTx" presStyleIdx="7" presStyleCnt="8">
        <dgm:presLayoutVars/>
      </dgm:prSet>
      <dgm:spPr/>
    </dgm:pt>
  </dgm:ptLst>
  <dgm:cxnLst>
    <dgm:cxn modelId="{CFFFC900-5373-49AF-BF65-DC76DBA9596A}" srcId="{51B0BBE7-B4FB-41CB-B50B-7C46FBF4190B}" destId="{145368AD-2707-4D6C-ACE8-D9ABA957BEC9}" srcOrd="0" destOrd="0" parTransId="{C218C4F5-81B7-4A9A-9BB6-0C38D46284BA}" sibTransId="{861C2D20-DEDA-432B-9FCD-FCACD8C8FC7D}"/>
    <dgm:cxn modelId="{25D5380D-BAD4-42D7-B830-41F0C009BB5D}" type="presOf" srcId="{51B0BBE7-B4FB-41CB-B50B-7C46FBF4190B}" destId="{9CE38D0B-FFAA-46F6-9C0C-9178A45FB707}" srcOrd="0" destOrd="0" presId="urn:microsoft.com/office/officeart/2018/2/layout/IconLabelDescriptionList"/>
    <dgm:cxn modelId="{4C59141A-5256-43CD-825B-D3EBF1B9974E}" srcId="{50587E16-932E-4252-AA48-10193A875C9C}" destId="{51B0BBE7-B4FB-41CB-B50B-7C46FBF4190B}" srcOrd="3" destOrd="0" parTransId="{DAE49D8C-79D2-4521-A931-DE42CDDCC7CC}" sibTransId="{0F067ECA-D4CE-4B7E-B037-28D02B71A66B}"/>
    <dgm:cxn modelId="{BE176F29-9D70-4075-8B26-961F6FC57DA6}" type="presOf" srcId="{13303B60-DE7A-4C18-A280-02E753CAB99E}" destId="{97F1D35F-B209-4990-8E77-A2F8305A5A8F}" srcOrd="0" destOrd="0" presId="urn:microsoft.com/office/officeart/2018/2/layout/IconLabelDescriptionList"/>
    <dgm:cxn modelId="{15FEF22F-C045-41EB-8D50-CE10825D74FB}" type="presOf" srcId="{3244077D-623F-4395-845B-C8E56BC56021}" destId="{8E6C52DC-28BB-48E2-8A91-FB24431E4553}" srcOrd="0" destOrd="1" presId="urn:microsoft.com/office/officeart/2018/2/layout/IconLabelDescriptionList"/>
    <dgm:cxn modelId="{D24F1064-CCAB-4D05-8AE0-3793DC4FAD5D}" type="presOf" srcId="{3206735E-275E-4AF6-B68D-C0CA8C9F4D82}" destId="{2F35494E-BC7E-428F-BC2F-0B001B0A5C54}" srcOrd="0" destOrd="0" presId="urn:microsoft.com/office/officeart/2018/2/layout/IconLabelDescriptionList"/>
    <dgm:cxn modelId="{40FFAD46-AF9F-4B17-89D2-65B243FFA2E6}" srcId="{50587E16-932E-4252-AA48-10193A875C9C}" destId="{47B8FBF5-FE25-445B-81DD-9F09ED926520}" srcOrd="1" destOrd="0" parTransId="{BBCE6917-4B4C-4DE0-9F06-B524458BA644}" sibTransId="{89B55AAF-34FC-46C6-942C-98AFC2D6AE73}"/>
    <dgm:cxn modelId="{10E6666E-310E-426E-B117-5B2F5DB59FA8}" type="presOf" srcId="{50587E16-932E-4252-AA48-10193A875C9C}" destId="{F77544C9-4491-40FF-A4C0-3621FE07D1B2}" srcOrd="0" destOrd="0" presId="urn:microsoft.com/office/officeart/2018/2/layout/IconLabelDescriptionList"/>
    <dgm:cxn modelId="{BA1A7771-3A96-4D03-AC96-9A7025206275}" srcId="{47B8FBF5-FE25-445B-81DD-9F09ED926520}" destId="{13303B60-DE7A-4C18-A280-02E753CAB99E}" srcOrd="0" destOrd="0" parTransId="{7D287525-0043-4EE7-9524-0C6EAA997A2C}" sibTransId="{195E1CDC-84D9-4B1B-96CF-0B7F915B588B}"/>
    <dgm:cxn modelId="{D807AD75-AA1C-4417-B400-6B32FF215DE5}" type="presOf" srcId="{0D9C1C05-3998-4122-ADCA-F4125DF28DB1}" destId="{9B169B8A-DF50-4C51-89E3-CB388D7AA05B}" srcOrd="0" destOrd="0" presId="urn:microsoft.com/office/officeart/2018/2/layout/IconLabelDescriptionList"/>
    <dgm:cxn modelId="{79E91376-4FE5-4E49-AD4C-EDA1CDC8A85C}" type="presOf" srcId="{5D6113E0-3E01-4468-9A1E-123A8D607189}" destId="{9B169B8A-DF50-4C51-89E3-CB388D7AA05B}" srcOrd="0" destOrd="1" presId="urn:microsoft.com/office/officeart/2018/2/layout/IconLabelDescriptionList"/>
    <dgm:cxn modelId="{8F8C3777-F1BC-4628-9947-F449611C627A}" srcId="{3206735E-275E-4AF6-B68D-C0CA8C9F4D82}" destId="{5D6113E0-3E01-4468-9A1E-123A8D607189}" srcOrd="1" destOrd="0" parTransId="{5246C424-26FF-46F0-8C2E-E4DFAD9CC82C}" sibTransId="{71CBBE31-3FF1-4BFF-8728-C3CFA985F515}"/>
    <dgm:cxn modelId="{95DB868D-0487-4572-938D-5F31DF7AAA28}" srcId="{47B8FBF5-FE25-445B-81DD-9F09ED926520}" destId="{B870ACB6-18E7-4966-B229-015F1D2B3C66}" srcOrd="2" destOrd="0" parTransId="{69F60154-15CB-4D6D-B144-CAB3171C64B5}" sibTransId="{3FFB0959-C833-4969-A04F-69C390E4D91A}"/>
    <dgm:cxn modelId="{024A9F90-4486-46F0-922D-0DE01FA5CC5A}" srcId="{3206735E-275E-4AF6-B68D-C0CA8C9F4D82}" destId="{0F153591-830F-4F05-B198-2785B0B6E4DD}" srcOrd="2" destOrd="0" parTransId="{79C1A74A-644F-44F7-A0C5-04286C2E9ECC}" sibTransId="{B657F43B-1EC2-4C5C-8143-91E4BBA33342}"/>
    <dgm:cxn modelId="{EDC22494-4A47-40FD-B171-D5B84BB7803D}" srcId="{50587E16-932E-4252-AA48-10193A875C9C}" destId="{78F81397-4598-4338-A328-850F7AFE51D0}" srcOrd="0" destOrd="0" parTransId="{EADEF3EE-5C89-4D0A-AFDB-A9024AF35DF4}" sibTransId="{0B9FDC63-F3F3-44C6-8BD6-097A0530B62C}"/>
    <dgm:cxn modelId="{CD75D7AA-B379-4EE1-997C-A385D6EB57FE}" type="presOf" srcId="{145368AD-2707-4D6C-ACE8-D9ABA957BEC9}" destId="{1FC7F401-B3A4-47F7-B8A6-6D162BB46DB7}" srcOrd="0" destOrd="0" presId="urn:microsoft.com/office/officeart/2018/2/layout/IconLabelDescriptionList"/>
    <dgm:cxn modelId="{56BE95B6-0D7B-4530-BA60-5DA4DF4E9721}" srcId="{78F81397-4598-4338-A328-850F7AFE51D0}" destId="{3244077D-623F-4395-845B-C8E56BC56021}" srcOrd="1" destOrd="0" parTransId="{F5113D9B-1E20-49B7-A41F-3C17923C9ABC}" sibTransId="{13E7BF8F-F189-4F30-8592-E455B7FE56DD}"/>
    <dgm:cxn modelId="{4E2658BD-E77D-49D0-833B-3459166BABC9}" type="presOf" srcId="{4F030351-49A0-4523-AD89-2BDEC209B4AF}" destId="{8E6C52DC-28BB-48E2-8A91-FB24431E4553}" srcOrd="0" destOrd="0" presId="urn:microsoft.com/office/officeart/2018/2/layout/IconLabelDescriptionList"/>
    <dgm:cxn modelId="{25F340C3-D0C2-4E76-9959-BB447B7F5090}" srcId="{78F81397-4598-4338-A328-850F7AFE51D0}" destId="{4F030351-49A0-4523-AD89-2BDEC209B4AF}" srcOrd="0" destOrd="0" parTransId="{C2BDFA70-ACBA-46C2-9655-88726EAE7B73}" sibTransId="{E96F997D-129F-4F5A-B195-35A2ECA27495}"/>
    <dgm:cxn modelId="{812100C8-0E07-4B05-A151-B444E15F45B3}" type="presOf" srcId="{47B8FBF5-FE25-445B-81DD-9F09ED926520}" destId="{23A04F94-1B30-421D-932C-E1163891D359}" srcOrd="0" destOrd="0" presId="urn:microsoft.com/office/officeart/2018/2/layout/IconLabelDescriptionList"/>
    <dgm:cxn modelId="{31E857CF-8E34-4018-941D-A6A4A66282B1}" type="presOf" srcId="{B870ACB6-18E7-4966-B229-015F1D2B3C66}" destId="{97F1D35F-B209-4990-8E77-A2F8305A5A8F}" srcOrd="0" destOrd="2" presId="urn:microsoft.com/office/officeart/2018/2/layout/IconLabelDescriptionList"/>
    <dgm:cxn modelId="{5F6C22D5-C0E6-4CC5-AC73-7C24B3CE999F}" srcId="{47B8FBF5-FE25-445B-81DD-9F09ED926520}" destId="{F4A98E82-01BE-4267-B9F6-4C59BF121D1F}" srcOrd="1" destOrd="0" parTransId="{358A6D33-07EA-4922-B912-B5B8E65153B7}" sibTransId="{D4715DD6-D7CE-4A95-97AC-A781BAA12E98}"/>
    <dgm:cxn modelId="{7D7FAFD9-B0E5-4EDE-ADA5-03776BF4FBE5}" type="presOf" srcId="{0F153591-830F-4F05-B198-2785B0B6E4DD}" destId="{9B169B8A-DF50-4C51-89E3-CB388D7AA05B}" srcOrd="0" destOrd="2" presId="urn:microsoft.com/office/officeart/2018/2/layout/IconLabelDescriptionList"/>
    <dgm:cxn modelId="{1126BDD9-F040-4882-A6F5-AE1C89AFF513}" srcId="{50587E16-932E-4252-AA48-10193A875C9C}" destId="{3206735E-275E-4AF6-B68D-C0CA8C9F4D82}" srcOrd="2" destOrd="0" parTransId="{30A069DB-AFDC-47FD-AE94-1B7560716EB2}" sibTransId="{C080C1A6-3C61-4826-A37D-06205C3B06AC}"/>
    <dgm:cxn modelId="{932BFCDA-8911-43D4-AF31-DD669740CA40}" srcId="{51B0BBE7-B4FB-41CB-B50B-7C46FBF4190B}" destId="{1BA45F77-9CE2-4C72-87CD-3426E8424594}" srcOrd="1" destOrd="0" parTransId="{DA5C141A-DB82-4B45-8147-22429B31BE87}" sibTransId="{29710A0C-5254-4D79-809E-BACC6F246B2A}"/>
    <dgm:cxn modelId="{B3C930DC-EF8C-4216-BCC8-887AE6401110}" type="presOf" srcId="{F4A98E82-01BE-4267-B9F6-4C59BF121D1F}" destId="{97F1D35F-B209-4990-8E77-A2F8305A5A8F}" srcOrd="0" destOrd="1" presId="urn:microsoft.com/office/officeart/2018/2/layout/IconLabelDescriptionList"/>
    <dgm:cxn modelId="{6FB862E8-BFA9-4430-87DC-5ADB542E00A9}" srcId="{3206735E-275E-4AF6-B68D-C0CA8C9F4D82}" destId="{0D9C1C05-3998-4122-ADCA-F4125DF28DB1}" srcOrd="0" destOrd="0" parTransId="{D348755A-D5D7-451D-9C48-6B53B45C358F}" sibTransId="{9A23EB5E-A356-433A-853A-A84EFA012797}"/>
    <dgm:cxn modelId="{3F9E33F3-46E8-49D4-BED7-EE0E5D695BBF}" type="presOf" srcId="{1BA45F77-9CE2-4C72-87CD-3426E8424594}" destId="{1FC7F401-B3A4-47F7-B8A6-6D162BB46DB7}" srcOrd="0" destOrd="1" presId="urn:microsoft.com/office/officeart/2018/2/layout/IconLabelDescriptionList"/>
    <dgm:cxn modelId="{600812FA-B431-4EC6-BEA7-0DF2AA65B581}" type="presOf" srcId="{78F81397-4598-4338-A328-850F7AFE51D0}" destId="{312039AB-B530-4149-8F9C-3BE3AA80E33E}" srcOrd="0" destOrd="0" presId="urn:microsoft.com/office/officeart/2018/2/layout/IconLabelDescriptionList"/>
    <dgm:cxn modelId="{66C385A7-E7C8-4E1A-A3A2-1105D8DE7D1A}" type="presParOf" srcId="{F77544C9-4491-40FF-A4C0-3621FE07D1B2}" destId="{99A95F6A-F88E-4288-9CD8-C7721EB2E883}" srcOrd="0" destOrd="0" presId="urn:microsoft.com/office/officeart/2018/2/layout/IconLabelDescriptionList"/>
    <dgm:cxn modelId="{24CCCBE6-2D15-4087-BB9F-FA2D4389A7CC}" type="presParOf" srcId="{99A95F6A-F88E-4288-9CD8-C7721EB2E883}" destId="{BB3F6F72-4342-4EA5-93C5-A4BF28A2DE6F}" srcOrd="0" destOrd="0" presId="urn:microsoft.com/office/officeart/2018/2/layout/IconLabelDescriptionList"/>
    <dgm:cxn modelId="{4287E295-1DFB-4D4E-B507-4060D27C0F89}" type="presParOf" srcId="{99A95F6A-F88E-4288-9CD8-C7721EB2E883}" destId="{9B505F79-3AD4-46C7-AFDB-393EB9672F96}" srcOrd="1" destOrd="0" presId="urn:microsoft.com/office/officeart/2018/2/layout/IconLabelDescriptionList"/>
    <dgm:cxn modelId="{169E338A-C051-442A-AF06-79C39C13CCD0}" type="presParOf" srcId="{99A95F6A-F88E-4288-9CD8-C7721EB2E883}" destId="{312039AB-B530-4149-8F9C-3BE3AA80E33E}" srcOrd="2" destOrd="0" presId="urn:microsoft.com/office/officeart/2018/2/layout/IconLabelDescriptionList"/>
    <dgm:cxn modelId="{BF041AAD-9A1A-4917-892A-EDF254E2EBF9}" type="presParOf" srcId="{99A95F6A-F88E-4288-9CD8-C7721EB2E883}" destId="{05B0B56E-237D-46D6-8F78-AB9654C6AA1D}" srcOrd="3" destOrd="0" presId="urn:microsoft.com/office/officeart/2018/2/layout/IconLabelDescriptionList"/>
    <dgm:cxn modelId="{11557468-BA13-4B6D-A65F-A8409DECC457}" type="presParOf" srcId="{99A95F6A-F88E-4288-9CD8-C7721EB2E883}" destId="{8E6C52DC-28BB-48E2-8A91-FB24431E4553}" srcOrd="4" destOrd="0" presId="urn:microsoft.com/office/officeart/2018/2/layout/IconLabelDescriptionList"/>
    <dgm:cxn modelId="{0416C87C-1A5C-480F-B5F5-DBE4A52EC92B}" type="presParOf" srcId="{F77544C9-4491-40FF-A4C0-3621FE07D1B2}" destId="{809361CD-E11A-4E3D-97BC-4189C3F5B2D2}" srcOrd="1" destOrd="0" presId="urn:microsoft.com/office/officeart/2018/2/layout/IconLabelDescriptionList"/>
    <dgm:cxn modelId="{211E028F-F4F6-415A-9CAF-D1B5B5B9AF79}" type="presParOf" srcId="{F77544C9-4491-40FF-A4C0-3621FE07D1B2}" destId="{4C2665D6-C081-48C4-BA06-7839A1AAD11E}" srcOrd="2" destOrd="0" presId="urn:microsoft.com/office/officeart/2018/2/layout/IconLabelDescriptionList"/>
    <dgm:cxn modelId="{78A3B19A-3CC9-4B1D-A927-B5C4A7ED25DD}" type="presParOf" srcId="{4C2665D6-C081-48C4-BA06-7839A1AAD11E}" destId="{7656F7ED-21D0-4872-A149-83BE24424A9C}" srcOrd="0" destOrd="0" presId="urn:microsoft.com/office/officeart/2018/2/layout/IconLabelDescriptionList"/>
    <dgm:cxn modelId="{A523CDD4-D3C3-4F42-9B99-D7557F00B2EB}" type="presParOf" srcId="{4C2665D6-C081-48C4-BA06-7839A1AAD11E}" destId="{23253843-E151-4C2D-9FAE-E6FBE860E0DA}" srcOrd="1" destOrd="0" presId="urn:microsoft.com/office/officeart/2018/2/layout/IconLabelDescriptionList"/>
    <dgm:cxn modelId="{5138B2B1-0E9C-4E98-A926-16E5622ABA19}" type="presParOf" srcId="{4C2665D6-C081-48C4-BA06-7839A1AAD11E}" destId="{23A04F94-1B30-421D-932C-E1163891D359}" srcOrd="2" destOrd="0" presId="urn:microsoft.com/office/officeart/2018/2/layout/IconLabelDescriptionList"/>
    <dgm:cxn modelId="{51BB89F3-8662-44DF-A451-431F4551F400}" type="presParOf" srcId="{4C2665D6-C081-48C4-BA06-7839A1AAD11E}" destId="{74CD43EC-CE20-45D0-BD10-9C585D76BDE7}" srcOrd="3" destOrd="0" presId="urn:microsoft.com/office/officeart/2018/2/layout/IconLabelDescriptionList"/>
    <dgm:cxn modelId="{53018055-B33C-4390-87F6-2D7034A94BFD}" type="presParOf" srcId="{4C2665D6-C081-48C4-BA06-7839A1AAD11E}" destId="{97F1D35F-B209-4990-8E77-A2F8305A5A8F}" srcOrd="4" destOrd="0" presId="urn:microsoft.com/office/officeart/2018/2/layout/IconLabelDescriptionList"/>
    <dgm:cxn modelId="{18AFC5CF-D34A-43D8-AB57-391A7C4556B1}" type="presParOf" srcId="{F77544C9-4491-40FF-A4C0-3621FE07D1B2}" destId="{D75F34A1-C54C-43D3-8DFA-0CE5530A7986}" srcOrd="3" destOrd="0" presId="urn:microsoft.com/office/officeart/2018/2/layout/IconLabelDescriptionList"/>
    <dgm:cxn modelId="{9D21CAFC-3013-4A75-8848-FD200A9E7ECD}" type="presParOf" srcId="{F77544C9-4491-40FF-A4C0-3621FE07D1B2}" destId="{D478F74F-C84E-4E67-902B-5F5781556AC8}" srcOrd="4" destOrd="0" presId="urn:microsoft.com/office/officeart/2018/2/layout/IconLabelDescriptionList"/>
    <dgm:cxn modelId="{DD69BBA2-098E-4292-94D6-756BD1E67D3A}" type="presParOf" srcId="{D478F74F-C84E-4E67-902B-5F5781556AC8}" destId="{B19DF803-B9CC-4C36-B98B-35E83C447F3F}" srcOrd="0" destOrd="0" presId="urn:microsoft.com/office/officeart/2018/2/layout/IconLabelDescriptionList"/>
    <dgm:cxn modelId="{AFA79ACF-A86A-4F18-A78B-7FDA60BC4F01}" type="presParOf" srcId="{D478F74F-C84E-4E67-902B-5F5781556AC8}" destId="{7607C821-E358-47CE-B078-9EE9560FBCB9}" srcOrd="1" destOrd="0" presId="urn:microsoft.com/office/officeart/2018/2/layout/IconLabelDescriptionList"/>
    <dgm:cxn modelId="{0D57707D-6580-427E-9CC1-645FE731BE83}" type="presParOf" srcId="{D478F74F-C84E-4E67-902B-5F5781556AC8}" destId="{2F35494E-BC7E-428F-BC2F-0B001B0A5C54}" srcOrd="2" destOrd="0" presId="urn:microsoft.com/office/officeart/2018/2/layout/IconLabelDescriptionList"/>
    <dgm:cxn modelId="{DB9A19A6-F5E2-4147-B347-70B706ED38F4}" type="presParOf" srcId="{D478F74F-C84E-4E67-902B-5F5781556AC8}" destId="{32467CD9-6101-4332-B159-89F7CDC12BB6}" srcOrd="3" destOrd="0" presId="urn:microsoft.com/office/officeart/2018/2/layout/IconLabelDescriptionList"/>
    <dgm:cxn modelId="{341B1B11-97E6-467F-8FA0-5E3D82E1CC40}" type="presParOf" srcId="{D478F74F-C84E-4E67-902B-5F5781556AC8}" destId="{9B169B8A-DF50-4C51-89E3-CB388D7AA05B}" srcOrd="4" destOrd="0" presId="urn:microsoft.com/office/officeart/2018/2/layout/IconLabelDescriptionList"/>
    <dgm:cxn modelId="{9D934E8D-3EA4-4201-BFB1-85C7E309E6A9}" type="presParOf" srcId="{F77544C9-4491-40FF-A4C0-3621FE07D1B2}" destId="{F070FB8F-1BF1-449C-8CBA-89CAC0CE82B2}" srcOrd="5" destOrd="0" presId="urn:microsoft.com/office/officeart/2018/2/layout/IconLabelDescriptionList"/>
    <dgm:cxn modelId="{C3FF7DD2-597A-49C7-977B-57F2A9F4C879}" type="presParOf" srcId="{F77544C9-4491-40FF-A4C0-3621FE07D1B2}" destId="{A8D53FBD-6B2B-4A80-9091-DDFC9A1C8432}" srcOrd="6" destOrd="0" presId="urn:microsoft.com/office/officeart/2018/2/layout/IconLabelDescriptionList"/>
    <dgm:cxn modelId="{9E61C919-CABA-49E8-9E45-A6B6015625EE}" type="presParOf" srcId="{A8D53FBD-6B2B-4A80-9091-DDFC9A1C8432}" destId="{20BA0D9B-4CC7-416E-8B44-AF68BC298B57}" srcOrd="0" destOrd="0" presId="urn:microsoft.com/office/officeart/2018/2/layout/IconLabelDescriptionList"/>
    <dgm:cxn modelId="{CE211FD9-89BF-490C-AE95-C8FCC309026B}" type="presParOf" srcId="{A8D53FBD-6B2B-4A80-9091-DDFC9A1C8432}" destId="{00530034-949C-4857-A266-F6E524870357}" srcOrd="1" destOrd="0" presId="urn:microsoft.com/office/officeart/2018/2/layout/IconLabelDescriptionList"/>
    <dgm:cxn modelId="{669F1671-8EB2-46D7-87B2-72F8FC0C78D1}" type="presParOf" srcId="{A8D53FBD-6B2B-4A80-9091-DDFC9A1C8432}" destId="{9CE38D0B-FFAA-46F6-9C0C-9178A45FB707}" srcOrd="2" destOrd="0" presId="urn:microsoft.com/office/officeart/2018/2/layout/IconLabelDescriptionList"/>
    <dgm:cxn modelId="{F6F15870-6145-476D-A6C3-4FF71440E218}" type="presParOf" srcId="{A8D53FBD-6B2B-4A80-9091-DDFC9A1C8432}" destId="{6DBAD8DF-57D0-48B7-9D9A-66BFAA9609E7}" srcOrd="3" destOrd="0" presId="urn:microsoft.com/office/officeart/2018/2/layout/IconLabelDescriptionList"/>
    <dgm:cxn modelId="{A5FFFA7D-100C-4C37-B735-31EFC87766D2}" type="presParOf" srcId="{A8D53FBD-6B2B-4A80-9091-DDFC9A1C8432}" destId="{1FC7F401-B3A4-47F7-B8A6-6D162BB46DB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3BE650-B6FB-488F-AF29-5A6982D6943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115ABFCC-6EE1-4468-8B6C-ECF6F82A2B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Famous paper</a:t>
          </a:r>
        </a:p>
      </dgm:t>
    </dgm:pt>
    <dgm:pt modelId="{C223D094-79EF-453F-928F-DB36433C49D1}" type="parTrans" cxnId="{88229B9A-44F4-4327-B3ED-669DB3C222E0}">
      <dgm:prSet/>
      <dgm:spPr/>
      <dgm:t>
        <a:bodyPr/>
        <a:lstStyle/>
        <a:p>
          <a:endParaRPr lang="tr-TR"/>
        </a:p>
      </dgm:t>
    </dgm:pt>
    <dgm:pt modelId="{B4A1982B-68DD-4D78-B917-E0A0B4269F6A}" type="sibTrans" cxnId="{88229B9A-44F4-4327-B3ED-669DB3C222E0}">
      <dgm:prSet/>
      <dgm:spPr/>
      <dgm:t>
        <a:bodyPr/>
        <a:lstStyle/>
        <a:p>
          <a:endParaRPr lang="tr-TR"/>
        </a:p>
      </dgm:t>
    </dgm:pt>
    <dgm:pt modelId="{9F1DFA07-F9FD-4ECF-AC9F-B16F30576A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known as “Bitcoin” or “Satoshi client” </a:t>
          </a:r>
          <a:endParaRPr lang="tr-TR"/>
        </a:p>
      </dgm:t>
    </dgm:pt>
    <dgm:pt modelId="{1A67A22A-AE92-418B-A07E-2CEB9E140BCF}" type="parTrans" cxnId="{F38ADED4-E6AD-409E-A690-4D73A2CAAC26}">
      <dgm:prSet/>
      <dgm:spPr/>
      <dgm:t>
        <a:bodyPr/>
        <a:lstStyle/>
        <a:p>
          <a:endParaRPr lang="tr-TR"/>
        </a:p>
      </dgm:t>
    </dgm:pt>
    <dgm:pt modelId="{1F707ECB-570B-4AAE-BAD8-1188332E3074}" type="sibTrans" cxnId="{F38ADED4-E6AD-409E-A690-4D73A2CAAC26}">
      <dgm:prSet/>
      <dgm:spPr/>
      <dgm:t>
        <a:bodyPr/>
        <a:lstStyle/>
        <a:p>
          <a:endParaRPr lang="tr-TR"/>
        </a:p>
      </dgm:t>
    </dgm:pt>
    <dgm:pt modelId="{264E67EF-317B-4AF7-884B-42E344AD23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Improvements</a:t>
          </a:r>
        </a:p>
      </dgm:t>
    </dgm:pt>
    <dgm:pt modelId="{DE7DA669-9759-4598-BD44-DA7293156469}" type="parTrans" cxnId="{0507467E-9C95-4FCF-87CF-F65E6A5912D9}">
      <dgm:prSet/>
      <dgm:spPr/>
      <dgm:t>
        <a:bodyPr/>
        <a:lstStyle/>
        <a:p>
          <a:endParaRPr lang="tr-TR"/>
        </a:p>
      </dgm:t>
    </dgm:pt>
    <dgm:pt modelId="{08C08D34-AE9A-408A-B1D1-8288253A49EE}" type="sibTrans" cxnId="{0507467E-9C95-4FCF-87CF-F65E6A5912D9}">
      <dgm:prSet/>
      <dgm:spPr/>
      <dgm:t>
        <a:bodyPr/>
        <a:lstStyle/>
        <a:p>
          <a:endParaRPr lang="tr-TR"/>
        </a:p>
      </dgm:t>
    </dgm:pt>
    <dgm:pt modelId="{91388F89-12F3-44E4-9266-EBC1922F4AB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1st version of Bitcoin implementation</a:t>
          </a:r>
        </a:p>
      </dgm:t>
    </dgm:pt>
    <dgm:pt modelId="{28CC936B-7A04-44D9-AF4D-248312DF93F8}" type="parTrans" cxnId="{FBF85384-A88E-4194-89D1-6E6885A27CA3}">
      <dgm:prSet/>
      <dgm:spPr/>
      <dgm:t>
        <a:bodyPr/>
        <a:lstStyle/>
        <a:p>
          <a:endParaRPr lang="tr-TR"/>
        </a:p>
      </dgm:t>
    </dgm:pt>
    <dgm:pt modelId="{7E74B2ED-C82A-4EB0-83C3-5EFB6C32EFC9}" type="sibTrans" cxnId="{FBF85384-A88E-4194-89D1-6E6885A27CA3}">
      <dgm:prSet/>
      <dgm:spPr/>
      <dgm:t>
        <a:bodyPr/>
        <a:lstStyle/>
        <a:p>
          <a:endParaRPr lang="tr-TR"/>
        </a:p>
      </dgm:t>
    </dgm:pt>
    <dgm:pt modelId="{00E66F14-D4F4-4400-B60B-40A22398BE0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«</a:t>
          </a:r>
          <a:r>
            <a:rPr lang="en-US" b="1">
              <a:hlinkClick xmlns:r="http://schemas.openxmlformats.org/officeDocument/2006/relationships" r:id="rId1"/>
            </a:rPr>
            <a:t>Bitcoin: A Peer-to-Peer Electronic Cash System</a:t>
          </a:r>
          <a:r>
            <a:rPr lang="tr-TR"/>
            <a:t>»</a:t>
          </a:r>
        </a:p>
      </dgm:t>
    </dgm:pt>
    <dgm:pt modelId="{07A0E2A5-F124-4E04-A19B-F068DC3C47B2}" type="parTrans" cxnId="{68F44793-4E57-4733-A8ED-C941EC7576E9}">
      <dgm:prSet/>
      <dgm:spPr/>
      <dgm:t>
        <a:bodyPr/>
        <a:lstStyle/>
        <a:p>
          <a:endParaRPr lang="tr-TR"/>
        </a:p>
      </dgm:t>
    </dgm:pt>
    <dgm:pt modelId="{AFBBCADA-79B4-4345-B874-D1F8DBD66CAB}" type="sibTrans" cxnId="{68F44793-4E57-4733-A8ED-C941EC7576E9}">
      <dgm:prSet/>
      <dgm:spPr/>
      <dgm:t>
        <a:bodyPr/>
        <a:lstStyle/>
        <a:p>
          <a:endParaRPr lang="tr-TR"/>
        </a:p>
      </dgm:t>
    </dgm:pt>
    <dgm:pt modelId="{34E0116D-F433-41C6-A280-7080E6ED2C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“Satoshi client”</a:t>
          </a:r>
          <a:endParaRPr lang="tr-TR"/>
        </a:p>
      </dgm:t>
    </dgm:pt>
    <dgm:pt modelId="{BD33E5A4-6A52-4D13-BCBE-D664D5FD3ECA}" type="parTrans" cxnId="{AD6204BC-A8D6-4F2F-ADCF-BB73EF98C226}">
      <dgm:prSet/>
      <dgm:spPr/>
      <dgm:t>
        <a:bodyPr/>
        <a:lstStyle/>
        <a:p>
          <a:endParaRPr lang="tr-TR"/>
        </a:p>
      </dgm:t>
    </dgm:pt>
    <dgm:pt modelId="{1F645C47-6CC2-422F-AA15-E37667EFB769}" type="sibTrans" cxnId="{AD6204BC-A8D6-4F2F-ADCF-BB73EF98C226}">
      <dgm:prSet/>
      <dgm:spPr/>
      <dgm:t>
        <a:bodyPr/>
        <a:lstStyle/>
        <a:p>
          <a:endParaRPr lang="tr-TR"/>
        </a:p>
      </dgm:t>
    </dgm:pt>
    <dgm:pt modelId="{935F0885-C988-452D-B33F-371CB08C31B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Implemented</a:t>
          </a:r>
        </a:p>
      </dgm:t>
    </dgm:pt>
    <dgm:pt modelId="{95BC36A3-46AF-4E07-B758-2279A1E712CC}" type="parTrans" cxnId="{6E5180F1-ED64-4C41-A1AE-641C10C90FD3}">
      <dgm:prSet/>
      <dgm:spPr/>
      <dgm:t>
        <a:bodyPr/>
        <a:lstStyle/>
        <a:p>
          <a:endParaRPr lang="tr-TR"/>
        </a:p>
      </dgm:t>
    </dgm:pt>
    <dgm:pt modelId="{68F7E885-C1DA-44F5-BFBE-C547A16E9602}" type="sibTrans" cxnId="{6E5180F1-ED64-4C41-A1AE-641C10C90FD3}">
      <dgm:prSet/>
      <dgm:spPr/>
      <dgm:t>
        <a:bodyPr/>
        <a:lstStyle/>
        <a:p>
          <a:endParaRPr lang="tr-TR"/>
        </a:p>
      </dgm:t>
    </dgm:pt>
    <dgm:pt modelId="{B88650C0-A6F8-4E4E-934D-E8467E369F7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Satoshi client </a:t>
          </a:r>
          <a:r>
            <a:rPr lang="en-US"/>
            <a:t>has been heavily modified and improved</a:t>
          </a:r>
          <a:endParaRPr lang="tr-TR"/>
        </a:p>
      </dgm:t>
    </dgm:pt>
    <dgm:pt modelId="{852046FF-35FC-4552-BA11-BED328CAC65E}" type="parTrans" cxnId="{E736C53E-D37A-4140-9FB3-AC4EEA1C6993}">
      <dgm:prSet/>
      <dgm:spPr/>
      <dgm:t>
        <a:bodyPr/>
        <a:lstStyle/>
        <a:p>
          <a:endParaRPr lang="tr-TR"/>
        </a:p>
      </dgm:t>
    </dgm:pt>
    <dgm:pt modelId="{3C523D2B-7087-40C8-857A-116799FDDC6F}" type="sibTrans" cxnId="{E736C53E-D37A-4140-9FB3-AC4EEA1C6993}">
      <dgm:prSet/>
      <dgm:spPr/>
      <dgm:t>
        <a:bodyPr/>
        <a:lstStyle/>
        <a:p>
          <a:endParaRPr lang="tr-TR"/>
        </a:p>
      </dgm:t>
    </dgm:pt>
    <dgm:pt modelId="{98E8E193-5BB6-4783-841B-E721BAFC4D5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before the white paper</a:t>
          </a:r>
        </a:p>
      </dgm:t>
    </dgm:pt>
    <dgm:pt modelId="{DD3549C8-6798-4F50-ADA7-4D3EDBAF9A58}" type="parTrans" cxnId="{12ECD63A-F044-412F-B9DD-3292A2C1F93E}">
      <dgm:prSet/>
      <dgm:spPr/>
      <dgm:t>
        <a:bodyPr/>
        <a:lstStyle/>
        <a:p>
          <a:endParaRPr lang="tr-TR"/>
        </a:p>
      </dgm:t>
    </dgm:pt>
    <dgm:pt modelId="{8EFC53B8-67E3-4EFC-B10F-2A4BE59D3665}" type="sibTrans" cxnId="{12ECD63A-F044-412F-B9DD-3292A2C1F93E}">
      <dgm:prSet/>
      <dgm:spPr/>
      <dgm:t>
        <a:bodyPr/>
        <a:lstStyle/>
        <a:p>
          <a:endParaRPr lang="tr-TR"/>
        </a:p>
      </dgm:t>
    </dgm:pt>
    <dgm:pt modelId="{3B5E6409-0456-4070-90B3-7CBD0FB371C1}" type="pres">
      <dgm:prSet presAssocID="{6C3BE650-B6FB-488F-AF29-5A6982D69432}" presName="root" presStyleCnt="0">
        <dgm:presLayoutVars>
          <dgm:dir/>
          <dgm:resizeHandles val="exact"/>
        </dgm:presLayoutVars>
      </dgm:prSet>
      <dgm:spPr/>
    </dgm:pt>
    <dgm:pt modelId="{78C46CB4-A9D9-4456-87D3-1A5EB0BA9727}" type="pres">
      <dgm:prSet presAssocID="{115ABFCC-6EE1-4468-8B6C-ECF6F82A2B3A}" presName="compNode" presStyleCnt="0"/>
      <dgm:spPr/>
    </dgm:pt>
    <dgm:pt modelId="{FBDFAA34-9036-450C-B6CD-871F31F66AA9}" type="pres">
      <dgm:prSet presAssocID="{115ABFCC-6EE1-4468-8B6C-ECF6F82A2B3A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A832CB35-8CEB-41E9-88A8-86C096C12AEF}" type="pres">
      <dgm:prSet presAssocID="{115ABFCC-6EE1-4468-8B6C-ECF6F82A2B3A}" presName="iconSpace" presStyleCnt="0"/>
      <dgm:spPr/>
    </dgm:pt>
    <dgm:pt modelId="{B1057C4D-8927-4F7B-B346-6291BF1B461A}" type="pres">
      <dgm:prSet presAssocID="{115ABFCC-6EE1-4468-8B6C-ECF6F82A2B3A}" presName="parTx" presStyleLbl="revTx" presStyleIdx="0" presStyleCnt="8">
        <dgm:presLayoutVars>
          <dgm:chMax val="0"/>
          <dgm:chPref val="0"/>
        </dgm:presLayoutVars>
      </dgm:prSet>
      <dgm:spPr/>
    </dgm:pt>
    <dgm:pt modelId="{CC331EBB-741B-4D02-A6CB-D4395110B4EE}" type="pres">
      <dgm:prSet presAssocID="{115ABFCC-6EE1-4468-8B6C-ECF6F82A2B3A}" presName="txSpace" presStyleCnt="0"/>
      <dgm:spPr/>
    </dgm:pt>
    <dgm:pt modelId="{A3E79B86-EA3F-4751-A227-A1E2FEE1E29A}" type="pres">
      <dgm:prSet presAssocID="{115ABFCC-6EE1-4468-8B6C-ECF6F82A2B3A}" presName="desTx" presStyleLbl="revTx" presStyleIdx="1" presStyleCnt="8">
        <dgm:presLayoutVars/>
      </dgm:prSet>
      <dgm:spPr/>
    </dgm:pt>
    <dgm:pt modelId="{303F9C46-1E5E-40CB-8223-341347C7939E}" type="pres">
      <dgm:prSet presAssocID="{B4A1982B-68DD-4D78-B917-E0A0B4269F6A}" presName="sibTrans" presStyleCnt="0"/>
      <dgm:spPr/>
    </dgm:pt>
    <dgm:pt modelId="{93317B43-B961-4B93-AC95-39490C6BB84B}" type="pres">
      <dgm:prSet presAssocID="{34E0116D-F433-41C6-A280-7080E6ED2C5D}" presName="compNode" presStyleCnt="0"/>
      <dgm:spPr/>
    </dgm:pt>
    <dgm:pt modelId="{072F77A7-E35D-44A1-8A98-7B71D2A59A17}" type="pres">
      <dgm:prSet presAssocID="{34E0116D-F433-41C6-A280-7080E6ED2C5D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E418F25B-D07E-45ED-8068-7F9B7D5D6F31}" type="pres">
      <dgm:prSet presAssocID="{34E0116D-F433-41C6-A280-7080E6ED2C5D}" presName="iconSpace" presStyleCnt="0"/>
      <dgm:spPr/>
    </dgm:pt>
    <dgm:pt modelId="{BAA73B6B-D03B-4DA0-9A0A-83405DBEE2A0}" type="pres">
      <dgm:prSet presAssocID="{34E0116D-F433-41C6-A280-7080E6ED2C5D}" presName="parTx" presStyleLbl="revTx" presStyleIdx="2" presStyleCnt="8">
        <dgm:presLayoutVars>
          <dgm:chMax val="0"/>
          <dgm:chPref val="0"/>
        </dgm:presLayoutVars>
      </dgm:prSet>
      <dgm:spPr/>
    </dgm:pt>
    <dgm:pt modelId="{DB06561A-F052-451E-A8A7-BE78CD9E6C8F}" type="pres">
      <dgm:prSet presAssocID="{34E0116D-F433-41C6-A280-7080E6ED2C5D}" presName="txSpace" presStyleCnt="0"/>
      <dgm:spPr/>
    </dgm:pt>
    <dgm:pt modelId="{F9C64AAF-E07F-474E-94B0-FC4F167CF0B2}" type="pres">
      <dgm:prSet presAssocID="{34E0116D-F433-41C6-A280-7080E6ED2C5D}" presName="desTx" presStyleLbl="revTx" presStyleIdx="3" presStyleCnt="8">
        <dgm:presLayoutVars/>
      </dgm:prSet>
      <dgm:spPr/>
    </dgm:pt>
    <dgm:pt modelId="{A03BD7F3-9990-4DD6-8DCA-9E412FC99552}" type="pres">
      <dgm:prSet presAssocID="{1F645C47-6CC2-422F-AA15-E37667EFB769}" presName="sibTrans" presStyleCnt="0"/>
      <dgm:spPr/>
    </dgm:pt>
    <dgm:pt modelId="{6802799B-6652-49D3-9B87-1583776B7DF7}" type="pres">
      <dgm:prSet presAssocID="{935F0885-C988-452D-B33F-371CB08C31BF}" presName="compNode" presStyleCnt="0"/>
      <dgm:spPr/>
    </dgm:pt>
    <dgm:pt modelId="{6ACE23B9-A9CA-4D3A-B703-3FA92D80D17F}" type="pres">
      <dgm:prSet presAssocID="{935F0885-C988-452D-B33F-371CB08C31BF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F78FCD-5807-4706-A884-22F6FE651EDA}" type="pres">
      <dgm:prSet presAssocID="{935F0885-C988-452D-B33F-371CB08C31BF}" presName="iconSpace" presStyleCnt="0"/>
      <dgm:spPr/>
    </dgm:pt>
    <dgm:pt modelId="{E96A4E5A-20C7-450B-9D8B-6BCC496013DA}" type="pres">
      <dgm:prSet presAssocID="{935F0885-C988-452D-B33F-371CB08C31BF}" presName="parTx" presStyleLbl="revTx" presStyleIdx="4" presStyleCnt="8">
        <dgm:presLayoutVars>
          <dgm:chMax val="0"/>
          <dgm:chPref val="0"/>
        </dgm:presLayoutVars>
      </dgm:prSet>
      <dgm:spPr/>
    </dgm:pt>
    <dgm:pt modelId="{DB459A1B-2E91-41E1-B2B7-2AF2336B63DA}" type="pres">
      <dgm:prSet presAssocID="{935F0885-C988-452D-B33F-371CB08C31BF}" presName="txSpace" presStyleCnt="0"/>
      <dgm:spPr/>
    </dgm:pt>
    <dgm:pt modelId="{853D5ECF-2018-490B-B0BD-2A2D65865561}" type="pres">
      <dgm:prSet presAssocID="{935F0885-C988-452D-B33F-371CB08C31BF}" presName="desTx" presStyleLbl="revTx" presStyleIdx="5" presStyleCnt="8">
        <dgm:presLayoutVars/>
      </dgm:prSet>
      <dgm:spPr/>
    </dgm:pt>
    <dgm:pt modelId="{27253CDD-164A-403B-9C2B-30256BFD7608}" type="pres">
      <dgm:prSet presAssocID="{68F7E885-C1DA-44F5-BFBE-C547A16E9602}" presName="sibTrans" presStyleCnt="0"/>
      <dgm:spPr/>
    </dgm:pt>
    <dgm:pt modelId="{B8A89C28-5B24-41B0-B44E-DA816F3D1DAB}" type="pres">
      <dgm:prSet presAssocID="{264E67EF-317B-4AF7-884B-42E344AD23E0}" presName="compNode" presStyleCnt="0"/>
      <dgm:spPr/>
    </dgm:pt>
    <dgm:pt modelId="{B829B3F8-45AC-43F6-A95E-FF39B80DB9D9}" type="pres">
      <dgm:prSet presAssocID="{264E67EF-317B-4AF7-884B-42E344AD23E0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90EBEE75-FCED-4A54-A49F-66EDADD5F14A}" type="pres">
      <dgm:prSet presAssocID="{264E67EF-317B-4AF7-884B-42E344AD23E0}" presName="iconSpace" presStyleCnt="0"/>
      <dgm:spPr/>
    </dgm:pt>
    <dgm:pt modelId="{658B80AF-799C-4596-B290-709F6336629C}" type="pres">
      <dgm:prSet presAssocID="{264E67EF-317B-4AF7-884B-42E344AD23E0}" presName="parTx" presStyleLbl="revTx" presStyleIdx="6" presStyleCnt="8">
        <dgm:presLayoutVars>
          <dgm:chMax val="0"/>
          <dgm:chPref val="0"/>
        </dgm:presLayoutVars>
      </dgm:prSet>
      <dgm:spPr/>
    </dgm:pt>
    <dgm:pt modelId="{288D2A35-D894-483D-B58A-8057785BD6AE}" type="pres">
      <dgm:prSet presAssocID="{264E67EF-317B-4AF7-884B-42E344AD23E0}" presName="txSpace" presStyleCnt="0"/>
      <dgm:spPr/>
    </dgm:pt>
    <dgm:pt modelId="{AE3EC585-7575-4573-9856-2829E80545CF}" type="pres">
      <dgm:prSet presAssocID="{264E67EF-317B-4AF7-884B-42E344AD23E0}" presName="desTx" presStyleLbl="revTx" presStyleIdx="7" presStyleCnt="8">
        <dgm:presLayoutVars/>
      </dgm:prSet>
      <dgm:spPr/>
    </dgm:pt>
  </dgm:ptLst>
  <dgm:cxnLst>
    <dgm:cxn modelId="{31D27103-7DD3-49CB-A852-2703F2808F7C}" type="presOf" srcId="{115ABFCC-6EE1-4468-8B6C-ECF6F82A2B3A}" destId="{B1057C4D-8927-4F7B-B346-6291BF1B461A}" srcOrd="0" destOrd="0" presId="urn:microsoft.com/office/officeart/2018/2/layout/IconLabelDescriptionList"/>
    <dgm:cxn modelId="{B69A0509-B7FA-43DB-AD7D-7CD8230E92D0}" type="presOf" srcId="{9F1DFA07-F9FD-4ECF-AC9F-B16F30576A28}" destId="{F9C64AAF-E07F-474E-94B0-FC4F167CF0B2}" srcOrd="0" destOrd="1" presId="urn:microsoft.com/office/officeart/2018/2/layout/IconLabelDescriptionList"/>
    <dgm:cxn modelId="{9D5A5C14-7D64-4752-826C-E18B98DC50FF}" type="presOf" srcId="{91388F89-12F3-44E4-9266-EBC1922F4ABB}" destId="{F9C64AAF-E07F-474E-94B0-FC4F167CF0B2}" srcOrd="0" destOrd="0" presId="urn:microsoft.com/office/officeart/2018/2/layout/IconLabelDescriptionList"/>
    <dgm:cxn modelId="{0B51AE1F-DD78-427D-95D9-E8BB70C6FEFF}" type="presOf" srcId="{00E66F14-D4F4-4400-B60B-40A22398BE07}" destId="{A3E79B86-EA3F-4751-A227-A1E2FEE1E29A}" srcOrd="0" destOrd="0" presId="urn:microsoft.com/office/officeart/2018/2/layout/IconLabelDescriptionList"/>
    <dgm:cxn modelId="{92296D27-48F6-43EF-992F-A60B528660F2}" type="presOf" srcId="{34E0116D-F433-41C6-A280-7080E6ED2C5D}" destId="{BAA73B6B-D03B-4DA0-9A0A-83405DBEE2A0}" srcOrd="0" destOrd="0" presId="urn:microsoft.com/office/officeart/2018/2/layout/IconLabelDescriptionList"/>
    <dgm:cxn modelId="{44D8C82D-37C4-4263-B88B-BE538BFA3D91}" type="presOf" srcId="{B88650C0-A6F8-4E4E-934D-E8467E369F7C}" destId="{AE3EC585-7575-4573-9856-2829E80545CF}" srcOrd="0" destOrd="0" presId="urn:microsoft.com/office/officeart/2018/2/layout/IconLabelDescriptionList"/>
    <dgm:cxn modelId="{12ECD63A-F044-412F-B9DD-3292A2C1F93E}" srcId="{935F0885-C988-452D-B33F-371CB08C31BF}" destId="{98E8E193-5BB6-4783-841B-E721BAFC4D5C}" srcOrd="0" destOrd="0" parTransId="{DD3549C8-6798-4F50-ADA7-4D3EDBAF9A58}" sibTransId="{8EFC53B8-67E3-4EFC-B10F-2A4BE59D3665}"/>
    <dgm:cxn modelId="{E736C53E-D37A-4140-9FB3-AC4EEA1C6993}" srcId="{264E67EF-317B-4AF7-884B-42E344AD23E0}" destId="{B88650C0-A6F8-4E4E-934D-E8467E369F7C}" srcOrd="0" destOrd="0" parTransId="{852046FF-35FC-4552-BA11-BED328CAC65E}" sibTransId="{3C523D2B-7087-40C8-857A-116799FDDC6F}"/>
    <dgm:cxn modelId="{64E9AC4A-3F6F-4FFA-B3BD-9BE2AAE121F8}" type="presOf" srcId="{264E67EF-317B-4AF7-884B-42E344AD23E0}" destId="{658B80AF-799C-4596-B290-709F6336629C}" srcOrd="0" destOrd="0" presId="urn:microsoft.com/office/officeart/2018/2/layout/IconLabelDescriptionList"/>
    <dgm:cxn modelId="{283A0A57-B4FA-4744-AC6A-D2E259935237}" type="presOf" srcId="{6C3BE650-B6FB-488F-AF29-5A6982D69432}" destId="{3B5E6409-0456-4070-90B3-7CBD0FB371C1}" srcOrd="0" destOrd="0" presId="urn:microsoft.com/office/officeart/2018/2/layout/IconLabelDescriptionList"/>
    <dgm:cxn modelId="{0507467E-9C95-4FCF-87CF-F65E6A5912D9}" srcId="{6C3BE650-B6FB-488F-AF29-5A6982D69432}" destId="{264E67EF-317B-4AF7-884B-42E344AD23E0}" srcOrd="3" destOrd="0" parTransId="{DE7DA669-9759-4598-BD44-DA7293156469}" sibTransId="{08C08D34-AE9A-408A-B1D1-8288253A49EE}"/>
    <dgm:cxn modelId="{FBF85384-A88E-4194-89D1-6E6885A27CA3}" srcId="{34E0116D-F433-41C6-A280-7080E6ED2C5D}" destId="{91388F89-12F3-44E4-9266-EBC1922F4ABB}" srcOrd="0" destOrd="0" parTransId="{28CC936B-7A04-44D9-AF4D-248312DF93F8}" sibTransId="{7E74B2ED-C82A-4EB0-83C3-5EFB6C32EFC9}"/>
    <dgm:cxn modelId="{68F44793-4E57-4733-A8ED-C941EC7576E9}" srcId="{115ABFCC-6EE1-4468-8B6C-ECF6F82A2B3A}" destId="{00E66F14-D4F4-4400-B60B-40A22398BE07}" srcOrd="0" destOrd="0" parTransId="{07A0E2A5-F124-4E04-A19B-F068DC3C47B2}" sibTransId="{AFBBCADA-79B4-4345-B874-D1F8DBD66CAB}"/>
    <dgm:cxn modelId="{832C4B95-84D7-474A-BC0D-17D894499499}" type="presOf" srcId="{935F0885-C988-452D-B33F-371CB08C31BF}" destId="{E96A4E5A-20C7-450B-9D8B-6BCC496013DA}" srcOrd="0" destOrd="0" presId="urn:microsoft.com/office/officeart/2018/2/layout/IconLabelDescriptionList"/>
    <dgm:cxn modelId="{88229B9A-44F4-4327-B3ED-669DB3C222E0}" srcId="{6C3BE650-B6FB-488F-AF29-5A6982D69432}" destId="{115ABFCC-6EE1-4468-8B6C-ECF6F82A2B3A}" srcOrd="0" destOrd="0" parTransId="{C223D094-79EF-453F-928F-DB36433C49D1}" sibTransId="{B4A1982B-68DD-4D78-B917-E0A0B4269F6A}"/>
    <dgm:cxn modelId="{2BDE4C9B-F390-4DAA-972D-9FDCD8D1AE62}" type="presOf" srcId="{98E8E193-5BB6-4783-841B-E721BAFC4D5C}" destId="{853D5ECF-2018-490B-B0BD-2A2D65865561}" srcOrd="0" destOrd="0" presId="urn:microsoft.com/office/officeart/2018/2/layout/IconLabelDescriptionList"/>
    <dgm:cxn modelId="{AD6204BC-A8D6-4F2F-ADCF-BB73EF98C226}" srcId="{6C3BE650-B6FB-488F-AF29-5A6982D69432}" destId="{34E0116D-F433-41C6-A280-7080E6ED2C5D}" srcOrd="1" destOrd="0" parTransId="{BD33E5A4-6A52-4D13-BCBE-D664D5FD3ECA}" sibTransId="{1F645C47-6CC2-422F-AA15-E37667EFB769}"/>
    <dgm:cxn modelId="{F38ADED4-E6AD-409E-A690-4D73A2CAAC26}" srcId="{34E0116D-F433-41C6-A280-7080E6ED2C5D}" destId="{9F1DFA07-F9FD-4ECF-AC9F-B16F30576A28}" srcOrd="1" destOrd="0" parTransId="{1A67A22A-AE92-418B-A07E-2CEB9E140BCF}" sibTransId="{1F707ECB-570B-4AAE-BAD8-1188332E3074}"/>
    <dgm:cxn modelId="{6E5180F1-ED64-4C41-A1AE-641C10C90FD3}" srcId="{6C3BE650-B6FB-488F-AF29-5A6982D69432}" destId="{935F0885-C988-452D-B33F-371CB08C31BF}" srcOrd="2" destOrd="0" parTransId="{95BC36A3-46AF-4E07-B758-2279A1E712CC}" sibTransId="{68F7E885-C1DA-44F5-BFBE-C547A16E9602}"/>
    <dgm:cxn modelId="{D9C447D7-A444-4434-ABB1-2B68743CA7AD}" type="presParOf" srcId="{3B5E6409-0456-4070-90B3-7CBD0FB371C1}" destId="{78C46CB4-A9D9-4456-87D3-1A5EB0BA9727}" srcOrd="0" destOrd="0" presId="urn:microsoft.com/office/officeart/2018/2/layout/IconLabelDescriptionList"/>
    <dgm:cxn modelId="{531B65D2-335B-4D36-81CC-D298606319AA}" type="presParOf" srcId="{78C46CB4-A9D9-4456-87D3-1A5EB0BA9727}" destId="{FBDFAA34-9036-450C-B6CD-871F31F66AA9}" srcOrd="0" destOrd="0" presId="urn:microsoft.com/office/officeart/2018/2/layout/IconLabelDescriptionList"/>
    <dgm:cxn modelId="{9E29DDD3-5BB3-4EE5-BE41-54FFB664EC9F}" type="presParOf" srcId="{78C46CB4-A9D9-4456-87D3-1A5EB0BA9727}" destId="{A832CB35-8CEB-41E9-88A8-86C096C12AEF}" srcOrd="1" destOrd="0" presId="urn:microsoft.com/office/officeart/2018/2/layout/IconLabelDescriptionList"/>
    <dgm:cxn modelId="{33704F62-BABA-4785-8B77-F0D91AC68A3E}" type="presParOf" srcId="{78C46CB4-A9D9-4456-87D3-1A5EB0BA9727}" destId="{B1057C4D-8927-4F7B-B346-6291BF1B461A}" srcOrd="2" destOrd="0" presId="urn:microsoft.com/office/officeart/2018/2/layout/IconLabelDescriptionList"/>
    <dgm:cxn modelId="{7341D8AA-86C0-4701-A3E1-DB065FD1DF9D}" type="presParOf" srcId="{78C46CB4-A9D9-4456-87D3-1A5EB0BA9727}" destId="{CC331EBB-741B-4D02-A6CB-D4395110B4EE}" srcOrd="3" destOrd="0" presId="urn:microsoft.com/office/officeart/2018/2/layout/IconLabelDescriptionList"/>
    <dgm:cxn modelId="{EED1AC6B-B52B-4225-BE35-F05580FA9E00}" type="presParOf" srcId="{78C46CB4-A9D9-4456-87D3-1A5EB0BA9727}" destId="{A3E79B86-EA3F-4751-A227-A1E2FEE1E29A}" srcOrd="4" destOrd="0" presId="urn:microsoft.com/office/officeart/2018/2/layout/IconLabelDescriptionList"/>
    <dgm:cxn modelId="{FAF5A6A9-DB82-46BE-B9AC-B363C14A2672}" type="presParOf" srcId="{3B5E6409-0456-4070-90B3-7CBD0FB371C1}" destId="{303F9C46-1E5E-40CB-8223-341347C7939E}" srcOrd="1" destOrd="0" presId="urn:microsoft.com/office/officeart/2018/2/layout/IconLabelDescriptionList"/>
    <dgm:cxn modelId="{D9C9B912-90DA-4C1B-A97D-BEDCA47464BD}" type="presParOf" srcId="{3B5E6409-0456-4070-90B3-7CBD0FB371C1}" destId="{93317B43-B961-4B93-AC95-39490C6BB84B}" srcOrd="2" destOrd="0" presId="urn:microsoft.com/office/officeart/2018/2/layout/IconLabelDescriptionList"/>
    <dgm:cxn modelId="{20DCBFBF-BF1F-4A3A-9334-D66EDA6B3196}" type="presParOf" srcId="{93317B43-B961-4B93-AC95-39490C6BB84B}" destId="{072F77A7-E35D-44A1-8A98-7B71D2A59A17}" srcOrd="0" destOrd="0" presId="urn:microsoft.com/office/officeart/2018/2/layout/IconLabelDescriptionList"/>
    <dgm:cxn modelId="{50EEE07E-ECC9-4C6A-B732-B807F249BBCD}" type="presParOf" srcId="{93317B43-B961-4B93-AC95-39490C6BB84B}" destId="{E418F25B-D07E-45ED-8068-7F9B7D5D6F31}" srcOrd="1" destOrd="0" presId="urn:microsoft.com/office/officeart/2018/2/layout/IconLabelDescriptionList"/>
    <dgm:cxn modelId="{99A8A6EE-35A4-44B2-847A-3A5B45C573A8}" type="presParOf" srcId="{93317B43-B961-4B93-AC95-39490C6BB84B}" destId="{BAA73B6B-D03B-4DA0-9A0A-83405DBEE2A0}" srcOrd="2" destOrd="0" presId="urn:microsoft.com/office/officeart/2018/2/layout/IconLabelDescriptionList"/>
    <dgm:cxn modelId="{0B8A887B-7918-496C-A8D7-4FCEE517DF7A}" type="presParOf" srcId="{93317B43-B961-4B93-AC95-39490C6BB84B}" destId="{DB06561A-F052-451E-A8A7-BE78CD9E6C8F}" srcOrd="3" destOrd="0" presId="urn:microsoft.com/office/officeart/2018/2/layout/IconLabelDescriptionList"/>
    <dgm:cxn modelId="{D4DEBC99-E2B8-444D-B860-C027E22AB399}" type="presParOf" srcId="{93317B43-B961-4B93-AC95-39490C6BB84B}" destId="{F9C64AAF-E07F-474E-94B0-FC4F167CF0B2}" srcOrd="4" destOrd="0" presId="urn:microsoft.com/office/officeart/2018/2/layout/IconLabelDescriptionList"/>
    <dgm:cxn modelId="{729EF110-48C9-471D-B60C-2EED4FA6B507}" type="presParOf" srcId="{3B5E6409-0456-4070-90B3-7CBD0FB371C1}" destId="{A03BD7F3-9990-4DD6-8DCA-9E412FC99552}" srcOrd="3" destOrd="0" presId="urn:microsoft.com/office/officeart/2018/2/layout/IconLabelDescriptionList"/>
    <dgm:cxn modelId="{F0DA3CCB-6D88-4ED0-AC67-34422B34EA8E}" type="presParOf" srcId="{3B5E6409-0456-4070-90B3-7CBD0FB371C1}" destId="{6802799B-6652-49D3-9B87-1583776B7DF7}" srcOrd="4" destOrd="0" presId="urn:microsoft.com/office/officeart/2018/2/layout/IconLabelDescriptionList"/>
    <dgm:cxn modelId="{33D21E7C-E16A-4B23-A437-CF344C7B582D}" type="presParOf" srcId="{6802799B-6652-49D3-9B87-1583776B7DF7}" destId="{6ACE23B9-A9CA-4D3A-B703-3FA92D80D17F}" srcOrd="0" destOrd="0" presId="urn:microsoft.com/office/officeart/2018/2/layout/IconLabelDescriptionList"/>
    <dgm:cxn modelId="{606EA882-1C49-4E7E-99A7-A310B35868A9}" type="presParOf" srcId="{6802799B-6652-49D3-9B87-1583776B7DF7}" destId="{D6F78FCD-5807-4706-A884-22F6FE651EDA}" srcOrd="1" destOrd="0" presId="urn:microsoft.com/office/officeart/2018/2/layout/IconLabelDescriptionList"/>
    <dgm:cxn modelId="{AB2B0EAA-422F-4BA1-ADEF-B943676DEC46}" type="presParOf" srcId="{6802799B-6652-49D3-9B87-1583776B7DF7}" destId="{E96A4E5A-20C7-450B-9D8B-6BCC496013DA}" srcOrd="2" destOrd="0" presId="urn:microsoft.com/office/officeart/2018/2/layout/IconLabelDescriptionList"/>
    <dgm:cxn modelId="{B8D6A42A-A4DD-4CC4-93FF-5100EAF09891}" type="presParOf" srcId="{6802799B-6652-49D3-9B87-1583776B7DF7}" destId="{DB459A1B-2E91-41E1-B2B7-2AF2336B63DA}" srcOrd="3" destOrd="0" presId="urn:microsoft.com/office/officeart/2018/2/layout/IconLabelDescriptionList"/>
    <dgm:cxn modelId="{8037B35B-1CBD-418F-AE7A-1380BA4F499D}" type="presParOf" srcId="{6802799B-6652-49D3-9B87-1583776B7DF7}" destId="{853D5ECF-2018-490B-B0BD-2A2D65865561}" srcOrd="4" destOrd="0" presId="urn:microsoft.com/office/officeart/2018/2/layout/IconLabelDescriptionList"/>
    <dgm:cxn modelId="{58DA3D9A-49F0-4C4A-9EF4-0E7D4F0F903A}" type="presParOf" srcId="{3B5E6409-0456-4070-90B3-7CBD0FB371C1}" destId="{27253CDD-164A-403B-9C2B-30256BFD7608}" srcOrd="5" destOrd="0" presId="urn:microsoft.com/office/officeart/2018/2/layout/IconLabelDescriptionList"/>
    <dgm:cxn modelId="{E9F875B5-CAB5-475B-B75A-B2D64F37AA08}" type="presParOf" srcId="{3B5E6409-0456-4070-90B3-7CBD0FB371C1}" destId="{B8A89C28-5B24-41B0-B44E-DA816F3D1DAB}" srcOrd="6" destOrd="0" presId="urn:microsoft.com/office/officeart/2018/2/layout/IconLabelDescriptionList"/>
    <dgm:cxn modelId="{5ABFB0C8-1C93-457A-AB62-AB26E4508117}" type="presParOf" srcId="{B8A89C28-5B24-41B0-B44E-DA816F3D1DAB}" destId="{B829B3F8-45AC-43F6-A95E-FF39B80DB9D9}" srcOrd="0" destOrd="0" presId="urn:microsoft.com/office/officeart/2018/2/layout/IconLabelDescriptionList"/>
    <dgm:cxn modelId="{E6F821A7-E965-4F7D-B480-333CCD85BB98}" type="presParOf" srcId="{B8A89C28-5B24-41B0-B44E-DA816F3D1DAB}" destId="{90EBEE75-FCED-4A54-A49F-66EDADD5F14A}" srcOrd="1" destOrd="0" presId="urn:microsoft.com/office/officeart/2018/2/layout/IconLabelDescriptionList"/>
    <dgm:cxn modelId="{7CF2C796-3700-4402-9604-4897A0547E7D}" type="presParOf" srcId="{B8A89C28-5B24-41B0-B44E-DA816F3D1DAB}" destId="{658B80AF-799C-4596-B290-709F6336629C}" srcOrd="2" destOrd="0" presId="urn:microsoft.com/office/officeart/2018/2/layout/IconLabelDescriptionList"/>
    <dgm:cxn modelId="{3E2670C3-0B22-4955-B21F-AF2779C247A0}" type="presParOf" srcId="{B8A89C28-5B24-41B0-B44E-DA816F3D1DAB}" destId="{288D2A35-D894-483D-B58A-8057785BD6AE}" srcOrd="3" destOrd="0" presId="urn:microsoft.com/office/officeart/2018/2/layout/IconLabelDescriptionList"/>
    <dgm:cxn modelId="{ADB729AC-F98C-46E9-8165-AC2E932E559B}" type="presParOf" srcId="{B8A89C28-5B24-41B0-B44E-DA816F3D1DAB}" destId="{AE3EC585-7575-4573-9856-2829E80545C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DAA8FE-F1D9-451E-B529-EBDE1DEE54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A6844488-36DF-415B-B563-65C74AB700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«Client» </a:t>
          </a:r>
          <a:r>
            <a:rPr lang="tr-TR" dirty="0" err="1"/>
            <a:t>to</a:t>
          </a:r>
          <a:r>
            <a:rPr lang="tr-TR" dirty="0"/>
            <a:t> «</a:t>
          </a:r>
          <a:r>
            <a:rPr lang="tr-TR" dirty="0" err="1"/>
            <a:t>Core</a:t>
          </a:r>
          <a:r>
            <a:rPr lang="tr-TR" dirty="0"/>
            <a:t>»</a:t>
          </a:r>
          <a:endParaRPr lang="en-US" dirty="0"/>
        </a:p>
      </dgm:t>
    </dgm:pt>
    <dgm:pt modelId="{F013D415-B1AF-426B-B6CA-BAC90A5C7DE7}" type="parTrans" cxnId="{E0867880-B149-405B-A59A-BF94B36FF3D3}">
      <dgm:prSet/>
      <dgm:spPr/>
      <dgm:t>
        <a:bodyPr/>
        <a:lstStyle/>
        <a:p>
          <a:endParaRPr lang="en-US" sz="2400"/>
        </a:p>
      </dgm:t>
    </dgm:pt>
    <dgm:pt modelId="{25BC2880-C773-48F9-8DFD-119915C82FD1}" type="sibTrans" cxnId="{E0867880-B149-405B-A59A-BF94B36FF3D3}">
      <dgm:prSet/>
      <dgm:spPr/>
      <dgm:t>
        <a:bodyPr/>
        <a:lstStyle/>
        <a:p>
          <a:endParaRPr lang="en-US"/>
        </a:p>
      </dgm:t>
    </dgm:pt>
    <dgm:pt modelId="{9C7335E1-1F4F-41DA-9FA4-94DBFA06C6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authoritative reference</a:t>
          </a:r>
        </a:p>
      </dgm:t>
    </dgm:pt>
    <dgm:pt modelId="{6F42ED95-2AE0-4133-8FDB-8160EE387584}" type="parTrans" cxnId="{F324AF38-E240-4D90-B2CA-65C07DF917C7}">
      <dgm:prSet/>
      <dgm:spPr/>
      <dgm:t>
        <a:bodyPr/>
        <a:lstStyle/>
        <a:p>
          <a:endParaRPr lang="en-US" sz="2400"/>
        </a:p>
      </dgm:t>
    </dgm:pt>
    <dgm:pt modelId="{36FC9212-A5AA-4807-9064-DCC1146BF537}" type="sibTrans" cxnId="{F324AF38-E240-4D90-B2CA-65C07DF917C7}">
      <dgm:prSet/>
      <dgm:spPr/>
      <dgm:t>
        <a:bodyPr/>
        <a:lstStyle/>
        <a:p>
          <a:endParaRPr lang="en-US"/>
        </a:p>
      </dgm:t>
    </dgm:pt>
    <dgm:pt modelId="{859D9ED9-2D17-438F-9C39-E4C7850ECD6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Satoshi</a:t>
          </a:r>
          <a:r>
            <a:rPr lang="tr-TR" dirty="0"/>
            <a:t> </a:t>
          </a:r>
          <a:r>
            <a:rPr lang="tr-TR" dirty="0" err="1"/>
            <a:t>client</a:t>
          </a:r>
          <a:r>
            <a:rPr lang="tr-TR" dirty="0"/>
            <a:t> </a:t>
          </a:r>
          <a:r>
            <a:rPr lang="en-US" dirty="0"/>
            <a:t>evolved into </a:t>
          </a:r>
          <a:r>
            <a:rPr lang="en-US" b="1" dirty="0"/>
            <a:t>Bitcoin Core</a:t>
          </a:r>
        </a:p>
      </dgm:t>
    </dgm:pt>
    <dgm:pt modelId="{5641AAD1-774C-419B-8F28-BDD1A329D63F}" type="parTrans" cxnId="{7B1C91BE-3743-404A-9BFD-D8E1C305951A}">
      <dgm:prSet/>
      <dgm:spPr/>
      <dgm:t>
        <a:bodyPr/>
        <a:lstStyle/>
        <a:p>
          <a:endParaRPr lang="tr-TR"/>
        </a:p>
      </dgm:t>
    </dgm:pt>
    <dgm:pt modelId="{D822E694-3E3C-4352-87DB-1DDB492D355D}" type="sibTrans" cxnId="{7B1C91BE-3743-404A-9BFD-D8E1C305951A}">
      <dgm:prSet/>
      <dgm:spPr/>
      <dgm:t>
        <a:bodyPr/>
        <a:lstStyle/>
        <a:p>
          <a:endParaRPr lang="tr-TR"/>
        </a:p>
      </dgm:t>
    </dgm:pt>
    <dgm:pt modelId="{0F1B9B72-5742-47CB-8E34-224F351BC3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core</a:t>
          </a:r>
          <a:endParaRPr lang="en-US"/>
        </a:p>
      </dgm:t>
    </dgm:pt>
    <dgm:pt modelId="{5D60DA2E-1A12-41E9-87ED-C2AA13B7B848}" type="parTrans" cxnId="{4345CFFD-A65B-4C07-990C-A25ADCD1F8CA}">
      <dgm:prSet/>
      <dgm:spPr/>
      <dgm:t>
        <a:bodyPr/>
        <a:lstStyle/>
        <a:p>
          <a:endParaRPr lang="tr-TR"/>
        </a:p>
      </dgm:t>
    </dgm:pt>
    <dgm:pt modelId="{895E3D39-C1AA-40AD-B906-161F28E123E3}" type="sibTrans" cxnId="{4345CFFD-A65B-4C07-990C-A25ADCD1F8CA}">
      <dgm:prSet/>
      <dgm:spPr/>
      <dgm:t>
        <a:bodyPr/>
        <a:lstStyle/>
        <a:p>
          <a:endParaRPr lang="tr-TR"/>
        </a:p>
      </dgm:t>
    </dgm:pt>
    <dgm:pt modelId="{CE197FE0-E4D9-4A5E-A5EE-E9F4004CE6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Aim</a:t>
          </a:r>
          <a:endParaRPr lang="en-US"/>
        </a:p>
      </dgm:t>
    </dgm:pt>
    <dgm:pt modelId="{E14422E1-668B-4703-8EA5-8A540C52ACD6}" type="parTrans" cxnId="{A17DE11F-CA6A-43FD-BDD3-5FC8659A1452}">
      <dgm:prSet/>
      <dgm:spPr/>
    </dgm:pt>
    <dgm:pt modelId="{CBB3AD61-A410-4414-8B7E-45432159F832}" type="sibTrans" cxnId="{A17DE11F-CA6A-43FD-BDD3-5FC8659A1452}">
      <dgm:prSet/>
      <dgm:spPr/>
    </dgm:pt>
    <dgm:pt modelId="{BDA3398A-8067-4E12-B767-B284657FCB3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show </a:t>
          </a:r>
          <a:r>
            <a:rPr lang="en-US"/>
            <a:t>how each part of the technology</a:t>
          </a:r>
        </a:p>
      </dgm:t>
    </dgm:pt>
    <dgm:pt modelId="{5352FF68-4769-4EF7-A072-472DC5BF51F3}" type="parTrans" cxnId="{4B6D395E-977C-460E-BE6A-9B11D3406AE9}">
      <dgm:prSet/>
      <dgm:spPr/>
      <dgm:t>
        <a:bodyPr/>
        <a:lstStyle/>
        <a:p>
          <a:endParaRPr lang="tr-TR"/>
        </a:p>
      </dgm:t>
    </dgm:pt>
    <dgm:pt modelId="{ECB1A416-8132-4CC7-B68C-0A40C7A36ABB}" type="sibTrans" cxnId="{4B6D395E-977C-460E-BE6A-9B11D3406AE9}">
      <dgm:prSet/>
      <dgm:spPr/>
      <dgm:t>
        <a:bodyPr/>
        <a:lstStyle/>
        <a:p>
          <a:endParaRPr lang="tr-TR"/>
        </a:p>
      </dgm:t>
    </dgm:pt>
    <dgm:pt modelId="{4E2CFACE-C479-40D8-81EB-7B107BA9DD4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to</a:t>
          </a:r>
          <a:r>
            <a:rPr lang="tr-TR" dirty="0"/>
            <a:t> </a:t>
          </a:r>
          <a:r>
            <a:rPr lang="en-US" dirty="0"/>
            <a:t>be implemented</a:t>
          </a:r>
        </a:p>
      </dgm:t>
    </dgm:pt>
    <dgm:pt modelId="{C83A368B-E712-4089-8D2D-4D2EFC5D2AFA}" type="parTrans" cxnId="{CC905B60-FBC0-4B1B-8280-9C4BBEC01341}">
      <dgm:prSet/>
      <dgm:spPr/>
      <dgm:t>
        <a:bodyPr/>
        <a:lstStyle/>
        <a:p>
          <a:endParaRPr lang="tr-TR"/>
        </a:p>
      </dgm:t>
    </dgm:pt>
    <dgm:pt modelId="{14125E4C-8D43-443A-972E-AA4DABE641DB}" type="sibTrans" cxnId="{CC905B60-FBC0-4B1B-8280-9C4BBEC01341}">
      <dgm:prSet/>
      <dgm:spPr/>
      <dgm:t>
        <a:bodyPr/>
        <a:lstStyle/>
        <a:p>
          <a:endParaRPr lang="tr-TR"/>
        </a:p>
      </dgm:t>
    </dgm:pt>
    <dgm:pt modelId="{C585C314-93C1-4E98-BF00-BD992EB58506}" type="pres">
      <dgm:prSet presAssocID="{9FDAA8FE-F1D9-451E-B529-EBDE1DEE547F}" presName="root" presStyleCnt="0">
        <dgm:presLayoutVars>
          <dgm:dir/>
          <dgm:resizeHandles val="exact"/>
        </dgm:presLayoutVars>
      </dgm:prSet>
      <dgm:spPr/>
    </dgm:pt>
    <dgm:pt modelId="{A3833AFD-154C-4782-AA68-265BA0026684}" type="pres">
      <dgm:prSet presAssocID="{A6844488-36DF-415B-B563-65C74AB700DD}" presName="compNode" presStyleCnt="0"/>
      <dgm:spPr/>
    </dgm:pt>
    <dgm:pt modelId="{15F8D9C2-3FEA-49B6-B750-A969B82E46AC}" type="pres">
      <dgm:prSet presAssocID="{A6844488-36DF-415B-B563-65C74AB700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54D9D9B-3762-4132-9502-F65E762EF475}" type="pres">
      <dgm:prSet presAssocID="{A6844488-36DF-415B-B563-65C74AB700DD}" presName="iconSpace" presStyleCnt="0"/>
      <dgm:spPr/>
    </dgm:pt>
    <dgm:pt modelId="{7DBC2A97-C64F-43AD-83E2-8E6B944C4591}" type="pres">
      <dgm:prSet presAssocID="{A6844488-36DF-415B-B563-65C74AB700DD}" presName="parTx" presStyleLbl="revTx" presStyleIdx="0" presStyleCnt="6">
        <dgm:presLayoutVars>
          <dgm:chMax val="0"/>
          <dgm:chPref val="0"/>
        </dgm:presLayoutVars>
      </dgm:prSet>
      <dgm:spPr/>
    </dgm:pt>
    <dgm:pt modelId="{CC94633D-5B5F-43A6-AF68-00162A9D818A}" type="pres">
      <dgm:prSet presAssocID="{A6844488-36DF-415B-B563-65C74AB700DD}" presName="txSpace" presStyleCnt="0"/>
      <dgm:spPr/>
    </dgm:pt>
    <dgm:pt modelId="{F27C3E68-4F88-47F0-8386-DD1A3C86E98E}" type="pres">
      <dgm:prSet presAssocID="{A6844488-36DF-415B-B563-65C74AB700DD}" presName="desTx" presStyleLbl="revTx" presStyleIdx="1" presStyleCnt="6">
        <dgm:presLayoutVars/>
      </dgm:prSet>
      <dgm:spPr/>
    </dgm:pt>
    <dgm:pt modelId="{1F2351B1-41F8-49FD-B5B6-C9D4740F72E4}" type="pres">
      <dgm:prSet presAssocID="{25BC2880-C773-48F9-8DFD-119915C82FD1}" presName="sibTrans" presStyleCnt="0"/>
      <dgm:spPr/>
    </dgm:pt>
    <dgm:pt modelId="{D7B03476-9C00-4EFD-927E-DDC601B8505E}" type="pres">
      <dgm:prSet presAssocID="{0F1B9B72-5742-47CB-8E34-224F351BC3C8}" presName="compNode" presStyleCnt="0"/>
      <dgm:spPr/>
    </dgm:pt>
    <dgm:pt modelId="{C1E39450-260A-4390-A717-EF111CD1E463}" type="pres">
      <dgm:prSet presAssocID="{0F1B9B72-5742-47CB-8E34-224F351BC3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850133-582C-4C1B-A4AC-BF9AF8984C56}" type="pres">
      <dgm:prSet presAssocID="{0F1B9B72-5742-47CB-8E34-224F351BC3C8}" presName="iconSpace" presStyleCnt="0"/>
      <dgm:spPr/>
    </dgm:pt>
    <dgm:pt modelId="{B07442B3-9D63-445C-86CE-F369E317DDE6}" type="pres">
      <dgm:prSet presAssocID="{0F1B9B72-5742-47CB-8E34-224F351BC3C8}" presName="parTx" presStyleLbl="revTx" presStyleIdx="2" presStyleCnt="6">
        <dgm:presLayoutVars>
          <dgm:chMax val="0"/>
          <dgm:chPref val="0"/>
        </dgm:presLayoutVars>
      </dgm:prSet>
      <dgm:spPr/>
    </dgm:pt>
    <dgm:pt modelId="{AF5A2656-7D89-455F-A5D6-E75C87CBAFD9}" type="pres">
      <dgm:prSet presAssocID="{0F1B9B72-5742-47CB-8E34-224F351BC3C8}" presName="txSpace" presStyleCnt="0"/>
      <dgm:spPr/>
    </dgm:pt>
    <dgm:pt modelId="{2A3D9562-E2C4-4230-8069-F3046687582A}" type="pres">
      <dgm:prSet presAssocID="{0F1B9B72-5742-47CB-8E34-224F351BC3C8}" presName="desTx" presStyleLbl="revTx" presStyleIdx="3" presStyleCnt="6">
        <dgm:presLayoutVars/>
      </dgm:prSet>
      <dgm:spPr/>
    </dgm:pt>
    <dgm:pt modelId="{A77EDC03-822A-42B2-9F65-47513C07F6C6}" type="pres">
      <dgm:prSet presAssocID="{895E3D39-C1AA-40AD-B906-161F28E123E3}" presName="sibTrans" presStyleCnt="0"/>
      <dgm:spPr/>
    </dgm:pt>
    <dgm:pt modelId="{51B2CBF1-086A-4C55-87D3-6CC8C6180010}" type="pres">
      <dgm:prSet presAssocID="{CE197FE0-E4D9-4A5E-A5EE-E9F4004CE6C8}" presName="compNode" presStyleCnt="0"/>
      <dgm:spPr/>
    </dgm:pt>
    <dgm:pt modelId="{D2590A4E-8643-41F8-8125-739DBDF41EFB}" type="pres">
      <dgm:prSet presAssocID="{CE197FE0-E4D9-4A5E-A5EE-E9F4004CE6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16C3F82B-FE89-4DE7-967A-748D0B1A8F79}" type="pres">
      <dgm:prSet presAssocID="{CE197FE0-E4D9-4A5E-A5EE-E9F4004CE6C8}" presName="iconSpace" presStyleCnt="0"/>
      <dgm:spPr/>
    </dgm:pt>
    <dgm:pt modelId="{9FC35A8C-4EA4-4F9A-B301-5A9B927CC845}" type="pres">
      <dgm:prSet presAssocID="{CE197FE0-E4D9-4A5E-A5EE-E9F4004CE6C8}" presName="parTx" presStyleLbl="revTx" presStyleIdx="4" presStyleCnt="6">
        <dgm:presLayoutVars>
          <dgm:chMax val="0"/>
          <dgm:chPref val="0"/>
        </dgm:presLayoutVars>
      </dgm:prSet>
      <dgm:spPr/>
    </dgm:pt>
    <dgm:pt modelId="{EBAA68BF-2718-4D03-999C-5015301C4FD2}" type="pres">
      <dgm:prSet presAssocID="{CE197FE0-E4D9-4A5E-A5EE-E9F4004CE6C8}" presName="txSpace" presStyleCnt="0"/>
      <dgm:spPr/>
    </dgm:pt>
    <dgm:pt modelId="{76017974-E47D-4095-BE61-CB7255A7E419}" type="pres">
      <dgm:prSet presAssocID="{CE197FE0-E4D9-4A5E-A5EE-E9F4004CE6C8}" presName="desTx" presStyleLbl="revTx" presStyleIdx="5" presStyleCnt="6">
        <dgm:presLayoutVars/>
      </dgm:prSet>
      <dgm:spPr/>
    </dgm:pt>
  </dgm:ptLst>
  <dgm:cxnLst>
    <dgm:cxn modelId="{E8370700-6D8B-4032-A8A7-EB50496D36E6}" type="presOf" srcId="{0F1B9B72-5742-47CB-8E34-224F351BC3C8}" destId="{B07442B3-9D63-445C-86CE-F369E317DDE6}" srcOrd="0" destOrd="0" presId="urn:microsoft.com/office/officeart/2018/5/layout/CenteredIconLabelDescriptionList"/>
    <dgm:cxn modelId="{A17DE11F-CA6A-43FD-BDD3-5FC8659A1452}" srcId="{9FDAA8FE-F1D9-451E-B529-EBDE1DEE547F}" destId="{CE197FE0-E4D9-4A5E-A5EE-E9F4004CE6C8}" srcOrd="2" destOrd="0" parTransId="{E14422E1-668B-4703-8EA5-8A540C52ACD6}" sibTransId="{CBB3AD61-A410-4414-8B7E-45432159F832}"/>
    <dgm:cxn modelId="{F324AF38-E240-4D90-B2CA-65C07DF917C7}" srcId="{0F1B9B72-5742-47CB-8E34-224F351BC3C8}" destId="{9C7335E1-1F4F-41DA-9FA4-94DBFA06C61E}" srcOrd="0" destOrd="0" parTransId="{6F42ED95-2AE0-4133-8FDB-8160EE387584}" sibTransId="{36FC9212-A5AA-4807-9064-DCC1146BF537}"/>
    <dgm:cxn modelId="{4B6D395E-977C-460E-BE6A-9B11D3406AE9}" srcId="{CE197FE0-E4D9-4A5E-A5EE-E9F4004CE6C8}" destId="{BDA3398A-8067-4E12-B767-B284657FCB3A}" srcOrd="0" destOrd="0" parTransId="{5352FF68-4769-4EF7-A072-472DC5BF51F3}" sibTransId="{ECB1A416-8132-4CC7-B68C-0A40C7A36ABB}"/>
    <dgm:cxn modelId="{CC905B60-FBC0-4B1B-8280-9C4BBEC01341}" srcId="{CE197FE0-E4D9-4A5E-A5EE-E9F4004CE6C8}" destId="{4E2CFACE-C479-40D8-81EB-7B107BA9DD41}" srcOrd="1" destOrd="0" parTransId="{C83A368B-E712-4089-8D2D-4D2EFC5D2AFA}" sibTransId="{14125E4C-8D43-443A-972E-AA4DABE641DB}"/>
    <dgm:cxn modelId="{5B602D68-4FD3-44E0-839B-3509C988FCDC}" type="presOf" srcId="{9FDAA8FE-F1D9-451E-B529-EBDE1DEE547F}" destId="{C585C314-93C1-4E98-BF00-BD992EB58506}" srcOrd="0" destOrd="0" presId="urn:microsoft.com/office/officeart/2018/5/layout/CenteredIconLabelDescriptionList"/>
    <dgm:cxn modelId="{266F8A75-0CDA-41BD-9163-0A02E8BCDDA4}" type="presOf" srcId="{A6844488-36DF-415B-B563-65C74AB700DD}" destId="{7DBC2A97-C64F-43AD-83E2-8E6B944C4591}" srcOrd="0" destOrd="0" presId="urn:microsoft.com/office/officeart/2018/5/layout/CenteredIconLabelDescriptionList"/>
    <dgm:cxn modelId="{A2A7B77C-207D-4CE2-B0DF-9772BC5BFB2F}" type="presOf" srcId="{4E2CFACE-C479-40D8-81EB-7B107BA9DD41}" destId="{76017974-E47D-4095-BE61-CB7255A7E419}" srcOrd="0" destOrd="1" presId="urn:microsoft.com/office/officeart/2018/5/layout/CenteredIconLabelDescriptionList"/>
    <dgm:cxn modelId="{E0867880-B149-405B-A59A-BF94B36FF3D3}" srcId="{9FDAA8FE-F1D9-451E-B529-EBDE1DEE547F}" destId="{A6844488-36DF-415B-B563-65C74AB700DD}" srcOrd="0" destOrd="0" parTransId="{F013D415-B1AF-426B-B6CA-BAC90A5C7DE7}" sibTransId="{25BC2880-C773-48F9-8DFD-119915C82FD1}"/>
    <dgm:cxn modelId="{465AC091-8F28-4934-BC64-88C304B252CA}" type="presOf" srcId="{CE197FE0-E4D9-4A5E-A5EE-E9F4004CE6C8}" destId="{9FC35A8C-4EA4-4F9A-B301-5A9B927CC845}" srcOrd="0" destOrd="0" presId="urn:microsoft.com/office/officeart/2018/5/layout/CenteredIconLabelDescriptionList"/>
    <dgm:cxn modelId="{8D3772A6-39B2-437A-A2A2-BA62C1A5031E}" type="presOf" srcId="{BDA3398A-8067-4E12-B767-B284657FCB3A}" destId="{76017974-E47D-4095-BE61-CB7255A7E419}" srcOrd="0" destOrd="0" presId="urn:microsoft.com/office/officeart/2018/5/layout/CenteredIconLabelDescriptionList"/>
    <dgm:cxn modelId="{7B1C91BE-3743-404A-9BFD-D8E1C305951A}" srcId="{A6844488-36DF-415B-B563-65C74AB700DD}" destId="{859D9ED9-2D17-438F-9C39-E4C7850ECD60}" srcOrd="0" destOrd="0" parTransId="{5641AAD1-774C-419B-8F28-BDD1A329D63F}" sibTransId="{D822E694-3E3C-4352-87DB-1DDB492D355D}"/>
    <dgm:cxn modelId="{413FC2EF-203B-4AD5-B9BB-3C19F1826AFA}" type="presOf" srcId="{9C7335E1-1F4F-41DA-9FA4-94DBFA06C61E}" destId="{2A3D9562-E2C4-4230-8069-F3046687582A}" srcOrd="0" destOrd="0" presId="urn:microsoft.com/office/officeart/2018/5/layout/CenteredIconLabelDescriptionList"/>
    <dgm:cxn modelId="{538278F5-5D86-41C0-8BFC-198698E87595}" type="presOf" srcId="{859D9ED9-2D17-438F-9C39-E4C7850ECD60}" destId="{F27C3E68-4F88-47F0-8386-DD1A3C86E98E}" srcOrd="0" destOrd="0" presId="urn:microsoft.com/office/officeart/2018/5/layout/CenteredIconLabelDescriptionList"/>
    <dgm:cxn modelId="{4345CFFD-A65B-4C07-990C-A25ADCD1F8CA}" srcId="{9FDAA8FE-F1D9-451E-B529-EBDE1DEE547F}" destId="{0F1B9B72-5742-47CB-8E34-224F351BC3C8}" srcOrd="1" destOrd="0" parTransId="{5D60DA2E-1A12-41E9-87ED-C2AA13B7B848}" sibTransId="{895E3D39-C1AA-40AD-B906-161F28E123E3}"/>
    <dgm:cxn modelId="{92FE2CBB-3956-4F65-B46B-B55A16E244E1}" type="presParOf" srcId="{C585C314-93C1-4E98-BF00-BD992EB58506}" destId="{A3833AFD-154C-4782-AA68-265BA0026684}" srcOrd="0" destOrd="0" presId="urn:microsoft.com/office/officeart/2018/5/layout/CenteredIconLabelDescriptionList"/>
    <dgm:cxn modelId="{05EAD505-81F5-4AA0-8B6A-6A80475935BA}" type="presParOf" srcId="{A3833AFD-154C-4782-AA68-265BA0026684}" destId="{15F8D9C2-3FEA-49B6-B750-A969B82E46AC}" srcOrd="0" destOrd="0" presId="urn:microsoft.com/office/officeart/2018/5/layout/CenteredIconLabelDescriptionList"/>
    <dgm:cxn modelId="{34D3B3BE-FEB4-4C02-B7DB-67F07AAFE93B}" type="presParOf" srcId="{A3833AFD-154C-4782-AA68-265BA0026684}" destId="{E54D9D9B-3762-4132-9502-F65E762EF475}" srcOrd="1" destOrd="0" presId="urn:microsoft.com/office/officeart/2018/5/layout/CenteredIconLabelDescriptionList"/>
    <dgm:cxn modelId="{798D6C2D-CD73-4F74-91C9-34757D4333DC}" type="presParOf" srcId="{A3833AFD-154C-4782-AA68-265BA0026684}" destId="{7DBC2A97-C64F-43AD-83E2-8E6B944C4591}" srcOrd="2" destOrd="0" presId="urn:microsoft.com/office/officeart/2018/5/layout/CenteredIconLabelDescriptionList"/>
    <dgm:cxn modelId="{1E211B13-BF46-4772-A849-BB43432808E7}" type="presParOf" srcId="{A3833AFD-154C-4782-AA68-265BA0026684}" destId="{CC94633D-5B5F-43A6-AF68-00162A9D818A}" srcOrd="3" destOrd="0" presId="urn:microsoft.com/office/officeart/2018/5/layout/CenteredIconLabelDescriptionList"/>
    <dgm:cxn modelId="{CDEA57B3-A383-4A80-BC2C-B67C554296DE}" type="presParOf" srcId="{A3833AFD-154C-4782-AA68-265BA0026684}" destId="{F27C3E68-4F88-47F0-8386-DD1A3C86E98E}" srcOrd="4" destOrd="0" presId="urn:microsoft.com/office/officeart/2018/5/layout/CenteredIconLabelDescriptionList"/>
    <dgm:cxn modelId="{3F05647C-EB9D-4436-9DE5-B97FE5DE85F0}" type="presParOf" srcId="{C585C314-93C1-4E98-BF00-BD992EB58506}" destId="{1F2351B1-41F8-49FD-B5B6-C9D4740F72E4}" srcOrd="1" destOrd="0" presId="urn:microsoft.com/office/officeart/2018/5/layout/CenteredIconLabelDescriptionList"/>
    <dgm:cxn modelId="{4ED21CD8-F32F-41C0-9A90-52704177E20F}" type="presParOf" srcId="{C585C314-93C1-4E98-BF00-BD992EB58506}" destId="{D7B03476-9C00-4EFD-927E-DDC601B8505E}" srcOrd="2" destOrd="0" presId="urn:microsoft.com/office/officeart/2018/5/layout/CenteredIconLabelDescriptionList"/>
    <dgm:cxn modelId="{2241580C-2ADC-480B-B213-135AB3592B35}" type="presParOf" srcId="{D7B03476-9C00-4EFD-927E-DDC601B8505E}" destId="{C1E39450-260A-4390-A717-EF111CD1E463}" srcOrd="0" destOrd="0" presId="urn:microsoft.com/office/officeart/2018/5/layout/CenteredIconLabelDescriptionList"/>
    <dgm:cxn modelId="{03E96804-9871-4C1A-8783-D9EB1E5262DA}" type="presParOf" srcId="{D7B03476-9C00-4EFD-927E-DDC601B8505E}" destId="{8F850133-582C-4C1B-A4AC-BF9AF8984C56}" srcOrd="1" destOrd="0" presId="urn:microsoft.com/office/officeart/2018/5/layout/CenteredIconLabelDescriptionList"/>
    <dgm:cxn modelId="{323C123B-7C81-4D13-9632-2B1D7CAB366D}" type="presParOf" srcId="{D7B03476-9C00-4EFD-927E-DDC601B8505E}" destId="{B07442B3-9D63-445C-86CE-F369E317DDE6}" srcOrd="2" destOrd="0" presId="urn:microsoft.com/office/officeart/2018/5/layout/CenteredIconLabelDescriptionList"/>
    <dgm:cxn modelId="{7859A55E-CB18-4D35-BDFA-EE542671673B}" type="presParOf" srcId="{D7B03476-9C00-4EFD-927E-DDC601B8505E}" destId="{AF5A2656-7D89-455F-A5D6-E75C87CBAFD9}" srcOrd="3" destOrd="0" presId="urn:microsoft.com/office/officeart/2018/5/layout/CenteredIconLabelDescriptionList"/>
    <dgm:cxn modelId="{7A5B6F6D-3136-4830-BE4B-F5F2B5346A20}" type="presParOf" srcId="{D7B03476-9C00-4EFD-927E-DDC601B8505E}" destId="{2A3D9562-E2C4-4230-8069-F3046687582A}" srcOrd="4" destOrd="0" presId="urn:microsoft.com/office/officeart/2018/5/layout/CenteredIconLabelDescriptionList"/>
    <dgm:cxn modelId="{3C789866-0872-4078-8BE0-3EA675863236}" type="presParOf" srcId="{C585C314-93C1-4E98-BF00-BD992EB58506}" destId="{A77EDC03-822A-42B2-9F65-47513C07F6C6}" srcOrd="3" destOrd="0" presId="urn:microsoft.com/office/officeart/2018/5/layout/CenteredIconLabelDescriptionList"/>
    <dgm:cxn modelId="{D7AE3DF2-C2F5-444C-BD63-B9F21A95A841}" type="presParOf" srcId="{C585C314-93C1-4E98-BF00-BD992EB58506}" destId="{51B2CBF1-086A-4C55-87D3-6CC8C6180010}" srcOrd="4" destOrd="0" presId="urn:microsoft.com/office/officeart/2018/5/layout/CenteredIconLabelDescriptionList"/>
    <dgm:cxn modelId="{F796FACD-0539-47D1-9018-F86702110876}" type="presParOf" srcId="{51B2CBF1-086A-4C55-87D3-6CC8C6180010}" destId="{D2590A4E-8643-41F8-8125-739DBDF41EFB}" srcOrd="0" destOrd="0" presId="urn:microsoft.com/office/officeart/2018/5/layout/CenteredIconLabelDescriptionList"/>
    <dgm:cxn modelId="{E0003244-5878-4EA3-BD75-43DF821A19CC}" type="presParOf" srcId="{51B2CBF1-086A-4C55-87D3-6CC8C6180010}" destId="{16C3F82B-FE89-4DE7-967A-748D0B1A8F79}" srcOrd="1" destOrd="0" presId="urn:microsoft.com/office/officeart/2018/5/layout/CenteredIconLabelDescriptionList"/>
    <dgm:cxn modelId="{6CF05401-501D-4B94-AC52-878F197D9349}" type="presParOf" srcId="{51B2CBF1-086A-4C55-87D3-6CC8C6180010}" destId="{9FC35A8C-4EA4-4F9A-B301-5A9B927CC845}" srcOrd="2" destOrd="0" presId="urn:microsoft.com/office/officeart/2018/5/layout/CenteredIconLabelDescriptionList"/>
    <dgm:cxn modelId="{90153697-E9C4-4D29-8E3D-FADCBE153ED2}" type="presParOf" srcId="{51B2CBF1-086A-4C55-87D3-6CC8C6180010}" destId="{EBAA68BF-2718-4D03-999C-5015301C4FD2}" srcOrd="3" destOrd="0" presId="urn:microsoft.com/office/officeart/2018/5/layout/CenteredIconLabelDescriptionList"/>
    <dgm:cxn modelId="{B846FB58-2F42-4915-80CA-72F9D7D99F02}" type="presParOf" srcId="{51B2CBF1-086A-4C55-87D3-6CC8C6180010}" destId="{76017974-E47D-4095-BE61-CB7255A7E41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DAA8FE-F1D9-451E-B529-EBDE1DEE54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00BC9A-4DF6-4A40-ADE2-0D7E0DBFE64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wallets</a:t>
          </a:r>
        </a:p>
      </dgm:t>
    </dgm:pt>
    <dgm:pt modelId="{AE3A140E-42C6-4DEF-B867-C7D66E29E934}" type="parTrans" cxnId="{902FCEF7-BD33-4737-8551-B753845C5C36}">
      <dgm:prSet/>
      <dgm:spPr/>
      <dgm:t>
        <a:bodyPr/>
        <a:lstStyle/>
        <a:p>
          <a:endParaRPr lang="en-US" sz="2400"/>
        </a:p>
      </dgm:t>
    </dgm:pt>
    <dgm:pt modelId="{77F98978-DBB4-4DBA-80AE-E4B5CD021A35}" type="sibTrans" cxnId="{902FCEF7-BD33-4737-8551-B753845C5C36}">
      <dgm:prSet/>
      <dgm:spPr/>
      <dgm:t>
        <a:bodyPr/>
        <a:lstStyle/>
        <a:p>
          <a:endParaRPr lang="en-US"/>
        </a:p>
      </dgm:t>
    </dgm:pt>
    <dgm:pt modelId="{BFAFBC9B-310B-483F-AE2A-1B031129BC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engine</a:t>
          </a:r>
          <a:endParaRPr lang="en-US"/>
        </a:p>
      </dgm:t>
    </dgm:pt>
    <dgm:pt modelId="{1D86C10C-5B51-489A-B24F-892D82640E0B}" type="parTrans" cxnId="{67E48EF0-3D0E-4D23-ADE1-DD3997196A90}">
      <dgm:prSet/>
      <dgm:spPr/>
      <dgm:t>
        <a:bodyPr/>
        <a:lstStyle/>
        <a:p>
          <a:endParaRPr lang="en-US" sz="2400"/>
        </a:p>
      </dgm:t>
    </dgm:pt>
    <dgm:pt modelId="{9B1FB1A6-30BE-4058-ABDA-A18F4CC7C774}" type="sibTrans" cxnId="{67E48EF0-3D0E-4D23-ADE1-DD3997196A90}">
      <dgm:prSet/>
      <dgm:spPr/>
      <dgm:t>
        <a:bodyPr/>
        <a:lstStyle/>
        <a:p>
          <a:endParaRPr lang="en-US"/>
        </a:p>
      </dgm:t>
    </dgm:pt>
    <dgm:pt modelId="{C9EE15EF-6A16-4B3B-9557-5F59CEE496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full network node</a:t>
          </a:r>
        </a:p>
      </dgm:t>
    </dgm:pt>
    <dgm:pt modelId="{E9A8FA9D-A3ED-4331-8DAA-B9E1C76DC564}" type="parTrans" cxnId="{BBC8AF3E-7329-43CA-A6E8-9A7AD2C8778F}">
      <dgm:prSet/>
      <dgm:spPr/>
      <dgm:t>
        <a:bodyPr/>
        <a:lstStyle/>
        <a:p>
          <a:endParaRPr lang="en-US" sz="2400"/>
        </a:p>
      </dgm:t>
    </dgm:pt>
    <dgm:pt modelId="{5B028E7B-0EE3-438C-8EF7-A67FC3F7734E}" type="sibTrans" cxnId="{BBC8AF3E-7329-43CA-A6E8-9A7AD2C8778F}">
      <dgm:prSet/>
      <dgm:spPr/>
      <dgm:t>
        <a:bodyPr/>
        <a:lstStyle/>
        <a:p>
          <a:endParaRPr lang="en-US"/>
        </a:p>
      </dgm:t>
    </dgm:pt>
    <dgm:pt modelId="{B923B791-9642-478D-B296-BED12D81ED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</a:t>
          </a:r>
          <a:r>
            <a:rPr lang="tr-TR"/>
            <a:t> </a:t>
          </a:r>
          <a:r>
            <a:rPr lang="en-US"/>
            <a:t>validation</a:t>
          </a:r>
        </a:p>
      </dgm:t>
    </dgm:pt>
    <dgm:pt modelId="{132F4A41-5852-48E2-896F-FF026DE67322}" type="parTrans" cxnId="{FD0AAABD-A819-41AD-8450-511BDFF4D8C2}">
      <dgm:prSet/>
      <dgm:spPr/>
      <dgm:t>
        <a:bodyPr/>
        <a:lstStyle/>
        <a:p>
          <a:endParaRPr lang="tr-TR"/>
        </a:p>
      </dgm:t>
    </dgm:pt>
    <dgm:pt modelId="{A7D34E6B-FF9A-4D09-B34D-A915400F70B6}" type="sibTrans" cxnId="{FD0AAABD-A819-41AD-8450-511BDFF4D8C2}">
      <dgm:prSet/>
      <dgm:spPr/>
      <dgm:t>
        <a:bodyPr/>
        <a:lstStyle/>
        <a:p>
          <a:endParaRPr lang="tr-TR"/>
        </a:p>
      </dgm:t>
    </dgm:pt>
    <dgm:pt modelId="{198B04D6-AF55-46AD-B2E2-6AC921E0A4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block validation</a:t>
          </a:r>
        </a:p>
      </dgm:t>
    </dgm:pt>
    <dgm:pt modelId="{FE1F04EF-A1FC-4336-965A-4239B3DC7D02}" type="parTrans" cxnId="{C33462D1-A850-4F4F-919D-C1E728A3AD89}">
      <dgm:prSet/>
      <dgm:spPr/>
      <dgm:t>
        <a:bodyPr/>
        <a:lstStyle/>
        <a:p>
          <a:endParaRPr lang="tr-TR"/>
        </a:p>
      </dgm:t>
    </dgm:pt>
    <dgm:pt modelId="{4116B63E-DB6A-4791-8A8F-32F5D35050D5}" type="sibTrans" cxnId="{C33462D1-A850-4F4F-919D-C1E728A3AD89}">
      <dgm:prSet/>
      <dgm:spPr/>
      <dgm:t>
        <a:bodyPr/>
        <a:lstStyle/>
        <a:p>
          <a:endParaRPr lang="tr-TR"/>
        </a:p>
      </dgm:t>
    </dgm:pt>
    <dgm:pt modelId="{3AF12800-C24C-4897-9E7C-EC6C43C036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Network node</a:t>
          </a:r>
          <a:endParaRPr lang="en-US"/>
        </a:p>
      </dgm:t>
    </dgm:pt>
    <dgm:pt modelId="{30741BFF-B853-4676-9203-DF93D556CC9E}" type="parTrans" cxnId="{4D36A0B6-7EBC-48CC-A434-6C5DA810F501}">
      <dgm:prSet/>
      <dgm:spPr/>
      <dgm:t>
        <a:bodyPr/>
        <a:lstStyle/>
        <a:p>
          <a:endParaRPr lang="tr-TR"/>
        </a:p>
      </dgm:t>
    </dgm:pt>
    <dgm:pt modelId="{19AF1F6F-153B-4A0A-A3EB-09C23FD57FB2}" type="sibTrans" cxnId="{4D36A0B6-7EBC-48CC-A434-6C5DA810F501}">
      <dgm:prSet/>
      <dgm:spPr/>
      <dgm:t>
        <a:bodyPr/>
        <a:lstStyle/>
        <a:p>
          <a:endParaRPr lang="tr-TR"/>
        </a:p>
      </dgm:t>
    </dgm:pt>
    <dgm:pt modelId="{5A2D6809-B518-40ED-8EBA-860C6D8B2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peer-to-peer bitcoin network</a:t>
          </a:r>
        </a:p>
      </dgm:t>
    </dgm:pt>
    <dgm:pt modelId="{B3ACD737-2104-4399-8B92-9E337FDF0FD4}" type="parTrans" cxnId="{FED79D4B-32FE-4153-B291-11ACEC47ED26}">
      <dgm:prSet/>
      <dgm:spPr/>
      <dgm:t>
        <a:bodyPr/>
        <a:lstStyle/>
        <a:p>
          <a:endParaRPr lang="tr-TR"/>
        </a:p>
      </dgm:t>
    </dgm:pt>
    <dgm:pt modelId="{6756522A-10EC-4D92-BC3E-5B1F9CBAAC72}" type="sibTrans" cxnId="{FED79D4B-32FE-4153-B291-11ACEC47ED26}">
      <dgm:prSet/>
      <dgm:spPr/>
      <dgm:t>
        <a:bodyPr/>
        <a:lstStyle/>
        <a:p>
          <a:endParaRPr lang="tr-TR"/>
        </a:p>
      </dgm:t>
    </dgm:pt>
    <dgm:pt modelId="{579D76F5-DF53-447C-84ED-EC06CB2DAA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storing</a:t>
          </a:r>
          <a:r>
            <a:rPr lang="tr-TR" b="0" i="0"/>
            <a:t> </a:t>
          </a:r>
          <a:r>
            <a:rPr lang="en-US" b="0" i="0"/>
            <a:t>Bitcoin</a:t>
          </a:r>
          <a:endParaRPr lang="en-US"/>
        </a:p>
      </dgm:t>
    </dgm:pt>
    <dgm:pt modelId="{9E55A0A5-EBE3-4C0C-8DDE-4FDDECB39CDF}" type="parTrans" cxnId="{25CC1371-B6C7-44F8-A14F-9E746D8E4E51}">
      <dgm:prSet/>
      <dgm:spPr/>
      <dgm:t>
        <a:bodyPr/>
        <a:lstStyle/>
        <a:p>
          <a:endParaRPr lang="tr-TR"/>
        </a:p>
      </dgm:t>
    </dgm:pt>
    <dgm:pt modelId="{997679BF-61B6-4721-9F0E-76BD592FBADA}" type="sibTrans" cxnId="{25CC1371-B6C7-44F8-A14F-9E746D8E4E51}">
      <dgm:prSet/>
      <dgm:spPr/>
      <dgm:t>
        <a:bodyPr/>
        <a:lstStyle/>
        <a:p>
          <a:endParaRPr lang="tr-TR"/>
        </a:p>
      </dgm:t>
    </dgm:pt>
    <dgm:pt modelId="{B661C4F1-A61F-45E0-8941-5A3C0E183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transacting in Bitcoin</a:t>
          </a:r>
          <a:endParaRPr lang="en-US"/>
        </a:p>
      </dgm:t>
    </dgm:pt>
    <dgm:pt modelId="{4380E95D-A1DF-48BE-BA7E-1749B00466A1}" type="parTrans" cxnId="{B23376F7-F96F-426A-AB77-4F9F6F8DAB1C}">
      <dgm:prSet/>
      <dgm:spPr/>
      <dgm:t>
        <a:bodyPr/>
        <a:lstStyle/>
        <a:p>
          <a:endParaRPr lang="tr-TR"/>
        </a:p>
      </dgm:t>
    </dgm:pt>
    <dgm:pt modelId="{089CDDBB-9F28-4C98-AAD4-AAA578619DBB}" type="sibTrans" cxnId="{B23376F7-F96F-426A-AB77-4F9F6F8DAB1C}">
      <dgm:prSet/>
      <dgm:spPr/>
      <dgm:t>
        <a:bodyPr/>
        <a:lstStyle/>
        <a:p>
          <a:endParaRPr lang="tr-TR"/>
        </a:p>
      </dgm:t>
    </dgm:pt>
    <dgm:pt modelId="{F135D5CC-03F5-4DC6-9C5C-33BDA89E5DD3}" type="pres">
      <dgm:prSet presAssocID="{9FDAA8FE-F1D9-451E-B529-EBDE1DEE547F}" presName="root" presStyleCnt="0">
        <dgm:presLayoutVars>
          <dgm:dir/>
          <dgm:resizeHandles val="exact"/>
        </dgm:presLayoutVars>
      </dgm:prSet>
      <dgm:spPr/>
    </dgm:pt>
    <dgm:pt modelId="{0DDC5299-C978-4076-ADF6-75D23B88B270}" type="pres">
      <dgm:prSet presAssocID="{4300BC9A-4DF6-4A40-ADE2-0D7E0DBFE64D}" presName="compNode" presStyleCnt="0"/>
      <dgm:spPr/>
    </dgm:pt>
    <dgm:pt modelId="{88093014-97CE-4959-B335-F481192F2C6B}" type="pres">
      <dgm:prSet presAssocID="{4300BC9A-4DF6-4A40-ADE2-0D7E0DBFE6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F2ED8BFC-851A-4B37-AF91-06106495279D}" type="pres">
      <dgm:prSet presAssocID="{4300BC9A-4DF6-4A40-ADE2-0D7E0DBFE64D}" presName="iconSpace" presStyleCnt="0"/>
      <dgm:spPr/>
    </dgm:pt>
    <dgm:pt modelId="{3B208520-1FB4-4FD2-80AB-A32783164223}" type="pres">
      <dgm:prSet presAssocID="{4300BC9A-4DF6-4A40-ADE2-0D7E0DBFE64D}" presName="parTx" presStyleLbl="revTx" presStyleIdx="0" presStyleCnt="6">
        <dgm:presLayoutVars>
          <dgm:chMax val="0"/>
          <dgm:chPref val="0"/>
        </dgm:presLayoutVars>
      </dgm:prSet>
      <dgm:spPr/>
    </dgm:pt>
    <dgm:pt modelId="{10B648A9-F121-4BCD-920B-42A7CD54D1B0}" type="pres">
      <dgm:prSet presAssocID="{4300BC9A-4DF6-4A40-ADE2-0D7E0DBFE64D}" presName="txSpace" presStyleCnt="0"/>
      <dgm:spPr/>
    </dgm:pt>
    <dgm:pt modelId="{43D7422D-AE76-44A3-9B19-40334FD46E73}" type="pres">
      <dgm:prSet presAssocID="{4300BC9A-4DF6-4A40-ADE2-0D7E0DBFE64D}" presName="desTx" presStyleLbl="revTx" presStyleIdx="1" presStyleCnt="6">
        <dgm:presLayoutVars/>
      </dgm:prSet>
      <dgm:spPr/>
    </dgm:pt>
    <dgm:pt modelId="{C4200E21-631E-4E82-98F5-7E13A601C17D}" type="pres">
      <dgm:prSet presAssocID="{77F98978-DBB4-4DBA-80AE-E4B5CD021A35}" presName="sibTrans" presStyleCnt="0"/>
      <dgm:spPr/>
    </dgm:pt>
    <dgm:pt modelId="{D2A5E246-C7DD-4286-BAA3-CBFDDCD42EAE}" type="pres">
      <dgm:prSet presAssocID="{BFAFBC9B-310B-483F-AE2A-1B031129BC19}" presName="compNode" presStyleCnt="0"/>
      <dgm:spPr/>
    </dgm:pt>
    <dgm:pt modelId="{C140E2FB-6994-4124-9DE7-AD20B8F28A8E}" type="pres">
      <dgm:prSet presAssocID="{BFAFBC9B-310B-483F-AE2A-1B031129BC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880984C-9D35-4786-A0EE-E92FBE6FDED5}" type="pres">
      <dgm:prSet presAssocID="{BFAFBC9B-310B-483F-AE2A-1B031129BC19}" presName="iconSpace" presStyleCnt="0"/>
      <dgm:spPr/>
    </dgm:pt>
    <dgm:pt modelId="{FB21B4D1-F94D-4D41-BD5F-E7DF6EA39764}" type="pres">
      <dgm:prSet presAssocID="{BFAFBC9B-310B-483F-AE2A-1B031129BC19}" presName="parTx" presStyleLbl="revTx" presStyleIdx="2" presStyleCnt="6">
        <dgm:presLayoutVars>
          <dgm:chMax val="0"/>
          <dgm:chPref val="0"/>
        </dgm:presLayoutVars>
      </dgm:prSet>
      <dgm:spPr/>
    </dgm:pt>
    <dgm:pt modelId="{B4BEE128-BAB8-4970-B601-33B30C1629C9}" type="pres">
      <dgm:prSet presAssocID="{BFAFBC9B-310B-483F-AE2A-1B031129BC19}" presName="txSpace" presStyleCnt="0"/>
      <dgm:spPr/>
    </dgm:pt>
    <dgm:pt modelId="{1FD78908-6C36-4C57-AA5D-A20938623BF9}" type="pres">
      <dgm:prSet presAssocID="{BFAFBC9B-310B-483F-AE2A-1B031129BC19}" presName="desTx" presStyleLbl="revTx" presStyleIdx="3" presStyleCnt="6">
        <dgm:presLayoutVars/>
      </dgm:prSet>
      <dgm:spPr/>
    </dgm:pt>
    <dgm:pt modelId="{C8F107A4-D9C1-4966-84B2-CAE7DE55F635}" type="pres">
      <dgm:prSet presAssocID="{9B1FB1A6-30BE-4058-ABDA-A18F4CC7C774}" presName="sibTrans" presStyleCnt="0"/>
      <dgm:spPr/>
    </dgm:pt>
    <dgm:pt modelId="{3EA388B0-84EB-4904-BBE5-045726CA8708}" type="pres">
      <dgm:prSet presAssocID="{3AF12800-C24C-4897-9E7C-EC6C43C036A5}" presName="compNode" presStyleCnt="0"/>
      <dgm:spPr/>
    </dgm:pt>
    <dgm:pt modelId="{216DFFF1-9193-4D0A-AE33-774830AE1A2E}" type="pres">
      <dgm:prSet presAssocID="{3AF12800-C24C-4897-9E7C-EC6C43C036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1F9ADA6C-58E0-4D79-9501-A6AF702BF9E0}" type="pres">
      <dgm:prSet presAssocID="{3AF12800-C24C-4897-9E7C-EC6C43C036A5}" presName="iconSpace" presStyleCnt="0"/>
      <dgm:spPr/>
    </dgm:pt>
    <dgm:pt modelId="{5D331D09-7A57-49DA-A202-4FE27B856A7D}" type="pres">
      <dgm:prSet presAssocID="{3AF12800-C24C-4897-9E7C-EC6C43C036A5}" presName="parTx" presStyleLbl="revTx" presStyleIdx="4" presStyleCnt="6">
        <dgm:presLayoutVars>
          <dgm:chMax val="0"/>
          <dgm:chPref val="0"/>
        </dgm:presLayoutVars>
      </dgm:prSet>
      <dgm:spPr/>
    </dgm:pt>
    <dgm:pt modelId="{D97FFE92-7B04-4100-AAE1-F5B315D80811}" type="pres">
      <dgm:prSet presAssocID="{3AF12800-C24C-4897-9E7C-EC6C43C036A5}" presName="txSpace" presStyleCnt="0"/>
      <dgm:spPr/>
    </dgm:pt>
    <dgm:pt modelId="{8EC2E43E-E892-43A9-B97F-D94DBE75DF8C}" type="pres">
      <dgm:prSet presAssocID="{3AF12800-C24C-4897-9E7C-EC6C43C036A5}" presName="desTx" presStyleLbl="revTx" presStyleIdx="5" presStyleCnt="6">
        <dgm:presLayoutVars/>
      </dgm:prSet>
      <dgm:spPr/>
    </dgm:pt>
  </dgm:ptLst>
  <dgm:cxnLst>
    <dgm:cxn modelId="{F6211316-FBA3-4DCE-9BC3-044AB5EFD7C4}" type="presOf" srcId="{4300BC9A-4DF6-4A40-ADE2-0D7E0DBFE64D}" destId="{3B208520-1FB4-4FD2-80AB-A32783164223}" srcOrd="0" destOrd="0" presId="urn:microsoft.com/office/officeart/2018/5/layout/CenteredIconLabelDescriptionList"/>
    <dgm:cxn modelId="{BBC8AF3E-7329-43CA-A6E8-9A7AD2C8778F}" srcId="{3AF12800-C24C-4897-9E7C-EC6C43C036A5}" destId="{C9EE15EF-6A16-4B3B-9557-5F59CEE4963C}" srcOrd="0" destOrd="0" parTransId="{E9A8FA9D-A3ED-4331-8DAA-B9E1C76DC564}" sibTransId="{5B028E7B-0EE3-438C-8EF7-A67FC3F7734E}"/>
    <dgm:cxn modelId="{E368A55E-FF93-4DCC-9B8F-C2147393BF76}" type="presOf" srcId="{C9EE15EF-6A16-4B3B-9557-5F59CEE4963C}" destId="{8EC2E43E-E892-43A9-B97F-D94DBE75DF8C}" srcOrd="0" destOrd="0" presId="urn:microsoft.com/office/officeart/2018/5/layout/CenteredIconLabelDescriptionList"/>
    <dgm:cxn modelId="{EEBC3A4B-EAEF-4AFC-B664-219B80EE8790}" type="presOf" srcId="{198B04D6-AF55-46AD-B2E2-6AC921E0A44B}" destId="{1FD78908-6C36-4C57-AA5D-A20938623BF9}" srcOrd="0" destOrd="1" presId="urn:microsoft.com/office/officeart/2018/5/layout/CenteredIconLabelDescriptionList"/>
    <dgm:cxn modelId="{FED79D4B-32FE-4153-B291-11ACEC47ED26}" srcId="{3AF12800-C24C-4897-9E7C-EC6C43C036A5}" destId="{5A2D6809-B518-40ED-8EBA-860C6D8B2930}" srcOrd="1" destOrd="0" parTransId="{B3ACD737-2104-4399-8B92-9E337FDF0FD4}" sibTransId="{6756522A-10EC-4D92-BC3E-5B1F9CBAAC72}"/>
    <dgm:cxn modelId="{25CC1371-B6C7-44F8-A14F-9E746D8E4E51}" srcId="{4300BC9A-4DF6-4A40-ADE2-0D7E0DBFE64D}" destId="{579D76F5-DF53-447C-84ED-EC06CB2DAA57}" srcOrd="0" destOrd="0" parTransId="{9E55A0A5-EBE3-4C0C-8DDE-4FDDECB39CDF}" sibTransId="{997679BF-61B6-4721-9F0E-76BD592FBADA}"/>
    <dgm:cxn modelId="{AD94EE74-282B-4827-B153-7EAD6556F5B5}" type="presOf" srcId="{579D76F5-DF53-447C-84ED-EC06CB2DAA57}" destId="{43D7422D-AE76-44A3-9B19-40334FD46E73}" srcOrd="0" destOrd="0" presId="urn:microsoft.com/office/officeart/2018/5/layout/CenteredIconLabelDescriptionList"/>
    <dgm:cxn modelId="{D277B17B-54B6-4553-97B3-5E842366D30E}" type="presOf" srcId="{BFAFBC9B-310B-483F-AE2A-1B031129BC19}" destId="{FB21B4D1-F94D-4D41-BD5F-E7DF6EA39764}" srcOrd="0" destOrd="0" presId="urn:microsoft.com/office/officeart/2018/5/layout/CenteredIconLabelDescriptionList"/>
    <dgm:cxn modelId="{2B561D7E-BE01-433A-A20A-1D9A70B3783B}" type="presOf" srcId="{9FDAA8FE-F1D9-451E-B529-EBDE1DEE547F}" destId="{F135D5CC-03F5-4DC6-9C5C-33BDA89E5DD3}" srcOrd="0" destOrd="0" presId="urn:microsoft.com/office/officeart/2018/5/layout/CenteredIconLabelDescriptionList"/>
    <dgm:cxn modelId="{B6473985-9BE9-4787-BD02-2BC1B726DBF7}" type="presOf" srcId="{B923B791-9642-478D-B296-BED12D81ED00}" destId="{1FD78908-6C36-4C57-AA5D-A20938623BF9}" srcOrd="0" destOrd="0" presId="urn:microsoft.com/office/officeart/2018/5/layout/CenteredIconLabelDescriptionList"/>
    <dgm:cxn modelId="{5C968F8B-C218-4196-A576-CE7343F315F9}" type="presOf" srcId="{5A2D6809-B518-40ED-8EBA-860C6D8B2930}" destId="{8EC2E43E-E892-43A9-B97F-D94DBE75DF8C}" srcOrd="0" destOrd="1" presId="urn:microsoft.com/office/officeart/2018/5/layout/CenteredIconLabelDescriptionList"/>
    <dgm:cxn modelId="{4D36A0B6-7EBC-48CC-A434-6C5DA810F501}" srcId="{9FDAA8FE-F1D9-451E-B529-EBDE1DEE547F}" destId="{3AF12800-C24C-4897-9E7C-EC6C43C036A5}" srcOrd="2" destOrd="0" parTransId="{30741BFF-B853-4676-9203-DF93D556CC9E}" sibTransId="{19AF1F6F-153B-4A0A-A3EB-09C23FD57FB2}"/>
    <dgm:cxn modelId="{FD0AAABD-A819-41AD-8450-511BDFF4D8C2}" srcId="{BFAFBC9B-310B-483F-AE2A-1B031129BC19}" destId="{B923B791-9642-478D-B296-BED12D81ED00}" srcOrd="0" destOrd="0" parTransId="{132F4A41-5852-48E2-896F-FF026DE67322}" sibTransId="{A7D34E6B-FF9A-4D09-B34D-A915400F70B6}"/>
    <dgm:cxn modelId="{445A60C8-37B6-4A63-A74E-C1459672EDEA}" type="presOf" srcId="{B661C4F1-A61F-45E0-8941-5A3C0E1837E9}" destId="{43D7422D-AE76-44A3-9B19-40334FD46E73}" srcOrd="0" destOrd="1" presId="urn:microsoft.com/office/officeart/2018/5/layout/CenteredIconLabelDescriptionList"/>
    <dgm:cxn modelId="{C33462D1-A850-4F4F-919D-C1E728A3AD89}" srcId="{BFAFBC9B-310B-483F-AE2A-1B031129BC19}" destId="{198B04D6-AF55-46AD-B2E2-6AC921E0A44B}" srcOrd="1" destOrd="0" parTransId="{FE1F04EF-A1FC-4336-965A-4239B3DC7D02}" sibTransId="{4116B63E-DB6A-4791-8A8F-32F5D35050D5}"/>
    <dgm:cxn modelId="{DCC05ED4-F7FE-4005-852F-014CDBCD9605}" type="presOf" srcId="{3AF12800-C24C-4897-9E7C-EC6C43C036A5}" destId="{5D331D09-7A57-49DA-A202-4FE27B856A7D}" srcOrd="0" destOrd="0" presId="urn:microsoft.com/office/officeart/2018/5/layout/CenteredIconLabelDescriptionList"/>
    <dgm:cxn modelId="{67E48EF0-3D0E-4D23-ADE1-DD3997196A90}" srcId="{9FDAA8FE-F1D9-451E-B529-EBDE1DEE547F}" destId="{BFAFBC9B-310B-483F-AE2A-1B031129BC19}" srcOrd="1" destOrd="0" parTransId="{1D86C10C-5B51-489A-B24F-892D82640E0B}" sibTransId="{9B1FB1A6-30BE-4058-ABDA-A18F4CC7C774}"/>
    <dgm:cxn modelId="{B23376F7-F96F-426A-AB77-4F9F6F8DAB1C}" srcId="{4300BC9A-4DF6-4A40-ADE2-0D7E0DBFE64D}" destId="{B661C4F1-A61F-45E0-8941-5A3C0E1837E9}" srcOrd="1" destOrd="0" parTransId="{4380E95D-A1DF-48BE-BA7E-1749B00466A1}" sibTransId="{089CDDBB-9F28-4C98-AAD4-AAA578619DBB}"/>
    <dgm:cxn modelId="{902FCEF7-BD33-4737-8551-B753845C5C36}" srcId="{9FDAA8FE-F1D9-451E-B529-EBDE1DEE547F}" destId="{4300BC9A-4DF6-4A40-ADE2-0D7E0DBFE64D}" srcOrd="0" destOrd="0" parTransId="{AE3A140E-42C6-4DEF-B867-C7D66E29E934}" sibTransId="{77F98978-DBB4-4DBA-80AE-E4B5CD021A35}"/>
    <dgm:cxn modelId="{82EECA9F-7C7E-4709-A5A1-381F47DD3EB2}" type="presParOf" srcId="{F135D5CC-03F5-4DC6-9C5C-33BDA89E5DD3}" destId="{0DDC5299-C978-4076-ADF6-75D23B88B270}" srcOrd="0" destOrd="0" presId="urn:microsoft.com/office/officeart/2018/5/layout/CenteredIconLabelDescriptionList"/>
    <dgm:cxn modelId="{D506FD39-59C9-40B5-B100-C3DA17C41C20}" type="presParOf" srcId="{0DDC5299-C978-4076-ADF6-75D23B88B270}" destId="{88093014-97CE-4959-B335-F481192F2C6B}" srcOrd="0" destOrd="0" presId="urn:microsoft.com/office/officeart/2018/5/layout/CenteredIconLabelDescriptionList"/>
    <dgm:cxn modelId="{29FF5CC3-B367-4091-AF3B-30843A8F1E7D}" type="presParOf" srcId="{0DDC5299-C978-4076-ADF6-75D23B88B270}" destId="{F2ED8BFC-851A-4B37-AF91-06106495279D}" srcOrd="1" destOrd="0" presId="urn:microsoft.com/office/officeart/2018/5/layout/CenteredIconLabelDescriptionList"/>
    <dgm:cxn modelId="{21588717-0852-408A-9FBC-B535847B35BE}" type="presParOf" srcId="{0DDC5299-C978-4076-ADF6-75D23B88B270}" destId="{3B208520-1FB4-4FD2-80AB-A32783164223}" srcOrd="2" destOrd="0" presId="urn:microsoft.com/office/officeart/2018/5/layout/CenteredIconLabelDescriptionList"/>
    <dgm:cxn modelId="{2A7E580A-DB12-4F09-BF33-317C8A1971B7}" type="presParOf" srcId="{0DDC5299-C978-4076-ADF6-75D23B88B270}" destId="{10B648A9-F121-4BCD-920B-42A7CD54D1B0}" srcOrd="3" destOrd="0" presId="urn:microsoft.com/office/officeart/2018/5/layout/CenteredIconLabelDescriptionList"/>
    <dgm:cxn modelId="{F86F2B56-4C40-47AC-A563-6435DE7CF533}" type="presParOf" srcId="{0DDC5299-C978-4076-ADF6-75D23B88B270}" destId="{43D7422D-AE76-44A3-9B19-40334FD46E73}" srcOrd="4" destOrd="0" presId="urn:microsoft.com/office/officeart/2018/5/layout/CenteredIconLabelDescriptionList"/>
    <dgm:cxn modelId="{3F3B0124-E81E-4FC6-A051-CD4D9E1263EA}" type="presParOf" srcId="{F135D5CC-03F5-4DC6-9C5C-33BDA89E5DD3}" destId="{C4200E21-631E-4E82-98F5-7E13A601C17D}" srcOrd="1" destOrd="0" presId="urn:microsoft.com/office/officeart/2018/5/layout/CenteredIconLabelDescriptionList"/>
    <dgm:cxn modelId="{1C648FE1-0B22-4EF7-8A1F-7CAF1BD7974D}" type="presParOf" srcId="{F135D5CC-03F5-4DC6-9C5C-33BDA89E5DD3}" destId="{D2A5E246-C7DD-4286-BAA3-CBFDDCD42EAE}" srcOrd="2" destOrd="0" presId="urn:microsoft.com/office/officeart/2018/5/layout/CenteredIconLabelDescriptionList"/>
    <dgm:cxn modelId="{8851F361-402E-4DEF-9562-E444D9C84BE5}" type="presParOf" srcId="{D2A5E246-C7DD-4286-BAA3-CBFDDCD42EAE}" destId="{C140E2FB-6994-4124-9DE7-AD20B8F28A8E}" srcOrd="0" destOrd="0" presId="urn:microsoft.com/office/officeart/2018/5/layout/CenteredIconLabelDescriptionList"/>
    <dgm:cxn modelId="{71C5D234-D2FC-4B08-9DF7-DBD13791EF2E}" type="presParOf" srcId="{D2A5E246-C7DD-4286-BAA3-CBFDDCD42EAE}" destId="{9880984C-9D35-4786-A0EE-E92FBE6FDED5}" srcOrd="1" destOrd="0" presId="urn:microsoft.com/office/officeart/2018/5/layout/CenteredIconLabelDescriptionList"/>
    <dgm:cxn modelId="{E6766C97-7CC0-4637-9C80-481F3E1EB4A4}" type="presParOf" srcId="{D2A5E246-C7DD-4286-BAA3-CBFDDCD42EAE}" destId="{FB21B4D1-F94D-4D41-BD5F-E7DF6EA39764}" srcOrd="2" destOrd="0" presId="urn:microsoft.com/office/officeart/2018/5/layout/CenteredIconLabelDescriptionList"/>
    <dgm:cxn modelId="{7D105DA5-23FF-4538-9C47-4C9AED2A96FF}" type="presParOf" srcId="{D2A5E246-C7DD-4286-BAA3-CBFDDCD42EAE}" destId="{B4BEE128-BAB8-4970-B601-33B30C1629C9}" srcOrd="3" destOrd="0" presId="urn:microsoft.com/office/officeart/2018/5/layout/CenteredIconLabelDescriptionList"/>
    <dgm:cxn modelId="{ADADBFCC-8EF8-481E-AEC1-26E834B233EA}" type="presParOf" srcId="{D2A5E246-C7DD-4286-BAA3-CBFDDCD42EAE}" destId="{1FD78908-6C36-4C57-AA5D-A20938623BF9}" srcOrd="4" destOrd="0" presId="urn:microsoft.com/office/officeart/2018/5/layout/CenteredIconLabelDescriptionList"/>
    <dgm:cxn modelId="{58E59ADF-0790-4A57-8DB3-BBAED24035F9}" type="presParOf" srcId="{F135D5CC-03F5-4DC6-9C5C-33BDA89E5DD3}" destId="{C8F107A4-D9C1-4966-84B2-CAE7DE55F635}" srcOrd="3" destOrd="0" presId="urn:microsoft.com/office/officeart/2018/5/layout/CenteredIconLabelDescriptionList"/>
    <dgm:cxn modelId="{DF86C9E5-FDCF-431C-9A0D-4EE48664C072}" type="presParOf" srcId="{F135D5CC-03F5-4DC6-9C5C-33BDA89E5DD3}" destId="{3EA388B0-84EB-4904-BBE5-045726CA8708}" srcOrd="4" destOrd="0" presId="urn:microsoft.com/office/officeart/2018/5/layout/CenteredIconLabelDescriptionList"/>
    <dgm:cxn modelId="{D4E6160C-6313-42DC-8C1E-3E5FB34405E5}" type="presParOf" srcId="{3EA388B0-84EB-4904-BBE5-045726CA8708}" destId="{216DFFF1-9193-4D0A-AE33-774830AE1A2E}" srcOrd="0" destOrd="0" presId="urn:microsoft.com/office/officeart/2018/5/layout/CenteredIconLabelDescriptionList"/>
    <dgm:cxn modelId="{B8C18768-E499-4EA0-B21A-E5761ADEE575}" type="presParOf" srcId="{3EA388B0-84EB-4904-BBE5-045726CA8708}" destId="{1F9ADA6C-58E0-4D79-9501-A6AF702BF9E0}" srcOrd="1" destOrd="0" presId="urn:microsoft.com/office/officeart/2018/5/layout/CenteredIconLabelDescriptionList"/>
    <dgm:cxn modelId="{DAD5AE42-C975-4367-B386-AE09BFD73EA4}" type="presParOf" srcId="{3EA388B0-84EB-4904-BBE5-045726CA8708}" destId="{5D331D09-7A57-49DA-A202-4FE27B856A7D}" srcOrd="2" destOrd="0" presId="urn:microsoft.com/office/officeart/2018/5/layout/CenteredIconLabelDescriptionList"/>
    <dgm:cxn modelId="{655EE2B3-DEB8-45F1-A97A-B53EE451FBFD}" type="presParOf" srcId="{3EA388B0-84EB-4904-BBE5-045726CA8708}" destId="{D97FFE92-7B04-4100-AAE1-F5B315D80811}" srcOrd="3" destOrd="0" presId="urn:microsoft.com/office/officeart/2018/5/layout/CenteredIconLabelDescriptionList"/>
    <dgm:cxn modelId="{7F9DE576-E34D-42C8-B677-43E6FD41C0BA}" type="presParOf" srcId="{3EA388B0-84EB-4904-BBE5-045726CA8708}" destId="{8EC2E43E-E892-43A9-B97F-D94DBE75DF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B07017-1C2F-4AC9-8B0F-D49267943EA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BCD3E401-8859-45AD-B9DA-BBAC28B720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Core </a:t>
          </a:r>
          <a:r>
            <a:rPr lang="tr-TR"/>
            <a:t>Wallet</a:t>
          </a:r>
        </a:p>
      </dgm:t>
    </dgm:pt>
    <dgm:pt modelId="{23543383-6A8B-4E3D-8583-214B71545586}" type="parTrans" cxnId="{A68E88D4-A092-4425-966F-2426BD104891}">
      <dgm:prSet/>
      <dgm:spPr/>
      <dgm:t>
        <a:bodyPr/>
        <a:lstStyle/>
        <a:p>
          <a:endParaRPr lang="tr-TR"/>
        </a:p>
      </dgm:t>
    </dgm:pt>
    <dgm:pt modelId="{C9857E95-B552-49A5-B24C-651EE80A9FBD}" type="sibTrans" cxnId="{A68E88D4-A092-4425-966F-2426BD104891}">
      <dgm:prSet/>
      <dgm:spPr/>
      <dgm:t>
        <a:bodyPr/>
        <a:lstStyle/>
        <a:p>
          <a:endParaRPr lang="tr-TR"/>
        </a:p>
      </dgm:t>
    </dgm:pt>
    <dgm:pt modelId="{8AA8F86C-EA66-4B55-BDFF-31B983B965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Actual Wallet</a:t>
          </a:r>
        </a:p>
      </dgm:t>
    </dgm:pt>
    <dgm:pt modelId="{09401B22-34A5-47AF-9733-223D30FE7816}" type="parTrans" cxnId="{FF170F5F-7A7D-4BD8-A758-61CED9D0C654}">
      <dgm:prSet/>
      <dgm:spPr/>
      <dgm:t>
        <a:bodyPr/>
        <a:lstStyle/>
        <a:p>
          <a:endParaRPr lang="tr-TR"/>
        </a:p>
      </dgm:t>
    </dgm:pt>
    <dgm:pt modelId="{FA05DFD7-A7DB-4496-9655-F64258CFE783}" type="sibTrans" cxnId="{FF170F5F-7A7D-4BD8-A758-61CED9D0C654}">
      <dgm:prSet/>
      <dgm:spPr/>
      <dgm:t>
        <a:bodyPr/>
        <a:lstStyle/>
        <a:p>
          <a:endParaRPr lang="tr-TR"/>
        </a:p>
      </dgm:t>
    </dgm:pt>
    <dgm:pt modelId="{B99FE99F-1D28-463A-B7BB-EE41B62CC0F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 </a:t>
          </a:r>
          <a:r>
            <a:rPr lang="en-US" dirty="0"/>
            <a:t>modern standard</a:t>
          </a:r>
          <a:r>
            <a:rPr lang="tr-TR" dirty="0"/>
            <a:t> </a:t>
          </a:r>
          <a:r>
            <a:rPr lang="tr-TR" dirty="0" err="1"/>
            <a:t>for</a:t>
          </a:r>
          <a:r>
            <a:rPr lang="tr-TR" dirty="0"/>
            <a:t> </a:t>
          </a:r>
          <a:r>
            <a:rPr lang="tr-TR" dirty="0" err="1"/>
            <a:t>wallet</a:t>
          </a:r>
          <a:r>
            <a:rPr lang="tr-TR" dirty="0"/>
            <a:t> </a:t>
          </a:r>
          <a:r>
            <a:rPr lang="tr-TR" dirty="0" err="1"/>
            <a:t>implementations</a:t>
          </a:r>
          <a:endParaRPr lang="tr-TR" dirty="0"/>
        </a:p>
      </dgm:t>
    </dgm:pt>
    <dgm:pt modelId="{7A95AE68-3989-42DA-9505-9BB5273729A5}" type="parTrans" cxnId="{11154CF4-9D07-4EB9-B492-20F45CD4FA41}">
      <dgm:prSet/>
      <dgm:spPr/>
      <dgm:t>
        <a:bodyPr/>
        <a:lstStyle/>
        <a:p>
          <a:endParaRPr lang="tr-TR"/>
        </a:p>
      </dgm:t>
    </dgm:pt>
    <dgm:pt modelId="{F29C9C42-EC73-4EE2-9567-CF03FD7697F5}" type="sibTrans" cxnId="{11154CF4-9D07-4EB9-B492-20F45CD4FA41}">
      <dgm:prSet/>
      <dgm:spPr/>
      <dgm:t>
        <a:bodyPr/>
        <a:lstStyle/>
        <a:p>
          <a:endParaRPr lang="tr-TR"/>
        </a:p>
      </dgm:t>
    </dgm:pt>
    <dgm:pt modelId="{BD14B8E5-3322-427B-BC0F-8EEA0BEA0C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Not for use</a:t>
          </a:r>
        </a:p>
      </dgm:t>
    </dgm:pt>
    <dgm:pt modelId="{C2EF12C6-7BC3-48E5-A5CC-BC028990752C}" type="parTrans" cxnId="{99D5D30C-D5AE-4B54-B88F-A9972F3534D9}">
      <dgm:prSet/>
      <dgm:spPr/>
      <dgm:t>
        <a:bodyPr/>
        <a:lstStyle/>
        <a:p>
          <a:endParaRPr lang="tr-TR"/>
        </a:p>
      </dgm:t>
    </dgm:pt>
    <dgm:pt modelId="{B472FF67-C83E-458B-A55A-197D9259D281}" type="sibTrans" cxnId="{99D5D30C-D5AE-4B54-B88F-A9972F3534D9}">
      <dgm:prSet/>
      <dgm:spPr/>
      <dgm:t>
        <a:bodyPr/>
        <a:lstStyle/>
        <a:p>
          <a:endParaRPr lang="tr-TR"/>
        </a:p>
      </dgm:t>
    </dgm:pt>
    <dgm:pt modelId="{66162383-D44C-4B14-BE80-FC68D383B20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 real </a:t>
          </a:r>
          <a:r>
            <a:rPr lang="en-US"/>
            <a:t>users or applications</a:t>
          </a:r>
          <a:r>
            <a:rPr lang="tr-TR"/>
            <a:t>!</a:t>
          </a:r>
          <a:r>
            <a:rPr lang="en-US"/>
            <a:t> </a:t>
          </a:r>
          <a:endParaRPr lang="tr-TR"/>
        </a:p>
      </dgm:t>
    </dgm:pt>
    <dgm:pt modelId="{9C7806D5-AC50-452B-8FFD-4422D7C32733}" type="parTrans" cxnId="{78BCC653-7A30-4F3A-A74B-607EB3CDC063}">
      <dgm:prSet/>
      <dgm:spPr/>
      <dgm:t>
        <a:bodyPr/>
        <a:lstStyle/>
        <a:p>
          <a:endParaRPr lang="tr-TR"/>
        </a:p>
      </dgm:t>
    </dgm:pt>
    <dgm:pt modelId="{3131C2AB-3F92-4FAF-81FC-7BEE1C218747}" type="sibTrans" cxnId="{78BCC653-7A30-4F3A-A74B-607EB3CDC063}">
      <dgm:prSet/>
      <dgm:spPr/>
      <dgm:t>
        <a:bodyPr/>
        <a:lstStyle/>
        <a:p>
          <a:endParaRPr lang="tr-TR"/>
        </a:p>
      </dgm:t>
    </dgm:pt>
    <dgm:pt modelId="{97BC5E09-CD64-4450-BFFE-40D4ED9063B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Implementation</a:t>
          </a:r>
          <a:r>
            <a:rPr lang="tr-TR" dirty="0"/>
            <a:t> is </a:t>
          </a:r>
          <a:r>
            <a:rPr lang="tr-TR" dirty="0" err="1"/>
            <a:t>included</a:t>
          </a:r>
          <a:endParaRPr lang="tr-TR" dirty="0"/>
        </a:p>
      </dgm:t>
    </dgm:pt>
    <dgm:pt modelId="{88969991-488E-4261-B3D8-4F276AD07267}" type="parTrans" cxnId="{3391D42D-3016-4D2F-A87F-F45CC8F92E5B}">
      <dgm:prSet/>
      <dgm:spPr/>
      <dgm:t>
        <a:bodyPr/>
        <a:lstStyle/>
        <a:p>
          <a:endParaRPr lang="tr-TR"/>
        </a:p>
      </dgm:t>
    </dgm:pt>
    <dgm:pt modelId="{DA8BCFEE-0A26-48C4-B634-7C828271C4CA}" type="sibTrans" cxnId="{3391D42D-3016-4D2F-A87F-F45CC8F92E5B}">
      <dgm:prSet/>
      <dgm:spPr/>
      <dgm:t>
        <a:bodyPr/>
        <a:lstStyle/>
        <a:p>
          <a:endParaRPr lang="tr-TR"/>
        </a:p>
      </dgm:t>
    </dgm:pt>
    <dgm:pt modelId="{3A49F31A-B6BF-41E0-B065-7AA2C3EF22C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just</a:t>
          </a:r>
          <a:r>
            <a:rPr lang="tr-TR"/>
            <a:t> as </a:t>
          </a:r>
          <a:r>
            <a:rPr lang="en-US"/>
            <a:t>a reference implementation</a:t>
          </a:r>
          <a:endParaRPr lang="tr-TR"/>
        </a:p>
      </dgm:t>
    </dgm:pt>
    <dgm:pt modelId="{84AB6344-D2E2-4426-8B30-AE0DE2FE19B7}" type="parTrans" cxnId="{B799D955-6FC0-44CF-B5DC-6E88EB096D61}">
      <dgm:prSet/>
      <dgm:spPr/>
      <dgm:t>
        <a:bodyPr/>
        <a:lstStyle/>
        <a:p>
          <a:endParaRPr lang="tr-TR"/>
        </a:p>
      </dgm:t>
    </dgm:pt>
    <dgm:pt modelId="{729D11AC-7EC7-494F-8BF6-D3463CEB4FD4}" type="sibTrans" cxnId="{B799D955-6FC0-44CF-B5DC-6E88EB096D61}">
      <dgm:prSet/>
      <dgm:spPr/>
      <dgm:t>
        <a:bodyPr/>
        <a:lstStyle/>
        <a:p>
          <a:endParaRPr lang="tr-TR"/>
        </a:p>
      </dgm:t>
    </dgm:pt>
    <dgm:pt modelId="{AC732B49-9263-4F28-80E9-D86BC0E3BB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 intended to be used</a:t>
          </a:r>
          <a:endParaRPr lang="tr-TR"/>
        </a:p>
      </dgm:t>
    </dgm:pt>
    <dgm:pt modelId="{582091B9-32B1-4BB3-AA99-2BDB4AED444C}" type="parTrans" cxnId="{A8DB32CF-41B4-47A9-A12E-E7ACE5C1C349}">
      <dgm:prSet/>
      <dgm:spPr/>
      <dgm:t>
        <a:bodyPr/>
        <a:lstStyle/>
        <a:p>
          <a:endParaRPr lang="tr-TR"/>
        </a:p>
      </dgm:t>
    </dgm:pt>
    <dgm:pt modelId="{5FB4D748-FAE4-4106-956F-DF4B38B37BB2}" type="sibTrans" cxnId="{A8DB32CF-41B4-47A9-A12E-E7ACE5C1C349}">
      <dgm:prSet/>
      <dgm:spPr/>
      <dgm:t>
        <a:bodyPr/>
        <a:lstStyle/>
        <a:p>
          <a:endParaRPr lang="tr-TR"/>
        </a:p>
      </dgm:t>
    </dgm:pt>
    <dgm:pt modelId="{539859E7-9EE7-432D-94E0-0E24508226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Advised to use BIP 39/32</a:t>
          </a:r>
        </a:p>
      </dgm:t>
    </dgm:pt>
    <dgm:pt modelId="{D3AA9D88-9EFE-4907-9FAD-732937A17EDA}" type="parTrans" cxnId="{06535E86-6167-47F5-9CB0-7CF73495C498}">
      <dgm:prSet/>
      <dgm:spPr/>
      <dgm:t>
        <a:bodyPr/>
        <a:lstStyle/>
        <a:p>
          <a:endParaRPr lang="tr-TR"/>
        </a:p>
      </dgm:t>
    </dgm:pt>
    <dgm:pt modelId="{64542FC9-2964-4F6C-A296-45D920466886}" type="sibTrans" cxnId="{06535E86-6167-47F5-9CB0-7CF73495C498}">
      <dgm:prSet/>
      <dgm:spPr/>
      <dgm:t>
        <a:bodyPr/>
        <a:lstStyle/>
        <a:p>
          <a:endParaRPr lang="tr-TR"/>
        </a:p>
      </dgm:t>
    </dgm:pt>
    <dgm:pt modelId="{D44F99BE-307B-4572-A3D2-6812D13AEB41}" type="pres">
      <dgm:prSet presAssocID="{8FB07017-1C2F-4AC9-8B0F-D49267943EAA}" presName="root" presStyleCnt="0">
        <dgm:presLayoutVars>
          <dgm:dir/>
          <dgm:resizeHandles val="exact"/>
        </dgm:presLayoutVars>
      </dgm:prSet>
      <dgm:spPr/>
    </dgm:pt>
    <dgm:pt modelId="{656E4782-2610-4B88-A002-E14B3ECDC1F6}" type="pres">
      <dgm:prSet presAssocID="{BCD3E401-8859-45AD-B9DA-BBAC28B7202F}" presName="compNode" presStyleCnt="0"/>
      <dgm:spPr/>
    </dgm:pt>
    <dgm:pt modelId="{FE763F8F-4C80-4E80-9FFF-3D66CBE84F1F}" type="pres">
      <dgm:prSet presAssocID="{BCD3E401-8859-45AD-B9DA-BBAC28B720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5CFB152-E5DB-40B8-B200-242ED7923188}" type="pres">
      <dgm:prSet presAssocID="{BCD3E401-8859-45AD-B9DA-BBAC28B7202F}" presName="iconSpace" presStyleCnt="0"/>
      <dgm:spPr/>
    </dgm:pt>
    <dgm:pt modelId="{DBB8B9FD-9636-4614-9C0A-17AE8F6BAE87}" type="pres">
      <dgm:prSet presAssocID="{BCD3E401-8859-45AD-B9DA-BBAC28B7202F}" presName="parTx" presStyleLbl="revTx" presStyleIdx="0" presStyleCnt="6">
        <dgm:presLayoutVars>
          <dgm:chMax val="0"/>
          <dgm:chPref val="0"/>
        </dgm:presLayoutVars>
      </dgm:prSet>
      <dgm:spPr/>
    </dgm:pt>
    <dgm:pt modelId="{0A771124-5900-46A0-AF1B-01647DF134A6}" type="pres">
      <dgm:prSet presAssocID="{BCD3E401-8859-45AD-B9DA-BBAC28B7202F}" presName="txSpace" presStyleCnt="0"/>
      <dgm:spPr/>
    </dgm:pt>
    <dgm:pt modelId="{F803503E-BD35-4D7E-8FA9-AE0C5C896240}" type="pres">
      <dgm:prSet presAssocID="{BCD3E401-8859-45AD-B9DA-BBAC28B7202F}" presName="desTx" presStyleLbl="revTx" presStyleIdx="1" presStyleCnt="6">
        <dgm:presLayoutVars/>
      </dgm:prSet>
      <dgm:spPr/>
    </dgm:pt>
    <dgm:pt modelId="{5D75CD22-94D5-40F2-B572-25B9F4E8036D}" type="pres">
      <dgm:prSet presAssocID="{C9857E95-B552-49A5-B24C-651EE80A9FBD}" presName="sibTrans" presStyleCnt="0"/>
      <dgm:spPr/>
    </dgm:pt>
    <dgm:pt modelId="{6321B624-013B-4DBC-BA50-B136AF7EBABB}" type="pres">
      <dgm:prSet presAssocID="{BD14B8E5-3322-427B-BC0F-8EEA0BEA0CB4}" presName="compNode" presStyleCnt="0"/>
      <dgm:spPr/>
    </dgm:pt>
    <dgm:pt modelId="{6282857B-2938-4A46-B7BB-BF361EE3EE25}" type="pres">
      <dgm:prSet presAssocID="{BD14B8E5-3322-427B-BC0F-8EEA0BEA0CB4}" presName="iconRect" presStyleLbl="node1" presStyleIdx="1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üzdan"/>
        </a:ext>
      </dgm:extLst>
    </dgm:pt>
    <dgm:pt modelId="{E13BC080-2109-404D-A3FD-E9DA2C8E203C}" type="pres">
      <dgm:prSet presAssocID="{BD14B8E5-3322-427B-BC0F-8EEA0BEA0CB4}" presName="iconSpace" presStyleCnt="0"/>
      <dgm:spPr/>
    </dgm:pt>
    <dgm:pt modelId="{0FA76FBF-446E-4107-A4BD-1F902C50100C}" type="pres">
      <dgm:prSet presAssocID="{BD14B8E5-3322-427B-BC0F-8EEA0BEA0CB4}" presName="parTx" presStyleLbl="revTx" presStyleIdx="2" presStyleCnt="6">
        <dgm:presLayoutVars>
          <dgm:chMax val="0"/>
          <dgm:chPref val="0"/>
        </dgm:presLayoutVars>
      </dgm:prSet>
      <dgm:spPr/>
    </dgm:pt>
    <dgm:pt modelId="{7C6821C7-D56D-4520-AB44-BF7A3FA65179}" type="pres">
      <dgm:prSet presAssocID="{BD14B8E5-3322-427B-BC0F-8EEA0BEA0CB4}" presName="txSpace" presStyleCnt="0"/>
      <dgm:spPr/>
    </dgm:pt>
    <dgm:pt modelId="{8C1898DB-7596-425D-B351-323FABBF5E03}" type="pres">
      <dgm:prSet presAssocID="{BD14B8E5-3322-427B-BC0F-8EEA0BEA0CB4}" presName="desTx" presStyleLbl="revTx" presStyleIdx="3" presStyleCnt="6">
        <dgm:presLayoutVars/>
      </dgm:prSet>
      <dgm:spPr/>
    </dgm:pt>
    <dgm:pt modelId="{51F8CEE5-46B1-46CF-B1D8-D4363D525D28}" type="pres">
      <dgm:prSet presAssocID="{B472FF67-C83E-458B-A55A-197D9259D281}" presName="sibTrans" presStyleCnt="0"/>
      <dgm:spPr/>
    </dgm:pt>
    <dgm:pt modelId="{37BCDD0A-274A-4A0D-837C-996375EC08C5}" type="pres">
      <dgm:prSet presAssocID="{8AA8F86C-EA66-4B55-BDFF-31B983B965A5}" presName="compNode" presStyleCnt="0"/>
      <dgm:spPr/>
    </dgm:pt>
    <dgm:pt modelId="{DEADFA68-FCA2-409F-B626-2B139099280C}" type="pres">
      <dgm:prSet presAssocID="{8AA8F86C-EA66-4B55-BDFF-31B983B965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718D6F1-6CD7-41F2-892E-20BCF6D101E5}" type="pres">
      <dgm:prSet presAssocID="{8AA8F86C-EA66-4B55-BDFF-31B983B965A5}" presName="iconSpace" presStyleCnt="0"/>
      <dgm:spPr/>
    </dgm:pt>
    <dgm:pt modelId="{EF8F5544-B62C-46FC-B43D-2C56FFD04A77}" type="pres">
      <dgm:prSet presAssocID="{8AA8F86C-EA66-4B55-BDFF-31B983B965A5}" presName="parTx" presStyleLbl="revTx" presStyleIdx="4" presStyleCnt="6">
        <dgm:presLayoutVars>
          <dgm:chMax val="0"/>
          <dgm:chPref val="0"/>
        </dgm:presLayoutVars>
      </dgm:prSet>
      <dgm:spPr/>
    </dgm:pt>
    <dgm:pt modelId="{8E7F8BD8-FB08-4366-BF95-340CD5888837}" type="pres">
      <dgm:prSet presAssocID="{8AA8F86C-EA66-4B55-BDFF-31B983B965A5}" presName="txSpace" presStyleCnt="0"/>
      <dgm:spPr/>
    </dgm:pt>
    <dgm:pt modelId="{C920FB58-171F-41C8-AAED-40EBF331546B}" type="pres">
      <dgm:prSet presAssocID="{8AA8F86C-EA66-4B55-BDFF-31B983B965A5}" presName="desTx" presStyleLbl="revTx" presStyleIdx="5" presStyleCnt="6">
        <dgm:presLayoutVars/>
      </dgm:prSet>
      <dgm:spPr/>
    </dgm:pt>
  </dgm:ptLst>
  <dgm:cxnLst>
    <dgm:cxn modelId="{17DDF00B-539C-489A-BC09-C1AA874E7FDF}" type="presOf" srcId="{BCD3E401-8859-45AD-B9DA-BBAC28B7202F}" destId="{DBB8B9FD-9636-4614-9C0A-17AE8F6BAE87}" srcOrd="0" destOrd="0" presId="urn:microsoft.com/office/officeart/2018/5/layout/CenteredIconLabelDescriptionList"/>
    <dgm:cxn modelId="{99D5D30C-D5AE-4B54-B88F-A9972F3534D9}" srcId="{8FB07017-1C2F-4AC9-8B0F-D49267943EAA}" destId="{BD14B8E5-3322-427B-BC0F-8EEA0BEA0CB4}" srcOrd="1" destOrd="0" parTransId="{C2EF12C6-7BC3-48E5-A5CC-BC028990752C}" sibTransId="{B472FF67-C83E-458B-A55A-197D9259D281}"/>
    <dgm:cxn modelId="{5489A80D-038C-49DE-BD2C-AF2B49F3D010}" type="presOf" srcId="{8AA8F86C-EA66-4B55-BDFF-31B983B965A5}" destId="{EF8F5544-B62C-46FC-B43D-2C56FFD04A77}" srcOrd="0" destOrd="0" presId="urn:microsoft.com/office/officeart/2018/5/layout/CenteredIconLabelDescriptionList"/>
    <dgm:cxn modelId="{4519D727-26A3-485E-9C00-74CDB9D1099F}" type="presOf" srcId="{BD14B8E5-3322-427B-BC0F-8EEA0BEA0CB4}" destId="{0FA76FBF-446E-4107-A4BD-1F902C50100C}" srcOrd="0" destOrd="0" presId="urn:microsoft.com/office/officeart/2018/5/layout/CenteredIconLabelDescriptionList"/>
    <dgm:cxn modelId="{3391D42D-3016-4D2F-A87F-F45CC8F92E5B}" srcId="{BCD3E401-8859-45AD-B9DA-BBAC28B7202F}" destId="{97BC5E09-CD64-4450-BFFE-40D4ED9063B5}" srcOrd="0" destOrd="0" parTransId="{88969991-488E-4261-B3D8-4F276AD07267}" sibTransId="{DA8BCFEE-0A26-48C4-B634-7C828271C4CA}"/>
    <dgm:cxn modelId="{FF170F5F-7A7D-4BD8-A758-61CED9D0C654}" srcId="{8FB07017-1C2F-4AC9-8B0F-D49267943EAA}" destId="{8AA8F86C-EA66-4B55-BDFF-31B983B965A5}" srcOrd="2" destOrd="0" parTransId="{09401B22-34A5-47AF-9733-223D30FE7816}" sibTransId="{FA05DFD7-A7DB-4496-9655-F64258CFE783}"/>
    <dgm:cxn modelId="{D2892C45-9805-47EF-BE95-50AA515EF9FF}" type="presOf" srcId="{8FB07017-1C2F-4AC9-8B0F-D49267943EAA}" destId="{D44F99BE-307B-4572-A3D2-6812D13AEB41}" srcOrd="0" destOrd="0" presId="urn:microsoft.com/office/officeart/2018/5/layout/CenteredIconLabelDescriptionList"/>
    <dgm:cxn modelId="{EC783B4A-4F0B-4983-97F3-5FB557F43472}" type="presOf" srcId="{B99FE99F-1D28-463A-B7BB-EE41B62CC0F5}" destId="{C920FB58-171F-41C8-AAED-40EBF331546B}" srcOrd="0" destOrd="1" presId="urn:microsoft.com/office/officeart/2018/5/layout/CenteredIconLabelDescriptionList"/>
    <dgm:cxn modelId="{78BCC653-7A30-4F3A-A74B-607EB3CDC063}" srcId="{BD14B8E5-3322-427B-BC0F-8EEA0BEA0CB4}" destId="{66162383-D44C-4B14-BE80-FC68D383B208}" srcOrd="1" destOrd="0" parTransId="{9C7806D5-AC50-452B-8FFD-4422D7C32733}" sibTransId="{3131C2AB-3F92-4FAF-81FC-7BEE1C218747}"/>
    <dgm:cxn modelId="{B799D955-6FC0-44CF-B5DC-6E88EB096D61}" srcId="{BCD3E401-8859-45AD-B9DA-BBAC28B7202F}" destId="{3A49F31A-B6BF-41E0-B065-7AA2C3EF22CA}" srcOrd="1" destOrd="0" parTransId="{84AB6344-D2E2-4426-8B30-AE0DE2FE19B7}" sibTransId="{729D11AC-7EC7-494F-8BF6-D3463CEB4FD4}"/>
    <dgm:cxn modelId="{5C94267A-EE70-4A54-B693-8E91B7E1FB32}" type="presOf" srcId="{66162383-D44C-4B14-BE80-FC68D383B208}" destId="{8C1898DB-7596-425D-B351-323FABBF5E03}" srcOrd="0" destOrd="1" presId="urn:microsoft.com/office/officeart/2018/5/layout/CenteredIconLabelDescriptionList"/>
    <dgm:cxn modelId="{06535E86-6167-47F5-9CB0-7CF73495C498}" srcId="{8AA8F86C-EA66-4B55-BDFF-31B983B965A5}" destId="{539859E7-9EE7-432D-94E0-0E24508226DC}" srcOrd="0" destOrd="0" parTransId="{D3AA9D88-9EFE-4907-9FAD-732937A17EDA}" sibTransId="{64542FC9-2964-4F6C-A296-45D920466886}"/>
    <dgm:cxn modelId="{5C4379A7-8462-436D-92F5-EE11724FF11E}" type="presOf" srcId="{3A49F31A-B6BF-41E0-B065-7AA2C3EF22CA}" destId="{F803503E-BD35-4D7E-8FA9-AE0C5C896240}" srcOrd="0" destOrd="1" presId="urn:microsoft.com/office/officeart/2018/5/layout/CenteredIconLabelDescriptionList"/>
    <dgm:cxn modelId="{8E9854C3-2BAA-451D-9C2B-A997EF1A699A}" type="presOf" srcId="{97BC5E09-CD64-4450-BFFE-40D4ED9063B5}" destId="{F803503E-BD35-4D7E-8FA9-AE0C5C896240}" srcOrd="0" destOrd="0" presId="urn:microsoft.com/office/officeart/2018/5/layout/CenteredIconLabelDescriptionList"/>
    <dgm:cxn modelId="{4AB7DDCE-E8CC-43A3-AC49-62DBA0758B32}" type="presOf" srcId="{AC732B49-9263-4F28-80E9-D86BC0E3BB8B}" destId="{8C1898DB-7596-425D-B351-323FABBF5E03}" srcOrd="0" destOrd="0" presId="urn:microsoft.com/office/officeart/2018/5/layout/CenteredIconLabelDescriptionList"/>
    <dgm:cxn modelId="{A8DB32CF-41B4-47A9-A12E-E7ACE5C1C349}" srcId="{BD14B8E5-3322-427B-BC0F-8EEA0BEA0CB4}" destId="{AC732B49-9263-4F28-80E9-D86BC0E3BB8B}" srcOrd="0" destOrd="0" parTransId="{582091B9-32B1-4BB3-AA99-2BDB4AED444C}" sibTransId="{5FB4D748-FAE4-4106-956F-DF4B38B37BB2}"/>
    <dgm:cxn modelId="{A68E88D4-A092-4425-966F-2426BD104891}" srcId="{8FB07017-1C2F-4AC9-8B0F-D49267943EAA}" destId="{BCD3E401-8859-45AD-B9DA-BBAC28B7202F}" srcOrd="0" destOrd="0" parTransId="{23543383-6A8B-4E3D-8583-214B71545586}" sibTransId="{C9857E95-B552-49A5-B24C-651EE80A9FBD}"/>
    <dgm:cxn modelId="{A17A71EE-6198-4356-A902-817DBF6CBCE8}" type="presOf" srcId="{539859E7-9EE7-432D-94E0-0E24508226DC}" destId="{C920FB58-171F-41C8-AAED-40EBF331546B}" srcOrd="0" destOrd="0" presId="urn:microsoft.com/office/officeart/2018/5/layout/CenteredIconLabelDescriptionList"/>
    <dgm:cxn modelId="{11154CF4-9D07-4EB9-B492-20F45CD4FA41}" srcId="{8AA8F86C-EA66-4B55-BDFF-31B983B965A5}" destId="{B99FE99F-1D28-463A-B7BB-EE41B62CC0F5}" srcOrd="1" destOrd="0" parTransId="{7A95AE68-3989-42DA-9505-9BB5273729A5}" sibTransId="{F29C9C42-EC73-4EE2-9567-CF03FD7697F5}"/>
    <dgm:cxn modelId="{7B3100B2-218D-450D-9E50-7A9C2D785768}" type="presParOf" srcId="{D44F99BE-307B-4572-A3D2-6812D13AEB41}" destId="{656E4782-2610-4B88-A002-E14B3ECDC1F6}" srcOrd="0" destOrd="0" presId="urn:microsoft.com/office/officeart/2018/5/layout/CenteredIconLabelDescriptionList"/>
    <dgm:cxn modelId="{3A1BF5E2-6BC1-45D1-B508-D5B6707DDEB3}" type="presParOf" srcId="{656E4782-2610-4B88-A002-E14B3ECDC1F6}" destId="{FE763F8F-4C80-4E80-9FFF-3D66CBE84F1F}" srcOrd="0" destOrd="0" presId="urn:microsoft.com/office/officeart/2018/5/layout/CenteredIconLabelDescriptionList"/>
    <dgm:cxn modelId="{03BDB9B7-7527-4996-A21E-092FB8AF2499}" type="presParOf" srcId="{656E4782-2610-4B88-A002-E14B3ECDC1F6}" destId="{C5CFB152-E5DB-40B8-B200-242ED7923188}" srcOrd="1" destOrd="0" presId="urn:microsoft.com/office/officeart/2018/5/layout/CenteredIconLabelDescriptionList"/>
    <dgm:cxn modelId="{0E3E2830-5360-4577-B376-B7BCD5BEBC15}" type="presParOf" srcId="{656E4782-2610-4B88-A002-E14B3ECDC1F6}" destId="{DBB8B9FD-9636-4614-9C0A-17AE8F6BAE87}" srcOrd="2" destOrd="0" presId="urn:microsoft.com/office/officeart/2018/5/layout/CenteredIconLabelDescriptionList"/>
    <dgm:cxn modelId="{2A6E6F32-96C9-416D-B0B6-63C324ED8693}" type="presParOf" srcId="{656E4782-2610-4B88-A002-E14B3ECDC1F6}" destId="{0A771124-5900-46A0-AF1B-01647DF134A6}" srcOrd="3" destOrd="0" presId="urn:microsoft.com/office/officeart/2018/5/layout/CenteredIconLabelDescriptionList"/>
    <dgm:cxn modelId="{6FE2A678-8784-48AF-873E-66FD81355CE2}" type="presParOf" srcId="{656E4782-2610-4B88-A002-E14B3ECDC1F6}" destId="{F803503E-BD35-4D7E-8FA9-AE0C5C896240}" srcOrd="4" destOrd="0" presId="urn:microsoft.com/office/officeart/2018/5/layout/CenteredIconLabelDescriptionList"/>
    <dgm:cxn modelId="{33B88E6B-1E93-45C5-8870-6AD21A5505D7}" type="presParOf" srcId="{D44F99BE-307B-4572-A3D2-6812D13AEB41}" destId="{5D75CD22-94D5-40F2-B572-25B9F4E8036D}" srcOrd="1" destOrd="0" presId="urn:microsoft.com/office/officeart/2018/5/layout/CenteredIconLabelDescriptionList"/>
    <dgm:cxn modelId="{D77B4C50-CDF3-4D0A-9189-11D0DA100AFD}" type="presParOf" srcId="{D44F99BE-307B-4572-A3D2-6812D13AEB41}" destId="{6321B624-013B-4DBC-BA50-B136AF7EBABB}" srcOrd="2" destOrd="0" presId="urn:microsoft.com/office/officeart/2018/5/layout/CenteredIconLabelDescriptionList"/>
    <dgm:cxn modelId="{256D1762-F9CE-4073-8E6B-07641CD83CDD}" type="presParOf" srcId="{6321B624-013B-4DBC-BA50-B136AF7EBABB}" destId="{6282857B-2938-4A46-B7BB-BF361EE3EE25}" srcOrd="0" destOrd="0" presId="urn:microsoft.com/office/officeart/2018/5/layout/CenteredIconLabelDescriptionList"/>
    <dgm:cxn modelId="{59152568-7860-452F-AA5E-4608DAD53608}" type="presParOf" srcId="{6321B624-013B-4DBC-BA50-B136AF7EBABB}" destId="{E13BC080-2109-404D-A3FD-E9DA2C8E203C}" srcOrd="1" destOrd="0" presId="urn:microsoft.com/office/officeart/2018/5/layout/CenteredIconLabelDescriptionList"/>
    <dgm:cxn modelId="{C7CE813E-36AF-45C5-A7EF-3FC68D78A76D}" type="presParOf" srcId="{6321B624-013B-4DBC-BA50-B136AF7EBABB}" destId="{0FA76FBF-446E-4107-A4BD-1F902C50100C}" srcOrd="2" destOrd="0" presId="urn:microsoft.com/office/officeart/2018/5/layout/CenteredIconLabelDescriptionList"/>
    <dgm:cxn modelId="{5D994C69-A6BE-43E9-A5E9-CA01BFA1571B}" type="presParOf" srcId="{6321B624-013B-4DBC-BA50-B136AF7EBABB}" destId="{7C6821C7-D56D-4520-AB44-BF7A3FA65179}" srcOrd="3" destOrd="0" presId="urn:microsoft.com/office/officeart/2018/5/layout/CenteredIconLabelDescriptionList"/>
    <dgm:cxn modelId="{7016752D-5535-43F6-A9A9-EB4A5B6D9A7E}" type="presParOf" srcId="{6321B624-013B-4DBC-BA50-B136AF7EBABB}" destId="{8C1898DB-7596-425D-B351-323FABBF5E03}" srcOrd="4" destOrd="0" presId="urn:microsoft.com/office/officeart/2018/5/layout/CenteredIconLabelDescriptionList"/>
    <dgm:cxn modelId="{3F1DE8D9-4687-441E-B0AF-AA660335402E}" type="presParOf" srcId="{D44F99BE-307B-4572-A3D2-6812D13AEB41}" destId="{51F8CEE5-46B1-46CF-B1D8-D4363D525D28}" srcOrd="3" destOrd="0" presId="urn:microsoft.com/office/officeart/2018/5/layout/CenteredIconLabelDescriptionList"/>
    <dgm:cxn modelId="{0E7C1E1A-CF7E-48DA-B8A0-5F7EE99B8C66}" type="presParOf" srcId="{D44F99BE-307B-4572-A3D2-6812D13AEB41}" destId="{37BCDD0A-274A-4A0D-837C-996375EC08C5}" srcOrd="4" destOrd="0" presId="urn:microsoft.com/office/officeart/2018/5/layout/CenteredIconLabelDescriptionList"/>
    <dgm:cxn modelId="{4EE13EC3-3172-4C5D-AC57-467E6572A6E2}" type="presParOf" srcId="{37BCDD0A-274A-4A0D-837C-996375EC08C5}" destId="{DEADFA68-FCA2-409F-B626-2B139099280C}" srcOrd="0" destOrd="0" presId="urn:microsoft.com/office/officeart/2018/5/layout/CenteredIconLabelDescriptionList"/>
    <dgm:cxn modelId="{0AB475CC-ED39-4D95-9AB7-79532BD50D04}" type="presParOf" srcId="{37BCDD0A-274A-4A0D-837C-996375EC08C5}" destId="{A718D6F1-6CD7-41F2-892E-20BCF6D101E5}" srcOrd="1" destOrd="0" presId="urn:microsoft.com/office/officeart/2018/5/layout/CenteredIconLabelDescriptionList"/>
    <dgm:cxn modelId="{23BD87A0-CCCD-4278-877F-878973367E64}" type="presParOf" srcId="{37BCDD0A-274A-4A0D-837C-996375EC08C5}" destId="{EF8F5544-B62C-46FC-B43D-2C56FFD04A77}" srcOrd="2" destOrd="0" presId="urn:microsoft.com/office/officeart/2018/5/layout/CenteredIconLabelDescriptionList"/>
    <dgm:cxn modelId="{FF16814D-14AA-4B87-B87C-D0D4F1F64746}" type="presParOf" srcId="{37BCDD0A-274A-4A0D-837C-996375EC08C5}" destId="{8E7F8BD8-FB08-4366-BF95-340CD5888837}" srcOrd="3" destOrd="0" presId="urn:microsoft.com/office/officeart/2018/5/layout/CenteredIconLabelDescriptionList"/>
    <dgm:cxn modelId="{DD356BDB-76B2-4A47-873C-3071580D8226}" type="presParOf" srcId="{37BCDD0A-274A-4A0D-837C-996375EC08C5}" destId="{C920FB58-171F-41C8-AAED-40EBF331546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B07017-1C2F-4AC9-8B0F-D49267943EA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F60927F0-C3AA-4921-9415-DBBD8DB372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 </a:t>
          </a:r>
          <a:endParaRPr lang="tr-TR"/>
        </a:p>
      </dgm:t>
    </dgm:pt>
    <dgm:pt modelId="{7A67332F-EFCF-4BC5-A47A-9E68134767F0}" type="parTrans" cxnId="{B065913E-4FE9-4979-A706-D90E354D1050}">
      <dgm:prSet/>
      <dgm:spPr/>
      <dgm:t>
        <a:bodyPr/>
        <a:lstStyle/>
        <a:p>
          <a:endParaRPr lang="tr-TR"/>
        </a:p>
      </dgm:t>
    </dgm:pt>
    <dgm:pt modelId="{52E08475-4F9E-43D0-873C-A9E74299B592}" type="sibTrans" cxnId="{B065913E-4FE9-4979-A706-D90E354D1050}">
      <dgm:prSet/>
      <dgm:spPr/>
      <dgm:t>
        <a:bodyPr/>
        <a:lstStyle/>
        <a:p>
          <a:endParaRPr lang="tr-TR"/>
        </a:p>
      </dgm:t>
    </dgm:pt>
    <dgm:pt modelId="{A371541A-570C-4BCD-9118-C235A7947D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stands for</a:t>
          </a:r>
          <a:endParaRPr lang="tr-TR" dirty="0"/>
        </a:p>
        <a:p>
          <a:pPr>
            <a:lnSpc>
              <a:spcPct val="100000"/>
            </a:lnSpc>
          </a:pPr>
          <a:r>
            <a:rPr lang="en-US" i="1" dirty="0"/>
            <a:t>Bitcoin Improvement</a:t>
          </a:r>
          <a:r>
            <a:rPr lang="tr-TR" i="1" dirty="0"/>
            <a:t> </a:t>
          </a:r>
          <a:r>
            <a:rPr lang="tr-TR" i="1" dirty="0" err="1"/>
            <a:t>Proposal</a:t>
          </a:r>
          <a:r>
            <a:rPr lang="tr-TR" dirty="0"/>
            <a:t>.</a:t>
          </a:r>
        </a:p>
      </dgm:t>
    </dgm:pt>
    <dgm:pt modelId="{4DE13879-B2E6-4324-84F9-8B4E38E63AA6}" type="parTrans" cxnId="{89956C07-04EC-4088-918D-A3E6A20C65E8}">
      <dgm:prSet/>
      <dgm:spPr/>
      <dgm:t>
        <a:bodyPr/>
        <a:lstStyle/>
        <a:p>
          <a:endParaRPr lang="tr-TR"/>
        </a:p>
      </dgm:t>
    </dgm:pt>
    <dgm:pt modelId="{F154371D-C31E-4DCD-A519-9744AEAB0FC5}" type="sibTrans" cxnId="{89956C07-04EC-4088-918D-A3E6A20C65E8}">
      <dgm:prSet/>
      <dgm:spPr/>
      <dgm:t>
        <a:bodyPr/>
        <a:lstStyle/>
        <a:p>
          <a:endParaRPr lang="tr-TR"/>
        </a:p>
      </dgm:t>
    </dgm:pt>
    <dgm:pt modelId="{E456881F-10F6-41C0-8A5C-DD157F8304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dirty="0"/>
            <a:t>BIP-32</a:t>
          </a:r>
          <a:endParaRPr lang="tr-TR" dirty="0"/>
        </a:p>
      </dgm:t>
    </dgm:pt>
    <dgm:pt modelId="{2E433917-4B40-4BAC-A581-DA15C490C07C}" type="parTrans" cxnId="{BB9C0844-7268-4CB2-8A98-B2B6820E783E}">
      <dgm:prSet/>
      <dgm:spPr/>
      <dgm:t>
        <a:bodyPr/>
        <a:lstStyle/>
        <a:p>
          <a:endParaRPr lang="tr-TR"/>
        </a:p>
      </dgm:t>
    </dgm:pt>
    <dgm:pt modelId="{FAEE9A10-B3DA-4561-A816-2066C77FDE47}" type="sibTrans" cxnId="{BB9C0844-7268-4CB2-8A98-B2B6820E783E}">
      <dgm:prSet/>
      <dgm:spPr/>
      <dgm:t>
        <a:bodyPr/>
        <a:lstStyle/>
        <a:p>
          <a:endParaRPr lang="tr-TR"/>
        </a:p>
      </dgm:t>
    </dgm:pt>
    <dgm:pt modelId="{0521A9D1-FDCB-4B06-9922-86D72F6CFF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HD</a:t>
          </a:r>
          <a:endParaRPr lang="tr-TR" dirty="0"/>
        </a:p>
      </dgm:t>
    </dgm:pt>
    <dgm:pt modelId="{B774E483-E5B6-4206-89ED-103FF6B44435}" type="parTrans" cxnId="{BA7EAAF3-720D-4293-B99F-53262B118F77}">
      <dgm:prSet/>
      <dgm:spPr/>
      <dgm:t>
        <a:bodyPr/>
        <a:lstStyle/>
        <a:p>
          <a:endParaRPr lang="tr-TR"/>
        </a:p>
      </dgm:t>
    </dgm:pt>
    <dgm:pt modelId="{18C9881A-1F34-4D5D-B3E6-96DD3F024142}" type="sibTrans" cxnId="{BA7EAAF3-720D-4293-B99F-53262B118F77}">
      <dgm:prSet/>
      <dgm:spPr/>
      <dgm:t>
        <a:bodyPr/>
        <a:lstStyle/>
        <a:p>
          <a:endParaRPr lang="tr-TR"/>
        </a:p>
      </dgm:t>
    </dgm:pt>
    <dgm:pt modelId="{DFB694B3-DCB4-4EDB-A76C-F6C4DA3CAE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multiple addresses for a Bitcoin</a:t>
          </a:r>
          <a:endParaRPr lang="tr-TR" dirty="0"/>
        </a:p>
      </dgm:t>
    </dgm:pt>
    <dgm:pt modelId="{BA12BD51-A889-46EF-811C-9E1D323FFA19}" type="parTrans" cxnId="{A750BD98-EDFC-4C3A-A151-DAB1AFB25D6C}">
      <dgm:prSet/>
      <dgm:spPr/>
      <dgm:t>
        <a:bodyPr/>
        <a:lstStyle/>
        <a:p>
          <a:endParaRPr lang="tr-TR"/>
        </a:p>
      </dgm:t>
    </dgm:pt>
    <dgm:pt modelId="{8C5299BF-61F1-417C-99E5-3A7C384BDF63}" type="sibTrans" cxnId="{A750BD98-EDFC-4C3A-A151-DAB1AFB25D6C}">
      <dgm:prSet/>
      <dgm:spPr/>
      <dgm:t>
        <a:bodyPr/>
        <a:lstStyle/>
        <a:p>
          <a:endParaRPr lang="tr-TR"/>
        </a:p>
      </dgm:t>
    </dgm:pt>
    <dgm:pt modelId="{C61E3B01-7022-4503-B578-8DF9D115B8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derived from a single seed </a:t>
          </a:r>
          <a:endParaRPr lang="tr-TR" dirty="0"/>
        </a:p>
      </dgm:t>
    </dgm:pt>
    <dgm:pt modelId="{B665FA62-EF8F-431A-9C91-4339C39B1529}" type="parTrans" cxnId="{C1BE2900-8141-4581-9BC6-52827109BD15}">
      <dgm:prSet/>
      <dgm:spPr/>
      <dgm:t>
        <a:bodyPr/>
        <a:lstStyle/>
        <a:p>
          <a:endParaRPr lang="tr-TR"/>
        </a:p>
      </dgm:t>
    </dgm:pt>
    <dgm:pt modelId="{68FFFC9A-2A1B-4A8E-896B-136CF55F43A0}" type="sibTrans" cxnId="{C1BE2900-8141-4581-9BC6-52827109BD15}">
      <dgm:prSet/>
      <dgm:spPr/>
      <dgm:t>
        <a:bodyPr/>
        <a:lstStyle/>
        <a:p>
          <a:endParaRPr lang="tr-TR"/>
        </a:p>
      </dgm:t>
    </dgm:pt>
    <dgm:pt modelId="{D0C74815-211F-44CF-86DD-7C11AB995C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hierarchical deterministic</a:t>
          </a:r>
          <a:r>
            <a:rPr lang="tr-TR" b="0" i="0" dirty="0"/>
            <a:t> </a:t>
          </a:r>
          <a:r>
            <a:rPr lang="en-US" b="0" i="0" dirty="0"/>
            <a:t>wallet</a:t>
          </a:r>
          <a:endParaRPr lang="tr-TR" dirty="0"/>
        </a:p>
      </dgm:t>
    </dgm:pt>
    <dgm:pt modelId="{B3C7003A-0B8F-4345-8CE3-BA77353DAF8D}" type="parTrans" cxnId="{9F798095-7439-405A-9342-03E72EF689E3}">
      <dgm:prSet/>
      <dgm:spPr/>
      <dgm:t>
        <a:bodyPr/>
        <a:lstStyle/>
        <a:p>
          <a:endParaRPr lang="tr-TR"/>
        </a:p>
      </dgm:t>
    </dgm:pt>
    <dgm:pt modelId="{6B56F1AD-6BD8-4AEB-B41D-03A459DE6DE3}" type="sibTrans" cxnId="{9F798095-7439-405A-9342-03E72EF689E3}">
      <dgm:prSet/>
      <dgm:spPr/>
      <dgm:t>
        <a:bodyPr/>
        <a:lstStyle/>
        <a:p>
          <a:endParaRPr lang="tr-TR"/>
        </a:p>
      </dgm:t>
    </dgm:pt>
    <dgm:pt modelId="{51FA939E-34CD-43A4-B3FF-8E76357E19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Features</a:t>
          </a:r>
        </a:p>
      </dgm:t>
    </dgm:pt>
    <dgm:pt modelId="{1BBBA6CC-D117-4F15-832C-5ED22A58936C}" type="parTrans" cxnId="{D9714FF3-FC91-4290-BE1B-1C0BAFC8B1B5}">
      <dgm:prSet/>
      <dgm:spPr/>
      <dgm:t>
        <a:bodyPr/>
        <a:lstStyle/>
        <a:p>
          <a:endParaRPr lang="tr-TR"/>
        </a:p>
      </dgm:t>
    </dgm:pt>
    <dgm:pt modelId="{8B1BDE5C-EED2-43C1-A28C-39911021622C}" type="sibTrans" cxnId="{D9714FF3-FC91-4290-BE1B-1C0BAFC8B1B5}">
      <dgm:prSet/>
      <dgm:spPr/>
      <dgm:t>
        <a:bodyPr/>
        <a:lstStyle/>
        <a:p>
          <a:endParaRPr lang="tr-TR"/>
        </a:p>
      </dgm:t>
    </dgm:pt>
    <dgm:pt modelId="{A415FDA0-6784-4183-A0EF-E35B38115965}" type="pres">
      <dgm:prSet presAssocID="{8FB07017-1C2F-4AC9-8B0F-D49267943EAA}" presName="root" presStyleCnt="0">
        <dgm:presLayoutVars>
          <dgm:dir/>
          <dgm:resizeHandles val="exact"/>
        </dgm:presLayoutVars>
      </dgm:prSet>
      <dgm:spPr/>
    </dgm:pt>
    <dgm:pt modelId="{CAA5E110-7A5B-4C83-84D2-D52B1394D65F}" type="pres">
      <dgm:prSet presAssocID="{F60927F0-C3AA-4921-9415-DBBD8DB372C5}" presName="compNode" presStyleCnt="0"/>
      <dgm:spPr/>
    </dgm:pt>
    <dgm:pt modelId="{64875B61-5720-4B92-8586-AD20E57D9F6F}" type="pres">
      <dgm:prSet presAssocID="{F60927F0-C3AA-4921-9415-DBBD8DB372C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43DD772-500D-44B7-A8D9-FB71653AFCAF}" type="pres">
      <dgm:prSet presAssocID="{F60927F0-C3AA-4921-9415-DBBD8DB372C5}" presName="iconSpace" presStyleCnt="0"/>
      <dgm:spPr/>
    </dgm:pt>
    <dgm:pt modelId="{55309C4D-527D-4DD2-B4C6-65A151D93C59}" type="pres">
      <dgm:prSet presAssocID="{F60927F0-C3AA-4921-9415-DBBD8DB372C5}" presName="parTx" presStyleLbl="revTx" presStyleIdx="0" presStyleCnt="6">
        <dgm:presLayoutVars>
          <dgm:chMax val="0"/>
          <dgm:chPref val="0"/>
        </dgm:presLayoutVars>
      </dgm:prSet>
      <dgm:spPr/>
    </dgm:pt>
    <dgm:pt modelId="{E2EDFDB0-D66C-4852-BB51-DF947FF5B481}" type="pres">
      <dgm:prSet presAssocID="{F60927F0-C3AA-4921-9415-DBBD8DB372C5}" presName="txSpace" presStyleCnt="0"/>
      <dgm:spPr/>
    </dgm:pt>
    <dgm:pt modelId="{93A364FB-1B95-4B20-853A-EACEEE0685BF}" type="pres">
      <dgm:prSet presAssocID="{F60927F0-C3AA-4921-9415-DBBD8DB372C5}" presName="desTx" presStyleLbl="revTx" presStyleIdx="1" presStyleCnt="6">
        <dgm:presLayoutVars/>
      </dgm:prSet>
      <dgm:spPr/>
    </dgm:pt>
    <dgm:pt modelId="{0D2E433F-E42A-4E89-A68B-92A23C0CDD16}" type="pres">
      <dgm:prSet presAssocID="{52E08475-4F9E-43D0-873C-A9E74299B592}" presName="sibTrans" presStyleCnt="0"/>
      <dgm:spPr/>
    </dgm:pt>
    <dgm:pt modelId="{A7C43D97-6981-4230-9974-78F9D9D98A69}" type="pres">
      <dgm:prSet presAssocID="{E456881F-10F6-41C0-8A5C-DD157F830457}" presName="compNode" presStyleCnt="0"/>
      <dgm:spPr/>
    </dgm:pt>
    <dgm:pt modelId="{80AF9A51-29B8-456C-9C57-D547B0FE0936}" type="pres">
      <dgm:prSet presAssocID="{E456881F-10F6-41C0-8A5C-DD157F8304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1BCB77-7B1C-4E2A-ACFF-0DB0622482B0}" type="pres">
      <dgm:prSet presAssocID="{E456881F-10F6-41C0-8A5C-DD157F830457}" presName="iconSpace" presStyleCnt="0"/>
      <dgm:spPr/>
    </dgm:pt>
    <dgm:pt modelId="{994D1CA4-BC04-4832-B1EB-ED059A4996C2}" type="pres">
      <dgm:prSet presAssocID="{E456881F-10F6-41C0-8A5C-DD157F830457}" presName="parTx" presStyleLbl="revTx" presStyleIdx="2" presStyleCnt="6">
        <dgm:presLayoutVars>
          <dgm:chMax val="0"/>
          <dgm:chPref val="0"/>
        </dgm:presLayoutVars>
      </dgm:prSet>
      <dgm:spPr/>
    </dgm:pt>
    <dgm:pt modelId="{75B0FE78-CC78-46C9-97DC-310EB96E82BF}" type="pres">
      <dgm:prSet presAssocID="{E456881F-10F6-41C0-8A5C-DD157F830457}" presName="txSpace" presStyleCnt="0"/>
      <dgm:spPr/>
    </dgm:pt>
    <dgm:pt modelId="{9F03D1F2-208E-4B83-BDD0-BCAD578C7B82}" type="pres">
      <dgm:prSet presAssocID="{E456881F-10F6-41C0-8A5C-DD157F830457}" presName="desTx" presStyleLbl="revTx" presStyleIdx="3" presStyleCnt="6">
        <dgm:presLayoutVars/>
      </dgm:prSet>
      <dgm:spPr/>
    </dgm:pt>
    <dgm:pt modelId="{AC336066-7BBE-472A-A5E0-5107F156DF02}" type="pres">
      <dgm:prSet presAssocID="{FAEE9A10-B3DA-4561-A816-2066C77FDE47}" presName="sibTrans" presStyleCnt="0"/>
      <dgm:spPr/>
    </dgm:pt>
    <dgm:pt modelId="{03923372-35ED-4176-928F-497D84E98D88}" type="pres">
      <dgm:prSet presAssocID="{51FA939E-34CD-43A4-B3FF-8E76357E19AD}" presName="compNode" presStyleCnt="0"/>
      <dgm:spPr/>
    </dgm:pt>
    <dgm:pt modelId="{2ABBB63B-2DF7-43F6-90F6-A20350D7AFD7}" type="pres">
      <dgm:prSet presAssocID="{51FA939E-34CD-43A4-B3FF-8E76357E19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EE48F2AE-1A37-4FA6-9CB3-28EF9FF9B505}" type="pres">
      <dgm:prSet presAssocID="{51FA939E-34CD-43A4-B3FF-8E76357E19AD}" presName="iconSpace" presStyleCnt="0"/>
      <dgm:spPr/>
    </dgm:pt>
    <dgm:pt modelId="{35D4AAF3-B801-429B-BE71-5430FC5F8471}" type="pres">
      <dgm:prSet presAssocID="{51FA939E-34CD-43A4-B3FF-8E76357E19AD}" presName="parTx" presStyleLbl="revTx" presStyleIdx="4" presStyleCnt="6">
        <dgm:presLayoutVars>
          <dgm:chMax val="0"/>
          <dgm:chPref val="0"/>
        </dgm:presLayoutVars>
      </dgm:prSet>
      <dgm:spPr/>
    </dgm:pt>
    <dgm:pt modelId="{6FE34143-5812-4F10-82EE-55474E468671}" type="pres">
      <dgm:prSet presAssocID="{51FA939E-34CD-43A4-B3FF-8E76357E19AD}" presName="txSpace" presStyleCnt="0"/>
      <dgm:spPr/>
    </dgm:pt>
    <dgm:pt modelId="{FD2A69E2-18D7-4351-99AE-2BCFAC90C4D0}" type="pres">
      <dgm:prSet presAssocID="{51FA939E-34CD-43A4-B3FF-8E76357E19AD}" presName="desTx" presStyleLbl="revTx" presStyleIdx="5" presStyleCnt="6">
        <dgm:presLayoutVars/>
      </dgm:prSet>
      <dgm:spPr/>
    </dgm:pt>
  </dgm:ptLst>
  <dgm:cxnLst>
    <dgm:cxn modelId="{C1BE2900-8141-4581-9BC6-52827109BD15}" srcId="{51FA939E-34CD-43A4-B3FF-8E76357E19AD}" destId="{C61E3B01-7022-4503-B578-8DF9D115B8DC}" srcOrd="1" destOrd="0" parTransId="{B665FA62-EF8F-431A-9C91-4339C39B1529}" sibTransId="{68FFFC9A-2A1B-4A8E-896B-136CF55F43A0}"/>
    <dgm:cxn modelId="{19DCA101-028F-43BB-9758-EE9F5E8F5A70}" type="presOf" srcId="{DFB694B3-DCB4-4EDB-A76C-F6C4DA3CAE2A}" destId="{FD2A69E2-18D7-4351-99AE-2BCFAC90C4D0}" srcOrd="0" destOrd="0" presId="urn:microsoft.com/office/officeart/2018/5/layout/CenteredIconLabelDescriptionList"/>
    <dgm:cxn modelId="{89956C07-04EC-4088-918D-A3E6A20C65E8}" srcId="{F60927F0-C3AA-4921-9415-DBBD8DB372C5}" destId="{A371541A-570C-4BCD-9118-C235A7947DE8}" srcOrd="0" destOrd="0" parTransId="{4DE13879-B2E6-4324-84F9-8B4E38E63AA6}" sibTransId="{F154371D-C31E-4DCD-A519-9744AEAB0FC5}"/>
    <dgm:cxn modelId="{1DAEFD29-9D5D-41D2-8415-6BF10FC061E7}" type="presOf" srcId="{51FA939E-34CD-43A4-B3FF-8E76357E19AD}" destId="{35D4AAF3-B801-429B-BE71-5430FC5F8471}" srcOrd="0" destOrd="0" presId="urn:microsoft.com/office/officeart/2018/5/layout/CenteredIconLabelDescriptionList"/>
    <dgm:cxn modelId="{CBFE1830-2DAD-4714-9AB4-E6BB2A9E2405}" type="presOf" srcId="{0521A9D1-FDCB-4B06-9922-86D72F6CFF10}" destId="{9F03D1F2-208E-4B83-BDD0-BCAD578C7B82}" srcOrd="0" destOrd="0" presId="urn:microsoft.com/office/officeart/2018/5/layout/CenteredIconLabelDescriptionList"/>
    <dgm:cxn modelId="{B065913E-4FE9-4979-A706-D90E354D1050}" srcId="{8FB07017-1C2F-4AC9-8B0F-D49267943EAA}" destId="{F60927F0-C3AA-4921-9415-DBBD8DB372C5}" srcOrd="0" destOrd="0" parTransId="{7A67332F-EFCF-4BC5-A47A-9E68134767F0}" sibTransId="{52E08475-4F9E-43D0-873C-A9E74299B592}"/>
    <dgm:cxn modelId="{BB9C0844-7268-4CB2-8A98-B2B6820E783E}" srcId="{8FB07017-1C2F-4AC9-8B0F-D49267943EAA}" destId="{E456881F-10F6-41C0-8A5C-DD157F830457}" srcOrd="1" destOrd="0" parTransId="{2E433917-4B40-4BAC-A581-DA15C490C07C}" sibTransId="{FAEE9A10-B3DA-4561-A816-2066C77FDE47}"/>
    <dgm:cxn modelId="{AD306681-6A78-4278-BEDA-9C18631064B6}" type="presOf" srcId="{A371541A-570C-4BCD-9118-C235A7947DE8}" destId="{93A364FB-1B95-4B20-853A-EACEEE0685BF}" srcOrd="0" destOrd="0" presId="urn:microsoft.com/office/officeart/2018/5/layout/CenteredIconLabelDescriptionList"/>
    <dgm:cxn modelId="{9F798095-7439-405A-9342-03E72EF689E3}" srcId="{E456881F-10F6-41C0-8A5C-DD157F830457}" destId="{D0C74815-211F-44CF-86DD-7C11AB995CA1}" srcOrd="1" destOrd="0" parTransId="{B3C7003A-0B8F-4345-8CE3-BA77353DAF8D}" sibTransId="{6B56F1AD-6BD8-4AEB-B41D-03A459DE6DE3}"/>
    <dgm:cxn modelId="{66D64A96-0F1B-44AF-80CF-4DD0EDE350FE}" type="presOf" srcId="{8FB07017-1C2F-4AC9-8B0F-D49267943EAA}" destId="{A415FDA0-6784-4183-A0EF-E35B38115965}" srcOrd="0" destOrd="0" presId="urn:microsoft.com/office/officeart/2018/5/layout/CenteredIconLabelDescriptionList"/>
    <dgm:cxn modelId="{A3042798-51BD-4019-AC83-908C8F4EF55E}" type="presOf" srcId="{E456881F-10F6-41C0-8A5C-DD157F830457}" destId="{994D1CA4-BC04-4832-B1EB-ED059A4996C2}" srcOrd="0" destOrd="0" presId="urn:microsoft.com/office/officeart/2018/5/layout/CenteredIconLabelDescriptionList"/>
    <dgm:cxn modelId="{A750BD98-EDFC-4C3A-A151-DAB1AFB25D6C}" srcId="{51FA939E-34CD-43A4-B3FF-8E76357E19AD}" destId="{DFB694B3-DCB4-4EDB-A76C-F6C4DA3CAE2A}" srcOrd="0" destOrd="0" parTransId="{BA12BD51-A889-46EF-811C-9E1D323FFA19}" sibTransId="{8C5299BF-61F1-417C-99E5-3A7C384BDF63}"/>
    <dgm:cxn modelId="{808F7EC6-E0B4-4DB0-B9DD-8366BD99653F}" type="presOf" srcId="{F60927F0-C3AA-4921-9415-DBBD8DB372C5}" destId="{55309C4D-527D-4DD2-B4C6-65A151D93C59}" srcOrd="0" destOrd="0" presId="urn:microsoft.com/office/officeart/2018/5/layout/CenteredIconLabelDescriptionList"/>
    <dgm:cxn modelId="{45996CC8-8172-4151-A3CC-029FC4AC9ECE}" type="presOf" srcId="{C61E3B01-7022-4503-B578-8DF9D115B8DC}" destId="{FD2A69E2-18D7-4351-99AE-2BCFAC90C4D0}" srcOrd="0" destOrd="1" presId="urn:microsoft.com/office/officeart/2018/5/layout/CenteredIconLabelDescriptionList"/>
    <dgm:cxn modelId="{EBADC0CE-0ABD-414E-88D4-0869478DFEE8}" type="presOf" srcId="{D0C74815-211F-44CF-86DD-7C11AB995CA1}" destId="{9F03D1F2-208E-4B83-BDD0-BCAD578C7B82}" srcOrd="0" destOrd="1" presId="urn:microsoft.com/office/officeart/2018/5/layout/CenteredIconLabelDescriptionList"/>
    <dgm:cxn modelId="{D9714FF3-FC91-4290-BE1B-1C0BAFC8B1B5}" srcId="{8FB07017-1C2F-4AC9-8B0F-D49267943EAA}" destId="{51FA939E-34CD-43A4-B3FF-8E76357E19AD}" srcOrd="2" destOrd="0" parTransId="{1BBBA6CC-D117-4F15-832C-5ED22A58936C}" sibTransId="{8B1BDE5C-EED2-43C1-A28C-39911021622C}"/>
    <dgm:cxn modelId="{BA7EAAF3-720D-4293-B99F-53262B118F77}" srcId="{E456881F-10F6-41C0-8A5C-DD157F830457}" destId="{0521A9D1-FDCB-4B06-9922-86D72F6CFF10}" srcOrd="0" destOrd="0" parTransId="{B774E483-E5B6-4206-89ED-103FF6B44435}" sibTransId="{18C9881A-1F34-4D5D-B3E6-96DD3F024142}"/>
    <dgm:cxn modelId="{0CC72EF5-1B60-4155-9F27-F046B8FB0248}" type="presParOf" srcId="{A415FDA0-6784-4183-A0EF-E35B38115965}" destId="{CAA5E110-7A5B-4C83-84D2-D52B1394D65F}" srcOrd="0" destOrd="0" presId="urn:microsoft.com/office/officeart/2018/5/layout/CenteredIconLabelDescriptionList"/>
    <dgm:cxn modelId="{713F66D0-6352-4666-9591-31217CDA2980}" type="presParOf" srcId="{CAA5E110-7A5B-4C83-84D2-D52B1394D65F}" destId="{64875B61-5720-4B92-8586-AD20E57D9F6F}" srcOrd="0" destOrd="0" presId="urn:microsoft.com/office/officeart/2018/5/layout/CenteredIconLabelDescriptionList"/>
    <dgm:cxn modelId="{310438AB-E273-4D15-A796-7C6BF8C48C2C}" type="presParOf" srcId="{CAA5E110-7A5B-4C83-84D2-D52B1394D65F}" destId="{D43DD772-500D-44B7-A8D9-FB71653AFCAF}" srcOrd="1" destOrd="0" presId="urn:microsoft.com/office/officeart/2018/5/layout/CenteredIconLabelDescriptionList"/>
    <dgm:cxn modelId="{C6EA671D-F9CC-42C8-AACD-56686DA73E15}" type="presParOf" srcId="{CAA5E110-7A5B-4C83-84D2-D52B1394D65F}" destId="{55309C4D-527D-4DD2-B4C6-65A151D93C59}" srcOrd="2" destOrd="0" presId="urn:microsoft.com/office/officeart/2018/5/layout/CenteredIconLabelDescriptionList"/>
    <dgm:cxn modelId="{1503AEF3-909A-450E-8A2D-297359149D1E}" type="presParOf" srcId="{CAA5E110-7A5B-4C83-84D2-D52B1394D65F}" destId="{E2EDFDB0-D66C-4852-BB51-DF947FF5B481}" srcOrd="3" destOrd="0" presId="urn:microsoft.com/office/officeart/2018/5/layout/CenteredIconLabelDescriptionList"/>
    <dgm:cxn modelId="{AD20AE41-FAC2-487F-B9E2-11D707C3C8E6}" type="presParOf" srcId="{CAA5E110-7A5B-4C83-84D2-D52B1394D65F}" destId="{93A364FB-1B95-4B20-853A-EACEEE0685BF}" srcOrd="4" destOrd="0" presId="urn:microsoft.com/office/officeart/2018/5/layout/CenteredIconLabelDescriptionList"/>
    <dgm:cxn modelId="{CA33EF29-9D39-4B83-921D-DA973515154B}" type="presParOf" srcId="{A415FDA0-6784-4183-A0EF-E35B38115965}" destId="{0D2E433F-E42A-4E89-A68B-92A23C0CDD16}" srcOrd="1" destOrd="0" presId="urn:microsoft.com/office/officeart/2018/5/layout/CenteredIconLabelDescriptionList"/>
    <dgm:cxn modelId="{6BD9A057-6491-4431-8DC9-30CE39E18C6F}" type="presParOf" srcId="{A415FDA0-6784-4183-A0EF-E35B38115965}" destId="{A7C43D97-6981-4230-9974-78F9D9D98A69}" srcOrd="2" destOrd="0" presId="urn:microsoft.com/office/officeart/2018/5/layout/CenteredIconLabelDescriptionList"/>
    <dgm:cxn modelId="{4BDB2623-D5EF-43DA-9A66-FE770C22D406}" type="presParOf" srcId="{A7C43D97-6981-4230-9974-78F9D9D98A69}" destId="{80AF9A51-29B8-456C-9C57-D547B0FE0936}" srcOrd="0" destOrd="0" presId="urn:microsoft.com/office/officeart/2018/5/layout/CenteredIconLabelDescriptionList"/>
    <dgm:cxn modelId="{B4628588-9AAD-4460-90B7-CA9DDEE9D21F}" type="presParOf" srcId="{A7C43D97-6981-4230-9974-78F9D9D98A69}" destId="{BA1BCB77-7B1C-4E2A-ACFF-0DB0622482B0}" srcOrd="1" destOrd="0" presId="urn:microsoft.com/office/officeart/2018/5/layout/CenteredIconLabelDescriptionList"/>
    <dgm:cxn modelId="{FA450A5E-42EB-4BCE-A4D0-96E3D7908EAB}" type="presParOf" srcId="{A7C43D97-6981-4230-9974-78F9D9D98A69}" destId="{994D1CA4-BC04-4832-B1EB-ED059A4996C2}" srcOrd="2" destOrd="0" presId="urn:microsoft.com/office/officeart/2018/5/layout/CenteredIconLabelDescriptionList"/>
    <dgm:cxn modelId="{F7AA3C28-DDDE-46E9-9A60-60643FAA0EBF}" type="presParOf" srcId="{A7C43D97-6981-4230-9974-78F9D9D98A69}" destId="{75B0FE78-CC78-46C9-97DC-310EB96E82BF}" srcOrd="3" destOrd="0" presId="urn:microsoft.com/office/officeart/2018/5/layout/CenteredIconLabelDescriptionList"/>
    <dgm:cxn modelId="{00876A54-2CE4-470C-A398-B8C242C1B3E2}" type="presParOf" srcId="{A7C43D97-6981-4230-9974-78F9D9D98A69}" destId="{9F03D1F2-208E-4B83-BDD0-BCAD578C7B82}" srcOrd="4" destOrd="0" presId="urn:microsoft.com/office/officeart/2018/5/layout/CenteredIconLabelDescriptionList"/>
    <dgm:cxn modelId="{8BB38186-ED56-4278-A54F-4667B43DC18C}" type="presParOf" srcId="{A415FDA0-6784-4183-A0EF-E35B38115965}" destId="{AC336066-7BBE-472A-A5E0-5107F156DF02}" srcOrd="3" destOrd="0" presId="urn:microsoft.com/office/officeart/2018/5/layout/CenteredIconLabelDescriptionList"/>
    <dgm:cxn modelId="{B721C2A8-23DF-4813-84CF-DC6FCB888040}" type="presParOf" srcId="{A415FDA0-6784-4183-A0EF-E35B38115965}" destId="{03923372-35ED-4176-928F-497D84E98D88}" srcOrd="4" destOrd="0" presId="urn:microsoft.com/office/officeart/2018/5/layout/CenteredIconLabelDescriptionList"/>
    <dgm:cxn modelId="{DF823FB2-E2DC-4D5A-AA60-EC7682503907}" type="presParOf" srcId="{03923372-35ED-4176-928F-497D84E98D88}" destId="{2ABBB63B-2DF7-43F6-90F6-A20350D7AFD7}" srcOrd="0" destOrd="0" presId="urn:microsoft.com/office/officeart/2018/5/layout/CenteredIconLabelDescriptionList"/>
    <dgm:cxn modelId="{31BE0B46-F007-45E4-BA24-6C73263DA9AF}" type="presParOf" srcId="{03923372-35ED-4176-928F-497D84E98D88}" destId="{EE48F2AE-1A37-4FA6-9CB3-28EF9FF9B505}" srcOrd="1" destOrd="0" presId="urn:microsoft.com/office/officeart/2018/5/layout/CenteredIconLabelDescriptionList"/>
    <dgm:cxn modelId="{59A09F9E-33DF-4BB3-AE3A-B9E9CE2B9D2B}" type="presParOf" srcId="{03923372-35ED-4176-928F-497D84E98D88}" destId="{35D4AAF3-B801-429B-BE71-5430FC5F8471}" srcOrd="2" destOrd="0" presId="urn:microsoft.com/office/officeart/2018/5/layout/CenteredIconLabelDescriptionList"/>
    <dgm:cxn modelId="{8764EFCA-7F58-482E-AE03-C2CF11920BCB}" type="presParOf" srcId="{03923372-35ED-4176-928F-497D84E98D88}" destId="{6FE34143-5812-4F10-82EE-55474E468671}" srcOrd="3" destOrd="0" presId="urn:microsoft.com/office/officeart/2018/5/layout/CenteredIconLabelDescriptionList"/>
    <dgm:cxn modelId="{55FC7824-DBC4-4D94-A56C-36C1D50D97F1}" type="presParOf" srcId="{03923372-35ED-4176-928F-497D84E98D88}" destId="{FD2A69E2-18D7-4351-99AE-2BCFAC90C4D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B07017-1C2F-4AC9-8B0F-D49267943EA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1513219-9811-4ABE-B2A9-C336D32F7F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BIP-39</a:t>
          </a:r>
        </a:p>
      </dgm:t>
    </dgm:pt>
    <dgm:pt modelId="{D8435C7E-F6BB-4092-9642-8F25FACF1D80}" type="parTrans" cxnId="{0D4A138B-07B0-41C6-9502-7448F257E254}">
      <dgm:prSet/>
      <dgm:spPr/>
      <dgm:t>
        <a:bodyPr/>
        <a:lstStyle/>
        <a:p>
          <a:endParaRPr lang="tr-TR"/>
        </a:p>
      </dgm:t>
    </dgm:pt>
    <dgm:pt modelId="{50110F62-2660-4403-AA8C-6D3F100DB609}" type="sibTrans" cxnId="{0D4A138B-07B0-41C6-9502-7448F257E254}">
      <dgm:prSet/>
      <dgm:spPr/>
      <dgm:t>
        <a:bodyPr/>
        <a:lstStyle/>
        <a:p>
          <a:endParaRPr lang="tr-TR"/>
        </a:p>
      </dgm:t>
    </dgm:pt>
    <dgm:pt modelId="{9DB987DD-AD3E-41DF-9AE5-D23603970A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to manage recovery seed</a:t>
          </a:r>
          <a:endParaRPr lang="tr-TR" dirty="0"/>
        </a:p>
      </dgm:t>
    </dgm:pt>
    <dgm:pt modelId="{E9837636-D4F8-49BE-B5D8-F131AF7FA6BD}" type="parTrans" cxnId="{508A99E6-23FC-438D-8EA8-C31AA03C63BB}">
      <dgm:prSet/>
      <dgm:spPr/>
      <dgm:t>
        <a:bodyPr/>
        <a:lstStyle/>
        <a:p>
          <a:endParaRPr lang="tr-TR"/>
        </a:p>
      </dgm:t>
    </dgm:pt>
    <dgm:pt modelId="{1CE2365E-AAF0-4B3B-8F50-AE88D7C6A176}" type="sibTrans" cxnId="{508A99E6-23FC-438D-8EA8-C31AA03C63BB}">
      <dgm:prSet/>
      <dgm:spPr/>
      <dgm:t>
        <a:bodyPr/>
        <a:lstStyle/>
        <a:p>
          <a:endParaRPr lang="tr-TR"/>
        </a:p>
      </dgm:t>
    </dgm:pt>
    <dgm:pt modelId="{66FB9C76-0EDD-4F8F-8B76-5C591F191F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 mnemonic code</a:t>
          </a:r>
          <a:endParaRPr lang="tr-TR" dirty="0"/>
        </a:p>
      </dgm:t>
    </dgm:pt>
    <dgm:pt modelId="{0BC22BE5-DC17-4014-8DA9-7ED2ACD4F933}" type="parTrans" cxnId="{03406626-BA6A-470A-9157-7C75FBB46D65}">
      <dgm:prSet/>
      <dgm:spPr/>
      <dgm:t>
        <a:bodyPr/>
        <a:lstStyle/>
        <a:p>
          <a:endParaRPr lang="tr-TR"/>
        </a:p>
      </dgm:t>
    </dgm:pt>
    <dgm:pt modelId="{CC2F2C50-EEB2-4A89-9455-CC3EB8E30562}" type="sibTrans" cxnId="{03406626-BA6A-470A-9157-7C75FBB46D65}">
      <dgm:prSet/>
      <dgm:spPr/>
      <dgm:t>
        <a:bodyPr/>
        <a:lstStyle/>
        <a:p>
          <a:endParaRPr lang="tr-TR"/>
        </a:p>
      </dgm:t>
    </dgm:pt>
    <dgm:pt modelId="{235CD7E3-B5C4-4C89-88FE-CFFA303EF7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Mnemonic is used</a:t>
          </a:r>
          <a:endParaRPr lang="tr-TR" dirty="0"/>
        </a:p>
      </dgm:t>
    </dgm:pt>
    <dgm:pt modelId="{438E81FC-C9B2-4ECC-9C59-0792CBA84DCF}" type="parTrans" cxnId="{D671216B-FF4F-4553-A752-51FB61443C62}">
      <dgm:prSet/>
      <dgm:spPr/>
      <dgm:t>
        <a:bodyPr/>
        <a:lstStyle/>
        <a:p>
          <a:endParaRPr lang="tr-TR"/>
        </a:p>
      </dgm:t>
    </dgm:pt>
    <dgm:pt modelId="{16B84474-7FB1-4C95-8BCE-B3A663F8CC41}" type="sibTrans" cxnId="{D671216B-FF4F-4553-A752-51FB61443C62}">
      <dgm:prSet/>
      <dgm:spPr/>
      <dgm:t>
        <a:bodyPr/>
        <a:lstStyle/>
        <a:p>
          <a:endParaRPr lang="tr-TR"/>
        </a:p>
      </dgm:t>
    </dgm:pt>
    <dgm:pt modelId="{B238D6D5-6CE6-423C-87A3-F92FB50E25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and </a:t>
          </a:r>
          <a:r>
            <a:rPr lang="en-US" b="0" i="0" dirty="0"/>
            <a:t>recovery words</a:t>
          </a:r>
          <a:endParaRPr lang="tr-TR" dirty="0"/>
        </a:p>
      </dgm:t>
    </dgm:pt>
    <dgm:pt modelId="{341F4D16-E8FB-44D6-976B-F0623030BE0A}" type="parTrans" cxnId="{4F9F34EE-7DEC-4174-AC97-05E6E643DF94}">
      <dgm:prSet/>
      <dgm:spPr/>
      <dgm:t>
        <a:bodyPr/>
        <a:lstStyle/>
        <a:p>
          <a:endParaRPr lang="tr-TR"/>
        </a:p>
      </dgm:t>
    </dgm:pt>
    <dgm:pt modelId="{8B0B92F8-4592-49FB-B5E2-14D9411BC1C2}" type="sibTrans" cxnId="{4F9F34EE-7DEC-4174-AC97-05E6E643DF94}">
      <dgm:prSet/>
      <dgm:spPr/>
    </dgm:pt>
    <dgm:pt modelId="{613D8F81-7314-4846-940B-F084807F87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</a:t>
          </a:r>
        </a:p>
      </dgm:t>
    </dgm:pt>
    <dgm:pt modelId="{1E4DC1A6-E4CA-4C70-8F58-C534EA1F5ED8}" type="parTrans" cxnId="{88DB0C03-C584-44B0-9E73-DC1D62D4B432}">
      <dgm:prSet/>
      <dgm:spPr/>
      <dgm:t>
        <a:bodyPr/>
        <a:lstStyle/>
        <a:p>
          <a:endParaRPr lang="tr-TR"/>
        </a:p>
      </dgm:t>
    </dgm:pt>
    <dgm:pt modelId="{41EF92D2-88E9-4164-83F0-23CB7740A97C}" type="sibTrans" cxnId="{88DB0C03-C584-44B0-9E73-DC1D62D4B432}">
      <dgm:prSet/>
      <dgm:spPr/>
    </dgm:pt>
    <dgm:pt modelId="{D66FB7C5-086C-4BA2-9184-26F1B606FC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or </a:t>
          </a:r>
          <a:r>
            <a:rPr lang="en-US" b="0" i="0" dirty="0"/>
            <a:t>mnemonic sentence </a:t>
          </a:r>
          <a:endParaRPr lang="tr-TR" dirty="0"/>
        </a:p>
      </dgm:t>
    </dgm:pt>
    <dgm:pt modelId="{2F30E81A-E021-42DF-A7D9-9684312502C2}" type="parTrans" cxnId="{AABBD7AD-D927-423E-A9FD-1D8F1A2886BE}">
      <dgm:prSet/>
      <dgm:spPr/>
      <dgm:t>
        <a:bodyPr/>
        <a:lstStyle/>
        <a:p>
          <a:endParaRPr lang="tr-TR"/>
        </a:p>
      </dgm:t>
    </dgm:pt>
    <dgm:pt modelId="{0F9FEA39-C47B-4F17-A76B-F7CC239E8585}" type="sibTrans" cxnId="{AABBD7AD-D927-423E-A9FD-1D8F1A2886BE}">
      <dgm:prSet/>
      <dgm:spPr/>
    </dgm:pt>
    <dgm:pt modelId="{74DBFF3A-DE63-4974-801F-9C303B8221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</a:t>
          </a:r>
        </a:p>
      </dgm:t>
    </dgm:pt>
    <dgm:pt modelId="{0204A3E1-206D-4BBE-89B2-EFE96DDA6C26}" type="parTrans" cxnId="{3377FF66-6EC9-409E-AD2C-ABB8DD6036E4}">
      <dgm:prSet/>
      <dgm:spPr/>
      <dgm:t>
        <a:bodyPr/>
        <a:lstStyle/>
        <a:p>
          <a:endParaRPr lang="tr-TR"/>
        </a:p>
      </dgm:t>
    </dgm:pt>
    <dgm:pt modelId="{80C1B564-F81B-41F0-8605-CB3ABC47BD17}" type="sibTrans" cxnId="{3377FF66-6EC9-409E-AD2C-ABB8DD6036E4}">
      <dgm:prSet/>
      <dgm:spPr/>
    </dgm:pt>
    <dgm:pt modelId="{68CB3AB8-1AFE-46C3-82CA-7AF22F5D7A6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to generate and recover keys</a:t>
          </a:r>
          <a:endParaRPr lang="tr-TR" dirty="0"/>
        </a:p>
      </dgm:t>
    </dgm:pt>
    <dgm:pt modelId="{0D77AB92-7196-4B12-888E-F7FFF4AFD6EB}" type="parTrans" cxnId="{ECE02C68-13BC-41FC-8D02-94662381F269}">
      <dgm:prSet/>
      <dgm:spPr/>
      <dgm:t>
        <a:bodyPr/>
        <a:lstStyle/>
        <a:p>
          <a:endParaRPr lang="tr-TR"/>
        </a:p>
      </dgm:t>
    </dgm:pt>
    <dgm:pt modelId="{14B6A227-EF45-412F-8F13-872AA8B4A0F4}" type="sibTrans" cxnId="{ECE02C68-13BC-41FC-8D02-94662381F269}">
      <dgm:prSet/>
      <dgm:spPr/>
    </dgm:pt>
    <dgm:pt modelId="{87E63871-3803-4522-9107-16951B5D1680}" type="pres">
      <dgm:prSet presAssocID="{8FB07017-1C2F-4AC9-8B0F-D49267943EAA}" presName="root" presStyleCnt="0">
        <dgm:presLayoutVars>
          <dgm:dir/>
          <dgm:resizeHandles val="exact"/>
        </dgm:presLayoutVars>
      </dgm:prSet>
      <dgm:spPr/>
    </dgm:pt>
    <dgm:pt modelId="{A02A84DB-D221-41F1-B064-4382B512384B}" type="pres">
      <dgm:prSet presAssocID="{51513219-9811-4ABE-B2A9-C336D32F7F52}" presName="compNode" presStyleCnt="0"/>
      <dgm:spPr/>
    </dgm:pt>
    <dgm:pt modelId="{DDA0369B-9A1C-4CC5-9095-729DF202DB24}" type="pres">
      <dgm:prSet presAssocID="{51513219-9811-4ABE-B2A9-C336D32F7F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D2ADE9A-9D69-4B65-8BFD-24A5CF33065E}" type="pres">
      <dgm:prSet presAssocID="{51513219-9811-4ABE-B2A9-C336D32F7F52}" presName="iconSpace" presStyleCnt="0"/>
      <dgm:spPr/>
    </dgm:pt>
    <dgm:pt modelId="{B28E93C2-FE2B-437C-AE23-844051F30898}" type="pres">
      <dgm:prSet presAssocID="{51513219-9811-4ABE-B2A9-C336D32F7F52}" presName="parTx" presStyleLbl="revTx" presStyleIdx="0" presStyleCnt="6">
        <dgm:presLayoutVars>
          <dgm:chMax val="0"/>
          <dgm:chPref val="0"/>
        </dgm:presLayoutVars>
      </dgm:prSet>
      <dgm:spPr/>
    </dgm:pt>
    <dgm:pt modelId="{A2448D8D-CBA2-4A69-86D8-4BA4A2AF6C25}" type="pres">
      <dgm:prSet presAssocID="{51513219-9811-4ABE-B2A9-C336D32F7F52}" presName="txSpace" presStyleCnt="0"/>
      <dgm:spPr/>
    </dgm:pt>
    <dgm:pt modelId="{BB892794-E717-48EF-BCE4-745F8DD8F37A}" type="pres">
      <dgm:prSet presAssocID="{51513219-9811-4ABE-B2A9-C336D32F7F52}" presName="desTx" presStyleLbl="revTx" presStyleIdx="1" presStyleCnt="6">
        <dgm:presLayoutVars/>
      </dgm:prSet>
      <dgm:spPr/>
    </dgm:pt>
    <dgm:pt modelId="{31649261-4183-430E-A782-057EEB67BB9A}" type="pres">
      <dgm:prSet presAssocID="{50110F62-2660-4403-AA8C-6D3F100DB609}" presName="sibTrans" presStyleCnt="0"/>
      <dgm:spPr/>
    </dgm:pt>
    <dgm:pt modelId="{EA7F4E73-1320-45B3-8599-D86B6E739DB8}" type="pres">
      <dgm:prSet presAssocID="{613D8F81-7314-4846-940B-F084807F8742}" presName="compNode" presStyleCnt="0"/>
      <dgm:spPr/>
    </dgm:pt>
    <dgm:pt modelId="{73011D5C-2E7C-4DD8-82B2-4CCC95526FC3}" type="pres">
      <dgm:prSet presAssocID="{613D8F81-7314-4846-940B-F084807F87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4D6C8460-F90F-45DE-A10C-50B42EB51B24}" type="pres">
      <dgm:prSet presAssocID="{613D8F81-7314-4846-940B-F084807F8742}" presName="iconSpace" presStyleCnt="0"/>
      <dgm:spPr/>
    </dgm:pt>
    <dgm:pt modelId="{05AB963F-9E05-49B6-BBB7-342C20F4CEF4}" type="pres">
      <dgm:prSet presAssocID="{613D8F81-7314-4846-940B-F084807F8742}" presName="parTx" presStyleLbl="revTx" presStyleIdx="2" presStyleCnt="6">
        <dgm:presLayoutVars>
          <dgm:chMax val="0"/>
          <dgm:chPref val="0"/>
        </dgm:presLayoutVars>
      </dgm:prSet>
      <dgm:spPr/>
    </dgm:pt>
    <dgm:pt modelId="{7D647DAF-32F7-46E1-83AE-9D3D3F419EE2}" type="pres">
      <dgm:prSet presAssocID="{613D8F81-7314-4846-940B-F084807F8742}" presName="txSpace" presStyleCnt="0"/>
      <dgm:spPr/>
    </dgm:pt>
    <dgm:pt modelId="{E4B9EA3D-3E69-4796-984E-EA6F2D6EC996}" type="pres">
      <dgm:prSet presAssocID="{613D8F81-7314-4846-940B-F084807F8742}" presName="desTx" presStyleLbl="revTx" presStyleIdx="3" presStyleCnt="6">
        <dgm:presLayoutVars/>
      </dgm:prSet>
      <dgm:spPr/>
    </dgm:pt>
    <dgm:pt modelId="{35E9DB30-30E9-4F83-AA42-23EAE4EFF5FD}" type="pres">
      <dgm:prSet presAssocID="{41EF92D2-88E9-4164-83F0-23CB7740A97C}" presName="sibTrans" presStyleCnt="0"/>
      <dgm:spPr/>
    </dgm:pt>
    <dgm:pt modelId="{A2BACBA0-AD2E-4416-9EDD-38461D750F00}" type="pres">
      <dgm:prSet presAssocID="{74DBFF3A-DE63-4974-801F-9C303B82212D}" presName="compNode" presStyleCnt="0"/>
      <dgm:spPr/>
    </dgm:pt>
    <dgm:pt modelId="{DB96DC70-148F-490F-AD71-CC88DA03B0A8}" type="pres">
      <dgm:prSet presAssocID="{74DBFF3A-DE63-4974-801F-9C303B8221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A5A3746-ADC0-408D-9E17-AFE2E37309A3}" type="pres">
      <dgm:prSet presAssocID="{74DBFF3A-DE63-4974-801F-9C303B82212D}" presName="iconSpace" presStyleCnt="0"/>
      <dgm:spPr/>
    </dgm:pt>
    <dgm:pt modelId="{533A5404-3229-4A9E-AE5A-AE652ED3B097}" type="pres">
      <dgm:prSet presAssocID="{74DBFF3A-DE63-4974-801F-9C303B82212D}" presName="parTx" presStyleLbl="revTx" presStyleIdx="4" presStyleCnt="6">
        <dgm:presLayoutVars>
          <dgm:chMax val="0"/>
          <dgm:chPref val="0"/>
        </dgm:presLayoutVars>
      </dgm:prSet>
      <dgm:spPr/>
    </dgm:pt>
    <dgm:pt modelId="{8BE7AA44-19DE-49CB-9733-0CCC9D9C6FA6}" type="pres">
      <dgm:prSet presAssocID="{74DBFF3A-DE63-4974-801F-9C303B82212D}" presName="txSpace" presStyleCnt="0"/>
      <dgm:spPr/>
    </dgm:pt>
    <dgm:pt modelId="{4069C4CF-B050-4307-ACD6-97136A40AEFB}" type="pres">
      <dgm:prSet presAssocID="{74DBFF3A-DE63-4974-801F-9C303B82212D}" presName="desTx" presStyleLbl="revTx" presStyleIdx="5" presStyleCnt="6">
        <dgm:presLayoutVars/>
      </dgm:prSet>
      <dgm:spPr/>
    </dgm:pt>
  </dgm:ptLst>
  <dgm:cxnLst>
    <dgm:cxn modelId="{88DB0C03-C584-44B0-9E73-DC1D62D4B432}" srcId="{8FB07017-1C2F-4AC9-8B0F-D49267943EAA}" destId="{613D8F81-7314-4846-940B-F084807F8742}" srcOrd="1" destOrd="0" parTransId="{1E4DC1A6-E4CA-4C70-8F58-C534EA1F5ED8}" sibTransId="{41EF92D2-88E9-4164-83F0-23CB7740A97C}"/>
    <dgm:cxn modelId="{C51CCD07-C640-4421-8561-99EDDF5C50A9}" type="presOf" srcId="{B238D6D5-6CE6-423C-87A3-F92FB50E2541}" destId="{BB892794-E717-48EF-BCE4-745F8DD8F37A}" srcOrd="0" destOrd="1" presId="urn:microsoft.com/office/officeart/2018/5/layout/CenteredIconLabelDescriptionList"/>
    <dgm:cxn modelId="{03406626-BA6A-470A-9157-7C75FBB46D65}" srcId="{613D8F81-7314-4846-940B-F084807F8742}" destId="{66FB9C76-0EDD-4F8F-8B76-5C591F191F5E}" srcOrd="0" destOrd="0" parTransId="{0BC22BE5-DC17-4014-8DA9-7ED2ACD4F933}" sibTransId="{CC2F2C50-EEB2-4A89-9455-CC3EB8E30562}"/>
    <dgm:cxn modelId="{D4E0E95B-B70F-4AF7-BB77-4A00CBF7A3EF}" type="presOf" srcId="{D66FB7C5-086C-4BA2-9184-26F1B606FCCB}" destId="{E4B9EA3D-3E69-4796-984E-EA6F2D6EC996}" srcOrd="0" destOrd="1" presId="urn:microsoft.com/office/officeart/2018/5/layout/CenteredIconLabelDescriptionList"/>
    <dgm:cxn modelId="{54FE655F-F6AA-4423-A230-95176606A583}" type="presOf" srcId="{66FB9C76-0EDD-4F8F-8B76-5C591F191F5E}" destId="{E4B9EA3D-3E69-4796-984E-EA6F2D6EC996}" srcOrd="0" destOrd="0" presId="urn:microsoft.com/office/officeart/2018/5/layout/CenteredIconLabelDescriptionList"/>
    <dgm:cxn modelId="{3377FF66-6EC9-409E-AD2C-ABB8DD6036E4}" srcId="{8FB07017-1C2F-4AC9-8B0F-D49267943EAA}" destId="{74DBFF3A-DE63-4974-801F-9C303B82212D}" srcOrd="2" destOrd="0" parTransId="{0204A3E1-206D-4BBE-89B2-EFE96DDA6C26}" sibTransId="{80C1B564-F81B-41F0-8605-CB3ABC47BD17}"/>
    <dgm:cxn modelId="{ECE02C68-13BC-41FC-8D02-94662381F269}" srcId="{74DBFF3A-DE63-4974-801F-9C303B82212D}" destId="{68CB3AB8-1AFE-46C3-82CA-7AF22F5D7A6F}" srcOrd="1" destOrd="0" parTransId="{0D77AB92-7196-4B12-888E-F7FFF4AFD6EB}" sibTransId="{14B6A227-EF45-412F-8F13-872AA8B4A0F4}"/>
    <dgm:cxn modelId="{D671216B-FF4F-4553-A752-51FB61443C62}" srcId="{74DBFF3A-DE63-4974-801F-9C303B82212D}" destId="{235CD7E3-B5C4-4C89-88FE-CFFA303EF71C}" srcOrd="0" destOrd="0" parTransId="{438E81FC-C9B2-4ECC-9C59-0792CBA84DCF}" sibTransId="{16B84474-7FB1-4C95-8BCE-B3A663F8CC41}"/>
    <dgm:cxn modelId="{688A2071-3864-441E-8675-E31AFDF96381}" type="presOf" srcId="{8FB07017-1C2F-4AC9-8B0F-D49267943EAA}" destId="{87E63871-3803-4522-9107-16951B5D1680}" srcOrd="0" destOrd="0" presId="urn:microsoft.com/office/officeart/2018/5/layout/CenteredIconLabelDescriptionList"/>
    <dgm:cxn modelId="{84E55F87-17AC-47C0-9A33-7F9CC56365F1}" type="presOf" srcId="{74DBFF3A-DE63-4974-801F-9C303B82212D}" destId="{533A5404-3229-4A9E-AE5A-AE652ED3B097}" srcOrd="0" destOrd="0" presId="urn:microsoft.com/office/officeart/2018/5/layout/CenteredIconLabelDescriptionList"/>
    <dgm:cxn modelId="{B878FB8A-025F-4683-AE5E-4ECC94B1E0D8}" type="presOf" srcId="{235CD7E3-B5C4-4C89-88FE-CFFA303EF71C}" destId="{4069C4CF-B050-4307-ACD6-97136A40AEFB}" srcOrd="0" destOrd="0" presId="urn:microsoft.com/office/officeart/2018/5/layout/CenteredIconLabelDescriptionList"/>
    <dgm:cxn modelId="{0D4A138B-07B0-41C6-9502-7448F257E254}" srcId="{8FB07017-1C2F-4AC9-8B0F-D49267943EAA}" destId="{51513219-9811-4ABE-B2A9-C336D32F7F52}" srcOrd="0" destOrd="0" parTransId="{D8435C7E-F6BB-4092-9642-8F25FACF1D80}" sibTransId="{50110F62-2660-4403-AA8C-6D3F100DB609}"/>
    <dgm:cxn modelId="{AABBD7AD-D927-423E-A9FD-1D8F1A2886BE}" srcId="{613D8F81-7314-4846-940B-F084807F8742}" destId="{D66FB7C5-086C-4BA2-9184-26F1B606FCCB}" srcOrd="1" destOrd="0" parTransId="{2F30E81A-E021-42DF-A7D9-9684312502C2}" sibTransId="{0F9FEA39-C47B-4F17-A76B-F7CC239E8585}"/>
    <dgm:cxn modelId="{9F4A4AB9-2715-452D-8C44-9142562188E3}" type="presOf" srcId="{613D8F81-7314-4846-940B-F084807F8742}" destId="{05AB963F-9E05-49B6-BBB7-342C20F4CEF4}" srcOrd="0" destOrd="0" presId="urn:microsoft.com/office/officeart/2018/5/layout/CenteredIconLabelDescriptionList"/>
    <dgm:cxn modelId="{F82750D8-E375-40E7-9797-4CE60C2A9C55}" type="presOf" srcId="{68CB3AB8-1AFE-46C3-82CA-7AF22F5D7A6F}" destId="{4069C4CF-B050-4307-ACD6-97136A40AEFB}" srcOrd="0" destOrd="1" presId="urn:microsoft.com/office/officeart/2018/5/layout/CenteredIconLabelDescriptionList"/>
    <dgm:cxn modelId="{1F8D75DB-4FA3-42A8-999D-C05FBBCA5A17}" type="presOf" srcId="{51513219-9811-4ABE-B2A9-C336D32F7F52}" destId="{B28E93C2-FE2B-437C-AE23-844051F30898}" srcOrd="0" destOrd="0" presId="urn:microsoft.com/office/officeart/2018/5/layout/CenteredIconLabelDescriptionList"/>
    <dgm:cxn modelId="{508A99E6-23FC-438D-8EA8-C31AA03C63BB}" srcId="{51513219-9811-4ABE-B2A9-C336D32F7F52}" destId="{9DB987DD-AD3E-41DF-9AE5-D23603970AFE}" srcOrd="0" destOrd="0" parTransId="{E9837636-D4F8-49BE-B5D8-F131AF7FA6BD}" sibTransId="{1CE2365E-AAF0-4B3B-8F50-AE88D7C6A176}"/>
    <dgm:cxn modelId="{4F9F34EE-7DEC-4174-AC97-05E6E643DF94}" srcId="{51513219-9811-4ABE-B2A9-C336D32F7F52}" destId="{B238D6D5-6CE6-423C-87A3-F92FB50E2541}" srcOrd="1" destOrd="0" parTransId="{341F4D16-E8FB-44D6-976B-F0623030BE0A}" sibTransId="{8B0B92F8-4592-49FB-B5E2-14D9411BC1C2}"/>
    <dgm:cxn modelId="{6BFC59F1-736D-4836-9C2C-448FCC023A41}" type="presOf" srcId="{9DB987DD-AD3E-41DF-9AE5-D23603970AFE}" destId="{BB892794-E717-48EF-BCE4-745F8DD8F37A}" srcOrd="0" destOrd="0" presId="urn:microsoft.com/office/officeart/2018/5/layout/CenteredIconLabelDescriptionList"/>
    <dgm:cxn modelId="{93873452-E8FC-4207-884E-17B99B56E7F4}" type="presParOf" srcId="{87E63871-3803-4522-9107-16951B5D1680}" destId="{A02A84DB-D221-41F1-B064-4382B512384B}" srcOrd="0" destOrd="0" presId="urn:microsoft.com/office/officeart/2018/5/layout/CenteredIconLabelDescriptionList"/>
    <dgm:cxn modelId="{22DF53E6-A554-4E39-82E5-4B1362B7B156}" type="presParOf" srcId="{A02A84DB-D221-41F1-B064-4382B512384B}" destId="{DDA0369B-9A1C-4CC5-9095-729DF202DB24}" srcOrd="0" destOrd="0" presId="urn:microsoft.com/office/officeart/2018/5/layout/CenteredIconLabelDescriptionList"/>
    <dgm:cxn modelId="{F6F30CA3-9CAE-4B8C-926C-FF9DAD0077A6}" type="presParOf" srcId="{A02A84DB-D221-41F1-B064-4382B512384B}" destId="{6D2ADE9A-9D69-4B65-8BFD-24A5CF33065E}" srcOrd="1" destOrd="0" presId="urn:microsoft.com/office/officeart/2018/5/layout/CenteredIconLabelDescriptionList"/>
    <dgm:cxn modelId="{30D46294-E116-44CA-8A28-2313E37F030A}" type="presParOf" srcId="{A02A84DB-D221-41F1-B064-4382B512384B}" destId="{B28E93C2-FE2B-437C-AE23-844051F30898}" srcOrd="2" destOrd="0" presId="urn:microsoft.com/office/officeart/2018/5/layout/CenteredIconLabelDescriptionList"/>
    <dgm:cxn modelId="{DCD7E291-20B0-4B85-95C4-2A643DEBCFB2}" type="presParOf" srcId="{A02A84DB-D221-41F1-B064-4382B512384B}" destId="{A2448D8D-CBA2-4A69-86D8-4BA4A2AF6C25}" srcOrd="3" destOrd="0" presId="urn:microsoft.com/office/officeart/2018/5/layout/CenteredIconLabelDescriptionList"/>
    <dgm:cxn modelId="{F777E7E6-C219-452E-813B-C6A1DDF280C6}" type="presParOf" srcId="{A02A84DB-D221-41F1-B064-4382B512384B}" destId="{BB892794-E717-48EF-BCE4-745F8DD8F37A}" srcOrd="4" destOrd="0" presId="urn:microsoft.com/office/officeart/2018/5/layout/CenteredIconLabelDescriptionList"/>
    <dgm:cxn modelId="{6839359D-E916-46CB-8A22-3F42613D7E4C}" type="presParOf" srcId="{87E63871-3803-4522-9107-16951B5D1680}" destId="{31649261-4183-430E-A782-057EEB67BB9A}" srcOrd="1" destOrd="0" presId="urn:microsoft.com/office/officeart/2018/5/layout/CenteredIconLabelDescriptionList"/>
    <dgm:cxn modelId="{28AADBD5-C1E5-4B44-82FA-F68DBDC75989}" type="presParOf" srcId="{87E63871-3803-4522-9107-16951B5D1680}" destId="{EA7F4E73-1320-45B3-8599-D86B6E739DB8}" srcOrd="2" destOrd="0" presId="urn:microsoft.com/office/officeart/2018/5/layout/CenteredIconLabelDescriptionList"/>
    <dgm:cxn modelId="{08996442-BFBC-4246-877E-F561DCB51B8E}" type="presParOf" srcId="{EA7F4E73-1320-45B3-8599-D86B6E739DB8}" destId="{73011D5C-2E7C-4DD8-82B2-4CCC95526FC3}" srcOrd="0" destOrd="0" presId="urn:microsoft.com/office/officeart/2018/5/layout/CenteredIconLabelDescriptionList"/>
    <dgm:cxn modelId="{24AF19C6-07E3-4BFD-AF65-29D553EED38A}" type="presParOf" srcId="{EA7F4E73-1320-45B3-8599-D86B6E739DB8}" destId="{4D6C8460-F90F-45DE-A10C-50B42EB51B24}" srcOrd="1" destOrd="0" presId="urn:microsoft.com/office/officeart/2018/5/layout/CenteredIconLabelDescriptionList"/>
    <dgm:cxn modelId="{07D7CD84-3B5E-4911-8F08-BDD4C5DDBF0B}" type="presParOf" srcId="{EA7F4E73-1320-45B3-8599-D86B6E739DB8}" destId="{05AB963F-9E05-49B6-BBB7-342C20F4CEF4}" srcOrd="2" destOrd="0" presId="urn:microsoft.com/office/officeart/2018/5/layout/CenteredIconLabelDescriptionList"/>
    <dgm:cxn modelId="{AE1EAF45-7A89-40C8-8097-A04F4F6B5D1C}" type="presParOf" srcId="{EA7F4E73-1320-45B3-8599-D86B6E739DB8}" destId="{7D647DAF-32F7-46E1-83AE-9D3D3F419EE2}" srcOrd="3" destOrd="0" presId="urn:microsoft.com/office/officeart/2018/5/layout/CenteredIconLabelDescriptionList"/>
    <dgm:cxn modelId="{7B073A87-40A1-41A0-99DE-7001742E8EA2}" type="presParOf" srcId="{EA7F4E73-1320-45B3-8599-D86B6E739DB8}" destId="{E4B9EA3D-3E69-4796-984E-EA6F2D6EC996}" srcOrd="4" destOrd="0" presId="urn:microsoft.com/office/officeart/2018/5/layout/CenteredIconLabelDescriptionList"/>
    <dgm:cxn modelId="{F8301D91-09AB-4E96-A846-A83804F76B7F}" type="presParOf" srcId="{87E63871-3803-4522-9107-16951B5D1680}" destId="{35E9DB30-30E9-4F83-AA42-23EAE4EFF5FD}" srcOrd="3" destOrd="0" presId="urn:microsoft.com/office/officeart/2018/5/layout/CenteredIconLabelDescriptionList"/>
    <dgm:cxn modelId="{92811B38-A8C8-44D1-91C8-D01E61463EF4}" type="presParOf" srcId="{87E63871-3803-4522-9107-16951B5D1680}" destId="{A2BACBA0-AD2E-4416-9EDD-38461D750F00}" srcOrd="4" destOrd="0" presId="urn:microsoft.com/office/officeart/2018/5/layout/CenteredIconLabelDescriptionList"/>
    <dgm:cxn modelId="{8D635F3E-723A-4F09-8AA9-4DE8148BC026}" type="presParOf" srcId="{A2BACBA0-AD2E-4416-9EDD-38461D750F00}" destId="{DB96DC70-148F-490F-AD71-CC88DA03B0A8}" srcOrd="0" destOrd="0" presId="urn:microsoft.com/office/officeart/2018/5/layout/CenteredIconLabelDescriptionList"/>
    <dgm:cxn modelId="{A77B2D26-78E8-4446-A9C1-9BE810D037B1}" type="presParOf" srcId="{A2BACBA0-AD2E-4416-9EDD-38461D750F00}" destId="{1A5A3746-ADC0-408D-9E17-AFE2E37309A3}" srcOrd="1" destOrd="0" presId="urn:microsoft.com/office/officeart/2018/5/layout/CenteredIconLabelDescriptionList"/>
    <dgm:cxn modelId="{514D810F-A959-46D7-87CF-AF4B97FD71B7}" type="presParOf" srcId="{A2BACBA0-AD2E-4416-9EDD-38461D750F00}" destId="{533A5404-3229-4A9E-AE5A-AE652ED3B097}" srcOrd="2" destOrd="0" presId="urn:microsoft.com/office/officeart/2018/5/layout/CenteredIconLabelDescriptionList"/>
    <dgm:cxn modelId="{82E17728-FB9A-4754-9CE6-325EF6B51D36}" type="presParOf" srcId="{A2BACBA0-AD2E-4416-9EDD-38461D750F00}" destId="{8BE7AA44-19DE-49CB-9733-0CCC9D9C6FA6}" srcOrd="3" destOrd="0" presId="urn:microsoft.com/office/officeart/2018/5/layout/CenteredIconLabelDescriptionList"/>
    <dgm:cxn modelId="{5511BA95-EE01-49EA-9152-237C34AEC2E8}" type="presParOf" srcId="{A2BACBA0-AD2E-4416-9EDD-38461D750F00}" destId="{4069C4CF-B050-4307-ACD6-97136A40AEF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C5C747D-68CF-4096-BD18-B5CCCC9C9B2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7936501-CA5F-4DC0-B8B7-22238969B8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Developers</a:t>
          </a:r>
          <a:endParaRPr lang="en-US"/>
        </a:p>
      </dgm:t>
    </dgm:pt>
    <dgm:pt modelId="{B6A55392-B48A-49B5-BD13-99587220B29F}" type="parTrans" cxnId="{ABA897F4-7022-4C0D-BF19-960858D301C6}">
      <dgm:prSet/>
      <dgm:spPr/>
      <dgm:t>
        <a:bodyPr/>
        <a:lstStyle/>
        <a:p>
          <a:endParaRPr lang="en-US"/>
        </a:p>
      </dgm:t>
    </dgm:pt>
    <dgm:pt modelId="{31444778-5AE9-40AB-A70E-B173C20A6A61}" type="sibTrans" cxnId="{ABA897F4-7022-4C0D-BF19-960858D301C6}">
      <dgm:prSet/>
      <dgm:spPr/>
      <dgm:t>
        <a:bodyPr/>
        <a:lstStyle/>
        <a:p>
          <a:endParaRPr lang="en-US"/>
        </a:p>
      </dgm:t>
    </dgm:pt>
    <dgm:pt modelId="{540F45C9-7042-4BAD-BB33-4A24C3CD21A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Set up dev environment</a:t>
          </a:r>
          <a:endParaRPr lang="en-US"/>
        </a:p>
      </dgm:t>
    </dgm:pt>
    <dgm:pt modelId="{A6FAC93D-E22E-4B4D-B3C8-11296AAB0401}" type="parTrans" cxnId="{4E9CC393-964A-450C-9664-2754AFEFFC96}">
      <dgm:prSet/>
      <dgm:spPr/>
      <dgm:t>
        <a:bodyPr/>
        <a:lstStyle/>
        <a:p>
          <a:endParaRPr lang="en-US"/>
        </a:p>
      </dgm:t>
    </dgm:pt>
    <dgm:pt modelId="{CD62E1B8-24F4-4DE6-9DD5-EFFD4AC837F4}" type="sibTrans" cxnId="{4E9CC393-964A-450C-9664-2754AFEFFC96}">
      <dgm:prSet/>
      <dgm:spPr/>
      <dgm:t>
        <a:bodyPr/>
        <a:lstStyle/>
        <a:p>
          <a:endParaRPr lang="en-US"/>
        </a:p>
      </dgm:t>
    </dgm:pt>
    <dgm:pt modelId="{EDAF9663-EC7A-42BE-B8CB-6DECA6A1B8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Environment</a:t>
          </a:r>
          <a:endParaRPr lang="en-US"/>
        </a:p>
      </dgm:t>
    </dgm:pt>
    <dgm:pt modelId="{AFD7B720-71FA-4EFF-A2B8-8CE4D94D728A}" type="parTrans" cxnId="{BE23E5AF-CFC2-4CFE-998F-5B3D48E1BD4B}">
      <dgm:prSet/>
      <dgm:spPr/>
      <dgm:t>
        <a:bodyPr/>
        <a:lstStyle/>
        <a:p>
          <a:endParaRPr lang="en-US"/>
        </a:p>
      </dgm:t>
    </dgm:pt>
    <dgm:pt modelId="{64D52447-7DA5-449E-968E-E625729020FC}" type="sibTrans" cxnId="{BE23E5AF-CFC2-4CFE-998F-5B3D48E1BD4B}">
      <dgm:prSet/>
      <dgm:spPr/>
      <dgm:t>
        <a:bodyPr/>
        <a:lstStyle/>
        <a:p>
          <a:endParaRPr lang="en-US"/>
        </a:p>
      </dgm:t>
    </dgm:pt>
    <dgm:pt modelId="{BAC48C2E-8F29-45B4-9CC1-1230BD4493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the</a:t>
          </a:r>
          <a:r>
            <a:rPr lang="tr-TR"/>
            <a:t> </a:t>
          </a:r>
          <a:r>
            <a:rPr lang="en-US"/>
            <a:t>tools </a:t>
          </a:r>
        </a:p>
      </dgm:t>
    </dgm:pt>
    <dgm:pt modelId="{8769F21B-E8CC-4560-B49A-6F88FF4AF7C3}" type="parTrans" cxnId="{4453064C-17EA-4431-B1B0-C1B9EB672A36}">
      <dgm:prSet/>
      <dgm:spPr/>
      <dgm:t>
        <a:bodyPr/>
        <a:lstStyle/>
        <a:p>
          <a:endParaRPr lang="en-US"/>
        </a:p>
      </dgm:t>
    </dgm:pt>
    <dgm:pt modelId="{0413F216-BECB-4615-8A24-C057599A64B9}" type="sibTrans" cxnId="{4453064C-17EA-4431-B1B0-C1B9EB672A36}">
      <dgm:prSet/>
      <dgm:spPr/>
      <dgm:t>
        <a:bodyPr/>
        <a:lstStyle/>
        <a:p>
          <a:endParaRPr lang="en-US"/>
        </a:p>
      </dgm:t>
    </dgm:pt>
    <dgm:pt modelId="{6744353C-5E73-47D0-B874-6AD4293B37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libraries </a:t>
          </a:r>
        </a:p>
      </dgm:t>
    </dgm:pt>
    <dgm:pt modelId="{0E63BF72-EFDB-4CFF-AF54-6DDD7B087512}" type="parTrans" cxnId="{0332BECA-FA4E-4105-98BA-37CAB179FB67}">
      <dgm:prSet/>
      <dgm:spPr/>
      <dgm:t>
        <a:bodyPr/>
        <a:lstStyle/>
        <a:p>
          <a:endParaRPr lang="en-US"/>
        </a:p>
      </dgm:t>
    </dgm:pt>
    <dgm:pt modelId="{75B454B6-8FBA-4EA5-AB82-A1B048688AFE}" type="sibTrans" cxnId="{0332BECA-FA4E-4105-98BA-37CAB179FB67}">
      <dgm:prSet/>
      <dgm:spPr/>
      <dgm:t>
        <a:bodyPr/>
        <a:lstStyle/>
        <a:p>
          <a:endParaRPr lang="en-US"/>
        </a:p>
      </dgm:t>
    </dgm:pt>
    <dgm:pt modelId="{A4881CC9-BAC8-48EC-9243-0494169E44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software</a:t>
          </a:r>
        </a:p>
      </dgm:t>
    </dgm:pt>
    <dgm:pt modelId="{275AE12F-E444-4099-8452-6F2FD27DF2EF}" type="parTrans" cxnId="{2B676E7E-00D7-49BF-9233-5920C3876451}">
      <dgm:prSet/>
      <dgm:spPr/>
      <dgm:t>
        <a:bodyPr/>
        <a:lstStyle/>
        <a:p>
          <a:endParaRPr lang="en-US"/>
        </a:p>
      </dgm:t>
    </dgm:pt>
    <dgm:pt modelId="{9FD63927-2785-4777-A6AF-BC6049401F1E}" type="sibTrans" cxnId="{2B676E7E-00D7-49BF-9233-5920C3876451}">
      <dgm:prSet/>
      <dgm:spPr/>
      <dgm:t>
        <a:bodyPr/>
        <a:lstStyle/>
        <a:p>
          <a:endParaRPr lang="en-US"/>
        </a:p>
      </dgm:t>
    </dgm:pt>
    <dgm:pt modelId="{90B0EF15-B22A-4429-90A6-394738AE8549}" type="pres">
      <dgm:prSet presAssocID="{8C5C747D-68CF-4096-BD18-B5CCCC9C9B23}" presName="root" presStyleCnt="0">
        <dgm:presLayoutVars>
          <dgm:dir/>
          <dgm:resizeHandles val="exact"/>
        </dgm:presLayoutVars>
      </dgm:prSet>
      <dgm:spPr/>
    </dgm:pt>
    <dgm:pt modelId="{E748BB1D-D126-4040-A891-882552A16618}" type="pres">
      <dgm:prSet presAssocID="{47936501-CA5F-4DC0-B8B7-22238969B8FC}" presName="compNode" presStyleCnt="0"/>
      <dgm:spPr/>
    </dgm:pt>
    <dgm:pt modelId="{0FA3DCB3-599E-415D-9CCF-24323AB89DA7}" type="pres">
      <dgm:prSet presAssocID="{47936501-CA5F-4DC0-B8B7-22238969B8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41515D1C-B1AA-475E-A2FD-938C15F4E103}" type="pres">
      <dgm:prSet presAssocID="{47936501-CA5F-4DC0-B8B7-22238969B8FC}" presName="iconSpace" presStyleCnt="0"/>
      <dgm:spPr/>
    </dgm:pt>
    <dgm:pt modelId="{F4C7D505-0BAF-4513-BB15-BCF67263A8DC}" type="pres">
      <dgm:prSet presAssocID="{47936501-CA5F-4DC0-B8B7-22238969B8FC}" presName="parTx" presStyleLbl="revTx" presStyleIdx="0" presStyleCnt="4">
        <dgm:presLayoutVars>
          <dgm:chMax val="0"/>
          <dgm:chPref val="0"/>
        </dgm:presLayoutVars>
      </dgm:prSet>
      <dgm:spPr/>
    </dgm:pt>
    <dgm:pt modelId="{20243433-9979-4184-BCCA-B28201556A6B}" type="pres">
      <dgm:prSet presAssocID="{47936501-CA5F-4DC0-B8B7-22238969B8FC}" presName="txSpace" presStyleCnt="0"/>
      <dgm:spPr/>
    </dgm:pt>
    <dgm:pt modelId="{B9AD12C9-7AA6-403C-BC83-4D3F6D27943D}" type="pres">
      <dgm:prSet presAssocID="{47936501-CA5F-4DC0-B8B7-22238969B8FC}" presName="desTx" presStyleLbl="revTx" presStyleIdx="1" presStyleCnt="4">
        <dgm:presLayoutVars/>
      </dgm:prSet>
      <dgm:spPr/>
    </dgm:pt>
    <dgm:pt modelId="{30D05228-235C-4614-A40C-1DB6D58C4F6D}" type="pres">
      <dgm:prSet presAssocID="{31444778-5AE9-40AB-A70E-B173C20A6A61}" presName="sibTrans" presStyleCnt="0"/>
      <dgm:spPr/>
    </dgm:pt>
    <dgm:pt modelId="{F3248312-4AAF-46A8-B40F-68B0B793504D}" type="pres">
      <dgm:prSet presAssocID="{EDAF9663-EC7A-42BE-B8CB-6DECA6A1B824}" presName="compNode" presStyleCnt="0"/>
      <dgm:spPr/>
    </dgm:pt>
    <dgm:pt modelId="{78A6AB03-6B70-4B3B-AE7E-5207A6FF6BFD}" type="pres">
      <dgm:prSet presAssocID="{EDAF9663-EC7A-42BE-B8CB-6DECA6A1B82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52868E0-8373-4751-B011-701CB1FD9530}" type="pres">
      <dgm:prSet presAssocID="{EDAF9663-EC7A-42BE-B8CB-6DECA6A1B824}" presName="iconSpace" presStyleCnt="0"/>
      <dgm:spPr/>
    </dgm:pt>
    <dgm:pt modelId="{47ACB120-430A-434C-A135-CCB45D3A524F}" type="pres">
      <dgm:prSet presAssocID="{EDAF9663-EC7A-42BE-B8CB-6DECA6A1B824}" presName="parTx" presStyleLbl="revTx" presStyleIdx="2" presStyleCnt="4">
        <dgm:presLayoutVars>
          <dgm:chMax val="0"/>
          <dgm:chPref val="0"/>
        </dgm:presLayoutVars>
      </dgm:prSet>
      <dgm:spPr/>
    </dgm:pt>
    <dgm:pt modelId="{0C999846-B15C-4298-BF94-B1BE6BFEABB8}" type="pres">
      <dgm:prSet presAssocID="{EDAF9663-EC7A-42BE-B8CB-6DECA6A1B824}" presName="txSpace" presStyleCnt="0"/>
      <dgm:spPr/>
    </dgm:pt>
    <dgm:pt modelId="{179CAC39-4675-4432-AD8C-E00A76BA3FA5}" type="pres">
      <dgm:prSet presAssocID="{EDAF9663-EC7A-42BE-B8CB-6DECA6A1B824}" presName="desTx" presStyleLbl="revTx" presStyleIdx="3" presStyleCnt="4">
        <dgm:presLayoutVars/>
      </dgm:prSet>
      <dgm:spPr/>
    </dgm:pt>
  </dgm:ptLst>
  <dgm:cxnLst>
    <dgm:cxn modelId="{21999C1A-1903-41B9-B36A-475879E8B675}" type="presOf" srcId="{6744353C-5E73-47D0-B874-6AD4293B3721}" destId="{179CAC39-4675-4432-AD8C-E00A76BA3FA5}" srcOrd="0" destOrd="1" presId="urn:microsoft.com/office/officeart/2018/2/layout/IconLabelDescriptionList"/>
    <dgm:cxn modelId="{BD90C939-588D-45B3-830F-5D97D28A8E18}" type="presOf" srcId="{540F45C9-7042-4BAD-BB33-4A24C3CD21A1}" destId="{B9AD12C9-7AA6-403C-BC83-4D3F6D27943D}" srcOrd="0" destOrd="0" presId="urn:microsoft.com/office/officeart/2018/2/layout/IconLabelDescriptionList"/>
    <dgm:cxn modelId="{6370C460-6B81-473B-8B37-233BFB9F33CB}" type="presOf" srcId="{8C5C747D-68CF-4096-BD18-B5CCCC9C9B23}" destId="{90B0EF15-B22A-4429-90A6-394738AE8549}" srcOrd="0" destOrd="0" presId="urn:microsoft.com/office/officeart/2018/2/layout/IconLabelDescriptionList"/>
    <dgm:cxn modelId="{CB0D7642-B8A6-46B7-971A-8851B2D2FFCD}" type="presOf" srcId="{EDAF9663-EC7A-42BE-B8CB-6DECA6A1B824}" destId="{47ACB120-430A-434C-A135-CCB45D3A524F}" srcOrd="0" destOrd="0" presId="urn:microsoft.com/office/officeart/2018/2/layout/IconLabelDescriptionList"/>
    <dgm:cxn modelId="{36437762-D72D-4C98-81EC-9377317D293D}" type="presOf" srcId="{BAC48C2E-8F29-45B4-9CC1-1230BD449380}" destId="{179CAC39-4675-4432-AD8C-E00A76BA3FA5}" srcOrd="0" destOrd="0" presId="urn:microsoft.com/office/officeart/2018/2/layout/IconLabelDescriptionList"/>
    <dgm:cxn modelId="{4453064C-17EA-4431-B1B0-C1B9EB672A36}" srcId="{EDAF9663-EC7A-42BE-B8CB-6DECA6A1B824}" destId="{BAC48C2E-8F29-45B4-9CC1-1230BD449380}" srcOrd="0" destOrd="0" parTransId="{8769F21B-E8CC-4560-B49A-6F88FF4AF7C3}" sibTransId="{0413F216-BECB-4615-8A24-C057599A64B9}"/>
    <dgm:cxn modelId="{A3A84F57-C34E-41B2-B1A1-A311F95C8A78}" type="presOf" srcId="{47936501-CA5F-4DC0-B8B7-22238969B8FC}" destId="{F4C7D505-0BAF-4513-BB15-BCF67263A8DC}" srcOrd="0" destOrd="0" presId="urn:microsoft.com/office/officeart/2018/2/layout/IconLabelDescriptionList"/>
    <dgm:cxn modelId="{2B676E7E-00D7-49BF-9233-5920C3876451}" srcId="{EDAF9663-EC7A-42BE-B8CB-6DECA6A1B824}" destId="{A4881CC9-BAC8-48EC-9243-0494169E4468}" srcOrd="2" destOrd="0" parTransId="{275AE12F-E444-4099-8452-6F2FD27DF2EF}" sibTransId="{9FD63927-2785-4777-A6AF-BC6049401F1E}"/>
    <dgm:cxn modelId="{4E9CC393-964A-450C-9664-2754AFEFFC96}" srcId="{47936501-CA5F-4DC0-B8B7-22238969B8FC}" destId="{540F45C9-7042-4BAD-BB33-4A24C3CD21A1}" srcOrd="0" destOrd="0" parTransId="{A6FAC93D-E22E-4B4D-B3C8-11296AAB0401}" sibTransId="{CD62E1B8-24F4-4DE6-9DD5-EFFD4AC837F4}"/>
    <dgm:cxn modelId="{EE9DFE9C-0A5C-4D87-B50B-852617EBA3DE}" type="presOf" srcId="{A4881CC9-BAC8-48EC-9243-0494169E4468}" destId="{179CAC39-4675-4432-AD8C-E00A76BA3FA5}" srcOrd="0" destOrd="2" presId="urn:microsoft.com/office/officeart/2018/2/layout/IconLabelDescriptionList"/>
    <dgm:cxn modelId="{BE23E5AF-CFC2-4CFE-998F-5B3D48E1BD4B}" srcId="{8C5C747D-68CF-4096-BD18-B5CCCC9C9B23}" destId="{EDAF9663-EC7A-42BE-B8CB-6DECA6A1B824}" srcOrd="1" destOrd="0" parTransId="{AFD7B720-71FA-4EFF-A2B8-8CE4D94D728A}" sibTransId="{64D52447-7DA5-449E-968E-E625729020FC}"/>
    <dgm:cxn modelId="{0332BECA-FA4E-4105-98BA-37CAB179FB67}" srcId="{EDAF9663-EC7A-42BE-B8CB-6DECA6A1B824}" destId="{6744353C-5E73-47D0-B874-6AD4293B3721}" srcOrd="1" destOrd="0" parTransId="{0E63BF72-EFDB-4CFF-AF54-6DDD7B087512}" sibTransId="{75B454B6-8FBA-4EA5-AB82-A1B048688AFE}"/>
    <dgm:cxn modelId="{ABA897F4-7022-4C0D-BF19-960858D301C6}" srcId="{8C5C747D-68CF-4096-BD18-B5CCCC9C9B23}" destId="{47936501-CA5F-4DC0-B8B7-22238969B8FC}" srcOrd="0" destOrd="0" parTransId="{B6A55392-B48A-49B5-BD13-99587220B29F}" sibTransId="{31444778-5AE9-40AB-A70E-B173C20A6A61}"/>
    <dgm:cxn modelId="{BF3BE589-DB13-431C-8272-ACE3C0EA9187}" type="presParOf" srcId="{90B0EF15-B22A-4429-90A6-394738AE8549}" destId="{E748BB1D-D126-4040-A891-882552A16618}" srcOrd="0" destOrd="0" presId="urn:microsoft.com/office/officeart/2018/2/layout/IconLabelDescriptionList"/>
    <dgm:cxn modelId="{C7AFF9E0-9DED-42D0-AD70-5033190080FE}" type="presParOf" srcId="{E748BB1D-D126-4040-A891-882552A16618}" destId="{0FA3DCB3-599E-415D-9CCF-24323AB89DA7}" srcOrd="0" destOrd="0" presId="urn:microsoft.com/office/officeart/2018/2/layout/IconLabelDescriptionList"/>
    <dgm:cxn modelId="{533C37E8-DDCD-4C8A-8587-4A51493F1036}" type="presParOf" srcId="{E748BB1D-D126-4040-A891-882552A16618}" destId="{41515D1C-B1AA-475E-A2FD-938C15F4E103}" srcOrd="1" destOrd="0" presId="urn:microsoft.com/office/officeart/2018/2/layout/IconLabelDescriptionList"/>
    <dgm:cxn modelId="{1E339935-9F26-4EDD-AEFF-ED4C3F72E789}" type="presParOf" srcId="{E748BB1D-D126-4040-A891-882552A16618}" destId="{F4C7D505-0BAF-4513-BB15-BCF67263A8DC}" srcOrd="2" destOrd="0" presId="urn:microsoft.com/office/officeart/2018/2/layout/IconLabelDescriptionList"/>
    <dgm:cxn modelId="{F97E4D4E-E3C3-4D87-9A46-5E632B33DF60}" type="presParOf" srcId="{E748BB1D-D126-4040-A891-882552A16618}" destId="{20243433-9979-4184-BCCA-B28201556A6B}" srcOrd="3" destOrd="0" presId="urn:microsoft.com/office/officeart/2018/2/layout/IconLabelDescriptionList"/>
    <dgm:cxn modelId="{F7CE2AB6-AD57-4295-8EAA-84876FC6F584}" type="presParOf" srcId="{E748BB1D-D126-4040-A891-882552A16618}" destId="{B9AD12C9-7AA6-403C-BC83-4D3F6D27943D}" srcOrd="4" destOrd="0" presId="urn:microsoft.com/office/officeart/2018/2/layout/IconLabelDescriptionList"/>
    <dgm:cxn modelId="{A5EEEF89-A8DC-4597-976A-3A5D00E57910}" type="presParOf" srcId="{90B0EF15-B22A-4429-90A6-394738AE8549}" destId="{30D05228-235C-4614-A40C-1DB6D58C4F6D}" srcOrd="1" destOrd="0" presId="urn:microsoft.com/office/officeart/2018/2/layout/IconLabelDescriptionList"/>
    <dgm:cxn modelId="{8CAE14FF-77E8-4F3B-9291-D0FCBC1250E9}" type="presParOf" srcId="{90B0EF15-B22A-4429-90A6-394738AE8549}" destId="{F3248312-4AAF-46A8-B40F-68B0B793504D}" srcOrd="2" destOrd="0" presId="urn:microsoft.com/office/officeart/2018/2/layout/IconLabelDescriptionList"/>
    <dgm:cxn modelId="{F6E23C93-EB12-4066-A64B-CA9258192253}" type="presParOf" srcId="{F3248312-4AAF-46A8-B40F-68B0B793504D}" destId="{78A6AB03-6B70-4B3B-AE7E-5207A6FF6BFD}" srcOrd="0" destOrd="0" presId="urn:microsoft.com/office/officeart/2018/2/layout/IconLabelDescriptionList"/>
    <dgm:cxn modelId="{931875A7-226F-40E9-867A-E07EA6372312}" type="presParOf" srcId="{F3248312-4AAF-46A8-B40F-68B0B793504D}" destId="{F52868E0-8373-4751-B011-701CB1FD9530}" srcOrd="1" destOrd="0" presId="urn:microsoft.com/office/officeart/2018/2/layout/IconLabelDescriptionList"/>
    <dgm:cxn modelId="{98A3206C-2954-4817-AE56-6D992A0B3F46}" type="presParOf" srcId="{F3248312-4AAF-46A8-B40F-68B0B793504D}" destId="{47ACB120-430A-434C-A135-CCB45D3A524F}" srcOrd="2" destOrd="0" presId="urn:microsoft.com/office/officeart/2018/2/layout/IconLabelDescriptionList"/>
    <dgm:cxn modelId="{3C1A56FB-12C7-4ECE-8F91-541A87F16997}" type="presParOf" srcId="{F3248312-4AAF-46A8-B40F-68B0B793504D}" destId="{0C999846-B15C-4298-BF94-B1BE6BFEABB8}" srcOrd="3" destOrd="0" presId="urn:microsoft.com/office/officeart/2018/2/layout/IconLabelDescriptionList"/>
    <dgm:cxn modelId="{59C3132D-CFC8-48AC-9537-4D1E8778AA90}" type="presParOf" srcId="{F3248312-4AAF-46A8-B40F-68B0B793504D}" destId="{179CAC39-4675-4432-AD8C-E00A76BA3FA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A418C16-C68E-4B29-A88D-A9A8D4D37BE8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tr-TR"/>
        </a:p>
      </dgm:t>
    </dgm:pt>
    <dgm:pt modelId="{225B1BC6-3F53-4662-B677-558BDB1C6E07}">
      <dgm:prSet/>
      <dgm:spPr/>
      <dgm:t>
        <a:bodyPr/>
        <a:lstStyle/>
        <a:p>
          <a:r>
            <a:rPr lang="tr-TR" dirty="0" err="1"/>
            <a:t>Download</a:t>
          </a:r>
          <a:r>
            <a:rPr lang="tr-TR" dirty="0"/>
            <a:t> </a:t>
          </a:r>
        </a:p>
      </dgm:t>
    </dgm:pt>
    <dgm:pt modelId="{219ABF6D-FC7A-453F-A11A-715B3260952F}" type="parTrans" cxnId="{CB56E687-DC3D-4142-964E-53AE0700D2BD}">
      <dgm:prSet/>
      <dgm:spPr/>
      <dgm:t>
        <a:bodyPr/>
        <a:lstStyle/>
        <a:p>
          <a:endParaRPr lang="tr-TR"/>
        </a:p>
      </dgm:t>
    </dgm:pt>
    <dgm:pt modelId="{5B6474CE-5C22-4199-8D31-B407F11BA42A}" type="sibTrans" cxnId="{CB56E687-DC3D-4142-964E-53AE0700D2BD}">
      <dgm:prSet/>
      <dgm:spPr/>
      <dgm:t>
        <a:bodyPr/>
        <a:lstStyle/>
        <a:p>
          <a:endParaRPr lang="tr-TR"/>
        </a:p>
      </dgm:t>
    </dgm:pt>
    <dgm:pt modelId="{96E5DC68-7937-4F9D-8E53-FFB48B202538}">
      <dgm:prSet/>
      <dgm:spPr/>
      <dgm:t>
        <a:bodyPr/>
        <a:lstStyle/>
        <a:p>
          <a:r>
            <a:rPr lang="en-US"/>
            <a:t>as a ZIP archive</a:t>
          </a:r>
          <a:r>
            <a:rPr lang="tr-TR"/>
            <a:t> </a:t>
          </a:r>
          <a:r>
            <a:rPr lang="en-US"/>
            <a:t>On the GitHub </a:t>
          </a:r>
          <a:r>
            <a:rPr lang="tr-TR"/>
            <a:t>Bitcoin Page</a:t>
          </a:r>
        </a:p>
      </dgm:t>
    </dgm:pt>
    <dgm:pt modelId="{01BAB1F7-E11D-4208-8D66-52FBAEB09A88}" type="parTrans" cxnId="{60C10A51-016B-4C6B-AA1D-DE57DC8C33FD}">
      <dgm:prSet/>
      <dgm:spPr/>
      <dgm:t>
        <a:bodyPr/>
        <a:lstStyle/>
        <a:p>
          <a:endParaRPr lang="tr-TR"/>
        </a:p>
      </dgm:t>
    </dgm:pt>
    <dgm:pt modelId="{BAF2C9DC-E6DA-44DA-9687-985719617F3E}" type="sibTrans" cxnId="{60C10A51-016B-4C6B-AA1D-DE57DC8C33FD}">
      <dgm:prSet/>
      <dgm:spPr/>
      <dgm:t>
        <a:bodyPr/>
        <a:lstStyle/>
        <a:p>
          <a:endParaRPr lang="tr-TR"/>
        </a:p>
      </dgm:t>
    </dgm:pt>
    <dgm:pt modelId="{00A3A21D-865B-4CA9-9831-598296451BA7}">
      <dgm:prSet/>
      <dgm:spPr/>
      <dgm:t>
        <a:bodyPr/>
        <a:lstStyle/>
        <a:p>
          <a:r>
            <a:rPr lang="tr-TR"/>
            <a:t>select Download ZIP </a:t>
          </a:r>
          <a:r>
            <a:rPr lang="tr-TR">
              <a:hlinkClick xmlns:r="http://schemas.openxmlformats.org/officeDocument/2006/relationships" r:id="rId1"/>
            </a:rPr>
            <a:t>https://github.com/bitcoin/bitcoin</a:t>
          </a:r>
          <a:endParaRPr lang="tr-TR"/>
        </a:p>
      </dgm:t>
    </dgm:pt>
    <dgm:pt modelId="{5B57E338-5C83-4601-9B8C-0FE1237E7841}" type="parTrans" cxnId="{6E5E2098-FB62-4AD1-85D3-617F6B146A7A}">
      <dgm:prSet/>
      <dgm:spPr/>
      <dgm:t>
        <a:bodyPr/>
        <a:lstStyle/>
        <a:p>
          <a:endParaRPr lang="tr-TR"/>
        </a:p>
      </dgm:t>
    </dgm:pt>
    <dgm:pt modelId="{5DCD249B-8709-473F-9013-383F0BF106DF}" type="sibTrans" cxnId="{6E5E2098-FB62-4AD1-85D3-617F6B146A7A}">
      <dgm:prSet/>
      <dgm:spPr/>
      <dgm:t>
        <a:bodyPr/>
        <a:lstStyle/>
        <a:p>
          <a:endParaRPr lang="tr-TR"/>
        </a:p>
      </dgm:t>
    </dgm:pt>
    <dgm:pt modelId="{FD2682B6-D72E-49ED-A752-96DF732EC4E5}">
      <dgm:prSet/>
      <dgm:spPr/>
      <dgm:t>
        <a:bodyPr/>
        <a:lstStyle/>
        <a:p>
          <a:r>
            <a:rPr lang="tr-TR" dirty="0"/>
            <a:t>Create local copy of source code</a:t>
          </a:r>
        </a:p>
      </dgm:t>
    </dgm:pt>
    <dgm:pt modelId="{F824C25A-1936-497D-9F22-65D584AE1D35}" type="parTrans" cxnId="{513C67A3-F1BB-4652-BC38-92BAD1DF7FF6}">
      <dgm:prSet/>
      <dgm:spPr/>
      <dgm:t>
        <a:bodyPr/>
        <a:lstStyle/>
        <a:p>
          <a:endParaRPr lang="tr-TR"/>
        </a:p>
      </dgm:t>
    </dgm:pt>
    <dgm:pt modelId="{CD054799-4006-45B1-8981-61C502E993DC}" type="sibTrans" cxnId="{513C67A3-F1BB-4652-BC38-92BAD1DF7FF6}">
      <dgm:prSet/>
      <dgm:spPr/>
      <dgm:t>
        <a:bodyPr/>
        <a:lstStyle/>
        <a:p>
          <a:endParaRPr lang="tr-TR"/>
        </a:p>
      </dgm:t>
    </dgm:pt>
    <dgm:pt modelId="{3ABD2C1C-4CA1-42E4-8F90-318FAEA15FDB}">
      <dgm:prSet/>
      <dgm:spPr/>
      <dgm:t>
        <a:bodyPr/>
        <a:lstStyle/>
        <a:p>
          <a:r>
            <a:rPr lang="tr-TR"/>
            <a:t>Use git Command line</a:t>
          </a:r>
        </a:p>
      </dgm:t>
    </dgm:pt>
    <dgm:pt modelId="{ECC78C5D-C131-41E9-90A0-AA43DD59ED61}" type="parTrans" cxnId="{F9774819-A53D-4AB8-81D0-D101385A18E8}">
      <dgm:prSet/>
      <dgm:spPr/>
      <dgm:t>
        <a:bodyPr/>
        <a:lstStyle/>
        <a:p>
          <a:endParaRPr lang="tr-TR"/>
        </a:p>
      </dgm:t>
    </dgm:pt>
    <dgm:pt modelId="{DFDD1394-4993-42EC-8726-130396138D59}" type="sibTrans" cxnId="{F9774819-A53D-4AB8-81D0-D101385A18E8}">
      <dgm:prSet/>
      <dgm:spPr/>
      <dgm:t>
        <a:bodyPr/>
        <a:lstStyle/>
        <a:p>
          <a:endParaRPr lang="tr-TR"/>
        </a:p>
      </dgm:t>
    </dgm:pt>
    <dgm:pt modelId="{EBF6918A-87BC-4FFE-8AAC-4EABC1BAA8FB}">
      <dgm:prSet/>
      <dgm:spPr/>
      <dgm:t>
        <a:bodyPr/>
        <a:lstStyle/>
        <a:p>
          <a:r>
            <a:rPr lang="tr-TR"/>
            <a:t>$ git clone </a:t>
          </a:r>
          <a:r>
            <a:rPr lang="tr-TR">
              <a:hlinkClick xmlns:r="http://schemas.openxmlformats.org/officeDocument/2006/relationships" r:id="rId2"/>
            </a:rPr>
            <a:t>https://github.com/bitcoin/bitcoin.git</a:t>
          </a:r>
          <a:endParaRPr lang="tr-TR"/>
        </a:p>
      </dgm:t>
    </dgm:pt>
    <dgm:pt modelId="{D3E7DF38-A098-407B-AD9A-D2CCB47402DA}" type="parTrans" cxnId="{7CF4E758-DDFF-418B-B423-AA362E2211F0}">
      <dgm:prSet/>
      <dgm:spPr/>
      <dgm:t>
        <a:bodyPr/>
        <a:lstStyle/>
        <a:p>
          <a:endParaRPr lang="tr-TR"/>
        </a:p>
      </dgm:t>
    </dgm:pt>
    <dgm:pt modelId="{B5335A9D-AD4F-4533-8301-6E2EFB598FD1}" type="sibTrans" cxnId="{7CF4E758-DDFF-418B-B423-AA362E2211F0}">
      <dgm:prSet/>
      <dgm:spPr/>
      <dgm:t>
        <a:bodyPr/>
        <a:lstStyle/>
        <a:p>
          <a:endParaRPr lang="tr-TR"/>
        </a:p>
      </dgm:t>
    </dgm:pt>
    <dgm:pt modelId="{B9B7A697-8173-4E7B-AA16-ECE575AA0134}">
      <dgm:prSet/>
      <dgm:spPr/>
      <dgm:t>
        <a:bodyPr/>
        <a:lstStyle/>
        <a:p>
          <a:r>
            <a:rPr lang="tr-TR"/>
            <a:t>Git</a:t>
          </a:r>
        </a:p>
      </dgm:t>
    </dgm:pt>
    <dgm:pt modelId="{CC99D455-1008-4DA5-8982-D14FDCADDE59}" type="parTrans" cxnId="{89F615A9-65F2-4AF6-8BF4-C1D77894EA89}">
      <dgm:prSet/>
      <dgm:spPr/>
      <dgm:t>
        <a:bodyPr/>
        <a:lstStyle/>
        <a:p>
          <a:endParaRPr lang="tr-TR"/>
        </a:p>
      </dgm:t>
    </dgm:pt>
    <dgm:pt modelId="{9FCB5D28-E4D4-45D6-8AFA-815C3E7556EB}" type="sibTrans" cxnId="{89F615A9-65F2-4AF6-8BF4-C1D77894EA89}">
      <dgm:prSet/>
      <dgm:spPr/>
      <dgm:t>
        <a:bodyPr/>
        <a:lstStyle/>
        <a:p>
          <a:endParaRPr lang="tr-TR"/>
        </a:p>
      </dgm:t>
    </dgm:pt>
    <dgm:pt modelId="{B7CA3D86-E07B-4F7F-9323-5D8B7C543F87}">
      <dgm:prSet/>
      <dgm:spPr/>
      <dgm:t>
        <a:bodyPr/>
        <a:lstStyle/>
        <a:p>
          <a:r>
            <a:rPr lang="tr-TR"/>
            <a:t>Distributed version control system</a:t>
          </a:r>
        </a:p>
      </dgm:t>
    </dgm:pt>
    <dgm:pt modelId="{1E690305-10C1-4FA3-A4DE-3DCAC21E62EC}" type="parTrans" cxnId="{00DC4B20-AD67-4AA7-994B-70390A4DDBCF}">
      <dgm:prSet/>
      <dgm:spPr/>
      <dgm:t>
        <a:bodyPr/>
        <a:lstStyle/>
        <a:p>
          <a:endParaRPr lang="tr-TR"/>
        </a:p>
      </dgm:t>
    </dgm:pt>
    <dgm:pt modelId="{D26AE836-FA21-4F1A-81EC-A715C663383A}" type="sibTrans" cxnId="{00DC4B20-AD67-4AA7-994B-70390A4DDBCF}">
      <dgm:prSet/>
      <dgm:spPr/>
      <dgm:t>
        <a:bodyPr/>
        <a:lstStyle/>
        <a:p>
          <a:endParaRPr lang="tr-TR"/>
        </a:p>
      </dgm:t>
    </dgm:pt>
    <dgm:pt modelId="{DCFFF918-8360-4CB6-B24E-956D374E79CA}">
      <dgm:prSet/>
      <dgm:spPr/>
      <dgm:t>
        <a:bodyPr/>
        <a:lstStyle/>
        <a:p>
          <a:r>
            <a:rPr lang="tr-TR" dirty="0" err="1"/>
            <a:t>You</a:t>
          </a:r>
          <a:r>
            <a:rPr lang="tr-TR" dirty="0"/>
            <a:t> </a:t>
          </a:r>
          <a:r>
            <a:rPr lang="tr-TR" dirty="0" err="1"/>
            <a:t>need</a:t>
          </a:r>
          <a:r>
            <a:rPr lang="tr-TR" dirty="0"/>
            <a:t> </a:t>
          </a:r>
          <a:r>
            <a:rPr lang="tr-TR" dirty="0" err="1"/>
            <a:t>to</a:t>
          </a:r>
          <a:r>
            <a:rPr lang="tr-TR" dirty="0"/>
            <a:t> </a:t>
          </a:r>
          <a:r>
            <a:rPr lang="tr-TR" dirty="0" err="1"/>
            <a:t>install</a:t>
          </a:r>
          <a:r>
            <a:rPr lang="tr-TR" dirty="0"/>
            <a:t> Git </a:t>
          </a:r>
          <a:r>
            <a:rPr lang="tr-TR" dirty="0" err="1"/>
            <a:t>if</a:t>
          </a:r>
          <a:r>
            <a:rPr lang="tr-TR" dirty="0"/>
            <a:t> </a:t>
          </a:r>
          <a:r>
            <a:rPr lang="tr-TR" dirty="0" err="1"/>
            <a:t>you</a:t>
          </a:r>
          <a:r>
            <a:rPr lang="tr-TR" dirty="0"/>
            <a:t> </a:t>
          </a:r>
          <a:r>
            <a:rPr lang="tr-TR" dirty="0" err="1"/>
            <a:t>don’t</a:t>
          </a:r>
          <a:r>
            <a:rPr lang="tr-TR" dirty="0"/>
            <a:t> </a:t>
          </a:r>
          <a:r>
            <a:rPr lang="tr-TR" dirty="0" err="1"/>
            <a:t>have</a:t>
          </a:r>
          <a:r>
            <a:rPr lang="tr-TR" dirty="0"/>
            <a:t> it</a:t>
          </a:r>
        </a:p>
      </dgm:t>
    </dgm:pt>
    <dgm:pt modelId="{CB62A3C4-E315-4046-BB1D-EBF6A7692443}" type="parTrans" cxnId="{B40ED77E-37AC-47BB-94EC-0E3EB954507E}">
      <dgm:prSet/>
      <dgm:spPr/>
      <dgm:t>
        <a:bodyPr/>
        <a:lstStyle/>
        <a:p>
          <a:endParaRPr lang="tr-TR"/>
        </a:p>
      </dgm:t>
    </dgm:pt>
    <dgm:pt modelId="{0D58B6E9-0BE1-483C-818A-01133FEB9792}" type="sibTrans" cxnId="{B40ED77E-37AC-47BB-94EC-0E3EB954507E}">
      <dgm:prSet/>
      <dgm:spPr/>
      <dgm:t>
        <a:bodyPr/>
        <a:lstStyle/>
        <a:p>
          <a:endParaRPr lang="tr-TR"/>
        </a:p>
      </dgm:t>
    </dgm:pt>
    <dgm:pt modelId="{FDA66E8A-3535-439D-ABF3-C36AF436D7F6}">
      <dgm:prSet/>
      <dgm:spPr/>
      <dgm:t>
        <a:bodyPr/>
        <a:lstStyle/>
        <a:p>
          <a:r>
            <a:rPr lang="tr-TR" dirty="0"/>
            <a:t>Local copy</a:t>
          </a:r>
        </a:p>
      </dgm:t>
    </dgm:pt>
    <dgm:pt modelId="{7F1CFEA4-7559-4F20-B325-ECE5BBA305A8}" type="parTrans" cxnId="{7925A613-BA70-47C3-9F6D-76C70B269A22}">
      <dgm:prSet/>
      <dgm:spPr/>
      <dgm:t>
        <a:bodyPr/>
        <a:lstStyle/>
        <a:p>
          <a:endParaRPr lang="tr-TR"/>
        </a:p>
      </dgm:t>
    </dgm:pt>
    <dgm:pt modelId="{3D3CBEB2-3869-4EC0-B99F-EB8FFAE01D55}" type="sibTrans" cxnId="{7925A613-BA70-47C3-9F6D-76C70B269A22}">
      <dgm:prSet/>
      <dgm:spPr/>
      <dgm:t>
        <a:bodyPr/>
        <a:lstStyle/>
        <a:p>
          <a:endParaRPr lang="tr-TR"/>
        </a:p>
      </dgm:t>
    </dgm:pt>
    <dgm:pt modelId="{D95D7131-B263-4BE6-AC16-5E83EB6D2E9E}">
      <dgm:prSet/>
      <dgm:spPr/>
      <dgm:t>
        <a:bodyPr/>
        <a:lstStyle/>
        <a:p>
          <a:r>
            <a:rPr lang="tr-TR" dirty="0" err="1"/>
            <a:t>Notice</a:t>
          </a:r>
          <a:r>
            <a:rPr lang="tr-TR" dirty="0"/>
            <a:t>!</a:t>
          </a:r>
        </a:p>
      </dgm:t>
    </dgm:pt>
    <dgm:pt modelId="{1B058C66-B91A-4088-9068-0496ED6F6D8F}" type="parTrans" cxnId="{6934DF30-8BC3-449D-AE3E-27C7B183D174}">
      <dgm:prSet/>
      <dgm:spPr/>
      <dgm:t>
        <a:bodyPr/>
        <a:lstStyle/>
        <a:p>
          <a:endParaRPr lang="tr-TR"/>
        </a:p>
      </dgm:t>
    </dgm:pt>
    <dgm:pt modelId="{2E0957F4-FDB5-434D-B656-9B90A3DA2C22}" type="sibTrans" cxnId="{6934DF30-8BC3-449D-AE3E-27C7B183D174}">
      <dgm:prSet/>
      <dgm:spPr/>
      <dgm:t>
        <a:bodyPr/>
        <a:lstStyle/>
        <a:p>
          <a:endParaRPr lang="tr-TR"/>
        </a:p>
      </dgm:t>
    </dgm:pt>
    <dgm:pt modelId="{0103A2C1-670B-43EB-962B-A326D3BB9DCF}" type="pres">
      <dgm:prSet presAssocID="{9A418C16-C68E-4B29-A88D-A9A8D4D37BE8}" presName="Name0" presStyleCnt="0">
        <dgm:presLayoutVars>
          <dgm:dir/>
          <dgm:animLvl val="lvl"/>
          <dgm:resizeHandles val="exact"/>
        </dgm:presLayoutVars>
      </dgm:prSet>
      <dgm:spPr/>
    </dgm:pt>
    <dgm:pt modelId="{D0F687E6-66A7-4DE3-A3F5-AA7CEEBB53BB}" type="pres">
      <dgm:prSet presAssocID="{225B1BC6-3F53-4662-B677-558BDB1C6E07}" presName="linNode" presStyleCnt="0"/>
      <dgm:spPr/>
    </dgm:pt>
    <dgm:pt modelId="{D940AA9B-42D9-4F34-9E8B-1554CCEDFAD6}" type="pres">
      <dgm:prSet presAssocID="{225B1BC6-3F53-4662-B677-558BDB1C6E0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4E0A853-6736-4170-83DC-B932BD3C5BE1}" type="pres">
      <dgm:prSet presAssocID="{225B1BC6-3F53-4662-B677-558BDB1C6E07}" presName="descendantText" presStyleLbl="alignAccFollowNode1" presStyleIdx="0" presStyleCnt="4">
        <dgm:presLayoutVars>
          <dgm:bulletEnabled val="1"/>
        </dgm:presLayoutVars>
      </dgm:prSet>
      <dgm:spPr/>
    </dgm:pt>
    <dgm:pt modelId="{ACA0C399-A755-4D44-9082-EEA538FBD8BE}" type="pres">
      <dgm:prSet presAssocID="{5B6474CE-5C22-4199-8D31-B407F11BA42A}" presName="sp" presStyleCnt="0"/>
      <dgm:spPr/>
    </dgm:pt>
    <dgm:pt modelId="{7725A4DB-D4FA-4AEF-B269-BE62BDE3D088}" type="pres">
      <dgm:prSet presAssocID="{FDA66E8A-3535-439D-ABF3-C36AF436D7F6}" presName="linNode" presStyleCnt="0"/>
      <dgm:spPr/>
    </dgm:pt>
    <dgm:pt modelId="{FFED4DF4-543D-4127-8C4A-38490BF54E28}" type="pres">
      <dgm:prSet presAssocID="{FDA66E8A-3535-439D-ABF3-C36AF436D7F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12F9329B-AD02-47B5-99D8-3446D1635F20}" type="pres">
      <dgm:prSet presAssocID="{FDA66E8A-3535-439D-ABF3-C36AF436D7F6}" presName="descendantText" presStyleLbl="alignAccFollowNode1" presStyleIdx="1" presStyleCnt="4">
        <dgm:presLayoutVars>
          <dgm:bulletEnabled val="1"/>
        </dgm:presLayoutVars>
      </dgm:prSet>
      <dgm:spPr/>
    </dgm:pt>
    <dgm:pt modelId="{363D676E-7F2E-4BBE-803D-A7BBDCDAFE10}" type="pres">
      <dgm:prSet presAssocID="{3D3CBEB2-3869-4EC0-B99F-EB8FFAE01D55}" presName="sp" presStyleCnt="0"/>
      <dgm:spPr/>
    </dgm:pt>
    <dgm:pt modelId="{C2FD05A6-203C-46D5-B104-C2797274B76F}" type="pres">
      <dgm:prSet presAssocID="{B9B7A697-8173-4E7B-AA16-ECE575AA0134}" presName="linNode" presStyleCnt="0"/>
      <dgm:spPr/>
    </dgm:pt>
    <dgm:pt modelId="{1811E1DD-30C3-4703-A515-A774FF64A7CA}" type="pres">
      <dgm:prSet presAssocID="{B9B7A697-8173-4E7B-AA16-ECE575AA013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39C888F-E678-4169-A680-4703C3130F2B}" type="pres">
      <dgm:prSet presAssocID="{B9B7A697-8173-4E7B-AA16-ECE575AA0134}" presName="descendantText" presStyleLbl="alignAccFollowNode1" presStyleIdx="2" presStyleCnt="4">
        <dgm:presLayoutVars>
          <dgm:bulletEnabled val="1"/>
        </dgm:presLayoutVars>
      </dgm:prSet>
      <dgm:spPr/>
    </dgm:pt>
    <dgm:pt modelId="{33A4F639-85DA-48D4-AD6C-9836CC71BE30}" type="pres">
      <dgm:prSet presAssocID="{9FCB5D28-E4D4-45D6-8AFA-815C3E7556EB}" presName="sp" presStyleCnt="0"/>
      <dgm:spPr/>
    </dgm:pt>
    <dgm:pt modelId="{63FA88EC-6DB2-4DB3-AB15-DA843ADD8C3F}" type="pres">
      <dgm:prSet presAssocID="{D95D7131-B263-4BE6-AC16-5E83EB6D2E9E}" presName="linNode" presStyleCnt="0"/>
      <dgm:spPr/>
    </dgm:pt>
    <dgm:pt modelId="{CF9D35CC-3799-4222-9F80-84AD25D258AF}" type="pres">
      <dgm:prSet presAssocID="{D95D7131-B263-4BE6-AC16-5E83EB6D2E9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6F7B83CA-5B5B-4DC0-951F-56BD1D5E62E7}" type="pres">
      <dgm:prSet presAssocID="{D95D7131-B263-4BE6-AC16-5E83EB6D2E9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FC15C06-031D-4669-9B1B-45094F4C19A8}" type="presOf" srcId="{96E5DC68-7937-4F9D-8E53-FFB48B202538}" destId="{D4E0A853-6736-4170-83DC-B932BD3C5BE1}" srcOrd="0" destOrd="0" presId="urn:microsoft.com/office/officeart/2005/8/layout/vList5"/>
    <dgm:cxn modelId="{7925A613-BA70-47C3-9F6D-76C70B269A22}" srcId="{9A418C16-C68E-4B29-A88D-A9A8D4D37BE8}" destId="{FDA66E8A-3535-439D-ABF3-C36AF436D7F6}" srcOrd="1" destOrd="0" parTransId="{7F1CFEA4-7559-4F20-B325-ECE5BBA305A8}" sibTransId="{3D3CBEB2-3869-4EC0-B99F-EB8FFAE01D55}"/>
    <dgm:cxn modelId="{F9774819-A53D-4AB8-81D0-D101385A18E8}" srcId="{FDA66E8A-3535-439D-ABF3-C36AF436D7F6}" destId="{3ABD2C1C-4CA1-42E4-8F90-318FAEA15FDB}" srcOrd="1" destOrd="0" parTransId="{ECC78C5D-C131-41E9-90A0-AA43DD59ED61}" sibTransId="{DFDD1394-4993-42EC-8726-130396138D59}"/>
    <dgm:cxn modelId="{00DC4B20-AD67-4AA7-994B-70390A4DDBCF}" srcId="{B9B7A697-8173-4E7B-AA16-ECE575AA0134}" destId="{B7CA3D86-E07B-4F7F-9323-5D8B7C543F87}" srcOrd="0" destOrd="0" parTransId="{1E690305-10C1-4FA3-A4DE-3DCAC21E62EC}" sibTransId="{D26AE836-FA21-4F1A-81EC-A715C663383A}"/>
    <dgm:cxn modelId="{6934DF30-8BC3-449D-AE3E-27C7B183D174}" srcId="{9A418C16-C68E-4B29-A88D-A9A8D4D37BE8}" destId="{D95D7131-B263-4BE6-AC16-5E83EB6D2E9E}" srcOrd="3" destOrd="0" parTransId="{1B058C66-B91A-4088-9068-0496ED6F6D8F}" sibTransId="{2E0957F4-FDB5-434D-B656-9B90A3DA2C22}"/>
    <dgm:cxn modelId="{55C1AF3E-B9CE-4868-80FE-F934281F5FE8}" type="presOf" srcId="{B7CA3D86-E07B-4F7F-9323-5D8B7C543F87}" destId="{139C888F-E678-4169-A680-4703C3130F2B}" srcOrd="0" destOrd="0" presId="urn:microsoft.com/office/officeart/2005/8/layout/vList5"/>
    <dgm:cxn modelId="{359C1B45-ADB8-442B-AB29-7C7D539C6043}" type="presOf" srcId="{FD2682B6-D72E-49ED-A752-96DF732EC4E5}" destId="{12F9329B-AD02-47B5-99D8-3446D1635F20}" srcOrd="0" destOrd="0" presId="urn:microsoft.com/office/officeart/2005/8/layout/vList5"/>
    <dgm:cxn modelId="{7FDC726A-2AFC-42BA-80AE-1524421C0EE9}" type="presOf" srcId="{3ABD2C1C-4CA1-42E4-8F90-318FAEA15FDB}" destId="{12F9329B-AD02-47B5-99D8-3446D1635F20}" srcOrd="0" destOrd="1" presId="urn:microsoft.com/office/officeart/2005/8/layout/vList5"/>
    <dgm:cxn modelId="{2CC87E6C-D1FE-4CD5-A65D-68D01C3C7B00}" type="presOf" srcId="{9A418C16-C68E-4B29-A88D-A9A8D4D37BE8}" destId="{0103A2C1-670B-43EB-962B-A326D3BB9DCF}" srcOrd="0" destOrd="0" presId="urn:microsoft.com/office/officeart/2005/8/layout/vList5"/>
    <dgm:cxn modelId="{F471286D-0CCA-4D3E-A837-1B4BC8D6EF49}" type="presOf" srcId="{FDA66E8A-3535-439D-ABF3-C36AF436D7F6}" destId="{FFED4DF4-543D-4127-8C4A-38490BF54E28}" srcOrd="0" destOrd="0" presId="urn:microsoft.com/office/officeart/2005/8/layout/vList5"/>
    <dgm:cxn modelId="{60C10A51-016B-4C6B-AA1D-DE57DC8C33FD}" srcId="{225B1BC6-3F53-4662-B677-558BDB1C6E07}" destId="{96E5DC68-7937-4F9D-8E53-FFB48B202538}" srcOrd="0" destOrd="0" parTransId="{01BAB1F7-E11D-4208-8D66-52FBAEB09A88}" sibTransId="{BAF2C9DC-E6DA-44DA-9687-985719617F3E}"/>
    <dgm:cxn modelId="{7CF4E758-DDFF-418B-B423-AA362E2211F0}" srcId="{FDA66E8A-3535-439D-ABF3-C36AF436D7F6}" destId="{EBF6918A-87BC-4FFE-8AAC-4EABC1BAA8FB}" srcOrd="2" destOrd="0" parTransId="{D3E7DF38-A098-407B-AD9A-D2CCB47402DA}" sibTransId="{B5335A9D-AD4F-4533-8301-6E2EFB598FD1}"/>
    <dgm:cxn modelId="{3CA4B07A-8C66-4CFB-A015-4E31A287DBF7}" type="presOf" srcId="{00A3A21D-865B-4CA9-9831-598296451BA7}" destId="{D4E0A853-6736-4170-83DC-B932BD3C5BE1}" srcOrd="0" destOrd="1" presId="urn:microsoft.com/office/officeart/2005/8/layout/vList5"/>
    <dgm:cxn modelId="{B40ED77E-37AC-47BB-94EC-0E3EB954507E}" srcId="{D95D7131-B263-4BE6-AC16-5E83EB6D2E9E}" destId="{DCFFF918-8360-4CB6-B24E-956D374E79CA}" srcOrd="0" destOrd="0" parTransId="{CB62A3C4-E315-4046-BB1D-EBF6A7692443}" sibTransId="{0D58B6E9-0BE1-483C-818A-01133FEB9792}"/>
    <dgm:cxn modelId="{83AC5683-1558-4EEA-A55C-6A446FAF43FE}" type="presOf" srcId="{EBF6918A-87BC-4FFE-8AAC-4EABC1BAA8FB}" destId="{12F9329B-AD02-47B5-99D8-3446D1635F20}" srcOrd="0" destOrd="2" presId="urn:microsoft.com/office/officeart/2005/8/layout/vList5"/>
    <dgm:cxn modelId="{CB56E687-DC3D-4142-964E-53AE0700D2BD}" srcId="{9A418C16-C68E-4B29-A88D-A9A8D4D37BE8}" destId="{225B1BC6-3F53-4662-B677-558BDB1C6E07}" srcOrd="0" destOrd="0" parTransId="{219ABF6D-FC7A-453F-A11A-715B3260952F}" sibTransId="{5B6474CE-5C22-4199-8D31-B407F11BA42A}"/>
    <dgm:cxn modelId="{6E5E2098-FB62-4AD1-85D3-617F6B146A7A}" srcId="{225B1BC6-3F53-4662-B677-558BDB1C6E07}" destId="{00A3A21D-865B-4CA9-9831-598296451BA7}" srcOrd="1" destOrd="0" parTransId="{5B57E338-5C83-4601-9B8C-0FE1237E7841}" sibTransId="{5DCD249B-8709-473F-9013-383F0BF106DF}"/>
    <dgm:cxn modelId="{AF03A5A1-19EF-4058-B823-7259E8E8C57B}" type="presOf" srcId="{225B1BC6-3F53-4662-B677-558BDB1C6E07}" destId="{D940AA9B-42D9-4F34-9E8B-1554CCEDFAD6}" srcOrd="0" destOrd="0" presId="urn:microsoft.com/office/officeart/2005/8/layout/vList5"/>
    <dgm:cxn modelId="{513C67A3-F1BB-4652-BC38-92BAD1DF7FF6}" srcId="{FDA66E8A-3535-439D-ABF3-C36AF436D7F6}" destId="{FD2682B6-D72E-49ED-A752-96DF732EC4E5}" srcOrd="0" destOrd="0" parTransId="{F824C25A-1936-497D-9F22-65D584AE1D35}" sibTransId="{CD054799-4006-45B1-8981-61C502E993DC}"/>
    <dgm:cxn modelId="{89F615A9-65F2-4AF6-8BF4-C1D77894EA89}" srcId="{9A418C16-C68E-4B29-A88D-A9A8D4D37BE8}" destId="{B9B7A697-8173-4E7B-AA16-ECE575AA0134}" srcOrd="2" destOrd="0" parTransId="{CC99D455-1008-4DA5-8982-D14FDCADDE59}" sibTransId="{9FCB5D28-E4D4-45D6-8AFA-815C3E7556EB}"/>
    <dgm:cxn modelId="{251E0CB3-8D50-4FB1-9CC1-866B783C0102}" type="presOf" srcId="{D95D7131-B263-4BE6-AC16-5E83EB6D2E9E}" destId="{CF9D35CC-3799-4222-9F80-84AD25D258AF}" srcOrd="0" destOrd="0" presId="urn:microsoft.com/office/officeart/2005/8/layout/vList5"/>
    <dgm:cxn modelId="{E56928BA-3EC7-4C2B-A032-E5457B5800B1}" type="presOf" srcId="{B9B7A697-8173-4E7B-AA16-ECE575AA0134}" destId="{1811E1DD-30C3-4703-A515-A774FF64A7CA}" srcOrd="0" destOrd="0" presId="urn:microsoft.com/office/officeart/2005/8/layout/vList5"/>
    <dgm:cxn modelId="{BD0F73CF-E0B2-4F73-9111-751FF11578AD}" type="presOf" srcId="{DCFFF918-8360-4CB6-B24E-956D374E79CA}" destId="{6F7B83CA-5B5B-4DC0-951F-56BD1D5E62E7}" srcOrd="0" destOrd="0" presId="urn:microsoft.com/office/officeart/2005/8/layout/vList5"/>
    <dgm:cxn modelId="{80CC1E05-CB7C-49E8-806F-37DE06BF147B}" type="presParOf" srcId="{0103A2C1-670B-43EB-962B-A326D3BB9DCF}" destId="{D0F687E6-66A7-4DE3-A3F5-AA7CEEBB53BB}" srcOrd="0" destOrd="0" presId="urn:microsoft.com/office/officeart/2005/8/layout/vList5"/>
    <dgm:cxn modelId="{467B5228-2223-427C-95E3-D6EC63FB985E}" type="presParOf" srcId="{D0F687E6-66A7-4DE3-A3F5-AA7CEEBB53BB}" destId="{D940AA9B-42D9-4F34-9E8B-1554CCEDFAD6}" srcOrd="0" destOrd="0" presId="urn:microsoft.com/office/officeart/2005/8/layout/vList5"/>
    <dgm:cxn modelId="{9839E085-10A2-4B97-9181-918B19024FC6}" type="presParOf" srcId="{D0F687E6-66A7-4DE3-A3F5-AA7CEEBB53BB}" destId="{D4E0A853-6736-4170-83DC-B932BD3C5BE1}" srcOrd="1" destOrd="0" presId="urn:microsoft.com/office/officeart/2005/8/layout/vList5"/>
    <dgm:cxn modelId="{F3F5F1AE-8C2F-451E-807A-F7FE1C8DE19E}" type="presParOf" srcId="{0103A2C1-670B-43EB-962B-A326D3BB9DCF}" destId="{ACA0C399-A755-4D44-9082-EEA538FBD8BE}" srcOrd="1" destOrd="0" presId="urn:microsoft.com/office/officeart/2005/8/layout/vList5"/>
    <dgm:cxn modelId="{67EA270C-9DDA-4D4C-A532-C361A67E6482}" type="presParOf" srcId="{0103A2C1-670B-43EB-962B-A326D3BB9DCF}" destId="{7725A4DB-D4FA-4AEF-B269-BE62BDE3D088}" srcOrd="2" destOrd="0" presId="urn:microsoft.com/office/officeart/2005/8/layout/vList5"/>
    <dgm:cxn modelId="{DE9F2B69-9179-4A78-9DFD-4D8190B68B26}" type="presParOf" srcId="{7725A4DB-D4FA-4AEF-B269-BE62BDE3D088}" destId="{FFED4DF4-543D-4127-8C4A-38490BF54E28}" srcOrd="0" destOrd="0" presId="urn:microsoft.com/office/officeart/2005/8/layout/vList5"/>
    <dgm:cxn modelId="{E6490E43-4EDF-4630-888A-E8795A223C70}" type="presParOf" srcId="{7725A4DB-D4FA-4AEF-B269-BE62BDE3D088}" destId="{12F9329B-AD02-47B5-99D8-3446D1635F20}" srcOrd="1" destOrd="0" presId="urn:microsoft.com/office/officeart/2005/8/layout/vList5"/>
    <dgm:cxn modelId="{CE5CD436-9771-4173-A47C-0124F0E37267}" type="presParOf" srcId="{0103A2C1-670B-43EB-962B-A326D3BB9DCF}" destId="{363D676E-7F2E-4BBE-803D-A7BBDCDAFE10}" srcOrd="3" destOrd="0" presId="urn:microsoft.com/office/officeart/2005/8/layout/vList5"/>
    <dgm:cxn modelId="{A3ABD246-03E1-4ABC-BDA1-9C27E6C5EAC5}" type="presParOf" srcId="{0103A2C1-670B-43EB-962B-A326D3BB9DCF}" destId="{C2FD05A6-203C-46D5-B104-C2797274B76F}" srcOrd="4" destOrd="0" presId="urn:microsoft.com/office/officeart/2005/8/layout/vList5"/>
    <dgm:cxn modelId="{DA0E20BE-6DCE-4EE5-B23B-9BA10AF8CD58}" type="presParOf" srcId="{C2FD05A6-203C-46D5-B104-C2797274B76F}" destId="{1811E1DD-30C3-4703-A515-A774FF64A7CA}" srcOrd="0" destOrd="0" presId="urn:microsoft.com/office/officeart/2005/8/layout/vList5"/>
    <dgm:cxn modelId="{D8DB7104-E4D2-44BE-AFE7-00CB9BCD4A63}" type="presParOf" srcId="{C2FD05A6-203C-46D5-B104-C2797274B76F}" destId="{139C888F-E678-4169-A680-4703C3130F2B}" srcOrd="1" destOrd="0" presId="urn:microsoft.com/office/officeart/2005/8/layout/vList5"/>
    <dgm:cxn modelId="{E66D920D-1CD4-480D-AF35-AA34794710A0}" type="presParOf" srcId="{0103A2C1-670B-43EB-962B-A326D3BB9DCF}" destId="{33A4F639-85DA-48D4-AD6C-9836CC71BE30}" srcOrd="5" destOrd="0" presId="urn:microsoft.com/office/officeart/2005/8/layout/vList5"/>
    <dgm:cxn modelId="{F961259E-9CD0-4709-AB83-BC0FD48663BA}" type="presParOf" srcId="{0103A2C1-670B-43EB-962B-A326D3BB9DCF}" destId="{63FA88EC-6DB2-4DB3-AB15-DA843ADD8C3F}" srcOrd="6" destOrd="0" presId="urn:microsoft.com/office/officeart/2005/8/layout/vList5"/>
    <dgm:cxn modelId="{EC22DAA8-144E-4AB2-A59F-F592C1D41D0F}" type="presParOf" srcId="{63FA88EC-6DB2-4DB3-AB15-DA843ADD8C3F}" destId="{CF9D35CC-3799-4222-9F80-84AD25D258AF}" srcOrd="0" destOrd="0" presId="urn:microsoft.com/office/officeart/2005/8/layout/vList5"/>
    <dgm:cxn modelId="{715F8659-FEEF-4E1A-8A1C-92B8FCBBBE52}" type="presParOf" srcId="{63FA88EC-6DB2-4DB3-AB15-DA843ADD8C3F}" destId="{6F7B83CA-5B5B-4DC0-951F-56BD1D5E62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B6A4A67-3754-4588-9AA9-457E46955FC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3382F84-E752-40F1-8E13-AF28F68A07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Synchronization</a:t>
          </a:r>
          <a:endParaRPr lang="en-US"/>
        </a:p>
      </dgm:t>
    </dgm:pt>
    <dgm:pt modelId="{5D023F5D-E61C-4A5B-A771-43932C4D00B7}" type="parTrans" cxnId="{5AD9A60E-A62C-4A72-B4C0-8E75B7EFD4F2}">
      <dgm:prSet/>
      <dgm:spPr/>
      <dgm:t>
        <a:bodyPr/>
        <a:lstStyle/>
        <a:p>
          <a:endParaRPr lang="en-US"/>
        </a:p>
      </dgm:t>
    </dgm:pt>
    <dgm:pt modelId="{D64884DB-CBB3-4641-8E62-45EFD0FD7FF3}" type="sibTrans" cxnId="{5AD9A60E-A62C-4A72-B4C0-8E75B7EFD4F2}">
      <dgm:prSet phldrT="01" phldr="0"/>
      <dgm:spPr/>
      <dgm:t>
        <a:bodyPr/>
        <a:lstStyle/>
        <a:p>
          <a:endParaRPr lang="en-US"/>
        </a:p>
      </dgm:t>
    </dgm:pt>
    <dgm:pt modelId="{8AEB971C-4D1E-477F-808F-9923B4333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default, the local copy will be synchronized</a:t>
          </a:r>
        </a:p>
      </dgm:t>
    </dgm:pt>
    <dgm:pt modelId="{4D9227FD-38DC-4834-8657-87CA764B9E42}" type="parTrans" cxnId="{29D13E0A-E1B0-4695-B43D-AA0A026417B6}">
      <dgm:prSet/>
      <dgm:spPr/>
      <dgm:t>
        <a:bodyPr/>
        <a:lstStyle/>
        <a:p>
          <a:endParaRPr lang="en-US"/>
        </a:p>
      </dgm:t>
    </dgm:pt>
    <dgm:pt modelId="{EE63F2B9-164A-4D6E-ABA4-75395E4EC9FF}" type="sibTrans" cxnId="{29D13E0A-E1B0-4695-B43D-AA0A026417B6}">
      <dgm:prSet/>
      <dgm:spPr/>
      <dgm:t>
        <a:bodyPr/>
        <a:lstStyle/>
        <a:p>
          <a:endParaRPr lang="en-US"/>
        </a:p>
      </dgm:t>
    </dgm:pt>
    <dgm:pt modelId="{73B0D7A0-B46F-4BFF-9E31-7E3342DEA79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Synchronize before compile</a:t>
          </a:r>
          <a:endParaRPr lang="en-US"/>
        </a:p>
      </dgm:t>
    </dgm:pt>
    <dgm:pt modelId="{A649AD22-97B5-4698-A772-31626AF9B028}" type="parTrans" cxnId="{CF031847-C333-46E4-AB09-DA6E8F7EA814}">
      <dgm:prSet/>
      <dgm:spPr/>
      <dgm:t>
        <a:bodyPr/>
        <a:lstStyle/>
        <a:p>
          <a:endParaRPr lang="en-US"/>
        </a:p>
      </dgm:t>
    </dgm:pt>
    <dgm:pt modelId="{F28C2CD3-4233-4AFB-AFC6-6A1FD467397D}" type="sibTrans" cxnId="{CF031847-C333-46E4-AB09-DA6E8F7EA814}">
      <dgm:prSet phldrT="02" phldr="0"/>
      <dgm:spPr/>
      <dgm:t>
        <a:bodyPr/>
        <a:lstStyle/>
        <a:p>
          <a:endParaRPr lang="en-US"/>
        </a:p>
      </dgm:t>
    </dgm:pt>
    <dgm:pt modelId="{64B8114D-E531-4853-9C2B-6E29BD537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Before compiling the code, </a:t>
          </a:r>
        </a:p>
      </dgm:t>
    </dgm:pt>
    <dgm:pt modelId="{AAFE58CB-1786-4AA8-BD8E-423D33E3D09C}" type="parTrans" cxnId="{E9408F1E-E3A9-4E69-BC6C-CE8FACA5A9DC}">
      <dgm:prSet/>
      <dgm:spPr/>
      <dgm:t>
        <a:bodyPr/>
        <a:lstStyle/>
        <a:p>
          <a:endParaRPr lang="en-US"/>
        </a:p>
      </dgm:t>
    </dgm:pt>
    <dgm:pt modelId="{2F46499F-6D7D-4FA2-8A7F-783A1FC78B64}" type="sibTrans" cxnId="{E9408F1E-E3A9-4E69-BC6C-CE8FACA5A9DC}">
      <dgm:prSet/>
      <dgm:spPr/>
      <dgm:t>
        <a:bodyPr/>
        <a:lstStyle/>
        <a:p>
          <a:endParaRPr lang="en-US"/>
        </a:p>
      </dgm:t>
    </dgm:pt>
    <dgm:pt modelId="{2D696B67-17F9-4BA4-83B0-9844482D6B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This will synchronize</a:t>
          </a:r>
        </a:p>
      </dgm:t>
    </dgm:pt>
    <dgm:pt modelId="{17CA1AFA-2321-414B-97C4-B2CC19805573}" type="parTrans" cxnId="{99E8B32E-F496-4C34-BAB5-CBB6FF5D749F}">
      <dgm:prSet/>
      <dgm:spPr/>
      <dgm:t>
        <a:bodyPr/>
        <a:lstStyle/>
        <a:p>
          <a:endParaRPr lang="en-US"/>
        </a:p>
      </dgm:t>
    </dgm:pt>
    <dgm:pt modelId="{FD53D0E0-4C80-4462-9FDD-362229414349}" type="sibTrans" cxnId="{99E8B32E-F496-4C34-BAB5-CBB6FF5D749F}">
      <dgm:prSet/>
      <dgm:spPr/>
      <dgm:t>
        <a:bodyPr/>
        <a:lstStyle/>
        <a:p>
          <a:endParaRPr lang="en-US"/>
        </a:p>
      </dgm:t>
    </dgm:pt>
    <dgm:pt modelId="{CD5B6E15-BAD5-40A6-8EA3-5F2B8915EFF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Tags</a:t>
          </a:r>
          <a:endParaRPr lang="en-US"/>
        </a:p>
      </dgm:t>
    </dgm:pt>
    <dgm:pt modelId="{AD0EB4E9-67DC-4B84-A749-599C71B1DDB7}" type="parTrans" cxnId="{AD4D2E6A-8ED3-4BE2-A681-B24C89327345}">
      <dgm:prSet/>
      <dgm:spPr/>
      <dgm:t>
        <a:bodyPr/>
        <a:lstStyle/>
        <a:p>
          <a:endParaRPr lang="en-US"/>
        </a:p>
      </dgm:t>
    </dgm:pt>
    <dgm:pt modelId="{658AA19D-AEBE-42E3-A8EC-86815C122ECF}" type="sibTrans" cxnId="{AD4D2E6A-8ED3-4BE2-A681-B24C89327345}">
      <dgm:prSet phldrT="03" phldr="0"/>
      <dgm:spPr/>
      <dgm:t>
        <a:bodyPr/>
        <a:lstStyle/>
        <a:p>
          <a:endParaRPr lang="en-US"/>
        </a:p>
      </dgm:t>
    </dgm:pt>
    <dgm:pt modelId="{1F037D03-4BF0-483C-A620-5DE6ECE709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by the developers</a:t>
          </a:r>
        </a:p>
      </dgm:t>
    </dgm:pt>
    <dgm:pt modelId="{41907D80-4A9C-43F9-9B7A-7F98D917C119}" type="parTrans" cxnId="{5A73DB15-6716-4631-9795-10E4E6B63163}">
      <dgm:prSet/>
      <dgm:spPr/>
      <dgm:t>
        <a:bodyPr/>
        <a:lstStyle/>
        <a:p>
          <a:endParaRPr lang="en-US"/>
        </a:p>
      </dgm:t>
    </dgm:pt>
    <dgm:pt modelId="{D2424F35-2291-4ED8-BE00-5FEEB950A5D0}" type="sibTrans" cxnId="{5A73DB15-6716-4631-9795-10E4E6B63163}">
      <dgm:prSet/>
      <dgm:spPr/>
      <dgm:t>
        <a:bodyPr/>
        <a:lstStyle/>
        <a:p>
          <a:endParaRPr lang="en-US"/>
        </a:p>
      </dgm:t>
    </dgm:pt>
    <dgm:pt modelId="{053297DC-DABA-4C32-AEFC-1547BB93D1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 specific snapshot</a:t>
          </a:r>
        </a:p>
      </dgm:t>
    </dgm:pt>
    <dgm:pt modelId="{F00A1EEF-C75D-4735-92A2-C8A953812E36}" type="parTrans" cxnId="{E3368963-29D9-4980-8E23-559AA0A2ED7E}">
      <dgm:prSet/>
      <dgm:spPr/>
      <dgm:t>
        <a:bodyPr/>
        <a:lstStyle/>
        <a:p>
          <a:endParaRPr lang="en-US"/>
        </a:p>
      </dgm:t>
    </dgm:pt>
    <dgm:pt modelId="{2B372C61-9586-42D8-A0C7-D3FD150A0514}" type="sibTrans" cxnId="{E3368963-29D9-4980-8E23-559AA0A2ED7E}">
      <dgm:prSet/>
      <dgm:spPr/>
      <dgm:t>
        <a:bodyPr/>
        <a:lstStyle/>
        <a:p>
          <a:endParaRPr lang="en-US"/>
        </a:p>
      </dgm:t>
    </dgm:pt>
    <dgm:pt modelId="{EF4EB77E-8EA6-4567-B687-03F14AB94E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identified by a keyword tag.</a:t>
          </a:r>
        </a:p>
      </dgm:t>
    </dgm:pt>
    <dgm:pt modelId="{7E462853-8752-44BC-9557-0AE3AB2A4F7B}" type="parTrans" cxnId="{ECABF61E-CD22-43EE-AF32-CCF134CA6B41}">
      <dgm:prSet/>
      <dgm:spPr/>
      <dgm:t>
        <a:bodyPr/>
        <a:lstStyle/>
        <a:p>
          <a:endParaRPr lang="en-US"/>
        </a:p>
      </dgm:t>
    </dgm:pt>
    <dgm:pt modelId="{E5BAEC35-A9FE-45B8-BA6C-872F7B6019BF}" type="sibTrans" cxnId="{ECABF61E-CD22-43EE-AF32-CCF134CA6B41}">
      <dgm:prSet/>
      <dgm:spPr/>
      <dgm:t>
        <a:bodyPr/>
        <a:lstStyle/>
        <a:p>
          <a:endParaRPr lang="en-US"/>
        </a:p>
      </dgm:t>
    </dgm:pt>
    <dgm:pt modelId="{41B87FC5-C0A2-414E-938B-8D0DF91772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version number. </a:t>
          </a:r>
        </a:p>
      </dgm:t>
    </dgm:pt>
    <dgm:pt modelId="{C9C77241-D804-4294-8F7E-2F5C4B833118}" type="parTrans" cxnId="{5267A38E-72DA-4A3B-9ED8-10EA41C7A402}">
      <dgm:prSet/>
      <dgm:spPr/>
      <dgm:t>
        <a:bodyPr/>
        <a:lstStyle/>
        <a:p>
          <a:endParaRPr lang="en-US"/>
        </a:p>
      </dgm:t>
    </dgm:pt>
    <dgm:pt modelId="{7081A443-F898-4F20-AE7F-189A2ADB97DB}" type="sibTrans" cxnId="{5267A38E-72DA-4A3B-9ED8-10EA41C7A402}">
      <dgm:prSet/>
      <dgm:spPr/>
      <dgm:t>
        <a:bodyPr/>
        <a:lstStyle/>
        <a:p>
          <a:endParaRPr lang="en-US"/>
        </a:p>
      </dgm:t>
    </dgm:pt>
    <dgm:pt modelId="{ED0FE831-821D-4723-BDBE-793DC12088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the most recent code</a:t>
          </a:r>
        </a:p>
      </dgm:t>
    </dgm:pt>
    <dgm:pt modelId="{02961149-DE82-44FD-A181-DFD8AECF8918}" type="parTrans" cxnId="{26AE5A32-9F81-4340-B3B5-9EA973C1F030}">
      <dgm:prSet/>
      <dgm:spPr/>
      <dgm:t>
        <a:bodyPr/>
        <a:lstStyle/>
        <a:p>
          <a:endParaRPr lang="tr-TR"/>
        </a:p>
      </dgm:t>
    </dgm:pt>
    <dgm:pt modelId="{FD438EAD-2FD0-4B42-BE11-D3EFB6D58628}" type="sibTrans" cxnId="{26AE5A32-9F81-4340-B3B5-9EA973C1F030}">
      <dgm:prSet/>
      <dgm:spPr/>
    </dgm:pt>
    <dgm:pt modelId="{EEFAB297-A50A-464E-85D5-0007EF23CC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select a</a:t>
          </a:r>
          <a:r>
            <a:rPr lang="tr-TR" dirty="0"/>
            <a:t> </a:t>
          </a:r>
          <a:r>
            <a:rPr lang="en-US" dirty="0"/>
            <a:t>specific version</a:t>
          </a:r>
        </a:p>
      </dgm:t>
    </dgm:pt>
    <dgm:pt modelId="{B8453270-FF69-4D30-9F21-676D143366B5}" type="parTrans" cxnId="{BB2076A1-7B35-4ED8-AA50-F80CCFD8569A}">
      <dgm:prSet/>
      <dgm:spPr/>
      <dgm:t>
        <a:bodyPr/>
        <a:lstStyle/>
        <a:p>
          <a:endParaRPr lang="tr-TR"/>
        </a:p>
      </dgm:t>
    </dgm:pt>
    <dgm:pt modelId="{82F8ED6C-6FAC-4769-B10E-E917A3E63A6F}" type="sibTrans" cxnId="{BB2076A1-7B35-4ED8-AA50-F80CCFD8569A}">
      <dgm:prSet/>
      <dgm:spPr/>
    </dgm:pt>
    <dgm:pt modelId="{76ED9FDA-FA3F-47E2-9ADF-F3EA9CE1B6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</a:t>
          </a:r>
          <a:r>
            <a:rPr lang="en-US" dirty="0"/>
            <a:t>checking out a release tag. </a:t>
          </a:r>
        </a:p>
      </dgm:t>
    </dgm:pt>
    <dgm:pt modelId="{65011BF1-FA48-4269-B5FE-F9C2796D5679}" type="parTrans" cxnId="{F70A9041-874C-4193-85DA-DE4B4351FEDE}">
      <dgm:prSet/>
      <dgm:spPr/>
      <dgm:t>
        <a:bodyPr/>
        <a:lstStyle/>
        <a:p>
          <a:endParaRPr lang="tr-TR"/>
        </a:p>
      </dgm:t>
    </dgm:pt>
    <dgm:pt modelId="{8D040F5E-AE0B-4B6B-B32B-0A57987C8D87}" type="sibTrans" cxnId="{F70A9041-874C-4193-85DA-DE4B4351FEDE}">
      <dgm:prSet/>
      <dgm:spPr/>
    </dgm:pt>
    <dgm:pt modelId="{C2B09422-5120-4AE7-A905-A45E901407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local copy</a:t>
          </a:r>
        </a:p>
      </dgm:t>
    </dgm:pt>
    <dgm:pt modelId="{43DBAE0B-FADA-42F0-B6E0-E0BDB500E1CD}" type="parTrans" cxnId="{A2FB4C21-3E5A-4977-AA57-25F0427683E4}">
      <dgm:prSet/>
      <dgm:spPr/>
      <dgm:t>
        <a:bodyPr/>
        <a:lstStyle/>
        <a:p>
          <a:endParaRPr lang="tr-TR"/>
        </a:p>
      </dgm:t>
    </dgm:pt>
    <dgm:pt modelId="{1F65010B-F869-4E48-8F63-31BE5082D330}" type="sibTrans" cxnId="{A2FB4C21-3E5A-4977-AA57-25F0427683E4}">
      <dgm:prSet/>
      <dgm:spPr/>
    </dgm:pt>
    <dgm:pt modelId="{844A4F21-69CD-4EC9-B239-9F24695037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</a:t>
          </a:r>
          <a:r>
            <a:rPr lang="en-US" dirty="0"/>
            <a:t>the code repository</a:t>
          </a:r>
        </a:p>
      </dgm:t>
    </dgm:pt>
    <dgm:pt modelId="{4D1E2C70-A664-4527-BEB9-E9AD3DD3A851}" type="parTrans" cxnId="{B78A6D25-D1B0-4A33-B9A1-AB2DD54F36DD}">
      <dgm:prSet/>
      <dgm:spPr/>
      <dgm:t>
        <a:bodyPr/>
        <a:lstStyle/>
        <a:p>
          <a:endParaRPr lang="tr-TR"/>
        </a:p>
      </dgm:t>
    </dgm:pt>
    <dgm:pt modelId="{905DD1A3-3558-460F-8568-EEC3C1F904B6}" type="sibTrans" cxnId="{B78A6D25-D1B0-4A33-B9A1-AB2DD54F36DD}">
      <dgm:prSet/>
      <dgm:spPr/>
    </dgm:pt>
    <dgm:pt modelId="{2310ABF1-4923-4049-9BF6-6DF2EDD988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mark specific releases of the code</a:t>
          </a:r>
        </a:p>
      </dgm:t>
    </dgm:pt>
    <dgm:pt modelId="{A4F1A979-78EF-4CAD-A60E-166184EEB734}" type="parTrans" cxnId="{AEAB8A26-E513-461D-9855-F939A3DCF141}">
      <dgm:prSet/>
      <dgm:spPr/>
      <dgm:t>
        <a:bodyPr/>
        <a:lstStyle/>
        <a:p>
          <a:endParaRPr lang="tr-TR"/>
        </a:p>
      </dgm:t>
    </dgm:pt>
    <dgm:pt modelId="{B8C2C33B-3CD2-472D-9E2E-43FFBB64DE2A}" type="sibTrans" cxnId="{AEAB8A26-E513-461D-9855-F939A3DCF141}">
      <dgm:prSet/>
      <dgm:spPr/>
    </dgm:pt>
    <dgm:pt modelId="{4E41BC24-3DE4-4E53-94A4-B85B364E4456}" type="pres">
      <dgm:prSet presAssocID="{3B6A4A67-3754-4588-9AA9-457E46955FC6}" presName="root" presStyleCnt="0">
        <dgm:presLayoutVars>
          <dgm:dir/>
          <dgm:resizeHandles val="exact"/>
        </dgm:presLayoutVars>
      </dgm:prSet>
      <dgm:spPr/>
    </dgm:pt>
    <dgm:pt modelId="{4E30F26B-9655-4A93-BB47-A59B79E06170}" type="pres">
      <dgm:prSet presAssocID="{33382F84-E752-40F1-8E13-AF28F68A07F6}" presName="compNode" presStyleCnt="0"/>
      <dgm:spPr/>
    </dgm:pt>
    <dgm:pt modelId="{5E8BC9FF-A287-4D14-B102-0827E0EF276E}" type="pres">
      <dgm:prSet presAssocID="{33382F84-E752-40F1-8E13-AF28F68A07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0819C7A-B776-4F7B-9F25-DAA4ADF920CD}" type="pres">
      <dgm:prSet presAssocID="{33382F84-E752-40F1-8E13-AF28F68A07F6}" presName="iconSpace" presStyleCnt="0"/>
      <dgm:spPr/>
    </dgm:pt>
    <dgm:pt modelId="{1E7F31A0-F982-41DF-81BE-8D4BE817B9F9}" type="pres">
      <dgm:prSet presAssocID="{33382F84-E752-40F1-8E13-AF28F68A07F6}" presName="parTx" presStyleLbl="revTx" presStyleIdx="0" presStyleCnt="8">
        <dgm:presLayoutVars>
          <dgm:chMax val="0"/>
          <dgm:chPref val="0"/>
        </dgm:presLayoutVars>
      </dgm:prSet>
      <dgm:spPr/>
    </dgm:pt>
    <dgm:pt modelId="{F491F482-4C21-4A80-A2CB-428C26BFECD9}" type="pres">
      <dgm:prSet presAssocID="{33382F84-E752-40F1-8E13-AF28F68A07F6}" presName="txSpace" presStyleCnt="0"/>
      <dgm:spPr/>
    </dgm:pt>
    <dgm:pt modelId="{E90E7449-44FB-4D67-9781-46D860B15A62}" type="pres">
      <dgm:prSet presAssocID="{33382F84-E752-40F1-8E13-AF28F68A07F6}" presName="desTx" presStyleLbl="revTx" presStyleIdx="1" presStyleCnt="8">
        <dgm:presLayoutVars/>
      </dgm:prSet>
      <dgm:spPr/>
    </dgm:pt>
    <dgm:pt modelId="{532B5A11-B038-41B6-B307-3BE432F28703}" type="pres">
      <dgm:prSet presAssocID="{D64884DB-CBB3-4641-8E62-45EFD0FD7FF3}" presName="sibTrans" presStyleCnt="0"/>
      <dgm:spPr/>
    </dgm:pt>
    <dgm:pt modelId="{C63F2A05-EA60-4DEC-9CE2-008B4422AD98}" type="pres">
      <dgm:prSet presAssocID="{73B0D7A0-B46F-4BFF-9E31-7E3342DEA796}" presName="compNode" presStyleCnt="0"/>
      <dgm:spPr/>
    </dgm:pt>
    <dgm:pt modelId="{F01EF02E-9FE7-467E-86F6-FB7874E8FFFF}" type="pres">
      <dgm:prSet presAssocID="{73B0D7A0-B46F-4BFF-9E31-7E3342DEA7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77229B9-E43F-4ED8-B2D3-577073750B78}" type="pres">
      <dgm:prSet presAssocID="{73B0D7A0-B46F-4BFF-9E31-7E3342DEA796}" presName="iconSpace" presStyleCnt="0"/>
      <dgm:spPr/>
    </dgm:pt>
    <dgm:pt modelId="{3B9B2808-C404-4766-A7BE-FE5C19A4219F}" type="pres">
      <dgm:prSet presAssocID="{73B0D7A0-B46F-4BFF-9E31-7E3342DEA796}" presName="parTx" presStyleLbl="revTx" presStyleIdx="2" presStyleCnt="8">
        <dgm:presLayoutVars>
          <dgm:chMax val="0"/>
          <dgm:chPref val="0"/>
        </dgm:presLayoutVars>
      </dgm:prSet>
      <dgm:spPr/>
    </dgm:pt>
    <dgm:pt modelId="{7CDBB54B-E991-4954-8BFC-48C119C587BF}" type="pres">
      <dgm:prSet presAssocID="{73B0D7A0-B46F-4BFF-9E31-7E3342DEA796}" presName="txSpace" presStyleCnt="0"/>
      <dgm:spPr/>
    </dgm:pt>
    <dgm:pt modelId="{C9BC0210-8C7D-4951-9DC8-63051B2BC305}" type="pres">
      <dgm:prSet presAssocID="{73B0D7A0-B46F-4BFF-9E31-7E3342DEA796}" presName="desTx" presStyleLbl="revTx" presStyleIdx="3" presStyleCnt="8">
        <dgm:presLayoutVars/>
      </dgm:prSet>
      <dgm:spPr/>
    </dgm:pt>
    <dgm:pt modelId="{06C038A1-968F-416A-9C71-DA974592EF97}" type="pres">
      <dgm:prSet presAssocID="{F28C2CD3-4233-4AFB-AFC6-6A1FD467397D}" presName="sibTrans" presStyleCnt="0"/>
      <dgm:spPr/>
    </dgm:pt>
    <dgm:pt modelId="{9EF64B6D-C1CB-471F-B570-8947C5BB541C}" type="pres">
      <dgm:prSet presAssocID="{2D696B67-17F9-4BA4-83B0-9844482D6B6B}" presName="compNode" presStyleCnt="0"/>
      <dgm:spPr/>
    </dgm:pt>
    <dgm:pt modelId="{5071A861-BE2B-4779-8578-0881E2B529BC}" type="pres">
      <dgm:prSet presAssocID="{2D696B67-17F9-4BA4-83B0-9844482D6B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1F6309A-573E-42B5-9F3F-399CCEE3B99A}" type="pres">
      <dgm:prSet presAssocID="{2D696B67-17F9-4BA4-83B0-9844482D6B6B}" presName="iconSpace" presStyleCnt="0"/>
      <dgm:spPr/>
    </dgm:pt>
    <dgm:pt modelId="{91F35BA3-4D0B-46F0-B9FD-58E78DD79FAD}" type="pres">
      <dgm:prSet presAssocID="{2D696B67-17F9-4BA4-83B0-9844482D6B6B}" presName="parTx" presStyleLbl="revTx" presStyleIdx="4" presStyleCnt="8">
        <dgm:presLayoutVars>
          <dgm:chMax val="0"/>
          <dgm:chPref val="0"/>
        </dgm:presLayoutVars>
      </dgm:prSet>
      <dgm:spPr/>
    </dgm:pt>
    <dgm:pt modelId="{F62B051E-16BF-41FA-A5B0-C1B018BDD6A2}" type="pres">
      <dgm:prSet presAssocID="{2D696B67-17F9-4BA4-83B0-9844482D6B6B}" presName="txSpace" presStyleCnt="0"/>
      <dgm:spPr/>
    </dgm:pt>
    <dgm:pt modelId="{C0B45D08-CD12-4F88-8064-48E9C989F5EA}" type="pres">
      <dgm:prSet presAssocID="{2D696B67-17F9-4BA4-83B0-9844482D6B6B}" presName="desTx" presStyleLbl="revTx" presStyleIdx="5" presStyleCnt="8">
        <dgm:presLayoutVars/>
      </dgm:prSet>
      <dgm:spPr/>
    </dgm:pt>
    <dgm:pt modelId="{1432897C-8D45-4CE7-8EB8-71EE28A5528E}" type="pres">
      <dgm:prSet presAssocID="{FD53D0E0-4C80-4462-9FDD-362229414349}" presName="sibTrans" presStyleCnt="0"/>
      <dgm:spPr/>
    </dgm:pt>
    <dgm:pt modelId="{62AA1035-4F38-4028-99B6-ABD911141056}" type="pres">
      <dgm:prSet presAssocID="{CD5B6E15-BAD5-40A6-8EA3-5F2B8915EFF2}" presName="compNode" presStyleCnt="0"/>
      <dgm:spPr/>
    </dgm:pt>
    <dgm:pt modelId="{6754D375-D8B9-436F-AD7C-3B8955375F9C}" type="pres">
      <dgm:prSet presAssocID="{CD5B6E15-BAD5-40A6-8EA3-5F2B8915EF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70210AA4-29C9-4F71-AB32-C60F7D58E6F5}" type="pres">
      <dgm:prSet presAssocID="{CD5B6E15-BAD5-40A6-8EA3-5F2B8915EFF2}" presName="iconSpace" presStyleCnt="0"/>
      <dgm:spPr/>
    </dgm:pt>
    <dgm:pt modelId="{3B677365-82FB-42DF-9AE5-D008FF734F32}" type="pres">
      <dgm:prSet presAssocID="{CD5B6E15-BAD5-40A6-8EA3-5F2B8915EFF2}" presName="parTx" presStyleLbl="revTx" presStyleIdx="6" presStyleCnt="8">
        <dgm:presLayoutVars>
          <dgm:chMax val="0"/>
          <dgm:chPref val="0"/>
        </dgm:presLayoutVars>
      </dgm:prSet>
      <dgm:spPr/>
    </dgm:pt>
    <dgm:pt modelId="{E3E00C94-6BDE-4E85-B301-9141690A53AE}" type="pres">
      <dgm:prSet presAssocID="{CD5B6E15-BAD5-40A6-8EA3-5F2B8915EFF2}" presName="txSpace" presStyleCnt="0"/>
      <dgm:spPr/>
    </dgm:pt>
    <dgm:pt modelId="{69871A6D-EE61-4565-8CCE-605212B13D7F}" type="pres">
      <dgm:prSet presAssocID="{CD5B6E15-BAD5-40A6-8EA3-5F2B8915EFF2}" presName="desTx" presStyleLbl="revTx" presStyleIdx="7" presStyleCnt="8">
        <dgm:presLayoutVars/>
      </dgm:prSet>
      <dgm:spPr/>
    </dgm:pt>
  </dgm:ptLst>
  <dgm:cxnLst>
    <dgm:cxn modelId="{7294D704-6D90-4831-A173-2EE4A1102CA6}" type="presOf" srcId="{3B6A4A67-3754-4588-9AA9-457E46955FC6}" destId="{4E41BC24-3DE4-4E53-94A4-B85B364E4456}" srcOrd="0" destOrd="0" presId="urn:microsoft.com/office/officeart/2018/5/layout/CenteredIconLabelDescriptionList"/>
    <dgm:cxn modelId="{29D13E0A-E1B0-4695-B43D-AA0A026417B6}" srcId="{33382F84-E752-40F1-8E13-AF28F68A07F6}" destId="{8AEB971C-4D1E-477F-808F-9923B43330D1}" srcOrd="0" destOrd="0" parTransId="{4D9227FD-38DC-4834-8657-87CA764B9E42}" sibTransId="{EE63F2B9-164A-4D6E-ABA4-75395E4EC9FF}"/>
    <dgm:cxn modelId="{2D47420C-3DBA-4A91-BC2F-D97065153EE9}" type="presOf" srcId="{8AEB971C-4D1E-477F-808F-9923B43330D1}" destId="{E90E7449-44FB-4D67-9781-46D860B15A62}" srcOrd="0" destOrd="0" presId="urn:microsoft.com/office/officeart/2018/5/layout/CenteredIconLabelDescriptionList"/>
    <dgm:cxn modelId="{7731B80C-20CD-4E55-9485-18FC3C845CF7}" type="presOf" srcId="{053297DC-DABA-4C32-AEFC-1547BB93D1A4}" destId="{C0B45D08-CD12-4F88-8064-48E9C989F5EA}" srcOrd="0" destOrd="1" presId="urn:microsoft.com/office/officeart/2018/5/layout/CenteredIconLabelDescriptionList"/>
    <dgm:cxn modelId="{5AD9A60E-A62C-4A72-B4C0-8E75B7EFD4F2}" srcId="{3B6A4A67-3754-4588-9AA9-457E46955FC6}" destId="{33382F84-E752-40F1-8E13-AF28F68A07F6}" srcOrd="0" destOrd="0" parTransId="{5D023F5D-E61C-4A5B-A771-43932C4D00B7}" sibTransId="{D64884DB-CBB3-4641-8E62-45EFD0FD7FF3}"/>
    <dgm:cxn modelId="{5A73DB15-6716-4631-9795-10E4E6B63163}" srcId="{CD5B6E15-BAD5-40A6-8EA3-5F2B8915EFF2}" destId="{1F037D03-4BF0-483C-A620-5DE6ECE70939}" srcOrd="0" destOrd="0" parTransId="{41907D80-4A9C-43F9-9B7A-7F98D917C119}" sibTransId="{D2424F35-2291-4ED8-BE00-5FEEB950A5D0}"/>
    <dgm:cxn modelId="{E9408F1E-E3A9-4E69-BC6C-CE8FACA5A9DC}" srcId="{73B0D7A0-B46F-4BFF-9E31-7E3342DEA796}" destId="{64B8114D-E531-4853-9C2B-6E29BD5374CB}" srcOrd="0" destOrd="0" parTransId="{AAFE58CB-1786-4AA8-BD8E-423D33E3D09C}" sibTransId="{2F46499F-6D7D-4FA2-8A7F-783A1FC78B64}"/>
    <dgm:cxn modelId="{ECABF61E-CD22-43EE-AF32-CCF134CA6B41}" srcId="{2D696B67-17F9-4BA4-83B0-9844482D6B6B}" destId="{EF4EB77E-8EA6-4567-B687-03F14AB94E05}" srcOrd="3" destOrd="0" parTransId="{7E462853-8752-44BC-9557-0AE3AB2A4F7B}" sibTransId="{E5BAEC35-A9FE-45B8-BA6C-872F7B6019BF}"/>
    <dgm:cxn modelId="{A2FB4C21-3E5A-4977-AA57-25F0427683E4}" srcId="{2D696B67-17F9-4BA4-83B0-9844482D6B6B}" destId="{C2B09422-5120-4AE7-A905-A45E90140752}" srcOrd="0" destOrd="0" parTransId="{43DBAE0B-FADA-42F0-B6E0-E0BDB500E1CD}" sibTransId="{1F65010B-F869-4E48-8F63-31BE5082D330}"/>
    <dgm:cxn modelId="{B78A6D25-D1B0-4A33-B9A1-AB2DD54F36DD}" srcId="{2D696B67-17F9-4BA4-83B0-9844482D6B6B}" destId="{844A4F21-69CD-4EC9-B239-9F24695037BD}" srcOrd="2" destOrd="0" parTransId="{4D1E2C70-A664-4527-BEB9-E9AD3DD3A851}" sibTransId="{905DD1A3-3558-460F-8568-EEC3C1F904B6}"/>
    <dgm:cxn modelId="{AEAB8A26-E513-461D-9855-F939A3DCF141}" srcId="{CD5B6E15-BAD5-40A6-8EA3-5F2B8915EFF2}" destId="{2310ABF1-4923-4049-9BF6-6DF2EDD98817}" srcOrd="1" destOrd="0" parTransId="{A4F1A979-78EF-4CAD-A60E-166184EEB734}" sibTransId="{B8C2C33B-3CD2-472D-9E2E-43FFBB64DE2A}"/>
    <dgm:cxn modelId="{99E8B32E-F496-4C34-BAB5-CBB6FF5D749F}" srcId="{3B6A4A67-3754-4588-9AA9-457E46955FC6}" destId="{2D696B67-17F9-4BA4-83B0-9844482D6B6B}" srcOrd="2" destOrd="0" parTransId="{17CA1AFA-2321-414B-97C4-B2CC19805573}" sibTransId="{FD53D0E0-4C80-4462-9FDD-362229414349}"/>
    <dgm:cxn modelId="{26AE5A32-9F81-4340-B3B5-9EA973C1F030}" srcId="{33382F84-E752-40F1-8E13-AF28F68A07F6}" destId="{ED0FE831-821D-4723-BDBE-793DC1208851}" srcOrd="1" destOrd="0" parTransId="{02961149-DE82-44FD-A181-DFD8AECF8918}" sibTransId="{FD438EAD-2FD0-4B42-BE11-D3EFB6D58628}"/>
    <dgm:cxn modelId="{F70A9041-874C-4193-85DA-DE4B4351FEDE}" srcId="{73B0D7A0-B46F-4BFF-9E31-7E3342DEA796}" destId="{76ED9FDA-FA3F-47E2-9ADF-F3EA9CE1B6CD}" srcOrd="2" destOrd="0" parTransId="{65011BF1-FA48-4269-B5FE-F9C2796D5679}" sibTransId="{8D040F5E-AE0B-4B6B-B32B-0A57987C8D87}"/>
    <dgm:cxn modelId="{E3368963-29D9-4980-8E23-559AA0A2ED7E}" srcId="{2D696B67-17F9-4BA4-83B0-9844482D6B6B}" destId="{053297DC-DABA-4C32-AEFC-1547BB93D1A4}" srcOrd="1" destOrd="0" parTransId="{F00A1EEF-C75D-4735-92A2-C8A953812E36}" sibTransId="{2B372C61-9586-42D8-A0C7-D3FD150A0514}"/>
    <dgm:cxn modelId="{CF031847-C333-46E4-AB09-DA6E8F7EA814}" srcId="{3B6A4A67-3754-4588-9AA9-457E46955FC6}" destId="{73B0D7A0-B46F-4BFF-9E31-7E3342DEA796}" srcOrd="1" destOrd="0" parTransId="{A649AD22-97B5-4698-A772-31626AF9B028}" sibTransId="{F28C2CD3-4233-4AFB-AFC6-6A1FD467397D}"/>
    <dgm:cxn modelId="{1F5B0568-1815-4280-A6E9-10A3E385D7D0}" type="presOf" srcId="{2D696B67-17F9-4BA4-83B0-9844482D6B6B}" destId="{91F35BA3-4D0B-46F0-B9FD-58E78DD79FAD}" srcOrd="0" destOrd="0" presId="urn:microsoft.com/office/officeart/2018/5/layout/CenteredIconLabelDescriptionList"/>
    <dgm:cxn modelId="{AD4D2E6A-8ED3-4BE2-A681-B24C89327345}" srcId="{3B6A4A67-3754-4588-9AA9-457E46955FC6}" destId="{CD5B6E15-BAD5-40A6-8EA3-5F2B8915EFF2}" srcOrd="3" destOrd="0" parTransId="{AD0EB4E9-67DC-4B84-A749-599C71B1DDB7}" sibTransId="{658AA19D-AEBE-42E3-A8EC-86815C122ECF}"/>
    <dgm:cxn modelId="{08D85B4C-8739-478F-A3DA-51784DDE169C}" type="presOf" srcId="{CD5B6E15-BAD5-40A6-8EA3-5F2B8915EFF2}" destId="{3B677365-82FB-42DF-9AE5-D008FF734F32}" srcOrd="0" destOrd="0" presId="urn:microsoft.com/office/officeart/2018/5/layout/CenteredIconLabelDescriptionList"/>
    <dgm:cxn modelId="{440A3A6D-3E84-40AC-94B1-9BD059DC6FAB}" type="presOf" srcId="{EF4EB77E-8EA6-4567-B687-03F14AB94E05}" destId="{C0B45D08-CD12-4F88-8064-48E9C989F5EA}" srcOrd="0" destOrd="3" presId="urn:microsoft.com/office/officeart/2018/5/layout/CenteredIconLabelDescriptionList"/>
    <dgm:cxn modelId="{6A79A773-86CF-4978-AE06-819A973FAFBF}" type="presOf" srcId="{73B0D7A0-B46F-4BFF-9E31-7E3342DEA796}" destId="{3B9B2808-C404-4766-A7BE-FE5C19A4219F}" srcOrd="0" destOrd="0" presId="urn:microsoft.com/office/officeart/2018/5/layout/CenteredIconLabelDescriptionList"/>
    <dgm:cxn modelId="{0FA12A7B-922F-4A8F-A49D-9EE09EFB6769}" type="presOf" srcId="{ED0FE831-821D-4723-BDBE-793DC1208851}" destId="{E90E7449-44FB-4D67-9781-46D860B15A62}" srcOrd="0" destOrd="1" presId="urn:microsoft.com/office/officeart/2018/5/layout/CenteredIconLabelDescriptionList"/>
    <dgm:cxn modelId="{2D9E8386-4602-47BD-AC3B-95F3C77FE131}" type="presOf" srcId="{EEFAB297-A50A-464E-85D5-0007EF23CCA8}" destId="{C9BC0210-8C7D-4951-9DC8-63051B2BC305}" srcOrd="0" destOrd="1" presId="urn:microsoft.com/office/officeart/2018/5/layout/CenteredIconLabelDescriptionList"/>
    <dgm:cxn modelId="{A6FA7989-FF24-4F18-9B79-D2242D1CF2D2}" type="presOf" srcId="{76ED9FDA-FA3F-47E2-9ADF-F3EA9CE1B6CD}" destId="{C9BC0210-8C7D-4951-9DC8-63051B2BC305}" srcOrd="0" destOrd="2" presId="urn:microsoft.com/office/officeart/2018/5/layout/CenteredIconLabelDescriptionList"/>
    <dgm:cxn modelId="{24A5878C-413A-45FA-AE6C-128D842BC1A6}" type="presOf" srcId="{33382F84-E752-40F1-8E13-AF28F68A07F6}" destId="{1E7F31A0-F982-41DF-81BE-8D4BE817B9F9}" srcOrd="0" destOrd="0" presId="urn:microsoft.com/office/officeart/2018/5/layout/CenteredIconLabelDescriptionList"/>
    <dgm:cxn modelId="{5267A38E-72DA-4A3B-9ED8-10EA41C7A402}" srcId="{CD5B6E15-BAD5-40A6-8EA3-5F2B8915EFF2}" destId="{41B87FC5-C0A2-414E-938B-8D0DF917726C}" srcOrd="2" destOrd="0" parTransId="{C9C77241-D804-4294-8F7E-2F5C4B833118}" sibTransId="{7081A443-F898-4F20-AE7F-189A2ADB97DB}"/>
    <dgm:cxn modelId="{BB2076A1-7B35-4ED8-AA50-F80CCFD8569A}" srcId="{73B0D7A0-B46F-4BFF-9E31-7E3342DEA796}" destId="{EEFAB297-A50A-464E-85D5-0007EF23CCA8}" srcOrd="1" destOrd="0" parTransId="{B8453270-FF69-4D30-9F21-676D143366B5}" sibTransId="{82F8ED6C-6FAC-4769-B10E-E917A3E63A6F}"/>
    <dgm:cxn modelId="{A2888BA1-37A6-4658-83D1-B46C9269A0C4}" type="presOf" srcId="{41B87FC5-C0A2-414E-938B-8D0DF917726C}" destId="{69871A6D-EE61-4565-8CCE-605212B13D7F}" srcOrd="0" destOrd="2" presId="urn:microsoft.com/office/officeart/2018/5/layout/CenteredIconLabelDescriptionList"/>
    <dgm:cxn modelId="{E964BAA4-CB62-4F20-9F73-FAEBF00BD3ED}" type="presOf" srcId="{2310ABF1-4923-4049-9BF6-6DF2EDD98817}" destId="{69871A6D-EE61-4565-8CCE-605212B13D7F}" srcOrd="0" destOrd="1" presId="urn:microsoft.com/office/officeart/2018/5/layout/CenteredIconLabelDescriptionList"/>
    <dgm:cxn modelId="{94D4FDC5-7590-4A4C-A1B1-EE35FB391BF0}" type="presOf" srcId="{844A4F21-69CD-4EC9-B239-9F24695037BD}" destId="{C0B45D08-CD12-4F88-8064-48E9C989F5EA}" srcOrd="0" destOrd="2" presId="urn:microsoft.com/office/officeart/2018/5/layout/CenteredIconLabelDescriptionList"/>
    <dgm:cxn modelId="{8354ADC8-D44C-4B64-B85A-35EA5CBD2419}" type="presOf" srcId="{1F037D03-4BF0-483C-A620-5DE6ECE70939}" destId="{69871A6D-EE61-4565-8CCE-605212B13D7F}" srcOrd="0" destOrd="0" presId="urn:microsoft.com/office/officeart/2018/5/layout/CenteredIconLabelDescriptionList"/>
    <dgm:cxn modelId="{AAA9F7E6-53A7-4197-B95F-FE6F9CB3E865}" type="presOf" srcId="{C2B09422-5120-4AE7-A905-A45E90140752}" destId="{C0B45D08-CD12-4F88-8064-48E9C989F5EA}" srcOrd="0" destOrd="0" presId="urn:microsoft.com/office/officeart/2018/5/layout/CenteredIconLabelDescriptionList"/>
    <dgm:cxn modelId="{C60E55FA-4B84-41D4-8C40-B4132257D8E9}" type="presOf" srcId="{64B8114D-E531-4853-9C2B-6E29BD5374CB}" destId="{C9BC0210-8C7D-4951-9DC8-63051B2BC305}" srcOrd="0" destOrd="0" presId="urn:microsoft.com/office/officeart/2018/5/layout/CenteredIconLabelDescriptionList"/>
    <dgm:cxn modelId="{88E130A9-17C5-4801-ACE0-BC4578C3BFB7}" type="presParOf" srcId="{4E41BC24-3DE4-4E53-94A4-B85B364E4456}" destId="{4E30F26B-9655-4A93-BB47-A59B79E06170}" srcOrd="0" destOrd="0" presId="urn:microsoft.com/office/officeart/2018/5/layout/CenteredIconLabelDescriptionList"/>
    <dgm:cxn modelId="{0B90A049-0BB0-4A07-803E-1D069C1A7F67}" type="presParOf" srcId="{4E30F26B-9655-4A93-BB47-A59B79E06170}" destId="{5E8BC9FF-A287-4D14-B102-0827E0EF276E}" srcOrd="0" destOrd="0" presId="urn:microsoft.com/office/officeart/2018/5/layout/CenteredIconLabelDescriptionList"/>
    <dgm:cxn modelId="{9CC6EB06-11A4-45FF-8A26-DDA81807CADB}" type="presParOf" srcId="{4E30F26B-9655-4A93-BB47-A59B79E06170}" destId="{20819C7A-B776-4F7B-9F25-DAA4ADF920CD}" srcOrd="1" destOrd="0" presId="urn:microsoft.com/office/officeart/2018/5/layout/CenteredIconLabelDescriptionList"/>
    <dgm:cxn modelId="{6F339663-5C35-482B-B3FA-08271044DE61}" type="presParOf" srcId="{4E30F26B-9655-4A93-BB47-A59B79E06170}" destId="{1E7F31A0-F982-41DF-81BE-8D4BE817B9F9}" srcOrd="2" destOrd="0" presId="urn:microsoft.com/office/officeart/2018/5/layout/CenteredIconLabelDescriptionList"/>
    <dgm:cxn modelId="{4D1DAA26-6326-4849-94CD-E50D7D2224C9}" type="presParOf" srcId="{4E30F26B-9655-4A93-BB47-A59B79E06170}" destId="{F491F482-4C21-4A80-A2CB-428C26BFECD9}" srcOrd="3" destOrd="0" presId="urn:microsoft.com/office/officeart/2018/5/layout/CenteredIconLabelDescriptionList"/>
    <dgm:cxn modelId="{0AB58BD7-D641-4D70-8D3C-C47FB64E1BFA}" type="presParOf" srcId="{4E30F26B-9655-4A93-BB47-A59B79E06170}" destId="{E90E7449-44FB-4D67-9781-46D860B15A62}" srcOrd="4" destOrd="0" presId="urn:microsoft.com/office/officeart/2018/5/layout/CenteredIconLabelDescriptionList"/>
    <dgm:cxn modelId="{BF5B4237-7682-4C9A-8A9A-5D797E8A0C00}" type="presParOf" srcId="{4E41BC24-3DE4-4E53-94A4-B85B364E4456}" destId="{532B5A11-B038-41B6-B307-3BE432F28703}" srcOrd="1" destOrd="0" presId="urn:microsoft.com/office/officeart/2018/5/layout/CenteredIconLabelDescriptionList"/>
    <dgm:cxn modelId="{105A3A37-DA36-4FFF-BFE5-06E7BFED8F1F}" type="presParOf" srcId="{4E41BC24-3DE4-4E53-94A4-B85B364E4456}" destId="{C63F2A05-EA60-4DEC-9CE2-008B4422AD98}" srcOrd="2" destOrd="0" presId="urn:microsoft.com/office/officeart/2018/5/layout/CenteredIconLabelDescriptionList"/>
    <dgm:cxn modelId="{F8865FD1-6EAE-4DD1-A226-0C27AE7AE45C}" type="presParOf" srcId="{C63F2A05-EA60-4DEC-9CE2-008B4422AD98}" destId="{F01EF02E-9FE7-467E-86F6-FB7874E8FFFF}" srcOrd="0" destOrd="0" presId="urn:microsoft.com/office/officeart/2018/5/layout/CenteredIconLabelDescriptionList"/>
    <dgm:cxn modelId="{5F7ADAC0-07BC-44AB-8C13-6D0593B3ACB0}" type="presParOf" srcId="{C63F2A05-EA60-4DEC-9CE2-008B4422AD98}" destId="{377229B9-E43F-4ED8-B2D3-577073750B78}" srcOrd="1" destOrd="0" presId="urn:microsoft.com/office/officeart/2018/5/layout/CenteredIconLabelDescriptionList"/>
    <dgm:cxn modelId="{DC45424A-73EB-4F23-85F2-FD2B23DABB10}" type="presParOf" srcId="{C63F2A05-EA60-4DEC-9CE2-008B4422AD98}" destId="{3B9B2808-C404-4766-A7BE-FE5C19A4219F}" srcOrd="2" destOrd="0" presId="urn:microsoft.com/office/officeart/2018/5/layout/CenteredIconLabelDescriptionList"/>
    <dgm:cxn modelId="{E0ED1E8B-6B83-4076-A868-81DD0F4873F9}" type="presParOf" srcId="{C63F2A05-EA60-4DEC-9CE2-008B4422AD98}" destId="{7CDBB54B-E991-4954-8BFC-48C119C587BF}" srcOrd="3" destOrd="0" presId="urn:microsoft.com/office/officeart/2018/5/layout/CenteredIconLabelDescriptionList"/>
    <dgm:cxn modelId="{50F72391-7913-4864-9F63-D65DE942D23E}" type="presParOf" srcId="{C63F2A05-EA60-4DEC-9CE2-008B4422AD98}" destId="{C9BC0210-8C7D-4951-9DC8-63051B2BC305}" srcOrd="4" destOrd="0" presId="urn:microsoft.com/office/officeart/2018/5/layout/CenteredIconLabelDescriptionList"/>
    <dgm:cxn modelId="{C0E84AB1-757B-4F02-824C-797DCBE00BB2}" type="presParOf" srcId="{4E41BC24-3DE4-4E53-94A4-B85B364E4456}" destId="{06C038A1-968F-416A-9C71-DA974592EF97}" srcOrd="3" destOrd="0" presId="urn:microsoft.com/office/officeart/2018/5/layout/CenteredIconLabelDescriptionList"/>
    <dgm:cxn modelId="{3FC42116-A0BC-4A11-AF2F-956689B8B051}" type="presParOf" srcId="{4E41BC24-3DE4-4E53-94A4-B85B364E4456}" destId="{9EF64B6D-C1CB-471F-B570-8947C5BB541C}" srcOrd="4" destOrd="0" presId="urn:microsoft.com/office/officeart/2018/5/layout/CenteredIconLabelDescriptionList"/>
    <dgm:cxn modelId="{26CADD0A-1DFC-4533-BC20-BD67F0CB47EA}" type="presParOf" srcId="{9EF64B6D-C1CB-471F-B570-8947C5BB541C}" destId="{5071A861-BE2B-4779-8578-0881E2B529BC}" srcOrd="0" destOrd="0" presId="urn:microsoft.com/office/officeart/2018/5/layout/CenteredIconLabelDescriptionList"/>
    <dgm:cxn modelId="{124AEEC8-F90F-4BCF-A08B-804D648EB8BA}" type="presParOf" srcId="{9EF64B6D-C1CB-471F-B570-8947C5BB541C}" destId="{61F6309A-573E-42B5-9F3F-399CCEE3B99A}" srcOrd="1" destOrd="0" presId="urn:microsoft.com/office/officeart/2018/5/layout/CenteredIconLabelDescriptionList"/>
    <dgm:cxn modelId="{ED5C547E-FA0F-4F4C-AF5A-77C46F3F254C}" type="presParOf" srcId="{9EF64B6D-C1CB-471F-B570-8947C5BB541C}" destId="{91F35BA3-4D0B-46F0-B9FD-58E78DD79FAD}" srcOrd="2" destOrd="0" presId="urn:microsoft.com/office/officeart/2018/5/layout/CenteredIconLabelDescriptionList"/>
    <dgm:cxn modelId="{FC275B00-EBB2-4C64-A374-8649309240D3}" type="presParOf" srcId="{9EF64B6D-C1CB-471F-B570-8947C5BB541C}" destId="{F62B051E-16BF-41FA-A5B0-C1B018BDD6A2}" srcOrd="3" destOrd="0" presId="urn:microsoft.com/office/officeart/2018/5/layout/CenteredIconLabelDescriptionList"/>
    <dgm:cxn modelId="{133D5A9D-6D1D-4481-8D7D-4F6EA5B78C49}" type="presParOf" srcId="{9EF64B6D-C1CB-471F-B570-8947C5BB541C}" destId="{C0B45D08-CD12-4F88-8064-48E9C989F5EA}" srcOrd="4" destOrd="0" presId="urn:microsoft.com/office/officeart/2018/5/layout/CenteredIconLabelDescriptionList"/>
    <dgm:cxn modelId="{FD30E135-A41E-417D-872A-DD3D036029A5}" type="presParOf" srcId="{4E41BC24-3DE4-4E53-94A4-B85B364E4456}" destId="{1432897C-8D45-4CE7-8EB8-71EE28A5528E}" srcOrd="5" destOrd="0" presId="urn:microsoft.com/office/officeart/2018/5/layout/CenteredIconLabelDescriptionList"/>
    <dgm:cxn modelId="{08AB4F3C-0F3F-4CCA-B45B-9E0B4A76DD2B}" type="presParOf" srcId="{4E41BC24-3DE4-4E53-94A4-B85B364E4456}" destId="{62AA1035-4F38-4028-99B6-ABD911141056}" srcOrd="6" destOrd="0" presId="urn:microsoft.com/office/officeart/2018/5/layout/CenteredIconLabelDescriptionList"/>
    <dgm:cxn modelId="{0930B144-772F-4601-8771-3F9C7D335B23}" type="presParOf" srcId="{62AA1035-4F38-4028-99B6-ABD911141056}" destId="{6754D375-D8B9-436F-AD7C-3B8955375F9C}" srcOrd="0" destOrd="0" presId="urn:microsoft.com/office/officeart/2018/5/layout/CenteredIconLabelDescriptionList"/>
    <dgm:cxn modelId="{4F99B2F1-EA9D-46C1-BF41-363062576BE8}" type="presParOf" srcId="{62AA1035-4F38-4028-99B6-ABD911141056}" destId="{70210AA4-29C9-4F71-AB32-C60F7D58E6F5}" srcOrd="1" destOrd="0" presId="urn:microsoft.com/office/officeart/2018/5/layout/CenteredIconLabelDescriptionList"/>
    <dgm:cxn modelId="{4546EE84-2CBA-4394-A997-A107AA63EDBB}" type="presParOf" srcId="{62AA1035-4F38-4028-99B6-ABD911141056}" destId="{3B677365-82FB-42DF-9AE5-D008FF734F32}" srcOrd="2" destOrd="0" presId="urn:microsoft.com/office/officeart/2018/5/layout/CenteredIconLabelDescriptionList"/>
    <dgm:cxn modelId="{8EB1D79C-6E15-43D5-B9E8-A1ED267664F3}" type="presParOf" srcId="{62AA1035-4F38-4028-99B6-ABD911141056}" destId="{E3E00C94-6BDE-4E85-B301-9141690A53AE}" srcOrd="3" destOrd="0" presId="urn:microsoft.com/office/officeart/2018/5/layout/CenteredIconLabelDescriptionList"/>
    <dgm:cxn modelId="{D51DE50E-1AE8-4898-9C66-04FA72162ACB}" type="presParOf" srcId="{62AA1035-4F38-4028-99B6-ABD911141056}" destId="{69871A6D-EE61-4565-8CCE-605212B13D7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D6578FE-AC12-4C2E-A110-04E0BFDE9AB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69556F09-86FE-451F-86C5-CE1DFEF0F0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Node</a:t>
          </a:r>
          <a:endParaRPr lang="en-US"/>
        </a:p>
      </dgm:t>
    </dgm:pt>
    <dgm:pt modelId="{2351EF76-6B36-444F-8779-2C001A799F8A}" type="parTrans" cxnId="{CF618F2B-5B07-4F32-85C5-688548C0717F}">
      <dgm:prSet/>
      <dgm:spPr/>
      <dgm:t>
        <a:bodyPr/>
        <a:lstStyle/>
        <a:p>
          <a:endParaRPr lang="en-US" sz="2800"/>
        </a:p>
      </dgm:t>
    </dgm:pt>
    <dgm:pt modelId="{4467EF07-66B1-4F1B-96FB-17289ED8DB67}" type="sibTrans" cxnId="{CF618F2B-5B07-4F32-85C5-688548C0717F}">
      <dgm:prSet/>
      <dgm:spPr/>
      <dgm:t>
        <a:bodyPr/>
        <a:lstStyle/>
        <a:p>
          <a:endParaRPr lang="en-US"/>
        </a:p>
      </dgm:t>
    </dgm:pt>
    <dgm:pt modelId="{B58E6F09-1A17-4EDA-97C0-C5AE0C787D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Bitcoin’s peer-to-peer network</a:t>
          </a:r>
        </a:p>
      </dgm:t>
    </dgm:pt>
    <dgm:pt modelId="{84A6A707-C15C-4497-AA63-20F1E0F6C356}" type="parTrans" cxnId="{8DB2D344-0A10-4BB5-921C-BCCB3AEF40CB}">
      <dgm:prSet/>
      <dgm:spPr/>
      <dgm:t>
        <a:bodyPr/>
        <a:lstStyle/>
        <a:p>
          <a:endParaRPr lang="en-US" sz="2800"/>
        </a:p>
      </dgm:t>
    </dgm:pt>
    <dgm:pt modelId="{FBF5A0A1-E53E-4D47-A7E8-F165DDC735A7}" type="sibTrans" cxnId="{8DB2D344-0A10-4BB5-921C-BCCB3AEF40CB}">
      <dgm:prSet/>
      <dgm:spPr/>
      <dgm:t>
        <a:bodyPr/>
        <a:lstStyle/>
        <a:p>
          <a:endParaRPr lang="en-US"/>
        </a:p>
      </dgm:t>
    </dgm:pt>
    <dgm:pt modelId="{B83DF877-723C-4B2D-8CFD-660D2C02E2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authoritative view </a:t>
          </a:r>
        </a:p>
      </dgm:t>
    </dgm:pt>
    <dgm:pt modelId="{6AF46064-3FA7-4C62-AF8B-F9CCFEC13E93}" type="parTrans" cxnId="{0AC48192-856A-4C8D-803E-FA372D02AC27}">
      <dgm:prSet/>
      <dgm:spPr/>
      <dgm:t>
        <a:bodyPr/>
        <a:lstStyle/>
        <a:p>
          <a:endParaRPr lang="en-US" sz="2800"/>
        </a:p>
      </dgm:t>
    </dgm:pt>
    <dgm:pt modelId="{CE5492A3-9212-44DB-939D-9044627AF397}" type="sibTrans" cxnId="{0AC48192-856A-4C8D-803E-FA372D02AC27}">
      <dgm:prSet/>
      <dgm:spPr/>
      <dgm:t>
        <a:bodyPr/>
        <a:lstStyle/>
        <a:p>
          <a:endParaRPr lang="en-US"/>
        </a:p>
      </dgm:t>
    </dgm:pt>
    <dgm:pt modelId="{E415F223-D0BB-43FD-8505-3D7B89325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composed of network “nodes,” </a:t>
          </a:r>
        </a:p>
      </dgm:t>
    </dgm:pt>
    <dgm:pt modelId="{E4F899B2-19D5-499B-8F3F-FAED777E06E5}" type="parTrans" cxnId="{4F398097-F02F-40B6-99E9-0CED1B2B8C64}">
      <dgm:prSet/>
      <dgm:spPr/>
      <dgm:t>
        <a:bodyPr/>
        <a:lstStyle/>
        <a:p>
          <a:endParaRPr lang="tr-TR"/>
        </a:p>
      </dgm:t>
    </dgm:pt>
    <dgm:pt modelId="{E9789185-662E-4B7F-AF83-E3147590E93B}" type="sibTrans" cxnId="{4F398097-F02F-40B6-99E9-0CED1B2B8C64}">
      <dgm:prSet/>
      <dgm:spPr/>
      <dgm:t>
        <a:bodyPr/>
        <a:lstStyle/>
        <a:p>
          <a:endParaRPr lang="en-US"/>
        </a:p>
      </dgm:t>
    </dgm:pt>
    <dgm:pt modelId="{BE983495-EBD5-4A45-A527-1A63C4F78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direct and authoritative view</a:t>
          </a:r>
        </a:p>
      </dgm:t>
    </dgm:pt>
    <dgm:pt modelId="{2D1652C2-9BAE-4CB6-BEF3-286D51C70058}" type="parTrans" cxnId="{B5DA2373-50DA-456A-A7C9-429A2C1108B7}">
      <dgm:prSet/>
      <dgm:spPr/>
      <dgm:t>
        <a:bodyPr/>
        <a:lstStyle/>
        <a:p>
          <a:endParaRPr lang="tr-TR"/>
        </a:p>
      </dgm:t>
    </dgm:pt>
    <dgm:pt modelId="{846E0979-A95B-42B9-8F78-DAD63D6AEC4D}" type="sibTrans" cxnId="{B5DA2373-50DA-456A-A7C9-429A2C1108B7}">
      <dgm:prSet/>
      <dgm:spPr/>
      <dgm:t>
        <a:bodyPr/>
        <a:lstStyle/>
        <a:p>
          <a:endParaRPr lang="tr-TR"/>
        </a:p>
      </dgm:t>
    </dgm:pt>
    <dgm:pt modelId="{5F8627CA-18CB-40B4-9272-7974725C7A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local</a:t>
          </a:r>
          <a:r>
            <a:rPr lang="tr-TR"/>
            <a:t> </a:t>
          </a:r>
          <a:r>
            <a:rPr lang="en-US"/>
            <a:t>copy of</a:t>
          </a:r>
        </a:p>
      </dgm:t>
    </dgm:pt>
    <dgm:pt modelId="{B63BD22B-78C7-4F06-9F8D-D48EAB41EEE7}" type="parTrans" cxnId="{38C34AB2-16A4-4098-A8A8-FB6F64C3086D}">
      <dgm:prSet/>
      <dgm:spPr/>
      <dgm:t>
        <a:bodyPr/>
        <a:lstStyle/>
        <a:p>
          <a:endParaRPr lang="tr-TR"/>
        </a:p>
      </dgm:t>
    </dgm:pt>
    <dgm:pt modelId="{48B941D4-B3FA-4E70-BF40-981064FBA6BA}" type="sibTrans" cxnId="{38C34AB2-16A4-4098-A8A8-FB6F64C3086D}">
      <dgm:prSet/>
      <dgm:spPr/>
      <dgm:t>
        <a:bodyPr/>
        <a:lstStyle/>
        <a:p>
          <a:endParaRPr lang="tr-TR"/>
        </a:p>
      </dgm:t>
    </dgm:pt>
    <dgm:pt modelId="{F150891A-BA0B-4E79-955E-3AAA3B7729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independently validated by their own system.</a:t>
          </a:r>
        </a:p>
      </dgm:t>
    </dgm:pt>
    <dgm:pt modelId="{B1BFC8CC-75FA-4D2E-9712-7DDD5E49D157}" type="parTrans" cxnId="{A86A34F8-8973-498F-893F-3AFF9119F9F0}">
      <dgm:prSet/>
      <dgm:spPr/>
      <dgm:t>
        <a:bodyPr/>
        <a:lstStyle/>
        <a:p>
          <a:endParaRPr lang="tr-TR"/>
        </a:p>
      </dgm:t>
    </dgm:pt>
    <dgm:pt modelId="{8B5A0CE5-BDEB-441E-B2F9-CB4D2A0289F6}" type="sibTrans" cxnId="{A86A34F8-8973-498F-893F-3AFF9119F9F0}">
      <dgm:prSet/>
      <dgm:spPr/>
      <dgm:t>
        <a:bodyPr/>
        <a:lstStyle/>
        <a:p>
          <a:endParaRPr lang="tr-TR"/>
        </a:p>
      </dgm:t>
    </dgm:pt>
    <dgm:pt modelId="{E583EE1A-209F-4B1E-9A3B-9FBA551C7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the bitcoin blockchain</a:t>
          </a:r>
        </a:p>
      </dgm:t>
    </dgm:pt>
    <dgm:pt modelId="{5115B305-40EE-4A53-AB27-5777C1566AD1}" type="parTrans" cxnId="{D1C85299-8A8F-4164-9149-6FB5CC5E1877}">
      <dgm:prSet/>
      <dgm:spPr/>
      <dgm:t>
        <a:bodyPr/>
        <a:lstStyle/>
        <a:p>
          <a:endParaRPr lang="tr-TR"/>
        </a:p>
      </dgm:t>
    </dgm:pt>
    <dgm:pt modelId="{E7CEAD19-30D2-435D-9627-CB44DB15AC71}" type="sibTrans" cxnId="{D1C85299-8A8F-4164-9149-6FB5CC5E1877}">
      <dgm:prSet/>
      <dgm:spPr/>
      <dgm:t>
        <a:bodyPr/>
        <a:lstStyle/>
        <a:p>
          <a:endParaRPr lang="en-US"/>
        </a:p>
      </dgm:t>
    </dgm:pt>
    <dgm:pt modelId="{2A413E77-99E0-44CB-8A6F-AACA2AD941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Transactions</a:t>
          </a:r>
          <a:endParaRPr lang="en-US"/>
        </a:p>
      </dgm:t>
    </dgm:pt>
    <dgm:pt modelId="{79D720BD-B9C4-4519-BB38-EEF57E084E3D}" type="parTrans" cxnId="{61BFE2F7-F28B-4604-BCEA-3BFFDC870B09}">
      <dgm:prSet/>
      <dgm:spPr/>
      <dgm:t>
        <a:bodyPr/>
        <a:lstStyle/>
        <a:p>
          <a:endParaRPr lang="tr-TR"/>
        </a:p>
      </dgm:t>
    </dgm:pt>
    <dgm:pt modelId="{5F757617-6B58-44F6-A654-7FBC5CFC14BD}" type="sibTrans" cxnId="{61BFE2F7-F28B-4604-BCEA-3BFFDC870B09}">
      <dgm:prSet/>
      <dgm:spPr/>
      <dgm:t>
        <a:bodyPr/>
        <a:lstStyle/>
        <a:p>
          <a:endParaRPr lang="en-US"/>
        </a:p>
      </dgm:t>
    </dgm:pt>
    <dgm:pt modelId="{E757A06D-39E0-43F3-B056-CC9D831158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the transactions</a:t>
          </a:r>
        </a:p>
      </dgm:t>
    </dgm:pt>
    <dgm:pt modelId="{AE9F4902-7928-4017-AB6E-1D19BBA55771}" type="parTrans" cxnId="{0007CC0E-C7DC-4608-A5E1-717BA19F0806}">
      <dgm:prSet/>
      <dgm:spPr/>
      <dgm:t>
        <a:bodyPr/>
        <a:lstStyle/>
        <a:p>
          <a:endParaRPr lang="tr-TR"/>
        </a:p>
      </dgm:t>
    </dgm:pt>
    <dgm:pt modelId="{A68EC3AA-C3F5-45B4-B10B-4EBFCE1B4BF5}" type="sibTrans" cxnId="{0007CC0E-C7DC-4608-A5E1-717BA19F0806}">
      <dgm:prSet/>
      <dgm:spPr/>
      <dgm:t>
        <a:bodyPr/>
        <a:lstStyle/>
        <a:p>
          <a:endParaRPr lang="en-US"/>
        </a:p>
      </dgm:t>
    </dgm:pt>
    <dgm:pt modelId="{8977C344-07C7-4D5B-9624-90187BBE2B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Independent validation</a:t>
          </a:r>
          <a:endParaRPr lang="en-US"/>
        </a:p>
      </dgm:t>
    </dgm:pt>
    <dgm:pt modelId="{910DAF9C-1DCE-4AB1-A206-71709B87DBC4}" type="parTrans" cxnId="{1CDB91B0-D0E5-492D-8B70-F2580387A97D}">
      <dgm:prSet/>
      <dgm:spPr/>
      <dgm:t>
        <a:bodyPr/>
        <a:lstStyle/>
        <a:p>
          <a:endParaRPr lang="tr-TR"/>
        </a:p>
      </dgm:t>
    </dgm:pt>
    <dgm:pt modelId="{F08EC775-E1FD-4F93-B306-56903A792190}" type="sibTrans" cxnId="{1CDB91B0-D0E5-492D-8B70-F2580387A97D}">
      <dgm:prSet/>
      <dgm:spPr/>
      <dgm:t>
        <a:bodyPr/>
        <a:lstStyle/>
        <a:p>
          <a:endParaRPr lang="en-US"/>
        </a:p>
      </dgm:t>
    </dgm:pt>
    <dgm:pt modelId="{00225BC4-D1F5-4B33-BC3A-5046325D798F}" type="pres">
      <dgm:prSet presAssocID="{3D6578FE-AC12-4C2E-A110-04E0BFDE9ABE}" presName="root" presStyleCnt="0">
        <dgm:presLayoutVars>
          <dgm:dir/>
          <dgm:resizeHandles val="exact"/>
        </dgm:presLayoutVars>
      </dgm:prSet>
      <dgm:spPr/>
    </dgm:pt>
    <dgm:pt modelId="{51CAC38A-C47D-4DEA-9335-B04603AEED42}" type="pres">
      <dgm:prSet presAssocID="{69556F09-86FE-451F-86C5-CE1DFEF0F0DB}" presName="compNode" presStyleCnt="0"/>
      <dgm:spPr/>
    </dgm:pt>
    <dgm:pt modelId="{F9A66D4A-488B-4CAE-B7DE-FBB676FCC260}" type="pres">
      <dgm:prSet presAssocID="{69556F09-86FE-451F-86C5-CE1DFEF0F0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158E6826-0AC7-4712-8045-B030CF7F844F}" type="pres">
      <dgm:prSet presAssocID="{69556F09-86FE-451F-86C5-CE1DFEF0F0DB}" presName="iconSpace" presStyleCnt="0"/>
      <dgm:spPr/>
    </dgm:pt>
    <dgm:pt modelId="{C98B443C-999C-4DA7-8988-2CE2BA0CC3A9}" type="pres">
      <dgm:prSet presAssocID="{69556F09-86FE-451F-86C5-CE1DFEF0F0DB}" presName="parTx" presStyleLbl="revTx" presStyleIdx="0" presStyleCnt="8">
        <dgm:presLayoutVars>
          <dgm:chMax val="0"/>
          <dgm:chPref val="0"/>
        </dgm:presLayoutVars>
      </dgm:prSet>
      <dgm:spPr/>
    </dgm:pt>
    <dgm:pt modelId="{F56F984A-9AA6-417A-9E09-83CA4D588943}" type="pres">
      <dgm:prSet presAssocID="{69556F09-86FE-451F-86C5-CE1DFEF0F0DB}" presName="txSpace" presStyleCnt="0"/>
      <dgm:spPr/>
    </dgm:pt>
    <dgm:pt modelId="{3D46315B-18D1-4894-8B78-1553F10B9289}" type="pres">
      <dgm:prSet presAssocID="{69556F09-86FE-451F-86C5-CE1DFEF0F0DB}" presName="desTx" presStyleLbl="revTx" presStyleIdx="1" presStyleCnt="8">
        <dgm:presLayoutVars/>
      </dgm:prSet>
      <dgm:spPr/>
    </dgm:pt>
    <dgm:pt modelId="{2C5E1B0E-8FC9-4A8C-923A-7F31626B41AE}" type="pres">
      <dgm:prSet presAssocID="{4467EF07-66B1-4F1B-96FB-17289ED8DB67}" presName="sibTrans" presStyleCnt="0"/>
      <dgm:spPr/>
    </dgm:pt>
    <dgm:pt modelId="{EE4787FC-F5FF-4B32-A676-19211478B50E}" type="pres">
      <dgm:prSet presAssocID="{B83DF877-723C-4B2D-8CFD-660D2C02E2E7}" presName="compNode" presStyleCnt="0"/>
      <dgm:spPr/>
    </dgm:pt>
    <dgm:pt modelId="{5CA1A649-8EBA-46E5-91AB-4AF349059B61}" type="pres">
      <dgm:prSet presAssocID="{B83DF877-723C-4B2D-8CFD-660D2C02E2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8DD3BA4-C6ED-48E3-B35D-18D06EA8548D}" type="pres">
      <dgm:prSet presAssocID="{B83DF877-723C-4B2D-8CFD-660D2C02E2E7}" presName="iconSpace" presStyleCnt="0"/>
      <dgm:spPr/>
    </dgm:pt>
    <dgm:pt modelId="{55A770EF-8A91-448F-8DAD-A5AECEB2DA23}" type="pres">
      <dgm:prSet presAssocID="{B83DF877-723C-4B2D-8CFD-660D2C02E2E7}" presName="parTx" presStyleLbl="revTx" presStyleIdx="2" presStyleCnt="8">
        <dgm:presLayoutVars>
          <dgm:chMax val="0"/>
          <dgm:chPref val="0"/>
        </dgm:presLayoutVars>
      </dgm:prSet>
      <dgm:spPr/>
    </dgm:pt>
    <dgm:pt modelId="{C28125C3-C664-4D99-8A10-E61785ED47DF}" type="pres">
      <dgm:prSet presAssocID="{B83DF877-723C-4B2D-8CFD-660D2C02E2E7}" presName="txSpace" presStyleCnt="0"/>
      <dgm:spPr/>
    </dgm:pt>
    <dgm:pt modelId="{0110AFB4-0A39-40EA-8163-43682C7B5889}" type="pres">
      <dgm:prSet presAssocID="{B83DF877-723C-4B2D-8CFD-660D2C02E2E7}" presName="desTx" presStyleLbl="revTx" presStyleIdx="3" presStyleCnt="8">
        <dgm:presLayoutVars/>
      </dgm:prSet>
      <dgm:spPr/>
    </dgm:pt>
    <dgm:pt modelId="{7513B425-03C1-4C9F-9A4F-106519C3301C}" type="pres">
      <dgm:prSet presAssocID="{CE5492A3-9212-44DB-939D-9044627AF397}" presName="sibTrans" presStyleCnt="0"/>
      <dgm:spPr/>
    </dgm:pt>
    <dgm:pt modelId="{EA214B57-CC13-4DBC-9CF6-F80DB329BDE2}" type="pres">
      <dgm:prSet presAssocID="{2A413E77-99E0-44CB-8A6F-AACA2AD9415C}" presName="compNode" presStyleCnt="0"/>
      <dgm:spPr/>
    </dgm:pt>
    <dgm:pt modelId="{0BEE6627-D709-48B9-B101-69EDBC26B1CF}" type="pres">
      <dgm:prSet presAssocID="{2A413E77-99E0-44CB-8A6F-AACA2AD941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916CA0F2-DE0B-4EDB-91C8-8A9B13B13573}" type="pres">
      <dgm:prSet presAssocID="{2A413E77-99E0-44CB-8A6F-AACA2AD9415C}" presName="iconSpace" presStyleCnt="0"/>
      <dgm:spPr/>
    </dgm:pt>
    <dgm:pt modelId="{D0BE9EB7-CDD0-4513-8FB2-AFEAA1498D2A}" type="pres">
      <dgm:prSet presAssocID="{2A413E77-99E0-44CB-8A6F-AACA2AD9415C}" presName="parTx" presStyleLbl="revTx" presStyleIdx="4" presStyleCnt="8">
        <dgm:presLayoutVars>
          <dgm:chMax val="0"/>
          <dgm:chPref val="0"/>
        </dgm:presLayoutVars>
      </dgm:prSet>
      <dgm:spPr/>
    </dgm:pt>
    <dgm:pt modelId="{21DD8111-0064-403B-9192-A5990E0257FF}" type="pres">
      <dgm:prSet presAssocID="{2A413E77-99E0-44CB-8A6F-AACA2AD9415C}" presName="txSpace" presStyleCnt="0"/>
      <dgm:spPr/>
    </dgm:pt>
    <dgm:pt modelId="{536F7C9F-C463-49CF-928B-CA2CA4D5F699}" type="pres">
      <dgm:prSet presAssocID="{2A413E77-99E0-44CB-8A6F-AACA2AD9415C}" presName="desTx" presStyleLbl="revTx" presStyleIdx="5" presStyleCnt="8">
        <dgm:presLayoutVars/>
      </dgm:prSet>
      <dgm:spPr/>
    </dgm:pt>
    <dgm:pt modelId="{B98448D0-3F7C-4FDA-A107-AE936F206354}" type="pres">
      <dgm:prSet presAssocID="{5F757617-6B58-44F6-A654-7FBC5CFC14BD}" presName="sibTrans" presStyleCnt="0"/>
      <dgm:spPr/>
    </dgm:pt>
    <dgm:pt modelId="{2C790CC9-4725-4539-B740-641329C02743}" type="pres">
      <dgm:prSet presAssocID="{8977C344-07C7-4D5B-9624-90187BBE2B0F}" presName="compNode" presStyleCnt="0"/>
      <dgm:spPr/>
    </dgm:pt>
    <dgm:pt modelId="{C403676E-E054-485E-863E-AC3382D49967}" type="pres">
      <dgm:prSet presAssocID="{8977C344-07C7-4D5B-9624-90187BBE2B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431B247-1FDE-44A5-AA44-2093B879ABC7}" type="pres">
      <dgm:prSet presAssocID="{8977C344-07C7-4D5B-9624-90187BBE2B0F}" presName="iconSpace" presStyleCnt="0"/>
      <dgm:spPr/>
    </dgm:pt>
    <dgm:pt modelId="{C706DE30-8199-4F9F-A7AA-3E575D265839}" type="pres">
      <dgm:prSet presAssocID="{8977C344-07C7-4D5B-9624-90187BBE2B0F}" presName="parTx" presStyleLbl="revTx" presStyleIdx="6" presStyleCnt="8">
        <dgm:presLayoutVars>
          <dgm:chMax val="0"/>
          <dgm:chPref val="0"/>
        </dgm:presLayoutVars>
      </dgm:prSet>
      <dgm:spPr/>
    </dgm:pt>
    <dgm:pt modelId="{7EB0E95D-F5AF-478F-8803-41C8CAAD1ED4}" type="pres">
      <dgm:prSet presAssocID="{8977C344-07C7-4D5B-9624-90187BBE2B0F}" presName="txSpace" presStyleCnt="0"/>
      <dgm:spPr/>
    </dgm:pt>
    <dgm:pt modelId="{E3CD5FBD-3487-4617-9717-7CE91CDE3137}" type="pres">
      <dgm:prSet presAssocID="{8977C344-07C7-4D5B-9624-90187BBE2B0F}" presName="desTx" presStyleLbl="revTx" presStyleIdx="7" presStyleCnt="8">
        <dgm:presLayoutVars/>
      </dgm:prSet>
      <dgm:spPr/>
    </dgm:pt>
  </dgm:ptLst>
  <dgm:cxnLst>
    <dgm:cxn modelId="{F4977400-0115-4DD8-B26A-0163D85BFC19}" type="presOf" srcId="{5F8627CA-18CB-40B4-9272-7974725C7A45}" destId="{536F7C9F-C463-49CF-928B-CA2CA4D5F699}" srcOrd="0" destOrd="0" presId="urn:microsoft.com/office/officeart/2018/5/layout/CenteredIconLabelDescriptionList"/>
    <dgm:cxn modelId="{0007CC0E-C7DC-4608-A5E1-717BA19F0806}" srcId="{2A413E77-99E0-44CB-8A6F-AACA2AD9415C}" destId="{E757A06D-39E0-43F3-B056-CC9D831158C4}" srcOrd="1" destOrd="0" parTransId="{AE9F4902-7928-4017-AB6E-1D19BBA55771}" sibTransId="{A68EC3AA-C3F5-45B4-B10B-4EBFCE1B4BF5}"/>
    <dgm:cxn modelId="{BB544B16-530F-4AB4-A523-41CBBD1376F5}" type="presOf" srcId="{3D6578FE-AC12-4C2E-A110-04E0BFDE9ABE}" destId="{00225BC4-D1F5-4B33-BC3A-5046325D798F}" srcOrd="0" destOrd="0" presId="urn:microsoft.com/office/officeart/2018/5/layout/CenteredIconLabelDescriptionList"/>
    <dgm:cxn modelId="{CF618F2B-5B07-4F32-85C5-688548C0717F}" srcId="{3D6578FE-AC12-4C2E-A110-04E0BFDE9ABE}" destId="{69556F09-86FE-451F-86C5-CE1DFEF0F0DB}" srcOrd="0" destOrd="0" parTransId="{2351EF76-6B36-444F-8779-2C001A799F8A}" sibTransId="{4467EF07-66B1-4F1B-96FB-17289ED8DB67}"/>
    <dgm:cxn modelId="{61BBBC38-135B-4BEC-AB3E-C43B3342493D}" type="presOf" srcId="{2A413E77-99E0-44CB-8A6F-AACA2AD9415C}" destId="{D0BE9EB7-CDD0-4513-8FB2-AFEAA1498D2A}" srcOrd="0" destOrd="0" presId="urn:microsoft.com/office/officeart/2018/5/layout/CenteredIconLabelDescriptionList"/>
    <dgm:cxn modelId="{645C853F-39E3-4A82-8D1D-AB6FD62196BA}" type="presOf" srcId="{8977C344-07C7-4D5B-9624-90187BBE2B0F}" destId="{C706DE30-8199-4F9F-A7AA-3E575D265839}" srcOrd="0" destOrd="0" presId="urn:microsoft.com/office/officeart/2018/5/layout/CenteredIconLabelDescriptionList"/>
    <dgm:cxn modelId="{8DB2D344-0A10-4BB5-921C-BCCB3AEF40CB}" srcId="{69556F09-86FE-451F-86C5-CE1DFEF0F0DB}" destId="{B58E6F09-1A17-4EDA-97C0-C5AE0C787D39}" srcOrd="0" destOrd="0" parTransId="{84A6A707-C15C-4497-AA63-20F1E0F6C356}" sibTransId="{FBF5A0A1-E53E-4D47-A7E8-F165DDC735A7}"/>
    <dgm:cxn modelId="{E7BB1C72-7DC8-44A0-A718-B7C9C09FDA79}" type="presOf" srcId="{B58E6F09-1A17-4EDA-97C0-C5AE0C787D39}" destId="{3D46315B-18D1-4894-8B78-1553F10B9289}" srcOrd="0" destOrd="0" presId="urn:microsoft.com/office/officeart/2018/5/layout/CenteredIconLabelDescriptionList"/>
    <dgm:cxn modelId="{DFEB1E73-6083-4241-BDAF-1C3A57DC2D55}" type="presOf" srcId="{E757A06D-39E0-43F3-B056-CC9D831158C4}" destId="{536F7C9F-C463-49CF-928B-CA2CA4D5F699}" srcOrd="0" destOrd="1" presId="urn:microsoft.com/office/officeart/2018/5/layout/CenteredIconLabelDescriptionList"/>
    <dgm:cxn modelId="{B5DA2373-50DA-456A-A7C9-429A2C1108B7}" srcId="{B83DF877-723C-4B2D-8CFD-660D2C02E2E7}" destId="{BE983495-EBD5-4A45-A527-1A63C4F782B7}" srcOrd="0" destOrd="0" parTransId="{2D1652C2-9BAE-4CB6-BEF3-286D51C70058}" sibTransId="{846E0979-A95B-42B9-8F78-DAD63D6AEC4D}"/>
    <dgm:cxn modelId="{946FEE82-55E4-4B87-8211-FB84CC1CDA0E}" type="presOf" srcId="{E583EE1A-209F-4B1E-9A3B-9FBA551C742C}" destId="{0110AFB4-0A39-40EA-8163-43682C7B5889}" srcOrd="0" destOrd="1" presId="urn:microsoft.com/office/officeart/2018/5/layout/CenteredIconLabelDescriptionList"/>
    <dgm:cxn modelId="{F5D35E88-F3AF-4144-B5D1-9086FA888739}" type="presOf" srcId="{69556F09-86FE-451F-86C5-CE1DFEF0F0DB}" destId="{C98B443C-999C-4DA7-8988-2CE2BA0CC3A9}" srcOrd="0" destOrd="0" presId="urn:microsoft.com/office/officeart/2018/5/layout/CenteredIconLabelDescriptionList"/>
    <dgm:cxn modelId="{0AC48192-856A-4C8D-803E-FA372D02AC27}" srcId="{3D6578FE-AC12-4C2E-A110-04E0BFDE9ABE}" destId="{B83DF877-723C-4B2D-8CFD-660D2C02E2E7}" srcOrd="1" destOrd="0" parTransId="{6AF46064-3FA7-4C62-AF8B-F9CCFEC13E93}" sibTransId="{CE5492A3-9212-44DB-939D-9044627AF397}"/>
    <dgm:cxn modelId="{4F398097-F02F-40B6-99E9-0CED1B2B8C64}" srcId="{69556F09-86FE-451F-86C5-CE1DFEF0F0DB}" destId="{E415F223-D0BB-43FD-8505-3D7B8932516E}" srcOrd="1" destOrd="0" parTransId="{E4F899B2-19D5-499B-8F3F-FAED777E06E5}" sibTransId="{E9789185-662E-4B7F-AF83-E3147590E93B}"/>
    <dgm:cxn modelId="{D1C85299-8A8F-4164-9149-6FB5CC5E1877}" srcId="{B83DF877-723C-4B2D-8CFD-660D2C02E2E7}" destId="{E583EE1A-209F-4B1E-9A3B-9FBA551C742C}" srcOrd="1" destOrd="0" parTransId="{5115B305-40EE-4A53-AB27-5777C1566AD1}" sibTransId="{E7CEAD19-30D2-435D-9627-CB44DB15AC71}"/>
    <dgm:cxn modelId="{55FDF29B-7A26-4B5E-8C0B-F3B6D16A143F}" type="presOf" srcId="{E415F223-D0BB-43FD-8505-3D7B8932516E}" destId="{3D46315B-18D1-4894-8B78-1553F10B9289}" srcOrd="0" destOrd="1" presId="urn:microsoft.com/office/officeart/2018/5/layout/CenteredIconLabelDescriptionList"/>
    <dgm:cxn modelId="{CBAAF7AE-3188-4C05-9E94-062239D57D1D}" type="presOf" srcId="{BE983495-EBD5-4A45-A527-1A63C4F782B7}" destId="{0110AFB4-0A39-40EA-8163-43682C7B5889}" srcOrd="0" destOrd="0" presId="urn:microsoft.com/office/officeart/2018/5/layout/CenteredIconLabelDescriptionList"/>
    <dgm:cxn modelId="{DD9C5EAF-9BA2-415A-AFF0-90E2677172DE}" type="presOf" srcId="{F150891A-BA0B-4E79-955E-3AAA3B772938}" destId="{E3CD5FBD-3487-4617-9717-7CE91CDE3137}" srcOrd="0" destOrd="0" presId="urn:microsoft.com/office/officeart/2018/5/layout/CenteredIconLabelDescriptionList"/>
    <dgm:cxn modelId="{1CDB91B0-D0E5-492D-8B70-F2580387A97D}" srcId="{3D6578FE-AC12-4C2E-A110-04E0BFDE9ABE}" destId="{8977C344-07C7-4D5B-9624-90187BBE2B0F}" srcOrd="3" destOrd="0" parTransId="{910DAF9C-1DCE-4AB1-A206-71709B87DBC4}" sibTransId="{F08EC775-E1FD-4F93-B306-56903A792190}"/>
    <dgm:cxn modelId="{38C34AB2-16A4-4098-A8A8-FB6F64C3086D}" srcId="{2A413E77-99E0-44CB-8A6F-AACA2AD9415C}" destId="{5F8627CA-18CB-40B4-9272-7974725C7A45}" srcOrd="0" destOrd="0" parTransId="{B63BD22B-78C7-4F06-9F8D-D48EAB41EEE7}" sibTransId="{48B941D4-B3FA-4E70-BF40-981064FBA6BA}"/>
    <dgm:cxn modelId="{072A57B3-FDA1-43E5-8913-EFABA9D98021}" type="presOf" srcId="{B83DF877-723C-4B2D-8CFD-660D2C02E2E7}" destId="{55A770EF-8A91-448F-8DAD-A5AECEB2DA23}" srcOrd="0" destOrd="0" presId="urn:microsoft.com/office/officeart/2018/5/layout/CenteredIconLabelDescriptionList"/>
    <dgm:cxn modelId="{61BFE2F7-F28B-4604-BCEA-3BFFDC870B09}" srcId="{3D6578FE-AC12-4C2E-A110-04E0BFDE9ABE}" destId="{2A413E77-99E0-44CB-8A6F-AACA2AD9415C}" srcOrd="2" destOrd="0" parTransId="{79D720BD-B9C4-4519-BB38-EEF57E084E3D}" sibTransId="{5F757617-6B58-44F6-A654-7FBC5CFC14BD}"/>
    <dgm:cxn modelId="{A86A34F8-8973-498F-893F-3AFF9119F9F0}" srcId="{8977C344-07C7-4D5B-9624-90187BBE2B0F}" destId="{F150891A-BA0B-4E79-955E-3AAA3B772938}" srcOrd="0" destOrd="0" parTransId="{B1BFC8CC-75FA-4D2E-9712-7DDD5E49D157}" sibTransId="{8B5A0CE5-BDEB-441E-B2F9-CB4D2A0289F6}"/>
    <dgm:cxn modelId="{27CD95C1-D094-4A44-808A-5DD0DDB92195}" type="presParOf" srcId="{00225BC4-D1F5-4B33-BC3A-5046325D798F}" destId="{51CAC38A-C47D-4DEA-9335-B04603AEED42}" srcOrd="0" destOrd="0" presId="urn:microsoft.com/office/officeart/2018/5/layout/CenteredIconLabelDescriptionList"/>
    <dgm:cxn modelId="{F7731490-A8DD-466A-A842-E7BD34058CA7}" type="presParOf" srcId="{51CAC38A-C47D-4DEA-9335-B04603AEED42}" destId="{F9A66D4A-488B-4CAE-B7DE-FBB676FCC260}" srcOrd="0" destOrd="0" presId="urn:microsoft.com/office/officeart/2018/5/layout/CenteredIconLabelDescriptionList"/>
    <dgm:cxn modelId="{8DFE1C07-27FF-4328-A212-501E400C7301}" type="presParOf" srcId="{51CAC38A-C47D-4DEA-9335-B04603AEED42}" destId="{158E6826-0AC7-4712-8045-B030CF7F844F}" srcOrd="1" destOrd="0" presId="urn:microsoft.com/office/officeart/2018/5/layout/CenteredIconLabelDescriptionList"/>
    <dgm:cxn modelId="{10650035-1C69-459A-8A0F-7EF9CAC6156C}" type="presParOf" srcId="{51CAC38A-C47D-4DEA-9335-B04603AEED42}" destId="{C98B443C-999C-4DA7-8988-2CE2BA0CC3A9}" srcOrd="2" destOrd="0" presId="urn:microsoft.com/office/officeart/2018/5/layout/CenteredIconLabelDescriptionList"/>
    <dgm:cxn modelId="{8842A748-F42F-4078-A382-B58BFE9A445F}" type="presParOf" srcId="{51CAC38A-C47D-4DEA-9335-B04603AEED42}" destId="{F56F984A-9AA6-417A-9E09-83CA4D588943}" srcOrd="3" destOrd="0" presId="urn:microsoft.com/office/officeart/2018/5/layout/CenteredIconLabelDescriptionList"/>
    <dgm:cxn modelId="{95D62EBB-5F13-4A14-847B-2282D62214E9}" type="presParOf" srcId="{51CAC38A-C47D-4DEA-9335-B04603AEED42}" destId="{3D46315B-18D1-4894-8B78-1553F10B9289}" srcOrd="4" destOrd="0" presId="urn:microsoft.com/office/officeart/2018/5/layout/CenteredIconLabelDescriptionList"/>
    <dgm:cxn modelId="{BF11AEE5-7710-4BA0-B01B-83BD77BF8739}" type="presParOf" srcId="{00225BC4-D1F5-4B33-BC3A-5046325D798F}" destId="{2C5E1B0E-8FC9-4A8C-923A-7F31626B41AE}" srcOrd="1" destOrd="0" presId="urn:microsoft.com/office/officeart/2018/5/layout/CenteredIconLabelDescriptionList"/>
    <dgm:cxn modelId="{D3BACDC6-FC47-4E83-9F94-3E0397D13B69}" type="presParOf" srcId="{00225BC4-D1F5-4B33-BC3A-5046325D798F}" destId="{EE4787FC-F5FF-4B32-A676-19211478B50E}" srcOrd="2" destOrd="0" presId="urn:microsoft.com/office/officeart/2018/5/layout/CenteredIconLabelDescriptionList"/>
    <dgm:cxn modelId="{3CC55893-7EC5-4237-A816-8D44DFEB5BB8}" type="presParOf" srcId="{EE4787FC-F5FF-4B32-A676-19211478B50E}" destId="{5CA1A649-8EBA-46E5-91AB-4AF349059B61}" srcOrd="0" destOrd="0" presId="urn:microsoft.com/office/officeart/2018/5/layout/CenteredIconLabelDescriptionList"/>
    <dgm:cxn modelId="{9637CE28-0A57-443C-8F65-DB1C6BD0493B}" type="presParOf" srcId="{EE4787FC-F5FF-4B32-A676-19211478B50E}" destId="{08DD3BA4-C6ED-48E3-B35D-18D06EA8548D}" srcOrd="1" destOrd="0" presId="urn:microsoft.com/office/officeart/2018/5/layout/CenteredIconLabelDescriptionList"/>
    <dgm:cxn modelId="{6070983F-136B-4334-8023-07D2167D7BF5}" type="presParOf" srcId="{EE4787FC-F5FF-4B32-A676-19211478B50E}" destId="{55A770EF-8A91-448F-8DAD-A5AECEB2DA23}" srcOrd="2" destOrd="0" presId="urn:microsoft.com/office/officeart/2018/5/layout/CenteredIconLabelDescriptionList"/>
    <dgm:cxn modelId="{7B535A78-90B9-4EC4-801C-5E3D27906C9A}" type="presParOf" srcId="{EE4787FC-F5FF-4B32-A676-19211478B50E}" destId="{C28125C3-C664-4D99-8A10-E61785ED47DF}" srcOrd="3" destOrd="0" presId="urn:microsoft.com/office/officeart/2018/5/layout/CenteredIconLabelDescriptionList"/>
    <dgm:cxn modelId="{EA56BD9D-F186-4BC6-8B95-4148C5F6200F}" type="presParOf" srcId="{EE4787FC-F5FF-4B32-A676-19211478B50E}" destId="{0110AFB4-0A39-40EA-8163-43682C7B5889}" srcOrd="4" destOrd="0" presId="urn:microsoft.com/office/officeart/2018/5/layout/CenteredIconLabelDescriptionList"/>
    <dgm:cxn modelId="{42DBDC47-33E6-42CF-A5D1-B9EF22C58605}" type="presParOf" srcId="{00225BC4-D1F5-4B33-BC3A-5046325D798F}" destId="{7513B425-03C1-4C9F-9A4F-106519C3301C}" srcOrd="3" destOrd="0" presId="urn:microsoft.com/office/officeart/2018/5/layout/CenteredIconLabelDescriptionList"/>
    <dgm:cxn modelId="{6013A040-0118-48C5-979F-FB1B169565F8}" type="presParOf" srcId="{00225BC4-D1F5-4B33-BC3A-5046325D798F}" destId="{EA214B57-CC13-4DBC-9CF6-F80DB329BDE2}" srcOrd="4" destOrd="0" presId="urn:microsoft.com/office/officeart/2018/5/layout/CenteredIconLabelDescriptionList"/>
    <dgm:cxn modelId="{B789EFBA-9F92-4D88-B795-7D2F36ABA4A3}" type="presParOf" srcId="{EA214B57-CC13-4DBC-9CF6-F80DB329BDE2}" destId="{0BEE6627-D709-48B9-B101-69EDBC26B1CF}" srcOrd="0" destOrd="0" presId="urn:microsoft.com/office/officeart/2018/5/layout/CenteredIconLabelDescriptionList"/>
    <dgm:cxn modelId="{DBE50572-8CE3-4423-8AF0-959997F2E7F2}" type="presParOf" srcId="{EA214B57-CC13-4DBC-9CF6-F80DB329BDE2}" destId="{916CA0F2-DE0B-4EDB-91C8-8A9B13B13573}" srcOrd="1" destOrd="0" presId="urn:microsoft.com/office/officeart/2018/5/layout/CenteredIconLabelDescriptionList"/>
    <dgm:cxn modelId="{2BA011AB-6029-4776-896A-7E5BDFF8FDA8}" type="presParOf" srcId="{EA214B57-CC13-4DBC-9CF6-F80DB329BDE2}" destId="{D0BE9EB7-CDD0-4513-8FB2-AFEAA1498D2A}" srcOrd="2" destOrd="0" presId="urn:microsoft.com/office/officeart/2018/5/layout/CenteredIconLabelDescriptionList"/>
    <dgm:cxn modelId="{866C673B-1994-458D-940F-A8ADD4C898B3}" type="presParOf" srcId="{EA214B57-CC13-4DBC-9CF6-F80DB329BDE2}" destId="{21DD8111-0064-403B-9192-A5990E0257FF}" srcOrd="3" destOrd="0" presId="urn:microsoft.com/office/officeart/2018/5/layout/CenteredIconLabelDescriptionList"/>
    <dgm:cxn modelId="{DCDF625F-AB73-4B3F-8166-CED2D4C8B893}" type="presParOf" srcId="{EA214B57-CC13-4DBC-9CF6-F80DB329BDE2}" destId="{536F7C9F-C463-49CF-928B-CA2CA4D5F699}" srcOrd="4" destOrd="0" presId="urn:microsoft.com/office/officeart/2018/5/layout/CenteredIconLabelDescriptionList"/>
    <dgm:cxn modelId="{56ED0AA5-A256-4F55-A1AB-C82D12CAA867}" type="presParOf" srcId="{00225BC4-D1F5-4B33-BC3A-5046325D798F}" destId="{B98448D0-3F7C-4FDA-A107-AE936F206354}" srcOrd="5" destOrd="0" presId="urn:microsoft.com/office/officeart/2018/5/layout/CenteredIconLabelDescriptionList"/>
    <dgm:cxn modelId="{3DBABCBA-C6B1-4649-B9DE-208594E66E1B}" type="presParOf" srcId="{00225BC4-D1F5-4B33-BC3A-5046325D798F}" destId="{2C790CC9-4725-4539-B740-641329C02743}" srcOrd="6" destOrd="0" presId="urn:microsoft.com/office/officeart/2018/5/layout/CenteredIconLabelDescriptionList"/>
    <dgm:cxn modelId="{3554E7F1-5DF0-4653-AA90-ECD8C54FCE5E}" type="presParOf" srcId="{2C790CC9-4725-4539-B740-641329C02743}" destId="{C403676E-E054-485E-863E-AC3382D49967}" srcOrd="0" destOrd="0" presId="urn:microsoft.com/office/officeart/2018/5/layout/CenteredIconLabelDescriptionList"/>
    <dgm:cxn modelId="{B7050C3D-4793-49DC-90BA-4C8B0B741FF7}" type="presParOf" srcId="{2C790CC9-4725-4539-B740-641329C02743}" destId="{C431B247-1FDE-44A5-AA44-2093B879ABC7}" srcOrd="1" destOrd="0" presId="urn:microsoft.com/office/officeart/2018/5/layout/CenteredIconLabelDescriptionList"/>
    <dgm:cxn modelId="{D5A324EC-DEAF-44B9-A570-D9DCC61863CE}" type="presParOf" srcId="{2C790CC9-4725-4539-B740-641329C02743}" destId="{C706DE30-8199-4F9F-A7AA-3E575D265839}" srcOrd="2" destOrd="0" presId="urn:microsoft.com/office/officeart/2018/5/layout/CenteredIconLabelDescriptionList"/>
    <dgm:cxn modelId="{7236E672-A0EA-4F74-9EFF-E62A289FA7C3}" type="presParOf" srcId="{2C790CC9-4725-4539-B740-641329C02743}" destId="{7EB0E95D-F5AF-478F-8803-41C8CAAD1ED4}" srcOrd="3" destOrd="0" presId="urn:microsoft.com/office/officeart/2018/5/layout/CenteredIconLabelDescriptionList"/>
    <dgm:cxn modelId="{546F67B7-3B0E-4BDD-83C6-C99D74420389}" type="presParOf" srcId="{2C790CC9-4725-4539-B740-641329C02743}" destId="{E3CD5FBD-3487-4617-9717-7CE91CDE313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D6578FE-AC12-4C2E-A110-04E0BFDE9AB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28246802-AE4A-4CE6-A066-D0ECC11808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 bitcoin applications</a:t>
          </a:r>
        </a:p>
      </dgm:t>
    </dgm:pt>
    <dgm:pt modelId="{FC34E1F1-A68F-46AF-B6E7-662761998553}" type="parTrans" cxnId="{34983A7C-E3F4-43CF-B541-1FC6F4E68CB0}">
      <dgm:prSet/>
      <dgm:spPr/>
      <dgm:t>
        <a:bodyPr/>
        <a:lstStyle/>
        <a:p>
          <a:endParaRPr lang="en-US" sz="2800"/>
        </a:p>
      </dgm:t>
    </dgm:pt>
    <dgm:pt modelId="{C04FEECD-28E7-4820-8398-44C3F54D07EA}" type="sibTrans" cxnId="{34983A7C-E3F4-43CF-B541-1FC6F4E68CB0}">
      <dgm:prSet/>
      <dgm:spPr/>
      <dgm:t>
        <a:bodyPr/>
        <a:lstStyle/>
        <a:p>
          <a:endParaRPr lang="en-US"/>
        </a:p>
      </dgm:t>
    </dgm:pt>
    <dgm:pt modelId="{4838A535-C047-4B3F-A0DB-19F9EC13D9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Independence</a:t>
          </a:r>
          <a:endParaRPr lang="en-US"/>
        </a:p>
      </dgm:t>
    </dgm:pt>
    <dgm:pt modelId="{8436A870-162C-4FF4-9574-A775CCFED8D6}" type="parTrans" cxnId="{F41219E5-BAD5-42C4-A966-CB784D8053B2}">
      <dgm:prSet/>
      <dgm:spPr/>
      <dgm:t>
        <a:bodyPr/>
        <a:lstStyle/>
        <a:p>
          <a:endParaRPr lang="en-US" sz="2800"/>
        </a:p>
      </dgm:t>
    </dgm:pt>
    <dgm:pt modelId="{115184FC-4D92-44AF-BEB6-078BCD85FE40}" type="sibTrans" cxnId="{F41219E5-BAD5-42C4-A966-CB784D8053B2}">
      <dgm:prSet/>
      <dgm:spPr/>
      <dgm:t>
        <a:bodyPr/>
        <a:lstStyle/>
        <a:p>
          <a:endParaRPr lang="en-US"/>
        </a:p>
      </dgm:t>
    </dgm:pt>
    <dgm:pt modelId="{5ED69D9E-A39B-424C-BEA1-501074B73DE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No need </a:t>
          </a:r>
          <a:r>
            <a:rPr lang="en-US" dirty="0"/>
            <a:t>to rely on</a:t>
          </a:r>
          <a:r>
            <a:rPr lang="tr-TR" dirty="0"/>
            <a:t> </a:t>
          </a:r>
          <a:r>
            <a:rPr lang="en-US" dirty="0"/>
            <a:t>third party</a:t>
          </a:r>
        </a:p>
      </dgm:t>
    </dgm:pt>
    <dgm:pt modelId="{DFE3D1B4-DD09-4521-AEE6-F33180046275}" type="parTrans" cxnId="{83012ECF-5204-41AE-9D69-878EEB6C2BA9}">
      <dgm:prSet/>
      <dgm:spPr/>
      <dgm:t>
        <a:bodyPr/>
        <a:lstStyle/>
        <a:p>
          <a:endParaRPr lang="en-US" sz="2800"/>
        </a:p>
      </dgm:t>
    </dgm:pt>
    <dgm:pt modelId="{F830E84F-1BCC-4F9D-9DE1-89BEF209AC20}" type="sibTrans" cxnId="{83012ECF-5204-41AE-9D69-878EEB6C2BA9}">
      <dgm:prSet/>
      <dgm:spPr/>
      <dgm:t>
        <a:bodyPr/>
        <a:lstStyle/>
        <a:p>
          <a:endParaRPr lang="en-US"/>
        </a:p>
      </dgm:t>
    </dgm:pt>
    <dgm:pt modelId="{9DA9E342-F826-44E2-8DE0-F6D6CE1179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contribute to the bitcoin network</a:t>
          </a:r>
        </a:p>
      </dgm:t>
    </dgm:pt>
    <dgm:pt modelId="{732B3050-945C-429A-A4F1-DD07A5D522BA}" type="parTrans" cxnId="{18A3DA76-3900-43CF-8A0B-2F839FF77900}">
      <dgm:prSet/>
      <dgm:spPr/>
      <dgm:t>
        <a:bodyPr/>
        <a:lstStyle/>
        <a:p>
          <a:endParaRPr lang="en-US" sz="2800"/>
        </a:p>
      </dgm:t>
    </dgm:pt>
    <dgm:pt modelId="{DF1EBE78-D05E-4697-BB67-D972DEDDC4EA}" type="sibTrans" cxnId="{18A3DA76-3900-43CF-8A0B-2F839FF77900}">
      <dgm:prSet/>
      <dgm:spPr/>
      <dgm:t>
        <a:bodyPr/>
        <a:lstStyle/>
        <a:p>
          <a:endParaRPr lang="en-US"/>
        </a:p>
      </dgm:t>
    </dgm:pt>
    <dgm:pt modelId="{6AA5622F-63B9-4CC0-8F81-851DA279D7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making it more</a:t>
          </a:r>
          <a:r>
            <a:rPr lang="tr-TR"/>
            <a:t> </a:t>
          </a:r>
          <a:r>
            <a:rPr lang="en-US"/>
            <a:t>robust.</a:t>
          </a:r>
        </a:p>
      </dgm:t>
    </dgm:pt>
    <dgm:pt modelId="{87B21B49-9130-45EE-9F51-A1E591747468}" type="parTrans" cxnId="{13F473EB-1F60-4C74-877A-1B9D09982DA5}">
      <dgm:prSet/>
      <dgm:spPr/>
      <dgm:t>
        <a:bodyPr/>
        <a:lstStyle/>
        <a:p>
          <a:endParaRPr lang="tr-TR"/>
        </a:p>
      </dgm:t>
    </dgm:pt>
    <dgm:pt modelId="{C0234DB7-12AC-451F-828B-39ECFAC7D6B4}" type="sibTrans" cxnId="{13F473EB-1F60-4C74-877A-1B9D09982DA5}">
      <dgm:prSet/>
      <dgm:spPr/>
      <dgm:t>
        <a:bodyPr/>
        <a:lstStyle/>
        <a:p>
          <a:endParaRPr lang="tr-TR"/>
        </a:p>
      </dgm:t>
    </dgm:pt>
    <dgm:pt modelId="{5013ED01-236A-4DFE-B832-9E40F217FC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volunteers</a:t>
          </a:r>
          <a:endParaRPr lang="en-US" dirty="0"/>
        </a:p>
      </dgm:t>
    </dgm:pt>
    <dgm:pt modelId="{03723850-4E62-4965-B72A-82833DE35443}" type="parTrans" cxnId="{A561FB81-1B48-4390-8675-7095A6B99770}">
      <dgm:prSet/>
      <dgm:spPr/>
      <dgm:t>
        <a:bodyPr/>
        <a:lstStyle/>
        <a:p>
          <a:endParaRPr lang="tr-TR"/>
        </a:p>
      </dgm:t>
    </dgm:pt>
    <dgm:pt modelId="{D4FF84EA-85A2-4762-A149-5CBF8BE14251}" type="sibTrans" cxnId="{A561FB81-1B48-4390-8675-7095A6B99770}">
      <dgm:prSet/>
      <dgm:spPr/>
      <dgm:t>
        <a:bodyPr/>
        <a:lstStyle/>
        <a:p>
          <a:endParaRPr lang="tr-TR"/>
        </a:p>
      </dgm:t>
    </dgm:pt>
    <dgm:pt modelId="{6BE5F270-BC67-4832-B748-E2143F715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mostly by volunteers</a:t>
          </a:r>
        </a:p>
      </dgm:t>
    </dgm:pt>
    <dgm:pt modelId="{D4BBFD5F-31E4-409C-99B7-23805FE092DE}" type="parTrans" cxnId="{AAE4688C-50B4-4D82-98E0-13467C93A362}">
      <dgm:prSet/>
      <dgm:spPr/>
      <dgm:t>
        <a:bodyPr/>
        <a:lstStyle/>
        <a:p>
          <a:endParaRPr lang="tr-TR"/>
        </a:p>
      </dgm:t>
    </dgm:pt>
    <dgm:pt modelId="{4352D5AF-4640-4A7A-B6BA-2490D9C2A870}" type="sibTrans" cxnId="{AAE4688C-50B4-4D82-98E0-13467C93A362}">
      <dgm:prSet/>
      <dgm:spPr/>
      <dgm:t>
        <a:bodyPr/>
        <a:lstStyle/>
        <a:p>
          <a:endParaRPr lang="tr-TR"/>
        </a:p>
      </dgm:t>
    </dgm:pt>
    <dgm:pt modelId="{AECF3FBE-131F-46F9-B285-C4A5C2EDA6B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Business </a:t>
          </a:r>
          <a:endParaRPr lang="en-US" dirty="0"/>
        </a:p>
      </dgm:t>
    </dgm:pt>
    <dgm:pt modelId="{64259405-1830-43EA-AB1F-EF1A4DB76C6A}" type="parTrans" cxnId="{121FA0F9-7177-44C0-B074-174C6F0FC283}">
      <dgm:prSet/>
      <dgm:spPr/>
      <dgm:t>
        <a:bodyPr/>
        <a:lstStyle/>
        <a:p>
          <a:endParaRPr lang="tr-TR"/>
        </a:p>
      </dgm:t>
    </dgm:pt>
    <dgm:pt modelId="{57210051-97DD-4880-B600-9C2ABB022233}" type="sibTrans" cxnId="{121FA0F9-7177-44C0-B074-174C6F0FC283}">
      <dgm:prSet/>
      <dgm:spPr/>
      <dgm:t>
        <a:bodyPr/>
        <a:lstStyle/>
        <a:p>
          <a:endParaRPr lang="tr-TR"/>
        </a:p>
      </dgm:t>
    </dgm:pt>
    <dgm:pt modelId="{0C586AB5-BE9D-4104-B330-D00374D9B7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validate a transaction. </a:t>
          </a:r>
        </a:p>
      </dgm:t>
    </dgm:pt>
    <dgm:pt modelId="{5CFE9135-9137-42A1-BF72-612488D3C095}" type="parTrans" cxnId="{5777E00F-6A75-498C-B76A-63A3853B707C}">
      <dgm:prSet/>
      <dgm:spPr/>
      <dgm:t>
        <a:bodyPr/>
        <a:lstStyle/>
        <a:p>
          <a:endParaRPr lang="tr-TR"/>
        </a:p>
      </dgm:t>
    </dgm:pt>
    <dgm:pt modelId="{E1E0518E-AF2A-4F95-B415-8786DE26E6A8}" type="sibTrans" cxnId="{5777E00F-6A75-498C-B76A-63A3853B707C}">
      <dgm:prSet/>
      <dgm:spPr/>
      <dgm:t>
        <a:bodyPr/>
        <a:lstStyle/>
        <a:p>
          <a:endParaRPr lang="tr-TR"/>
        </a:p>
      </dgm:t>
    </dgm:pt>
    <dgm:pt modelId="{98AC59B4-14AE-4F03-90ED-2D11ACFCFA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contribution</a:t>
          </a:r>
          <a:endParaRPr lang="en-US" dirty="0"/>
        </a:p>
      </dgm:t>
    </dgm:pt>
    <dgm:pt modelId="{70ACF724-50FC-4C04-9842-158DB1360E20}" type="parTrans" cxnId="{047750A7-FDFE-454A-BE82-0CB1E327E4DD}">
      <dgm:prSet/>
      <dgm:spPr/>
      <dgm:t>
        <a:bodyPr/>
        <a:lstStyle/>
        <a:p>
          <a:endParaRPr lang="tr-TR"/>
        </a:p>
      </dgm:t>
    </dgm:pt>
    <dgm:pt modelId="{02299F28-E6D6-4065-B10C-923C135C7138}" type="sibTrans" cxnId="{047750A7-FDFE-454A-BE82-0CB1E327E4DD}">
      <dgm:prSet/>
      <dgm:spPr/>
      <dgm:t>
        <a:bodyPr/>
        <a:lstStyle/>
        <a:p>
          <a:endParaRPr lang="tr-TR"/>
        </a:p>
      </dgm:t>
    </dgm:pt>
    <dgm:pt modelId="{678B5953-3D97-4AB5-87AF-9B4BDA10D8AD}" type="pres">
      <dgm:prSet presAssocID="{3D6578FE-AC12-4C2E-A110-04E0BFDE9ABE}" presName="root" presStyleCnt="0">
        <dgm:presLayoutVars>
          <dgm:dir/>
          <dgm:resizeHandles val="exact"/>
        </dgm:presLayoutVars>
      </dgm:prSet>
      <dgm:spPr/>
    </dgm:pt>
    <dgm:pt modelId="{18825A95-0712-4AFE-87E0-9633157DF8F1}" type="pres">
      <dgm:prSet presAssocID="{5013ED01-236A-4DFE-B832-9E40F217FCDE}" presName="compNode" presStyleCnt="0"/>
      <dgm:spPr/>
    </dgm:pt>
    <dgm:pt modelId="{7802F3F5-411F-411A-86D9-5615B294DE2A}" type="pres">
      <dgm:prSet presAssocID="{5013ED01-236A-4DFE-B832-9E40F217FC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B4001BF-1B0D-453F-A301-6551C51759FD}" type="pres">
      <dgm:prSet presAssocID="{5013ED01-236A-4DFE-B832-9E40F217FCDE}" presName="iconSpace" presStyleCnt="0"/>
      <dgm:spPr/>
    </dgm:pt>
    <dgm:pt modelId="{0AF50295-FED5-4743-919F-E9BF78D821DA}" type="pres">
      <dgm:prSet presAssocID="{5013ED01-236A-4DFE-B832-9E40F217FCDE}" presName="parTx" presStyleLbl="revTx" presStyleIdx="0" presStyleCnt="8">
        <dgm:presLayoutVars>
          <dgm:chMax val="0"/>
          <dgm:chPref val="0"/>
        </dgm:presLayoutVars>
      </dgm:prSet>
      <dgm:spPr/>
    </dgm:pt>
    <dgm:pt modelId="{FCC2ED58-5E23-421B-BD6D-E881D9E3154F}" type="pres">
      <dgm:prSet presAssocID="{5013ED01-236A-4DFE-B832-9E40F217FCDE}" presName="txSpace" presStyleCnt="0"/>
      <dgm:spPr/>
    </dgm:pt>
    <dgm:pt modelId="{3F3CDC75-C901-40F2-9C18-B253ABA795BD}" type="pres">
      <dgm:prSet presAssocID="{5013ED01-236A-4DFE-B832-9E40F217FCDE}" presName="desTx" presStyleLbl="revTx" presStyleIdx="1" presStyleCnt="8">
        <dgm:presLayoutVars/>
      </dgm:prSet>
      <dgm:spPr/>
    </dgm:pt>
    <dgm:pt modelId="{C3DB9E4E-CAD6-4C51-9762-935948437E47}" type="pres">
      <dgm:prSet presAssocID="{D4FF84EA-85A2-4762-A149-5CBF8BE14251}" presName="sibTrans" presStyleCnt="0"/>
      <dgm:spPr/>
    </dgm:pt>
    <dgm:pt modelId="{41552F91-1566-4335-8715-F20C6ECEBF59}" type="pres">
      <dgm:prSet presAssocID="{AECF3FBE-131F-46F9-B285-C4A5C2EDA6B0}" presName="compNode" presStyleCnt="0"/>
      <dgm:spPr/>
    </dgm:pt>
    <dgm:pt modelId="{10F429A7-9E7D-444B-B974-E5E021BC4DF0}" type="pres">
      <dgm:prSet presAssocID="{AECF3FBE-131F-46F9-B285-C4A5C2EDA6B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Şehir"/>
        </a:ext>
      </dgm:extLst>
    </dgm:pt>
    <dgm:pt modelId="{49F9D8FC-F22C-478B-990D-341206BAC923}" type="pres">
      <dgm:prSet presAssocID="{AECF3FBE-131F-46F9-B285-C4A5C2EDA6B0}" presName="iconSpace" presStyleCnt="0"/>
      <dgm:spPr/>
    </dgm:pt>
    <dgm:pt modelId="{AFD16D12-6C55-463A-B268-F654F1245096}" type="pres">
      <dgm:prSet presAssocID="{AECF3FBE-131F-46F9-B285-C4A5C2EDA6B0}" presName="parTx" presStyleLbl="revTx" presStyleIdx="2" presStyleCnt="8">
        <dgm:presLayoutVars>
          <dgm:chMax val="0"/>
          <dgm:chPref val="0"/>
        </dgm:presLayoutVars>
      </dgm:prSet>
      <dgm:spPr/>
    </dgm:pt>
    <dgm:pt modelId="{0233BAF4-03C6-4B07-8E9D-F8257C03C78A}" type="pres">
      <dgm:prSet presAssocID="{AECF3FBE-131F-46F9-B285-C4A5C2EDA6B0}" presName="txSpace" presStyleCnt="0"/>
      <dgm:spPr/>
    </dgm:pt>
    <dgm:pt modelId="{BAD4F065-F2D0-4D4C-A9F1-98DC401C19ED}" type="pres">
      <dgm:prSet presAssocID="{AECF3FBE-131F-46F9-B285-C4A5C2EDA6B0}" presName="desTx" presStyleLbl="revTx" presStyleIdx="3" presStyleCnt="8">
        <dgm:presLayoutVars/>
      </dgm:prSet>
      <dgm:spPr/>
    </dgm:pt>
    <dgm:pt modelId="{1A335F3A-3C88-4B13-84E7-3A783605263B}" type="pres">
      <dgm:prSet presAssocID="{57210051-97DD-4880-B600-9C2ABB022233}" presName="sibTrans" presStyleCnt="0"/>
      <dgm:spPr/>
    </dgm:pt>
    <dgm:pt modelId="{CA038A28-2AAF-4CAD-9D92-4DF615E8FCFF}" type="pres">
      <dgm:prSet presAssocID="{4838A535-C047-4B3F-A0DB-19F9EC13D92B}" presName="compNode" presStyleCnt="0"/>
      <dgm:spPr/>
    </dgm:pt>
    <dgm:pt modelId="{14E35252-9ADA-462B-BF18-6C5A3272C322}" type="pres">
      <dgm:prSet presAssocID="{4838A535-C047-4B3F-A0DB-19F9EC13D9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CC40B91D-75AA-476C-B043-D6FAD2F53680}" type="pres">
      <dgm:prSet presAssocID="{4838A535-C047-4B3F-A0DB-19F9EC13D92B}" presName="iconSpace" presStyleCnt="0"/>
      <dgm:spPr/>
    </dgm:pt>
    <dgm:pt modelId="{40AD2EDA-14B5-4B06-A1DB-D3BA6FCCF92B}" type="pres">
      <dgm:prSet presAssocID="{4838A535-C047-4B3F-A0DB-19F9EC13D92B}" presName="parTx" presStyleLbl="revTx" presStyleIdx="4" presStyleCnt="8">
        <dgm:presLayoutVars>
          <dgm:chMax val="0"/>
          <dgm:chPref val="0"/>
        </dgm:presLayoutVars>
      </dgm:prSet>
      <dgm:spPr/>
    </dgm:pt>
    <dgm:pt modelId="{EC2525C3-DDAA-4CE3-B064-59D9BA3E63DD}" type="pres">
      <dgm:prSet presAssocID="{4838A535-C047-4B3F-A0DB-19F9EC13D92B}" presName="txSpace" presStyleCnt="0"/>
      <dgm:spPr/>
    </dgm:pt>
    <dgm:pt modelId="{8131FB7C-13C0-4376-8AA0-8783F925B00A}" type="pres">
      <dgm:prSet presAssocID="{4838A535-C047-4B3F-A0DB-19F9EC13D92B}" presName="desTx" presStyleLbl="revTx" presStyleIdx="5" presStyleCnt="8">
        <dgm:presLayoutVars/>
      </dgm:prSet>
      <dgm:spPr/>
    </dgm:pt>
    <dgm:pt modelId="{15B8C0C1-F98B-4CF3-AC0B-1FA5AF65055C}" type="pres">
      <dgm:prSet presAssocID="{115184FC-4D92-44AF-BEB6-078BCD85FE40}" presName="sibTrans" presStyleCnt="0"/>
      <dgm:spPr/>
    </dgm:pt>
    <dgm:pt modelId="{9AFF032B-F39B-4359-A1E7-4EF1FA2F9229}" type="pres">
      <dgm:prSet presAssocID="{98AC59B4-14AE-4F03-90ED-2D11ACFCFADF}" presName="compNode" presStyleCnt="0"/>
      <dgm:spPr/>
    </dgm:pt>
    <dgm:pt modelId="{44207108-8195-4EB2-B7EB-1D3D15B127D2}" type="pres">
      <dgm:prSet presAssocID="{98AC59B4-14AE-4F03-90ED-2D11ACFCFA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977133F0-9860-409B-BADB-CA78B446D4EE}" type="pres">
      <dgm:prSet presAssocID="{98AC59B4-14AE-4F03-90ED-2D11ACFCFADF}" presName="iconSpace" presStyleCnt="0"/>
      <dgm:spPr/>
    </dgm:pt>
    <dgm:pt modelId="{E8855346-487E-483D-A1A6-C215DD75AE2A}" type="pres">
      <dgm:prSet presAssocID="{98AC59B4-14AE-4F03-90ED-2D11ACFCFADF}" presName="parTx" presStyleLbl="revTx" presStyleIdx="6" presStyleCnt="8">
        <dgm:presLayoutVars>
          <dgm:chMax val="0"/>
          <dgm:chPref val="0"/>
        </dgm:presLayoutVars>
      </dgm:prSet>
      <dgm:spPr/>
    </dgm:pt>
    <dgm:pt modelId="{90083B76-5459-40B2-913A-4F75CF51F53D}" type="pres">
      <dgm:prSet presAssocID="{98AC59B4-14AE-4F03-90ED-2D11ACFCFADF}" presName="txSpace" presStyleCnt="0"/>
      <dgm:spPr/>
    </dgm:pt>
    <dgm:pt modelId="{ED4FC98B-1B57-4627-B8E6-D62F1F2F1C00}" type="pres">
      <dgm:prSet presAssocID="{98AC59B4-14AE-4F03-90ED-2D11ACFCFADF}" presName="desTx" presStyleLbl="revTx" presStyleIdx="7" presStyleCnt="8">
        <dgm:presLayoutVars/>
      </dgm:prSet>
      <dgm:spPr/>
    </dgm:pt>
  </dgm:ptLst>
  <dgm:cxnLst>
    <dgm:cxn modelId="{4422E705-2DE8-4F7F-AB8C-D903F4B05034}" type="presOf" srcId="{4838A535-C047-4B3F-A0DB-19F9EC13D92B}" destId="{40AD2EDA-14B5-4B06-A1DB-D3BA6FCCF92B}" srcOrd="0" destOrd="0" presId="urn:microsoft.com/office/officeart/2018/5/layout/CenteredIconLabelDescriptionList"/>
    <dgm:cxn modelId="{5777E00F-6A75-498C-B76A-63A3853B707C}" srcId="{4838A535-C047-4B3F-A0DB-19F9EC13D92B}" destId="{0C586AB5-BE9D-4104-B330-D00374D9B749}" srcOrd="1" destOrd="0" parTransId="{5CFE9135-9137-42A1-BF72-612488D3C095}" sibTransId="{E1E0518E-AF2A-4F95-B415-8786DE26E6A8}"/>
    <dgm:cxn modelId="{CEFFE51D-4D37-4730-AF83-58AC5A3C656E}" type="presOf" srcId="{0C586AB5-BE9D-4104-B330-D00374D9B749}" destId="{8131FB7C-13C0-4376-8AA0-8783F925B00A}" srcOrd="0" destOrd="1" presId="urn:microsoft.com/office/officeart/2018/5/layout/CenteredIconLabelDescriptionList"/>
    <dgm:cxn modelId="{90A1D335-8835-4462-95EF-5C1789ADFB41}" type="presOf" srcId="{6AA5622F-63B9-4CC0-8F81-851DA279D7C5}" destId="{ED4FC98B-1B57-4627-B8E6-D62F1F2F1C00}" srcOrd="0" destOrd="1" presId="urn:microsoft.com/office/officeart/2018/5/layout/CenteredIconLabelDescriptionList"/>
    <dgm:cxn modelId="{811ED337-9572-4CAC-B37B-8830C006DD84}" type="presOf" srcId="{6BE5F270-BC67-4832-B748-E2143F7159D2}" destId="{3F3CDC75-C901-40F2-9C18-B253ABA795BD}" srcOrd="0" destOrd="0" presId="urn:microsoft.com/office/officeart/2018/5/layout/CenteredIconLabelDescriptionList"/>
    <dgm:cxn modelId="{5935F33D-AF68-4347-AE1A-DBDE8141B67C}" type="presOf" srcId="{9DA9E342-F826-44E2-8DE0-F6D6CE1179DA}" destId="{ED4FC98B-1B57-4627-B8E6-D62F1F2F1C00}" srcOrd="0" destOrd="0" presId="urn:microsoft.com/office/officeart/2018/5/layout/CenteredIconLabelDescriptionList"/>
    <dgm:cxn modelId="{06DEFB4E-A81B-4E40-A08D-E2AE61B31DCA}" type="presOf" srcId="{5ED69D9E-A39B-424C-BEA1-501074B73DE5}" destId="{8131FB7C-13C0-4376-8AA0-8783F925B00A}" srcOrd="0" destOrd="0" presId="urn:microsoft.com/office/officeart/2018/5/layout/CenteredIconLabelDescriptionList"/>
    <dgm:cxn modelId="{0CEF1E6F-A507-474B-ABAA-F4A79D19E277}" type="presOf" srcId="{98AC59B4-14AE-4F03-90ED-2D11ACFCFADF}" destId="{E8855346-487E-483D-A1A6-C215DD75AE2A}" srcOrd="0" destOrd="0" presId="urn:microsoft.com/office/officeart/2018/5/layout/CenteredIconLabelDescriptionList"/>
    <dgm:cxn modelId="{18A3DA76-3900-43CF-8A0B-2F839FF77900}" srcId="{98AC59B4-14AE-4F03-90ED-2D11ACFCFADF}" destId="{9DA9E342-F826-44E2-8DE0-F6D6CE1179DA}" srcOrd="0" destOrd="0" parTransId="{732B3050-945C-429A-A4F1-DD07A5D522BA}" sibTransId="{DF1EBE78-D05E-4697-BB67-D972DEDDC4EA}"/>
    <dgm:cxn modelId="{34983A7C-E3F4-43CF-B541-1FC6F4E68CB0}" srcId="{AECF3FBE-131F-46F9-B285-C4A5C2EDA6B0}" destId="{28246802-AE4A-4CE6-A066-D0ECC1180835}" srcOrd="0" destOrd="0" parTransId="{FC34E1F1-A68F-46AF-B6E7-662761998553}" sibTransId="{C04FEECD-28E7-4820-8398-44C3F54D07EA}"/>
    <dgm:cxn modelId="{A561FB81-1B48-4390-8675-7095A6B99770}" srcId="{3D6578FE-AC12-4C2E-A110-04E0BFDE9ABE}" destId="{5013ED01-236A-4DFE-B832-9E40F217FCDE}" srcOrd="0" destOrd="0" parTransId="{03723850-4E62-4965-B72A-82833DE35443}" sibTransId="{D4FF84EA-85A2-4762-A149-5CBF8BE14251}"/>
    <dgm:cxn modelId="{C1DCE982-6185-4EE4-BB1C-D4273272E039}" type="presOf" srcId="{28246802-AE4A-4CE6-A066-D0ECC1180835}" destId="{BAD4F065-F2D0-4D4C-A9F1-98DC401C19ED}" srcOrd="0" destOrd="0" presId="urn:microsoft.com/office/officeart/2018/5/layout/CenteredIconLabelDescriptionList"/>
    <dgm:cxn modelId="{AAE4688C-50B4-4D82-98E0-13467C93A362}" srcId="{5013ED01-236A-4DFE-B832-9E40F217FCDE}" destId="{6BE5F270-BC67-4832-B748-E2143F7159D2}" srcOrd="0" destOrd="0" parTransId="{D4BBFD5F-31E4-409C-99B7-23805FE092DE}" sibTransId="{4352D5AF-4640-4A7A-B6BA-2490D9C2A870}"/>
    <dgm:cxn modelId="{047750A7-FDFE-454A-BE82-0CB1E327E4DD}" srcId="{3D6578FE-AC12-4C2E-A110-04E0BFDE9ABE}" destId="{98AC59B4-14AE-4F03-90ED-2D11ACFCFADF}" srcOrd="3" destOrd="0" parTransId="{70ACF724-50FC-4C04-9842-158DB1360E20}" sibTransId="{02299F28-E6D6-4065-B10C-923C135C7138}"/>
    <dgm:cxn modelId="{D66345AC-D2EA-480D-BB85-FC2F06EB6E5F}" type="presOf" srcId="{3D6578FE-AC12-4C2E-A110-04E0BFDE9ABE}" destId="{678B5953-3D97-4AB5-87AF-9B4BDA10D8AD}" srcOrd="0" destOrd="0" presId="urn:microsoft.com/office/officeart/2018/5/layout/CenteredIconLabelDescriptionList"/>
    <dgm:cxn modelId="{83012ECF-5204-41AE-9D69-878EEB6C2BA9}" srcId="{4838A535-C047-4B3F-A0DB-19F9EC13D92B}" destId="{5ED69D9E-A39B-424C-BEA1-501074B73DE5}" srcOrd="0" destOrd="0" parTransId="{DFE3D1B4-DD09-4521-AEE6-F33180046275}" sibTransId="{F830E84F-1BCC-4F9D-9DE1-89BEF209AC20}"/>
    <dgm:cxn modelId="{5D4DDBDF-B7AB-417B-B854-D32BDD177BB1}" type="presOf" srcId="{AECF3FBE-131F-46F9-B285-C4A5C2EDA6B0}" destId="{AFD16D12-6C55-463A-B268-F654F1245096}" srcOrd="0" destOrd="0" presId="urn:microsoft.com/office/officeart/2018/5/layout/CenteredIconLabelDescriptionList"/>
    <dgm:cxn modelId="{F41219E5-BAD5-42C4-A966-CB784D8053B2}" srcId="{3D6578FE-AC12-4C2E-A110-04E0BFDE9ABE}" destId="{4838A535-C047-4B3F-A0DB-19F9EC13D92B}" srcOrd="2" destOrd="0" parTransId="{8436A870-162C-4FF4-9574-A775CCFED8D6}" sibTransId="{115184FC-4D92-44AF-BEB6-078BCD85FE40}"/>
    <dgm:cxn modelId="{13F473EB-1F60-4C74-877A-1B9D09982DA5}" srcId="{98AC59B4-14AE-4F03-90ED-2D11ACFCFADF}" destId="{6AA5622F-63B9-4CC0-8F81-851DA279D7C5}" srcOrd="1" destOrd="0" parTransId="{87B21B49-9130-45EE-9F51-A1E591747468}" sibTransId="{C0234DB7-12AC-451F-828B-39ECFAC7D6B4}"/>
    <dgm:cxn modelId="{121FA0F9-7177-44C0-B074-174C6F0FC283}" srcId="{3D6578FE-AC12-4C2E-A110-04E0BFDE9ABE}" destId="{AECF3FBE-131F-46F9-B285-C4A5C2EDA6B0}" srcOrd="1" destOrd="0" parTransId="{64259405-1830-43EA-AB1F-EF1A4DB76C6A}" sibTransId="{57210051-97DD-4880-B600-9C2ABB022233}"/>
    <dgm:cxn modelId="{564212FA-16C6-463A-BE52-6A4113C0D296}" type="presOf" srcId="{5013ED01-236A-4DFE-B832-9E40F217FCDE}" destId="{0AF50295-FED5-4743-919F-E9BF78D821DA}" srcOrd="0" destOrd="0" presId="urn:microsoft.com/office/officeart/2018/5/layout/CenteredIconLabelDescriptionList"/>
    <dgm:cxn modelId="{AFD0C905-1F69-4F02-8EF2-99C111EC1F06}" type="presParOf" srcId="{678B5953-3D97-4AB5-87AF-9B4BDA10D8AD}" destId="{18825A95-0712-4AFE-87E0-9633157DF8F1}" srcOrd="0" destOrd="0" presId="urn:microsoft.com/office/officeart/2018/5/layout/CenteredIconLabelDescriptionList"/>
    <dgm:cxn modelId="{1D9308C2-9A05-416F-AC28-697F66F9AACC}" type="presParOf" srcId="{18825A95-0712-4AFE-87E0-9633157DF8F1}" destId="{7802F3F5-411F-411A-86D9-5615B294DE2A}" srcOrd="0" destOrd="0" presId="urn:microsoft.com/office/officeart/2018/5/layout/CenteredIconLabelDescriptionList"/>
    <dgm:cxn modelId="{9A3C79D5-120B-48C0-A7A2-D68FFF2BE085}" type="presParOf" srcId="{18825A95-0712-4AFE-87E0-9633157DF8F1}" destId="{9B4001BF-1B0D-453F-A301-6551C51759FD}" srcOrd="1" destOrd="0" presId="urn:microsoft.com/office/officeart/2018/5/layout/CenteredIconLabelDescriptionList"/>
    <dgm:cxn modelId="{DDD8BB45-D7AC-4602-B5EA-B2826D9EDF96}" type="presParOf" srcId="{18825A95-0712-4AFE-87E0-9633157DF8F1}" destId="{0AF50295-FED5-4743-919F-E9BF78D821DA}" srcOrd="2" destOrd="0" presId="urn:microsoft.com/office/officeart/2018/5/layout/CenteredIconLabelDescriptionList"/>
    <dgm:cxn modelId="{AF0DC2F2-AFEB-4A4B-A73E-EA9AACBE8F22}" type="presParOf" srcId="{18825A95-0712-4AFE-87E0-9633157DF8F1}" destId="{FCC2ED58-5E23-421B-BD6D-E881D9E3154F}" srcOrd="3" destOrd="0" presId="urn:microsoft.com/office/officeart/2018/5/layout/CenteredIconLabelDescriptionList"/>
    <dgm:cxn modelId="{84E495F5-BD95-4320-8750-EFE1133A692F}" type="presParOf" srcId="{18825A95-0712-4AFE-87E0-9633157DF8F1}" destId="{3F3CDC75-C901-40F2-9C18-B253ABA795BD}" srcOrd="4" destOrd="0" presId="urn:microsoft.com/office/officeart/2018/5/layout/CenteredIconLabelDescriptionList"/>
    <dgm:cxn modelId="{E12EBB69-9649-4859-B0C7-CC5EFC035C43}" type="presParOf" srcId="{678B5953-3D97-4AB5-87AF-9B4BDA10D8AD}" destId="{C3DB9E4E-CAD6-4C51-9762-935948437E47}" srcOrd="1" destOrd="0" presId="urn:microsoft.com/office/officeart/2018/5/layout/CenteredIconLabelDescriptionList"/>
    <dgm:cxn modelId="{E628E6CC-5522-4D54-9A8E-35444EF339B3}" type="presParOf" srcId="{678B5953-3D97-4AB5-87AF-9B4BDA10D8AD}" destId="{41552F91-1566-4335-8715-F20C6ECEBF59}" srcOrd="2" destOrd="0" presId="urn:microsoft.com/office/officeart/2018/5/layout/CenteredIconLabelDescriptionList"/>
    <dgm:cxn modelId="{3859CCC0-2422-4200-AA2A-A55919AAB4A8}" type="presParOf" srcId="{41552F91-1566-4335-8715-F20C6ECEBF59}" destId="{10F429A7-9E7D-444B-B974-E5E021BC4DF0}" srcOrd="0" destOrd="0" presId="urn:microsoft.com/office/officeart/2018/5/layout/CenteredIconLabelDescriptionList"/>
    <dgm:cxn modelId="{CBD0FAA3-595E-48CC-A312-44A89AC724D3}" type="presParOf" srcId="{41552F91-1566-4335-8715-F20C6ECEBF59}" destId="{49F9D8FC-F22C-478B-990D-341206BAC923}" srcOrd="1" destOrd="0" presId="urn:microsoft.com/office/officeart/2018/5/layout/CenteredIconLabelDescriptionList"/>
    <dgm:cxn modelId="{5053770A-7471-468E-AADC-F2155DE8733B}" type="presParOf" srcId="{41552F91-1566-4335-8715-F20C6ECEBF59}" destId="{AFD16D12-6C55-463A-B268-F654F1245096}" srcOrd="2" destOrd="0" presId="urn:microsoft.com/office/officeart/2018/5/layout/CenteredIconLabelDescriptionList"/>
    <dgm:cxn modelId="{07947244-69F5-4886-86A7-2C9F97A2F19B}" type="presParOf" srcId="{41552F91-1566-4335-8715-F20C6ECEBF59}" destId="{0233BAF4-03C6-4B07-8E9D-F8257C03C78A}" srcOrd="3" destOrd="0" presId="urn:microsoft.com/office/officeart/2018/5/layout/CenteredIconLabelDescriptionList"/>
    <dgm:cxn modelId="{AE0110C4-6023-4F9A-A642-A695ACC16F76}" type="presParOf" srcId="{41552F91-1566-4335-8715-F20C6ECEBF59}" destId="{BAD4F065-F2D0-4D4C-A9F1-98DC401C19ED}" srcOrd="4" destOrd="0" presId="urn:microsoft.com/office/officeart/2018/5/layout/CenteredIconLabelDescriptionList"/>
    <dgm:cxn modelId="{CB1FA258-12A1-460B-A23E-BCCA069E5EB4}" type="presParOf" srcId="{678B5953-3D97-4AB5-87AF-9B4BDA10D8AD}" destId="{1A335F3A-3C88-4B13-84E7-3A783605263B}" srcOrd="3" destOrd="0" presId="urn:microsoft.com/office/officeart/2018/5/layout/CenteredIconLabelDescriptionList"/>
    <dgm:cxn modelId="{A5F0823F-36EE-4503-ADC7-F2680358B89F}" type="presParOf" srcId="{678B5953-3D97-4AB5-87AF-9B4BDA10D8AD}" destId="{CA038A28-2AAF-4CAD-9D92-4DF615E8FCFF}" srcOrd="4" destOrd="0" presId="urn:microsoft.com/office/officeart/2018/5/layout/CenteredIconLabelDescriptionList"/>
    <dgm:cxn modelId="{D0603F58-6F3F-4D05-A8C9-4804BD1F6CAC}" type="presParOf" srcId="{CA038A28-2AAF-4CAD-9D92-4DF615E8FCFF}" destId="{14E35252-9ADA-462B-BF18-6C5A3272C322}" srcOrd="0" destOrd="0" presId="urn:microsoft.com/office/officeart/2018/5/layout/CenteredIconLabelDescriptionList"/>
    <dgm:cxn modelId="{35E825D8-628D-4FA2-9B62-EB5BBBD72BD7}" type="presParOf" srcId="{CA038A28-2AAF-4CAD-9D92-4DF615E8FCFF}" destId="{CC40B91D-75AA-476C-B043-D6FAD2F53680}" srcOrd="1" destOrd="0" presId="urn:microsoft.com/office/officeart/2018/5/layout/CenteredIconLabelDescriptionList"/>
    <dgm:cxn modelId="{1B10C109-131D-482B-A41A-99B07E6C57E3}" type="presParOf" srcId="{CA038A28-2AAF-4CAD-9D92-4DF615E8FCFF}" destId="{40AD2EDA-14B5-4B06-A1DB-D3BA6FCCF92B}" srcOrd="2" destOrd="0" presId="urn:microsoft.com/office/officeart/2018/5/layout/CenteredIconLabelDescriptionList"/>
    <dgm:cxn modelId="{17BFD509-8249-4CB3-A52C-8FF136AC4EEB}" type="presParOf" srcId="{CA038A28-2AAF-4CAD-9D92-4DF615E8FCFF}" destId="{EC2525C3-DDAA-4CE3-B064-59D9BA3E63DD}" srcOrd="3" destOrd="0" presId="urn:microsoft.com/office/officeart/2018/5/layout/CenteredIconLabelDescriptionList"/>
    <dgm:cxn modelId="{1D370C44-C45E-4CD4-9F9C-9267DA5D8AEA}" type="presParOf" srcId="{CA038A28-2AAF-4CAD-9D92-4DF615E8FCFF}" destId="{8131FB7C-13C0-4376-8AA0-8783F925B00A}" srcOrd="4" destOrd="0" presId="urn:microsoft.com/office/officeart/2018/5/layout/CenteredIconLabelDescriptionList"/>
    <dgm:cxn modelId="{AB4C4591-461B-4FBE-B2C9-BADD6CF924F9}" type="presParOf" srcId="{678B5953-3D97-4AB5-87AF-9B4BDA10D8AD}" destId="{15B8C0C1-F98B-4CF3-AC0B-1FA5AF65055C}" srcOrd="5" destOrd="0" presId="urn:microsoft.com/office/officeart/2018/5/layout/CenteredIconLabelDescriptionList"/>
    <dgm:cxn modelId="{B37FCBCE-D214-4B7E-B910-61EF0F41812D}" type="presParOf" srcId="{678B5953-3D97-4AB5-87AF-9B4BDA10D8AD}" destId="{9AFF032B-F39B-4359-A1E7-4EF1FA2F9229}" srcOrd="6" destOrd="0" presId="urn:microsoft.com/office/officeart/2018/5/layout/CenteredIconLabelDescriptionList"/>
    <dgm:cxn modelId="{A801CD82-D9E6-48D6-9F22-CF21DE158B39}" type="presParOf" srcId="{9AFF032B-F39B-4359-A1E7-4EF1FA2F9229}" destId="{44207108-8195-4EB2-B7EB-1D3D15B127D2}" srcOrd="0" destOrd="0" presId="urn:microsoft.com/office/officeart/2018/5/layout/CenteredIconLabelDescriptionList"/>
    <dgm:cxn modelId="{610E5977-FFF0-40D7-BDD9-BD83DE9B1377}" type="presParOf" srcId="{9AFF032B-F39B-4359-A1E7-4EF1FA2F9229}" destId="{977133F0-9860-409B-BADB-CA78B446D4EE}" srcOrd="1" destOrd="0" presId="urn:microsoft.com/office/officeart/2018/5/layout/CenteredIconLabelDescriptionList"/>
    <dgm:cxn modelId="{3E0FE132-FDF7-472B-AA18-DEDF220585EE}" type="presParOf" srcId="{9AFF032B-F39B-4359-A1E7-4EF1FA2F9229}" destId="{E8855346-487E-483D-A1A6-C215DD75AE2A}" srcOrd="2" destOrd="0" presId="urn:microsoft.com/office/officeart/2018/5/layout/CenteredIconLabelDescriptionList"/>
    <dgm:cxn modelId="{3C46A319-3D82-49E3-ABBE-11EABFB7CF70}" type="presParOf" srcId="{9AFF032B-F39B-4359-A1E7-4EF1FA2F9229}" destId="{90083B76-5459-40B2-913A-4F75CF51F53D}" srcOrd="3" destOrd="0" presId="urn:microsoft.com/office/officeart/2018/5/layout/CenteredIconLabelDescriptionList"/>
    <dgm:cxn modelId="{78ED7B90-2A82-417D-AFE5-CBADA52CC713}" type="presParOf" srcId="{9AFF032B-F39B-4359-A1E7-4EF1FA2F9229}" destId="{ED4FC98B-1B57-4627-B8E6-D62F1F2F1C0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8EC9BA0-F7D1-4985-B017-051D877B253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D8B099-A18C-4DCB-9C64-7D48A87238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 stack node</a:t>
          </a:r>
          <a:endParaRPr lang="en-US"/>
        </a:p>
      </dgm:t>
    </dgm:pt>
    <dgm:pt modelId="{FC8F29CA-43F7-4DAE-B801-E2FF997BEC87}" type="parTrans" cxnId="{FB97F697-A6CC-412B-8D59-5AB2333673AA}">
      <dgm:prSet/>
      <dgm:spPr/>
      <dgm:t>
        <a:bodyPr/>
        <a:lstStyle/>
        <a:p>
          <a:endParaRPr lang="en-US"/>
        </a:p>
      </dgm:t>
    </dgm:pt>
    <dgm:pt modelId="{76A682E7-9F3C-4108-B618-8B4619456A80}" type="sibTrans" cxnId="{FB97F697-A6CC-412B-8D59-5AB2333673AA}">
      <dgm:prSet/>
      <dgm:spPr/>
      <dgm:t>
        <a:bodyPr/>
        <a:lstStyle/>
        <a:p>
          <a:endParaRPr lang="en-US"/>
        </a:p>
      </dgm:t>
    </dgm:pt>
    <dgm:pt modelId="{B61F11ED-8F60-4375-8CC2-64852CE635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Connection</a:t>
          </a:r>
          <a:endParaRPr lang="en-US"/>
        </a:p>
      </dgm:t>
    </dgm:pt>
    <dgm:pt modelId="{D9144CA8-2417-4719-BC2B-C1D8006495A5}" type="parTrans" cxnId="{45C92BFB-3EB7-4AE9-850B-4F4E832506F6}">
      <dgm:prSet/>
      <dgm:spPr/>
      <dgm:t>
        <a:bodyPr/>
        <a:lstStyle/>
        <a:p>
          <a:endParaRPr lang="en-US"/>
        </a:p>
      </dgm:t>
    </dgm:pt>
    <dgm:pt modelId="{C22D4BE4-4DE2-4F97-A2C0-E4875D17CD46}" type="sibTrans" cxnId="{45C92BFB-3EB7-4AE9-850B-4F4E832506F6}">
      <dgm:prSet/>
      <dgm:spPr/>
      <dgm:t>
        <a:bodyPr/>
        <a:lstStyle/>
        <a:p>
          <a:endParaRPr lang="en-US"/>
        </a:p>
      </dgm:t>
    </dgm:pt>
    <dgm:pt modelId="{E78AE5AA-DA99-4459-ABE2-709E76B240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Resources</a:t>
          </a:r>
          <a:r>
            <a:rPr lang="tr-TR"/>
            <a:t> </a:t>
          </a:r>
          <a:endParaRPr lang="en-US"/>
        </a:p>
      </dgm:t>
    </dgm:pt>
    <dgm:pt modelId="{DDBE3219-E2DD-4785-8716-9E99404F291F}" type="parTrans" cxnId="{161C3CCD-4033-468C-BA38-8D0B8261877C}">
      <dgm:prSet/>
      <dgm:spPr/>
      <dgm:t>
        <a:bodyPr/>
        <a:lstStyle/>
        <a:p>
          <a:endParaRPr lang="en-US"/>
        </a:p>
      </dgm:t>
    </dgm:pt>
    <dgm:pt modelId="{8FEF3A9B-9AC9-4CC3-9D8F-270352B58F22}" type="sibTrans" cxnId="{161C3CCD-4033-468C-BA38-8D0B8261877C}">
      <dgm:prSet/>
      <dgm:spPr/>
      <dgm:t>
        <a:bodyPr/>
        <a:lstStyle/>
        <a:p>
          <a:endParaRPr lang="en-US"/>
        </a:p>
      </dgm:t>
    </dgm:pt>
    <dgm:pt modelId="{A377D2A2-251A-4BDE-9C1E-DF1DD51303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index all transactions</a:t>
          </a:r>
        </a:p>
      </dgm:t>
    </dgm:pt>
    <dgm:pt modelId="{55632629-0BDB-410A-A182-3CB350C3E9C1}" type="parTrans" cxnId="{799B1ED4-527A-4EF9-B795-0B74A936B1DD}">
      <dgm:prSet/>
      <dgm:spPr/>
      <dgm:t>
        <a:bodyPr/>
        <a:lstStyle/>
        <a:p>
          <a:endParaRPr lang="tr-TR"/>
        </a:p>
      </dgm:t>
    </dgm:pt>
    <dgm:pt modelId="{D0082813-77AA-46E1-A6DC-A0E7A1D35124}" type="sibTrans" cxnId="{799B1ED4-527A-4EF9-B795-0B74A936B1DD}">
      <dgm:prSet/>
      <dgm:spPr/>
      <dgm:t>
        <a:bodyPr/>
        <a:lstStyle/>
        <a:p>
          <a:endParaRPr lang="tr-TR"/>
        </a:p>
      </dgm:t>
    </dgm:pt>
    <dgm:pt modelId="{E2CCC6ED-D859-439B-AF77-1878E25D9A1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 copy</a:t>
          </a:r>
          <a:endParaRPr lang="en-US"/>
        </a:p>
      </dgm:t>
    </dgm:pt>
    <dgm:pt modelId="{B47F8247-C5FB-40A9-994B-F3E20C34B8C6}" type="parTrans" cxnId="{A3984933-D711-46A6-9466-82913206C40A}">
      <dgm:prSet/>
      <dgm:spPr/>
      <dgm:t>
        <a:bodyPr/>
        <a:lstStyle/>
        <a:p>
          <a:endParaRPr lang="tr-TR"/>
        </a:p>
      </dgm:t>
    </dgm:pt>
    <dgm:pt modelId="{BB371F0C-9598-4B1B-AD6D-FD628B01A739}" type="sibTrans" cxnId="{A3984933-D711-46A6-9466-82913206C40A}">
      <dgm:prSet/>
      <dgm:spPr/>
      <dgm:t>
        <a:bodyPr/>
        <a:lstStyle/>
        <a:p>
          <a:endParaRPr lang="tr-TR"/>
        </a:p>
      </dgm:t>
    </dgm:pt>
    <dgm:pt modelId="{9922F0D3-4A33-492F-8A9F-8F2CE9816CD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starting from 2009</a:t>
          </a:r>
          <a:endParaRPr lang="en-US"/>
        </a:p>
      </dgm:t>
    </dgm:pt>
    <dgm:pt modelId="{39949FB1-7422-497D-BA43-4BE6904F58BB}" type="parTrans" cxnId="{841ADDF5-1794-4E29-8783-18A270002D01}">
      <dgm:prSet/>
      <dgm:spPr/>
      <dgm:t>
        <a:bodyPr/>
        <a:lstStyle/>
        <a:p>
          <a:endParaRPr lang="tr-TR"/>
        </a:p>
      </dgm:t>
    </dgm:pt>
    <dgm:pt modelId="{F693BDC2-D0DF-4320-82CF-1BB265636634}" type="sibTrans" cxnId="{841ADDF5-1794-4E29-8783-18A270002D01}">
      <dgm:prSet/>
      <dgm:spPr/>
      <dgm:t>
        <a:bodyPr/>
        <a:lstStyle/>
        <a:p>
          <a:endParaRPr lang="tr-TR"/>
        </a:p>
      </dgm:t>
    </dgm:pt>
    <dgm:pt modelId="{52B47DDD-F0F5-4D12-99BE-7B49068B6D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keep a full copy of the blockchain</a:t>
          </a:r>
        </a:p>
      </dgm:t>
    </dgm:pt>
    <dgm:pt modelId="{81F1CC05-074B-4DFE-A612-28D3E09AC0E4}" type="parTrans" cxnId="{902A8338-B3FC-4912-8081-F6AE37A37D3E}">
      <dgm:prSet/>
      <dgm:spPr/>
      <dgm:t>
        <a:bodyPr/>
        <a:lstStyle/>
        <a:p>
          <a:endParaRPr lang="tr-TR"/>
        </a:p>
      </dgm:t>
    </dgm:pt>
    <dgm:pt modelId="{B7A825BE-48F7-4E15-94F3-AA20E7153B7B}" type="sibTrans" cxnId="{902A8338-B3FC-4912-8081-F6AE37A37D3E}">
      <dgm:prSet/>
      <dgm:spPr/>
      <dgm:t>
        <a:bodyPr/>
        <a:lstStyle/>
        <a:p>
          <a:endParaRPr lang="tr-TR"/>
        </a:p>
      </dgm:t>
    </dgm:pt>
    <dgm:pt modelId="{65D1D72B-76F1-4E01-91D9-0E2EB84A5D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process transactions</a:t>
          </a:r>
        </a:p>
      </dgm:t>
    </dgm:pt>
    <dgm:pt modelId="{84A7B77F-2845-4001-AC72-CD93717A08F4}" type="parTrans" cxnId="{05213EAC-5F30-4D66-BA35-6565D1E13F50}">
      <dgm:prSet/>
      <dgm:spPr/>
      <dgm:t>
        <a:bodyPr/>
        <a:lstStyle/>
        <a:p>
          <a:endParaRPr lang="tr-TR"/>
        </a:p>
      </dgm:t>
    </dgm:pt>
    <dgm:pt modelId="{7CF5D913-0435-47EE-9157-F287C17CEE22}" type="sibTrans" cxnId="{05213EAC-5F30-4D66-BA35-6565D1E13F50}">
      <dgm:prSet/>
      <dgm:spPr/>
      <dgm:t>
        <a:bodyPr/>
        <a:lstStyle/>
        <a:p>
          <a:endParaRPr lang="tr-TR"/>
        </a:p>
      </dgm:t>
    </dgm:pt>
    <dgm:pt modelId="{E3D84EF6-236F-4CB2-86B5-2700D338BE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permanently connected system </a:t>
          </a:r>
        </a:p>
      </dgm:t>
    </dgm:pt>
    <dgm:pt modelId="{C609E08B-A976-4AB6-887D-C442C26AF9DF}" type="parTrans" cxnId="{F1F608CA-9E4B-4DE6-8BD7-2137A591E47C}">
      <dgm:prSet/>
      <dgm:spPr/>
      <dgm:t>
        <a:bodyPr/>
        <a:lstStyle/>
        <a:p>
          <a:endParaRPr lang="tr-TR"/>
        </a:p>
      </dgm:t>
    </dgm:pt>
    <dgm:pt modelId="{B94E3877-B982-469D-B925-4318A2416619}" type="sibTrans" cxnId="{F1F608CA-9E4B-4DE6-8BD7-2137A591E47C}">
      <dgm:prSet/>
      <dgm:spPr/>
      <dgm:t>
        <a:bodyPr/>
        <a:lstStyle/>
        <a:p>
          <a:endParaRPr lang="tr-TR"/>
        </a:p>
      </dgm:t>
    </dgm:pt>
    <dgm:pt modelId="{99696737-B8FD-439D-8480-EE7009D5FA21}" type="pres">
      <dgm:prSet presAssocID="{A8EC9BA0-F7D1-4985-B017-051D877B2531}" presName="root" presStyleCnt="0">
        <dgm:presLayoutVars>
          <dgm:dir/>
          <dgm:resizeHandles val="exact"/>
        </dgm:presLayoutVars>
      </dgm:prSet>
      <dgm:spPr/>
    </dgm:pt>
    <dgm:pt modelId="{170B879F-B42B-4842-9C96-88E3EEE41B93}" type="pres">
      <dgm:prSet presAssocID="{F0D8B099-A18C-4DCB-9C64-7D48A872386D}" presName="compNode" presStyleCnt="0"/>
      <dgm:spPr/>
    </dgm:pt>
    <dgm:pt modelId="{B6022994-A070-4065-84F3-CC1911AB1D36}" type="pres">
      <dgm:prSet presAssocID="{F0D8B099-A18C-4DCB-9C64-7D48A87238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D46A7C7-FD39-4911-99B3-D573CBF7FE0B}" type="pres">
      <dgm:prSet presAssocID="{F0D8B099-A18C-4DCB-9C64-7D48A872386D}" presName="iconSpace" presStyleCnt="0"/>
      <dgm:spPr/>
    </dgm:pt>
    <dgm:pt modelId="{28FC3DCE-6F0E-4823-B9B2-26F83A2D0E1E}" type="pres">
      <dgm:prSet presAssocID="{F0D8B099-A18C-4DCB-9C64-7D48A872386D}" presName="parTx" presStyleLbl="revTx" presStyleIdx="0" presStyleCnt="8">
        <dgm:presLayoutVars>
          <dgm:chMax val="0"/>
          <dgm:chPref val="0"/>
        </dgm:presLayoutVars>
      </dgm:prSet>
      <dgm:spPr/>
    </dgm:pt>
    <dgm:pt modelId="{C3AD9EBD-E3D7-4D24-9A21-F4824AFC943F}" type="pres">
      <dgm:prSet presAssocID="{F0D8B099-A18C-4DCB-9C64-7D48A872386D}" presName="txSpace" presStyleCnt="0"/>
      <dgm:spPr/>
    </dgm:pt>
    <dgm:pt modelId="{B0D5951A-B4BD-4558-9069-731395D2D1FB}" type="pres">
      <dgm:prSet presAssocID="{F0D8B099-A18C-4DCB-9C64-7D48A872386D}" presName="desTx" presStyleLbl="revTx" presStyleIdx="1" presStyleCnt="8">
        <dgm:presLayoutVars/>
      </dgm:prSet>
      <dgm:spPr/>
    </dgm:pt>
    <dgm:pt modelId="{CAA0AD1F-F6A7-4966-A6BF-DAFB4714A80B}" type="pres">
      <dgm:prSet presAssocID="{76A682E7-9F3C-4108-B618-8B4619456A80}" presName="sibTrans" presStyleCnt="0"/>
      <dgm:spPr/>
    </dgm:pt>
    <dgm:pt modelId="{46201C59-DBF0-4ED1-BCF7-54BB06D7D517}" type="pres">
      <dgm:prSet presAssocID="{E2CCC6ED-D859-439B-AF77-1878E25D9A14}" presName="compNode" presStyleCnt="0"/>
      <dgm:spPr/>
    </dgm:pt>
    <dgm:pt modelId="{FC0AB23B-5A11-4025-9B41-681F622AF933}" type="pres">
      <dgm:prSet presAssocID="{E2CCC6ED-D859-439B-AF77-1878E25D9A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A7823C55-4AF4-4851-A316-178BB3CDE414}" type="pres">
      <dgm:prSet presAssocID="{E2CCC6ED-D859-439B-AF77-1878E25D9A14}" presName="iconSpace" presStyleCnt="0"/>
      <dgm:spPr/>
    </dgm:pt>
    <dgm:pt modelId="{4CE3E0C9-64DC-4EB0-87C2-AAFF7314B38B}" type="pres">
      <dgm:prSet presAssocID="{E2CCC6ED-D859-439B-AF77-1878E25D9A14}" presName="parTx" presStyleLbl="revTx" presStyleIdx="2" presStyleCnt="8">
        <dgm:presLayoutVars>
          <dgm:chMax val="0"/>
          <dgm:chPref val="0"/>
        </dgm:presLayoutVars>
      </dgm:prSet>
      <dgm:spPr/>
    </dgm:pt>
    <dgm:pt modelId="{C0E20595-FFBD-40E8-8B8A-E4F4BD71317F}" type="pres">
      <dgm:prSet presAssocID="{E2CCC6ED-D859-439B-AF77-1878E25D9A14}" presName="txSpace" presStyleCnt="0"/>
      <dgm:spPr/>
    </dgm:pt>
    <dgm:pt modelId="{FEC8D60D-D22C-45BA-B9DC-0FB66B8AC649}" type="pres">
      <dgm:prSet presAssocID="{E2CCC6ED-D859-439B-AF77-1878E25D9A14}" presName="desTx" presStyleLbl="revTx" presStyleIdx="3" presStyleCnt="8">
        <dgm:presLayoutVars/>
      </dgm:prSet>
      <dgm:spPr/>
    </dgm:pt>
    <dgm:pt modelId="{7F1DD9FE-4C6B-45EE-94D0-8B24A31C120D}" type="pres">
      <dgm:prSet presAssocID="{BB371F0C-9598-4B1B-AD6D-FD628B01A739}" presName="sibTrans" presStyleCnt="0"/>
      <dgm:spPr/>
    </dgm:pt>
    <dgm:pt modelId="{8666CD37-BE6A-449D-A8B0-D0136600798B}" type="pres">
      <dgm:prSet presAssocID="{B61F11ED-8F60-4375-8CC2-64852CE6358D}" presName="compNode" presStyleCnt="0"/>
      <dgm:spPr/>
    </dgm:pt>
    <dgm:pt modelId="{1B532A17-325E-4D34-95FB-FC03ACE55C13}" type="pres">
      <dgm:prSet presAssocID="{B61F11ED-8F60-4375-8CC2-64852CE635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4AA76E-093B-4815-8288-AF49F42B17E9}" type="pres">
      <dgm:prSet presAssocID="{B61F11ED-8F60-4375-8CC2-64852CE6358D}" presName="iconSpace" presStyleCnt="0"/>
      <dgm:spPr/>
    </dgm:pt>
    <dgm:pt modelId="{D6F5BE6D-EE79-4B39-97B0-480378376C7A}" type="pres">
      <dgm:prSet presAssocID="{B61F11ED-8F60-4375-8CC2-64852CE6358D}" presName="parTx" presStyleLbl="revTx" presStyleIdx="4" presStyleCnt="8">
        <dgm:presLayoutVars>
          <dgm:chMax val="0"/>
          <dgm:chPref val="0"/>
        </dgm:presLayoutVars>
      </dgm:prSet>
      <dgm:spPr/>
    </dgm:pt>
    <dgm:pt modelId="{2767E371-66F5-4C23-99FB-A427C7135AC1}" type="pres">
      <dgm:prSet presAssocID="{B61F11ED-8F60-4375-8CC2-64852CE6358D}" presName="txSpace" presStyleCnt="0"/>
      <dgm:spPr/>
    </dgm:pt>
    <dgm:pt modelId="{8EE06265-1306-473D-A7B2-7A258B6C1F5E}" type="pres">
      <dgm:prSet presAssocID="{B61F11ED-8F60-4375-8CC2-64852CE6358D}" presName="desTx" presStyleLbl="revTx" presStyleIdx="5" presStyleCnt="8">
        <dgm:presLayoutVars/>
      </dgm:prSet>
      <dgm:spPr/>
    </dgm:pt>
    <dgm:pt modelId="{972CAFE5-25B1-4538-BBBF-659702CA87B2}" type="pres">
      <dgm:prSet presAssocID="{C22D4BE4-4DE2-4F97-A2C0-E4875D17CD46}" presName="sibTrans" presStyleCnt="0"/>
      <dgm:spPr/>
    </dgm:pt>
    <dgm:pt modelId="{2C3A39AD-0541-4994-B6C6-B8B08CE97835}" type="pres">
      <dgm:prSet presAssocID="{E78AE5AA-DA99-4459-ABE2-709E76B240DC}" presName="compNode" presStyleCnt="0"/>
      <dgm:spPr/>
    </dgm:pt>
    <dgm:pt modelId="{A614A44E-67BC-4ADB-9FB8-311B0B47566E}" type="pres">
      <dgm:prSet presAssocID="{E78AE5AA-DA99-4459-ABE2-709E76B240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5B0BAEC6-2285-4E4F-81E1-08D432B7C73F}" type="pres">
      <dgm:prSet presAssocID="{E78AE5AA-DA99-4459-ABE2-709E76B240DC}" presName="iconSpace" presStyleCnt="0"/>
      <dgm:spPr/>
    </dgm:pt>
    <dgm:pt modelId="{D589506A-AD6C-4204-9905-7681D8C30836}" type="pres">
      <dgm:prSet presAssocID="{E78AE5AA-DA99-4459-ABE2-709E76B240DC}" presName="parTx" presStyleLbl="revTx" presStyleIdx="6" presStyleCnt="8">
        <dgm:presLayoutVars>
          <dgm:chMax val="0"/>
          <dgm:chPref val="0"/>
        </dgm:presLayoutVars>
      </dgm:prSet>
      <dgm:spPr/>
    </dgm:pt>
    <dgm:pt modelId="{A8E30B56-C666-428B-A483-800BB5AF041F}" type="pres">
      <dgm:prSet presAssocID="{E78AE5AA-DA99-4459-ABE2-709E76B240DC}" presName="txSpace" presStyleCnt="0"/>
      <dgm:spPr/>
    </dgm:pt>
    <dgm:pt modelId="{05CFCC52-C473-4766-9F8F-3E823604D3A4}" type="pres">
      <dgm:prSet presAssocID="{E78AE5AA-DA99-4459-ABE2-709E76B240DC}" presName="desTx" presStyleLbl="revTx" presStyleIdx="7" presStyleCnt="8">
        <dgm:presLayoutVars/>
      </dgm:prSet>
      <dgm:spPr/>
    </dgm:pt>
  </dgm:ptLst>
  <dgm:cxnLst>
    <dgm:cxn modelId="{73929303-123E-47FB-A5A8-794EB75B5920}" type="presOf" srcId="{F0D8B099-A18C-4DCB-9C64-7D48A872386D}" destId="{28FC3DCE-6F0E-4823-B9B2-26F83A2D0E1E}" srcOrd="0" destOrd="0" presId="urn:microsoft.com/office/officeart/2018/2/layout/IconLabelDescriptionList"/>
    <dgm:cxn modelId="{116C7B2E-B1E1-4137-BDC5-A1F6243EA329}" type="presOf" srcId="{E3D84EF6-236F-4CB2-86B5-2700D338BEF0}" destId="{8EE06265-1306-473D-A7B2-7A258B6C1F5E}" srcOrd="0" destOrd="0" presId="urn:microsoft.com/office/officeart/2018/2/layout/IconLabelDescriptionList"/>
    <dgm:cxn modelId="{A3984933-D711-46A6-9466-82913206C40A}" srcId="{A8EC9BA0-F7D1-4985-B017-051D877B2531}" destId="{E2CCC6ED-D859-439B-AF77-1878E25D9A14}" srcOrd="1" destOrd="0" parTransId="{B47F8247-C5FB-40A9-994B-F3E20C34B8C6}" sibTransId="{BB371F0C-9598-4B1B-AD6D-FD628B01A739}"/>
    <dgm:cxn modelId="{7BCDF433-CB5C-4F1B-8E28-051C5D9F8F97}" type="presOf" srcId="{E78AE5AA-DA99-4459-ABE2-709E76B240DC}" destId="{D589506A-AD6C-4204-9905-7681D8C30836}" srcOrd="0" destOrd="0" presId="urn:microsoft.com/office/officeart/2018/2/layout/IconLabelDescriptionList"/>
    <dgm:cxn modelId="{902A8338-B3FC-4912-8081-F6AE37A37D3E}" srcId="{E2CCC6ED-D859-439B-AF77-1878E25D9A14}" destId="{52B47DDD-F0F5-4D12-99BE-7B49068B6D69}" srcOrd="0" destOrd="0" parTransId="{81F1CC05-074B-4DFE-A612-28D3E09AC0E4}" sibTransId="{B7A825BE-48F7-4E15-94F3-AA20E7153B7B}"/>
    <dgm:cxn modelId="{69359B3C-2019-4B3E-AE20-82DF2FB096DF}" type="presOf" srcId="{B61F11ED-8F60-4375-8CC2-64852CE6358D}" destId="{D6F5BE6D-EE79-4B39-97B0-480378376C7A}" srcOrd="0" destOrd="0" presId="urn:microsoft.com/office/officeart/2018/2/layout/IconLabelDescriptionList"/>
    <dgm:cxn modelId="{9414AD6C-14B4-4880-B287-87F7573CAF3C}" type="presOf" srcId="{52B47DDD-F0F5-4D12-99BE-7B49068B6D69}" destId="{FEC8D60D-D22C-45BA-B9DC-0FB66B8AC649}" srcOrd="0" destOrd="0" presId="urn:microsoft.com/office/officeart/2018/2/layout/IconLabelDescriptionList"/>
    <dgm:cxn modelId="{2D11C58E-4A40-4D14-ABA2-8975166114D7}" type="presOf" srcId="{9922F0D3-4A33-492F-8A9F-8F2CE9816CD1}" destId="{B0D5951A-B4BD-4558-9069-731395D2D1FB}" srcOrd="0" destOrd="1" presId="urn:microsoft.com/office/officeart/2018/2/layout/IconLabelDescriptionList"/>
    <dgm:cxn modelId="{FB97F697-A6CC-412B-8D59-5AB2333673AA}" srcId="{A8EC9BA0-F7D1-4985-B017-051D877B2531}" destId="{F0D8B099-A18C-4DCB-9C64-7D48A872386D}" srcOrd="0" destOrd="0" parTransId="{FC8F29CA-43F7-4DAE-B801-E2FF997BEC87}" sibTransId="{76A682E7-9F3C-4108-B618-8B4619456A80}"/>
    <dgm:cxn modelId="{80EEB6A3-26AA-424F-803F-7ACD12A3635B}" type="presOf" srcId="{A377D2A2-251A-4BDE-9C1E-DF1DD5130383}" destId="{B0D5951A-B4BD-4558-9069-731395D2D1FB}" srcOrd="0" destOrd="0" presId="urn:microsoft.com/office/officeart/2018/2/layout/IconLabelDescriptionList"/>
    <dgm:cxn modelId="{05213EAC-5F30-4D66-BA35-6565D1E13F50}" srcId="{E78AE5AA-DA99-4459-ABE2-709E76B240DC}" destId="{65D1D72B-76F1-4E01-91D9-0E2EB84A5DB4}" srcOrd="0" destOrd="0" parTransId="{84A7B77F-2845-4001-AC72-CD93717A08F4}" sibTransId="{7CF5D913-0435-47EE-9157-F287C17CEE22}"/>
    <dgm:cxn modelId="{43BD0DB3-0247-4C27-BCEB-0C0E2ABF5FA2}" type="presOf" srcId="{A8EC9BA0-F7D1-4985-B017-051D877B2531}" destId="{99696737-B8FD-439D-8480-EE7009D5FA21}" srcOrd="0" destOrd="0" presId="urn:microsoft.com/office/officeart/2018/2/layout/IconLabelDescriptionList"/>
    <dgm:cxn modelId="{EF83A9B9-45F5-4725-A936-F646EFEBB280}" type="presOf" srcId="{E2CCC6ED-D859-439B-AF77-1878E25D9A14}" destId="{4CE3E0C9-64DC-4EB0-87C2-AAFF7314B38B}" srcOrd="0" destOrd="0" presId="urn:microsoft.com/office/officeart/2018/2/layout/IconLabelDescriptionList"/>
    <dgm:cxn modelId="{F1F608CA-9E4B-4DE6-8BD7-2137A591E47C}" srcId="{B61F11ED-8F60-4375-8CC2-64852CE6358D}" destId="{E3D84EF6-236F-4CB2-86B5-2700D338BEF0}" srcOrd="0" destOrd="0" parTransId="{C609E08B-A976-4AB6-887D-C442C26AF9DF}" sibTransId="{B94E3877-B982-469D-B925-4318A2416619}"/>
    <dgm:cxn modelId="{161C3CCD-4033-468C-BA38-8D0B8261877C}" srcId="{A8EC9BA0-F7D1-4985-B017-051D877B2531}" destId="{E78AE5AA-DA99-4459-ABE2-709E76B240DC}" srcOrd="3" destOrd="0" parTransId="{DDBE3219-E2DD-4785-8716-9E99404F291F}" sibTransId="{8FEF3A9B-9AC9-4CC3-9D8F-270352B58F22}"/>
    <dgm:cxn modelId="{9F9DAED0-57C3-453E-8011-2A0B4AC15342}" type="presOf" srcId="{65D1D72B-76F1-4E01-91D9-0E2EB84A5DB4}" destId="{05CFCC52-C473-4766-9F8F-3E823604D3A4}" srcOrd="0" destOrd="0" presId="urn:microsoft.com/office/officeart/2018/2/layout/IconLabelDescriptionList"/>
    <dgm:cxn modelId="{799B1ED4-527A-4EF9-B795-0B74A936B1DD}" srcId="{F0D8B099-A18C-4DCB-9C64-7D48A872386D}" destId="{A377D2A2-251A-4BDE-9C1E-DF1DD5130383}" srcOrd="0" destOrd="0" parTransId="{55632629-0BDB-410A-A182-3CB350C3E9C1}" sibTransId="{D0082813-77AA-46E1-A6DC-A0E7A1D35124}"/>
    <dgm:cxn modelId="{841ADDF5-1794-4E29-8783-18A270002D01}" srcId="{F0D8B099-A18C-4DCB-9C64-7D48A872386D}" destId="{9922F0D3-4A33-492F-8A9F-8F2CE9816CD1}" srcOrd="1" destOrd="0" parTransId="{39949FB1-7422-497D-BA43-4BE6904F58BB}" sibTransId="{F693BDC2-D0DF-4320-82CF-1BB265636634}"/>
    <dgm:cxn modelId="{45C92BFB-3EB7-4AE9-850B-4F4E832506F6}" srcId="{A8EC9BA0-F7D1-4985-B017-051D877B2531}" destId="{B61F11ED-8F60-4375-8CC2-64852CE6358D}" srcOrd="2" destOrd="0" parTransId="{D9144CA8-2417-4719-BC2B-C1D8006495A5}" sibTransId="{C22D4BE4-4DE2-4F97-A2C0-E4875D17CD46}"/>
    <dgm:cxn modelId="{BF5DE275-A39A-4A53-9FB1-856A02B260BF}" type="presParOf" srcId="{99696737-B8FD-439D-8480-EE7009D5FA21}" destId="{170B879F-B42B-4842-9C96-88E3EEE41B93}" srcOrd="0" destOrd="0" presId="urn:microsoft.com/office/officeart/2018/2/layout/IconLabelDescriptionList"/>
    <dgm:cxn modelId="{3983E782-E710-40C9-AD97-16521D7B07C3}" type="presParOf" srcId="{170B879F-B42B-4842-9C96-88E3EEE41B93}" destId="{B6022994-A070-4065-84F3-CC1911AB1D36}" srcOrd="0" destOrd="0" presId="urn:microsoft.com/office/officeart/2018/2/layout/IconLabelDescriptionList"/>
    <dgm:cxn modelId="{4888FCE3-3AFD-42CC-98F0-E486F72EA6D0}" type="presParOf" srcId="{170B879F-B42B-4842-9C96-88E3EEE41B93}" destId="{FD46A7C7-FD39-4911-99B3-D573CBF7FE0B}" srcOrd="1" destOrd="0" presId="urn:microsoft.com/office/officeart/2018/2/layout/IconLabelDescriptionList"/>
    <dgm:cxn modelId="{523FB153-5360-45F0-B745-F95B68E5866E}" type="presParOf" srcId="{170B879F-B42B-4842-9C96-88E3EEE41B93}" destId="{28FC3DCE-6F0E-4823-B9B2-26F83A2D0E1E}" srcOrd="2" destOrd="0" presId="urn:microsoft.com/office/officeart/2018/2/layout/IconLabelDescriptionList"/>
    <dgm:cxn modelId="{1B0B1CBE-A8D6-40A6-8DE1-EF7C64773519}" type="presParOf" srcId="{170B879F-B42B-4842-9C96-88E3EEE41B93}" destId="{C3AD9EBD-E3D7-4D24-9A21-F4824AFC943F}" srcOrd="3" destOrd="0" presId="urn:microsoft.com/office/officeart/2018/2/layout/IconLabelDescriptionList"/>
    <dgm:cxn modelId="{E885BE3A-3DC4-4FDB-8364-CCEF3F263808}" type="presParOf" srcId="{170B879F-B42B-4842-9C96-88E3EEE41B93}" destId="{B0D5951A-B4BD-4558-9069-731395D2D1FB}" srcOrd="4" destOrd="0" presId="urn:microsoft.com/office/officeart/2018/2/layout/IconLabelDescriptionList"/>
    <dgm:cxn modelId="{E5891924-1687-41FE-A9E8-6451C895621B}" type="presParOf" srcId="{99696737-B8FD-439D-8480-EE7009D5FA21}" destId="{CAA0AD1F-F6A7-4966-A6BF-DAFB4714A80B}" srcOrd="1" destOrd="0" presId="urn:microsoft.com/office/officeart/2018/2/layout/IconLabelDescriptionList"/>
    <dgm:cxn modelId="{ECC57EB8-CFD1-4737-8828-9690DF929832}" type="presParOf" srcId="{99696737-B8FD-439D-8480-EE7009D5FA21}" destId="{46201C59-DBF0-4ED1-BCF7-54BB06D7D517}" srcOrd="2" destOrd="0" presId="urn:microsoft.com/office/officeart/2018/2/layout/IconLabelDescriptionList"/>
    <dgm:cxn modelId="{B6E1FC6E-34D0-423C-BB06-D9A4712A7231}" type="presParOf" srcId="{46201C59-DBF0-4ED1-BCF7-54BB06D7D517}" destId="{FC0AB23B-5A11-4025-9B41-681F622AF933}" srcOrd="0" destOrd="0" presId="urn:microsoft.com/office/officeart/2018/2/layout/IconLabelDescriptionList"/>
    <dgm:cxn modelId="{A24F789A-4FA5-4010-819B-05171E3F0547}" type="presParOf" srcId="{46201C59-DBF0-4ED1-BCF7-54BB06D7D517}" destId="{A7823C55-4AF4-4851-A316-178BB3CDE414}" srcOrd="1" destOrd="0" presId="urn:microsoft.com/office/officeart/2018/2/layout/IconLabelDescriptionList"/>
    <dgm:cxn modelId="{70E54EB5-8A71-40CF-A4DC-9900F55873F4}" type="presParOf" srcId="{46201C59-DBF0-4ED1-BCF7-54BB06D7D517}" destId="{4CE3E0C9-64DC-4EB0-87C2-AAFF7314B38B}" srcOrd="2" destOrd="0" presId="urn:microsoft.com/office/officeart/2018/2/layout/IconLabelDescriptionList"/>
    <dgm:cxn modelId="{F6EA950E-8E49-4C0C-9427-CEB2FCFB5DE5}" type="presParOf" srcId="{46201C59-DBF0-4ED1-BCF7-54BB06D7D517}" destId="{C0E20595-FFBD-40E8-8B8A-E4F4BD71317F}" srcOrd="3" destOrd="0" presId="urn:microsoft.com/office/officeart/2018/2/layout/IconLabelDescriptionList"/>
    <dgm:cxn modelId="{494EC1A8-0912-4935-BF1B-5786B9D4A124}" type="presParOf" srcId="{46201C59-DBF0-4ED1-BCF7-54BB06D7D517}" destId="{FEC8D60D-D22C-45BA-B9DC-0FB66B8AC649}" srcOrd="4" destOrd="0" presId="urn:microsoft.com/office/officeart/2018/2/layout/IconLabelDescriptionList"/>
    <dgm:cxn modelId="{6B938BD4-1648-4E8E-8B30-235711EC7C0D}" type="presParOf" srcId="{99696737-B8FD-439D-8480-EE7009D5FA21}" destId="{7F1DD9FE-4C6B-45EE-94D0-8B24A31C120D}" srcOrd="3" destOrd="0" presId="urn:microsoft.com/office/officeart/2018/2/layout/IconLabelDescriptionList"/>
    <dgm:cxn modelId="{FBF91451-A4FE-4CCF-B720-4BBD35E661B2}" type="presParOf" srcId="{99696737-B8FD-439D-8480-EE7009D5FA21}" destId="{8666CD37-BE6A-449D-A8B0-D0136600798B}" srcOrd="4" destOrd="0" presId="urn:microsoft.com/office/officeart/2018/2/layout/IconLabelDescriptionList"/>
    <dgm:cxn modelId="{54BDB455-3F48-4C4E-9A1A-67BA10C53CD5}" type="presParOf" srcId="{8666CD37-BE6A-449D-A8B0-D0136600798B}" destId="{1B532A17-325E-4D34-95FB-FC03ACE55C13}" srcOrd="0" destOrd="0" presId="urn:microsoft.com/office/officeart/2018/2/layout/IconLabelDescriptionList"/>
    <dgm:cxn modelId="{58FD5B2E-22E1-4903-A17A-BEFD1E102F82}" type="presParOf" srcId="{8666CD37-BE6A-449D-A8B0-D0136600798B}" destId="{804AA76E-093B-4815-8288-AF49F42B17E9}" srcOrd="1" destOrd="0" presId="urn:microsoft.com/office/officeart/2018/2/layout/IconLabelDescriptionList"/>
    <dgm:cxn modelId="{3A97F859-2B7F-4FE4-A780-389D756EA5AC}" type="presParOf" srcId="{8666CD37-BE6A-449D-A8B0-D0136600798B}" destId="{D6F5BE6D-EE79-4B39-97B0-480378376C7A}" srcOrd="2" destOrd="0" presId="urn:microsoft.com/office/officeart/2018/2/layout/IconLabelDescriptionList"/>
    <dgm:cxn modelId="{A31DD1BF-F066-47ED-BC62-6DECDAFC33B3}" type="presParOf" srcId="{8666CD37-BE6A-449D-A8B0-D0136600798B}" destId="{2767E371-66F5-4C23-99FB-A427C7135AC1}" srcOrd="3" destOrd="0" presId="urn:microsoft.com/office/officeart/2018/2/layout/IconLabelDescriptionList"/>
    <dgm:cxn modelId="{9B6067CB-09B6-4C43-A152-7E77A58DACA0}" type="presParOf" srcId="{8666CD37-BE6A-449D-A8B0-D0136600798B}" destId="{8EE06265-1306-473D-A7B2-7A258B6C1F5E}" srcOrd="4" destOrd="0" presId="urn:microsoft.com/office/officeart/2018/2/layout/IconLabelDescriptionList"/>
    <dgm:cxn modelId="{C5F2E873-6A87-486E-BFE0-6F23CB5B56DC}" type="presParOf" srcId="{99696737-B8FD-439D-8480-EE7009D5FA21}" destId="{972CAFE5-25B1-4538-BBBF-659702CA87B2}" srcOrd="5" destOrd="0" presId="urn:microsoft.com/office/officeart/2018/2/layout/IconLabelDescriptionList"/>
    <dgm:cxn modelId="{A8414E99-3A08-45E9-A311-20835CD7A954}" type="presParOf" srcId="{99696737-B8FD-439D-8480-EE7009D5FA21}" destId="{2C3A39AD-0541-4994-B6C6-B8B08CE97835}" srcOrd="6" destOrd="0" presId="urn:microsoft.com/office/officeart/2018/2/layout/IconLabelDescriptionList"/>
    <dgm:cxn modelId="{C3DCC076-A0D8-475F-91CA-276489A08B24}" type="presParOf" srcId="{2C3A39AD-0541-4994-B6C6-B8B08CE97835}" destId="{A614A44E-67BC-4ADB-9FB8-311B0B47566E}" srcOrd="0" destOrd="0" presId="urn:microsoft.com/office/officeart/2018/2/layout/IconLabelDescriptionList"/>
    <dgm:cxn modelId="{D56BD8DC-0D94-4DBB-9B18-52D3A6179766}" type="presParOf" srcId="{2C3A39AD-0541-4994-B6C6-B8B08CE97835}" destId="{5B0BAEC6-2285-4E4F-81E1-08D432B7C73F}" srcOrd="1" destOrd="0" presId="urn:microsoft.com/office/officeart/2018/2/layout/IconLabelDescriptionList"/>
    <dgm:cxn modelId="{2642EDA7-0C5E-4F78-BCDB-BC0D195403DF}" type="presParOf" srcId="{2C3A39AD-0541-4994-B6C6-B8B08CE97835}" destId="{D589506A-AD6C-4204-9905-7681D8C30836}" srcOrd="2" destOrd="0" presId="urn:microsoft.com/office/officeart/2018/2/layout/IconLabelDescriptionList"/>
    <dgm:cxn modelId="{A19B9923-4F6B-43EA-A46A-8AF2AD84664B}" type="presParOf" srcId="{2C3A39AD-0541-4994-B6C6-B8B08CE97835}" destId="{A8E30B56-C666-428B-A483-800BB5AF041F}" srcOrd="3" destOrd="0" presId="urn:microsoft.com/office/officeart/2018/2/layout/IconLabelDescriptionList"/>
    <dgm:cxn modelId="{F978E537-F527-4A3A-9B31-B3173CEC7993}" type="presParOf" srcId="{2C3A39AD-0541-4994-B6C6-B8B08CE97835}" destId="{05CFCC52-C473-4766-9F8F-3E823604D3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8EC9BA0-F7D1-4985-B017-051D877B253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9149473-FC09-4A6B-A8EB-B63CC3FD6CC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Configuration</a:t>
          </a:r>
          <a:endParaRPr lang="en-US"/>
        </a:p>
      </dgm:t>
    </dgm:pt>
    <dgm:pt modelId="{076B28B2-E91C-4F93-B9F9-DC66652197F4}" type="parTrans" cxnId="{EE9285C7-4ED4-4E91-ABFF-6905854D760F}">
      <dgm:prSet/>
      <dgm:spPr/>
      <dgm:t>
        <a:bodyPr/>
        <a:lstStyle/>
        <a:p>
          <a:endParaRPr lang="en-US"/>
        </a:p>
      </dgm:t>
    </dgm:pt>
    <dgm:pt modelId="{81981AF2-BD29-4CFB-875F-98E6DFB34B2F}" type="sibTrans" cxnId="{EE9285C7-4ED4-4E91-ABFF-6905854D760F}">
      <dgm:prSet/>
      <dgm:spPr/>
      <dgm:t>
        <a:bodyPr/>
        <a:lstStyle/>
        <a:p>
          <a:endParaRPr lang="en-US"/>
        </a:p>
      </dgm:t>
    </dgm:pt>
    <dgm:pt modelId="{BF259C7E-A99B-465D-88B8-B158F89CD98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 dirty="0"/>
            <a:t>2</a:t>
          </a:r>
          <a:r>
            <a:rPr lang="tr-TR" dirty="0"/>
            <a:t> GB </a:t>
          </a:r>
          <a:r>
            <a:rPr lang="en-US" dirty="0"/>
            <a:t>RAM</a:t>
          </a:r>
        </a:p>
      </dgm:t>
    </dgm:pt>
    <dgm:pt modelId="{BC6805F5-7891-4A2D-8C2A-E01158AD7428}" type="parTrans" cxnId="{CCBDEC00-4407-4EDD-86D2-F8ABE094D2F4}">
      <dgm:prSet/>
      <dgm:spPr/>
      <dgm:t>
        <a:bodyPr/>
        <a:lstStyle/>
        <a:p>
          <a:endParaRPr lang="en-US"/>
        </a:p>
      </dgm:t>
    </dgm:pt>
    <dgm:pt modelId="{74F32EDE-8F92-43BC-94DD-21E41E518F91}" type="sibTrans" cxnId="{CCBDEC00-4407-4EDD-86D2-F8ABE094D2F4}">
      <dgm:prSet/>
      <dgm:spPr/>
      <dgm:t>
        <a:bodyPr/>
        <a:lstStyle/>
        <a:p>
          <a:endParaRPr lang="en-US"/>
        </a:p>
      </dgm:t>
    </dgm:pt>
    <dgm:pt modelId="{525E08FC-4EAF-45CA-9FB7-9BBDEEC8FF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one-time download of about </a:t>
          </a:r>
          <a:r>
            <a:rPr lang="en-US" b="1" i="0" dirty="0"/>
            <a:t>400GB</a:t>
          </a:r>
          <a:r>
            <a:rPr lang="en-US" b="0" i="0" dirty="0"/>
            <a:t> of data </a:t>
          </a:r>
          <a:endParaRPr lang="tr-TR" b="0" i="0" dirty="0"/>
        </a:p>
        <a:p>
          <a:pPr>
            <a:lnSpc>
              <a:spcPct val="100000"/>
            </a:lnSpc>
          </a:pPr>
          <a:r>
            <a:rPr lang="en-US" b="0" i="0" dirty="0"/>
            <a:t>plus a further </a:t>
          </a:r>
          <a:r>
            <a:rPr lang="en-US" b="1" i="0" dirty="0"/>
            <a:t>5-10GB</a:t>
          </a:r>
          <a:r>
            <a:rPr lang="en-US" b="0" i="0" dirty="0"/>
            <a:t> per month</a:t>
          </a:r>
          <a:endParaRPr lang="en-US" dirty="0"/>
        </a:p>
      </dgm:t>
    </dgm:pt>
    <dgm:pt modelId="{C83B6C97-6983-4405-BCAA-909C168A2338}" type="parTrans" cxnId="{6E067172-8B68-4C2F-9EFB-20A804412CED}">
      <dgm:prSet/>
      <dgm:spPr/>
      <dgm:t>
        <a:bodyPr/>
        <a:lstStyle/>
        <a:p>
          <a:endParaRPr lang="en-US"/>
        </a:p>
      </dgm:t>
    </dgm:pt>
    <dgm:pt modelId="{F26EFF6B-7115-402C-9459-6C32D2B38FA0}" type="sibTrans" cxnId="{6E067172-8B68-4C2F-9EFB-20A804412CED}">
      <dgm:prSet/>
      <dgm:spPr/>
      <dgm:t>
        <a:bodyPr/>
        <a:lstStyle/>
        <a:p>
          <a:endParaRPr lang="en-US"/>
        </a:p>
      </dgm:t>
    </dgm:pt>
    <dgm:pt modelId="{A83712A2-CBFD-45FC-BF0C-6ED6CBBF4B0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Desktop</a:t>
          </a:r>
          <a:endParaRPr lang="en-US" dirty="0"/>
        </a:p>
      </dgm:t>
    </dgm:pt>
    <dgm:pt modelId="{6DB5D12E-741A-4521-A16D-AB6E122A6EBB}" type="parTrans" cxnId="{24D45BA7-B0BD-4E36-A513-CA2B945F9F8B}">
      <dgm:prSet/>
      <dgm:spPr/>
      <dgm:t>
        <a:bodyPr/>
        <a:lstStyle/>
        <a:p>
          <a:endParaRPr lang="tr-TR"/>
        </a:p>
      </dgm:t>
    </dgm:pt>
    <dgm:pt modelId="{44833F6B-81B6-46BC-B8A4-484C60A52A7D}" type="sibTrans" cxnId="{24D45BA7-B0BD-4E36-A513-CA2B945F9F8B}">
      <dgm:prSet/>
      <dgm:spPr/>
      <dgm:t>
        <a:bodyPr/>
        <a:lstStyle/>
        <a:p>
          <a:endParaRPr lang="tr-TR"/>
        </a:p>
      </dgm:t>
    </dgm:pt>
    <dgm:pt modelId="{9587ECD1-2506-4E2F-A10D-FAF7C8BC6AE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Laptop</a:t>
          </a:r>
          <a:endParaRPr lang="en-US" dirty="0"/>
        </a:p>
      </dgm:t>
    </dgm:pt>
    <dgm:pt modelId="{F3FAEE3B-11B3-40B2-8682-02F3E49AF142}" type="parTrans" cxnId="{B75E17F0-5926-4AF0-BF7B-A0BAC288A98E}">
      <dgm:prSet/>
      <dgm:spPr/>
      <dgm:t>
        <a:bodyPr/>
        <a:lstStyle/>
        <a:p>
          <a:endParaRPr lang="tr-TR"/>
        </a:p>
      </dgm:t>
    </dgm:pt>
    <dgm:pt modelId="{82F2769F-EB89-47EA-9FD0-5A6DA9F40743}" type="sibTrans" cxnId="{B75E17F0-5926-4AF0-BF7B-A0BAC288A98E}">
      <dgm:prSet/>
      <dgm:spPr/>
      <dgm:t>
        <a:bodyPr/>
        <a:lstStyle/>
        <a:p>
          <a:endParaRPr lang="tr-TR"/>
        </a:p>
      </dgm:t>
    </dgm:pt>
    <dgm:pt modelId="{B3C54C9E-2E51-42F5-A95A-11F8F367401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ARM </a:t>
          </a:r>
          <a:r>
            <a:rPr lang="tr-TR" dirty="0" err="1"/>
            <a:t>chipsets</a:t>
          </a:r>
          <a:r>
            <a:rPr lang="tr-TR" dirty="0"/>
            <a:t>&gt;1GHz</a:t>
          </a:r>
          <a:endParaRPr lang="en-US" dirty="0"/>
        </a:p>
      </dgm:t>
    </dgm:pt>
    <dgm:pt modelId="{FC357508-4D79-45A9-B110-E67DD1740DAB}" type="parTrans" cxnId="{DD28E96F-460A-4E70-A141-415BD97ADB6B}">
      <dgm:prSet/>
      <dgm:spPr/>
      <dgm:t>
        <a:bodyPr/>
        <a:lstStyle/>
        <a:p>
          <a:endParaRPr lang="tr-TR"/>
        </a:p>
      </dgm:t>
    </dgm:pt>
    <dgm:pt modelId="{1CEBCE3E-4C30-4FA8-873B-F6E5E8570D94}" type="sibTrans" cxnId="{DD28E96F-460A-4E70-A141-415BD97ADB6B}">
      <dgm:prSet/>
      <dgm:spPr/>
      <dgm:t>
        <a:bodyPr/>
        <a:lstStyle/>
        <a:p>
          <a:endParaRPr lang="tr-TR"/>
        </a:p>
      </dgm:t>
    </dgm:pt>
    <dgm:pt modelId="{2071F7A7-BA30-4438-BE76-CCB6ED4A271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Operating </a:t>
          </a:r>
          <a:r>
            <a:rPr lang="tr-TR" dirty="0" err="1"/>
            <a:t>Systems</a:t>
          </a:r>
          <a:endParaRPr lang="en-US" dirty="0"/>
        </a:p>
      </dgm:t>
    </dgm:pt>
    <dgm:pt modelId="{DABA442E-AF5F-4162-9B5E-F6C746D6DCEE}" type="parTrans" cxnId="{16BC11EB-B169-40B3-9D81-CD1350BC2A3A}">
      <dgm:prSet/>
      <dgm:spPr/>
      <dgm:t>
        <a:bodyPr/>
        <a:lstStyle/>
        <a:p>
          <a:endParaRPr lang="tr-TR"/>
        </a:p>
      </dgm:t>
    </dgm:pt>
    <dgm:pt modelId="{1B493F44-F7CB-4460-9F83-AB99EBCE2CD2}" type="sibTrans" cxnId="{16BC11EB-B169-40B3-9D81-CD1350BC2A3A}">
      <dgm:prSet/>
      <dgm:spPr/>
      <dgm:t>
        <a:bodyPr/>
        <a:lstStyle/>
        <a:p>
          <a:endParaRPr lang="tr-TR"/>
        </a:p>
      </dgm:t>
    </dgm:pt>
    <dgm:pt modelId="{9D228875-78E6-4B76-87AE-8F8A59908F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Desktop or laptop hardware </a:t>
          </a:r>
          <a:endParaRPr lang="tr-TR" b="0" i="0" dirty="0"/>
        </a:p>
        <a:p>
          <a:pPr>
            <a:lnSpc>
              <a:spcPct val="100000"/>
            </a:lnSpc>
          </a:pPr>
          <a:r>
            <a:rPr lang="en-US" b="0" i="0" dirty="0"/>
            <a:t>running recent versions of</a:t>
          </a:r>
          <a:r>
            <a:rPr lang="tr-TR" b="0" i="0" dirty="0"/>
            <a:t> OS</a:t>
          </a:r>
          <a:endParaRPr lang="en-US" dirty="0"/>
        </a:p>
      </dgm:t>
    </dgm:pt>
    <dgm:pt modelId="{034E22BE-6854-4910-B31C-A587EE7D646E}" type="parTrans" cxnId="{225A6818-7646-4677-8677-25E0C97563BA}">
      <dgm:prSet/>
      <dgm:spPr/>
      <dgm:t>
        <a:bodyPr/>
        <a:lstStyle/>
        <a:p>
          <a:endParaRPr lang="tr-TR"/>
        </a:p>
      </dgm:t>
    </dgm:pt>
    <dgm:pt modelId="{956743C3-6AD8-47BB-BBE1-1D7A3D3B63BC}" type="sibTrans" cxnId="{225A6818-7646-4677-8677-25E0C97563BA}">
      <dgm:prSet/>
      <dgm:spPr/>
      <dgm:t>
        <a:bodyPr/>
        <a:lstStyle/>
        <a:p>
          <a:endParaRPr lang="tr-TR"/>
        </a:p>
      </dgm:t>
    </dgm:pt>
    <dgm:pt modelId="{3C85DD9D-9968-48A4-B43A-F791B8B3A5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100</a:t>
          </a:r>
          <a:r>
            <a:rPr lang="en-US" b="0" i="0" dirty="0"/>
            <a:t> MB/s</a:t>
          </a:r>
          <a:r>
            <a:rPr lang="tr-TR" b="0" i="0" dirty="0"/>
            <a:t> </a:t>
          </a:r>
          <a:r>
            <a:rPr lang="en-US" b="0" i="0" dirty="0"/>
            <a:t>read/write speed</a:t>
          </a:r>
          <a:endParaRPr lang="en-US" dirty="0"/>
        </a:p>
      </dgm:t>
    </dgm:pt>
    <dgm:pt modelId="{11EB20D4-6B0D-4882-A686-2BF132B6E8C0}" type="parTrans" cxnId="{ACA92027-5B92-4049-8D89-B18A82AD9191}">
      <dgm:prSet/>
      <dgm:spPr/>
      <dgm:t>
        <a:bodyPr/>
        <a:lstStyle/>
        <a:p>
          <a:endParaRPr lang="tr-TR"/>
        </a:p>
      </dgm:t>
    </dgm:pt>
    <dgm:pt modelId="{8E58660F-9F84-4D69-B464-546EAFB5C0FD}" type="sibTrans" cxnId="{ACA92027-5B92-4049-8D89-B18A82AD9191}">
      <dgm:prSet/>
      <dgm:spPr/>
      <dgm:t>
        <a:bodyPr/>
        <a:lstStyle/>
        <a:p>
          <a:endParaRPr lang="tr-TR"/>
        </a:p>
      </dgm:t>
    </dgm:pt>
    <dgm:pt modelId="{DB86BA18-C69C-42EA-826D-B4D703C2EB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System</a:t>
          </a:r>
          <a:endParaRPr lang="en-US" dirty="0"/>
        </a:p>
      </dgm:t>
    </dgm:pt>
    <dgm:pt modelId="{0E918633-A8B7-446B-8A45-1391C1006C40}" type="sibTrans" cxnId="{73B9954D-E0CD-41B8-B481-573B7C8B229A}">
      <dgm:prSet/>
      <dgm:spPr/>
      <dgm:t>
        <a:bodyPr/>
        <a:lstStyle/>
        <a:p>
          <a:endParaRPr lang="tr-TR"/>
        </a:p>
      </dgm:t>
    </dgm:pt>
    <dgm:pt modelId="{2178645A-ED10-4C97-9806-E1DBCE64E596}" type="parTrans" cxnId="{73B9954D-E0CD-41B8-B481-573B7C8B229A}">
      <dgm:prSet/>
      <dgm:spPr/>
      <dgm:t>
        <a:bodyPr/>
        <a:lstStyle/>
        <a:p>
          <a:endParaRPr lang="tr-TR"/>
        </a:p>
      </dgm:t>
    </dgm:pt>
    <dgm:pt modelId="{31FD54B0-E0F1-464C-BD57-82CA5382A80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Operating </a:t>
          </a:r>
          <a:r>
            <a:rPr lang="tr-TR" dirty="0" err="1"/>
            <a:t>Systems</a:t>
          </a:r>
          <a:endParaRPr lang="en-US" dirty="0"/>
        </a:p>
      </dgm:t>
    </dgm:pt>
    <dgm:pt modelId="{7FCCB708-D251-4BB4-A947-2B2C6364D970}" type="parTrans" cxnId="{4852931C-433F-4A77-9FE8-D3CAA368D58C}">
      <dgm:prSet/>
      <dgm:spPr/>
      <dgm:t>
        <a:bodyPr/>
        <a:lstStyle/>
        <a:p>
          <a:endParaRPr lang="tr-TR"/>
        </a:p>
      </dgm:t>
    </dgm:pt>
    <dgm:pt modelId="{5415D4EA-09A2-4348-A2E5-1DE660F1BD1D}" type="sibTrans" cxnId="{4852931C-433F-4A77-9FE8-D3CAA368D58C}">
      <dgm:prSet/>
      <dgm:spPr/>
      <dgm:t>
        <a:bodyPr/>
        <a:lstStyle/>
        <a:p>
          <a:endParaRPr lang="tr-TR"/>
        </a:p>
      </dgm:t>
    </dgm:pt>
    <dgm:pt modelId="{D3D010A6-3114-4DDF-ABF8-1DA8285BE06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MS</a:t>
          </a:r>
          <a:r>
            <a:rPr lang="en-US" b="0" i="0" dirty="0"/>
            <a:t> Windows</a:t>
          </a:r>
          <a:endParaRPr lang="en-US" dirty="0"/>
        </a:p>
      </dgm:t>
    </dgm:pt>
    <dgm:pt modelId="{AA182830-5652-40A4-9E1C-B4408A3A80C9}" type="parTrans" cxnId="{A71ECC21-5545-4D0D-9C6C-59F7C769456A}">
      <dgm:prSet/>
      <dgm:spPr/>
      <dgm:t>
        <a:bodyPr/>
        <a:lstStyle/>
        <a:p>
          <a:endParaRPr lang="tr-TR"/>
        </a:p>
      </dgm:t>
    </dgm:pt>
    <dgm:pt modelId="{CA9FAC0C-3E70-46CB-8C3B-BBC2C16676AE}" type="sibTrans" cxnId="{A71ECC21-5545-4D0D-9C6C-59F7C769456A}">
      <dgm:prSet/>
      <dgm:spPr/>
      <dgm:t>
        <a:bodyPr/>
        <a:lstStyle/>
        <a:p>
          <a:endParaRPr lang="tr-TR"/>
        </a:p>
      </dgm:t>
    </dgm:pt>
    <dgm:pt modelId="{1AE9A1C1-D864-4A1B-A6AE-5F363E487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Mac OS X</a:t>
          </a:r>
          <a:endParaRPr lang="en-US" dirty="0"/>
        </a:p>
      </dgm:t>
    </dgm:pt>
    <dgm:pt modelId="{B136751C-8BBC-426C-8126-3FFBC04B9C47}" type="parTrans" cxnId="{8800DF64-5991-430B-A90B-477B4B805FD6}">
      <dgm:prSet/>
      <dgm:spPr/>
      <dgm:t>
        <a:bodyPr/>
        <a:lstStyle/>
        <a:p>
          <a:endParaRPr lang="tr-TR"/>
        </a:p>
      </dgm:t>
    </dgm:pt>
    <dgm:pt modelId="{51396E90-F1D8-444B-8B64-E78EF8AE3B2D}" type="sibTrans" cxnId="{8800DF64-5991-430B-A90B-477B4B805FD6}">
      <dgm:prSet/>
      <dgm:spPr/>
      <dgm:t>
        <a:bodyPr/>
        <a:lstStyle/>
        <a:p>
          <a:endParaRPr lang="tr-TR"/>
        </a:p>
      </dgm:t>
    </dgm:pt>
    <dgm:pt modelId="{46EAE5B1-BB6F-4E3E-94C6-2D565303B2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Linux</a:t>
          </a:r>
          <a:endParaRPr lang="en-US" dirty="0"/>
        </a:p>
      </dgm:t>
    </dgm:pt>
    <dgm:pt modelId="{F9F4EF76-2D81-4473-BE1D-59DFCCE0D4BE}" type="parTrans" cxnId="{CD9CE272-709E-405A-ADDD-F6E4C78CE6FD}">
      <dgm:prSet/>
      <dgm:spPr/>
      <dgm:t>
        <a:bodyPr/>
        <a:lstStyle/>
        <a:p>
          <a:endParaRPr lang="tr-TR"/>
        </a:p>
      </dgm:t>
    </dgm:pt>
    <dgm:pt modelId="{3A690545-31CF-40B5-968D-578052073A69}" type="sibTrans" cxnId="{CD9CE272-709E-405A-ADDD-F6E4C78CE6FD}">
      <dgm:prSet/>
      <dgm:spPr/>
      <dgm:t>
        <a:bodyPr/>
        <a:lstStyle/>
        <a:p>
          <a:endParaRPr lang="tr-TR"/>
        </a:p>
      </dgm:t>
    </dgm:pt>
    <dgm:pt modelId="{D3876DF6-F842-4261-9F7D-80743CB66728}" type="pres">
      <dgm:prSet presAssocID="{A8EC9BA0-F7D1-4985-B017-051D877B2531}" presName="root" presStyleCnt="0">
        <dgm:presLayoutVars>
          <dgm:dir/>
          <dgm:resizeHandles val="exact"/>
        </dgm:presLayoutVars>
      </dgm:prSet>
      <dgm:spPr/>
    </dgm:pt>
    <dgm:pt modelId="{AC5E46F9-685F-4808-B30F-F5AC279B3492}" type="pres">
      <dgm:prSet presAssocID="{39149473-FC09-4A6B-A8EB-B63CC3FD6CC1}" presName="compNode" presStyleCnt="0"/>
      <dgm:spPr/>
    </dgm:pt>
    <dgm:pt modelId="{2CD66AAA-198B-429C-A086-4AA8840CAD64}" type="pres">
      <dgm:prSet presAssocID="{39149473-FC09-4A6B-A8EB-B63CC3FD6C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4D404ED-CDD5-437D-B5C2-5D5595226EC2}" type="pres">
      <dgm:prSet presAssocID="{39149473-FC09-4A6B-A8EB-B63CC3FD6CC1}" presName="iconSpace" presStyleCnt="0"/>
      <dgm:spPr/>
    </dgm:pt>
    <dgm:pt modelId="{776F0CE6-1590-432E-BDE7-B4D6AF0A277B}" type="pres">
      <dgm:prSet presAssocID="{39149473-FC09-4A6B-A8EB-B63CC3FD6CC1}" presName="parTx" presStyleLbl="revTx" presStyleIdx="0" presStyleCnt="8">
        <dgm:presLayoutVars>
          <dgm:chMax val="0"/>
          <dgm:chPref val="0"/>
        </dgm:presLayoutVars>
      </dgm:prSet>
      <dgm:spPr/>
    </dgm:pt>
    <dgm:pt modelId="{AC514C54-05F2-43F2-A495-8712E64C96CA}" type="pres">
      <dgm:prSet presAssocID="{39149473-FC09-4A6B-A8EB-B63CC3FD6CC1}" presName="txSpace" presStyleCnt="0"/>
      <dgm:spPr/>
    </dgm:pt>
    <dgm:pt modelId="{F78FF0E6-3190-4554-9048-9CE69BE60B46}" type="pres">
      <dgm:prSet presAssocID="{39149473-FC09-4A6B-A8EB-B63CC3FD6CC1}" presName="desTx" presStyleLbl="revTx" presStyleIdx="1" presStyleCnt="8">
        <dgm:presLayoutVars/>
      </dgm:prSet>
      <dgm:spPr/>
    </dgm:pt>
    <dgm:pt modelId="{71E5AE50-747A-4B51-A8AE-69FEACE9A9C9}" type="pres">
      <dgm:prSet presAssocID="{81981AF2-BD29-4CFB-875F-98E6DFB34B2F}" presName="sibTrans" presStyleCnt="0"/>
      <dgm:spPr/>
    </dgm:pt>
    <dgm:pt modelId="{64320CE5-E3A9-4C06-8A50-D803499BF442}" type="pres">
      <dgm:prSet presAssocID="{DB86BA18-C69C-42EA-826D-B4D703C2EB81}" presName="compNode" presStyleCnt="0"/>
      <dgm:spPr/>
    </dgm:pt>
    <dgm:pt modelId="{307920A7-FA07-4B1B-9859-351954D376C1}" type="pres">
      <dgm:prSet presAssocID="{DB86BA18-C69C-42EA-826D-B4D703C2EB8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7DFE3F2-CD7E-4706-AB51-0B1EDF9F718B}" type="pres">
      <dgm:prSet presAssocID="{DB86BA18-C69C-42EA-826D-B4D703C2EB81}" presName="iconSpace" presStyleCnt="0"/>
      <dgm:spPr/>
    </dgm:pt>
    <dgm:pt modelId="{C519962D-BDE5-4013-B22D-6B816F6C9430}" type="pres">
      <dgm:prSet presAssocID="{DB86BA18-C69C-42EA-826D-B4D703C2EB81}" presName="parTx" presStyleLbl="revTx" presStyleIdx="2" presStyleCnt="8">
        <dgm:presLayoutVars>
          <dgm:chMax val="0"/>
          <dgm:chPref val="0"/>
        </dgm:presLayoutVars>
      </dgm:prSet>
      <dgm:spPr/>
    </dgm:pt>
    <dgm:pt modelId="{150F6D42-8EB4-4463-A9D7-7E2CAB61A341}" type="pres">
      <dgm:prSet presAssocID="{DB86BA18-C69C-42EA-826D-B4D703C2EB81}" presName="txSpace" presStyleCnt="0"/>
      <dgm:spPr/>
    </dgm:pt>
    <dgm:pt modelId="{2367447F-E674-4E03-BBD9-253C7740E051}" type="pres">
      <dgm:prSet presAssocID="{DB86BA18-C69C-42EA-826D-B4D703C2EB81}" presName="desTx" presStyleLbl="revTx" presStyleIdx="3" presStyleCnt="8">
        <dgm:presLayoutVars/>
      </dgm:prSet>
      <dgm:spPr/>
    </dgm:pt>
    <dgm:pt modelId="{B41FBD7B-FC3D-4138-8BA0-3CFE1B2D7925}" type="pres">
      <dgm:prSet presAssocID="{0E918633-A8B7-446B-8A45-1391C1006C40}" presName="sibTrans" presStyleCnt="0"/>
      <dgm:spPr/>
    </dgm:pt>
    <dgm:pt modelId="{93F4E49D-F711-42AD-93AA-E35BC5293F7B}" type="pres">
      <dgm:prSet presAssocID="{2071F7A7-BA30-4438-BE76-CCB6ED4A271A}" presName="compNode" presStyleCnt="0"/>
      <dgm:spPr/>
    </dgm:pt>
    <dgm:pt modelId="{B56DE23E-B0FF-4BA1-9B21-43E6582F7287}" type="pres">
      <dgm:prSet presAssocID="{2071F7A7-BA30-4438-BE76-CCB6ED4A27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2928E913-292E-4BB2-8665-E3853D010CC7}" type="pres">
      <dgm:prSet presAssocID="{2071F7A7-BA30-4438-BE76-CCB6ED4A271A}" presName="iconSpace" presStyleCnt="0"/>
      <dgm:spPr/>
    </dgm:pt>
    <dgm:pt modelId="{AADAD53D-ACBA-49D4-A038-EC3C0D47EE81}" type="pres">
      <dgm:prSet presAssocID="{2071F7A7-BA30-4438-BE76-CCB6ED4A271A}" presName="parTx" presStyleLbl="revTx" presStyleIdx="4" presStyleCnt="8">
        <dgm:presLayoutVars>
          <dgm:chMax val="0"/>
          <dgm:chPref val="0"/>
        </dgm:presLayoutVars>
      </dgm:prSet>
      <dgm:spPr/>
    </dgm:pt>
    <dgm:pt modelId="{F669B08B-80A4-449F-9EA0-720D93746C7A}" type="pres">
      <dgm:prSet presAssocID="{2071F7A7-BA30-4438-BE76-CCB6ED4A271A}" presName="txSpace" presStyleCnt="0"/>
      <dgm:spPr/>
    </dgm:pt>
    <dgm:pt modelId="{946F64D3-FF59-4816-987E-61D85C54DC0B}" type="pres">
      <dgm:prSet presAssocID="{2071F7A7-BA30-4438-BE76-CCB6ED4A271A}" presName="desTx" presStyleLbl="revTx" presStyleIdx="5" presStyleCnt="8">
        <dgm:presLayoutVars/>
      </dgm:prSet>
      <dgm:spPr/>
    </dgm:pt>
    <dgm:pt modelId="{241CBA41-90E7-4A27-88B5-2BE3F1AD4087}" type="pres">
      <dgm:prSet presAssocID="{1B493F44-F7CB-4460-9F83-AB99EBCE2CD2}" presName="sibTrans" presStyleCnt="0"/>
      <dgm:spPr/>
    </dgm:pt>
    <dgm:pt modelId="{E9951ABB-8AF8-4F89-9E2D-9E7E9692FA92}" type="pres">
      <dgm:prSet presAssocID="{31FD54B0-E0F1-464C-BD57-82CA5382A808}" presName="compNode" presStyleCnt="0"/>
      <dgm:spPr/>
    </dgm:pt>
    <dgm:pt modelId="{25FEBA37-950C-46F5-95EB-F55B85C161F8}" type="pres">
      <dgm:prSet presAssocID="{31FD54B0-E0F1-464C-BD57-82CA5382A80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000" r="-43000"/>
          </a:stretch>
        </a:blipFill>
      </dgm:spPr>
    </dgm:pt>
    <dgm:pt modelId="{B7C1C4FB-D035-4CC9-BE44-790D9102B012}" type="pres">
      <dgm:prSet presAssocID="{31FD54B0-E0F1-464C-BD57-82CA5382A808}" presName="iconSpace" presStyleCnt="0"/>
      <dgm:spPr/>
    </dgm:pt>
    <dgm:pt modelId="{5B687ACF-96DA-46ED-B08F-2092D3CD862D}" type="pres">
      <dgm:prSet presAssocID="{31FD54B0-E0F1-464C-BD57-82CA5382A808}" presName="parTx" presStyleLbl="revTx" presStyleIdx="6" presStyleCnt="8">
        <dgm:presLayoutVars>
          <dgm:chMax val="0"/>
          <dgm:chPref val="0"/>
        </dgm:presLayoutVars>
      </dgm:prSet>
      <dgm:spPr/>
    </dgm:pt>
    <dgm:pt modelId="{5A8F8E52-ECB8-4BED-B6F5-98ED2512816A}" type="pres">
      <dgm:prSet presAssocID="{31FD54B0-E0F1-464C-BD57-82CA5382A808}" presName="txSpace" presStyleCnt="0"/>
      <dgm:spPr/>
    </dgm:pt>
    <dgm:pt modelId="{E24A5F13-3870-4E8F-9446-EF61AC570AF2}" type="pres">
      <dgm:prSet presAssocID="{31FD54B0-E0F1-464C-BD57-82CA5382A808}" presName="desTx" presStyleLbl="revTx" presStyleIdx="7" presStyleCnt="8">
        <dgm:presLayoutVars/>
      </dgm:prSet>
      <dgm:spPr/>
    </dgm:pt>
  </dgm:ptLst>
  <dgm:cxnLst>
    <dgm:cxn modelId="{CCBDEC00-4407-4EDD-86D2-F8ABE094D2F4}" srcId="{39149473-FC09-4A6B-A8EB-B63CC3FD6CC1}" destId="{BF259C7E-A99B-465D-88B8-B158F89CD988}" srcOrd="0" destOrd="0" parTransId="{BC6805F5-7891-4A2D-8C2A-E01158AD7428}" sibTransId="{74F32EDE-8F92-43BC-94DD-21E41E518F91}"/>
    <dgm:cxn modelId="{225A6818-7646-4677-8677-25E0C97563BA}" srcId="{2071F7A7-BA30-4438-BE76-CCB6ED4A271A}" destId="{9D228875-78E6-4B76-87AE-8F8A59908FAC}" srcOrd="0" destOrd="0" parTransId="{034E22BE-6854-4910-B31C-A587EE7D646E}" sibTransId="{956743C3-6AD8-47BB-BBE1-1D7A3D3B63BC}"/>
    <dgm:cxn modelId="{4852931C-433F-4A77-9FE8-D3CAA368D58C}" srcId="{A8EC9BA0-F7D1-4985-B017-051D877B2531}" destId="{31FD54B0-E0F1-464C-BD57-82CA5382A808}" srcOrd="3" destOrd="0" parTransId="{7FCCB708-D251-4BB4-A947-2B2C6364D970}" sibTransId="{5415D4EA-09A2-4348-A2E5-1DE660F1BD1D}"/>
    <dgm:cxn modelId="{A71ECC21-5545-4D0D-9C6C-59F7C769456A}" srcId="{31FD54B0-E0F1-464C-BD57-82CA5382A808}" destId="{D3D010A6-3114-4DDF-ABF8-1DA8285BE06A}" srcOrd="0" destOrd="0" parTransId="{AA182830-5652-40A4-9E1C-B4408A3A80C9}" sibTransId="{CA9FAC0C-3E70-46CB-8C3B-BBC2C16676AE}"/>
    <dgm:cxn modelId="{ACA92027-5B92-4049-8D89-B18A82AD9191}" srcId="{39149473-FC09-4A6B-A8EB-B63CC3FD6CC1}" destId="{3C85DD9D-9968-48A4-B43A-F791B8B3A507}" srcOrd="2" destOrd="0" parTransId="{11EB20D4-6B0D-4882-A686-2BF132B6E8C0}" sibTransId="{8E58660F-9F84-4D69-B464-546EAFB5C0FD}"/>
    <dgm:cxn modelId="{9124A237-9608-4BFB-AD61-64926286DE18}" type="presOf" srcId="{2071F7A7-BA30-4438-BE76-CCB6ED4A271A}" destId="{AADAD53D-ACBA-49D4-A038-EC3C0D47EE81}" srcOrd="0" destOrd="0" presId="urn:microsoft.com/office/officeart/2018/5/layout/CenteredIconLabelDescriptionList"/>
    <dgm:cxn modelId="{A9BAD15F-BE82-4CEB-8220-37047A352AAF}" type="presOf" srcId="{A8EC9BA0-F7D1-4985-B017-051D877B2531}" destId="{D3876DF6-F842-4261-9F7D-80743CB66728}" srcOrd="0" destOrd="0" presId="urn:microsoft.com/office/officeart/2018/5/layout/CenteredIconLabelDescriptionList"/>
    <dgm:cxn modelId="{043CD341-457E-4CBB-BBDB-35F95994BACA}" type="presOf" srcId="{525E08FC-4EAF-45CA-9FB7-9BBDEEC8FFA9}" destId="{F78FF0E6-3190-4554-9048-9CE69BE60B46}" srcOrd="0" destOrd="1" presId="urn:microsoft.com/office/officeart/2018/5/layout/CenteredIconLabelDescriptionList"/>
    <dgm:cxn modelId="{CDE0F561-7DE5-4375-8EBC-8E79BD58564E}" type="presOf" srcId="{D3D010A6-3114-4DDF-ABF8-1DA8285BE06A}" destId="{E24A5F13-3870-4E8F-9446-EF61AC570AF2}" srcOrd="0" destOrd="0" presId="urn:microsoft.com/office/officeart/2018/5/layout/CenteredIconLabelDescriptionList"/>
    <dgm:cxn modelId="{8800DF64-5991-430B-A90B-477B4B805FD6}" srcId="{31FD54B0-E0F1-464C-BD57-82CA5382A808}" destId="{1AE9A1C1-D864-4A1B-A6AE-5F363E487077}" srcOrd="1" destOrd="0" parTransId="{B136751C-8BBC-426C-8126-3FFBC04B9C47}" sibTransId="{51396E90-F1D8-444B-8B64-E78EF8AE3B2D}"/>
    <dgm:cxn modelId="{73B9954D-E0CD-41B8-B481-573B7C8B229A}" srcId="{A8EC9BA0-F7D1-4985-B017-051D877B2531}" destId="{DB86BA18-C69C-42EA-826D-B4D703C2EB81}" srcOrd="1" destOrd="0" parTransId="{2178645A-ED10-4C97-9806-E1DBCE64E596}" sibTransId="{0E918633-A8B7-446B-8A45-1391C1006C40}"/>
    <dgm:cxn modelId="{DD28E96F-460A-4E70-A141-415BD97ADB6B}" srcId="{DB86BA18-C69C-42EA-826D-B4D703C2EB81}" destId="{B3C54C9E-2E51-42F5-A95A-11F8F3674010}" srcOrd="2" destOrd="0" parTransId="{FC357508-4D79-45A9-B110-E67DD1740DAB}" sibTransId="{1CEBCE3E-4C30-4FA8-873B-F6E5E8570D94}"/>
    <dgm:cxn modelId="{6E067172-8B68-4C2F-9EFB-20A804412CED}" srcId="{39149473-FC09-4A6B-A8EB-B63CC3FD6CC1}" destId="{525E08FC-4EAF-45CA-9FB7-9BBDEEC8FFA9}" srcOrd="1" destOrd="0" parTransId="{C83B6C97-6983-4405-BCAA-909C168A2338}" sibTransId="{F26EFF6B-7115-402C-9459-6C32D2B38FA0}"/>
    <dgm:cxn modelId="{CD9CE272-709E-405A-ADDD-F6E4C78CE6FD}" srcId="{31FD54B0-E0F1-464C-BD57-82CA5382A808}" destId="{46EAE5B1-BB6F-4E3E-94C6-2D565303B256}" srcOrd="2" destOrd="0" parTransId="{F9F4EF76-2D81-4473-BE1D-59DFCCE0D4BE}" sibTransId="{3A690545-31CF-40B5-968D-578052073A69}"/>
    <dgm:cxn modelId="{FF0C3754-65AD-4228-8EFD-009AFBDCC90A}" type="presOf" srcId="{9587ECD1-2506-4E2F-A10D-FAF7C8BC6AEA}" destId="{2367447F-E674-4E03-BBD9-253C7740E051}" srcOrd="0" destOrd="1" presId="urn:microsoft.com/office/officeart/2018/5/layout/CenteredIconLabelDescriptionList"/>
    <dgm:cxn modelId="{7E6A5F7F-4BD1-4858-A379-94DCCAC36B26}" type="presOf" srcId="{1AE9A1C1-D864-4A1B-A6AE-5F363E487077}" destId="{E24A5F13-3870-4E8F-9446-EF61AC570AF2}" srcOrd="0" destOrd="1" presId="urn:microsoft.com/office/officeart/2018/5/layout/CenteredIconLabelDescriptionList"/>
    <dgm:cxn modelId="{1FC30686-7897-4DC9-84FA-7B2B52557473}" type="presOf" srcId="{A83712A2-CBFD-45FC-BF0C-6ED6CBBF4B0D}" destId="{2367447F-E674-4E03-BBD9-253C7740E051}" srcOrd="0" destOrd="0" presId="urn:microsoft.com/office/officeart/2018/5/layout/CenteredIconLabelDescriptionList"/>
    <dgm:cxn modelId="{FE6F1989-7FB6-4B86-A1D0-3B4F0DDDA138}" type="presOf" srcId="{BF259C7E-A99B-465D-88B8-B158F89CD988}" destId="{F78FF0E6-3190-4554-9048-9CE69BE60B46}" srcOrd="0" destOrd="0" presId="urn:microsoft.com/office/officeart/2018/5/layout/CenteredIconLabelDescriptionList"/>
    <dgm:cxn modelId="{23D7A7A1-E86F-4B58-9615-572CC10ACC42}" type="presOf" srcId="{9D228875-78E6-4B76-87AE-8F8A59908FAC}" destId="{946F64D3-FF59-4816-987E-61D85C54DC0B}" srcOrd="0" destOrd="0" presId="urn:microsoft.com/office/officeart/2018/5/layout/CenteredIconLabelDescriptionList"/>
    <dgm:cxn modelId="{24D45BA7-B0BD-4E36-A513-CA2B945F9F8B}" srcId="{DB86BA18-C69C-42EA-826D-B4D703C2EB81}" destId="{A83712A2-CBFD-45FC-BF0C-6ED6CBBF4B0D}" srcOrd="0" destOrd="0" parTransId="{6DB5D12E-741A-4521-A16D-AB6E122A6EBB}" sibTransId="{44833F6B-81B6-46BC-B8A4-484C60A52A7D}"/>
    <dgm:cxn modelId="{76F755AD-7083-45F8-ADE0-D3A2C12900DB}" type="presOf" srcId="{39149473-FC09-4A6B-A8EB-B63CC3FD6CC1}" destId="{776F0CE6-1590-432E-BDE7-B4D6AF0A277B}" srcOrd="0" destOrd="0" presId="urn:microsoft.com/office/officeart/2018/5/layout/CenteredIconLabelDescriptionList"/>
    <dgm:cxn modelId="{94129EC4-F092-444E-A2D4-9E8BC35D1E14}" type="presOf" srcId="{3C85DD9D-9968-48A4-B43A-F791B8B3A507}" destId="{F78FF0E6-3190-4554-9048-9CE69BE60B46}" srcOrd="0" destOrd="2" presId="urn:microsoft.com/office/officeart/2018/5/layout/CenteredIconLabelDescriptionList"/>
    <dgm:cxn modelId="{EE9285C7-4ED4-4E91-ABFF-6905854D760F}" srcId="{A8EC9BA0-F7D1-4985-B017-051D877B2531}" destId="{39149473-FC09-4A6B-A8EB-B63CC3FD6CC1}" srcOrd="0" destOrd="0" parTransId="{076B28B2-E91C-4F93-B9F9-DC66652197F4}" sibTransId="{81981AF2-BD29-4CFB-875F-98E6DFB34B2F}"/>
    <dgm:cxn modelId="{2FD3A2D0-1566-44D3-B077-67AF5349BB64}" type="presOf" srcId="{B3C54C9E-2E51-42F5-A95A-11F8F3674010}" destId="{2367447F-E674-4E03-BBD9-253C7740E051}" srcOrd="0" destOrd="2" presId="urn:microsoft.com/office/officeart/2018/5/layout/CenteredIconLabelDescriptionList"/>
    <dgm:cxn modelId="{16BC11EB-B169-40B3-9D81-CD1350BC2A3A}" srcId="{A8EC9BA0-F7D1-4985-B017-051D877B2531}" destId="{2071F7A7-BA30-4438-BE76-CCB6ED4A271A}" srcOrd="2" destOrd="0" parTransId="{DABA442E-AF5F-4162-9B5E-F6C746D6DCEE}" sibTransId="{1B493F44-F7CB-4460-9F83-AB99EBCE2CD2}"/>
    <dgm:cxn modelId="{15F957ED-64C0-4B60-8E86-495F6DF60DFC}" type="presOf" srcId="{31FD54B0-E0F1-464C-BD57-82CA5382A808}" destId="{5B687ACF-96DA-46ED-B08F-2092D3CD862D}" srcOrd="0" destOrd="0" presId="urn:microsoft.com/office/officeart/2018/5/layout/CenteredIconLabelDescriptionList"/>
    <dgm:cxn modelId="{9C004FEF-0897-4475-97EB-89286D60CBC4}" type="presOf" srcId="{46EAE5B1-BB6F-4E3E-94C6-2D565303B256}" destId="{E24A5F13-3870-4E8F-9446-EF61AC570AF2}" srcOrd="0" destOrd="2" presId="urn:microsoft.com/office/officeart/2018/5/layout/CenteredIconLabelDescriptionList"/>
    <dgm:cxn modelId="{B75E17F0-5926-4AF0-BF7B-A0BAC288A98E}" srcId="{DB86BA18-C69C-42EA-826D-B4D703C2EB81}" destId="{9587ECD1-2506-4E2F-A10D-FAF7C8BC6AEA}" srcOrd="1" destOrd="0" parTransId="{F3FAEE3B-11B3-40B2-8682-02F3E49AF142}" sibTransId="{82F2769F-EB89-47EA-9FD0-5A6DA9F40743}"/>
    <dgm:cxn modelId="{6E8E76FC-6936-4C9D-85A1-8F6333AD2D8D}" type="presOf" srcId="{DB86BA18-C69C-42EA-826D-B4D703C2EB81}" destId="{C519962D-BDE5-4013-B22D-6B816F6C9430}" srcOrd="0" destOrd="0" presId="urn:microsoft.com/office/officeart/2018/5/layout/CenteredIconLabelDescriptionList"/>
    <dgm:cxn modelId="{36735783-866C-4578-B1E1-4386984DDDA4}" type="presParOf" srcId="{D3876DF6-F842-4261-9F7D-80743CB66728}" destId="{AC5E46F9-685F-4808-B30F-F5AC279B3492}" srcOrd="0" destOrd="0" presId="urn:microsoft.com/office/officeart/2018/5/layout/CenteredIconLabelDescriptionList"/>
    <dgm:cxn modelId="{4D6A6E28-0741-4EE0-B9DB-668C619B5019}" type="presParOf" srcId="{AC5E46F9-685F-4808-B30F-F5AC279B3492}" destId="{2CD66AAA-198B-429C-A086-4AA8840CAD64}" srcOrd="0" destOrd="0" presId="urn:microsoft.com/office/officeart/2018/5/layout/CenteredIconLabelDescriptionList"/>
    <dgm:cxn modelId="{FF225EB3-7202-43EA-8D8F-712F9CBF1F06}" type="presParOf" srcId="{AC5E46F9-685F-4808-B30F-F5AC279B3492}" destId="{E4D404ED-CDD5-437D-B5C2-5D5595226EC2}" srcOrd="1" destOrd="0" presId="urn:microsoft.com/office/officeart/2018/5/layout/CenteredIconLabelDescriptionList"/>
    <dgm:cxn modelId="{E7A70C26-7DF6-4C74-A7F6-8563291A6AF1}" type="presParOf" srcId="{AC5E46F9-685F-4808-B30F-F5AC279B3492}" destId="{776F0CE6-1590-432E-BDE7-B4D6AF0A277B}" srcOrd="2" destOrd="0" presId="urn:microsoft.com/office/officeart/2018/5/layout/CenteredIconLabelDescriptionList"/>
    <dgm:cxn modelId="{9AC14831-6B10-4AFF-9D83-0099FDDBB78A}" type="presParOf" srcId="{AC5E46F9-685F-4808-B30F-F5AC279B3492}" destId="{AC514C54-05F2-43F2-A495-8712E64C96CA}" srcOrd="3" destOrd="0" presId="urn:microsoft.com/office/officeart/2018/5/layout/CenteredIconLabelDescriptionList"/>
    <dgm:cxn modelId="{63918D59-AC42-4C40-BBE8-647C6D7DA788}" type="presParOf" srcId="{AC5E46F9-685F-4808-B30F-F5AC279B3492}" destId="{F78FF0E6-3190-4554-9048-9CE69BE60B46}" srcOrd="4" destOrd="0" presId="urn:microsoft.com/office/officeart/2018/5/layout/CenteredIconLabelDescriptionList"/>
    <dgm:cxn modelId="{2596D467-CB26-4037-92C5-ED337FD9917C}" type="presParOf" srcId="{D3876DF6-F842-4261-9F7D-80743CB66728}" destId="{71E5AE50-747A-4B51-A8AE-69FEACE9A9C9}" srcOrd="1" destOrd="0" presId="urn:microsoft.com/office/officeart/2018/5/layout/CenteredIconLabelDescriptionList"/>
    <dgm:cxn modelId="{7F31372E-423B-4447-BEBA-2A3022941CF9}" type="presParOf" srcId="{D3876DF6-F842-4261-9F7D-80743CB66728}" destId="{64320CE5-E3A9-4C06-8A50-D803499BF442}" srcOrd="2" destOrd="0" presId="urn:microsoft.com/office/officeart/2018/5/layout/CenteredIconLabelDescriptionList"/>
    <dgm:cxn modelId="{AFE1D4E0-2687-4EB1-9758-DCE9F457F999}" type="presParOf" srcId="{64320CE5-E3A9-4C06-8A50-D803499BF442}" destId="{307920A7-FA07-4B1B-9859-351954D376C1}" srcOrd="0" destOrd="0" presId="urn:microsoft.com/office/officeart/2018/5/layout/CenteredIconLabelDescriptionList"/>
    <dgm:cxn modelId="{9ED2B574-6360-4F19-A906-DD8349491288}" type="presParOf" srcId="{64320CE5-E3A9-4C06-8A50-D803499BF442}" destId="{87DFE3F2-CD7E-4706-AB51-0B1EDF9F718B}" srcOrd="1" destOrd="0" presId="urn:microsoft.com/office/officeart/2018/5/layout/CenteredIconLabelDescriptionList"/>
    <dgm:cxn modelId="{1053FF95-A780-4738-ACD4-73CEECECFF52}" type="presParOf" srcId="{64320CE5-E3A9-4C06-8A50-D803499BF442}" destId="{C519962D-BDE5-4013-B22D-6B816F6C9430}" srcOrd="2" destOrd="0" presId="urn:microsoft.com/office/officeart/2018/5/layout/CenteredIconLabelDescriptionList"/>
    <dgm:cxn modelId="{0CB9D26C-8AF7-4BD0-B02B-D39C026AD2C0}" type="presParOf" srcId="{64320CE5-E3A9-4C06-8A50-D803499BF442}" destId="{150F6D42-8EB4-4463-A9D7-7E2CAB61A341}" srcOrd="3" destOrd="0" presId="urn:microsoft.com/office/officeart/2018/5/layout/CenteredIconLabelDescriptionList"/>
    <dgm:cxn modelId="{25C8E6E6-0099-4C49-B878-092BACF82A12}" type="presParOf" srcId="{64320CE5-E3A9-4C06-8A50-D803499BF442}" destId="{2367447F-E674-4E03-BBD9-253C7740E051}" srcOrd="4" destOrd="0" presId="urn:microsoft.com/office/officeart/2018/5/layout/CenteredIconLabelDescriptionList"/>
    <dgm:cxn modelId="{8B82EF9E-03BF-42FC-A1BA-DF7AF21EB9FB}" type="presParOf" srcId="{D3876DF6-F842-4261-9F7D-80743CB66728}" destId="{B41FBD7B-FC3D-4138-8BA0-3CFE1B2D7925}" srcOrd="3" destOrd="0" presId="urn:microsoft.com/office/officeart/2018/5/layout/CenteredIconLabelDescriptionList"/>
    <dgm:cxn modelId="{DCE46677-11E1-4FBA-959C-32E750FF63AC}" type="presParOf" srcId="{D3876DF6-F842-4261-9F7D-80743CB66728}" destId="{93F4E49D-F711-42AD-93AA-E35BC5293F7B}" srcOrd="4" destOrd="0" presId="urn:microsoft.com/office/officeart/2018/5/layout/CenteredIconLabelDescriptionList"/>
    <dgm:cxn modelId="{4EF402FF-45AE-4567-BCA0-87C9E77C67F0}" type="presParOf" srcId="{93F4E49D-F711-42AD-93AA-E35BC5293F7B}" destId="{B56DE23E-B0FF-4BA1-9B21-43E6582F7287}" srcOrd="0" destOrd="0" presId="urn:microsoft.com/office/officeart/2018/5/layout/CenteredIconLabelDescriptionList"/>
    <dgm:cxn modelId="{BA863D9E-2F33-4C42-9CEB-00B29D190F01}" type="presParOf" srcId="{93F4E49D-F711-42AD-93AA-E35BC5293F7B}" destId="{2928E913-292E-4BB2-8665-E3853D010CC7}" srcOrd="1" destOrd="0" presId="urn:microsoft.com/office/officeart/2018/5/layout/CenteredIconLabelDescriptionList"/>
    <dgm:cxn modelId="{AA4AD340-B275-45FE-BF55-4C0EA4663BCC}" type="presParOf" srcId="{93F4E49D-F711-42AD-93AA-E35BC5293F7B}" destId="{AADAD53D-ACBA-49D4-A038-EC3C0D47EE81}" srcOrd="2" destOrd="0" presId="urn:microsoft.com/office/officeart/2018/5/layout/CenteredIconLabelDescriptionList"/>
    <dgm:cxn modelId="{30C255DD-198C-4409-9534-6BCBD732EBE7}" type="presParOf" srcId="{93F4E49D-F711-42AD-93AA-E35BC5293F7B}" destId="{F669B08B-80A4-449F-9EA0-720D93746C7A}" srcOrd="3" destOrd="0" presId="urn:microsoft.com/office/officeart/2018/5/layout/CenteredIconLabelDescriptionList"/>
    <dgm:cxn modelId="{15D2E3EC-EE00-4A60-B36D-997AB0875158}" type="presParOf" srcId="{93F4E49D-F711-42AD-93AA-E35BC5293F7B}" destId="{946F64D3-FF59-4816-987E-61D85C54DC0B}" srcOrd="4" destOrd="0" presId="urn:microsoft.com/office/officeart/2018/5/layout/CenteredIconLabelDescriptionList"/>
    <dgm:cxn modelId="{A779707A-1366-45A5-84E3-6878F3C6D25F}" type="presParOf" srcId="{D3876DF6-F842-4261-9F7D-80743CB66728}" destId="{241CBA41-90E7-4A27-88B5-2BE3F1AD4087}" srcOrd="5" destOrd="0" presId="urn:microsoft.com/office/officeart/2018/5/layout/CenteredIconLabelDescriptionList"/>
    <dgm:cxn modelId="{0CFE853A-64A1-4187-91C9-40A713CA800C}" type="presParOf" srcId="{D3876DF6-F842-4261-9F7D-80743CB66728}" destId="{E9951ABB-8AF8-4F89-9E2D-9E7E9692FA92}" srcOrd="6" destOrd="0" presId="urn:microsoft.com/office/officeart/2018/5/layout/CenteredIconLabelDescriptionList"/>
    <dgm:cxn modelId="{B695DFC2-74DC-40DF-B2ED-6B83B523AE1A}" type="presParOf" srcId="{E9951ABB-8AF8-4F89-9E2D-9E7E9692FA92}" destId="{25FEBA37-950C-46F5-95EB-F55B85C161F8}" srcOrd="0" destOrd="0" presId="urn:microsoft.com/office/officeart/2018/5/layout/CenteredIconLabelDescriptionList"/>
    <dgm:cxn modelId="{2893C70A-5F10-4AD4-AA5E-6DC4CB7D5538}" type="presParOf" srcId="{E9951ABB-8AF8-4F89-9E2D-9E7E9692FA92}" destId="{B7C1C4FB-D035-4CC9-BE44-790D9102B012}" srcOrd="1" destOrd="0" presId="urn:microsoft.com/office/officeart/2018/5/layout/CenteredIconLabelDescriptionList"/>
    <dgm:cxn modelId="{9283B8E9-F8AB-4562-8124-3E3FA3ED871E}" type="presParOf" srcId="{E9951ABB-8AF8-4F89-9E2D-9E7E9692FA92}" destId="{5B687ACF-96DA-46ED-B08F-2092D3CD862D}" srcOrd="2" destOrd="0" presId="urn:microsoft.com/office/officeart/2018/5/layout/CenteredIconLabelDescriptionList"/>
    <dgm:cxn modelId="{5194EA8B-1312-422E-9F30-1B13B7264475}" type="presParOf" srcId="{E9951ABB-8AF8-4F89-9E2D-9E7E9692FA92}" destId="{5A8F8E52-ECB8-4BED-B6F5-98ED2512816A}" srcOrd="3" destOrd="0" presId="urn:microsoft.com/office/officeart/2018/5/layout/CenteredIconLabelDescriptionList"/>
    <dgm:cxn modelId="{4FC8D2A7-1F12-4AF5-B452-DCA9AEB3E204}" type="presParOf" srcId="{E9951ABB-8AF8-4F89-9E2D-9E7E9692FA92}" destId="{E24A5F13-3870-4E8F-9446-EF61AC570A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6E88D20-9872-4625-9F79-AA125F7C363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2A77C37-F712-40B7-A886-B549B74D35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Raspberry Pi</a:t>
          </a:r>
        </a:p>
      </dgm:t>
    </dgm:pt>
    <dgm:pt modelId="{112F9348-C555-410F-A8DF-0F4C996EFD13}" type="parTrans" cxnId="{D90B9DC5-876F-4EB9-B303-6151F1778B97}">
      <dgm:prSet/>
      <dgm:spPr/>
      <dgm:t>
        <a:bodyPr/>
        <a:lstStyle/>
        <a:p>
          <a:endParaRPr lang="en-US" sz="2400"/>
        </a:p>
      </dgm:t>
    </dgm:pt>
    <dgm:pt modelId="{829F885E-CF5A-4D7F-866F-377711D65F06}" type="sibTrans" cxnId="{D90B9DC5-876F-4EB9-B303-6151F1778B97}">
      <dgm:prSet/>
      <dgm:spPr/>
      <dgm:t>
        <a:bodyPr/>
        <a:lstStyle/>
        <a:p>
          <a:endParaRPr lang="en-US"/>
        </a:p>
      </dgm:t>
    </dgm:pt>
    <dgm:pt modelId="{484F7A5E-90F7-447C-AE9C-42CAF89EDC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$35 USD computer the</a:t>
          </a:r>
          <a:r>
            <a:rPr lang="tr-TR"/>
            <a:t> </a:t>
          </a:r>
          <a:r>
            <a:rPr lang="en-US"/>
            <a:t>size of a pack of cards)</a:t>
          </a:r>
        </a:p>
      </dgm:t>
    </dgm:pt>
    <dgm:pt modelId="{C78F8DB6-02FC-4511-9790-C2FE3AA13207}" type="parTrans" cxnId="{A747AF73-0A14-418E-9983-5151BD544559}">
      <dgm:prSet/>
      <dgm:spPr/>
      <dgm:t>
        <a:bodyPr/>
        <a:lstStyle/>
        <a:p>
          <a:endParaRPr lang="en-US" sz="2400"/>
        </a:p>
      </dgm:t>
    </dgm:pt>
    <dgm:pt modelId="{DDE8290F-12BA-4F58-A0BD-465A397EFBB2}" type="sibTrans" cxnId="{A747AF73-0A14-418E-9983-5151BD544559}">
      <dgm:prSet/>
      <dgm:spPr/>
      <dgm:t>
        <a:bodyPr/>
        <a:lstStyle/>
        <a:p>
          <a:endParaRPr lang="en-US"/>
        </a:p>
      </dgm:t>
    </dgm:pt>
    <dgm:pt modelId="{D2EAFDF0-9A73-4626-B630-CF174C7C32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VPS-</a:t>
          </a:r>
          <a:r>
            <a:rPr lang="en-US" i="1"/>
            <a:t>Virtual Private Server</a:t>
          </a:r>
          <a:endParaRPr lang="en-US"/>
        </a:p>
      </dgm:t>
    </dgm:pt>
    <dgm:pt modelId="{38DB9C9B-BB35-4D93-906B-3D2A1F1BBB23}" type="parTrans" cxnId="{34518511-BFE3-492B-9DAB-11ED98461DD3}">
      <dgm:prSet/>
      <dgm:spPr/>
      <dgm:t>
        <a:bodyPr/>
        <a:lstStyle/>
        <a:p>
          <a:endParaRPr lang="en-US" sz="2400"/>
        </a:p>
      </dgm:t>
    </dgm:pt>
    <dgm:pt modelId="{38A3CE9A-6672-4A07-8773-E365F7FF2BB3}" type="sibTrans" cxnId="{34518511-BFE3-492B-9DAB-11ED98461DD3}">
      <dgm:prSet/>
      <dgm:spPr/>
      <dgm:t>
        <a:bodyPr/>
        <a:lstStyle/>
        <a:p>
          <a:endParaRPr lang="en-US"/>
        </a:p>
      </dgm:t>
    </dgm:pt>
    <dgm:pt modelId="{702563A6-6642-4F6F-BFE8-7733352A63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Cost</a:t>
          </a:r>
          <a:r>
            <a:rPr lang="en-US"/>
            <a:t> </a:t>
          </a:r>
        </a:p>
      </dgm:t>
    </dgm:pt>
    <dgm:pt modelId="{0967E59B-FCBE-4CBA-9F55-079AC62B1AA8}" type="parTrans" cxnId="{3416CC63-70E3-4687-A19E-008D5457B07E}">
      <dgm:prSet/>
      <dgm:spPr/>
      <dgm:t>
        <a:bodyPr/>
        <a:lstStyle/>
        <a:p>
          <a:endParaRPr lang="en-US" sz="2400"/>
        </a:p>
      </dgm:t>
    </dgm:pt>
    <dgm:pt modelId="{1BAED82F-1090-4745-B2EA-91A84276F8E4}" type="sibTrans" cxnId="{3416CC63-70E3-4687-A19E-008D5457B07E}">
      <dgm:prSet/>
      <dgm:spPr/>
      <dgm:t>
        <a:bodyPr/>
        <a:lstStyle/>
        <a:p>
          <a:endParaRPr lang="en-US"/>
        </a:p>
      </dgm:t>
    </dgm:pt>
    <dgm:pt modelId="{0736F6AC-220C-4441-8141-1FD9C64CE5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rented</a:t>
          </a:r>
        </a:p>
      </dgm:t>
    </dgm:pt>
    <dgm:pt modelId="{A6A803F6-4050-4799-A583-ECE3A5DA677D}" type="parTrans" cxnId="{EB1C29A1-9F82-42E0-97F3-D0CA191A10C4}">
      <dgm:prSet/>
      <dgm:spPr/>
      <dgm:t>
        <a:bodyPr/>
        <a:lstStyle/>
        <a:p>
          <a:endParaRPr lang="en-US" sz="2400"/>
        </a:p>
      </dgm:t>
    </dgm:pt>
    <dgm:pt modelId="{3ABCC9A8-68E3-4297-96CA-EA71DE29567C}" type="sibTrans" cxnId="{EB1C29A1-9F82-42E0-97F3-D0CA191A10C4}">
      <dgm:prSet/>
      <dgm:spPr/>
      <dgm:t>
        <a:bodyPr/>
        <a:lstStyle/>
        <a:p>
          <a:endParaRPr lang="en-US"/>
        </a:p>
      </dgm:t>
    </dgm:pt>
    <dgm:pt modelId="{2D076197-8C18-4E67-A6E2-D7CC74A39F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bitcoin nodes on</a:t>
          </a:r>
        </a:p>
      </dgm:t>
    </dgm:pt>
    <dgm:pt modelId="{5DA1267E-CB2A-4091-828D-423C7AA9A0FB}" type="parTrans" cxnId="{9C21FA87-8E2A-4423-9F16-89652CFE6717}">
      <dgm:prSet/>
      <dgm:spPr/>
      <dgm:t>
        <a:bodyPr/>
        <a:lstStyle/>
        <a:p>
          <a:endParaRPr lang="tr-TR" sz="2400"/>
        </a:p>
      </dgm:t>
    </dgm:pt>
    <dgm:pt modelId="{D82865E6-B1FC-4312-B70A-AC8CA4B1D4E7}" type="sibTrans" cxnId="{9C21FA87-8E2A-4423-9F16-89652CFE6717}">
      <dgm:prSet/>
      <dgm:spPr/>
      <dgm:t>
        <a:bodyPr/>
        <a:lstStyle/>
        <a:p>
          <a:endParaRPr lang="tr-TR"/>
        </a:p>
      </dgm:t>
    </dgm:pt>
    <dgm:pt modelId="{70FD5FA8-BB63-4A4C-BDBC-2E03AB275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rented servers</a:t>
          </a:r>
        </a:p>
      </dgm:t>
    </dgm:pt>
    <dgm:pt modelId="{6B259A91-C802-4D94-80AF-88CF2602EC41}" type="parTrans" cxnId="{F031B5C2-6B3A-45EB-A0C3-DFAC83B1058D}">
      <dgm:prSet/>
      <dgm:spPr/>
    </dgm:pt>
    <dgm:pt modelId="{4DE8F587-1939-45D1-85A3-6F6760592B70}" type="sibTrans" cxnId="{F031B5C2-6B3A-45EB-A0C3-DFAC83B1058D}">
      <dgm:prSet/>
      <dgm:spPr/>
    </dgm:pt>
    <dgm:pt modelId="{7FE2E70F-2946-41F7-A9FF-EC8DE163D7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usually some variant of Linux. </a:t>
          </a:r>
        </a:p>
      </dgm:t>
    </dgm:pt>
    <dgm:pt modelId="{E6FAC984-9E3C-4FCD-A9A0-16B2E0D2AC86}" type="parTrans" cxnId="{2ADD583F-268F-4BDA-9095-9B517C0C67C4}">
      <dgm:prSet/>
      <dgm:spPr/>
    </dgm:pt>
    <dgm:pt modelId="{1C55EA37-5196-4257-8880-315CCA75C955}" type="sibTrans" cxnId="{2ADD583F-268F-4BDA-9095-9B517C0C67C4}">
      <dgm:prSet/>
      <dgm:spPr/>
    </dgm:pt>
    <dgm:pt modelId="{2A7C441D-C550-4E68-8B89-6D631333DC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$25</a:t>
          </a:r>
          <a:r>
            <a:rPr lang="tr-TR"/>
            <a:t> </a:t>
          </a:r>
          <a:r>
            <a:rPr lang="en-US"/>
            <a:t>to $50 USD per month.</a:t>
          </a:r>
        </a:p>
      </dgm:t>
    </dgm:pt>
    <dgm:pt modelId="{A766DD60-5B3A-44D9-AB93-F7DF0B32F685}" type="parTrans" cxnId="{F30F7256-AB3A-49FD-88DA-B30CC26BA73A}">
      <dgm:prSet/>
      <dgm:spPr/>
    </dgm:pt>
    <dgm:pt modelId="{1A700053-9D04-466B-BDEC-A8B79FADE8CA}" type="sibTrans" cxnId="{F30F7256-AB3A-49FD-88DA-B30CC26BA73A}">
      <dgm:prSet/>
      <dgm:spPr/>
    </dgm:pt>
    <dgm:pt modelId="{126DE3E6-397C-4ACD-8C6A-21B1A123E9D4}" type="pres">
      <dgm:prSet presAssocID="{96E88D20-9872-4625-9F79-AA125F7C363A}" presName="root" presStyleCnt="0">
        <dgm:presLayoutVars>
          <dgm:dir/>
          <dgm:resizeHandles val="exact"/>
        </dgm:presLayoutVars>
      </dgm:prSet>
      <dgm:spPr/>
    </dgm:pt>
    <dgm:pt modelId="{FDB10C93-D55F-4E7A-BD36-28FAFDE15121}" type="pres">
      <dgm:prSet presAssocID="{42A77C37-F712-40B7-A886-B549B74D3554}" presName="compNode" presStyleCnt="0"/>
      <dgm:spPr/>
    </dgm:pt>
    <dgm:pt modelId="{B26F9C05-F04C-4469-BD36-9607112C8757}" type="pres">
      <dgm:prSet presAssocID="{42A77C37-F712-40B7-A886-B549B74D35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4C93477-7635-472D-A933-19AB082A4839}" type="pres">
      <dgm:prSet presAssocID="{42A77C37-F712-40B7-A886-B549B74D3554}" presName="iconSpace" presStyleCnt="0"/>
      <dgm:spPr/>
    </dgm:pt>
    <dgm:pt modelId="{6C184ABE-8482-4C52-A0C8-00BEC53D4F9A}" type="pres">
      <dgm:prSet presAssocID="{42A77C37-F712-40B7-A886-B549B74D3554}" presName="parTx" presStyleLbl="revTx" presStyleIdx="0" presStyleCnt="6">
        <dgm:presLayoutVars>
          <dgm:chMax val="0"/>
          <dgm:chPref val="0"/>
        </dgm:presLayoutVars>
      </dgm:prSet>
      <dgm:spPr/>
    </dgm:pt>
    <dgm:pt modelId="{A4CD0A5D-319B-4DA5-A260-CACE8CB87B41}" type="pres">
      <dgm:prSet presAssocID="{42A77C37-F712-40B7-A886-B549B74D3554}" presName="txSpace" presStyleCnt="0"/>
      <dgm:spPr/>
    </dgm:pt>
    <dgm:pt modelId="{500DDE4C-C679-43B9-A328-B9FED16141E8}" type="pres">
      <dgm:prSet presAssocID="{42A77C37-F712-40B7-A886-B549B74D3554}" presName="desTx" presStyleLbl="revTx" presStyleIdx="1" presStyleCnt="6">
        <dgm:presLayoutVars/>
      </dgm:prSet>
      <dgm:spPr/>
    </dgm:pt>
    <dgm:pt modelId="{114C280A-914F-47D5-91B2-4073A9A0CD00}" type="pres">
      <dgm:prSet presAssocID="{829F885E-CF5A-4D7F-866F-377711D65F06}" presName="sibTrans" presStyleCnt="0"/>
      <dgm:spPr/>
    </dgm:pt>
    <dgm:pt modelId="{9E61D17B-F37D-43FA-9C18-48A120E3EA65}" type="pres">
      <dgm:prSet presAssocID="{D2EAFDF0-9A73-4626-B630-CF174C7C3269}" presName="compNode" presStyleCnt="0"/>
      <dgm:spPr/>
    </dgm:pt>
    <dgm:pt modelId="{46F3C5CC-D670-4302-9F69-5255D32B0F22}" type="pres">
      <dgm:prSet presAssocID="{D2EAFDF0-9A73-4626-B630-CF174C7C32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1165597-89D2-432D-A75A-CE36A72FD346}" type="pres">
      <dgm:prSet presAssocID="{D2EAFDF0-9A73-4626-B630-CF174C7C3269}" presName="iconSpace" presStyleCnt="0"/>
      <dgm:spPr/>
    </dgm:pt>
    <dgm:pt modelId="{6344DC61-2AF4-424F-835D-D1A0B44A2B9E}" type="pres">
      <dgm:prSet presAssocID="{D2EAFDF0-9A73-4626-B630-CF174C7C3269}" presName="parTx" presStyleLbl="revTx" presStyleIdx="2" presStyleCnt="6">
        <dgm:presLayoutVars>
          <dgm:chMax val="0"/>
          <dgm:chPref val="0"/>
        </dgm:presLayoutVars>
      </dgm:prSet>
      <dgm:spPr/>
    </dgm:pt>
    <dgm:pt modelId="{CD080CF3-50B4-45B8-8FD2-5ABEF3A0EDCF}" type="pres">
      <dgm:prSet presAssocID="{D2EAFDF0-9A73-4626-B630-CF174C7C3269}" presName="txSpace" presStyleCnt="0"/>
      <dgm:spPr/>
    </dgm:pt>
    <dgm:pt modelId="{1310636A-332F-468E-B070-A47585CBCEE4}" type="pres">
      <dgm:prSet presAssocID="{D2EAFDF0-9A73-4626-B630-CF174C7C3269}" presName="desTx" presStyleLbl="revTx" presStyleIdx="3" presStyleCnt="6">
        <dgm:presLayoutVars/>
      </dgm:prSet>
      <dgm:spPr/>
    </dgm:pt>
    <dgm:pt modelId="{41E502C2-49AF-4060-81AB-DD28F6D1F0EF}" type="pres">
      <dgm:prSet presAssocID="{38A3CE9A-6672-4A07-8773-E365F7FF2BB3}" presName="sibTrans" presStyleCnt="0"/>
      <dgm:spPr/>
    </dgm:pt>
    <dgm:pt modelId="{00DEE910-4B3F-41D9-9A9D-FF53FF907B91}" type="pres">
      <dgm:prSet presAssocID="{702563A6-6642-4F6F-BFE8-7733352A6389}" presName="compNode" presStyleCnt="0"/>
      <dgm:spPr/>
    </dgm:pt>
    <dgm:pt modelId="{DC18A25A-7842-4308-9C7B-B5ED3E7A430F}" type="pres">
      <dgm:prSet presAssocID="{702563A6-6642-4F6F-BFE8-7733352A63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6C408DE-A48D-48B4-B0A2-2495BD5AF878}" type="pres">
      <dgm:prSet presAssocID="{702563A6-6642-4F6F-BFE8-7733352A6389}" presName="iconSpace" presStyleCnt="0"/>
      <dgm:spPr/>
    </dgm:pt>
    <dgm:pt modelId="{90050905-8858-4F50-BD96-214EAE0FB329}" type="pres">
      <dgm:prSet presAssocID="{702563A6-6642-4F6F-BFE8-7733352A6389}" presName="parTx" presStyleLbl="revTx" presStyleIdx="4" presStyleCnt="6">
        <dgm:presLayoutVars>
          <dgm:chMax val="0"/>
          <dgm:chPref val="0"/>
        </dgm:presLayoutVars>
      </dgm:prSet>
      <dgm:spPr/>
    </dgm:pt>
    <dgm:pt modelId="{521FB24D-DFB4-43F6-A559-44F073E989C8}" type="pres">
      <dgm:prSet presAssocID="{702563A6-6642-4F6F-BFE8-7733352A6389}" presName="txSpace" presStyleCnt="0"/>
      <dgm:spPr/>
    </dgm:pt>
    <dgm:pt modelId="{A0E73755-1828-4024-A5A1-8A8579218D60}" type="pres">
      <dgm:prSet presAssocID="{702563A6-6642-4F6F-BFE8-7733352A6389}" presName="desTx" presStyleLbl="revTx" presStyleIdx="5" presStyleCnt="6">
        <dgm:presLayoutVars/>
      </dgm:prSet>
      <dgm:spPr/>
    </dgm:pt>
  </dgm:ptLst>
  <dgm:cxnLst>
    <dgm:cxn modelId="{34518511-BFE3-492B-9DAB-11ED98461DD3}" srcId="{96E88D20-9872-4625-9F79-AA125F7C363A}" destId="{D2EAFDF0-9A73-4626-B630-CF174C7C3269}" srcOrd="1" destOrd="0" parTransId="{38DB9C9B-BB35-4D93-906B-3D2A1F1BBB23}" sibTransId="{38A3CE9A-6672-4A07-8773-E365F7FF2BB3}"/>
    <dgm:cxn modelId="{0E73B41B-73BD-4359-97AA-5C89E666AC72}" type="presOf" srcId="{484F7A5E-90F7-447C-AE9C-42CAF89EDC89}" destId="{500DDE4C-C679-43B9-A328-B9FED16141E8}" srcOrd="0" destOrd="0" presId="urn:microsoft.com/office/officeart/2018/5/layout/CenteredIconLabelDescriptionList"/>
    <dgm:cxn modelId="{2ADD583F-268F-4BDA-9095-9B517C0C67C4}" srcId="{D2EAFDF0-9A73-4626-B630-CF174C7C3269}" destId="{7FE2E70F-2946-41F7-A9FF-EC8DE163D7BF}" srcOrd="2" destOrd="0" parTransId="{E6FAC984-9E3C-4FCD-A9A0-16B2E0D2AC86}" sibTransId="{1C55EA37-5196-4257-8880-315CCA75C955}"/>
    <dgm:cxn modelId="{3416CC63-70E3-4687-A19E-008D5457B07E}" srcId="{96E88D20-9872-4625-9F79-AA125F7C363A}" destId="{702563A6-6642-4F6F-BFE8-7733352A6389}" srcOrd="2" destOrd="0" parTransId="{0967E59B-FCBE-4CBA-9F55-079AC62B1AA8}" sibTransId="{1BAED82F-1090-4745-B2EA-91A84276F8E4}"/>
    <dgm:cxn modelId="{C35A206A-83A7-455A-A4B2-733CE9A3D411}" type="presOf" srcId="{D2EAFDF0-9A73-4626-B630-CF174C7C3269}" destId="{6344DC61-2AF4-424F-835D-D1A0B44A2B9E}" srcOrd="0" destOrd="0" presId="urn:microsoft.com/office/officeart/2018/5/layout/CenteredIconLabelDescriptionList"/>
    <dgm:cxn modelId="{A747AF73-0A14-418E-9983-5151BD544559}" srcId="{42A77C37-F712-40B7-A886-B549B74D3554}" destId="{484F7A5E-90F7-447C-AE9C-42CAF89EDC89}" srcOrd="0" destOrd="0" parTransId="{C78F8DB6-02FC-4511-9790-C2FE3AA13207}" sibTransId="{DDE8290F-12BA-4F58-A0BD-465A397EFBB2}"/>
    <dgm:cxn modelId="{F30F7256-AB3A-49FD-88DA-B30CC26BA73A}" srcId="{702563A6-6642-4F6F-BFE8-7733352A6389}" destId="{2A7C441D-C550-4E68-8B89-6D631333DCD5}" srcOrd="1" destOrd="0" parTransId="{A766DD60-5B3A-44D9-AB93-F7DF0B32F685}" sibTransId="{1A700053-9D04-466B-BDEC-A8B79FADE8CA}"/>
    <dgm:cxn modelId="{6C308C57-33F5-49CD-BA1C-303571C0789D}" type="presOf" srcId="{702563A6-6642-4F6F-BFE8-7733352A6389}" destId="{90050905-8858-4F50-BD96-214EAE0FB329}" srcOrd="0" destOrd="0" presId="urn:microsoft.com/office/officeart/2018/5/layout/CenteredIconLabelDescriptionList"/>
    <dgm:cxn modelId="{3815EC5A-3C55-4CAD-A5FD-3419BA17370F}" type="presOf" srcId="{70FD5FA8-BB63-4A4C-BDBC-2E03AB2750EF}" destId="{1310636A-332F-468E-B070-A47585CBCEE4}" srcOrd="0" destOrd="1" presId="urn:microsoft.com/office/officeart/2018/5/layout/CenteredIconLabelDescriptionList"/>
    <dgm:cxn modelId="{EEED8F84-569B-405C-A6B6-7506E7CD0730}" type="presOf" srcId="{42A77C37-F712-40B7-A886-B549B74D3554}" destId="{6C184ABE-8482-4C52-A0C8-00BEC53D4F9A}" srcOrd="0" destOrd="0" presId="urn:microsoft.com/office/officeart/2018/5/layout/CenteredIconLabelDescriptionList"/>
    <dgm:cxn modelId="{9C21FA87-8E2A-4423-9F16-89652CFE6717}" srcId="{D2EAFDF0-9A73-4626-B630-CF174C7C3269}" destId="{2D076197-8C18-4E67-A6E2-D7CC74A39F2D}" srcOrd="0" destOrd="0" parTransId="{5DA1267E-CB2A-4091-828D-423C7AA9A0FB}" sibTransId="{D82865E6-B1FC-4312-B70A-AC8CA4B1D4E7}"/>
    <dgm:cxn modelId="{EB1C29A1-9F82-42E0-97F3-D0CA191A10C4}" srcId="{702563A6-6642-4F6F-BFE8-7733352A6389}" destId="{0736F6AC-220C-4441-8141-1FD9C64CE5A1}" srcOrd="0" destOrd="0" parTransId="{A6A803F6-4050-4799-A583-ECE3A5DA677D}" sibTransId="{3ABCC9A8-68E3-4297-96CA-EA71DE29567C}"/>
    <dgm:cxn modelId="{ACE4C5B8-E733-4145-A439-B06F0F06B9C6}" type="presOf" srcId="{2D076197-8C18-4E67-A6E2-D7CC74A39F2D}" destId="{1310636A-332F-468E-B070-A47585CBCEE4}" srcOrd="0" destOrd="0" presId="urn:microsoft.com/office/officeart/2018/5/layout/CenteredIconLabelDescriptionList"/>
    <dgm:cxn modelId="{F14ABEBB-DAE9-421E-90D9-E8FC987672F4}" type="presOf" srcId="{7FE2E70F-2946-41F7-A9FF-EC8DE163D7BF}" destId="{1310636A-332F-468E-B070-A47585CBCEE4}" srcOrd="0" destOrd="2" presId="urn:microsoft.com/office/officeart/2018/5/layout/CenteredIconLabelDescriptionList"/>
    <dgm:cxn modelId="{F031B5C2-6B3A-45EB-A0C3-DFAC83B1058D}" srcId="{D2EAFDF0-9A73-4626-B630-CF174C7C3269}" destId="{70FD5FA8-BB63-4A4C-BDBC-2E03AB2750EF}" srcOrd="1" destOrd="0" parTransId="{6B259A91-C802-4D94-80AF-88CF2602EC41}" sibTransId="{4DE8F587-1939-45D1-85A3-6F6760592B70}"/>
    <dgm:cxn modelId="{D90B9DC5-876F-4EB9-B303-6151F1778B97}" srcId="{96E88D20-9872-4625-9F79-AA125F7C363A}" destId="{42A77C37-F712-40B7-A886-B549B74D3554}" srcOrd="0" destOrd="0" parTransId="{112F9348-C555-410F-A8DF-0F4C996EFD13}" sibTransId="{829F885E-CF5A-4D7F-866F-377711D65F06}"/>
    <dgm:cxn modelId="{63A4B9DE-8B8C-4C4D-BC0F-AD7A9B234517}" type="presOf" srcId="{2A7C441D-C550-4E68-8B89-6D631333DCD5}" destId="{A0E73755-1828-4024-A5A1-8A8579218D60}" srcOrd="0" destOrd="1" presId="urn:microsoft.com/office/officeart/2018/5/layout/CenteredIconLabelDescriptionList"/>
    <dgm:cxn modelId="{151EE0F0-F215-4E9A-BEA8-A81EE182F098}" type="presOf" srcId="{96E88D20-9872-4625-9F79-AA125F7C363A}" destId="{126DE3E6-397C-4ACD-8C6A-21B1A123E9D4}" srcOrd="0" destOrd="0" presId="urn:microsoft.com/office/officeart/2018/5/layout/CenteredIconLabelDescriptionList"/>
    <dgm:cxn modelId="{82E741FD-F124-410B-AB4E-9985536AAA3B}" type="presOf" srcId="{0736F6AC-220C-4441-8141-1FD9C64CE5A1}" destId="{A0E73755-1828-4024-A5A1-8A8579218D60}" srcOrd="0" destOrd="0" presId="urn:microsoft.com/office/officeart/2018/5/layout/CenteredIconLabelDescriptionList"/>
    <dgm:cxn modelId="{BA4ACFA0-AB50-4127-9793-31906EAB98FF}" type="presParOf" srcId="{126DE3E6-397C-4ACD-8C6A-21B1A123E9D4}" destId="{FDB10C93-D55F-4E7A-BD36-28FAFDE15121}" srcOrd="0" destOrd="0" presId="urn:microsoft.com/office/officeart/2018/5/layout/CenteredIconLabelDescriptionList"/>
    <dgm:cxn modelId="{3A0F86B2-2212-4591-A842-5293A058444B}" type="presParOf" srcId="{FDB10C93-D55F-4E7A-BD36-28FAFDE15121}" destId="{B26F9C05-F04C-4469-BD36-9607112C8757}" srcOrd="0" destOrd="0" presId="urn:microsoft.com/office/officeart/2018/5/layout/CenteredIconLabelDescriptionList"/>
    <dgm:cxn modelId="{AA9BCF5E-A0F1-4A18-917B-EF51F99A6CCF}" type="presParOf" srcId="{FDB10C93-D55F-4E7A-BD36-28FAFDE15121}" destId="{94C93477-7635-472D-A933-19AB082A4839}" srcOrd="1" destOrd="0" presId="urn:microsoft.com/office/officeart/2018/5/layout/CenteredIconLabelDescriptionList"/>
    <dgm:cxn modelId="{4B72AF42-E348-4E48-A302-F936DDEBE67D}" type="presParOf" srcId="{FDB10C93-D55F-4E7A-BD36-28FAFDE15121}" destId="{6C184ABE-8482-4C52-A0C8-00BEC53D4F9A}" srcOrd="2" destOrd="0" presId="urn:microsoft.com/office/officeart/2018/5/layout/CenteredIconLabelDescriptionList"/>
    <dgm:cxn modelId="{85CBE3E4-D715-44A6-9DB3-A0AB6BB4CAF0}" type="presParOf" srcId="{FDB10C93-D55F-4E7A-BD36-28FAFDE15121}" destId="{A4CD0A5D-319B-4DA5-A260-CACE8CB87B41}" srcOrd="3" destOrd="0" presId="urn:microsoft.com/office/officeart/2018/5/layout/CenteredIconLabelDescriptionList"/>
    <dgm:cxn modelId="{98FAC6EE-C7FE-4220-8310-AADBE814CBF5}" type="presParOf" srcId="{FDB10C93-D55F-4E7A-BD36-28FAFDE15121}" destId="{500DDE4C-C679-43B9-A328-B9FED16141E8}" srcOrd="4" destOrd="0" presId="urn:microsoft.com/office/officeart/2018/5/layout/CenteredIconLabelDescriptionList"/>
    <dgm:cxn modelId="{3F617C2B-23A3-4815-9A0F-530F9CFF7461}" type="presParOf" srcId="{126DE3E6-397C-4ACD-8C6A-21B1A123E9D4}" destId="{114C280A-914F-47D5-91B2-4073A9A0CD00}" srcOrd="1" destOrd="0" presId="urn:microsoft.com/office/officeart/2018/5/layout/CenteredIconLabelDescriptionList"/>
    <dgm:cxn modelId="{C32EFF3D-E4BE-499F-8A39-CAF7EFA1EE15}" type="presParOf" srcId="{126DE3E6-397C-4ACD-8C6A-21B1A123E9D4}" destId="{9E61D17B-F37D-43FA-9C18-48A120E3EA65}" srcOrd="2" destOrd="0" presId="urn:microsoft.com/office/officeart/2018/5/layout/CenteredIconLabelDescriptionList"/>
    <dgm:cxn modelId="{0F4B9819-A52B-49E3-A531-8FE770740C76}" type="presParOf" srcId="{9E61D17B-F37D-43FA-9C18-48A120E3EA65}" destId="{46F3C5CC-D670-4302-9F69-5255D32B0F22}" srcOrd="0" destOrd="0" presId="urn:microsoft.com/office/officeart/2018/5/layout/CenteredIconLabelDescriptionList"/>
    <dgm:cxn modelId="{0A21B33C-EB57-4549-A5D3-0CA2EC3185DE}" type="presParOf" srcId="{9E61D17B-F37D-43FA-9C18-48A120E3EA65}" destId="{01165597-89D2-432D-A75A-CE36A72FD346}" srcOrd="1" destOrd="0" presId="urn:microsoft.com/office/officeart/2018/5/layout/CenteredIconLabelDescriptionList"/>
    <dgm:cxn modelId="{CC0EFBD4-63D8-4225-A458-CA472CD17C90}" type="presParOf" srcId="{9E61D17B-F37D-43FA-9C18-48A120E3EA65}" destId="{6344DC61-2AF4-424F-835D-D1A0B44A2B9E}" srcOrd="2" destOrd="0" presId="urn:microsoft.com/office/officeart/2018/5/layout/CenteredIconLabelDescriptionList"/>
    <dgm:cxn modelId="{4C34DA3D-F960-40DE-A238-6AE408FBC3BE}" type="presParOf" srcId="{9E61D17B-F37D-43FA-9C18-48A120E3EA65}" destId="{CD080CF3-50B4-45B8-8FD2-5ABEF3A0EDCF}" srcOrd="3" destOrd="0" presId="urn:microsoft.com/office/officeart/2018/5/layout/CenteredIconLabelDescriptionList"/>
    <dgm:cxn modelId="{2C68A2CC-0AA3-42D1-94A1-99FED207A22A}" type="presParOf" srcId="{9E61D17B-F37D-43FA-9C18-48A120E3EA65}" destId="{1310636A-332F-468E-B070-A47585CBCEE4}" srcOrd="4" destOrd="0" presId="urn:microsoft.com/office/officeart/2018/5/layout/CenteredIconLabelDescriptionList"/>
    <dgm:cxn modelId="{F799D4ED-DAE3-4B62-8525-1024CF07B330}" type="presParOf" srcId="{126DE3E6-397C-4ACD-8C6A-21B1A123E9D4}" destId="{41E502C2-49AF-4060-81AB-DD28F6D1F0EF}" srcOrd="3" destOrd="0" presId="urn:microsoft.com/office/officeart/2018/5/layout/CenteredIconLabelDescriptionList"/>
    <dgm:cxn modelId="{F246906F-2CC6-4CD2-BBCB-034FA14BF85A}" type="presParOf" srcId="{126DE3E6-397C-4ACD-8C6A-21B1A123E9D4}" destId="{00DEE910-4B3F-41D9-9A9D-FF53FF907B91}" srcOrd="4" destOrd="0" presId="urn:microsoft.com/office/officeart/2018/5/layout/CenteredIconLabelDescriptionList"/>
    <dgm:cxn modelId="{C63C8D28-58A4-45B4-A10B-650AF8A12276}" type="presParOf" srcId="{00DEE910-4B3F-41D9-9A9D-FF53FF907B91}" destId="{DC18A25A-7842-4308-9C7B-B5ED3E7A430F}" srcOrd="0" destOrd="0" presId="urn:microsoft.com/office/officeart/2018/5/layout/CenteredIconLabelDescriptionList"/>
    <dgm:cxn modelId="{4A2A84A2-0B92-4C6D-B125-1431B1060D46}" type="presParOf" srcId="{00DEE910-4B3F-41D9-9A9D-FF53FF907B91}" destId="{06C408DE-A48D-48B4-B0A2-2495BD5AF878}" srcOrd="1" destOrd="0" presId="urn:microsoft.com/office/officeart/2018/5/layout/CenteredIconLabelDescriptionList"/>
    <dgm:cxn modelId="{E2CF71C0-148B-4367-A56F-C0A2E35C455E}" type="presParOf" srcId="{00DEE910-4B3F-41D9-9A9D-FF53FF907B91}" destId="{90050905-8858-4F50-BD96-214EAE0FB329}" srcOrd="2" destOrd="0" presId="urn:microsoft.com/office/officeart/2018/5/layout/CenteredIconLabelDescriptionList"/>
    <dgm:cxn modelId="{55D89833-C291-4BA1-9D02-F1C93B336DF1}" type="presParOf" srcId="{00DEE910-4B3F-41D9-9A9D-FF53FF907B91}" destId="{521FB24D-DFB4-43F6-A559-44F073E989C8}" srcOrd="3" destOrd="0" presId="urn:microsoft.com/office/officeart/2018/5/layout/CenteredIconLabelDescriptionList"/>
    <dgm:cxn modelId="{261EF0D9-C9DB-4479-87D0-6E15951B6DA5}" type="presParOf" srcId="{00DEE910-4B3F-41D9-9A9D-FF53FF907B91}" destId="{A0E73755-1828-4024-A5A1-8A8579218D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BD09820-BC60-43B3-BCFE-01683976B21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04DADB0-1CC3-4E61-A808-05A258DCB76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Development</a:t>
          </a:r>
          <a:endParaRPr lang="en-US"/>
        </a:p>
      </dgm:t>
    </dgm:pt>
    <dgm:pt modelId="{2BABC255-2B5A-444A-8355-260B9BF066B6}" type="parTrans" cxnId="{3B1C4FF8-D0CA-4391-85F4-1A333154BA10}">
      <dgm:prSet/>
      <dgm:spPr/>
      <dgm:t>
        <a:bodyPr/>
        <a:lstStyle/>
        <a:p>
          <a:endParaRPr lang="en-US"/>
        </a:p>
      </dgm:t>
    </dgm:pt>
    <dgm:pt modelId="{A7EF6FBB-6071-4403-B6ED-788D0B9E6552}" type="sibTrans" cxnId="{3B1C4FF8-D0CA-4391-85F4-1A333154BA10}">
      <dgm:prSet/>
      <dgm:spPr/>
      <dgm:t>
        <a:bodyPr/>
        <a:lstStyle/>
        <a:p>
          <a:endParaRPr lang="en-US"/>
        </a:p>
      </dgm:t>
    </dgm:pt>
    <dgm:pt modelId="{3A6DD1A4-D72E-43CA-939B-CAD41799BD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Transaction Validation</a:t>
          </a:r>
          <a:endParaRPr lang="en-US" dirty="0"/>
        </a:p>
      </dgm:t>
    </dgm:pt>
    <dgm:pt modelId="{652306FE-2019-4912-B4EB-3E5D7584915B}" type="parTrans" cxnId="{4A654BC5-8119-4492-AD69-5E5BFE5A0C26}">
      <dgm:prSet/>
      <dgm:spPr/>
      <dgm:t>
        <a:bodyPr/>
        <a:lstStyle/>
        <a:p>
          <a:endParaRPr lang="en-US"/>
        </a:p>
      </dgm:t>
    </dgm:pt>
    <dgm:pt modelId="{BF15F4B9-B84E-42E2-B223-30221AD17B7E}" type="sibTrans" cxnId="{4A654BC5-8119-4492-AD69-5E5BFE5A0C26}">
      <dgm:prSet/>
      <dgm:spPr/>
      <dgm:t>
        <a:bodyPr/>
        <a:lstStyle/>
        <a:p>
          <a:endParaRPr lang="en-US"/>
        </a:p>
      </dgm:t>
    </dgm:pt>
    <dgm:pt modelId="{32111B6B-1A2D-404D-8044-582D8306CA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building applications</a:t>
          </a:r>
        </a:p>
      </dgm:t>
    </dgm:pt>
    <dgm:pt modelId="{F439664C-F98E-485E-A070-211F3978711C}" type="parTrans" cxnId="{A7D81B94-CF54-4ED0-8413-6ABF97F7DECF}">
      <dgm:prSet/>
      <dgm:spPr/>
      <dgm:t>
        <a:bodyPr/>
        <a:lstStyle/>
        <a:p>
          <a:endParaRPr lang="en-US"/>
        </a:p>
      </dgm:t>
    </dgm:pt>
    <dgm:pt modelId="{8D069CE2-749C-4C32-9FF7-27267F6781A9}" type="sibTrans" cxnId="{A7D81B94-CF54-4ED0-8413-6ABF97F7DECF}">
      <dgm:prSet/>
      <dgm:spPr/>
      <dgm:t>
        <a:bodyPr/>
        <a:lstStyle/>
        <a:p>
          <a:endParaRPr lang="en-US"/>
        </a:p>
      </dgm:t>
    </dgm:pt>
    <dgm:pt modelId="{64F06455-C862-40EC-8C44-51C3971010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 to the network and blockchain.</a:t>
          </a:r>
        </a:p>
      </dgm:t>
    </dgm:pt>
    <dgm:pt modelId="{DC5A2482-6F74-4ED0-9303-1485372499D2}" type="parTrans" cxnId="{0A749B92-4AB7-4DB0-AB05-7FF8EB69D464}">
      <dgm:prSet/>
      <dgm:spPr/>
      <dgm:t>
        <a:bodyPr/>
        <a:lstStyle/>
        <a:p>
          <a:endParaRPr lang="en-US"/>
        </a:p>
      </dgm:t>
    </dgm:pt>
    <dgm:pt modelId="{CBDDBCF5-66D9-453A-8984-8A2F19FF74DE}" type="sibTrans" cxnId="{0A749B92-4AB7-4DB0-AB05-7FF8EB69D464}">
      <dgm:prSet/>
      <dgm:spPr/>
      <dgm:t>
        <a:bodyPr/>
        <a:lstStyle/>
        <a:p>
          <a:endParaRPr lang="en-US"/>
        </a:p>
      </dgm:t>
    </dgm:pt>
    <dgm:pt modelId="{18391FD9-8457-4722-A201-34260F6AFF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a bitcoin node</a:t>
          </a:r>
        </a:p>
      </dgm:t>
    </dgm:pt>
    <dgm:pt modelId="{6310B3B3-1887-46CD-8746-EA0FB3D1988B}" type="parTrans" cxnId="{1BBBD513-5025-4BBD-A669-5C2720E0FD3E}">
      <dgm:prSet/>
      <dgm:spPr/>
    </dgm:pt>
    <dgm:pt modelId="{A07C8915-07ED-4378-ABFE-595A4439CACA}" type="sibTrans" cxnId="{1BBBD513-5025-4BBD-A669-5C2720E0FD3E}">
      <dgm:prSet/>
      <dgm:spPr/>
    </dgm:pt>
    <dgm:pt modelId="{CDAADF4A-205A-45A9-9C38-8671D0C63A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</a:t>
          </a:r>
          <a:r>
            <a:rPr lang="en-US" dirty="0"/>
            <a:t>programmable</a:t>
          </a:r>
          <a:r>
            <a:rPr lang="tr-TR" dirty="0"/>
            <a:t> </a:t>
          </a:r>
          <a:r>
            <a:rPr lang="en-US" dirty="0"/>
            <a:t>(API)</a:t>
          </a:r>
        </a:p>
      </dgm:t>
    </dgm:pt>
    <dgm:pt modelId="{B8DE9B82-2AEE-427C-8FB0-2265CA28F14A}" type="parTrans" cxnId="{025F85E9-20FD-4F78-BEF9-FC732F3D3CA5}">
      <dgm:prSet/>
      <dgm:spPr/>
    </dgm:pt>
    <dgm:pt modelId="{C6164038-07CE-44F0-AC37-2641672F7EC9}" type="sibTrans" cxnId="{025F85E9-20FD-4F78-BEF9-FC732F3D3CA5}">
      <dgm:prSet/>
      <dgm:spPr/>
    </dgm:pt>
    <dgm:pt modelId="{769D0668-3209-4113-B84E-FA1103E902C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Access to Bitcoin</a:t>
          </a:r>
          <a:endParaRPr lang="en-US"/>
        </a:p>
      </dgm:t>
    </dgm:pt>
    <dgm:pt modelId="{64757DCE-58BB-4232-82F8-692C6EE6D244}" type="parTrans" cxnId="{CD0FEB2D-8D1C-4D41-9E5D-269AF45241DB}">
      <dgm:prSet/>
      <dgm:spPr/>
    </dgm:pt>
    <dgm:pt modelId="{881B6AB2-8E61-4BD7-8DDC-3B14BDC9BA6B}" type="sibTrans" cxnId="{CD0FEB2D-8D1C-4D41-9E5D-269AF45241DB}">
      <dgm:prSet/>
      <dgm:spPr/>
    </dgm:pt>
    <dgm:pt modelId="{D56078A6-C8B0-468F-88A4-0A6ECB0A907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</a:t>
          </a:r>
          <a:r>
            <a:rPr lang="en-US" dirty="0"/>
            <a:t>validate transactions</a:t>
          </a:r>
        </a:p>
      </dgm:t>
    </dgm:pt>
    <dgm:pt modelId="{B87D8DBB-86E6-4FA9-9048-6FF7B6AE2A29}" type="parTrans" cxnId="{9514B2BE-A1B2-49EF-93B2-88F2154AAD6D}">
      <dgm:prSet/>
      <dgm:spPr/>
    </dgm:pt>
    <dgm:pt modelId="{32EF72BF-A836-4B36-B6A0-9CADA6E28FEE}" type="sibTrans" cxnId="{9514B2BE-A1B2-49EF-93B2-88F2154AAD6D}">
      <dgm:prSet/>
      <dgm:spPr/>
    </dgm:pt>
    <dgm:pt modelId="{4BA2D7D8-4C02-48CC-92E4-C64BB0EC9B6B}" type="pres">
      <dgm:prSet presAssocID="{ABD09820-BC60-43B3-BCFE-01683976B21A}" presName="root" presStyleCnt="0">
        <dgm:presLayoutVars>
          <dgm:dir/>
          <dgm:resizeHandles val="exact"/>
        </dgm:presLayoutVars>
      </dgm:prSet>
      <dgm:spPr/>
    </dgm:pt>
    <dgm:pt modelId="{53446A81-FCD3-4BAD-B7BB-1A00B620ECD6}" type="pres">
      <dgm:prSet presAssocID="{A04DADB0-1CC3-4E61-A808-05A258DCB762}" presName="compNode" presStyleCnt="0"/>
      <dgm:spPr/>
    </dgm:pt>
    <dgm:pt modelId="{E3A962D9-5499-4017-BDC4-CAD6B9A159D5}" type="pres">
      <dgm:prSet presAssocID="{A04DADB0-1CC3-4E61-A808-05A258DCB7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35078A9-7C49-444E-BC2E-5CE12C998506}" type="pres">
      <dgm:prSet presAssocID="{A04DADB0-1CC3-4E61-A808-05A258DCB762}" presName="iconSpace" presStyleCnt="0"/>
      <dgm:spPr/>
    </dgm:pt>
    <dgm:pt modelId="{F462CC3C-3D61-4A5F-8279-C4FC9EF4D3B1}" type="pres">
      <dgm:prSet presAssocID="{A04DADB0-1CC3-4E61-A808-05A258DCB762}" presName="parTx" presStyleLbl="revTx" presStyleIdx="0" presStyleCnt="6">
        <dgm:presLayoutVars>
          <dgm:chMax val="0"/>
          <dgm:chPref val="0"/>
        </dgm:presLayoutVars>
      </dgm:prSet>
      <dgm:spPr/>
    </dgm:pt>
    <dgm:pt modelId="{3DD3C61D-A412-495A-A1A3-76C57C93164D}" type="pres">
      <dgm:prSet presAssocID="{A04DADB0-1CC3-4E61-A808-05A258DCB762}" presName="txSpace" presStyleCnt="0"/>
      <dgm:spPr/>
    </dgm:pt>
    <dgm:pt modelId="{44DA152A-2A3E-4B67-AA18-CF1E3D3700A0}" type="pres">
      <dgm:prSet presAssocID="{A04DADB0-1CC3-4E61-A808-05A258DCB762}" presName="desTx" presStyleLbl="revTx" presStyleIdx="1" presStyleCnt="6">
        <dgm:presLayoutVars/>
      </dgm:prSet>
      <dgm:spPr/>
    </dgm:pt>
    <dgm:pt modelId="{024082AF-7D0A-4BEC-8AA8-CBDCE15ECCD2}" type="pres">
      <dgm:prSet presAssocID="{A7EF6FBB-6071-4403-B6ED-788D0B9E6552}" presName="sibTrans" presStyleCnt="0"/>
      <dgm:spPr/>
    </dgm:pt>
    <dgm:pt modelId="{389ED480-0618-4C3F-B8E3-760B71249D99}" type="pres">
      <dgm:prSet presAssocID="{769D0668-3209-4113-B84E-FA1103E902C7}" presName="compNode" presStyleCnt="0"/>
      <dgm:spPr/>
    </dgm:pt>
    <dgm:pt modelId="{3792CE45-C476-46A4-806A-DDA19C0B53CD}" type="pres">
      <dgm:prSet presAssocID="{769D0668-3209-4113-B84E-FA1103E902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7A82B9B-8DC3-41D1-92F3-0956F155438A}" type="pres">
      <dgm:prSet presAssocID="{769D0668-3209-4113-B84E-FA1103E902C7}" presName="iconSpace" presStyleCnt="0"/>
      <dgm:spPr/>
    </dgm:pt>
    <dgm:pt modelId="{3B5FC926-CF23-4181-9314-F332D2F30D10}" type="pres">
      <dgm:prSet presAssocID="{769D0668-3209-4113-B84E-FA1103E902C7}" presName="parTx" presStyleLbl="revTx" presStyleIdx="2" presStyleCnt="6">
        <dgm:presLayoutVars>
          <dgm:chMax val="0"/>
          <dgm:chPref val="0"/>
        </dgm:presLayoutVars>
      </dgm:prSet>
      <dgm:spPr/>
    </dgm:pt>
    <dgm:pt modelId="{0322E0E7-2FCB-4B75-BC94-80E7FF13E3B9}" type="pres">
      <dgm:prSet presAssocID="{769D0668-3209-4113-B84E-FA1103E902C7}" presName="txSpace" presStyleCnt="0"/>
      <dgm:spPr/>
    </dgm:pt>
    <dgm:pt modelId="{53A07902-A579-466F-9BBC-B751033D8127}" type="pres">
      <dgm:prSet presAssocID="{769D0668-3209-4113-B84E-FA1103E902C7}" presName="desTx" presStyleLbl="revTx" presStyleIdx="3" presStyleCnt="6">
        <dgm:presLayoutVars/>
      </dgm:prSet>
      <dgm:spPr/>
    </dgm:pt>
    <dgm:pt modelId="{40775F92-EB1F-4E57-941F-FF63DF9E52D1}" type="pres">
      <dgm:prSet presAssocID="{881B6AB2-8E61-4BD7-8DDC-3B14BDC9BA6B}" presName="sibTrans" presStyleCnt="0"/>
      <dgm:spPr/>
    </dgm:pt>
    <dgm:pt modelId="{3522D695-DE41-4005-BD47-5CE52D268CAD}" type="pres">
      <dgm:prSet presAssocID="{3A6DD1A4-D72E-43CA-939B-CAD41799BD99}" presName="compNode" presStyleCnt="0"/>
      <dgm:spPr/>
    </dgm:pt>
    <dgm:pt modelId="{8FD896A3-5FF1-4E02-9FF5-0562AA666F1A}" type="pres">
      <dgm:prSet presAssocID="{3A6DD1A4-D72E-43CA-939B-CAD41799BD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459E030F-49FF-4383-A8AF-09AD673C1981}" type="pres">
      <dgm:prSet presAssocID="{3A6DD1A4-D72E-43CA-939B-CAD41799BD99}" presName="iconSpace" presStyleCnt="0"/>
      <dgm:spPr/>
    </dgm:pt>
    <dgm:pt modelId="{21BEF37F-E23C-4F2D-ADF1-C09520494CFC}" type="pres">
      <dgm:prSet presAssocID="{3A6DD1A4-D72E-43CA-939B-CAD41799BD99}" presName="parTx" presStyleLbl="revTx" presStyleIdx="4" presStyleCnt="6">
        <dgm:presLayoutVars>
          <dgm:chMax val="0"/>
          <dgm:chPref val="0"/>
        </dgm:presLayoutVars>
      </dgm:prSet>
      <dgm:spPr/>
    </dgm:pt>
    <dgm:pt modelId="{E55E4B05-E01E-496D-AF3F-56B87FCF6C81}" type="pres">
      <dgm:prSet presAssocID="{3A6DD1A4-D72E-43CA-939B-CAD41799BD99}" presName="txSpace" presStyleCnt="0"/>
      <dgm:spPr/>
    </dgm:pt>
    <dgm:pt modelId="{328C8C6C-A4A8-475B-9A47-DA2B212061C4}" type="pres">
      <dgm:prSet presAssocID="{3A6DD1A4-D72E-43CA-939B-CAD41799BD99}" presName="desTx" presStyleLbl="revTx" presStyleIdx="5" presStyleCnt="6">
        <dgm:presLayoutVars/>
      </dgm:prSet>
      <dgm:spPr/>
    </dgm:pt>
  </dgm:ptLst>
  <dgm:cxnLst>
    <dgm:cxn modelId="{1BBBD513-5025-4BBD-A669-5C2720E0FD3E}" srcId="{A04DADB0-1CC3-4E61-A808-05A258DCB762}" destId="{18391FD9-8457-4722-A201-34260F6AFF9F}" srcOrd="0" destOrd="0" parTransId="{6310B3B3-1887-46CD-8746-EA0FB3D1988B}" sibTransId="{A07C8915-07ED-4378-ABFE-595A4439CACA}"/>
    <dgm:cxn modelId="{CD0FEB2D-8D1C-4D41-9E5D-269AF45241DB}" srcId="{ABD09820-BC60-43B3-BCFE-01683976B21A}" destId="{769D0668-3209-4113-B84E-FA1103E902C7}" srcOrd="1" destOrd="0" parTransId="{64757DCE-58BB-4232-82F8-692C6EE6D244}" sibTransId="{881B6AB2-8E61-4BD7-8DDC-3B14BDC9BA6B}"/>
    <dgm:cxn modelId="{4A5B205D-3806-42D1-95A3-06ECFDFB9DCD}" type="presOf" srcId="{CDAADF4A-205A-45A9-9C38-8671D0C63A15}" destId="{44DA152A-2A3E-4B67-AA18-CF1E3D3700A0}" srcOrd="0" destOrd="1" presId="urn:microsoft.com/office/officeart/2018/5/layout/CenteredIconLabelDescriptionList"/>
    <dgm:cxn modelId="{18DF295E-067A-4FA0-9843-C36142B034FB}" type="presOf" srcId="{18391FD9-8457-4722-A201-34260F6AFF9F}" destId="{44DA152A-2A3E-4B67-AA18-CF1E3D3700A0}" srcOrd="0" destOrd="0" presId="urn:microsoft.com/office/officeart/2018/5/layout/CenteredIconLabelDescriptionList"/>
    <dgm:cxn modelId="{55AE9F47-14FD-4F91-B5D7-7FC967DDD10C}" type="presOf" srcId="{769D0668-3209-4113-B84E-FA1103E902C7}" destId="{3B5FC926-CF23-4181-9314-F332D2F30D10}" srcOrd="0" destOrd="0" presId="urn:microsoft.com/office/officeart/2018/5/layout/CenteredIconLabelDescriptionList"/>
    <dgm:cxn modelId="{6EA34E4A-C902-4D3F-934F-8845B52E8415}" type="presOf" srcId="{D56078A6-C8B0-468F-88A4-0A6ECB0A9074}" destId="{328C8C6C-A4A8-475B-9A47-DA2B212061C4}" srcOrd="0" destOrd="1" presId="urn:microsoft.com/office/officeart/2018/5/layout/CenteredIconLabelDescriptionList"/>
    <dgm:cxn modelId="{2878044E-5E6D-45BE-8B87-600AD6EDEB76}" type="presOf" srcId="{32111B6B-1A2D-404D-8044-582D8306CA0B}" destId="{328C8C6C-A4A8-475B-9A47-DA2B212061C4}" srcOrd="0" destOrd="0" presId="urn:microsoft.com/office/officeart/2018/5/layout/CenteredIconLabelDescriptionList"/>
    <dgm:cxn modelId="{0A749B92-4AB7-4DB0-AB05-7FF8EB69D464}" srcId="{769D0668-3209-4113-B84E-FA1103E902C7}" destId="{64F06455-C862-40EC-8C44-51C3971010E4}" srcOrd="0" destOrd="0" parTransId="{DC5A2482-6F74-4ED0-9303-1485372499D2}" sibTransId="{CBDDBCF5-66D9-453A-8984-8A2F19FF74DE}"/>
    <dgm:cxn modelId="{A7D81B94-CF54-4ED0-8413-6ABF97F7DECF}" srcId="{3A6DD1A4-D72E-43CA-939B-CAD41799BD99}" destId="{32111B6B-1A2D-404D-8044-582D8306CA0B}" srcOrd="0" destOrd="0" parTransId="{F439664C-F98E-485E-A070-211F3978711C}" sibTransId="{8D069CE2-749C-4C32-9FF7-27267F6781A9}"/>
    <dgm:cxn modelId="{8A069CAB-7739-4A05-A15F-61C9ECE1FC3B}" type="presOf" srcId="{64F06455-C862-40EC-8C44-51C3971010E4}" destId="{53A07902-A579-466F-9BBC-B751033D8127}" srcOrd="0" destOrd="0" presId="urn:microsoft.com/office/officeart/2018/5/layout/CenteredIconLabelDescriptionList"/>
    <dgm:cxn modelId="{9BF13EAF-A5B1-442F-8CFF-66B62D160EDE}" type="presOf" srcId="{3A6DD1A4-D72E-43CA-939B-CAD41799BD99}" destId="{21BEF37F-E23C-4F2D-ADF1-C09520494CFC}" srcOrd="0" destOrd="0" presId="urn:microsoft.com/office/officeart/2018/5/layout/CenteredIconLabelDescriptionList"/>
    <dgm:cxn modelId="{9ECF86B5-8EFE-4FD3-853B-86CF02C814FD}" type="presOf" srcId="{A04DADB0-1CC3-4E61-A808-05A258DCB762}" destId="{F462CC3C-3D61-4A5F-8279-C4FC9EF4D3B1}" srcOrd="0" destOrd="0" presId="urn:microsoft.com/office/officeart/2018/5/layout/CenteredIconLabelDescriptionList"/>
    <dgm:cxn modelId="{9514B2BE-A1B2-49EF-93B2-88F2154AAD6D}" srcId="{3A6DD1A4-D72E-43CA-939B-CAD41799BD99}" destId="{D56078A6-C8B0-468F-88A4-0A6ECB0A9074}" srcOrd="1" destOrd="0" parTransId="{B87D8DBB-86E6-4FA9-9048-6FF7B6AE2A29}" sibTransId="{32EF72BF-A836-4B36-B6A0-9CADA6E28FEE}"/>
    <dgm:cxn modelId="{4A654BC5-8119-4492-AD69-5E5BFE5A0C26}" srcId="{ABD09820-BC60-43B3-BCFE-01683976B21A}" destId="{3A6DD1A4-D72E-43CA-939B-CAD41799BD99}" srcOrd="2" destOrd="0" parTransId="{652306FE-2019-4912-B4EB-3E5D7584915B}" sibTransId="{BF15F4B9-B84E-42E2-B223-30221AD17B7E}"/>
    <dgm:cxn modelId="{2A250ADF-07DE-4F7B-B0B4-602221F4BC1E}" type="presOf" srcId="{ABD09820-BC60-43B3-BCFE-01683976B21A}" destId="{4BA2D7D8-4C02-48CC-92E4-C64BB0EC9B6B}" srcOrd="0" destOrd="0" presId="urn:microsoft.com/office/officeart/2018/5/layout/CenteredIconLabelDescriptionList"/>
    <dgm:cxn modelId="{025F85E9-20FD-4F78-BEF9-FC732F3D3CA5}" srcId="{A04DADB0-1CC3-4E61-A808-05A258DCB762}" destId="{CDAADF4A-205A-45A9-9C38-8671D0C63A15}" srcOrd="1" destOrd="0" parTransId="{B8DE9B82-2AEE-427C-8FB0-2265CA28F14A}" sibTransId="{C6164038-07CE-44F0-AC37-2641672F7EC9}"/>
    <dgm:cxn modelId="{3B1C4FF8-D0CA-4391-85F4-1A333154BA10}" srcId="{ABD09820-BC60-43B3-BCFE-01683976B21A}" destId="{A04DADB0-1CC3-4E61-A808-05A258DCB762}" srcOrd="0" destOrd="0" parTransId="{2BABC255-2B5A-444A-8355-260B9BF066B6}" sibTransId="{A7EF6FBB-6071-4403-B6ED-788D0B9E6552}"/>
    <dgm:cxn modelId="{3A831613-4779-4CAC-9FBE-1BFC64423F8E}" type="presParOf" srcId="{4BA2D7D8-4C02-48CC-92E4-C64BB0EC9B6B}" destId="{53446A81-FCD3-4BAD-B7BB-1A00B620ECD6}" srcOrd="0" destOrd="0" presId="urn:microsoft.com/office/officeart/2018/5/layout/CenteredIconLabelDescriptionList"/>
    <dgm:cxn modelId="{C86CDE52-53F5-4564-B0A8-B452BCCD9A98}" type="presParOf" srcId="{53446A81-FCD3-4BAD-B7BB-1A00B620ECD6}" destId="{E3A962D9-5499-4017-BDC4-CAD6B9A159D5}" srcOrd="0" destOrd="0" presId="urn:microsoft.com/office/officeart/2018/5/layout/CenteredIconLabelDescriptionList"/>
    <dgm:cxn modelId="{BDC28AC6-9EA9-440B-BD60-A9C43692DC73}" type="presParOf" srcId="{53446A81-FCD3-4BAD-B7BB-1A00B620ECD6}" destId="{535078A9-7C49-444E-BC2E-5CE12C998506}" srcOrd="1" destOrd="0" presId="urn:microsoft.com/office/officeart/2018/5/layout/CenteredIconLabelDescriptionList"/>
    <dgm:cxn modelId="{A74137BF-B721-410E-8755-45187BA5FF36}" type="presParOf" srcId="{53446A81-FCD3-4BAD-B7BB-1A00B620ECD6}" destId="{F462CC3C-3D61-4A5F-8279-C4FC9EF4D3B1}" srcOrd="2" destOrd="0" presId="urn:microsoft.com/office/officeart/2018/5/layout/CenteredIconLabelDescriptionList"/>
    <dgm:cxn modelId="{D292572E-6BCC-4BD4-9370-D9BF9DE9E37F}" type="presParOf" srcId="{53446A81-FCD3-4BAD-B7BB-1A00B620ECD6}" destId="{3DD3C61D-A412-495A-A1A3-76C57C93164D}" srcOrd="3" destOrd="0" presId="urn:microsoft.com/office/officeart/2018/5/layout/CenteredIconLabelDescriptionList"/>
    <dgm:cxn modelId="{FA0ABC6C-3ADA-421F-961E-5450648C66A7}" type="presParOf" srcId="{53446A81-FCD3-4BAD-B7BB-1A00B620ECD6}" destId="{44DA152A-2A3E-4B67-AA18-CF1E3D3700A0}" srcOrd="4" destOrd="0" presId="urn:microsoft.com/office/officeart/2018/5/layout/CenteredIconLabelDescriptionList"/>
    <dgm:cxn modelId="{9BE0CB1F-0663-48D5-B82F-717A7602666D}" type="presParOf" srcId="{4BA2D7D8-4C02-48CC-92E4-C64BB0EC9B6B}" destId="{024082AF-7D0A-4BEC-8AA8-CBDCE15ECCD2}" srcOrd="1" destOrd="0" presId="urn:microsoft.com/office/officeart/2018/5/layout/CenteredIconLabelDescriptionList"/>
    <dgm:cxn modelId="{AB1E99CB-F84C-4676-B212-A2AE7C7EE6B1}" type="presParOf" srcId="{4BA2D7D8-4C02-48CC-92E4-C64BB0EC9B6B}" destId="{389ED480-0618-4C3F-B8E3-760B71249D99}" srcOrd="2" destOrd="0" presId="urn:microsoft.com/office/officeart/2018/5/layout/CenteredIconLabelDescriptionList"/>
    <dgm:cxn modelId="{1FB474E1-2A62-4B2D-BCF9-4D39C855B73A}" type="presParOf" srcId="{389ED480-0618-4C3F-B8E3-760B71249D99}" destId="{3792CE45-C476-46A4-806A-DDA19C0B53CD}" srcOrd="0" destOrd="0" presId="urn:microsoft.com/office/officeart/2018/5/layout/CenteredIconLabelDescriptionList"/>
    <dgm:cxn modelId="{0B0782DC-1C84-41E9-80A9-43424A51A606}" type="presParOf" srcId="{389ED480-0618-4C3F-B8E3-760B71249D99}" destId="{A7A82B9B-8DC3-41D1-92F3-0956F155438A}" srcOrd="1" destOrd="0" presId="urn:microsoft.com/office/officeart/2018/5/layout/CenteredIconLabelDescriptionList"/>
    <dgm:cxn modelId="{5F4C6C4E-987A-4D5E-9A77-6502DA16CA50}" type="presParOf" srcId="{389ED480-0618-4C3F-B8E3-760B71249D99}" destId="{3B5FC926-CF23-4181-9314-F332D2F30D10}" srcOrd="2" destOrd="0" presId="urn:microsoft.com/office/officeart/2018/5/layout/CenteredIconLabelDescriptionList"/>
    <dgm:cxn modelId="{FAC8E8BC-C1A3-445C-8E2F-25B77EB447B0}" type="presParOf" srcId="{389ED480-0618-4C3F-B8E3-760B71249D99}" destId="{0322E0E7-2FCB-4B75-BC94-80E7FF13E3B9}" srcOrd="3" destOrd="0" presId="urn:microsoft.com/office/officeart/2018/5/layout/CenteredIconLabelDescriptionList"/>
    <dgm:cxn modelId="{573346DE-7385-4834-9DC0-4F0B26B32EA3}" type="presParOf" srcId="{389ED480-0618-4C3F-B8E3-760B71249D99}" destId="{53A07902-A579-466F-9BBC-B751033D8127}" srcOrd="4" destOrd="0" presId="urn:microsoft.com/office/officeart/2018/5/layout/CenteredIconLabelDescriptionList"/>
    <dgm:cxn modelId="{70C72224-C92B-4D5F-814A-6FD381F700B0}" type="presParOf" srcId="{4BA2D7D8-4C02-48CC-92E4-C64BB0EC9B6B}" destId="{40775F92-EB1F-4E57-941F-FF63DF9E52D1}" srcOrd="3" destOrd="0" presId="urn:microsoft.com/office/officeart/2018/5/layout/CenteredIconLabelDescriptionList"/>
    <dgm:cxn modelId="{91E93869-9FD8-486C-941E-FD3039E3EA52}" type="presParOf" srcId="{4BA2D7D8-4C02-48CC-92E4-C64BB0EC9B6B}" destId="{3522D695-DE41-4005-BD47-5CE52D268CAD}" srcOrd="4" destOrd="0" presId="urn:microsoft.com/office/officeart/2018/5/layout/CenteredIconLabelDescriptionList"/>
    <dgm:cxn modelId="{DBBDEA24-4447-4E80-998D-95E030AA51D7}" type="presParOf" srcId="{3522D695-DE41-4005-BD47-5CE52D268CAD}" destId="{8FD896A3-5FF1-4E02-9FF5-0562AA666F1A}" srcOrd="0" destOrd="0" presId="urn:microsoft.com/office/officeart/2018/5/layout/CenteredIconLabelDescriptionList"/>
    <dgm:cxn modelId="{73303597-FEA4-472B-B48F-C018E9833D94}" type="presParOf" srcId="{3522D695-DE41-4005-BD47-5CE52D268CAD}" destId="{459E030F-49FF-4383-A8AF-09AD673C1981}" srcOrd="1" destOrd="0" presId="urn:microsoft.com/office/officeart/2018/5/layout/CenteredIconLabelDescriptionList"/>
    <dgm:cxn modelId="{1BF403EE-FD6C-4003-8F6C-7489AACB8AD2}" type="presParOf" srcId="{3522D695-DE41-4005-BD47-5CE52D268CAD}" destId="{21BEF37F-E23C-4F2D-ADF1-C09520494CFC}" srcOrd="2" destOrd="0" presId="urn:microsoft.com/office/officeart/2018/5/layout/CenteredIconLabelDescriptionList"/>
    <dgm:cxn modelId="{07E920F1-4C0F-4FD7-98A5-681B664B45BD}" type="presParOf" srcId="{3522D695-DE41-4005-BD47-5CE52D268CAD}" destId="{E55E4B05-E01E-496D-AF3F-56B87FCF6C81}" srcOrd="3" destOrd="0" presId="urn:microsoft.com/office/officeart/2018/5/layout/CenteredIconLabelDescriptionList"/>
    <dgm:cxn modelId="{97B6B878-AA40-4CD9-9B6E-0D74DD6A0D8E}" type="presParOf" srcId="{3522D695-DE41-4005-BD47-5CE52D268CAD}" destId="{328C8C6C-A4A8-475B-9A47-DA2B212061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BD09820-BC60-43B3-BCFE-01683976B21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C7E2C37-3EF4-4A7A-8759-8D3B1C130D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Support Bitcoin</a:t>
          </a:r>
          <a:endParaRPr lang="en-US"/>
        </a:p>
      </dgm:t>
    </dgm:pt>
    <dgm:pt modelId="{EFD6F63A-66B5-401B-AB80-A7C5F83A6F42}" type="parTrans" cxnId="{FC272161-4D5A-4B70-9EF0-916664F34106}">
      <dgm:prSet/>
      <dgm:spPr/>
      <dgm:t>
        <a:bodyPr/>
        <a:lstStyle/>
        <a:p>
          <a:endParaRPr lang="en-US"/>
        </a:p>
      </dgm:t>
    </dgm:pt>
    <dgm:pt modelId="{A6802408-80D5-4A57-872A-CEAB8BD23323}" type="sibTrans" cxnId="{FC272161-4D5A-4B70-9EF0-916664F34106}">
      <dgm:prSet/>
      <dgm:spPr/>
      <dgm:t>
        <a:bodyPr/>
        <a:lstStyle/>
        <a:p>
          <a:endParaRPr lang="en-US"/>
        </a:p>
      </dgm:t>
    </dgm:pt>
    <dgm:pt modelId="{C1E2774B-DAF1-4D2C-ACAC-F21970378A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Running a node</a:t>
          </a:r>
        </a:p>
      </dgm:t>
    </dgm:pt>
    <dgm:pt modelId="{2978BDC1-4480-4211-845F-3CC51CBB215F}" type="parTrans" cxnId="{B9654D02-827E-4EE1-895F-BF24D2845DA0}">
      <dgm:prSet/>
      <dgm:spPr/>
      <dgm:t>
        <a:bodyPr/>
        <a:lstStyle/>
        <a:p>
          <a:endParaRPr lang="en-US"/>
        </a:p>
      </dgm:t>
    </dgm:pt>
    <dgm:pt modelId="{61B265D4-8117-40AA-976D-0F02F279C460}" type="sibTrans" cxnId="{B9654D02-827E-4EE1-895F-BF24D2845DA0}">
      <dgm:prSet/>
      <dgm:spPr/>
      <dgm:t>
        <a:bodyPr/>
        <a:lstStyle/>
        <a:p>
          <a:endParaRPr lang="en-US"/>
        </a:p>
      </dgm:t>
    </dgm:pt>
    <dgm:pt modelId="{6D50DE83-0C7E-47AF-B993-96E993F0AD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EF971453-48F7-40CE-900C-024C08308B91}" type="parTrans" cxnId="{7204D1C7-8432-413B-AA68-602C0B644A9F}">
      <dgm:prSet/>
      <dgm:spPr/>
      <dgm:t>
        <a:bodyPr/>
        <a:lstStyle/>
        <a:p>
          <a:endParaRPr lang="en-US"/>
        </a:p>
      </dgm:t>
    </dgm:pt>
    <dgm:pt modelId="{99951AE9-357F-434F-A7DE-04DC3E531FA6}" type="sibTrans" cxnId="{7204D1C7-8432-413B-AA68-602C0B644A9F}">
      <dgm:prSet/>
      <dgm:spPr/>
      <dgm:t>
        <a:bodyPr/>
        <a:lstStyle/>
        <a:p>
          <a:endParaRPr lang="en-US"/>
        </a:p>
      </dgm:t>
    </dgm:pt>
    <dgm:pt modelId="{B1326FA1-D5A8-4DE2-8C4E-855D41EF0E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</a:t>
          </a:r>
          <a:r>
            <a:rPr lang="tr-TR" dirty="0"/>
            <a:t> </a:t>
          </a:r>
          <a:r>
            <a:rPr lang="en-US" dirty="0"/>
            <a:t>not rely on any third party</a:t>
          </a:r>
        </a:p>
      </dgm:t>
    </dgm:pt>
    <dgm:pt modelId="{9023D60E-A62F-4AF5-842F-C1FBD05FBE76}" type="parTrans" cxnId="{A8B5C471-FFDE-403F-9018-53917AD4C3DB}">
      <dgm:prSet/>
      <dgm:spPr/>
      <dgm:t>
        <a:bodyPr/>
        <a:lstStyle/>
        <a:p>
          <a:endParaRPr lang="en-US"/>
        </a:p>
      </dgm:t>
    </dgm:pt>
    <dgm:pt modelId="{10A143E4-5BA3-45F2-A38A-5D03DDB94D0C}" type="sibTrans" cxnId="{A8B5C471-FFDE-403F-9018-53917AD4C3DB}">
      <dgm:prSet/>
      <dgm:spPr/>
      <dgm:t>
        <a:bodyPr/>
        <a:lstStyle/>
        <a:p>
          <a:endParaRPr lang="en-US"/>
        </a:p>
      </dgm:t>
    </dgm:pt>
    <dgm:pt modelId="{F120BF97-EF01-4F82-8875-AFE78011CA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wallets</a:t>
          </a:r>
        </a:p>
      </dgm:t>
    </dgm:pt>
    <dgm:pt modelId="{AA108CD4-3E2A-45FC-B9B7-75B6A84F95C1}" type="parTrans" cxnId="{C84D2478-D6BE-410A-8A3C-87848D46A23B}">
      <dgm:prSet/>
      <dgm:spPr/>
      <dgm:t>
        <a:bodyPr/>
        <a:lstStyle/>
        <a:p>
          <a:endParaRPr lang="en-US"/>
        </a:p>
      </dgm:t>
    </dgm:pt>
    <dgm:pt modelId="{C8805656-278E-4352-B0FE-90EF455BD806}" type="sibTrans" cxnId="{C84D2478-D6BE-410A-8A3C-87848D46A23B}">
      <dgm:prSet/>
      <dgm:spPr/>
      <dgm:t>
        <a:bodyPr/>
        <a:lstStyle/>
        <a:p>
          <a:endParaRPr lang="en-US"/>
        </a:p>
      </dgm:t>
    </dgm:pt>
    <dgm:pt modelId="{0EB2A085-0955-48B9-844C-224A4E907B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process or validate </a:t>
          </a:r>
          <a:r>
            <a:rPr lang="tr-TR" dirty="0"/>
            <a:t>own</a:t>
          </a:r>
          <a:r>
            <a:rPr lang="en-US" dirty="0"/>
            <a:t> transactions</a:t>
          </a:r>
        </a:p>
      </dgm:t>
    </dgm:pt>
    <dgm:pt modelId="{FB903F05-229B-4B71-85B9-D7E017F1B4BA}" type="parTrans" cxnId="{113A9AC2-65BE-4CE7-B013-B727DA41BD70}">
      <dgm:prSet/>
      <dgm:spPr/>
      <dgm:t>
        <a:bodyPr/>
        <a:lstStyle/>
        <a:p>
          <a:endParaRPr lang="en-US"/>
        </a:p>
      </dgm:t>
    </dgm:pt>
    <dgm:pt modelId="{7126F7A6-140E-4966-AE75-C5D0435F3732}" type="sibTrans" cxnId="{113A9AC2-65BE-4CE7-B013-B727DA41BD70}">
      <dgm:prSet/>
      <dgm:spPr/>
      <dgm:t>
        <a:bodyPr/>
        <a:lstStyle/>
        <a:p>
          <a:endParaRPr lang="en-US"/>
        </a:p>
      </dgm:t>
    </dgm:pt>
    <dgm:pt modelId="{74B86AD0-E1B2-4FFD-8459-6C8184F803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makes </a:t>
          </a:r>
          <a:r>
            <a:rPr lang="en-US" dirty="0"/>
            <a:t>the network more robust</a:t>
          </a:r>
        </a:p>
      </dgm:t>
    </dgm:pt>
    <dgm:pt modelId="{C983553C-DB06-4BAC-B038-046E66994F48}" type="parTrans" cxnId="{0BD31C48-B3E5-4BC6-90FC-F8F22D4FBD9A}">
      <dgm:prSet/>
      <dgm:spPr/>
    </dgm:pt>
    <dgm:pt modelId="{327807DE-0A05-44BE-87D6-B98B96F416C1}" type="sibTrans" cxnId="{0BD31C48-B3E5-4BC6-90FC-F8F22D4FBD9A}">
      <dgm:prSet/>
      <dgm:spPr/>
    </dgm:pt>
    <dgm:pt modelId="{1FB0A704-8BA9-4BE3-8B53-8C4A8CAAD7B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Serve</a:t>
          </a:r>
          <a:endParaRPr lang="en-US"/>
        </a:p>
      </dgm:t>
    </dgm:pt>
    <dgm:pt modelId="{F179E85C-945A-4F4E-9978-150E4CA96576}" type="parTrans" cxnId="{5425B050-10C3-4C33-8CEF-4B8D682B0868}">
      <dgm:prSet/>
      <dgm:spPr/>
    </dgm:pt>
    <dgm:pt modelId="{4BF953AA-C4C4-4F75-995D-4FCC5FAFE652}" type="sibTrans" cxnId="{5425B050-10C3-4C33-8CEF-4B8D682B0868}">
      <dgm:prSet/>
      <dgm:spPr/>
    </dgm:pt>
    <dgm:pt modelId="{F8CCC29B-C431-40AD-82C7-70B7440FA0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users</a:t>
          </a:r>
        </a:p>
      </dgm:t>
    </dgm:pt>
    <dgm:pt modelId="{406FF7F0-34BC-4369-B6B7-3271CC81CB39}" type="parTrans" cxnId="{E4403D8A-6AD5-4745-82A8-1B45C903D914}">
      <dgm:prSet/>
      <dgm:spPr/>
    </dgm:pt>
    <dgm:pt modelId="{7F3A3896-6167-4805-9F8A-85175AEA2F26}" type="sibTrans" cxnId="{E4403D8A-6AD5-4745-82A8-1B45C903D914}">
      <dgm:prSet/>
      <dgm:spPr/>
    </dgm:pt>
    <dgm:pt modelId="{3A3B9059-136F-4AE1-9BBE-2BC7C53E0F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transactions</a:t>
          </a:r>
        </a:p>
      </dgm:t>
    </dgm:pt>
    <dgm:pt modelId="{6BAFE4E6-D04B-440A-BC3F-0059A4FE3CB7}" type="parTrans" cxnId="{4C034605-8CD5-4ABD-8092-5506C53C02B4}">
      <dgm:prSet/>
      <dgm:spPr/>
    </dgm:pt>
    <dgm:pt modelId="{A1DFB97C-2B62-4B32-8C8A-11B24B8B3EBE}" type="sibTrans" cxnId="{4C034605-8CD5-4ABD-8092-5506C53C02B4}">
      <dgm:prSet/>
      <dgm:spPr/>
    </dgm:pt>
    <dgm:pt modelId="{E1C6122B-F38E-46D4-BBE2-D3CB3E6DF336}" type="pres">
      <dgm:prSet presAssocID="{ABD09820-BC60-43B3-BCFE-01683976B21A}" presName="root" presStyleCnt="0">
        <dgm:presLayoutVars>
          <dgm:dir/>
          <dgm:resizeHandles val="exact"/>
        </dgm:presLayoutVars>
      </dgm:prSet>
      <dgm:spPr/>
    </dgm:pt>
    <dgm:pt modelId="{287FD9E4-A8C6-4FDF-9AF2-BB288E8784CD}" type="pres">
      <dgm:prSet presAssocID="{9C7E2C37-3EF4-4A7A-8759-8D3B1C130D8E}" presName="compNode" presStyleCnt="0"/>
      <dgm:spPr/>
    </dgm:pt>
    <dgm:pt modelId="{6FFE6E71-6DC3-4511-9CE3-4B5B07B32840}" type="pres">
      <dgm:prSet presAssocID="{9C7E2C37-3EF4-4A7A-8759-8D3B1C130D8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113575F-2F61-4806-BFDA-6B7065297E15}" type="pres">
      <dgm:prSet presAssocID="{9C7E2C37-3EF4-4A7A-8759-8D3B1C130D8E}" presName="iconSpace" presStyleCnt="0"/>
      <dgm:spPr/>
    </dgm:pt>
    <dgm:pt modelId="{EB22D3CA-55BF-4442-8B7D-A113C87DF136}" type="pres">
      <dgm:prSet presAssocID="{9C7E2C37-3EF4-4A7A-8759-8D3B1C130D8E}" presName="parTx" presStyleLbl="revTx" presStyleIdx="0" presStyleCnt="6">
        <dgm:presLayoutVars>
          <dgm:chMax val="0"/>
          <dgm:chPref val="0"/>
        </dgm:presLayoutVars>
      </dgm:prSet>
      <dgm:spPr/>
    </dgm:pt>
    <dgm:pt modelId="{3237431D-5F7B-462B-9343-F88282958EDF}" type="pres">
      <dgm:prSet presAssocID="{9C7E2C37-3EF4-4A7A-8759-8D3B1C130D8E}" presName="txSpace" presStyleCnt="0"/>
      <dgm:spPr/>
    </dgm:pt>
    <dgm:pt modelId="{A9A1EE07-E125-40AC-8A6F-3AE232C1A980}" type="pres">
      <dgm:prSet presAssocID="{9C7E2C37-3EF4-4A7A-8759-8D3B1C130D8E}" presName="desTx" presStyleLbl="revTx" presStyleIdx="1" presStyleCnt="6">
        <dgm:presLayoutVars/>
      </dgm:prSet>
      <dgm:spPr/>
    </dgm:pt>
    <dgm:pt modelId="{9254372F-F10D-413F-A0D0-0508F5F6A59E}" type="pres">
      <dgm:prSet presAssocID="{A6802408-80D5-4A57-872A-CEAB8BD23323}" presName="sibTrans" presStyleCnt="0"/>
      <dgm:spPr/>
    </dgm:pt>
    <dgm:pt modelId="{DD26FD40-61E7-4E1F-BBC4-B2B5547A6B60}" type="pres">
      <dgm:prSet presAssocID="{1FB0A704-8BA9-4BE3-8B53-8C4A8CAAD7BF}" presName="compNode" presStyleCnt="0"/>
      <dgm:spPr/>
    </dgm:pt>
    <dgm:pt modelId="{C2EBDEDE-F13C-4ED1-ABF6-0830FB43ACA6}" type="pres">
      <dgm:prSet presAssocID="{1FB0A704-8BA9-4BE3-8B53-8C4A8CAAD7B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4DD49C1-E7DC-46EE-9877-DFFD6858F73D}" type="pres">
      <dgm:prSet presAssocID="{1FB0A704-8BA9-4BE3-8B53-8C4A8CAAD7BF}" presName="iconSpace" presStyleCnt="0"/>
      <dgm:spPr/>
    </dgm:pt>
    <dgm:pt modelId="{F6CBF967-62F8-48F0-839B-FC263168158F}" type="pres">
      <dgm:prSet presAssocID="{1FB0A704-8BA9-4BE3-8B53-8C4A8CAAD7BF}" presName="parTx" presStyleLbl="revTx" presStyleIdx="2" presStyleCnt="6">
        <dgm:presLayoutVars>
          <dgm:chMax val="0"/>
          <dgm:chPref val="0"/>
        </dgm:presLayoutVars>
      </dgm:prSet>
      <dgm:spPr/>
    </dgm:pt>
    <dgm:pt modelId="{A00B8E11-E45D-4510-8710-4520CC8298C9}" type="pres">
      <dgm:prSet presAssocID="{1FB0A704-8BA9-4BE3-8B53-8C4A8CAAD7BF}" presName="txSpace" presStyleCnt="0"/>
      <dgm:spPr/>
    </dgm:pt>
    <dgm:pt modelId="{7FB78CFD-182B-4C27-84A7-6E68B3E0A82A}" type="pres">
      <dgm:prSet presAssocID="{1FB0A704-8BA9-4BE3-8B53-8C4A8CAAD7BF}" presName="desTx" presStyleLbl="revTx" presStyleIdx="3" presStyleCnt="6">
        <dgm:presLayoutVars/>
      </dgm:prSet>
      <dgm:spPr/>
    </dgm:pt>
    <dgm:pt modelId="{81D088DC-8163-4856-96C9-8323D5789ABC}" type="pres">
      <dgm:prSet presAssocID="{4BF953AA-C4C4-4F75-995D-4FCC5FAFE652}" presName="sibTrans" presStyleCnt="0"/>
      <dgm:spPr/>
    </dgm:pt>
    <dgm:pt modelId="{89300CA1-7FB2-465A-B3A8-B58B693443DE}" type="pres">
      <dgm:prSet presAssocID="{6D50DE83-0C7E-47AF-B993-96E993F0AD4C}" presName="compNode" presStyleCnt="0"/>
      <dgm:spPr/>
    </dgm:pt>
    <dgm:pt modelId="{B3DDF893-4864-47CB-BD3E-73CBB8594402}" type="pres">
      <dgm:prSet presAssocID="{6D50DE83-0C7E-47AF-B993-96E993F0AD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AA3B785-E7D4-467F-862E-B53BD33441CE}" type="pres">
      <dgm:prSet presAssocID="{6D50DE83-0C7E-47AF-B993-96E993F0AD4C}" presName="iconSpace" presStyleCnt="0"/>
      <dgm:spPr/>
    </dgm:pt>
    <dgm:pt modelId="{48E968AC-D047-4E14-ACBE-F3BB4D34EB53}" type="pres">
      <dgm:prSet presAssocID="{6D50DE83-0C7E-47AF-B993-96E993F0AD4C}" presName="parTx" presStyleLbl="revTx" presStyleIdx="4" presStyleCnt="6">
        <dgm:presLayoutVars>
          <dgm:chMax val="0"/>
          <dgm:chPref val="0"/>
        </dgm:presLayoutVars>
      </dgm:prSet>
      <dgm:spPr/>
    </dgm:pt>
    <dgm:pt modelId="{E2141D2C-AFD4-4BF6-A120-488282BF84C3}" type="pres">
      <dgm:prSet presAssocID="{6D50DE83-0C7E-47AF-B993-96E993F0AD4C}" presName="txSpace" presStyleCnt="0"/>
      <dgm:spPr/>
    </dgm:pt>
    <dgm:pt modelId="{14E17E6D-71F6-4EAA-B592-4A802C8CDEC1}" type="pres">
      <dgm:prSet presAssocID="{6D50DE83-0C7E-47AF-B993-96E993F0AD4C}" presName="desTx" presStyleLbl="revTx" presStyleIdx="5" presStyleCnt="6">
        <dgm:presLayoutVars/>
      </dgm:prSet>
      <dgm:spPr/>
    </dgm:pt>
  </dgm:ptLst>
  <dgm:cxnLst>
    <dgm:cxn modelId="{59821601-BC5F-4665-8743-22A452B946C8}" type="presOf" srcId="{74B86AD0-E1B2-4FFD-8459-6C8184F8031B}" destId="{A9A1EE07-E125-40AC-8A6F-3AE232C1A980}" srcOrd="0" destOrd="1" presId="urn:microsoft.com/office/officeart/2018/5/layout/CenteredIconLabelDescriptionList"/>
    <dgm:cxn modelId="{B9654D02-827E-4EE1-895F-BF24D2845DA0}" srcId="{9C7E2C37-3EF4-4A7A-8759-8D3B1C130D8E}" destId="{C1E2774B-DAF1-4D2C-ACAC-F21970378ACB}" srcOrd="0" destOrd="0" parTransId="{2978BDC1-4480-4211-845F-3CC51CBB215F}" sibTransId="{61B265D4-8117-40AA-976D-0F02F279C460}"/>
    <dgm:cxn modelId="{4C034605-8CD5-4ABD-8092-5506C53C02B4}" srcId="{1FB0A704-8BA9-4BE3-8B53-8C4A8CAAD7BF}" destId="{3A3B9059-136F-4AE1-9BBE-2BC7C53E0F95}" srcOrd="2" destOrd="0" parTransId="{6BAFE4E6-D04B-440A-BC3F-0059A4FE3CB7}" sibTransId="{A1DFB97C-2B62-4B32-8C8A-11B24B8B3EBE}"/>
    <dgm:cxn modelId="{9AFE7F0E-2402-4A6C-8B69-F8C33924AACE}" type="presOf" srcId="{9C7E2C37-3EF4-4A7A-8759-8D3B1C130D8E}" destId="{EB22D3CA-55BF-4442-8B7D-A113C87DF136}" srcOrd="0" destOrd="0" presId="urn:microsoft.com/office/officeart/2018/5/layout/CenteredIconLabelDescriptionList"/>
    <dgm:cxn modelId="{6CC1F913-0601-4E1E-9AC0-60B6FDD0E86B}" type="presOf" srcId="{3A3B9059-136F-4AE1-9BBE-2BC7C53E0F95}" destId="{7FB78CFD-182B-4C27-84A7-6E68B3E0A82A}" srcOrd="0" destOrd="2" presId="urn:microsoft.com/office/officeart/2018/5/layout/CenteredIconLabelDescriptionList"/>
    <dgm:cxn modelId="{E605CA1A-5FF5-4414-8366-7F948B968EA6}" type="presOf" srcId="{6D50DE83-0C7E-47AF-B993-96E993F0AD4C}" destId="{48E968AC-D047-4E14-ACBE-F3BB4D34EB53}" srcOrd="0" destOrd="0" presId="urn:microsoft.com/office/officeart/2018/5/layout/CenteredIconLabelDescriptionList"/>
    <dgm:cxn modelId="{5A7FEC27-C8B1-4811-8810-5724C9AA7F4E}" type="presOf" srcId="{F8CCC29B-C431-40AD-82C7-70B7440FA0EB}" destId="{7FB78CFD-182B-4C27-84A7-6E68B3E0A82A}" srcOrd="0" destOrd="1" presId="urn:microsoft.com/office/officeart/2018/5/layout/CenteredIconLabelDescriptionList"/>
    <dgm:cxn modelId="{A51FD236-7D91-455E-A03D-5CBF790A587A}" type="presOf" srcId="{1FB0A704-8BA9-4BE3-8B53-8C4A8CAAD7BF}" destId="{F6CBF967-62F8-48F0-839B-FC263168158F}" srcOrd="0" destOrd="0" presId="urn:microsoft.com/office/officeart/2018/5/layout/CenteredIconLabelDescriptionList"/>
    <dgm:cxn modelId="{A1D1323B-A17F-4F9A-B2C3-4B8CB4733992}" type="presOf" srcId="{F120BF97-EF01-4F82-8875-AFE78011CA42}" destId="{7FB78CFD-182B-4C27-84A7-6E68B3E0A82A}" srcOrd="0" destOrd="0" presId="urn:microsoft.com/office/officeart/2018/5/layout/CenteredIconLabelDescriptionList"/>
    <dgm:cxn modelId="{FC272161-4D5A-4B70-9EF0-916664F34106}" srcId="{ABD09820-BC60-43B3-BCFE-01683976B21A}" destId="{9C7E2C37-3EF4-4A7A-8759-8D3B1C130D8E}" srcOrd="0" destOrd="0" parTransId="{EFD6F63A-66B5-401B-AB80-A7C5F83A6F42}" sibTransId="{A6802408-80D5-4A57-872A-CEAB8BD23323}"/>
    <dgm:cxn modelId="{0BD31C48-B3E5-4BC6-90FC-F8F22D4FBD9A}" srcId="{9C7E2C37-3EF4-4A7A-8759-8D3B1C130D8E}" destId="{74B86AD0-E1B2-4FFD-8459-6C8184F8031B}" srcOrd="1" destOrd="0" parTransId="{C983553C-DB06-4BAC-B038-046E66994F48}" sibTransId="{327807DE-0A05-44BE-87D6-B98B96F416C1}"/>
    <dgm:cxn modelId="{5425B050-10C3-4C33-8CEF-4B8D682B0868}" srcId="{ABD09820-BC60-43B3-BCFE-01683976B21A}" destId="{1FB0A704-8BA9-4BE3-8B53-8C4A8CAAD7BF}" srcOrd="1" destOrd="0" parTransId="{F179E85C-945A-4F4E-9978-150E4CA96576}" sibTransId="{4BF953AA-C4C4-4F75-995D-4FCC5FAFE652}"/>
    <dgm:cxn modelId="{A8B5C471-FFDE-403F-9018-53917AD4C3DB}" srcId="{6D50DE83-0C7E-47AF-B993-96E993F0AD4C}" destId="{B1326FA1-D5A8-4DE2-8C4E-855D41EF0EFB}" srcOrd="0" destOrd="0" parTransId="{9023D60E-A62F-4AF5-842F-C1FBD05FBE76}" sibTransId="{10A143E4-5BA3-45F2-A38A-5D03DDB94D0C}"/>
    <dgm:cxn modelId="{32FF9F55-C7BB-40CC-9D7C-391D3BA8158E}" type="presOf" srcId="{B1326FA1-D5A8-4DE2-8C4E-855D41EF0EFB}" destId="{14E17E6D-71F6-4EAA-B592-4A802C8CDEC1}" srcOrd="0" destOrd="0" presId="urn:microsoft.com/office/officeart/2018/5/layout/CenteredIconLabelDescriptionList"/>
    <dgm:cxn modelId="{C84D2478-D6BE-410A-8A3C-87848D46A23B}" srcId="{1FB0A704-8BA9-4BE3-8B53-8C4A8CAAD7BF}" destId="{F120BF97-EF01-4F82-8875-AFE78011CA42}" srcOrd="0" destOrd="0" parTransId="{AA108CD4-3E2A-45FC-B9B7-75B6A84F95C1}" sibTransId="{C8805656-278E-4352-B0FE-90EF455BD806}"/>
    <dgm:cxn modelId="{1C015D59-77EB-40D4-899A-EC97D49A4015}" type="presOf" srcId="{ABD09820-BC60-43B3-BCFE-01683976B21A}" destId="{E1C6122B-F38E-46D4-BBE2-D3CB3E6DF336}" srcOrd="0" destOrd="0" presId="urn:microsoft.com/office/officeart/2018/5/layout/CenteredIconLabelDescriptionList"/>
    <dgm:cxn modelId="{E4403D8A-6AD5-4745-82A8-1B45C903D914}" srcId="{1FB0A704-8BA9-4BE3-8B53-8C4A8CAAD7BF}" destId="{F8CCC29B-C431-40AD-82C7-70B7440FA0EB}" srcOrd="1" destOrd="0" parTransId="{406FF7F0-34BC-4369-B6B7-3271CC81CB39}" sibTransId="{7F3A3896-6167-4805-9F8A-85175AEA2F26}"/>
    <dgm:cxn modelId="{113A9AC2-65BE-4CE7-B013-B727DA41BD70}" srcId="{6D50DE83-0C7E-47AF-B993-96E993F0AD4C}" destId="{0EB2A085-0955-48B9-844C-224A4E907BF6}" srcOrd="1" destOrd="0" parTransId="{FB903F05-229B-4B71-85B9-D7E017F1B4BA}" sibTransId="{7126F7A6-140E-4966-AE75-C5D0435F3732}"/>
    <dgm:cxn modelId="{7204D1C7-8432-413B-AA68-602C0B644A9F}" srcId="{ABD09820-BC60-43B3-BCFE-01683976B21A}" destId="{6D50DE83-0C7E-47AF-B993-96E993F0AD4C}" srcOrd="2" destOrd="0" parTransId="{EF971453-48F7-40CE-900C-024C08308B91}" sibTransId="{99951AE9-357F-434F-A7DE-04DC3E531FA6}"/>
    <dgm:cxn modelId="{FC0868CA-B44D-414B-9EEC-D4EFBA75A207}" type="presOf" srcId="{0EB2A085-0955-48B9-844C-224A4E907BF6}" destId="{14E17E6D-71F6-4EAA-B592-4A802C8CDEC1}" srcOrd="0" destOrd="1" presId="urn:microsoft.com/office/officeart/2018/5/layout/CenteredIconLabelDescriptionList"/>
    <dgm:cxn modelId="{B31FACCD-C185-4E03-AB71-3468F25A3445}" type="presOf" srcId="{C1E2774B-DAF1-4D2C-ACAC-F21970378ACB}" destId="{A9A1EE07-E125-40AC-8A6F-3AE232C1A980}" srcOrd="0" destOrd="0" presId="urn:microsoft.com/office/officeart/2018/5/layout/CenteredIconLabelDescriptionList"/>
    <dgm:cxn modelId="{2690BFB4-66A8-46F3-8842-520539234458}" type="presParOf" srcId="{E1C6122B-F38E-46D4-BBE2-D3CB3E6DF336}" destId="{287FD9E4-A8C6-4FDF-9AF2-BB288E8784CD}" srcOrd="0" destOrd="0" presId="urn:microsoft.com/office/officeart/2018/5/layout/CenteredIconLabelDescriptionList"/>
    <dgm:cxn modelId="{053A02EF-BD15-4AD8-93D9-2CE4F6008308}" type="presParOf" srcId="{287FD9E4-A8C6-4FDF-9AF2-BB288E8784CD}" destId="{6FFE6E71-6DC3-4511-9CE3-4B5B07B32840}" srcOrd="0" destOrd="0" presId="urn:microsoft.com/office/officeart/2018/5/layout/CenteredIconLabelDescriptionList"/>
    <dgm:cxn modelId="{0CEAAF09-DF54-48A9-BDB0-AFF3919F48DB}" type="presParOf" srcId="{287FD9E4-A8C6-4FDF-9AF2-BB288E8784CD}" destId="{D113575F-2F61-4806-BFDA-6B7065297E15}" srcOrd="1" destOrd="0" presId="urn:microsoft.com/office/officeart/2018/5/layout/CenteredIconLabelDescriptionList"/>
    <dgm:cxn modelId="{86007860-7814-4813-8024-9510AD3DCDED}" type="presParOf" srcId="{287FD9E4-A8C6-4FDF-9AF2-BB288E8784CD}" destId="{EB22D3CA-55BF-4442-8B7D-A113C87DF136}" srcOrd="2" destOrd="0" presId="urn:microsoft.com/office/officeart/2018/5/layout/CenteredIconLabelDescriptionList"/>
    <dgm:cxn modelId="{9B93C3CD-8AC6-4578-A119-17F9E289E499}" type="presParOf" srcId="{287FD9E4-A8C6-4FDF-9AF2-BB288E8784CD}" destId="{3237431D-5F7B-462B-9343-F88282958EDF}" srcOrd="3" destOrd="0" presId="urn:microsoft.com/office/officeart/2018/5/layout/CenteredIconLabelDescriptionList"/>
    <dgm:cxn modelId="{701DA59D-66B5-4F9E-8F1A-9FC91C35ED96}" type="presParOf" srcId="{287FD9E4-A8C6-4FDF-9AF2-BB288E8784CD}" destId="{A9A1EE07-E125-40AC-8A6F-3AE232C1A980}" srcOrd="4" destOrd="0" presId="urn:microsoft.com/office/officeart/2018/5/layout/CenteredIconLabelDescriptionList"/>
    <dgm:cxn modelId="{A91D19D5-4D2B-4443-A2CB-418BBB2ED5F3}" type="presParOf" srcId="{E1C6122B-F38E-46D4-BBE2-D3CB3E6DF336}" destId="{9254372F-F10D-413F-A0D0-0508F5F6A59E}" srcOrd="1" destOrd="0" presId="urn:microsoft.com/office/officeart/2018/5/layout/CenteredIconLabelDescriptionList"/>
    <dgm:cxn modelId="{91FE370A-0666-44A2-8DA8-8A15FEAE4720}" type="presParOf" srcId="{E1C6122B-F38E-46D4-BBE2-D3CB3E6DF336}" destId="{DD26FD40-61E7-4E1F-BBC4-B2B5547A6B60}" srcOrd="2" destOrd="0" presId="urn:microsoft.com/office/officeart/2018/5/layout/CenteredIconLabelDescriptionList"/>
    <dgm:cxn modelId="{ADCF1A79-55AB-463B-9BE0-4F51B28346F4}" type="presParOf" srcId="{DD26FD40-61E7-4E1F-BBC4-B2B5547A6B60}" destId="{C2EBDEDE-F13C-4ED1-ABF6-0830FB43ACA6}" srcOrd="0" destOrd="0" presId="urn:microsoft.com/office/officeart/2018/5/layout/CenteredIconLabelDescriptionList"/>
    <dgm:cxn modelId="{FF2EAF89-F0DD-4A76-B809-310C7E9B544D}" type="presParOf" srcId="{DD26FD40-61E7-4E1F-BBC4-B2B5547A6B60}" destId="{54DD49C1-E7DC-46EE-9877-DFFD6858F73D}" srcOrd="1" destOrd="0" presId="urn:microsoft.com/office/officeart/2018/5/layout/CenteredIconLabelDescriptionList"/>
    <dgm:cxn modelId="{410CF69E-A5C8-464F-B39B-AFE7E9522C1F}" type="presParOf" srcId="{DD26FD40-61E7-4E1F-BBC4-B2B5547A6B60}" destId="{F6CBF967-62F8-48F0-839B-FC263168158F}" srcOrd="2" destOrd="0" presId="urn:microsoft.com/office/officeart/2018/5/layout/CenteredIconLabelDescriptionList"/>
    <dgm:cxn modelId="{A78101E6-F271-411A-B9FA-54F618E02768}" type="presParOf" srcId="{DD26FD40-61E7-4E1F-BBC4-B2B5547A6B60}" destId="{A00B8E11-E45D-4510-8710-4520CC8298C9}" srcOrd="3" destOrd="0" presId="urn:microsoft.com/office/officeart/2018/5/layout/CenteredIconLabelDescriptionList"/>
    <dgm:cxn modelId="{255358DE-7D5B-4088-AF89-E1E0258CD908}" type="presParOf" srcId="{DD26FD40-61E7-4E1F-BBC4-B2B5547A6B60}" destId="{7FB78CFD-182B-4C27-84A7-6E68B3E0A82A}" srcOrd="4" destOrd="0" presId="urn:microsoft.com/office/officeart/2018/5/layout/CenteredIconLabelDescriptionList"/>
    <dgm:cxn modelId="{0270F572-1541-469B-BC53-C450085199C8}" type="presParOf" srcId="{E1C6122B-F38E-46D4-BBE2-D3CB3E6DF336}" destId="{81D088DC-8163-4856-96C9-8323D5789ABC}" srcOrd="3" destOrd="0" presId="urn:microsoft.com/office/officeart/2018/5/layout/CenteredIconLabelDescriptionList"/>
    <dgm:cxn modelId="{3C716D90-B88D-475C-9805-FEBD97B8FEAB}" type="presParOf" srcId="{E1C6122B-F38E-46D4-BBE2-D3CB3E6DF336}" destId="{89300CA1-7FB2-465A-B3A8-B58B693443DE}" srcOrd="4" destOrd="0" presId="urn:microsoft.com/office/officeart/2018/5/layout/CenteredIconLabelDescriptionList"/>
    <dgm:cxn modelId="{4ED179D9-B06E-4BC0-B6CE-3F846472501F}" type="presParOf" srcId="{89300CA1-7FB2-465A-B3A8-B58B693443DE}" destId="{B3DDF893-4864-47CB-BD3E-73CBB8594402}" srcOrd="0" destOrd="0" presId="urn:microsoft.com/office/officeart/2018/5/layout/CenteredIconLabelDescriptionList"/>
    <dgm:cxn modelId="{367D2C5C-B8EA-4500-960B-1D32CDF80849}" type="presParOf" srcId="{89300CA1-7FB2-465A-B3A8-B58B693443DE}" destId="{4AA3B785-E7D4-467F-862E-B53BD33441CE}" srcOrd="1" destOrd="0" presId="urn:microsoft.com/office/officeart/2018/5/layout/CenteredIconLabelDescriptionList"/>
    <dgm:cxn modelId="{91F1730F-F7D8-4360-B522-77A108FA0F6D}" type="presParOf" srcId="{89300CA1-7FB2-465A-B3A8-B58B693443DE}" destId="{48E968AC-D047-4E14-ACBE-F3BB4D34EB53}" srcOrd="2" destOrd="0" presId="urn:microsoft.com/office/officeart/2018/5/layout/CenteredIconLabelDescriptionList"/>
    <dgm:cxn modelId="{0949EFAB-E77D-4CF6-A09C-49977A0664BA}" type="presParOf" srcId="{89300CA1-7FB2-465A-B3A8-B58B693443DE}" destId="{E2141D2C-AFD4-4BF6-A120-488282BF84C3}" srcOrd="3" destOrd="0" presId="urn:microsoft.com/office/officeart/2018/5/layout/CenteredIconLabelDescriptionList"/>
    <dgm:cxn modelId="{509D0F53-4D15-4B4B-9668-62A2968A140A}" type="presParOf" srcId="{89300CA1-7FB2-465A-B3A8-B58B693443DE}" destId="{14E17E6D-71F6-4EAA-B592-4A802C8CDEC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E931501-B98B-4F40-8F10-28BB57AF5E6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C6E1539-B050-4E61-8FB9-9210A80012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Run bitcoind</a:t>
          </a:r>
          <a:endParaRPr lang="en-US"/>
        </a:p>
      </dgm:t>
    </dgm:pt>
    <dgm:pt modelId="{165099BC-1678-4252-8BD9-8BEDD26EC035}" type="parTrans" cxnId="{6D2569C1-4AEC-43DB-B4D2-C3A2576B69CB}">
      <dgm:prSet/>
      <dgm:spPr/>
      <dgm:t>
        <a:bodyPr/>
        <a:lstStyle/>
        <a:p>
          <a:endParaRPr lang="en-US"/>
        </a:p>
      </dgm:t>
    </dgm:pt>
    <dgm:pt modelId="{01C1DADE-BBC7-44A2-A117-11280289775D}" type="sibTrans" cxnId="{6D2569C1-4AEC-43DB-B4D2-C3A2576B69CB}">
      <dgm:prSet/>
      <dgm:spPr/>
      <dgm:t>
        <a:bodyPr/>
        <a:lstStyle/>
        <a:p>
          <a:endParaRPr lang="en-US"/>
        </a:p>
      </dgm:t>
    </dgm:pt>
    <dgm:pt modelId="{2B7EFBD0-42AA-4C23-8818-8F3DEDFB14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typing </a:t>
          </a:r>
          <a:r>
            <a:rPr lang="en-US" b="1"/>
            <a:t>bitcoind </a:t>
          </a:r>
          <a:r>
            <a:rPr lang="en-US"/>
            <a:t>into the terminal</a:t>
          </a:r>
        </a:p>
      </dgm:t>
    </dgm:pt>
    <dgm:pt modelId="{265255E8-E4D5-449A-8D44-FAB4BC1DDF81}" type="parTrans" cxnId="{E3A71630-187C-40ED-9874-0F68FF3619B2}">
      <dgm:prSet/>
      <dgm:spPr/>
      <dgm:t>
        <a:bodyPr/>
        <a:lstStyle/>
        <a:p>
          <a:endParaRPr lang="en-US"/>
        </a:p>
      </dgm:t>
    </dgm:pt>
    <dgm:pt modelId="{412E715B-01DB-446C-866B-4D483CB142AD}" type="sibTrans" cxnId="{E3A71630-187C-40ED-9874-0F68FF3619B2}">
      <dgm:prSet/>
      <dgm:spPr/>
      <dgm:t>
        <a:bodyPr/>
        <a:lstStyle/>
        <a:p>
          <a:endParaRPr lang="en-US"/>
        </a:p>
      </dgm:t>
    </dgm:pt>
    <dgm:pt modelId="{873127F1-3171-47A2-BE2B-78315AC700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Configuration file</a:t>
          </a:r>
          <a:endParaRPr lang="en-US"/>
        </a:p>
      </dgm:t>
    </dgm:pt>
    <dgm:pt modelId="{54DB5F60-C537-4C4E-8B53-E0EA8E75D200}" type="parTrans" cxnId="{8972726B-74B5-49B6-A762-1C2384679203}">
      <dgm:prSet/>
      <dgm:spPr/>
      <dgm:t>
        <a:bodyPr/>
        <a:lstStyle/>
        <a:p>
          <a:endParaRPr lang="en-US"/>
        </a:p>
      </dgm:t>
    </dgm:pt>
    <dgm:pt modelId="{F4CC0D04-8F79-47C2-97D3-3747AFE36E8A}" type="sibTrans" cxnId="{8972726B-74B5-49B6-A762-1C2384679203}">
      <dgm:prSet/>
      <dgm:spPr/>
      <dgm:t>
        <a:bodyPr/>
        <a:lstStyle/>
        <a:p>
          <a:endParaRPr lang="en-US"/>
        </a:p>
      </dgm:t>
    </dgm:pt>
    <dgm:pt modelId="{E9D9A6FF-2E50-4A9C-9669-E6FDA21F08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tells </a:t>
          </a:r>
          <a:r>
            <a:rPr lang="tr-TR"/>
            <a:t>what is </a:t>
          </a:r>
          <a:r>
            <a:rPr lang="en-US"/>
            <a:t>need</a:t>
          </a:r>
          <a:r>
            <a:rPr lang="tr-TR"/>
            <a:t>ed</a:t>
          </a:r>
          <a:endParaRPr lang="en-US"/>
        </a:p>
      </dgm:t>
    </dgm:pt>
    <dgm:pt modelId="{9ABF436F-1DB2-4C66-9748-77EC41055E4D}" type="parTrans" cxnId="{5030762C-DAEA-4025-A3F2-B99A09B05205}">
      <dgm:prSet/>
      <dgm:spPr/>
      <dgm:t>
        <a:bodyPr/>
        <a:lstStyle/>
        <a:p>
          <a:endParaRPr lang="en-US"/>
        </a:p>
      </dgm:t>
    </dgm:pt>
    <dgm:pt modelId="{C5639C2C-BEF2-4412-B9A7-E3510B202E54}" type="sibTrans" cxnId="{5030762C-DAEA-4025-A3F2-B99A09B05205}">
      <dgm:prSet/>
      <dgm:spPr/>
      <dgm:t>
        <a:bodyPr/>
        <a:lstStyle/>
        <a:p>
          <a:endParaRPr lang="en-US"/>
        </a:p>
      </dgm:t>
    </dgm:pt>
    <dgm:pt modelId="{FF8546F3-C3C5-4A8E-B903-6A316E6FBF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Notice</a:t>
          </a:r>
          <a:endParaRPr lang="en-US"/>
        </a:p>
      </dgm:t>
    </dgm:pt>
    <dgm:pt modelId="{6ECB0906-50CC-405A-85D4-9A84539786F6}" type="parTrans" cxnId="{57CFE8E7-E908-4092-BCEE-315DD50D92B0}">
      <dgm:prSet/>
      <dgm:spPr/>
      <dgm:t>
        <a:bodyPr/>
        <a:lstStyle/>
        <a:p>
          <a:endParaRPr lang="en-US"/>
        </a:p>
      </dgm:t>
    </dgm:pt>
    <dgm:pt modelId="{E66B6568-B8D4-4832-90B1-BC368D82124B}" type="sibTrans" cxnId="{57CFE8E7-E908-4092-BCEE-315DD50D92B0}">
      <dgm:prSet/>
      <dgm:spPr/>
      <dgm:t>
        <a:bodyPr/>
        <a:lstStyle/>
        <a:p>
          <a:endParaRPr lang="en-US"/>
        </a:p>
      </dgm:t>
    </dgm:pt>
    <dgm:pt modelId="{9D3E8581-44C3-4A87-BB36-47D85D4255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recommended</a:t>
          </a:r>
        </a:p>
      </dgm:t>
    </dgm:pt>
    <dgm:pt modelId="{3C1EF6E9-C634-40D2-93FC-314B576A9F59}" type="parTrans" cxnId="{6C8FC6F3-B89E-4F70-98D7-CC2B52D2B509}">
      <dgm:prSet/>
      <dgm:spPr/>
      <dgm:t>
        <a:bodyPr/>
        <a:lstStyle/>
        <a:p>
          <a:endParaRPr lang="en-US"/>
        </a:p>
      </dgm:t>
    </dgm:pt>
    <dgm:pt modelId="{98729D68-B7EC-40AF-AE4C-4706460A09C7}" type="sibTrans" cxnId="{6C8FC6F3-B89E-4F70-98D7-CC2B52D2B509}">
      <dgm:prSet/>
      <dgm:spPr/>
      <dgm:t>
        <a:bodyPr/>
        <a:lstStyle/>
        <a:p>
          <a:endParaRPr lang="en-US"/>
        </a:p>
      </dgm:t>
    </dgm:pt>
    <dgm:pt modelId="{160812C6-F661-43C8-B637-546E56553E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build a configuration file  </a:t>
          </a:r>
        </a:p>
      </dgm:t>
    </dgm:pt>
    <dgm:pt modelId="{8C8FD5BA-EF12-44E1-8A4C-B9C847674C19}" type="parTrans" cxnId="{514C9BEE-276F-415A-97DF-6AED83A595C8}">
      <dgm:prSet/>
      <dgm:spPr/>
      <dgm:t>
        <a:bodyPr/>
        <a:lstStyle/>
        <a:p>
          <a:endParaRPr lang="tr-TR"/>
        </a:p>
      </dgm:t>
    </dgm:pt>
    <dgm:pt modelId="{3E31D737-2AA7-455B-A9B6-DAB22967E3D9}" type="sibTrans" cxnId="{514C9BEE-276F-415A-97DF-6AED83A595C8}">
      <dgm:prSet/>
      <dgm:spPr/>
      <dgm:t>
        <a:bodyPr/>
        <a:lstStyle/>
        <a:p>
          <a:endParaRPr lang="tr-TR"/>
        </a:p>
      </dgm:t>
    </dgm:pt>
    <dgm:pt modelId="{73FB2C54-8B48-4798-83D3-BE18BA388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</a:t>
          </a:r>
          <a:r>
            <a:rPr lang="tr-TR"/>
            <a:t>to </a:t>
          </a:r>
          <a:r>
            <a:rPr lang="en-US"/>
            <a:t>set up the alerting mechanism.</a:t>
          </a:r>
        </a:p>
      </dgm:t>
    </dgm:pt>
    <dgm:pt modelId="{C6257EE1-97A8-45E3-BE4B-9FE75B3495DE}" type="parTrans" cxnId="{8142DE32-452F-49A0-884A-9B210C8ABE1D}">
      <dgm:prSet/>
      <dgm:spPr/>
      <dgm:t>
        <a:bodyPr/>
        <a:lstStyle/>
        <a:p>
          <a:endParaRPr lang="tr-TR"/>
        </a:p>
      </dgm:t>
    </dgm:pt>
    <dgm:pt modelId="{ED9DEBED-C164-441C-AEC9-44B2E2C74AF7}" type="sibTrans" cxnId="{8142DE32-452F-49A0-884A-9B210C8ABE1D}">
      <dgm:prSet/>
      <dgm:spPr/>
      <dgm:t>
        <a:bodyPr/>
        <a:lstStyle/>
        <a:p>
          <a:endParaRPr lang="tr-TR"/>
        </a:p>
      </dgm:t>
    </dgm:pt>
    <dgm:pt modelId="{F16A4ACB-4E8B-424B-A661-49F9F86333A9}" type="pres">
      <dgm:prSet presAssocID="{0E931501-B98B-4F40-8F10-28BB57AF5E63}" presName="root" presStyleCnt="0">
        <dgm:presLayoutVars>
          <dgm:dir/>
          <dgm:resizeHandles val="exact"/>
        </dgm:presLayoutVars>
      </dgm:prSet>
      <dgm:spPr/>
    </dgm:pt>
    <dgm:pt modelId="{E35F3805-B1A3-4919-9822-59343B8B7EF4}" type="pres">
      <dgm:prSet presAssocID="{AC6E1539-B050-4E61-8FB9-9210A80012AE}" presName="compNode" presStyleCnt="0"/>
      <dgm:spPr/>
    </dgm:pt>
    <dgm:pt modelId="{2F5EE4A2-8A5B-4DDE-8666-B668D9D4D056}" type="pres">
      <dgm:prSet presAssocID="{AC6E1539-B050-4E61-8FB9-9210A80012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8849CD4-A1F4-41A3-AAAD-CD04866756CE}" type="pres">
      <dgm:prSet presAssocID="{AC6E1539-B050-4E61-8FB9-9210A80012AE}" presName="iconSpace" presStyleCnt="0"/>
      <dgm:spPr/>
    </dgm:pt>
    <dgm:pt modelId="{FEDB0191-EF23-4B6A-BB0E-110880ECBCAE}" type="pres">
      <dgm:prSet presAssocID="{AC6E1539-B050-4E61-8FB9-9210A80012AE}" presName="parTx" presStyleLbl="revTx" presStyleIdx="0" presStyleCnt="6">
        <dgm:presLayoutVars>
          <dgm:chMax val="0"/>
          <dgm:chPref val="0"/>
        </dgm:presLayoutVars>
      </dgm:prSet>
      <dgm:spPr/>
    </dgm:pt>
    <dgm:pt modelId="{EA74E3BA-750B-4E65-8471-7C5127C2A752}" type="pres">
      <dgm:prSet presAssocID="{AC6E1539-B050-4E61-8FB9-9210A80012AE}" presName="txSpace" presStyleCnt="0"/>
      <dgm:spPr/>
    </dgm:pt>
    <dgm:pt modelId="{4E525446-442B-4F25-8AC9-26EB5BCE4D09}" type="pres">
      <dgm:prSet presAssocID="{AC6E1539-B050-4E61-8FB9-9210A80012AE}" presName="desTx" presStyleLbl="revTx" presStyleIdx="1" presStyleCnt="6">
        <dgm:presLayoutVars/>
      </dgm:prSet>
      <dgm:spPr/>
    </dgm:pt>
    <dgm:pt modelId="{8B87FC93-7FCF-4AB9-9F48-A6185059C913}" type="pres">
      <dgm:prSet presAssocID="{01C1DADE-BBC7-44A2-A117-11280289775D}" presName="sibTrans" presStyleCnt="0"/>
      <dgm:spPr/>
    </dgm:pt>
    <dgm:pt modelId="{D29FB869-E2D3-4742-AF73-437C298A6D07}" type="pres">
      <dgm:prSet presAssocID="{873127F1-3171-47A2-BE2B-78315AC700DC}" presName="compNode" presStyleCnt="0"/>
      <dgm:spPr/>
    </dgm:pt>
    <dgm:pt modelId="{65B254B6-DAA2-4D11-BC2D-99E463D4E782}" type="pres">
      <dgm:prSet presAssocID="{873127F1-3171-47A2-BE2B-78315AC700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BA18986-706E-438B-9D68-4447D7573C5C}" type="pres">
      <dgm:prSet presAssocID="{873127F1-3171-47A2-BE2B-78315AC700DC}" presName="iconSpace" presStyleCnt="0"/>
      <dgm:spPr/>
    </dgm:pt>
    <dgm:pt modelId="{0DFB4B4B-36A8-4A48-9E2E-6E03B80F12EB}" type="pres">
      <dgm:prSet presAssocID="{873127F1-3171-47A2-BE2B-78315AC700DC}" presName="parTx" presStyleLbl="revTx" presStyleIdx="2" presStyleCnt="6">
        <dgm:presLayoutVars>
          <dgm:chMax val="0"/>
          <dgm:chPref val="0"/>
        </dgm:presLayoutVars>
      </dgm:prSet>
      <dgm:spPr/>
    </dgm:pt>
    <dgm:pt modelId="{756B06C0-FFC9-4563-85CB-D994AA7CF148}" type="pres">
      <dgm:prSet presAssocID="{873127F1-3171-47A2-BE2B-78315AC700DC}" presName="txSpace" presStyleCnt="0"/>
      <dgm:spPr/>
    </dgm:pt>
    <dgm:pt modelId="{D522F409-3DFC-42F6-B2FA-5A262DC2D49F}" type="pres">
      <dgm:prSet presAssocID="{873127F1-3171-47A2-BE2B-78315AC700DC}" presName="desTx" presStyleLbl="revTx" presStyleIdx="3" presStyleCnt="6">
        <dgm:presLayoutVars/>
      </dgm:prSet>
      <dgm:spPr/>
    </dgm:pt>
    <dgm:pt modelId="{8627F0DD-473F-40A9-A3A9-954D7CD300AF}" type="pres">
      <dgm:prSet presAssocID="{F4CC0D04-8F79-47C2-97D3-3747AFE36E8A}" presName="sibTrans" presStyleCnt="0"/>
      <dgm:spPr/>
    </dgm:pt>
    <dgm:pt modelId="{43FE881B-1CE3-426C-A8CD-EBBB5F285C95}" type="pres">
      <dgm:prSet presAssocID="{FF8546F3-C3C5-4A8E-B903-6A316E6FBFC6}" presName="compNode" presStyleCnt="0"/>
      <dgm:spPr/>
    </dgm:pt>
    <dgm:pt modelId="{E2258CCD-49CC-4CAE-9ED5-63E71B6C8CB4}" type="pres">
      <dgm:prSet presAssocID="{FF8546F3-C3C5-4A8E-B903-6A316E6FBF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93E4C2F-480D-4717-B475-3C9A9DB4B063}" type="pres">
      <dgm:prSet presAssocID="{FF8546F3-C3C5-4A8E-B903-6A316E6FBFC6}" presName="iconSpace" presStyleCnt="0"/>
      <dgm:spPr/>
    </dgm:pt>
    <dgm:pt modelId="{5F024799-9A48-4ABB-A151-01277AE62304}" type="pres">
      <dgm:prSet presAssocID="{FF8546F3-C3C5-4A8E-B903-6A316E6FBFC6}" presName="parTx" presStyleLbl="revTx" presStyleIdx="4" presStyleCnt="6">
        <dgm:presLayoutVars>
          <dgm:chMax val="0"/>
          <dgm:chPref val="0"/>
        </dgm:presLayoutVars>
      </dgm:prSet>
      <dgm:spPr/>
    </dgm:pt>
    <dgm:pt modelId="{57ACBDF3-6EF7-46D8-91CE-7284078554BE}" type="pres">
      <dgm:prSet presAssocID="{FF8546F3-C3C5-4A8E-B903-6A316E6FBFC6}" presName="txSpace" presStyleCnt="0"/>
      <dgm:spPr/>
    </dgm:pt>
    <dgm:pt modelId="{636F1C45-3CBB-4896-9A50-27D7ACC843D9}" type="pres">
      <dgm:prSet presAssocID="{FF8546F3-C3C5-4A8E-B903-6A316E6FBFC6}" presName="desTx" presStyleLbl="revTx" presStyleIdx="5" presStyleCnt="6">
        <dgm:presLayoutVars/>
      </dgm:prSet>
      <dgm:spPr/>
    </dgm:pt>
  </dgm:ptLst>
  <dgm:cxnLst>
    <dgm:cxn modelId="{4A257A03-CA68-4E97-9734-8303DB865562}" type="presOf" srcId="{873127F1-3171-47A2-BE2B-78315AC700DC}" destId="{0DFB4B4B-36A8-4A48-9E2E-6E03B80F12EB}" srcOrd="0" destOrd="0" presId="urn:microsoft.com/office/officeart/2018/5/layout/CenteredIconLabelDescriptionList"/>
    <dgm:cxn modelId="{5030762C-DAEA-4025-A3F2-B99A09B05205}" srcId="{873127F1-3171-47A2-BE2B-78315AC700DC}" destId="{E9D9A6FF-2E50-4A9C-9669-E6FDA21F08F6}" srcOrd="0" destOrd="0" parTransId="{9ABF436F-1DB2-4C66-9748-77EC41055E4D}" sibTransId="{C5639C2C-BEF2-4412-B9A7-E3510B202E54}"/>
    <dgm:cxn modelId="{E3A71630-187C-40ED-9874-0F68FF3619B2}" srcId="{AC6E1539-B050-4E61-8FB9-9210A80012AE}" destId="{2B7EFBD0-42AA-4C23-8818-8F3DEDFB140C}" srcOrd="0" destOrd="0" parTransId="{265255E8-E4D5-449A-8D44-FAB4BC1DDF81}" sibTransId="{412E715B-01DB-446C-866B-4D483CB142AD}"/>
    <dgm:cxn modelId="{8142DE32-452F-49A0-884A-9B210C8ABE1D}" srcId="{FF8546F3-C3C5-4A8E-B903-6A316E6FBFC6}" destId="{73FB2C54-8B48-4798-83D3-BE18BA388423}" srcOrd="1" destOrd="0" parTransId="{C6257EE1-97A8-45E3-BE4B-9FE75B3495DE}" sibTransId="{ED9DEBED-C164-441C-AEC9-44B2E2C74AF7}"/>
    <dgm:cxn modelId="{8972726B-74B5-49B6-A762-1C2384679203}" srcId="{0E931501-B98B-4F40-8F10-28BB57AF5E63}" destId="{873127F1-3171-47A2-BE2B-78315AC700DC}" srcOrd="1" destOrd="0" parTransId="{54DB5F60-C537-4C4E-8B53-E0EA8E75D200}" sibTransId="{F4CC0D04-8F79-47C2-97D3-3747AFE36E8A}"/>
    <dgm:cxn modelId="{40DD4077-57CB-4EF6-A59C-CDEF71AF5D01}" type="presOf" srcId="{73FB2C54-8B48-4798-83D3-BE18BA388423}" destId="{636F1C45-3CBB-4896-9A50-27D7ACC843D9}" srcOrd="0" destOrd="1" presId="urn:microsoft.com/office/officeart/2018/5/layout/CenteredIconLabelDescriptionList"/>
    <dgm:cxn modelId="{49C9D683-64E1-41EE-AE60-2280A4C23376}" type="presOf" srcId="{E9D9A6FF-2E50-4A9C-9669-E6FDA21F08F6}" destId="{D522F409-3DFC-42F6-B2FA-5A262DC2D49F}" srcOrd="0" destOrd="0" presId="urn:microsoft.com/office/officeart/2018/5/layout/CenteredIconLabelDescriptionList"/>
    <dgm:cxn modelId="{4BB7B190-90D3-4C85-8652-F08479DB32BD}" type="presOf" srcId="{160812C6-F661-43C8-B637-546E56553E3D}" destId="{D522F409-3DFC-42F6-B2FA-5A262DC2D49F}" srcOrd="0" destOrd="1" presId="urn:microsoft.com/office/officeart/2018/5/layout/CenteredIconLabelDescriptionList"/>
    <dgm:cxn modelId="{CB237998-F243-4066-9828-200EE765E455}" type="presOf" srcId="{2B7EFBD0-42AA-4C23-8818-8F3DEDFB140C}" destId="{4E525446-442B-4F25-8AC9-26EB5BCE4D09}" srcOrd="0" destOrd="0" presId="urn:microsoft.com/office/officeart/2018/5/layout/CenteredIconLabelDescriptionList"/>
    <dgm:cxn modelId="{CD1755AB-C63A-431D-903B-154519C22137}" type="presOf" srcId="{0E931501-B98B-4F40-8F10-28BB57AF5E63}" destId="{F16A4ACB-4E8B-424B-A661-49F9F86333A9}" srcOrd="0" destOrd="0" presId="urn:microsoft.com/office/officeart/2018/5/layout/CenteredIconLabelDescriptionList"/>
    <dgm:cxn modelId="{0EF83ABF-AA14-4B44-A641-B344FCF0D8A4}" type="presOf" srcId="{AC6E1539-B050-4E61-8FB9-9210A80012AE}" destId="{FEDB0191-EF23-4B6A-BB0E-110880ECBCAE}" srcOrd="0" destOrd="0" presId="urn:microsoft.com/office/officeart/2018/5/layout/CenteredIconLabelDescriptionList"/>
    <dgm:cxn modelId="{6D2569C1-4AEC-43DB-B4D2-C3A2576B69CB}" srcId="{0E931501-B98B-4F40-8F10-28BB57AF5E63}" destId="{AC6E1539-B050-4E61-8FB9-9210A80012AE}" srcOrd="0" destOrd="0" parTransId="{165099BC-1678-4252-8BD9-8BEDD26EC035}" sibTransId="{01C1DADE-BBC7-44A2-A117-11280289775D}"/>
    <dgm:cxn modelId="{57CFE8E7-E908-4092-BCEE-315DD50D92B0}" srcId="{0E931501-B98B-4F40-8F10-28BB57AF5E63}" destId="{FF8546F3-C3C5-4A8E-B903-6A316E6FBFC6}" srcOrd="2" destOrd="0" parTransId="{6ECB0906-50CC-405A-85D4-9A84539786F6}" sibTransId="{E66B6568-B8D4-4832-90B1-BC368D82124B}"/>
    <dgm:cxn modelId="{760D43EB-8432-4A14-8787-B5E64B68F96F}" type="presOf" srcId="{FF8546F3-C3C5-4A8E-B903-6A316E6FBFC6}" destId="{5F024799-9A48-4ABB-A151-01277AE62304}" srcOrd="0" destOrd="0" presId="urn:microsoft.com/office/officeart/2018/5/layout/CenteredIconLabelDescriptionList"/>
    <dgm:cxn modelId="{9E0198ED-787C-4C24-8844-AF2BE0FDACFF}" type="presOf" srcId="{9D3E8581-44C3-4A87-BB36-47D85D42554D}" destId="{636F1C45-3CBB-4896-9A50-27D7ACC843D9}" srcOrd="0" destOrd="0" presId="urn:microsoft.com/office/officeart/2018/5/layout/CenteredIconLabelDescriptionList"/>
    <dgm:cxn modelId="{514C9BEE-276F-415A-97DF-6AED83A595C8}" srcId="{873127F1-3171-47A2-BE2B-78315AC700DC}" destId="{160812C6-F661-43C8-B637-546E56553E3D}" srcOrd="1" destOrd="0" parTransId="{8C8FD5BA-EF12-44E1-8A4C-B9C847674C19}" sibTransId="{3E31D737-2AA7-455B-A9B6-DAB22967E3D9}"/>
    <dgm:cxn modelId="{6C8FC6F3-B89E-4F70-98D7-CC2B52D2B509}" srcId="{FF8546F3-C3C5-4A8E-B903-6A316E6FBFC6}" destId="{9D3E8581-44C3-4A87-BB36-47D85D42554D}" srcOrd="0" destOrd="0" parTransId="{3C1EF6E9-C634-40D2-93FC-314B576A9F59}" sibTransId="{98729D68-B7EC-40AF-AE4C-4706460A09C7}"/>
    <dgm:cxn modelId="{5AEBAE38-9854-4D69-A18A-0BDB048A851B}" type="presParOf" srcId="{F16A4ACB-4E8B-424B-A661-49F9F86333A9}" destId="{E35F3805-B1A3-4919-9822-59343B8B7EF4}" srcOrd="0" destOrd="0" presId="urn:microsoft.com/office/officeart/2018/5/layout/CenteredIconLabelDescriptionList"/>
    <dgm:cxn modelId="{323C7862-860D-42B3-AC75-5D7AEF46DAE4}" type="presParOf" srcId="{E35F3805-B1A3-4919-9822-59343B8B7EF4}" destId="{2F5EE4A2-8A5B-4DDE-8666-B668D9D4D056}" srcOrd="0" destOrd="0" presId="urn:microsoft.com/office/officeart/2018/5/layout/CenteredIconLabelDescriptionList"/>
    <dgm:cxn modelId="{5988C3E9-F946-424C-A980-00E7CD5C774F}" type="presParOf" srcId="{E35F3805-B1A3-4919-9822-59343B8B7EF4}" destId="{88849CD4-A1F4-41A3-AAAD-CD04866756CE}" srcOrd="1" destOrd="0" presId="urn:microsoft.com/office/officeart/2018/5/layout/CenteredIconLabelDescriptionList"/>
    <dgm:cxn modelId="{18C50DE6-5558-42AC-BDA7-A82DBAA266A7}" type="presParOf" srcId="{E35F3805-B1A3-4919-9822-59343B8B7EF4}" destId="{FEDB0191-EF23-4B6A-BB0E-110880ECBCAE}" srcOrd="2" destOrd="0" presId="urn:microsoft.com/office/officeart/2018/5/layout/CenteredIconLabelDescriptionList"/>
    <dgm:cxn modelId="{B5963AC3-C7D6-41D9-9987-F7A6FAE851D7}" type="presParOf" srcId="{E35F3805-B1A3-4919-9822-59343B8B7EF4}" destId="{EA74E3BA-750B-4E65-8471-7C5127C2A752}" srcOrd="3" destOrd="0" presId="urn:microsoft.com/office/officeart/2018/5/layout/CenteredIconLabelDescriptionList"/>
    <dgm:cxn modelId="{BAD0B722-284B-4138-A409-F515630A4E46}" type="presParOf" srcId="{E35F3805-B1A3-4919-9822-59343B8B7EF4}" destId="{4E525446-442B-4F25-8AC9-26EB5BCE4D09}" srcOrd="4" destOrd="0" presId="urn:microsoft.com/office/officeart/2018/5/layout/CenteredIconLabelDescriptionList"/>
    <dgm:cxn modelId="{E7BECF02-435C-4D46-8F8D-F044B9DA52B5}" type="presParOf" srcId="{F16A4ACB-4E8B-424B-A661-49F9F86333A9}" destId="{8B87FC93-7FCF-4AB9-9F48-A6185059C913}" srcOrd="1" destOrd="0" presId="urn:microsoft.com/office/officeart/2018/5/layout/CenteredIconLabelDescriptionList"/>
    <dgm:cxn modelId="{2016BC56-C409-42FB-8692-7D95D9A298EE}" type="presParOf" srcId="{F16A4ACB-4E8B-424B-A661-49F9F86333A9}" destId="{D29FB869-E2D3-4742-AF73-437C298A6D07}" srcOrd="2" destOrd="0" presId="urn:microsoft.com/office/officeart/2018/5/layout/CenteredIconLabelDescriptionList"/>
    <dgm:cxn modelId="{1E78FBD1-0017-49AF-8A63-428EE74372EC}" type="presParOf" srcId="{D29FB869-E2D3-4742-AF73-437C298A6D07}" destId="{65B254B6-DAA2-4D11-BC2D-99E463D4E782}" srcOrd="0" destOrd="0" presId="urn:microsoft.com/office/officeart/2018/5/layout/CenteredIconLabelDescriptionList"/>
    <dgm:cxn modelId="{7CF6EA8B-1D15-4BAF-9CCF-C37ABCCAB771}" type="presParOf" srcId="{D29FB869-E2D3-4742-AF73-437C298A6D07}" destId="{FBA18986-706E-438B-9D68-4447D7573C5C}" srcOrd="1" destOrd="0" presId="urn:microsoft.com/office/officeart/2018/5/layout/CenteredIconLabelDescriptionList"/>
    <dgm:cxn modelId="{7227BED9-FFA0-4929-A699-E1CD042E6F6A}" type="presParOf" srcId="{D29FB869-E2D3-4742-AF73-437C298A6D07}" destId="{0DFB4B4B-36A8-4A48-9E2E-6E03B80F12EB}" srcOrd="2" destOrd="0" presId="urn:microsoft.com/office/officeart/2018/5/layout/CenteredIconLabelDescriptionList"/>
    <dgm:cxn modelId="{D6412421-5962-4365-8B3D-E988A5C313D6}" type="presParOf" srcId="{D29FB869-E2D3-4742-AF73-437C298A6D07}" destId="{756B06C0-FFC9-4563-85CB-D994AA7CF148}" srcOrd="3" destOrd="0" presId="urn:microsoft.com/office/officeart/2018/5/layout/CenteredIconLabelDescriptionList"/>
    <dgm:cxn modelId="{0ACD5287-3FFF-4446-93AB-D11D4796DAE0}" type="presParOf" srcId="{D29FB869-E2D3-4742-AF73-437C298A6D07}" destId="{D522F409-3DFC-42F6-B2FA-5A262DC2D49F}" srcOrd="4" destOrd="0" presId="urn:microsoft.com/office/officeart/2018/5/layout/CenteredIconLabelDescriptionList"/>
    <dgm:cxn modelId="{BA504EB0-D65A-4A57-B745-41C327CB5975}" type="presParOf" srcId="{F16A4ACB-4E8B-424B-A661-49F9F86333A9}" destId="{8627F0DD-473F-40A9-A3A9-954D7CD300AF}" srcOrd="3" destOrd="0" presId="urn:microsoft.com/office/officeart/2018/5/layout/CenteredIconLabelDescriptionList"/>
    <dgm:cxn modelId="{8CA1D7E1-9115-4D43-AE00-18C8D9AB6431}" type="presParOf" srcId="{F16A4ACB-4E8B-424B-A661-49F9F86333A9}" destId="{43FE881B-1CE3-426C-A8CD-EBBB5F285C95}" srcOrd="4" destOrd="0" presId="urn:microsoft.com/office/officeart/2018/5/layout/CenteredIconLabelDescriptionList"/>
    <dgm:cxn modelId="{2F21CE8F-6E3E-44B8-99E1-1E28A4C93EBB}" type="presParOf" srcId="{43FE881B-1CE3-426C-A8CD-EBBB5F285C95}" destId="{E2258CCD-49CC-4CAE-9ED5-63E71B6C8CB4}" srcOrd="0" destOrd="0" presId="urn:microsoft.com/office/officeart/2018/5/layout/CenteredIconLabelDescriptionList"/>
    <dgm:cxn modelId="{C9D844D6-808A-4C75-84EE-59E131B095FC}" type="presParOf" srcId="{43FE881B-1CE3-426C-A8CD-EBBB5F285C95}" destId="{193E4C2F-480D-4717-B475-3C9A9DB4B063}" srcOrd="1" destOrd="0" presId="urn:microsoft.com/office/officeart/2018/5/layout/CenteredIconLabelDescriptionList"/>
    <dgm:cxn modelId="{BDADE707-F8C3-439B-9236-C820265692AD}" type="presParOf" srcId="{43FE881B-1CE3-426C-A8CD-EBBB5F285C95}" destId="{5F024799-9A48-4ABB-A151-01277AE62304}" srcOrd="2" destOrd="0" presId="urn:microsoft.com/office/officeart/2018/5/layout/CenteredIconLabelDescriptionList"/>
    <dgm:cxn modelId="{041F4B4A-3A60-4189-88F8-7F65CEE98D69}" type="presParOf" srcId="{43FE881B-1CE3-426C-A8CD-EBBB5F285C95}" destId="{57ACBDF3-6EF7-46D8-91CE-7284078554BE}" srcOrd="3" destOrd="0" presId="urn:microsoft.com/office/officeart/2018/5/layout/CenteredIconLabelDescriptionList"/>
    <dgm:cxn modelId="{38B0EE26-4488-4840-9E5C-95E3E480F057}" type="presParOf" srcId="{43FE881B-1CE3-426C-A8CD-EBBB5F285C95}" destId="{636F1C45-3CBB-4896-9A50-27D7ACC843D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D3C26CB-D8EC-4CC6-81BE-00B8BD2CEF2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6AB9584-3D47-4AAB-9933-94D5CD5599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Configuration </a:t>
          </a:r>
          <a:endParaRPr lang="en-US"/>
        </a:p>
      </dgm:t>
    </dgm:pt>
    <dgm:pt modelId="{D8949416-5697-4A01-800C-81DA5F6B4B61}" type="parTrans" cxnId="{C1DE01EF-D61C-4836-B0A7-589F9187ACC7}">
      <dgm:prSet/>
      <dgm:spPr/>
      <dgm:t>
        <a:bodyPr/>
        <a:lstStyle/>
        <a:p>
          <a:endParaRPr lang="en-US" sz="2800"/>
        </a:p>
      </dgm:t>
    </dgm:pt>
    <dgm:pt modelId="{BD2FDEF3-14F6-470C-BF53-142CDEF3A77B}" type="sibTrans" cxnId="{C1DE01EF-D61C-4836-B0A7-589F9187ACC7}">
      <dgm:prSet/>
      <dgm:spPr/>
      <dgm:t>
        <a:bodyPr/>
        <a:lstStyle/>
        <a:p>
          <a:endParaRPr lang="en-US"/>
        </a:p>
      </dgm:t>
    </dgm:pt>
    <dgm:pt modelId="{FE526D4F-F704-4074-84F9-97AB0DA151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replac</a:t>
          </a:r>
          <a:r>
            <a:rPr lang="tr-TR"/>
            <a:t>e </a:t>
          </a:r>
          <a:r>
            <a:rPr lang="en-US"/>
            <a:t>the password</a:t>
          </a:r>
        </a:p>
      </dgm:t>
    </dgm:pt>
    <dgm:pt modelId="{A0F76802-BDF0-40D7-B143-5EB89912D83A}" type="parTrans" cxnId="{325CE18A-1E7B-424F-8611-D851483D0F9B}">
      <dgm:prSet/>
      <dgm:spPr/>
      <dgm:t>
        <a:bodyPr/>
        <a:lstStyle/>
        <a:p>
          <a:endParaRPr lang="en-US" sz="2800"/>
        </a:p>
      </dgm:t>
    </dgm:pt>
    <dgm:pt modelId="{6B8BBFB6-EE7B-4CC8-82DD-36A60C021B80}" type="sibTrans" cxnId="{325CE18A-1E7B-424F-8611-D851483D0F9B}">
      <dgm:prSet/>
      <dgm:spPr/>
      <dgm:t>
        <a:bodyPr/>
        <a:lstStyle/>
        <a:p>
          <a:endParaRPr lang="en-US"/>
        </a:p>
      </dgm:t>
    </dgm:pt>
    <dgm:pt modelId="{A48CA131-D280-4CE2-A87C-2E33328512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Notice</a:t>
          </a:r>
          <a:endParaRPr lang="en-US"/>
        </a:p>
      </dgm:t>
    </dgm:pt>
    <dgm:pt modelId="{9BC464D5-6E46-45EF-A5C2-35B3D1550A36}" type="parTrans" cxnId="{A9723ACF-98D5-4EF6-BFC1-06C4194495B6}">
      <dgm:prSet/>
      <dgm:spPr/>
      <dgm:t>
        <a:bodyPr/>
        <a:lstStyle/>
        <a:p>
          <a:endParaRPr lang="en-US" sz="2800"/>
        </a:p>
      </dgm:t>
    </dgm:pt>
    <dgm:pt modelId="{59FB1B1A-CF24-409F-A9D8-B9DEDBF5BBB0}" type="sibTrans" cxnId="{A9723ACF-98D5-4EF6-BFC1-06C4194495B6}">
      <dgm:prSet/>
      <dgm:spPr/>
      <dgm:t>
        <a:bodyPr/>
        <a:lstStyle/>
        <a:p>
          <a:endParaRPr lang="en-US"/>
        </a:p>
      </dgm:t>
    </dgm:pt>
    <dgm:pt modelId="{22AE4F60-4EBA-4A21-8F8B-DB16B6A54A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 not use the</a:t>
          </a:r>
          <a:r>
            <a:rPr lang="tr-TR"/>
            <a:t> </a:t>
          </a:r>
          <a:r>
            <a:rPr lang="en-US"/>
            <a:t>password</a:t>
          </a:r>
        </a:p>
      </dgm:t>
    </dgm:pt>
    <dgm:pt modelId="{85893393-9811-4273-A5F0-A3813573069E}" type="parTrans" cxnId="{5BD822B3-9E09-44DF-A148-5CE29B939649}">
      <dgm:prSet/>
      <dgm:spPr/>
      <dgm:t>
        <a:bodyPr/>
        <a:lstStyle/>
        <a:p>
          <a:endParaRPr lang="en-US" sz="2800"/>
        </a:p>
      </dgm:t>
    </dgm:pt>
    <dgm:pt modelId="{59E9EE02-CAA5-450E-AD5C-C65DBA5BB8C7}" type="sibTrans" cxnId="{5BD822B3-9E09-44DF-A148-5CE29B939649}">
      <dgm:prSet/>
      <dgm:spPr/>
      <dgm:t>
        <a:bodyPr/>
        <a:lstStyle/>
        <a:p>
          <a:endParaRPr lang="en-US"/>
        </a:p>
      </dgm:t>
    </dgm:pt>
    <dgm:pt modelId="{8A150BA3-FB7E-47E2-AC07-5E5F56D625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bitcoin.conf</a:t>
          </a:r>
          <a:endParaRPr lang="en-US"/>
        </a:p>
      </dgm:t>
    </dgm:pt>
    <dgm:pt modelId="{13F47AB4-B8D2-4B29-90C9-DDFD3D848D81}" type="parTrans" cxnId="{0CDA573B-359E-4CF3-84F0-BC4B4695248A}">
      <dgm:prSet/>
      <dgm:spPr/>
      <dgm:t>
        <a:bodyPr/>
        <a:lstStyle/>
        <a:p>
          <a:endParaRPr lang="en-US" sz="2800"/>
        </a:p>
      </dgm:t>
    </dgm:pt>
    <dgm:pt modelId="{0AC6053C-7E40-4052-ABDB-F09891F33C6A}" type="sibTrans" cxnId="{0CDA573B-359E-4CF3-84F0-BC4B4695248A}">
      <dgm:prSet/>
      <dgm:spPr/>
      <dgm:t>
        <a:bodyPr/>
        <a:lstStyle/>
        <a:p>
          <a:endParaRPr lang="en-US"/>
        </a:p>
      </dgm:t>
    </dgm:pt>
    <dgm:pt modelId="{3EB14468-50BA-46D8-9E8E-E1E9A83B4E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 file inside the .bitcoin directory </a:t>
          </a:r>
        </a:p>
      </dgm:t>
    </dgm:pt>
    <dgm:pt modelId="{5983C2BA-07B7-4203-95C1-9763DF8CDBB0}" type="parTrans" cxnId="{5F1D308A-261A-4B6D-AC9C-2ED994A3C9C6}">
      <dgm:prSet/>
      <dgm:spPr/>
      <dgm:t>
        <a:bodyPr/>
        <a:lstStyle/>
        <a:p>
          <a:endParaRPr lang="en-US" sz="2800"/>
        </a:p>
      </dgm:t>
    </dgm:pt>
    <dgm:pt modelId="{7FF1D176-0F8E-4519-B586-CC6F7E6560AB}" type="sibTrans" cxnId="{5F1D308A-261A-4B6D-AC9C-2ED994A3C9C6}">
      <dgm:prSet/>
      <dgm:spPr/>
      <dgm:t>
        <a:bodyPr/>
        <a:lstStyle/>
        <a:p>
          <a:endParaRPr lang="en-US"/>
        </a:p>
      </dgm:t>
    </dgm:pt>
    <dgm:pt modelId="{D6CB544A-1B00-4504-AFE1-43687AED7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under your</a:t>
          </a:r>
          <a:r>
            <a:rPr lang="tr-TR" i="1"/>
            <a:t> </a:t>
          </a:r>
          <a:r>
            <a:rPr lang="en-US" i="1"/>
            <a:t>user’s home directory</a:t>
          </a:r>
          <a:endParaRPr lang="en-US"/>
        </a:p>
      </dgm:t>
    </dgm:pt>
    <dgm:pt modelId="{63E5B9F0-853F-4B41-81B7-5ADF2125A7CB}" type="parTrans" cxnId="{DEB11EF4-E297-4882-B95C-58576770B52C}">
      <dgm:prSet/>
      <dgm:spPr/>
      <dgm:t>
        <a:bodyPr/>
        <a:lstStyle/>
        <a:p>
          <a:endParaRPr lang="en-US" sz="2800"/>
        </a:p>
      </dgm:t>
    </dgm:pt>
    <dgm:pt modelId="{679A281B-2F8D-4ABB-9A38-819E366FA593}" type="sibTrans" cxnId="{DEB11EF4-E297-4882-B95C-58576770B52C}">
      <dgm:prSet/>
      <dgm:spPr/>
      <dgm:t>
        <a:bodyPr/>
        <a:lstStyle/>
        <a:p>
          <a:endParaRPr lang="en-US"/>
        </a:p>
      </dgm:t>
    </dgm:pt>
    <dgm:pt modelId="{D8B66DA9-2F76-4129-857D-B0F2367300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Account</a:t>
          </a:r>
          <a:endParaRPr lang="en-US"/>
        </a:p>
      </dgm:t>
    </dgm:pt>
    <dgm:pt modelId="{37830ED7-1D8D-4092-8C48-2C4EEF243453}" type="parTrans" cxnId="{BFE03146-BD38-414B-A656-441B381BA70B}">
      <dgm:prSet/>
      <dgm:spPr/>
      <dgm:t>
        <a:bodyPr/>
        <a:lstStyle/>
        <a:p>
          <a:endParaRPr lang="en-US" sz="2800"/>
        </a:p>
      </dgm:t>
    </dgm:pt>
    <dgm:pt modelId="{36B9FCD0-4A28-410B-A7E1-FE5CEA1EC885}" type="sibTrans" cxnId="{BFE03146-BD38-414B-A656-441B381BA70B}">
      <dgm:prSet/>
      <dgm:spPr/>
      <dgm:t>
        <a:bodyPr/>
        <a:lstStyle/>
        <a:p>
          <a:endParaRPr lang="en-US"/>
        </a:p>
      </dgm:t>
    </dgm:pt>
    <dgm:pt modelId="{039448F9-966F-4DCB-AF20-3534200E77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rpcuser=bitcoinrpc</a:t>
          </a:r>
          <a:endParaRPr lang="en-US"/>
        </a:p>
      </dgm:t>
    </dgm:pt>
    <dgm:pt modelId="{CE652904-EC61-41B4-BC14-74168BF7D7D2}" type="parTrans" cxnId="{2777C639-A4A3-4F85-8FBD-3AD00D1A8A23}">
      <dgm:prSet/>
      <dgm:spPr/>
      <dgm:t>
        <a:bodyPr/>
        <a:lstStyle/>
        <a:p>
          <a:endParaRPr lang="en-US" sz="2800"/>
        </a:p>
      </dgm:t>
    </dgm:pt>
    <dgm:pt modelId="{12C6D1E8-9D33-4CB4-91C3-EB88373BC395}" type="sibTrans" cxnId="{2777C639-A4A3-4F85-8FBD-3AD00D1A8A23}">
      <dgm:prSet/>
      <dgm:spPr/>
      <dgm:t>
        <a:bodyPr/>
        <a:lstStyle/>
        <a:p>
          <a:endParaRPr lang="en-US"/>
        </a:p>
      </dgm:t>
    </dgm:pt>
    <dgm:pt modelId="{54B6BF43-ADBA-4AB0-A69A-2E37F6DAC04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rpcpassword=CHANGE_THIS</a:t>
          </a:r>
          <a:endParaRPr lang="en-US"/>
        </a:p>
      </dgm:t>
    </dgm:pt>
    <dgm:pt modelId="{4AE35DD6-B88C-4340-821A-23A5680EC432}" type="parTrans" cxnId="{06154139-A5BB-4E7A-B433-551762F2DA12}">
      <dgm:prSet/>
      <dgm:spPr/>
      <dgm:t>
        <a:bodyPr/>
        <a:lstStyle/>
        <a:p>
          <a:endParaRPr lang="en-US" sz="2800"/>
        </a:p>
      </dgm:t>
    </dgm:pt>
    <dgm:pt modelId="{D797EED8-8C2A-4650-877F-22B941A1462E}" type="sibTrans" cxnId="{06154139-A5BB-4E7A-B433-551762F2DA12}">
      <dgm:prSet/>
      <dgm:spPr/>
      <dgm:t>
        <a:bodyPr/>
        <a:lstStyle/>
        <a:p>
          <a:endParaRPr lang="en-US"/>
        </a:p>
      </dgm:t>
    </dgm:pt>
    <dgm:pt modelId="{DD3F5B90-4824-4A88-8320-F069AB54C1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Edit the configuration file</a:t>
          </a:r>
        </a:p>
      </dgm:t>
    </dgm:pt>
    <dgm:pt modelId="{6166CB09-B280-4B5D-8994-6FEFB80C4F44}" type="parTrans" cxnId="{4BFF8090-C555-4138-8D78-28D369475089}">
      <dgm:prSet/>
      <dgm:spPr/>
      <dgm:t>
        <a:bodyPr/>
        <a:lstStyle/>
        <a:p>
          <a:endParaRPr lang="tr-TR" sz="2800"/>
        </a:p>
      </dgm:t>
    </dgm:pt>
    <dgm:pt modelId="{98873163-9EE6-47C8-8818-404371AD317F}" type="sibTrans" cxnId="{4BFF8090-C555-4138-8D78-28D369475089}">
      <dgm:prSet/>
      <dgm:spPr/>
      <dgm:t>
        <a:bodyPr/>
        <a:lstStyle/>
        <a:p>
          <a:endParaRPr lang="tr-TR"/>
        </a:p>
      </dgm:t>
    </dgm:pt>
    <dgm:pt modelId="{C2B0C8EF-1E31-4A60-8060-765DD69BA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a username</a:t>
          </a:r>
          <a:r>
            <a:rPr lang="tr-TR"/>
            <a:t> </a:t>
          </a:r>
          <a:r>
            <a:rPr lang="en-US"/>
            <a:t>and password:</a:t>
          </a:r>
        </a:p>
      </dgm:t>
    </dgm:pt>
    <dgm:pt modelId="{941F19F0-BEC8-4216-B568-C6BF80BDBE93}" type="parTrans" cxnId="{E568F513-2336-4F89-A588-E23B48B5F19B}">
      <dgm:prSet/>
      <dgm:spPr/>
      <dgm:t>
        <a:bodyPr/>
        <a:lstStyle/>
        <a:p>
          <a:endParaRPr lang="tr-TR" sz="2800"/>
        </a:p>
      </dgm:t>
    </dgm:pt>
    <dgm:pt modelId="{EE9EF723-9EC6-4D05-830B-0050147490F6}" type="sibTrans" cxnId="{E568F513-2336-4F89-A588-E23B48B5F19B}">
      <dgm:prSet/>
      <dgm:spPr/>
      <dgm:t>
        <a:bodyPr/>
        <a:lstStyle/>
        <a:p>
          <a:endParaRPr lang="tr-TR"/>
        </a:p>
      </dgm:t>
    </dgm:pt>
    <dgm:pt modelId="{BEBB0CE6-D712-4ECB-92DE-5AFA4FA67A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preferred editor</a:t>
          </a:r>
        </a:p>
      </dgm:t>
    </dgm:pt>
    <dgm:pt modelId="{E8068846-C0FB-401C-A875-303AA230E552}" type="parTrans" cxnId="{6FCD329C-8B2F-4403-8AC3-2B5DC46A3AB9}">
      <dgm:prSet/>
      <dgm:spPr/>
    </dgm:pt>
    <dgm:pt modelId="{17381B11-ECA8-49CD-8B9D-A48E2BA40E7F}" type="sibTrans" cxnId="{6FCD329C-8B2F-4403-8AC3-2B5DC46A3AB9}">
      <dgm:prSet/>
      <dgm:spPr/>
    </dgm:pt>
    <dgm:pt modelId="{D3021658-CF02-46E2-B87D-968F06BB4B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set the parameters, </a:t>
          </a:r>
        </a:p>
      </dgm:t>
    </dgm:pt>
    <dgm:pt modelId="{B9142A3C-8686-4EAB-8487-7DF657CC0B52}" type="parTrans" cxnId="{AA979DDF-AF83-4800-AFB4-F668C690C66B}">
      <dgm:prSet/>
      <dgm:spPr/>
    </dgm:pt>
    <dgm:pt modelId="{FFB27409-FC65-4AB2-A3A2-9AEAF408E384}" type="sibTrans" cxnId="{AA979DDF-AF83-4800-AFB4-F668C690C66B}">
      <dgm:prSet/>
      <dgm:spPr/>
    </dgm:pt>
    <dgm:pt modelId="{E42FD760-37C7-4FFB-AEBF-15DEDD23BA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Pasword</a:t>
          </a:r>
          <a:endParaRPr lang="en-US"/>
        </a:p>
      </dgm:t>
    </dgm:pt>
    <dgm:pt modelId="{E8626F2A-543F-4A3A-9DD6-9A590238EAEF}" type="parTrans" cxnId="{BED0515C-EAB8-4C3E-A5E2-DA3E983E2FB3}">
      <dgm:prSet/>
      <dgm:spPr/>
    </dgm:pt>
    <dgm:pt modelId="{E6FA245B-F50D-4AD1-9412-741CC8D8F0F3}" type="sibTrans" cxnId="{BED0515C-EAB8-4C3E-A5E2-DA3E983E2FB3}">
      <dgm:prSet/>
      <dgm:spPr/>
    </dgm:pt>
    <dgm:pt modelId="{E642677D-DE30-4D40-8F75-5CD7B590B9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strong password</a:t>
          </a:r>
        </a:p>
      </dgm:t>
    </dgm:pt>
    <dgm:pt modelId="{BEB616AF-8675-406A-8495-E9F518866BC8}" type="parTrans" cxnId="{4D5CF96F-59CE-49F0-B812-77E60753D4AD}">
      <dgm:prSet/>
      <dgm:spPr/>
    </dgm:pt>
    <dgm:pt modelId="{4EA23737-610E-463B-8035-CEA0E7294554}" type="sibTrans" cxnId="{4D5CF96F-59CE-49F0-B812-77E60753D4AD}">
      <dgm:prSet/>
      <dgm:spPr/>
    </dgm:pt>
    <dgm:pt modelId="{CF6567C3-55B7-445B-AA1C-2C2993098C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as recommended by bitcoind</a:t>
          </a:r>
        </a:p>
      </dgm:t>
    </dgm:pt>
    <dgm:pt modelId="{C2C7C60F-4303-42E8-8AEA-348BD683A8BE}" type="parTrans" cxnId="{D70652FF-2955-41D9-9DF8-0187BAA0EF5D}">
      <dgm:prSet/>
      <dgm:spPr/>
    </dgm:pt>
    <dgm:pt modelId="{D958A619-9CB6-4318-9B59-40363A5BF977}" type="sibTrans" cxnId="{D70652FF-2955-41D9-9DF8-0187BAA0EF5D}">
      <dgm:prSet/>
      <dgm:spPr/>
    </dgm:pt>
    <dgm:pt modelId="{F01C2B2A-1C4C-464E-8A42-FC3C29DD6F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shown in the book. </a:t>
          </a:r>
        </a:p>
      </dgm:t>
    </dgm:pt>
    <dgm:pt modelId="{245B3738-EBBF-491F-8449-23D9B61F381D}" type="parTrans" cxnId="{35C64FE7-E4D0-4112-BEB3-762525D58AF8}">
      <dgm:prSet/>
      <dgm:spPr/>
    </dgm:pt>
    <dgm:pt modelId="{2EA10AD6-67BC-467F-9DA0-4DD1BB7DBEDF}" type="sibTrans" cxnId="{35C64FE7-E4D0-4112-BEB3-762525D58AF8}">
      <dgm:prSet/>
      <dgm:spPr/>
    </dgm:pt>
    <dgm:pt modelId="{B33CDF1F-0B85-4567-B93E-0A24EF923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named .bitcoin/bitcoin.conf </a:t>
          </a:r>
          <a:endParaRPr lang="en-US"/>
        </a:p>
      </dgm:t>
    </dgm:pt>
    <dgm:pt modelId="{00B6A50D-4660-4284-8776-0B80C2933F81}" type="parTrans" cxnId="{65624776-D123-4B51-AB6C-BCFBF749A81C}">
      <dgm:prSet/>
      <dgm:spPr/>
    </dgm:pt>
    <dgm:pt modelId="{3D1C502B-9EAE-41AA-BB8A-7E47AABC7934}" type="sibTrans" cxnId="{65624776-D123-4B51-AB6C-BCFBF749A81C}">
      <dgm:prSet/>
      <dgm:spPr/>
    </dgm:pt>
    <dgm:pt modelId="{324AC9B1-4291-4E01-B17A-6177173862E1}" type="pres">
      <dgm:prSet presAssocID="{FD3C26CB-D8EC-4CC6-81BE-00B8BD2CEF22}" presName="root" presStyleCnt="0">
        <dgm:presLayoutVars>
          <dgm:dir/>
          <dgm:resizeHandles val="exact"/>
        </dgm:presLayoutVars>
      </dgm:prSet>
      <dgm:spPr/>
    </dgm:pt>
    <dgm:pt modelId="{1AD35A16-970D-4E11-83EB-C9D00C64B51D}" type="pres">
      <dgm:prSet presAssocID="{76AB9584-3D47-4AAB-9933-94D5CD559932}" presName="compNode" presStyleCnt="0"/>
      <dgm:spPr/>
    </dgm:pt>
    <dgm:pt modelId="{B2970D76-837B-4EA7-9A0E-0E4D98ACEA6D}" type="pres">
      <dgm:prSet presAssocID="{76AB9584-3D47-4AAB-9933-94D5CD55993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3FB1A9E-D5C0-4ECE-8EB0-246725CC1610}" type="pres">
      <dgm:prSet presAssocID="{76AB9584-3D47-4AAB-9933-94D5CD559932}" presName="iconSpace" presStyleCnt="0"/>
      <dgm:spPr/>
    </dgm:pt>
    <dgm:pt modelId="{76C07052-E467-45AD-9013-2C716382CCDE}" type="pres">
      <dgm:prSet presAssocID="{76AB9584-3D47-4AAB-9933-94D5CD559932}" presName="parTx" presStyleLbl="revTx" presStyleIdx="0" presStyleCnt="10">
        <dgm:presLayoutVars>
          <dgm:chMax val="0"/>
          <dgm:chPref val="0"/>
        </dgm:presLayoutVars>
      </dgm:prSet>
      <dgm:spPr/>
    </dgm:pt>
    <dgm:pt modelId="{15FD864B-0A2E-458F-A9FB-29EFEAD9D947}" type="pres">
      <dgm:prSet presAssocID="{76AB9584-3D47-4AAB-9933-94D5CD559932}" presName="txSpace" presStyleCnt="0"/>
      <dgm:spPr/>
    </dgm:pt>
    <dgm:pt modelId="{35C601BF-74A5-40C3-B518-FB340CFB142F}" type="pres">
      <dgm:prSet presAssocID="{76AB9584-3D47-4AAB-9933-94D5CD559932}" presName="desTx" presStyleLbl="revTx" presStyleIdx="1" presStyleCnt="10">
        <dgm:presLayoutVars/>
      </dgm:prSet>
      <dgm:spPr/>
    </dgm:pt>
    <dgm:pt modelId="{F1E32222-1D72-43C5-8155-17A4F4498F99}" type="pres">
      <dgm:prSet presAssocID="{BD2FDEF3-14F6-470C-BF53-142CDEF3A77B}" presName="sibTrans" presStyleCnt="0"/>
      <dgm:spPr/>
    </dgm:pt>
    <dgm:pt modelId="{48B32212-CC8E-4BDE-A59F-F9BD0576933E}" type="pres">
      <dgm:prSet presAssocID="{E42FD760-37C7-4FFB-AEBF-15DEDD23BAFA}" presName="compNode" presStyleCnt="0"/>
      <dgm:spPr/>
    </dgm:pt>
    <dgm:pt modelId="{62A89F43-6522-4BCF-AA0A-EA421FAF7DD2}" type="pres">
      <dgm:prSet presAssocID="{E42FD760-37C7-4FFB-AEBF-15DEDD23BAF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E9C9276E-1674-4F4B-A13F-30F190818540}" type="pres">
      <dgm:prSet presAssocID="{E42FD760-37C7-4FFB-AEBF-15DEDD23BAFA}" presName="iconSpace" presStyleCnt="0"/>
      <dgm:spPr/>
    </dgm:pt>
    <dgm:pt modelId="{A6AD439D-1371-4960-B10F-34326D766B9E}" type="pres">
      <dgm:prSet presAssocID="{E42FD760-37C7-4FFB-AEBF-15DEDD23BAFA}" presName="parTx" presStyleLbl="revTx" presStyleIdx="2" presStyleCnt="10">
        <dgm:presLayoutVars>
          <dgm:chMax val="0"/>
          <dgm:chPref val="0"/>
        </dgm:presLayoutVars>
      </dgm:prSet>
      <dgm:spPr/>
    </dgm:pt>
    <dgm:pt modelId="{61C678AA-3A21-42AB-8F2D-6331731806E7}" type="pres">
      <dgm:prSet presAssocID="{E42FD760-37C7-4FFB-AEBF-15DEDD23BAFA}" presName="txSpace" presStyleCnt="0"/>
      <dgm:spPr/>
    </dgm:pt>
    <dgm:pt modelId="{7525A3D4-3685-4E40-8DBF-D20B8DB185F4}" type="pres">
      <dgm:prSet presAssocID="{E42FD760-37C7-4FFB-AEBF-15DEDD23BAFA}" presName="desTx" presStyleLbl="revTx" presStyleIdx="3" presStyleCnt="10">
        <dgm:presLayoutVars/>
      </dgm:prSet>
      <dgm:spPr/>
    </dgm:pt>
    <dgm:pt modelId="{788FB769-21FE-4454-A73B-2D94B5AD10BC}" type="pres">
      <dgm:prSet presAssocID="{E6FA245B-F50D-4AD1-9412-741CC8D8F0F3}" presName="sibTrans" presStyleCnt="0"/>
      <dgm:spPr/>
    </dgm:pt>
    <dgm:pt modelId="{86CE4E21-DDA3-4400-AB6F-98A7A06B5B33}" type="pres">
      <dgm:prSet presAssocID="{A48CA131-D280-4CE2-A87C-2E3332851224}" presName="compNode" presStyleCnt="0"/>
      <dgm:spPr/>
    </dgm:pt>
    <dgm:pt modelId="{EEEEB6CD-81D1-4439-90E9-B563AC9CDB15}" type="pres">
      <dgm:prSet presAssocID="{A48CA131-D280-4CE2-A87C-2E333285122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65263EF-67D1-4050-97AA-38E5553E09B4}" type="pres">
      <dgm:prSet presAssocID="{A48CA131-D280-4CE2-A87C-2E3332851224}" presName="iconSpace" presStyleCnt="0"/>
      <dgm:spPr/>
    </dgm:pt>
    <dgm:pt modelId="{8A1E0193-08E5-4D1A-BA41-598288AECA91}" type="pres">
      <dgm:prSet presAssocID="{A48CA131-D280-4CE2-A87C-2E3332851224}" presName="parTx" presStyleLbl="revTx" presStyleIdx="4" presStyleCnt="10">
        <dgm:presLayoutVars>
          <dgm:chMax val="0"/>
          <dgm:chPref val="0"/>
        </dgm:presLayoutVars>
      </dgm:prSet>
      <dgm:spPr/>
    </dgm:pt>
    <dgm:pt modelId="{ECF10B7B-3FB0-491C-BBB0-B19DBF4A5FF0}" type="pres">
      <dgm:prSet presAssocID="{A48CA131-D280-4CE2-A87C-2E3332851224}" presName="txSpace" presStyleCnt="0"/>
      <dgm:spPr/>
    </dgm:pt>
    <dgm:pt modelId="{F27A5FA7-EF37-49FD-9826-ACECB1604D98}" type="pres">
      <dgm:prSet presAssocID="{A48CA131-D280-4CE2-A87C-2E3332851224}" presName="desTx" presStyleLbl="revTx" presStyleIdx="5" presStyleCnt="10">
        <dgm:presLayoutVars/>
      </dgm:prSet>
      <dgm:spPr/>
    </dgm:pt>
    <dgm:pt modelId="{7BCE2FAE-7EC2-41FF-8EAF-668D3913570C}" type="pres">
      <dgm:prSet presAssocID="{59FB1B1A-CF24-409F-A9D8-B9DEDBF5BBB0}" presName="sibTrans" presStyleCnt="0"/>
      <dgm:spPr/>
    </dgm:pt>
    <dgm:pt modelId="{E0B3FDC4-5624-4869-9ED1-82B4963D5B0A}" type="pres">
      <dgm:prSet presAssocID="{8A150BA3-FB7E-47E2-AC07-5E5F56D6252D}" presName="compNode" presStyleCnt="0"/>
      <dgm:spPr/>
    </dgm:pt>
    <dgm:pt modelId="{34E12E2C-A361-4E8C-9A0B-F9AA14B44FBF}" type="pres">
      <dgm:prSet presAssocID="{8A150BA3-FB7E-47E2-AC07-5E5F56D6252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CA58606-D59C-4449-985A-D55FBA6C748B}" type="pres">
      <dgm:prSet presAssocID="{8A150BA3-FB7E-47E2-AC07-5E5F56D6252D}" presName="iconSpace" presStyleCnt="0"/>
      <dgm:spPr/>
    </dgm:pt>
    <dgm:pt modelId="{73D664A5-C225-4306-AB9E-290E247C598B}" type="pres">
      <dgm:prSet presAssocID="{8A150BA3-FB7E-47E2-AC07-5E5F56D6252D}" presName="parTx" presStyleLbl="revTx" presStyleIdx="6" presStyleCnt="10">
        <dgm:presLayoutVars>
          <dgm:chMax val="0"/>
          <dgm:chPref val="0"/>
        </dgm:presLayoutVars>
      </dgm:prSet>
      <dgm:spPr/>
    </dgm:pt>
    <dgm:pt modelId="{A4F2AE31-CF16-493C-B698-B16193CCEA2A}" type="pres">
      <dgm:prSet presAssocID="{8A150BA3-FB7E-47E2-AC07-5E5F56D6252D}" presName="txSpace" presStyleCnt="0"/>
      <dgm:spPr/>
    </dgm:pt>
    <dgm:pt modelId="{5ECADBCF-01D2-4BA9-A879-BBB83E509651}" type="pres">
      <dgm:prSet presAssocID="{8A150BA3-FB7E-47E2-AC07-5E5F56D6252D}" presName="desTx" presStyleLbl="revTx" presStyleIdx="7" presStyleCnt="10">
        <dgm:presLayoutVars/>
      </dgm:prSet>
      <dgm:spPr/>
    </dgm:pt>
    <dgm:pt modelId="{19DCD7AD-A34C-427D-B324-781283D08DA3}" type="pres">
      <dgm:prSet presAssocID="{0AC6053C-7E40-4052-ABDB-F09891F33C6A}" presName="sibTrans" presStyleCnt="0"/>
      <dgm:spPr/>
    </dgm:pt>
    <dgm:pt modelId="{0F5138F0-8FDD-4896-840C-17D21618DFD1}" type="pres">
      <dgm:prSet presAssocID="{D8B66DA9-2F76-4129-857D-B0F2367300CF}" presName="compNode" presStyleCnt="0"/>
      <dgm:spPr/>
    </dgm:pt>
    <dgm:pt modelId="{C341CEC0-595A-40B7-8BE1-BD713DDE0A8B}" type="pres">
      <dgm:prSet presAssocID="{D8B66DA9-2F76-4129-857D-B0F2367300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6FBBE04-804B-43DD-90C7-338CDC511896}" type="pres">
      <dgm:prSet presAssocID="{D8B66DA9-2F76-4129-857D-B0F2367300CF}" presName="iconSpace" presStyleCnt="0"/>
      <dgm:spPr/>
    </dgm:pt>
    <dgm:pt modelId="{EF4F4E36-E010-4404-BAE2-FDE59BA393A9}" type="pres">
      <dgm:prSet presAssocID="{D8B66DA9-2F76-4129-857D-B0F2367300CF}" presName="parTx" presStyleLbl="revTx" presStyleIdx="8" presStyleCnt="10">
        <dgm:presLayoutVars>
          <dgm:chMax val="0"/>
          <dgm:chPref val="0"/>
        </dgm:presLayoutVars>
      </dgm:prSet>
      <dgm:spPr/>
    </dgm:pt>
    <dgm:pt modelId="{3E03A9F9-B38E-4F45-9AE7-594B9C19D6A8}" type="pres">
      <dgm:prSet presAssocID="{D8B66DA9-2F76-4129-857D-B0F2367300CF}" presName="txSpace" presStyleCnt="0"/>
      <dgm:spPr/>
    </dgm:pt>
    <dgm:pt modelId="{FE95E01D-0E92-4933-B3A9-CD4583500BF4}" type="pres">
      <dgm:prSet presAssocID="{D8B66DA9-2F76-4129-857D-B0F2367300CF}" presName="desTx" presStyleLbl="revTx" presStyleIdx="9" presStyleCnt="10">
        <dgm:presLayoutVars/>
      </dgm:prSet>
      <dgm:spPr/>
    </dgm:pt>
  </dgm:ptLst>
  <dgm:cxnLst>
    <dgm:cxn modelId="{47AB9F02-1127-474B-89C2-34634CD09C24}" type="presOf" srcId="{FD3C26CB-D8EC-4CC6-81BE-00B8BD2CEF22}" destId="{324AC9B1-4291-4E01-B17A-6177173862E1}" srcOrd="0" destOrd="0" presId="urn:microsoft.com/office/officeart/2018/5/layout/CenteredIconLabelDescriptionList"/>
    <dgm:cxn modelId="{90E60C06-9A9C-47E6-9267-DFE621D22282}" type="presOf" srcId="{8A150BA3-FB7E-47E2-AC07-5E5F56D6252D}" destId="{73D664A5-C225-4306-AB9E-290E247C598B}" srcOrd="0" destOrd="0" presId="urn:microsoft.com/office/officeart/2018/5/layout/CenteredIconLabelDescriptionList"/>
    <dgm:cxn modelId="{E568F513-2336-4F89-A588-E23B48B5F19B}" srcId="{D8B66DA9-2F76-4129-857D-B0F2367300CF}" destId="{C2B0C8EF-1E31-4A60-8060-765DD69BA7FB}" srcOrd="0" destOrd="0" parTransId="{941F19F0-BEC8-4216-B568-C6BF80BDBE93}" sibTransId="{EE9EF723-9EC6-4D05-830B-0050147490F6}"/>
    <dgm:cxn modelId="{250ACF1A-368C-4317-BDF4-768225C01D1B}" type="presOf" srcId="{E42FD760-37C7-4FFB-AEBF-15DEDD23BAFA}" destId="{A6AD439D-1371-4960-B10F-34326D766B9E}" srcOrd="0" destOrd="0" presId="urn:microsoft.com/office/officeart/2018/5/layout/CenteredIconLabelDescriptionList"/>
    <dgm:cxn modelId="{06154139-A5BB-4E7A-B433-551762F2DA12}" srcId="{D8B66DA9-2F76-4129-857D-B0F2367300CF}" destId="{54B6BF43-ADBA-4AB0-A69A-2E37F6DAC046}" srcOrd="2" destOrd="0" parTransId="{4AE35DD6-B88C-4340-821A-23A5680EC432}" sibTransId="{D797EED8-8C2A-4650-877F-22B941A1462E}"/>
    <dgm:cxn modelId="{2777C639-A4A3-4F85-8FBD-3AD00D1A8A23}" srcId="{D8B66DA9-2F76-4129-857D-B0F2367300CF}" destId="{039448F9-966F-4DCB-AF20-3534200E77DC}" srcOrd="1" destOrd="0" parTransId="{CE652904-EC61-41B4-BC14-74168BF7D7D2}" sibTransId="{12C6D1E8-9D33-4CB4-91C3-EB88373BC395}"/>
    <dgm:cxn modelId="{0CDA573B-359E-4CF3-84F0-BC4B4695248A}" srcId="{FD3C26CB-D8EC-4CC6-81BE-00B8BD2CEF22}" destId="{8A150BA3-FB7E-47E2-AC07-5E5F56D6252D}" srcOrd="3" destOrd="0" parTransId="{13F47AB4-B8D2-4B29-90C9-DDFD3D848D81}" sibTransId="{0AC6053C-7E40-4052-ABDB-F09891F33C6A}"/>
    <dgm:cxn modelId="{9A1C963E-A418-4021-B918-620B0E18D895}" type="presOf" srcId="{039448F9-966F-4DCB-AF20-3534200E77DC}" destId="{FE95E01D-0E92-4933-B3A9-CD4583500BF4}" srcOrd="0" destOrd="1" presId="urn:microsoft.com/office/officeart/2018/5/layout/CenteredIconLabelDescriptionList"/>
    <dgm:cxn modelId="{BED0515C-EAB8-4C3E-A5E2-DA3E983E2FB3}" srcId="{FD3C26CB-D8EC-4CC6-81BE-00B8BD2CEF22}" destId="{E42FD760-37C7-4FFB-AEBF-15DEDD23BAFA}" srcOrd="1" destOrd="0" parTransId="{E8626F2A-543F-4A3A-9DD6-9A590238EAEF}" sibTransId="{E6FA245B-F50D-4AD1-9412-741CC8D8F0F3}"/>
    <dgm:cxn modelId="{BFE03146-BD38-414B-A656-441B381BA70B}" srcId="{FD3C26CB-D8EC-4CC6-81BE-00B8BD2CEF22}" destId="{D8B66DA9-2F76-4129-857D-B0F2367300CF}" srcOrd="4" destOrd="0" parTransId="{37830ED7-1D8D-4092-8C48-2C4EEF243453}" sibTransId="{36B9FCD0-4A28-410B-A7E1-FE5CEA1EC885}"/>
    <dgm:cxn modelId="{4A500D67-8673-4D67-8EE2-52F23DC14E81}" type="presOf" srcId="{F01C2B2A-1C4C-464E-8A42-FC3C29DD6FA8}" destId="{F27A5FA7-EF37-49FD-9826-ACECB1604D98}" srcOrd="0" destOrd="1" presId="urn:microsoft.com/office/officeart/2018/5/layout/CenteredIconLabelDescriptionList"/>
    <dgm:cxn modelId="{A1E4096B-C77F-4C90-BB6D-9F46A83A0C41}" type="presOf" srcId="{22AE4F60-4EBA-4A21-8F8B-DB16B6A54AD7}" destId="{F27A5FA7-EF37-49FD-9826-ACECB1604D98}" srcOrd="0" destOrd="0" presId="urn:microsoft.com/office/officeart/2018/5/layout/CenteredIconLabelDescriptionList"/>
    <dgm:cxn modelId="{E3A31B6C-67BB-47ED-82CC-CC7F0C45E270}" type="presOf" srcId="{CF6567C3-55B7-445B-AA1C-2C2993098CF6}" destId="{7525A3D4-3685-4E40-8DBF-D20B8DB185F4}" srcOrd="0" destOrd="2" presId="urn:microsoft.com/office/officeart/2018/5/layout/CenteredIconLabelDescriptionList"/>
    <dgm:cxn modelId="{4D5CF96F-59CE-49F0-B812-77E60753D4AD}" srcId="{E42FD760-37C7-4FFB-AEBF-15DEDD23BAFA}" destId="{E642677D-DE30-4D40-8F75-5CD7B590B953}" srcOrd="1" destOrd="0" parTransId="{BEB616AF-8675-406A-8495-E9F518866BC8}" sibTransId="{4EA23737-610E-463B-8035-CEA0E7294554}"/>
    <dgm:cxn modelId="{65624776-D123-4B51-AB6C-BCFBF749A81C}" srcId="{8A150BA3-FB7E-47E2-AC07-5E5F56D6252D}" destId="{B33CDF1F-0B85-4567-B93E-0A24EF923C0D}" srcOrd="2" destOrd="0" parTransId="{00B6A50D-4660-4284-8776-0B80C2933F81}" sibTransId="{3D1C502B-9EAE-41AA-BB8A-7E47AABC7934}"/>
    <dgm:cxn modelId="{79C2BC7C-51AC-4DF3-9024-05B4B2B9BB46}" type="presOf" srcId="{76AB9584-3D47-4AAB-9933-94D5CD559932}" destId="{76C07052-E467-45AD-9013-2C716382CCDE}" srcOrd="0" destOrd="0" presId="urn:microsoft.com/office/officeart/2018/5/layout/CenteredIconLabelDescriptionList"/>
    <dgm:cxn modelId="{5F1D308A-261A-4B6D-AC9C-2ED994A3C9C6}" srcId="{8A150BA3-FB7E-47E2-AC07-5E5F56D6252D}" destId="{3EB14468-50BA-46D8-9E8E-E1E9A83B4EE4}" srcOrd="0" destOrd="0" parTransId="{5983C2BA-07B7-4203-95C1-9763DF8CDBB0}" sibTransId="{7FF1D176-0F8E-4519-B586-CC6F7E6560AB}"/>
    <dgm:cxn modelId="{325CE18A-1E7B-424F-8611-D851483D0F9B}" srcId="{E42FD760-37C7-4FFB-AEBF-15DEDD23BAFA}" destId="{FE526D4F-F704-4074-84F9-97AB0DA151D2}" srcOrd="0" destOrd="0" parTransId="{A0F76802-BDF0-40D7-B143-5EB89912D83A}" sibTransId="{6B8BBFB6-EE7B-4CC8-82DD-36A60C021B80}"/>
    <dgm:cxn modelId="{4BFF8090-C555-4138-8D78-28D369475089}" srcId="{76AB9584-3D47-4AAB-9933-94D5CD559932}" destId="{DD3F5B90-4824-4A88-8320-F069AB54C1E7}" srcOrd="0" destOrd="0" parTransId="{6166CB09-B280-4B5D-8994-6FEFB80C4F44}" sibTransId="{98873163-9EE6-47C8-8818-404371AD317F}"/>
    <dgm:cxn modelId="{0261A290-8C6F-47C7-8344-CC0A9D5F9E45}" type="presOf" srcId="{A48CA131-D280-4CE2-A87C-2E3332851224}" destId="{8A1E0193-08E5-4D1A-BA41-598288AECA91}" srcOrd="0" destOrd="0" presId="urn:microsoft.com/office/officeart/2018/5/layout/CenteredIconLabelDescriptionList"/>
    <dgm:cxn modelId="{6FCD329C-8B2F-4403-8AC3-2B5DC46A3AB9}" srcId="{76AB9584-3D47-4AAB-9933-94D5CD559932}" destId="{BEBB0CE6-D712-4ECB-92DE-5AFA4FA67AEC}" srcOrd="1" destOrd="0" parTransId="{E8068846-C0FB-401C-A875-303AA230E552}" sibTransId="{17381B11-ECA8-49CD-8B9D-A48E2BA40E7F}"/>
    <dgm:cxn modelId="{783C05A7-CD05-4F7D-8AEE-3F1785ECA301}" type="presOf" srcId="{E642677D-DE30-4D40-8F75-5CD7B590B953}" destId="{7525A3D4-3685-4E40-8DBF-D20B8DB185F4}" srcOrd="0" destOrd="1" presId="urn:microsoft.com/office/officeart/2018/5/layout/CenteredIconLabelDescriptionList"/>
    <dgm:cxn modelId="{DABC1EA8-3F2E-4516-8B0B-920ECD57D7FB}" type="presOf" srcId="{FE526D4F-F704-4074-84F9-97AB0DA151D2}" destId="{7525A3D4-3685-4E40-8DBF-D20B8DB185F4}" srcOrd="0" destOrd="0" presId="urn:microsoft.com/office/officeart/2018/5/layout/CenteredIconLabelDescriptionList"/>
    <dgm:cxn modelId="{DBEC4EA8-D5EE-4FEC-8E51-A1902C79B47F}" type="presOf" srcId="{DD3F5B90-4824-4A88-8320-F069AB54C1E7}" destId="{35C601BF-74A5-40C3-B518-FB340CFB142F}" srcOrd="0" destOrd="0" presId="urn:microsoft.com/office/officeart/2018/5/layout/CenteredIconLabelDescriptionList"/>
    <dgm:cxn modelId="{4748E9A9-85FB-4630-AA46-B76ACCEBF8EE}" type="presOf" srcId="{54B6BF43-ADBA-4AB0-A69A-2E37F6DAC046}" destId="{FE95E01D-0E92-4933-B3A9-CD4583500BF4}" srcOrd="0" destOrd="2" presId="urn:microsoft.com/office/officeart/2018/5/layout/CenteredIconLabelDescriptionList"/>
    <dgm:cxn modelId="{D7D5BEAB-FF4D-4059-840E-D33536EED817}" type="presOf" srcId="{3EB14468-50BA-46D8-9E8E-E1E9A83B4EE4}" destId="{5ECADBCF-01D2-4BA9-A879-BBB83E509651}" srcOrd="0" destOrd="0" presId="urn:microsoft.com/office/officeart/2018/5/layout/CenteredIconLabelDescriptionList"/>
    <dgm:cxn modelId="{5BD822B3-9E09-44DF-A148-5CE29B939649}" srcId="{A48CA131-D280-4CE2-A87C-2E3332851224}" destId="{22AE4F60-4EBA-4A21-8F8B-DB16B6A54AD7}" srcOrd="0" destOrd="0" parTransId="{85893393-9811-4273-A5F0-A3813573069E}" sibTransId="{59E9EE02-CAA5-450E-AD5C-C65DBA5BB8C7}"/>
    <dgm:cxn modelId="{073A5FC4-15BB-46FE-A07A-1FB03E881985}" type="presOf" srcId="{D3021658-CF02-46E2-B87D-968F06BB4B77}" destId="{35C601BF-74A5-40C3-B518-FB340CFB142F}" srcOrd="0" destOrd="2" presId="urn:microsoft.com/office/officeart/2018/5/layout/CenteredIconLabelDescriptionList"/>
    <dgm:cxn modelId="{48C70ECC-B3B1-4385-918F-A61EF9A59FE7}" type="presOf" srcId="{D8B66DA9-2F76-4129-857D-B0F2367300CF}" destId="{EF4F4E36-E010-4404-BAE2-FDE59BA393A9}" srcOrd="0" destOrd="0" presId="urn:microsoft.com/office/officeart/2018/5/layout/CenteredIconLabelDescriptionList"/>
    <dgm:cxn modelId="{CA1B01CF-1791-4B12-AB5A-DBFC9F81B061}" type="presOf" srcId="{D6CB544A-1B00-4504-AFE1-43687AED7812}" destId="{5ECADBCF-01D2-4BA9-A879-BBB83E509651}" srcOrd="0" destOrd="1" presId="urn:microsoft.com/office/officeart/2018/5/layout/CenteredIconLabelDescriptionList"/>
    <dgm:cxn modelId="{A9723ACF-98D5-4EF6-BFC1-06C4194495B6}" srcId="{FD3C26CB-D8EC-4CC6-81BE-00B8BD2CEF22}" destId="{A48CA131-D280-4CE2-A87C-2E3332851224}" srcOrd="2" destOrd="0" parTransId="{9BC464D5-6E46-45EF-A5C2-35B3D1550A36}" sibTransId="{59FB1B1A-CF24-409F-A9D8-B9DEDBF5BBB0}"/>
    <dgm:cxn modelId="{AA979DDF-AF83-4800-AFB4-F668C690C66B}" srcId="{76AB9584-3D47-4AAB-9933-94D5CD559932}" destId="{D3021658-CF02-46E2-B87D-968F06BB4B77}" srcOrd="2" destOrd="0" parTransId="{B9142A3C-8686-4EAB-8487-7DF657CC0B52}" sibTransId="{FFB27409-FC65-4AB2-A3A2-9AEAF408E384}"/>
    <dgm:cxn modelId="{D27E72E0-474C-4B68-8315-F984FB91B774}" type="presOf" srcId="{BEBB0CE6-D712-4ECB-92DE-5AFA4FA67AEC}" destId="{35C601BF-74A5-40C3-B518-FB340CFB142F}" srcOrd="0" destOrd="1" presId="urn:microsoft.com/office/officeart/2018/5/layout/CenteredIconLabelDescriptionList"/>
    <dgm:cxn modelId="{35C64FE7-E4D0-4112-BEB3-762525D58AF8}" srcId="{A48CA131-D280-4CE2-A87C-2E3332851224}" destId="{F01C2B2A-1C4C-464E-8A42-FC3C29DD6FA8}" srcOrd="1" destOrd="0" parTransId="{245B3738-EBBF-491F-8449-23D9B61F381D}" sibTransId="{2EA10AD6-67BC-467F-9DA0-4DD1BB7DBEDF}"/>
    <dgm:cxn modelId="{EAB2FFED-C99A-4BC7-95A6-C4F8090BAC05}" type="presOf" srcId="{B33CDF1F-0B85-4567-B93E-0A24EF923C0D}" destId="{5ECADBCF-01D2-4BA9-A879-BBB83E509651}" srcOrd="0" destOrd="2" presId="urn:microsoft.com/office/officeart/2018/5/layout/CenteredIconLabelDescriptionList"/>
    <dgm:cxn modelId="{C1DE01EF-D61C-4836-B0A7-589F9187ACC7}" srcId="{FD3C26CB-D8EC-4CC6-81BE-00B8BD2CEF22}" destId="{76AB9584-3D47-4AAB-9933-94D5CD559932}" srcOrd="0" destOrd="0" parTransId="{D8949416-5697-4A01-800C-81DA5F6B4B61}" sibTransId="{BD2FDEF3-14F6-470C-BF53-142CDEF3A77B}"/>
    <dgm:cxn modelId="{DEB11EF4-E297-4882-B95C-58576770B52C}" srcId="{8A150BA3-FB7E-47E2-AC07-5E5F56D6252D}" destId="{D6CB544A-1B00-4504-AFE1-43687AED7812}" srcOrd="1" destOrd="0" parTransId="{63E5B9F0-853F-4B41-81B7-5ADF2125A7CB}" sibTransId="{679A281B-2F8D-4ABB-9A38-819E366FA593}"/>
    <dgm:cxn modelId="{69A449F8-A5EE-42E5-B75B-D7F556EEAAD8}" type="presOf" srcId="{C2B0C8EF-1E31-4A60-8060-765DD69BA7FB}" destId="{FE95E01D-0E92-4933-B3A9-CD4583500BF4}" srcOrd="0" destOrd="0" presId="urn:microsoft.com/office/officeart/2018/5/layout/CenteredIconLabelDescriptionList"/>
    <dgm:cxn modelId="{D70652FF-2955-41D9-9DF8-0187BAA0EF5D}" srcId="{E42FD760-37C7-4FFB-AEBF-15DEDD23BAFA}" destId="{CF6567C3-55B7-445B-AA1C-2C2993098CF6}" srcOrd="2" destOrd="0" parTransId="{C2C7C60F-4303-42E8-8AEA-348BD683A8BE}" sibTransId="{D958A619-9CB6-4318-9B59-40363A5BF977}"/>
    <dgm:cxn modelId="{58155ACA-8056-4F38-9F96-80D905A96BE0}" type="presParOf" srcId="{324AC9B1-4291-4E01-B17A-6177173862E1}" destId="{1AD35A16-970D-4E11-83EB-C9D00C64B51D}" srcOrd="0" destOrd="0" presId="urn:microsoft.com/office/officeart/2018/5/layout/CenteredIconLabelDescriptionList"/>
    <dgm:cxn modelId="{59D6A5C1-B607-4C34-99EB-EA59D79A1293}" type="presParOf" srcId="{1AD35A16-970D-4E11-83EB-C9D00C64B51D}" destId="{B2970D76-837B-4EA7-9A0E-0E4D98ACEA6D}" srcOrd="0" destOrd="0" presId="urn:microsoft.com/office/officeart/2018/5/layout/CenteredIconLabelDescriptionList"/>
    <dgm:cxn modelId="{BD4F399E-5283-4DC0-ADAB-54B70D80EC88}" type="presParOf" srcId="{1AD35A16-970D-4E11-83EB-C9D00C64B51D}" destId="{43FB1A9E-D5C0-4ECE-8EB0-246725CC1610}" srcOrd="1" destOrd="0" presId="urn:microsoft.com/office/officeart/2018/5/layout/CenteredIconLabelDescriptionList"/>
    <dgm:cxn modelId="{DD4DDB16-A996-45A4-9950-AA2CA82793F0}" type="presParOf" srcId="{1AD35A16-970D-4E11-83EB-C9D00C64B51D}" destId="{76C07052-E467-45AD-9013-2C716382CCDE}" srcOrd="2" destOrd="0" presId="urn:microsoft.com/office/officeart/2018/5/layout/CenteredIconLabelDescriptionList"/>
    <dgm:cxn modelId="{B2A12A20-9900-4B28-ADD0-C887105A4125}" type="presParOf" srcId="{1AD35A16-970D-4E11-83EB-C9D00C64B51D}" destId="{15FD864B-0A2E-458F-A9FB-29EFEAD9D947}" srcOrd="3" destOrd="0" presId="urn:microsoft.com/office/officeart/2018/5/layout/CenteredIconLabelDescriptionList"/>
    <dgm:cxn modelId="{176A17E0-DD85-4D5B-A5F1-F5B91176FDBA}" type="presParOf" srcId="{1AD35A16-970D-4E11-83EB-C9D00C64B51D}" destId="{35C601BF-74A5-40C3-B518-FB340CFB142F}" srcOrd="4" destOrd="0" presId="urn:microsoft.com/office/officeart/2018/5/layout/CenteredIconLabelDescriptionList"/>
    <dgm:cxn modelId="{6A366BB1-21F2-49B2-8122-BD187B978CBF}" type="presParOf" srcId="{324AC9B1-4291-4E01-B17A-6177173862E1}" destId="{F1E32222-1D72-43C5-8155-17A4F4498F99}" srcOrd="1" destOrd="0" presId="urn:microsoft.com/office/officeart/2018/5/layout/CenteredIconLabelDescriptionList"/>
    <dgm:cxn modelId="{17087038-ED32-4456-8D3B-9EF45A7C67B7}" type="presParOf" srcId="{324AC9B1-4291-4E01-B17A-6177173862E1}" destId="{48B32212-CC8E-4BDE-A59F-F9BD0576933E}" srcOrd="2" destOrd="0" presId="urn:microsoft.com/office/officeart/2018/5/layout/CenteredIconLabelDescriptionList"/>
    <dgm:cxn modelId="{91390B81-1008-4363-B0A6-544C6578787C}" type="presParOf" srcId="{48B32212-CC8E-4BDE-A59F-F9BD0576933E}" destId="{62A89F43-6522-4BCF-AA0A-EA421FAF7DD2}" srcOrd="0" destOrd="0" presId="urn:microsoft.com/office/officeart/2018/5/layout/CenteredIconLabelDescriptionList"/>
    <dgm:cxn modelId="{0BD19158-FE3E-4E2A-A2A2-2486B236FF96}" type="presParOf" srcId="{48B32212-CC8E-4BDE-A59F-F9BD0576933E}" destId="{E9C9276E-1674-4F4B-A13F-30F190818540}" srcOrd="1" destOrd="0" presId="urn:microsoft.com/office/officeart/2018/5/layout/CenteredIconLabelDescriptionList"/>
    <dgm:cxn modelId="{9927925C-F968-41A8-95EB-9868118FD023}" type="presParOf" srcId="{48B32212-CC8E-4BDE-A59F-F9BD0576933E}" destId="{A6AD439D-1371-4960-B10F-34326D766B9E}" srcOrd="2" destOrd="0" presId="urn:microsoft.com/office/officeart/2018/5/layout/CenteredIconLabelDescriptionList"/>
    <dgm:cxn modelId="{E150CEA8-A8FF-4AB1-85DF-7F7F1FA47356}" type="presParOf" srcId="{48B32212-CC8E-4BDE-A59F-F9BD0576933E}" destId="{61C678AA-3A21-42AB-8F2D-6331731806E7}" srcOrd="3" destOrd="0" presId="urn:microsoft.com/office/officeart/2018/5/layout/CenteredIconLabelDescriptionList"/>
    <dgm:cxn modelId="{0A68D261-6299-45F0-82CE-23C4853F4AB6}" type="presParOf" srcId="{48B32212-CC8E-4BDE-A59F-F9BD0576933E}" destId="{7525A3D4-3685-4E40-8DBF-D20B8DB185F4}" srcOrd="4" destOrd="0" presId="urn:microsoft.com/office/officeart/2018/5/layout/CenteredIconLabelDescriptionList"/>
    <dgm:cxn modelId="{472DD9AA-D65E-452D-9DD1-E8C4CF532CA5}" type="presParOf" srcId="{324AC9B1-4291-4E01-B17A-6177173862E1}" destId="{788FB769-21FE-4454-A73B-2D94B5AD10BC}" srcOrd="3" destOrd="0" presId="urn:microsoft.com/office/officeart/2018/5/layout/CenteredIconLabelDescriptionList"/>
    <dgm:cxn modelId="{7887F28E-A343-402D-9FA0-44C0FAF4580C}" type="presParOf" srcId="{324AC9B1-4291-4E01-B17A-6177173862E1}" destId="{86CE4E21-DDA3-4400-AB6F-98A7A06B5B33}" srcOrd="4" destOrd="0" presId="urn:microsoft.com/office/officeart/2018/5/layout/CenteredIconLabelDescriptionList"/>
    <dgm:cxn modelId="{5198B5EA-CABC-4660-B19C-8BC09D38B9B2}" type="presParOf" srcId="{86CE4E21-DDA3-4400-AB6F-98A7A06B5B33}" destId="{EEEEB6CD-81D1-4439-90E9-B563AC9CDB15}" srcOrd="0" destOrd="0" presId="urn:microsoft.com/office/officeart/2018/5/layout/CenteredIconLabelDescriptionList"/>
    <dgm:cxn modelId="{D2802976-E9DA-429F-92F9-54BF5EECA54B}" type="presParOf" srcId="{86CE4E21-DDA3-4400-AB6F-98A7A06B5B33}" destId="{565263EF-67D1-4050-97AA-38E5553E09B4}" srcOrd="1" destOrd="0" presId="urn:microsoft.com/office/officeart/2018/5/layout/CenteredIconLabelDescriptionList"/>
    <dgm:cxn modelId="{B46FCA24-3BD1-4874-A924-362D1D627314}" type="presParOf" srcId="{86CE4E21-DDA3-4400-AB6F-98A7A06B5B33}" destId="{8A1E0193-08E5-4D1A-BA41-598288AECA91}" srcOrd="2" destOrd="0" presId="urn:microsoft.com/office/officeart/2018/5/layout/CenteredIconLabelDescriptionList"/>
    <dgm:cxn modelId="{0020CA52-CCCC-4263-934D-823839544335}" type="presParOf" srcId="{86CE4E21-DDA3-4400-AB6F-98A7A06B5B33}" destId="{ECF10B7B-3FB0-491C-BBB0-B19DBF4A5FF0}" srcOrd="3" destOrd="0" presId="urn:microsoft.com/office/officeart/2018/5/layout/CenteredIconLabelDescriptionList"/>
    <dgm:cxn modelId="{E499C95F-05BD-4B65-91BC-41F258ED2662}" type="presParOf" srcId="{86CE4E21-DDA3-4400-AB6F-98A7A06B5B33}" destId="{F27A5FA7-EF37-49FD-9826-ACECB1604D98}" srcOrd="4" destOrd="0" presId="urn:microsoft.com/office/officeart/2018/5/layout/CenteredIconLabelDescriptionList"/>
    <dgm:cxn modelId="{C8B8275E-FAB6-4B63-87D3-887510775BA0}" type="presParOf" srcId="{324AC9B1-4291-4E01-B17A-6177173862E1}" destId="{7BCE2FAE-7EC2-41FF-8EAF-668D3913570C}" srcOrd="5" destOrd="0" presId="urn:microsoft.com/office/officeart/2018/5/layout/CenteredIconLabelDescriptionList"/>
    <dgm:cxn modelId="{03ECCF51-1AE2-4DF6-9D43-7C52C6919AB8}" type="presParOf" srcId="{324AC9B1-4291-4E01-B17A-6177173862E1}" destId="{E0B3FDC4-5624-4869-9ED1-82B4963D5B0A}" srcOrd="6" destOrd="0" presId="urn:microsoft.com/office/officeart/2018/5/layout/CenteredIconLabelDescriptionList"/>
    <dgm:cxn modelId="{5455E7CD-5424-41CF-96CD-4FFB923F15C2}" type="presParOf" srcId="{E0B3FDC4-5624-4869-9ED1-82B4963D5B0A}" destId="{34E12E2C-A361-4E8C-9A0B-F9AA14B44FBF}" srcOrd="0" destOrd="0" presId="urn:microsoft.com/office/officeart/2018/5/layout/CenteredIconLabelDescriptionList"/>
    <dgm:cxn modelId="{96DD98F9-E9B4-4553-89B5-0A22FC97E988}" type="presParOf" srcId="{E0B3FDC4-5624-4869-9ED1-82B4963D5B0A}" destId="{4CA58606-D59C-4449-985A-D55FBA6C748B}" srcOrd="1" destOrd="0" presId="urn:microsoft.com/office/officeart/2018/5/layout/CenteredIconLabelDescriptionList"/>
    <dgm:cxn modelId="{AC022E4A-EFED-4523-99F1-6135B66C511E}" type="presParOf" srcId="{E0B3FDC4-5624-4869-9ED1-82B4963D5B0A}" destId="{73D664A5-C225-4306-AB9E-290E247C598B}" srcOrd="2" destOrd="0" presId="urn:microsoft.com/office/officeart/2018/5/layout/CenteredIconLabelDescriptionList"/>
    <dgm:cxn modelId="{ABFBA736-5ACB-44ED-8A19-53D9B4D6AC8C}" type="presParOf" srcId="{E0B3FDC4-5624-4869-9ED1-82B4963D5B0A}" destId="{A4F2AE31-CF16-493C-B698-B16193CCEA2A}" srcOrd="3" destOrd="0" presId="urn:microsoft.com/office/officeart/2018/5/layout/CenteredIconLabelDescriptionList"/>
    <dgm:cxn modelId="{DAE725A8-72D9-4B64-BAAB-4609B3C33F7B}" type="presParOf" srcId="{E0B3FDC4-5624-4869-9ED1-82B4963D5B0A}" destId="{5ECADBCF-01D2-4BA9-A879-BBB83E509651}" srcOrd="4" destOrd="0" presId="urn:microsoft.com/office/officeart/2018/5/layout/CenteredIconLabelDescriptionList"/>
    <dgm:cxn modelId="{F53CB029-9A0D-40D4-88F8-DDFD9920F735}" type="presParOf" srcId="{324AC9B1-4291-4E01-B17A-6177173862E1}" destId="{19DCD7AD-A34C-427D-B324-781283D08DA3}" srcOrd="7" destOrd="0" presId="urn:microsoft.com/office/officeart/2018/5/layout/CenteredIconLabelDescriptionList"/>
    <dgm:cxn modelId="{C6AE00DE-86C4-48A2-B9D3-AF7ABE29B4C5}" type="presParOf" srcId="{324AC9B1-4291-4E01-B17A-6177173862E1}" destId="{0F5138F0-8FDD-4896-840C-17D21618DFD1}" srcOrd="8" destOrd="0" presId="urn:microsoft.com/office/officeart/2018/5/layout/CenteredIconLabelDescriptionList"/>
    <dgm:cxn modelId="{B1064D5E-2EFF-48EB-AF5B-CF02E183968B}" type="presParOf" srcId="{0F5138F0-8FDD-4896-840C-17D21618DFD1}" destId="{C341CEC0-595A-40B7-8BE1-BD713DDE0A8B}" srcOrd="0" destOrd="0" presId="urn:microsoft.com/office/officeart/2018/5/layout/CenteredIconLabelDescriptionList"/>
    <dgm:cxn modelId="{F0DCAC37-CC62-4A91-930C-D1939A1F671B}" type="presParOf" srcId="{0F5138F0-8FDD-4896-840C-17D21618DFD1}" destId="{F6FBBE04-804B-43DD-90C7-338CDC511896}" srcOrd="1" destOrd="0" presId="urn:microsoft.com/office/officeart/2018/5/layout/CenteredIconLabelDescriptionList"/>
    <dgm:cxn modelId="{C1FAEB92-3679-4B01-A447-EDD7DD759210}" type="presParOf" srcId="{0F5138F0-8FDD-4896-840C-17D21618DFD1}" destId="{EF4F4E36-E010-4404-BAE2-FDE59BA393A9}" srcOrd="2" destOrd="0" presId="urn:microsoft.com/office/officeart/2018/5/layout/CenteredIconLabelDescriptionList"/>
    <dgm:cxn modelId="{B28BA52A-1C63-4A07-A445-46380279A895}" type="presParOf" srcId="{0F5138F0-8FDD-4896-840C-17D21618DFD1}" destId="{3E03A9F9-B38E-4F45-9AE7-594B9C19D6A8}" srcOrd="3" destOrd="0" presId="urn:microsoft.com/office/officeart/2018/5/layout/CenteredIconLabelDescriptionList"/>
    <dgm:cxn modelId="{918DBBB6-BB62-46DB-96DC-AB4E8F4A3049}" type="presParOf" srcId="{0F5138F0-8FDD-4896-840C-17D21618DFD1}" destId="{FE95E01D-0E92-4933-B3A9-CD4583500BF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58C1FB4-6AFD-4D32-A2CD-0309A6ACCFE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2A754C8-995F-42B0-93EE-4BF9C5620F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options</a:t>
          </a:r>
          <a:endParaRPr lang="en-US"/>
        </a:p>
      </dgm:t>
    </dgm:pt>
    <dgm:pt modelId="{12D75065-40AB-4E30-82C2-2B849C82B823}" type="parTrans" cxnId="{5584DDE6-C728-4DC4-8EFB-AE768AD359F8}">
      <dgm:prSet/>
      <dgm:spPr/>
      <dgm:t>
        <a:bodyPr/>
        <a:lstStyle/>
        <a:p>
          <a:endParaRPr lang="en-US" sz="2800"/>
        </a:p>
      </dgm:t>
    </dgm:pt>
    <dgm:pt modelId="{48043317-52FA-4A84-B8BF-3F5B78398B9E}" type="sibTrans" cxnId="{5584DDE6-C728-4DC4-8EFB-AE768AD359F8}">
      <dgm:prSet/>
      <dgm:spPr/>
      <dgm:t>
        <a:bodyPr/>
        <a:lstStyle/>
        <a:p>
          <a:endParaRPr lang="en-US"/>
        </a:p>
      </dgm:t>
    </dgm:pt>
    <dgm:pt modelId="{B0358DA8-46CF-469D-9353-C027CA558E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Core offers</a:t>
          </a:r>
        </a:p>
      </dgm:t>
    </dgm:pt>
    <dgm:pt modelId="{45B441E9-F96A-4DB0-B25F-96CE344A3E3E}" type="parTrans" cxnId="{E648CF6D-2209-4EA1-99A6-E608EE505C99}">
      <dgm:prSet/>
      <dgm:spPr/>
      <dgm:t>
        <a:bodyPr/>
        <a:lstStyle/>
        <a:p>
          <a:endParaRPr lang="en-US" sz="2800"/>
        </a:p>
      </dgm:t>
    </dgm:pt>
    <dgm:pt modelId="{7D9E5405-28BE-417A-828C-589606A57A18}" type="sibTrans" cxnId="{E648CF6D-2209-4EA1-99A6-E608EE505C99}">
      <dgm:prSet/>
      <dgm:spPr/>
      <dgm:t>
        <a:bodyPr/>
        <a:lstStyle/>
        <a:p>
          <a:endParaRPr lang="en-US"/>
        </a:p>
      </dgm:t>
    </dgm:pt>
    <dgm:pt modelId="{7E447500-C337-4DE5-9CCE-E27F0CAD1D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What can be modified?</a:t>
          </a:r>
          <a:endParaRPr lang="en-US"/>
        </a:p>
      </dgm:t>
    </dgm:pt>
    <dgm:pt modelId="{2EE18DA3-9D02-4F68-A4DC-4849CC380A1A}" type="parTrans" cxnId="{A73CD164-14F9-4303-BF5B-DA457FD067D8}">
      <dgm:prSet/>
      <dgm:spPr/>
      <dgm:t>
        <a:bodyPr/>
        <a:lstStyle/>
        <a:p>
          <a:endParaRPr lang="en-US" sz="2800"/>
        </a:p>
      </dgm:t>
    </dgm:pt>
    <dgm:pt modelId="{021998D7-8F34-4D8A-BF8C-5D1CCF2209F7}" type="sibTrans" cxnId="{A73CD164-14F9-4303-BF5B-DA457FD067D8}">
      <dgm:prSet/>
      <dgm:spPr/>
      <dgm:t>
        <a:bodyPr/>
        <a:lstStyle/>
        <a:p>
          <a:endParaRPr lang="en-US"/>
        </a:p>
      </dgm:t>
    </dgm:pt>
    <dgm:pt modelId="{8EB5F618-6ADE-491F-B2B0-CAA2CA9EE5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behavior of the network node</a:t>
          </a:r>
        </a:p>
      </dgm:t>
    </dgm:pt>
    <dgm:pt modelId="{9FE74423-910E-4E71-BB1D-71D54431282D}" type="parTrans" cxnId="{971C3C18-8BEE-462E-B9CF-4E4EB43F9398}">
      <dgm:prSet/>
      <dgm:spPr/>
      <dgm:t>
        <a:bodyPr/>
        <a:lstStyle/>
        <a:p>
          <a:endParaRPr lang="en-US" sz="2800"/>
        </a:p>
      </dgm:t>
    </dgm:pt>
    <dgm:pt modelId="{98550811-D47C-4977-8D4E-352032B037D2}" type="sibTrans" cxnId="{971C3C18-8BEE-462E-B9CF-4E4EB43F9398}">
      <dgm:prSet/>
      <dgm:spPr/>
      <dgm:t>
        <a:bodyPr/>
        <a:lstStyle/>
        <a:p>
          <a:endParaRPr lang="en-US"/>
        </a:p>
      </dgm:t>
    </dgm:pt>
    <dgm:pt modelId="{B2C585F7-89E1-49CA-BC12-F5F366AAF1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storage</a:t>
          </a:r>
          <a:r>
            <a:rPr lang="tr-TR"/>
            <a:t> </a:t>
          </a:r>
          <a:r>
            <a:rPr lang="en-US"/>
            <a:t>of the blockchain</a:t>
          </a:r>
        </a:p>
      </dgm:t>
    </dgm:pt>
    <dgm:pt modelId="{948BFB34-8C88-45EF-A12E-DFD607A4D1FE}" type="parTrans" cxnId="{973E7457-4267-4DEC-A0F7-6DBA13C8C0B5}">
      <dgm:prSet/>
      <dgm:spPr/>
      <dgm:t>
        <a:bodyPr/>
        <a:lstStyle/>
        <a:p>
          <a:endParaRPr lang="en-US" sz="2800"/>
        </a:p>
      </dgm:t>
    </dgm:pt>
    <dgm:pt modelId="{069C7FDC-CDBE-4ACD-BBBC-118DF08BFD3C}" type="sibTrans" cxnId="{973E7457-4267-4DEC-A0F7-6DBA13C8C0B5}">
      <dgm:prSet/>
      <dgm:spPr/>
      <dgm:t>
        <a:bodyPr/>
        <a:lstStyle/>
        <a:p>
          <a:endParaRPr lang="en-US"/>
        </a:p>
      </dgm:t>
    </dgm:pt>
    <dgm:pt modelId="{4F983ED3-3265-4454-ABAA-E6B6B0CCFB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many other aspects of its operation</a:t>
          </a:r>
        </a:p>
      </dgm:t>
    </dgm:pt>
    <dgm:pt modelId="{28A594C6-A24C-492F-942E-339A3CBD8A97}" type="parTrans" cxnId="{88336922-FA99-46A1-93D2-919891C41F7C}">
      <dgm:prSet/>
      <dgm:spPr/>
      <dgm:t>
        <a:bodyPr/>
        <a:lstStyle/>
        <a:p>
          <a:endParaRPr lang="en-US" sz="2800"/>
        </a:p>
      </dgm:t>
    </dgm:pt>
    <dgm:pt modelId="{50657378-1F48-4917-9209-DF884C6D99FA}" type="sibTrans" cxnId="{88336922-FA99-46A1-93D2-919891C41F7C}">
      <dgm:prSet/>
      <dgm:spPr/>
      <dgm:t>
        <a:bodyPr/>
        <a:lstStyle/>
        <a:p>
          <a:endParaRPr lang="en-US"/>
        </a:p>
      </dgm:t>
    </dgm:pt>
    <dgm:pt modelId="{BBBC361A-E40D-4083-B060-8715454D2B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To see a listing of these</a:t>
          </a:r>
          <a:r>
            <a:rPr lang="tr-TR"/>
            <a:t> options, </a:t>
          </a:r>
          <a:endParaRPr lang="en-US"/>
        </a:p>
      </dgm:t>
    </dgm:pt>
    <dgm:pt modelId="{F2623F8D-7DDD-40D4-A81C-0819711A4A96}" type="parTrans" cxnId="{811DAE16-39F7-4C7A-825D-34987F451667}">
      <dgm:prSet/>
      <dgm:spPr/>
      <dgm:t>
        <a:bodyPr/>
        <a:lstStyle/>
        <a:p>
          <a:endParaRPr lang="en-US" sz="2800"/>
        </a:p>
      </dgm:t>
    </dgm:pt>
    <dgm:pt modelId="{5E50815E-390D-48B3-AAC8-031FF9BB9E80}" type="sibTrans" cxnId="{811DAE16-39F7-4C7A-825D-34987F451667}">
      <dgm:prSet/>
      <dgm:spPr/>
      <dgm:t>
        <a:bodyPr/>
        <a:lstStyle/>
        <a:p>
          <a:endParaRPr lang="en-US"/>
        </a:p>
      </dgm:t>
    </dgm:pt>
    <dgm:pt modelId="{1CF68D31-AADE-45F4-98AB-2FDD93C2329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run bitcoind --help:</a:t>
          </a:r>
          <a:endParaRPr lang="en-US"/>
        </a:p>
      </dgm:t>
    </dgm:pt>
    <dgm:pt modelId="{A4640F11-EC43-44B3-9EDB-01FA271FC9F0}" type="parTrans" cxnId="{2EDCB44B-CDF0-4824-B148-16F50BF0C859}">
      <dgm:prSet/>
      <dgm:spPr/>
      <dgm:t>
        <a:bodyPr/>
        <a:lstStyle/>
        <a:p>
          <a:endParaRPr lang="en-US" sz="2800"/>
        </a:p>
      </dgm:t>
    </dgm:pt>
    <dgm:pt modelId="{20579531-A419-4D15-8AA8-3CA15EB70140}" type="sibTrans" cxnId="{2EDCB44B-CDF0-4824-B148-16F50BF0C859}">
      <dgm:prSet/>
      <dgm:spPr/>
      <dgm:t>
        <a:bodyPr/>
        <a:lstStyle/>
        <a:p>
          <a:endParaRPr lang="en-US"/>
        </a:p>
      </dgm:t>
    </dgm:pt>
    <dgm:pt modelId="{CA6B6187-6340-465E-A8C3-5FFB3E1C0A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than</a:t>
          </a:r>
          <a:r>
            <a:rPr lang="tr-TR"/>
            <a:t> </a:t>
          </a:r>
          <a:r>
            <a:rPr lang="en-US"/>
            <a:t>100 configuration options </a:t>
          </a:r>
        </a:p>
      </dgm:t>
    </dgm:pt>
    <dgm:pt modelId="{07D0A3EE-904C-49E3-93D7-9265E5FDB155}" type="parTrans" cxnId="{89F4458E-566D-42CA-A4DA-0F9F5B6F7C52}">
      <dgm:prSet/>
      <dgm:spPr/>
      <dgm:t>
        <a:bodyPr/>
        <a:lstStyle/>
        <a:p>
          <a:endParaRPr lang="tr-TR"/>
        </a:p>
      </dgm:t>
    </dgm:pt>
    <dgm:pt modelId="{0B8758C1-5A6F-47E1-921D-DC355B005E8D}" type="sibTrans" cxnId="{89F4458E-566D-42CA-A4DA-0F9F5B6F7C52}">
      <dgm:prSet/>
      <dgm:spPr/>
      <dgm:t>
        <a:bodyPr/>
        <a:lstStyle/>
        <a:p>
          <a:endParaRPr lang="tr-TR"/>
        </a:p>
      </dgm:t>
    </dgm:pt>
    <dgm:pt modelId="{7B54A144-9632-4779-A667-95AE23EBE112}" type="pres">
      <dgm:prSet presAssocID="{158C1FB4-6AFD-4D32-A2CD-0309A6ACCFE4}" presName="root" presStyleCnt="0">
        <dgm:presLayoutVars>
          <dgm:dir/>
          <dgm:resizeHandles val="exact"/>
        </dgm:presLayoutVars>
      </dgm:prSet>
      <dgm:spPr/>
    </dgm:pt>
    <dgm:pt modelId="{3D94787B-C53F-44AA-8A5A-56F4DCFBFE8B}" type="pres">
      <dgm:prSet presAssocID="{E2A754C8-995F-42B0-93EE-4BF9C5620F6B}" presName="compNode" presStyleCnt="0"/>
      <dgm:spPr/>
    </dgm:pt>
    <dgm:pt modelId="{00A216F4-37D1-42F6-8401-9BA009E0B135}" type="pres">
      <dgm:prSet presAssocID="{E2A754C8-995F-42B0-93EE-4BF9C5620F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019D4A7-F4B0-4A8F-BA9B-E84DA2F8CCE7}" type="pres">
      <dgm:prSet presAssocID="{E2A754C8-995F-42B0-93EE-4BF9C5620F6B}" presName="iconSpace" presStyleCnt="0"/>
      <dgm:spPr/>
    </dgm:pt>
    <dgm:pt modelId="{A82D94E1-DCF9-4028-959E-F7031F792786}" type="pres">
      <dgm:prSet presAssocID="{E2A754C8-995F-42B0-93EE-4BF9C5620F6B}" presName="parTx" presStyleLbl="revTx" presStyleIdx="0" presStyleCnt="6">
        <dgm:presLayoutVars>
          <dgm:chMax val="0"/>
          <dgm:chPref val="0"/>
        </dgm:presLayoutVars>
      </dgm:prSet>
      <dgm:spPr/>
    </dgm:pt>
    <dgm:pt modelId="{9B359899-5721-4E51-A5C6-341E56B52838}" type="pres">
      <dgm:prSet presAssocID="{E2A754C8-995F-42B0-93EE-4BF9C5620F6B}" presName="txSpace" presStyleCnt="0"/>
      <dgm:spPr/>
    </dgm:pt>
    <dgm:pt modelId="{E4DD99AC-D449-4CCB-B079-401746957CEE}" type="pres">
      <dgm:prSet presAssocID="{E2A754C8-995F-42B0-93EE-4BF9C5620F6B}" presName="desTx" presStyleLbl="revTx" presStyleIdx="1" presStyleCnt="6">
        <dgm:presLayoutVars/>
      </dgm:prSet>
      <dgm:spPr/>
    </dgm:pt>
    <dgm:pt modelId="{B16C3126-06CD-4A54-8466-B9CE57B55B45}" type="pres">
      <dgm:prSet presAssocID="{48043317-52FA-4A84-B8BF-3F5B78398B9E}" presName="sibTrans" presStyleCnt="0"/>
      <dgm:spPr/>
    </dgm:pt>
    <dgm:pt modelId="{43CBA000-4CBA-4C57-B401-7844180277E4}" type="pres">
      <dgm:prSet presAssocID="{7E447500-C337-4DE5-9CCE-E27F0CAD1D9B}" presName="compNode" presStyleCnt="0"/>
      <dgm:spPr/>
    </dgm:pt>
    <dgm:pt modelId="{9E2C665D-24B0-41E3-81D2-0A3B0402CE00}" type="pres">
      <dgm:prSet presAssocID="{7E447500-C337-4DE5-9CCE-E27F0CAD1D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CB5D2D4-FBBF-4757-9F85-16DE3447DE63}" type="pres">
      <dgm:prSet presAssocID="{7E447500-C337-4DE5-9CCE-E27F0CAD1D9B}" presName="iconSpace" presStyleCnt="0"/>
      <dgm:spPr/>
    </dgm:pt>
    <dgm:pt modelId="{0B7844B5-7ADE-44D2-BA3C-DDF6A7C7C1AA}" type="pres">
      <dgm:prSet presAssocID="{7E447500-C337-4DE5-9CCE-E27F0CAD1D9B}" presName="parTx" presStyleLbl="revTx" presStyleIdx="2" presStyleCnt="6">
        <dgm:presLayoutVars>
          <dgm:chMax val="0"/>
          <dgm:chPref val="0"/>
        </dgm:presLayoutVars>
      </dgm:prSet>
      <dgm:spPr/>
    </dgm:pt>
    <dgm:pt modelId="{E192DB1A-C13A-4D3C-9D9A-B89507E8ACC1}" type="pres">
      <dgm:prSet presAssocID="{7E447500-C337-4DE5-9CCE-E27F0CAD1D9B}" presName="txSpace" presStyleCnt="0"/>
      <dgm:spPr/>
    </dgm:pt>
    <dgm:pt modelId="{A9FDB2B4-7C20-4923-8011-26639A215754}" type="pres">
      <dgm:prSet presAssocID="{7E447500-C337-4DE5-9CCE-E27F0CAD1D9B}" presName="desTx" presStyleLbl="revTx" presStyleIdx="3" presStyleCnt="6">
        <dgm:presLayoutVars/>
      </dgm:prSet>
      <dgm:spPr/>
    </dgm:pt>
    <dgm:pt modelId="{DB7EE7ED-7004-4CB3-ACAE-179FB0C0D984}" type="pres">
      <dgm:prSet presAssocID="{021998D7-8F34-4D8A-BF8C-5D1CCF2209F7}" presName="sibTrans" presStyleCnt="0"/>
      <dgm:spPr/>
    </dgm:pt>
    <dgm:pt modelId="{82EAD65D-5A27-403A-9A4E-9EF49B5CD620}" type="pres">
      <dgm:prSet presAssocID="{BBBC361A-E40D-4083-B060-8715454D2B9E}" presName="compNode" presStyleCnt="0"/>
      <dgm:spPr/>
    </dgm:pt>
    <dgm:pt modelId="{9FA04A8C-6C59-4D2F-8EE6-7A34BFD80D10}" type="pres">
      <dgm:prSet presAssocID="{BBBC361A-E40D-4083-B060-8715454D2B9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A7B12A47-9C08-4F67-8FBA-6CD5B1110CC2}" type="pres">
      <dgm:prSet presAssocID="{BBBC361A-E40D-4083-B060-8715454D2B9E}" presName="iconSpace" presStyleCnt="0"/>
      <dgm:spPr/>
    </dgm:pt>
    <dgm:pt modelId="{964DF9E2-6CB5-4ACB-8258-E0BB25CD9704}" type="pres">
      <dgm:prSet presAssocID="{BBBC361A-E40D-4083-B060-8715454D2B9E}" presName="parTx" presStyleLbl="revTx" presStyleIdx="4" presStyleCnt="6">
        <dgm:presLayoutVars>
          <dgm:chMax val="0"/>
          <dgm:chPref val="0"/>
        </dgm:presLayoutVars>
      </dgm:prSet>
      <dgm:spPr/>
    </dgm:pt>
    <dgm:pt modelId="{5EE220BD-A597-4CBB-969C-CED28A1DE4D2}" type="pres">
      <dgm:prSet presAssocID="{BBBC361A-E40D-4083-B060-8715454D2B9E}" presName="txSpace" presStyleCnt="0"/>
      <dgm:spPr/>
    </dgm:pt>
    <dgm:pt modelId="{A409BF5F-689D-42B2-9FA8-CF53FA95E807}" type="pres">
      <dgm:prSet presAssocID="{BBBC361A-E40D-4083-B060-8715454D2B9E}" presName="desTx" presStyleLbl="revTx" presStyleIdx="5" presStyleCnt="6">
        <dgm:presLayoutVars/>
      </dgm:prSet>
      <dgm:spPr/>
    </dgm:pt>
  </dgm:ptLst>
  <dgm:cxnLst>
    <dgm:cxn modelId="{4AD1070A-EFE9-49A5-9EC3-1C6C1BF92BDA}" type="presOf" srcId="{B0358DA8-46CF-469D-9353-C027CA558EE1}" destId="{E4DD99AC-D449-4CCB-B079-401746957CEE}" srcOrd="0" destOrd="0" presId="urn:microsoft.com/office/officeart/2018/5/layout/CenteredIconLabelDescriptionList"/>
    <dgm:cxn modelId="{DFE92813-756A-4D05-927F-4D82F57C218C}" type="presOf" srcId="{B2C585F7-89E1-49CA-BC12-F5F366AAF1E8}" destId="{A9FDB2B4-7C20-4923-8011-26639A215754}" srcOrd="0" destOrd="1" presId="urn:microsoft.com/office/officeart/2018/5/layout/CenteredIconLabelDescriptionList"/>
    <dgm:cxn modelId="{811DAE16-39F7-4C7A-825D-34987F451667}" srcId="{158C1FB4-6AFD-4D32-A2CD-0309A6ACCFE4}" destId="{BBBC361A-E40D-4083-B060-8715454D2B9E}" srcOrd="2" destOrd="0" parTransId="{F2623F8D-7DDD-40D4-A81C-0819711A4A96}" sibTransId="{5E50815E-390D-48B3-AAC8-031FF9BB9E80}"/>
    <dgm:cxn modelId="{971C3C18-8BEE-462E-B9CF-4E4EB43F9398}" srcId="{7E447500-C337-4DE5-9CCE-E27F0CAD1D9B}" destId="{8EB5F618-6ADE-491F-B2B0-CAA2CA9EE550}" srcOrd="0" destOrd="0" parTransId="{9FE74423-910E-4E71-BB1D-71D54431282D}" sibTransId="{98550811-D47C-4977-8D4E-352032B037D2}"/>
    <dgm:cxn modelId="{1C675319-9495-449D-863B-F45B46A7AB68}" type="presOf" srcId="{1CF68D31-AADE-45F4-98AB-2FDD93C23292}" destId="{A409BF5F-689D-42B2-9FA8-CF53FA95E807}" srcOrd="0" destOrd="0" presId="urn:microsoft.com/office/officeart/2018/5/layout/CenteredIconLabelDescriptionList"/>
    <dgm:cxn modelId="{88336922-FA99-46A1-93D2-919891C41F7C}" srcId="{7E447500-C337-4DE5-9CCE-E27F0CAD1D9B}" destId="{4F983ED3-3265-4454-ABAA-E6B6B0CCFB7C}" srcOrd="2" destOrd="0" parTransId="{28A594C6-A24C-492F-942E-339A3CBD8A97}" sibTransId="{50657378-1F48-4917-9209-DF884C6D99FA}"/>
    <dgm:cxn modelId="{2666AC36-AEDC-487C-BDBE-E7502ABCCB62}" type="presOf" srcId="{8EB5F618-6ADE-491F-B2B0-CAA2CA9EE550}" destId="{A9FDB2B4-7C20-4923-8011-26639A215754}" srcOrd="0" destOrd="0" presId="urn:microsoft.com/office/officeart/2018/5/layout/CenteredIconLabelDescriptionList"/>
    <dgm:cxn modelId="{9AE2EC38-64CE-4687-B155-012231A5DF28}" type="presOf" srcId="{BBBC361A-E40D-4083-B060-8715454D2B9E}" destId="{964DF9E2-6CB5-4ACB-8258-E0BB25CD9704}" srcOrd="0" destOrd="0" presId="urn:microsoft.com/office/officeart/2018/5/layout/CenteredIconLabelDescriptionList"/>
    <dgm:cxn modelId="{D5D3A93B-91BD-4CDB-8E43-05C4B1407368}" type="presOf" srcId="{E2A754C8-995F-42B0-93EE-4BF9C5620F6B}" destId="{A82D94E1-DCF9-4028-959E-F7031F792786}" srcOrd="0" destOrd="0" presId="urn:microsoft.com/office/officeart/2018/5/layout/CenteredIconLabelDescriptionList"/>
    <dgm:cxn modelId="{9F45D13C-2F40-48B9-A42A-25A855D254E2}" type="presOf" srcId="{7E447500-C337-4DE5-9CCE-E27F0CAD1D9B}" destId="{0B7844B5-7ADE-44D2-BA3C-DDF6A7C7C1AA}" srcOrd="0" destOrd="0" presId="urn:microsoft.com/office/officeart/2018/5/layout/CenteredIconLabelDescriptionList"/>
    <dgm:cxn modelId="{A73CD164-14F9-4303-BF5B-DA457FD067D8}" srcId="{158C1FB4-6AFD-4D32-A2CD-0309A6ACCFE4}" destId="{7E447500-C337-4DE5-9CCE-E27F0CAD1D9B}" srcOrd="1" destOrd="0" parTransId="{2EE18DA3-9D02-4F68-A4DC-4849CC380A1A}" sibTransId="{021998D7-8F34-4D8A-BF8C-5D1CCF2209F7}"/>
    <dgm:cxn modelId="{2EDCB44B-CDF0-4824-B148-16F50BF0C859}" srcId="{BBBC361A-E40D-4083-B060-8715454D2B9E}" destId="{1CF68D31-AADE-45F4-98AB-2FDD93C23292}" srcOrd="0" destOrd="0" parTransId="{A4640F11-EC43-44B3-9EDB-01FA271FC9F0}" sibTransId="{20579531-A419-4D15-8AA8-3CA15EB70140}"/>
    <dgm:cxn modelId="{E648CF6D-2209-4EA1-99A6-E608EE505C99}" srcId="{E2A754C8-995F-42B0-93EE-4BF9C5620F6B}" destId="{B0358DA8-46CF-469D-9353-C027CA558EE1}" srcOrd="0" destOrd="0" parTransId="{45B441E9-F96A-4DB0-B25F-96CE344A3E3E}" sibTransId="{7D9E5405-28BE-417A-828C-589606A57A18}"/>
    <dgm:cxn modelId="{9EB0CE72-36F0-4C9B-834E-D5C4CD2E0049}" type="presOf" srcId="{CA6B6187-6340-465E-A8C3-5FFB3E1C0ADA}" destId="{E4DD99AC-D449-4CCB-B079-401746957CEE}" srcOrd="0" destOrd="1" presId="urn:microsoft.com/office/officeart/2018/5/layout/CenteredIconLabelDescriptionList"/>
    <dgm:cxn modelId="{973E7457-4267-4DEC-A0F7-6DBA13C8C0B5}" srcId="{7E447500-C337-4DE5-9CCE-E27F0CAD1D9B}" destId="{B2C585F7-89E1-49CA-BC12-F5F366AAF1E8}" srcOrd="1" destOrd="0" parTransId="{948BFB34-8C88-45EF-A12E-DFD607A4D1FE}" sibTransId="{069C7FDC-CDBE-4ACD-BBBC-118DF08BFD3C}"/>
    <dgm:cxn modelId="{C22F878D-F70B-4220-A54D-6C7B207FE014}" type="presOf" srcId="{4F983ED3-3265-4454-ABAA-E6B6B0CCFB7C}" destId="{A9FDB2B4-7C20-4923-8011-26639A215754}" srcOrd="0" destOrd="2" presId="urn:microsoft.com/office/officeart/2018/5/layout/CenteredIconLabelDescriptionList"/>
    <dgm:cxn modelId="{89F4458E-566D-42CA-A4DA-0F9F5B6F7C52}" srcId="{E2A754C8-995F-42B0-93EE-4BF9C5620F6B}" destId="{CA6B6187-6340-465E-A8C3-5FFB3E1C0ADA}" srcOrd="1" destOrd="0" parTransId="{07D0A3EE-904C-49E3-93D7-9265E5FDB155}" sibTransId="{0B8758C1-5A6F-47E1-921D-DC355B005E8D}"/>
    <dgm:cxn modelId="{04218FC7-89A6-4DEA-AD2B-3C7A0B86CB7E}" type="presOf" srcId="{158C1FB4-6AFD-4D32-A2CD-0309A6ACCFE4}" destId="{7B54A144-9632-4779-A667-95AE23EBE112}" srcOrd="0" destOrd="0" presId="urn:microsoft.com/office/officeart/2018/5/layout/CenteredIconLabelDescriptionList"/>
    <dgm:cxn modelId="{5584DDE6-C728-4DC4-8EFB-AE768AD359F8}" srcId="{158C1FB4-6AFD-4D32-A2CD-0309A6ACCFE4}" destId="{E2A754C8-995F-42B0-93EE-4BF9C5620F6B}" srcOrd="0" destOrd="0" parTransId="{12D75065-40AB-4E30-82C2-2B849C82B823}" sibTransId="{48043317-52FA-4A84-B8BF-3F5B78398B9E}"/>
    <dgm:cxn modelId="{E085BFDD-F2A7-42E5-8BFB-69DAC675FCDC}" type="presParOf" srcId="{7B54A144-9632-4779-A667-95AE23EBE112}" destId="{3D94787B-C53F-44AA-8A5A-56F4DCFBFE8B}" srcOrd="0" destOrd="0" presId="urn:microsoft.com/office/officeart/2018/5/layout/CenteredIconLabelDescriptionList"/>
    <dgm:cxn modelId="{59D32FFE-CC12-4A0B-8407-ED21E9E33BE7}" type="presParOf" srcId="{3D94787B-C53F-44AA-8A5A-56F4DCFBFE8B}" destId="{00A216F4-37D1-42F6-8401-9BA009E0B135}" srcOrd="0" destOrd="0" presId="urn:microsoft.com/office/officeart/2018/5/layout/CenteredIconLabelDescriptionList"/>
    <dgm:cxn modelId="{2C2B9ECC-99A7-46A0-A1ED-CDC0CB5622B4}" type="presParOf" srcId="{3D94787B-C53F-44AA-8A5A-56F4DCFBFE8B}" destId="{9019D4A7-F4B0-4A8F-BA9B-E84DA2F8CCE7}" srcOrd="1" destOrd="0" presId="urn:microsoft.com/office/officeart/2018/5/layout/CenteredIconLabelDescriptionList"/>
    <dgm:cxn modelId="{1A2F5417-3B1D-4230-A4D6-7F6CD748D217}" type="presParOf" srcId="{3D94787B-C53F-44AA-8A5A-56F4DCFBFE8B}" destId="{A82D94E1-DCF9-4028-959E-F7031F792786}" srcOrd="2" destOrd="0" presId="urn:microsoft.com/office/officeart/2018/5/layout/CenteredIconLabelDescriptionList"/>
    <dgm:cxn modelId="{6505987F-359E-4E10-AFB9-93A2923D3310}" type="presParOf" srcId="{3D94787B-C53F-44AA-8A5A-56F4DCFBFE8B}" destId="{9B359899-5721-4E51-A5C6-341E56B52838}" srcOrd="3" destOrd="0" presId="urn:microsoft.com/office/officeart/2018/5/layout/CenteredIconLabelDescriptionList"/>
    <dgm:cxn modelId="{6C18EE8A-957A-4028-A5E3-17DD7B46B2FB}" type="presParOf" srcId="{3D94787B-C53F-44AA-8A5A-56F4DCFBFE8B}" destId="{E4DD99AC-D449-4CCB-B079-401746957CEE}" srcOrd="4" destOrd="0" presId="urn:microsoft.com/office/officeart/2018/5/layout/CenteredIconLabelDescriptionList"/>
    <dgm:cxn modelId="{D5367F6A-135F-4E74-894C-C16E05F7F561}" type="presParOf" srcId="{7B54A144-9632-4779-A667-95AE23EBE112}" destId="{B16C3126-06CD-4A54-8466-B9CE57B55B45}" srcOrd="1" destOrd="0" presId="urn:microsoft.com/office/officeart/2018/5/layout/CenteredIconLabelDescriptionList"/>
    <dgm:cxn modelId="{A7328B53-6A3E-4503-8B7B-E81DFBF633A4}" type="presParOf" srcId="{7B54A144-9632-4779-A667-95AE23EBE112}" destId="{43CBA000-4CBA-4C57-B401-7844180277E4}" srcOrd="2" destOrd="0" presId="urn:microsoft.com/office/officeart/2018/5/layout/CenteredIconLabelDescriptionList"/>
    <dgm:cxn modelId="{9199540B-BF58-4145-BFD0-7AAEB39A3455}" type="presParOf" srcId="{43CBA000-4CBA-4C57-B401-7844180277E4}" destId="{9E2C665D-24B0-41E3-81D2-0A3B0402CE00}" srcOrd="0" destOrd="0" presId="urn:microsoft.com/office/officeart/2018/5/layout/CenteredIconLabelDescriptionList"/>
    <dgm:cxn modelId="{BD50E127-3A98-4F03-95C0-1669B483EE1D}" type="presParOf" srcId="{43CBA000-4CBA-4C57-B401-7844180277E4}" destId="{DCB5D2D4-FBBF-4757-9F85-16DE3447DE63}" srcOrd="1" destOrd="0" presId="urn:microsoft.com/office/officeart/2018/5/layout/CenteredIconLabelDescriptionList"/>
    <dgm:cxn modelId="{42019E05-D4E1-4A21-88DC-E61C352B667A}" type="presParOf" srcId="{43CBA000-4CBA-4C57-B401-7844180277E4}" destId="{0B7844B5-7ADE-44D2-BA3C-DDF6A7C7C1AA}" srcOrd="2" destOrd="0" presId="urn:microsoft.com/office/officeart/2018/5/layout/CenteredIconLabelDescriptionList"/>
    <dgm:cxn modelId="{921CF72C-CEC2-4C2E-8418-2E0E0F0879FD}" type="presParOf" srcId="{43CBA000-4CBA-4C57-B401-7844180277E4}" destId="{E192DB1A-C13A-4D3C-9D9A-B89507E8ACC1}" srcOrd="3" destOrd="0" presId="urn:microsoft.com/office/officeart/2018/5/layout/CenteredIconLabelDescriptionList"/>
    <dgm:cxn modelId="{B422D98A-FCA2-47CB-AF1B-C3086112FD04}" type="presParOf" srcId="{43CBA000-4CBA-4C57-B401-7844180277E4}" destId="{A9FDB2B4-7C20-4923-8011-26639A215754}" srcOrd="4" destOrd="0" presId="urn:microsoft.com/office/officeart/2018/5/layout/CenteredIconLabelDescriptionList"/>
    <dgm:cxn modelId="{01C4D536-D7EF-4639-9617-18D58E0C7FC0}" type="presParOf" srcId="{7B54A144-9632-4779-A667-95AE23EBE112}" destId="{DB7EE7ED-7004-4CB3-ACAE-179FB0C0D984}" srcOrd="3" destOrd="0" presId="urn:microsoft.com/office/officeart/2018/5/layout/CenteredIconLabelDescriptionList"/>
    <dgm:cxn modelId="{5E87E7FE-5B41-466B-8B5A-E8229228964A}" type="presParOf" srcId="{7B54A144-9632-4779-A667-95AE23EBE112}" destId="{82EAD65D-5A27-403A-9A4E-9EF49B5CD620}" srcOrd="4" destOrd="0" presId="urn:microsoft.com/office/officeart/2018/5/layout/CenteredIconLabelDescriptionList"/>
    <dgm:cxn modelId="{2649551D-4F63-4DE8-8A12-FE6DD2DDD0B4}" type="presParOf" srcId="{82EAD65D-5A27-403A-9A4E-9EF49B5CD620}" destId="{9FA04A8C-6C59-4D2F-8EE6-7A34BFD80D10}" srcOrd="0" destOrd="0" presId="urn:microsoft.com/office/officeart/2018/5/layout/CenteredIconLabelDescriptionList"/>
    <dgm:cxn modelId="{E77AE182-BDF1-43A1-9A94-03C22C2C35B9}" type="presParOf" srcId="{82EAD65D-5A27-403A-9A4E-9EF49B5CD620}" destId="{A7B12A47-9C08-4F67-8FBA-6CD5B1110CC2}" srcOrd="1" destOrd="0" presId="urn:microsoft.com/office/officeart/2018/5/layout/CenteredIconLabelDescriptionList"/>
    <dgm:cxn modelId="{6C5BCCE7-4559-4AAA-8027-059EE43695A0}" type="presParOf" srcId="{82EAD65D-5A27-403A-9A4E-9EF49B5CD620}" destId="{964DF9E2-6CB5-4ACB-8258-E0BB25CD9704}" srcOrd="2" destOrd="0" presId="urn:microsoft.com/office/officeart/2018/5/layout/CenteredIconLabelDescriptionList"/>
    <dgm:cxn modelId="{0D549428-D139-47D5-B723-D8A178A0E8FB}" type="presParOf" srcId="{82EAD65D-5A27-403A-9A4E-9EF49B5CD620}" destId="{5EE220BD-A597-4CBB-969C-CED28A1DE4D2}" srcOrd="3" destOrd="0" presId="urn:microsoft.com/office/officeart/2018/5/layout/CenteredIconLabelDescriptionList"/>
    <dgm:cxn modelId="{D3F95416-404D-4B73-A86C-74BF2332EDC8}" type="presParOf" srcId="{82EAD65D-5A27-403A-9A4E-9EF49B5CD620}" destId="{A409BF5F-689D-42B2-9FA8-CF53FA95E80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0E82966-F5FD-443D-9091-E8EBAB6771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86EC68-506E-45CC-8485-5C57ECA30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alertnotify</a:t>
          </a:r>
          <a:endParaRPr lang="en-US"/>
        </a:p>
      </dgm:t>
    </dgm:pt>
    <dgm:pt modelId="{BBC9CFC2-4928-4001-A1D5-1B53AC3D49E3}" type="parTrans" cxnId="{D5FAC746-F7EC-44DC-8825-028105E5EE5D}">
      <dgm:prSet/>
      <dgm:spPr/>
      <dgm:t>
        <a:bodyPr/>
        <a:lstStyle/>
        <a:p>
          <a:endParaRPr lang="en-US"/>
        </a:p>
      </dgm:t>
    </dgm:pt>
    <dgm:pt modelId="{DD814D89-AE00-476B-A0D4-8B6D75FC2EBD}" type="sibTrans" cxnId="{D5FAC746-F7EC-44DC-8825-028105E5EE5D}">
      <dgm:prSet/>
      <dgm:spPr/>
      <dgm:t>
        <a:bodyPr/>
        <a:lstStyle/>
        <a:p>
          <a:endParaRPr lang="en-US"/>
        </a:p>
      </dgm:t>
    </dgm:pt>
    <dgm:pt modelId="{FA6932C3-069D-4351-AEF0-8392BB4B42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send emergency alerts</a:t>
          </a:r>
        </a:p>
      </dgm:t>
    </dgm:pt>
    <dgm:pt modelId="{D0CA3AE0-B49B-46A2-BC8E-4FD8528A6C9B}" type="parTrans" cxnId="{D8794AC2-0B5D-455D-87A5-02EC86F9335D}">
      <dgm:prSet/>
      <dgm:spPr/>
      <dgm:t>
        <a:bodyPr/>
        <a:lstStyle/>
        <a:p>
          <a:endParaRPr lang="en-US"/>
        </a:p>
      </dgm:t>
    </dgm:pt>
    <dgm:pt modelId="{2215BC4E-4802-4AFC-81C8-FF69B4FD2BA3}" type="sibTrans" cxnId="{D8794AC2-0B5D-455D-87A5-02EC86F9335D}">
      <dgm:prSet/>
      <dgm:spPr/>
      <dgm:t>
        <a:bodyPr/>
        <a:lstStyle/>
        <a:p>
          <a:endParaRPr lang="en-US"/>
        </a:p>
      </dgm:t>
    </dgm:pt>
    <dgm:pt modelId="{A3EE22F7-7103-4C8D-A001-B2DE0CA216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 err="1"/>
            <a:t>conf</a:t>
          </a:r>
          <a:endParaRPr lang="en-US"/>
        </a:p>
      </dgm:t>
    </dgm:pt>
    <dgm:pt modelId="{6CD60C8D-7AAB-4D4E-A89A-E4BF5A707E2A}" type="parTrans" cxnId="{42590B3B-3079-4010-99FB-88B7DBC4ACEC}">
      <dgm:prSet/>
      <dgm:spPr/>
      <dgm:t>
        <a:bodyPr/>
        <a:lstStyle/>
        <a:p>
          <a:endParaRPr lang="en-US"/>
        </a:p>
      </dgm:t>
    </dgm:pt>
    <dgm:pt modelId="{3E9A676E-F6AA-45FB-93DB-00DAE4799D20}" type="sibTrans" cxnId="{42590B3B-3079-4010-99FB-88B7DBC4ACEC}">
      <dgm:prSet/>
      <dgm:spPr/>
      <dgm:t>
        <a:bodyPr/>
        <a:lstStyle/>
        <a:p>
          <a:endParaRPr lang="en-US"/>
        </a:p>
      </dgm:t>
    </dgm:pt>
    <dgm:pt modelId="{7F005B51-7B38-491E-9B2F-35B64A9FD6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alternative location </a:t>
          </a:r>
          <a:endParaRPr lang="tr-TR"/>
        </a:p>
      </dgm:t>
    </dgm:pt>
    <dgm:pt modelId="{6DE623CC-EB69-4FFE-9820-68B8D6A64BE2}" type="parTrans" cxnId="{C3211A7C-713C-475B-B22D-950B641DD56E}">
      <dgm:prSet/>
      <dgm:spPr/>
      <dgm:t>
        <a:bodyPr/>
        <a:lstStyle/>
        <a:p>
          <a:endParaRPr lang="en-US"/>
        </a:p>
      </dgm:t>
    </dgm:pt>
    <dgm:pt modelId="{387ED428-EAF3-4025-B961-40A97D631BE2}" type="sibTrans" cxnId="{C3211A7C-713C-475B-B22D-950B641DD56E}">
      <dgm:prSet/>
      <dgm:spPr/>
      <dgm:t>
        <a:bodyPr/>
        <a:lstStyle/>
        <a:p>
          <a:endParaRPr lang="en-US"/>
        </a:p>
      </dgm:t>
    </dgm:pt>
    <dgm:pt modelId="{C8EBC650-50D3-45CF-96FF-F95BC35CA8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owner of this</a:t>
          </a:r>
          <a:r>
            <a:rPr lang="tr-TR"/>
            <a:t> </a:t>
          </a:r>
          <a:r>
            <a:rPr lang="tr-TR" err="1"/>
            <a:t>node</a:t>
          </a:r>
          <a:r>
            <a:rPr lang="tr-TR"/>
            <a:t> </a:t>
          </a:r>
          <a:endParaRPr lang="en-US"/>
        </a:p>
      </dgm:t>
    </dgm:pt>
    <dgm:pt modelId="{640D6875-50F0-41D8-9D83-D2F8311CF3AC}" type="parTrans" cxnId="{231B7325-874F-4071-AB82-ED110B59772F}">
      <dgm:prSet/>
      <dgm:spPr/>
      <dgm:t>
        <a:bodyPr/>
        <a:lstStyle/>
        <a:p>
          <a:endParaRPr lang="tr-TR"/>
        </a:p>
      </dgm:t>
    </dgm:pt>
    <dgm:pt modelId="{AA93E75D-0147-4A8B-9A86-236B1904C5DC}" type="sibTrans" cxnId="{231B7325-874F-4071-AB82-ED110B59772F}">
      <dgm:prSet/>
      <dgm:spPr/>
      <dgm:t>
        <a:bodyPr/>
        <a:lstStyle/>
        <a:p>
          <a:endParaRPr lang="tr-TR"/>
        </a:p>
      </dgm:t>
    </dgm:pt>
    <dgm:pt modelId="{23E0E310-163C-4E26-9345-CB1EF35A1C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usually</a:t>
          </a:r>
          <a:r>
            <a:rPr lang="tr-TR"/>
            <a:t> </a:t>
          </a:r>
          <a:r>
            <a:rPr lang="tr-TR" err="1"/>
            <a:t>by</a:t>
          </a:r>
          <a:r>
            <a:rPr lang="tr-TR"/>
            <a:t> </a:t>
          </a:r>
          <a:r>
            <a:rPr lang="tr-TR" err="1"/>
            <a:t>email</a:t>
          </a:r>
          <a:endParaRPr lang="en-US"/>
        </a:p>
      </dgm:t>
    </dgm:pt>
    <dgm:pt modelId="{8E9A2266-F916-40DF-A772-6BB996157D47}" type="parTrans" cxnId="{2133F075-D449-4B8A-AFB2-68BC4A6584BC}">
      <dgm:prSet/>
      <dgm:spPr/>
      <dgm:t>
        <a:bodyPr/>
        <a:lstStyle/>
        <a:p>
          <a:endParaRPr lang="tr-TR"/>
        </a:p>
      </dgm:t>
    </dgm:pt>
    <dgm:pt modelId="{690E3528-2C25-4E93-8C43-D8F1D29C3CBF}" type="sibTrans" cxnId="{2133F075-D449-4B8A-AFB2-68BC4A6584BC}">
      <dgm:prSet/>
      <dgm:spPr/>
      <dgm:t>
        <a:bodyPr/>
        <a:lstStyle/>
        <a:p>
          <a:endParaRPr lang="tr-TR"/>
        </a:p>
      </dgm:t>
    </dgm:pt>
    <dgm:pt modelId="{C39960B1-7D66-48B9-B78C-25B102BACD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configuration file</a:t>
          </a:r>
        </a:p>
      </dgm:t>
    </dgm:pt>
    <dgm:pt modelId="{7632F6F9-980A-42D3-9F05-123AB53FE3A2}" type="parTrans" cxnId="{C1DA5F7A-13B8-4358-93DE-976F8133C364}">
      <dgm:prSet/>
      <dgm:spPr/>
      <dgm:t>
        <a:bodyPr/>
        <a:lstStyle/>
        <a:p>
          <a:endParaRPr lang="tr-TR"/>
        </a:p>
      </dgm:t>
    </dgm:pt>
    <dgm:pt modelId="{ED47EC9A-4177-40EA-A74D-DC5EC43E92CF}" type="sibTrans" cxnId="{C1DA5F7A-13B8-4358-93DE-976F8133C364}">
      <dgm:prSet/>
      <dgm:spPr/>
      <dgm:t>
        <a:bodyPr/>
        <a:lstStyle/>
        <a:p>
          <a:endParaRPr lang="tr-TR"/>
        </a:p>
      </dgm:t>
    </dgm:pt>
    <dgm:pt modelId="{3CEDBB5E-B945-4D67-81FF-1A1ACC8A0CBC}" type="pres">
      <dgm:prSet presAssocID="{D0E82966-F5FD-443D-9091-E8EBAB67717F}" presName="root" presStyleCnt="0">
        <dgm:presLayoutVars>
          <dgm:dir/>
          <dgm:resizeHandles val="exact"/>
        </dgm:presLayoutVars>
      </dgm:prSet>
      <dgm:spPr/>
    </dgm:pt>
    <dgm:pt modelId="{5F06BD0D-5DDD-4127-A7F6-E8EC977F7EF6}" type="pres">
      <dgm:prSet presAssocID="{9F86EC68-506E-45CC-8485-5C57ECA30B5C}" presName="compNode" presStyleCnt="0"/>
      <dgm:spPr/>
    </dgm:pt>
    <dgm:pt modelId="{2001F5CB-798F-491E-A18D-C1E0E8814E0F}" type="pres">
      <dgm:prSet presAssocID="{9F86EC68-506E-45CC-8485-5C57ECA30B5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F3437E0-25AB-4ABB-8D1C-CD487441E18B}" type="pres">
      <dgm:prSet presAssocID="{9F86EC68-506E-45CC-8485-5C57ECA30B5C}" presName="iconSpace" presStyleCnt="0"/>
      <dgm:spPr/>
    </dgm:pt>
    <dgm:pt modelId="{73F1004D-FB72-45E3-A90B-AC562D869D57}" type="pres">
      <dgm:prSet presAssocID="{9F86EC68-506E-45CC-8485-5C57ECA30B5C}" presName="parTx" presStyleLbl="revTx" presStyleIdx="0" presStyleCnt="4">
        <dgm:presLayoutVars>
          <dgm:chMax val="0"/>
          <dgm:chPref val="0"/>
        </dgm:presLayoutVars>
      </dgm:prSet>
      <dgm:spPr/>
    </dgm:pt>
    <dgm:pt modelId="{5E724EC4-A337-423D-8B8D-284962422E95}" type="pres">
      <dgm:prSet presAssocID="{9F86EC68-506E-45CC-8485-5C57ECA30B5C}" presName="txSpace" presStyleCnt="0"/>
      <dgm:spPr/>
    </dgm:pt>
    <dgm:pt modelId="{CE8D0407-6CD1-4F23-8F9E-9C78F31C181B}" type="pres">
      <dgm:prSet presAssocID="{9F86EC68-506E-45CC-8485-5C57ECA30B5C}" presName="desTx" presStyleLbl="revTx" presStyleIdx="1" presStyleCnt="4">
        <dgm:presLayoutVars/>
      </dgm:prSet>
      <dgm:spPr/>
    </dgm:pt>
    <dgm:pt modelId="{8C036CAE-D25E-4090-9C3B-21A882DD1113}" type="pres">
      <dgm:prSet presAssocID="{DD814D89-AE00-476B-A0D4-8B6D75FC2EBD}" presName="sibTrans" presStyleCnt="0"/>
      <dgm:spPr/>
    </dgm:pt>
    <dgm:pt modelId="{CC024EF4-F672-4396-81A9-B7A73337455F}" type="pres">
      <dgm:prSet presAssocID="{A3EE22F7-7103-4C8D-A001-B2DE0CA216F9}" presName="compNode" presStyleCnt="0"/>
      <dgm:spPr/>
    </dgm:pt>
    <dgm:pt modelId="{6F085644-CC8B-4C75-AB50-237554C937BE}" type="pres">
      <dgm:prSet presAssocID="{A3EE22F7-7103-4C8D-A001-B2DE0CA216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2F422C9-C040-416F-AAEA-0D68507BA43F}" type="pres">
      <dgm:prSet presAssocID="{A3EE22F7-7103-4C8D-A001-B2DE0CA216F9}" presName="iconSpace" presStyleCnt="0"/>
      <dgm:spPr/>
    </dgm:pt>
    <dgm:pt modelId="{3AA358D6-6F25-4E13-B2A0-B95E70AC9F75}" type="pres">
      <dgm:prSet presAssocID="{A3EE22F7-7103-4C8D-A001-B2DE0CA216F9}" presName="parTx" presStyleLbl="revTx" presStyleIdx="2" presStyleCnt="4">
        <dgm:presLayoutVars>
          <dgm:chMax val="0"/>
          <dgm:chPref val="0"/>
        </dgm:presLayoutVars>
      </dgm:prSet>
      <dgm:spPr/>
    </dgm:pt>
    <dgm:pt modelId="{D9EE1A45-C697-449B-8583-9B950E614A6A}" type="pres">
      <dgm:prSet presAssocID="{A3EE22F7-7103-4C8D-A001-B2DE0CA216F9}" presName="txSpace" presStyleCnt="0"/>
      <dgm:spPr/>
    </dgm:pt>
    <dgm:pt modelId="{BA4E7F5D-0D5D-4FE4-A0F1-28C596E6965C}" type="pres">
      <dgm:prSet presAssocID="{A3EE22F7-7103-4C8D-A001-B2DE0CA216F9}" presName="desTx" presStyleLbl="revTx" presStyleIdx="3" presStyleCnt="4">
        <dgm:presLayoutVars/>
      </dgm:prSet>
      <dgm:spPr/>
    </dgm:pt>
  </dgm:ptLst>
  <dgm:cxnLst>
    <dgm:cxn modelId="{E865CC1D-19A9-4D3A-9583-EBA79E18AE2E}" type="presOf" srcId="{A3EE22F7-7103-4C8D-A001-B2DE0CA216F9}" destId="{3AA358D6-6F25-4E13-B2A0-B95E70AC9F75}" srcOrd="0" destOrd="0" presId="urn:microsoft.com/office/officeart/2018/5/layout/CenteredIconLabelDescriptionList"/>
    <dgm:cxn modelId="{231B7325-874F-4071-AB82-ED110B59772F}" srcId="{9F86EC68-506E-45CC-8485-5C57ECA30B5C}" destId="{C8EBC650-50D3-45CF-96FF-F95BC35CA8E7}" srcOrd="1" destOrd="0" parTransId="{640D6875-50F0-41D8-9D83-D2F8311CF3AC}" sibTransId="{AA93E75D-0147-4A8B-9A86-236B1904C5DC}"/>
    <dgm:cxn modelId="{11076131-5525-4511-BC78-E93C11FA1659}" type="presOf" srcId="{23E0E310-163C-4E26-9345-CB1EF35A1C44}" destId="{CE8D0407-6CD1-4F23-8F9E-9C78F31C181B}" srcOrd="0" destOrd="2" presId="urn:microsoft.com/office/officeart/2018/5/layout/CenteredIconLabelDescriptionList"/>
    <dgm:cxn modelId="{42590B3B-3079-4010-99FB-88B7DBC4ACEC}" srcId="{D0E82966-F5FD-443D-9091-E8EBAB67717F}" destId="{A3EE22F7-7103-4C8D-A001-B2DE0CA216F9}" srcOrd="1" destOrd="0" parTransId="{6CD60C8D-7AAB-4D4E-A89A-E4BF5A707E2A}" sibTransId="{3E9A676E-F6AA-45FB-93DB-00DAE4799D20}"/>
    <dgm:cxn modelId="{D5FAC746-F7EC-44DC-8825-028105E5EE5D}" srcId="{D0E82966-F5FD-443D-9091-E8EBAB67717F}" destId="{9F86EC68-506E-45CC-8485-5C57ECA30B5C}" srcOrd="0" destOrd="0" parTransId="{BBC9CFC2-4928-4001-A1D5-1B53AC3D49E3}" sibTransId="{DD814D89-AE00-476B-A0D4-8B6D75FC2EBD}"/>
    <dgm:cxn modelId="{C0580B68-EC01-4F47-87D3-FED055CEAA8A}" type="presOf" srcId="{9F86EC68-506E-45CC-8485-5C57ECA30B5C}" destId="{73F1004D-FB72-45E3-A90B-AC562D869D57}" srcOrd="0" destOrd="0" presId="urn:microsoft.com/office/officeart/2018/5/layout/CenteredIconLabelDescriptionList"/>
    <dgm:cxn modelId="{889EE650-B3BB-4EC6-8E56-6408A8ACD002}" type="presOf" srcId="{C8EBC650-50D3-45CF-96FF-F95BC35CA8E7}" destId="{CE8D0407-6CD1-4F23-8F9E-9C78F31C181B}" srcOrd="0" destOrd="1" presId="urn:microsoft.com/office/officeart/2018/5/layout/CenteredIconLabelDescriptionList"/>
    <dgm:cxn modelId="{D115BB75-A7CF-4A07-A7C5-A86BED9F3053}" type="presOf" srcId="{D0E82966-F5FD-443D-9091-E8EBAB67717F}" destId="{3CEDBB5E-B945-4D67-81FF-1A1ACC8A0CBC}" srcOrd="0" destOrd="0" presId="urn:microsoft.com/office/officeart/2018/5/layout/CenteredIconLabelDescriptionList"/>
    <dgm:cxn modelId="{2133F075-D449-4B8A-AFB2-68BC4A6584BC}" srcId="{9F86EC68-506E-45CC-8485-5C57ECA30B5C}" destId="{23E0E310-163C-4E26-9345-CB1EF35A1C44}" srcOrd="2" destOrd="0" parTransId="{8E9A2266-F916-40DF-A772-6BB996157D47}" sibTransId="{690E3528-2C25-4E93-8C43-D8F1D29C3CBF}"/>
    <dgm:cxn modelId="{C1DA5F7A-13B8-4358-93DE-976F8133C364}" srcId="{A3EE22F7-7103-4C8D-A001-B2DE0CA216F9}" destId="{C39960B1-7D66-48B9-B78C-25B102BACDDC}" srcOrd="1" destOrd="0" parTransId="{7632F6F9-980A-42D3-9F05-123AB53FE3A2}" sibTransId="{ED47EC9A-4177-40EA-A74D-DC5EC43E92CF}"/>
    <dgm:cxn modelId="{C3211A7C-713C-475B-B22D-950B641DD56E}" srcId="{A3EE22F7-7103-4C8D-A001-B2DE0CA216F9}" destId="{7F005B51-7B38-491E-9B2F-35B64A9FD670}" srcOrd="0" destOrd="0" parTransId="{6DE623CC-EB69-4FFE-9820-68B8D6A64BE2}" sibTransId="{387ED428-EAF3-4025-B961-40A97D631BE2}"/>
    <dgm:cxn modelId="{E2FCB6B6-5CA5-470D-8CC0-070336BAD544}" type="presOf" srcId="{FA6932C3-069D-4351-AEF0-8392BB4B42A6}" destId="{CE8D0407-6CD1-4F23-8F9E-9C78F31C181B}" srcOrd="0" destOrd="0" presId="urn:microsoft.com/office/officeart/2018/5/layout/CenteredIconLabelDescriptionList"/>
    <dgm:cxn modelId="{D8794AC2-0B5D-455D-87A5-02EC86F9335D}" srcId="{9F86EC68-506E-45CC-8485-5C57ECA30B5C}" destId="{FA6932C3-069D-4351-AEF0-8392BB4B42A6}" srcOrd="0" destOrd="0" parTransId="{D0CA3AE0-B49B-46A2-BC8E-4FD8528A6C9B}" sibTransId="{2215BC4E-4802-4AFC-81C8-FF69B4FD2BA3}"/>
    <dgm:cxn modelId="{3A907BD0-A7F5-49BC-B80B-1E11ADE2D921}" type="presOf" srcId="{C39960B1-7D66-48B9-B78C-25B102BACDDC}" destId="{BA4E7F5D-0D5D-4FE4-A0F1-28C596E6965C}" srcOrd="0" destOrd="1" presId="urn:microsoft.com/office/officeart/2018/5/layout/CenteredIconLabelDescriptionList"/>
    <dgm:cxn modelId="{25B9C2DF-C6D8-41FF-B13B-EEEE8595B811}" type="presOf" srcId="{7F005B51-7B38-491E-9B2F-35B64A9FD670}" destId="{BA4E7F5D-0D5D-4FE4-A0F1-28C596E6965C}" srcOrd="0" destOrd="0" presId="urn:microsoft.com/office/officeart/2018/5/layout/CenteredIconLabelDescriptionList"/>
    <dgm:cxn modelId="{37961689-7F73-45DC-87C3-278452802E92}" type="presParOf" srcId="{3CEDBB5E-B945-4D67-81FF-1A1ACC8A0CBC}" destId="{5F06BD0D-5DDD-4127-A7F6-E8EC977F7EF6}" srcOrd="0" destOrd="0" presId="urn:microsoft.com/office/officeart/2018/5/layout/CenteredIconLabelDescriptionList"/>
    <dgm:cxn modelId="{9C8A4563-258B-4B02-A883-E5651BD05E0B}" type="presParOf" srcId="{5F06BD0D-5DDD-4127-A7F6-E8EC977F7EF6}" destId="{2001F5CB-798F-491E-A18D-C1E0E8814E0F}" srcOrd="0" destOrd="0" presId="urn:microsoft.com/office/officeart/2018/5/layout/CenteredIconLabelDescriptionList"/>
    <dgm:cxn modelId="{7DD912F3-E561-47DC-A224-1B88F5D336FF}" type="presParOf" srcId="{5F06BD0D-5DDD-4127-A7F6-E8EC977F7EF6}" destId="{4F3437E0-25AB-4ABB-8D1C-CD487441E18B}" srcOrd="1" destOrd="0" presId="urn:microsoft.com/office/officeart/2018/5/layout/CenteredIconLabelDescriptionList"/>
    <dgm:cxn modelId="{5DCBB877-31BA-4AEF-8BE9-E5CDC8E86968}" type="presParOf" srcId="{5F06BD0D-5DDD-4127-A7F6-E8EC977F7EF6}" destId="{73F1004D-FB72-45E3-A90B-AC562D869D57}" srcOrd="2" destOrd="0" presId="urn:microsoft.com/office/officeart/2018/5/layout/CenteredIconLabelDescriptionList"/>
    <dgm:cxn modelId="{59B7FCD1-F603-4BD2-8D66-F089FC719A30}" type="presParOf" srcId="{5F06BD0D-5DDD-4127-A7F6-E8EC977F7EF6}" destId="{5E724EC4-A337-423D-8B8D-284962422E95}" srcOrd="3" destOrd="0" presId="urn:microsoft.com/office/officeart/2018/5/layout/CenteredIconLabelDescriptionList"/>
    <dgm:cxn modelId="{A370BC13-A4CD-498B-BADB-7DD443A74AE0}" type="presParOf" srcId="{5F06BD0D-5DDD-4127-A7F6-E8EC977F7EF6}" destId="{CE8D0407-6CD1-4F23-8F9E-9C78F31C181B}" srcOrd="4" destOrd="0" presId="urn:microsoft.com/office/officeart/2018/5/layout/CenteredIconLabelDescriptionList"/>
    <dgm:cxn modelId="{2506592B-45EE-4440-9B3A-780F1AA3DE1D}" type="presParOf" srcId="{3CEDBB5E-B945-4D67-81FF-1A1ACC8A0CBC}" destId="{8C036CAE-D25E-4090-9C3B-21A882DD1113}" srcOrd="1" destOrd="0" presId="urn:microsoft.com/office/officeart/2018/5/layout/CenteredIconLabelDescriptionList"/>
    <dgm:cxn modelId="{15400420-99A4-4B30-B8A2-C6DC55A69A59}" type="presParOf" srcId="{3CEDBB5E-B945-4D67-81FF-1A1ACC8A0CBC}" destId="{CC024EF4-F672-4396-81A9-B7A73337455F}" srcOrd="2" destOrd="0" presId="urn:microsoft.com/office/officeart/2018/5/layout/CenteredIconLabelDescriptionList"/>
    <dgm:cxn modelId="{5B22873E-60D8-4F8A-886E-DB2E239DEE84}" type="presParOf" srcId="{CC024EF4-F672-4396-81A9-B7A73337455F}" destId="{6F085644-CC8B-4C75-AB50-237554C937BE}" srcOrd="0" destOrd="0" presId="urn:microsoft.com/office/officeart/2018/5/layout/CenteredIconLabelDescriptionList"/>
    <dgm:cxn modelId="{9B09AD10-466D-45E5-8BCC-CD769801814E}" type="presParOf" srcId="{CC024EF4-F672-4396-81A9-B7A73337455F}" destId="{C2F422C9-C040-416F-AAEA-0D68507BA43F}" srcOrd="1" destOrd="0" presId="urn:microsoft.com/office/officeart/2018/5/layout/CenteredIconLabelDescriptionList"/>
    <dgm:cxn modelId="{9D31178F-2A15-49F4-AA13-69171A5E0295}" type="presParOf" srcId="{CC024EF4-F672-4396-81A9-B7A73337455F}" destId="{3AA358D6-6F25-4E13-B2A0-B95E70AC9F75}" srcOrd="2" destOrd="0" presId="urn:microsoft.com/office/officeart/2018/5/layout/CenteredIconLabelDescriptionList"/>
    <dgm:cxn modelId="{2EED7861-BC77-4F6C-B0F1-1320796269B0}" type="presParOf" srcId="{CC024EF4-F672-4396-81A9-B7A73337455F}" destId="{D9EE1A45-C697-449B-8583-9B950E614A6A}" srcOrd="3" destOrd="0" presId="urn:microsoft.com/office/officeart/2018/5/layout/CenteredIconLabelDescriptionList"/>
    <dgm:cxn modelId="{FA41948A-9CF0-46C8-8CF1-997B2C4A6440}" type="presParOf" srcId="{CC024EF4-F672-4396-81A9-B7A73337455F}" destId="{BA4E7F5D-0D5D-4FE4-A0F1-28C596E6965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D0E82966-F5FD-443D-9091-E8EBAB6771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81C419-8E63-44EE-B563-1C56441E32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datadir</a:t>
          </a:r>
          <a:endParaRPr lang="en-US"/>
        </a:p>
      </dgm:t>
    </dgm:pt>
    <dgm:pt modelId="{17718220-CC03-4B22-B187-779F419C62CF}" type="parTrans" cxnId="{9B5B915A-564F-46E5-B083-AE9CCE9E03B5}">
      <dgm:prSet/>
      <dgm:spPr/>
      <dgm:t>
        <a:bodyPr/>
        <a:lstStyle/>
        <a:p>
          <a:endParaRPr lang="en-US"/>
        </a:p>
      </dgm:t>
    </dgm:pt>
    <dgm:pt modelId="{AADA1391-C557-4FA3-939B-94E0F048558E}" type="sibTrans" cxnId="{9B5B915A-564F-46E5-B083-AE9CCE9E03B5}">
      <dgm:prSet/>
      <dgm:spPr/>
      <dgm:t>
        <a:bodyPr/>
        <a:lstStyle/>
        <a:p>
          <a:endParaRPr lang="en-US"/>
        </a:p>
      </dgm:t>
    </dgm:pt>
    <dgm:pt modelId="{97CB9273-1455-4962-BC8C-FF3F50FDB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the directory and filesystem</a:t>
          </a:r>
        </a:p>
      </dgm:t>
    </dgm:pt>
    <dgm:pt modelId="{AAA05215-C1FC-4B40-918E-EAE99502FAC5}" type="parTrans" cxnId="{BBC00B7F-A6A1-439B-ABE9-0A9F63882659}">
      <dgm:prSet/>
      <dgm:spPr/>
      <dgm:t>
        <a:bodyPr/>
        <a:lstStyle/>
        <a:p>
          <a:endParaRPr lang="en-US"/>
        </a:p>
      </dgm:t>
    </dgm:pt>
    <dgm:pt modelId="{FFE49CD2-D0AD-4F84-9B1D-2DEB0151EDD7}" type="sibTrans" cxnId="{BBC00B7F-A6A1-439B-ABE9-0A9F63882659}">
      <dgm:prSet/>
      <dgm:spPr/>
      <dgm:t>
        <a:bodyPr/>
        <a:lstStyle/>
        <a:p>
          <a:endParaRPr lang="en-US"/>
        </a:p>
      </dgm:t>
    </dgm:pt>
    <dgm:pt modelId="{4026AC69-1F4B-41A1-A311-34F1BC3DC5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is the </a:t>
          </a:r>
          <a:r>
            <a:rPr lang="en-US" i="1"/>
            <a:t>.bitcoin </a:t>
          </a:r>
          <a:r>
            <a:rPr lang="en-US"/>
            <a:t>subdirectory</a:t>
          </a:r>
        </a:p>
      </dgm:t>
    </dgm:pt>
    <dgm:pt modelId="{BD920EDD-0D83-4696-857B-54CA92FEE147}" type="parTrans" cxnId="{71977D84-6EF9-4985-823E-878006DEF80B}">
      <dgm:prSet/>
      <dgm:spPr/>
      <dgm:t>
        <a:bodyPr/>
        <a:lstStyle/>
        <a:p>
          <a:endParaRPr lang="en-US"/>
        </a:p>
      </dgm:t>
    </dgm:pt>
    <dgm:pt modelId="{392559F6-9204-4979-ABB3-D811561E961B}" type="sibTrans" cxnId="{71977D84-6EF9-4985-823E-878006DEF80B}">
      <dgm:prSet/>
      <dgm:spPr/>
      <dgm:t>
        <a:bodyPr/>
        <a:lstStyle/>
        <a:p>
          <a:endParaRPr lang="en-US"/>
        </a:p>
      </dgm:t>
    </dgm:pt>
    <dgm:pt modelId="{F86C48B9-0672-4E18-83E4-AE85056DF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sure this</a:t>
          </a:r>
          <a:r>
            <a:rPr lang="tr-TR"/>
            <a:t> </a:t>
          </a:r>
          <a:r>
            <a:rPr lang="en-US"/>
            <a:t>filesystem</a:t>
          </a:r>
        </a:p>
      </dgm:t>
    </dgm:pt>
    <dgm:pt modelId="{B02269B0-27F2-4400-AB8D-1E95C63F47C2}" type="parTrans" cxnId="{1DA07B75-702E-42DB-B7EF-712AD2C06AD2}">
      <dgm:prSet/>
      <dgm:spPr/>
      <dgm:t>
        <a:bodyPr/>
        <a:lstStyle/>
        <a:p>
          <a:endParaRPr lang="en-US"/>
        </a:p>
      </dgm:t>
    </dgm:pt>
    <dgm:pt modelId="{04CF94F1-B3EB-40FC-9446-24C4A0E523EE}" type="sibTrans" cxnId="{1DA07B75-702E-42DB-B7EF-712AD2C06AD2}">
      <dgm:prSet/>
      <dgm:spPr/>
      <dgm:t>
        <a:bodyPr/>
        <a:lstStyle/>
        <a:p>
          <a:endParaRPr lang="en-US"/>
        </a:p>
      </dgm:t>
    </dgm:pt>
    <dgm:pt modelId="{F7D15045-220D-4EBA-B621-42CFABFB7E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put all the blockchain data. </a:t>
          </a:r>
        </a:p>
      </dgm:t>
    </dgm:pt>
    <dgm:pt modelId="{34490D6D-38DB-41DD-910E-C66D31151488}" type="parTrans" cxnId="{50A17AC2-1173-4FA2-80A8-C6799FD14889}">
      <dgm:prSet/>
      <dgm:spPr/>
    </dgm:pt>
    <dgm:pt modelId="{D9AA041A-A1A8-4C4F-9DBA-6248D05E55DC}" type="sibTrans" cxnId="{50A17AC2-1173-4FA2-80A8-C6799FD14889}">
      <dgm:prSet/>
      <dgm:spPr/>
      <dgm:t>
        <a:bodyPr/>
        <a:lstStyle/>
        <a:p>
          <a:endParaRPr lang="en-US"/>
        </a:p>
      </dgm:t>
    </dgm:pt>
    <dgm:pt modelId="{1339478A-D76D-4BF1-A2DF-7EDACE2E1D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Default</a:t>
          </a:r>
          <a:endParaRPr lang="en-US"/>
        </a:p>
      </dgm:t>
    </dgm:pt>
    <dgm:pt modelId="{B899A18C-942B-4037-9A67-82C7F1353477}" type="parTrans" cxnId="{11CABEDA-71A6-48D9-B9B9-66A336F943D2}">
      <dgm:prSet/>
      <dgm:spPr/>
    </dgm:pt>
    <dgm:pt modelId="{60FA76B9-960E-45D6-ACAB-9C6F4A24CD67}" type="sibTrans" cxnId="{11CABEDA-71A6-48D9-B9B9-66A336F943D2}">
      <dgm:prSet/>
      <dgm:spPr/>
      <dgm:t>
        <a:bodyPr/>
        <a:lstStyle/>
        <a:p>
          <a:endParaRPr lang="en-US"/>
        </a:p>
      </dgm:t>
    </dgm:pt>
    <dgm:pt modelId="{BE24BA3E-08AD-48DF-B4A9-6B69B1F23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your home directory. </a:t>
          </a:r>
        </a:p>
      </dgm:t>
    </dgm:pt>
    <dgm:pt modelId="{746B2D8E-64E1-4266-957A-68647B41DC55}" type="parTrans" cxnId="{E0E3FF8D-D4BA-483A-A3BA-70B51B45B4F1}">
      <dgm:prSet/>
      <dgm:spPr/>
    </dgm:pt>
    <dgm:pt modelId="{BC16C5C2-D127-4532-89ED-1A7B87324E46}" type="sibTrans" cxnId="{E0E3FF8D-D4BA-483A-A3BA-70B51B45B4F1}">
      <dgm:prSet/>
      <dgm:spPr/>
      <dgm:t>
        <a:bodyPr/>
        <a:lstStyle/>
        <a:p>
          <a:endParaRPr lang="en-US"/>
        </a:p>
      </dgm:t>
    </dgm:pt>
    <dgm:pt modelId="{316F147A-9C28-40E7-89AD-7E31931F9A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Space</a:t>
          </a:r>
          <a:endParaRPr lang="en-US"/>
        </a:p>
      </dgm:t>
    </dgm:pt>
    <dgm:pt modelId="{EC7BC793-2269-47EE-B78F-06826843CC7E}" type="parTrans" cxnId="{4D74BDBF-3375-411A-B8A7-C2C5382F7417}">
      <dgm:prSet/>
      <dgm:spPr/>
    </dgm:pt>
    <dgm:pt modelId="{581DDB58-FAA1-443C-86B5-EE62EBBDFC78}" type="sibTrans" cxnId="{4D74BDBF-3375-411A-B8A7-C2C5382F7417}">
      <dgm:prSet/>
      <dgm:spPr/>
      <dgm:t>
        <a:bodyPr/>
        <a:lstStyle/>
        <a:p>
          <a:endParaRPr lang="en-US"/>
        </a:p>
      </dgm:t>
    </dgm:pt>
    <dgm:pt modelId="{B55BD8F8-939E-488D-9014-4CDB789C26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several gigabytes of free space.</a:t>
          </a:r>
        </a:p>
      </dgm:t>
    </dgm:pt>
    <dgm:pt modelId="{FF64AC10-BD83-4D66-82CD-FE4C142931AB}" type="parTrans" cxnId="{819932E0-703D-4B12-BE08-8EB5084A2ECF}">
      <dgm:prSet/>
      <dgm:spPr/>
    </dgm:pt>
    <dgm:pt modelId="{B35A34E2-D159-41EE-9179-9005657C1A82}" type="sibTrans" cxnId="{819932E0-703D-4B12-BE08-8EB5084A2ECF}">
      <dgm:prSet/>
      <dgm:spPr/>
      <dgm:t>
        <a:bodyPr/>
        <a:lstStyle/>
        <a:p>
          <a:endParaRPr lang="en-US"/>
        </a:p>
      </dgm:t>
    </dgm:pt>
    <dgm:pt modelId="{A48A2182-FE1C-4B69-9278-F80F8144AB04}" type="pres">
      <dgm:prSet presAssocID="{D0E82966-F5FD-443D-9091-E8EBAB67717F}" presName="root" presStyleCnt="0">
        <dgm:presLayoutVars>
          <dgm:dir/>
          <dgm:resizeHandles val="exact"/>
        </dgm:presLayoutVars>
      </dgm:prSet>
      <dgm:spPr/>
    </dgm:pt>
    <dgm:pt modelId="{6341D04B-A6AF-4D48-8F5E-EB3E5E1E205A}" type="pres">
      <dgm:prSet presAssocID="{1E81C419-8E63-44EE-B563-1C56441E32DD}" presName="compNode" presStyleCnt="0"/>
      <dgm:spPr/>
    </dgm:pt>
    <dgm:pt modelId="{9DBBF95C-3F6D-42C1-9DF4-8BFD0B19C540}" type="pres">
      <dgm:prSet presAssocID="{1E81C419-8E63-44EE-B563-1C56441E32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721D438-15F6-4885-9E46-553FC440D732}" type="pres">
      <dgm:prSet presAssocID="{1E81C419-8E63-44EE-B563-1C56441E32DD}" presName="iconSpace" presStyleCnt="0"/>
      <dgm:spPr/>
    </dgm:pt>
    <dgm:pt modelId="{9C534714-B997-4B94-A325-D18DDC0FD246}" type="pres">
      <dgm:prSet presAssocID="{1E81C419-8E63-44EE-B563-1C56441E32DD}" presName="parTx" presStyleLbl="revTx" presStyleIdx="0" presStyleCnt="6">
        <dgm:presLayoutVars>
          <dgm:chMax val="0"/>
          <dgm:chPref val="0"/>
        </dgm:presLayoutVars>
      </dgm:prSet>
      <dgm:spPr/>
    </dgm:pt>
    <dgm:pt modelId="{60E5D428-A552-455A-A2EC-D22BB05454B7}" type="pres">
      <dgm:prSet presAssocID="{1E81C419-8E63-44EE-B563-1C56441E32DD}" presName="txSpace" presStyleCnt="0"/>
      <dgm:spPr/>
    </dgm:pt>
    <dgm:pt modelId="{1209FD6D-4CA4-4E0E-86DF-8124169E2045}" type="pres">
      <dgm:prSet presAssocID="{1E81C419-8E63-44EE-B563-1C56441E32DD}" presName="desTx" presStyleLbl="revTx" presStyleIdx="1" presStyleCnt="6">
        <dgm:presLayoutVars/>
      </dgm:prSet>
      <dgm:spPr/>
    </dgm:pt>
    <dgm:pt modelId="{6C7C63AE-4C27-461F-91D4-CCD541C17E55}" type="pres">
      <dgm:prSet presAssocID="{AADA1391-C557-4FA3-939B-94E0F048558E}" presName="sibTrans" presStyleCnt="0"/>
      <dgm:spPr/>
    </dgm:pt>
    <dgm:pt modelId="{B0ACE98C-1202-445F-B05D-48829D16D59D}" type="pres">
      <dgm:prSet presAssocID="{1339478A-D76D-4BF1-A2DF-7EDACE2E1D61}" presName="compNode" presStyleCnt="0"/>
      <dgm:spPr/>
    </dgm:pt>
    <dgm:pt modelId="{C875AEEF-E712-47C0-AC62-AF9143257000}" type="pres">
      <dgm:prSet presAssocID="{1339478A-D76D-4BF1-A2DF-7EDACE2E1D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F523717C-585A-44DB-8EDA-99DDA78C1192}" type="pres">
      <dgm:prSet presAssocID="{1339478A-D76D-4BF1-A2DF-7EDACE2E1D61}" presName="iconSpace" presStyleCnt="0"/>
      <dgm:spPr/>
    </dgm:pt>
    <dgm:pt modelId="{4C828941-B114-4109-B453-C987C2543336}" type="pres">
      <dgm:prSet presAssocID="{1339478A-D76D-4BF1-A2DF-7EDACE2E1D61}" presName="parTx" presStyleLbl="revTx" presStyleIdx="2" presStyleCnt="6">
        <dgm:presLayoutVars>
          <dgm:chMax val="0"/>
          <dgm:chPref val="0"/>
        </dgm:presLayoutVars>
      </dgm:prSet>
      <dgm:spPr/>
    </dgm:pt>
    <dgm:pt modelId="{ADCBB0DF-A358-4194-B533-BC1D57142887}" type="pres">
      <dgm:prSet presAssocID="{1339478A-D76D-4BF1-A2DF-7EDACE2E1D61}" presName="txSpace" presStyleCnt="0"/>
      <dgm:spPr/>
    </dgm:pt>
    <dgm:pt modelId="{3FCE9ADA-ED7E-4369-8CBC-86A84FEA278C}" type="pres">
      <dgm:prSet presAssocID="{1339478A-D76D-4BF1-A2DF-7EDACE2E1D61}" presName="desTx" presStyleLbl="revTx" presStyleIdx="3" presStyleCnt="6">
        <dgm:presLayoutVars/>
      </dgm:prSet>
      <dgm:spPr/>
    </dgm:pt>
    <dgm:pt modelId="{994BE3C5-8E2E-467B-8A8E-2D360F822B00}" type="pres">
      <dgm:prSet presAssocID="{60FA76B9-960E-45D6-ACAB-9C6F4A24CD67}" presName="sibTrans" presStyleCnt="0"/>
      <dgm:spPr/>
    </dgm:pt>
    <dgm:pt modelId="{BA84AA5C-7D9E-4D43-BADE-649CEB039020}" type="pres">
      <dgm:prSet presAssocID="{316F147A-9C28-40E7-89AD-7E31931F9A73}" presName="compNode" presStyleCnt="0"/>
      <dgm:spPr/>
    </dgm:pt>
    <dgm:pt modelId="{BE16510B-BA7B-4B8C-AA7C-E0046C336860}" type="pres">
      <dgm:prSet presAssocID="{316F147A-9C28-40E7-89AD-7E31931F9A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264ACDD1-3AB6-4B82-9EA9-4D61BA9EE898}" type="pres">
      <dgm:prSet presAssocID="{316F147A-9C28-40E7-89AD-7E31931F9A73}" presName="iconSpace" presStyleCnt="0"/>
      <dgm:spPr/>
    </dgm:pt>
    <dgm:pt modelId="{D067788E-7883-470E-B85F-C9E7C44170C9}" type="pres">
      <dgm:prSet presAssocID="{316F147A-9C28-40E7-89AD-7E31931F9A73}" presName="parTx" presStyleLbl="revTx" presStyleIdx="4" presStyleCnt="6">
        <dgm:presLayoutVars>
          <dgm:chMax val="0"/>
          <dgm:chPref val="0"/>
        </dgm:presLayoutVars>
      </dgm:prSet>
      <dgm:spPr/>
    </dgm:pt>
    <dgm:pt modelId="{29084711-6B15-4916-A14E-0C7406388541}" type="pres">
      <dgm:prSet presAssocID="{316F147A-9C28-40E7-89AD-7E31931F9A73}" presName="txSpace" presStyleCnt="0"/>
      <dgm:spPr/>
    </dgm:pt>
    <dgm:pt modelId="{6378F982-E3CF-4FE3-9416-E7E0A485B54F}" type="pres">
      <dgm:prSet presAssocID="{316F147A-9C28-40E7-89AD-7E31931F9A73}" presName="desTx" presStyleLbl="revTx" presStyleIdx="5" presStyleCnt="6">
        <dgm:presLayoutVars/>
      </dgm:prSet>
      <dgm:spPr/>
    </dgm:pt>
  </dgm:ptLst>
  <dgm:cxnLst>
    <dgm:cxn modelId="{3463F30B-E2F0-4A8A-BC41-9C87A6CBB126}" type="presOf" srcId="{316F147A-9C28-40E7-89AD-7E31931F9A73}" destId="{D067788E-7883-470E-B85F-C9E7C44170C9}" srcOrd="0" destOrd="0" presId="urn:microsoft.com/office/officeart/2018/5/layout/CenteredIconLabelDescriptionList"/>
    <dgm:cxn modelId="{2AA36227-DE75-4C94-80A2-734E0EFE7616}" type="presOf" srcId="{B55BD8F8-939E-488D-9014-4CDB789C2678}" destId="{6378F982-E3CF-4FE3-9416-E7E0A485B54F}" srcOrd="0" destOrd="1" presId="urn:microsoft.com/office/officeart/2018/5/layout/CenteredIconLabelDescriptionList"/>
    <dgm:cxn modelId="{A3287131-B48A-42AA-A80F-EAEA115A2208}" type="presOf" srcId="{1339478A-D76D-4BF1-A2DF-7EDACE2E1D61}" destId="{4C828941-B114-4109-B453-C987C2543336}" srcOrd="0" destOrd="0" presId="urn:microsoft.com/office/officeart/2018/5/layout/CenteredIconLabelDescriptionList"/>
    <dgm:cxn modelId="{9200994A-96DE-46D3-88C8-EA9602D868F7}" type="presOf" srcId="{D0E82966-F5FD-443D-9091-E8EBAB67717F}" destId="{A48A2182-FE1C-4B69-9278-F80F8144AB04}" srcOrd="0" destOrd="0" presId="urn:microsoft.com/office/officeart/2018/5/layout/CenteredIconLabelDescriptionList"/>
    <dgm:cxn modelId="{4D60586E-854A-471B-BFF0-23BDCB150968}" type="presOf" srcId="{BE24BA3E-08AD-48DF-B4A9-6B69B1F234F4}" destId="{3FCE9ADA-ED7E-4369-8CBC-86A84FEA278C}" srcOrd="0" destOrd="1" presId="urn:microsoft.com/office/officeart/2018/5/layout/CenteredIconLabelDescriptionList"/>
    <dgm:cxn modelId="{1DA07B75-702E-42DB-B7EF-712AD2C06AD2}" srcId="{316F147A-9C28-40E7-89AD-7E31931F9A73}" destId="{F86C48B9-0672-4E18-83E4-AE85056DF245}" srcOrd="0" destOrd="0" parTransId="{B02269B0-27F2-4400-AB8D-1E95C63F47C2}" sibTransId="{04CF94F1-B3EB-40FC-9446-24C4A0E523EE}"/>
    <dgm:cxn modelId="{9B5B915A-564F-46E5-B083-AE9CCE9E03B5}" srcId="{D0E82966-F5FD-443D-9091-E8EBAB67717F}" destId="{1E81C419-8E63-44EE-B563-1C56441E32DD}" srcOrd="0" destOrd="0" parTransId="{17718220-CC03-4B22-B187-779F419C62CF}" sibTransId="{AADA1391-C557-4FA3-939B-94E0F048558E}"/>
    <dgm:cxn modelId="{BBC00B7F-A6A1-439B-ABE9-0A9F63882659}" srcId="{1E81C419-8E63-44EE-B563-1C56441E32DD}" destId="{97CB9273-1455-4962-BC8C-FF3F50FDB0D1}" srcOrd="0" destOrd="0" parTransId="{AAA05215-C1FC-4B40-918E-EAE99502FAC5}" sibTransId="{FFE49CD2-D0AD-4F84-9B1D-2DEB0151EDD7}"/>
    <dgm:cxn modelId="{08523181-6EEB-4FBC-9E19-B187DE641A33}" type="presOf" srcId="{4026AC69-1F4B-41A1-A311-34F1BC3DC5BA}" destId="{3FCE9ADA-ED7E-4369-8CBC-86A84FEA278C}" srcOrd="0" destOrd="0" presId="urn:microsoft.com/office/officeart/2018/5/layout/CenteredIconLabelDescriptionList"/>
    <dgm:cxn modelId="{71977D84-6EF9-4985-823E-878006DEF80B}" srcId="{1339478A-D76D-4BF1-A2DF-7EDACE2E1D61}" destId="{4026AC69-1F4B-41A1-A311-34F1BC3DC5BA}" srcOrd="0" destOrd="0" parTransId="{BD920EDD-0D83-4696-857B-54CA92FEE147}" sibTransId="{392559F6-9204-4979-ABB3-D811561E961B}"/>
    <dgm:cxn modelId="{E0E3FF8D-D4BA-483A-A3BA-70B51B45B4F1}" srcId="{1339478A-D76D-4BF1-A2DF-7EDACE2E1D61}" destId="{BE24BA3E-08AD-48DF-B4A9-6B69B1F234F4}" srcOrd="1" destOrd="0" parTransId="{746B2D8E-64E1-4266-957A-68647B41DC55}" sibTransId="{BC16C5C2-D127-4532-89ED-1A7B87324E46}"/>
    <dgm:cxn modelId="{0C402C91-CBB1-48C1-971F-FFD26F8FA935}" type="presOf" srcId="{F7D15045-220D-4EBA-B621-42CFABFB7EB5}" destId="{1209FD6D-4CA4-4E0E-86DF-8124169E2045}" srcOrd="0" destOrd="1" presId="urn:microsoft.com/office/officeart/2018/5/layout/CenteredIconLabelDescriptionList"/>
    <dgm:cxn modelId="{70025C9B-09DD-4067-A8E4-396A50321BA2}" type="presOf" srcId="{97CB9273-1455-4962-BC8C-FF3F50FDB0D1}" destId="{1209FD6D-4CA4-4E0E-86DF-8124169E2045}" srcOrd="0" destOrd="0" presId="urn:microsoft.com/office/officeart/2018/5/layout/CenteredIconLabelDescriptionList"/>
    <dgm:cxn modelId="{E5077BA7-6BB6-41B5-BBC3-09BD335E70DD}" type="presOf" srcId="{F86C48B9-0672-4E18-83E4-AE85056DF245}" destId="{6378F982-E3CF-4FE3-9416-E7E0A485B54F}" srcOrd="0" destOrd="0" presId="urn:microsoft.com/office/officeart/2018/5/layout/CenteredIconLabelDescriptionList"/>
    <dgm:cxn modelId="{4D74BDBF-3375-411A-B8A7-C2C5382F7417}" srcId="{D0E82966-F5FD-443D-9091-E8EBAB67717F}" destId="{316F147A-9C28-40E7-89AD-7E31931F9A73}" srcOrd="2" destOrd="0" parTransId="{EC7BC793-2269-47EE-B78F-06826843CC7E}" sibTransId="{581DDB58-FAA1-443C-86B5-EE62EBBDFC78}"/>
    <dgm:cxn modelId="{50A17AC2-1173-4FA2-80A8-C6799FD14889}" srcId="{1E81C419-8E63-44EE-B563-1C56441E32DD}" destId="{F7D15045-220D-4EBA-B621-42CFABFB7EB5}" srcOrd="1" destOrd="0" parTransId="{34490D6D-38DB-41DD-910E-C66D31151488}" sibTransId="{D9AA041A-A1A8-4C4F-9DBA-6248D05E55DC}"/>
    <dgm:cxn modelId="{7090A7CB-29D9-48F3-A9FE-161905E0ADD5}" type="presOf" srcId="{1E81C419-8E63-44EE-B563-1C56441E32DD}" destId="{9C534714-B997-4B94-A325-D18DDC0FD246}" srcOrd="0" destOrd="0" presId="urn:microsoft.com/office/officeart/2018/5/layout/CenteredIconLabelDescriptionList"/>
    <dgm:cxn modelId="{11CABEDA-71A6-48D9-B9B9-66A336F943D2}" srcId="{D0E82966-F5FD-443D-9091-E8EBAB67717F}" destId="{1339478A-D76D-4BF1-A2DF-7EDACE2E1D61}" srcOrd="1" destOrd="0" parTransId="{B899A18C-942B-4037-9A67-82C7F1353477}" sibTransId="{60FA76B9-960E-45D6-ACAB-9C6F4A24CD67}"/>
    <dgm:cxn modelId="{819932E0-703D-4B12-BE08-8EB5084A2ECF}" srcId="{316F147A-9C28-40E7-89AD-7E31931F9A73}" destId="{B55BD8F8-939E-488D-9014-4CDB789C2678}" srcOrd="1" destOrd="0" parTransId="{FF64AC10-BD83-4D66-82CD-FE4C142931AB}" sibTransId="{B35A34E2-D159-41EE-9179-9005657C1A82}"/>
    <dgm:cxn modelId="{E912C54D-9332-4115-8F1A-6DC24B5CA5A7}" type="presParOf" srcId="{A48A2182-FE1C-4B69-9278-F80F8144AB04}" destId="{6341D04B-A6AF-4D48-8F5E-EB3E5E1E205A}" srcOrd="0" destOrd="0" presId="urn:microsoft.com/office/officeart/2018/5/layout/CenteredIconLabelDescriptionList"/>
    <dgm:cxn modelId="{6C6BAFED-5EE4-46CF-B992-9787F1D8C5A4}" type="presParOf" srcId="{6341D04B-A6AF-4D48-8F5E-EB3E5E1E205A}" destId="{9DBBF95C-3F6D-42C1-9DF4-8BFD0B19C540}" srcOrd="0" destOrd="0" presId="urn:microsoft.com/office/officeart/2018/5/layout/CenteredIconLabelDescriptionList"/>
    <dgm:cxn modelId="{09175661-6C2B-41CB-8201-3543431DA7D1}" type="presParOf" srcId="{6341D04B-A6AF-4D48-8F5E-EB3E5E1E205A}" destId="{C721D438-15F6-4885-9E46-553FC440D732}" srcOrd="1" destOrd="0" presId="urn:microsoft.com/office/officeart/2018/5/layout/CenteredIconLabelDescriptionList"/>
    <dgm:cxn modelId="{BB24954B-203D-4D59-A13D-9B4E540C8385}" type="presParOf" srcId="{6341D04B-A6AF-4D48-8F5E-EB3E5E1E205A}" destId="{9C534714-B997-4B94-A325-D18DDC0FD246}" srcOrd="2" destOrd="0" presId="urn:microsoft.com/office/officeart/2018/5/layout/CenteredIconLabelDescriptionList"/>
    <dgm:cxn modelId="{658341D2-DFFB-4918-867E-56ABC7C00D9B}" type="presParOf" srcId="{6341D04B-A6AF-4D48-8F5E-EB3E5E1E205A}" destId="{60E5D428-A552-455A-A2EC-D22BB05454B7}" srcOrd="3" destOrd="0" presId="urn:microsoft.com/office/officeart/2018/5/layout/CenteredIconLabelDescriptionList"/>
    <dgm:cxn modelId="{27AF6BFA-8CE3-4F8A-ABBB-E2A34A5416BF}" type="presParOf" srcId="{6341D04B-A6AF-4D48-8F5E-EB3E5E1E205A}" destId="{1209FD6D-4CA4-4E0E-86DF-8124169E2045}" srcOrd="4" destOrd="0" presId="urn:microsoft.com/office/officeart/2018/5/layout/CenteredIconLabelDescriptionList"/>
    <dgm:cxn modelId="{96637210-23BA-444F-9EA6-0E8712766948}" type="presParOf" srcId="{A48A2182-FE1C-4B69-9278-F80F8144AB04}" destId="{6C7C63AE-4C27-461F-91D4-CCD541C17E55}" srcOrd="1" destOrd="0" presId="urn:microsoft.com/office/officeart/2018/5/layout/CenteredIconLabelDescriptionList"/>
    <dgm:cxn modelId="{68567340-4916-49CA-80E6-A29BAC6CD30E}" type="presParOf" srcId="{A48A2182-FE1C-4B69-9278-F80F8144AB04}" destId="{B0ACE98C-1202-445F-B05D-48829D16D59D}" srcOrd="2" destOrd="0" presId="urn:microsoft.com/office/officeart/2018/5/layout/CenteredIconLabelDescriptionList"/>
    <dgm:cxn modelId="{2BBD2089-3160-4F4B-9E18-1484C8CFADFB}" type="presParOf" srcId="{B0ACE98C-1202-445F-B05D-48829D16D59D}" destId="{C875AEEF-E712-47C0-AC62-AF9143257000}" srcOrd="0" destOrd="0" presId="urn:microsoft.com/office/officeart/2018/5/layout/CenteredIconLabelDescriptionList"/>
    <dgm:cxn modelId="{77549015-6E00-4406-8FA7-2BCEB0EB9EBF}" type="presParOf" srcId="{B0ACE98C-1202-445F-B05D-48829D16D59D}" destId="{F523717C-585A-44DB-8EDA-99DDA78C1192}" srcOrd="1" destOrd="0" presId="urn:microsoft.com/office/officeart/2018/5/layout/CenteredIconLabelDescriptionList"/>
    <dgm:cxn modelId="{1BF33C68-4942-4766-971D-2A5EE6FE6494}" type="presParOf" srcId="{B0ACE98C-1202-445F-B05D-48829D16D59D}" destId="{4C828941-B114-4109-B453-C987C2543336}" srcOrd="2" destOrd="0" presId="urn:microsoft.com/office/officeart/2018/5/layout/CenteredIconLabelDescriptionList"/>
    <dgm:cxn modelId="{E3A959C2-BFAB-44C1-9DB2-236895B8CEDB}" type="presParOf" srcId="{B0ACE98C-1202-445F-B05D-48829D16D59D}" destId="{ADCBB0DF-A358-4194-B533-BC1D57142887}" srcOrd="3" destOrd="0" presId="urn:microsoft.com/office/officeart/2018/5/layout/CenteredIconLabelDescriptionList"/>
    <dgm:cxn modelId="{8CB5FF03-1F05-4052-9423-464C5EEA3A21}" type="presParOf" srcId="{B0ACE98C-1202-445F-B05D-48829D16D59D}" destId="{3FCE9ADA-ED7E-4369-8CBC-86A84FEA278C}" srcOrd="4" destOrd="0" presId="urn:microsoft.com/office/officeart/2018/5/layout/CenteredIconLabelDescriptionList"/>
    <dgm:cxn modelId="{DA7EEA52-301A-4E0C-A9BA-0CFCCBDAAD59}" type="presParOf" srcId="{A48A2182-FE1C-4B69-9278-F80F8144AB04}" destId="{994BE3C5-8E2E-467B-8A8E-2D360F822B00}" srcOrd="3" destOrd="0" presId="urn:microsoft.com/office/officeart/2018/5/layout/CenteredIconLabelDescriptionList"/>
    <dgm:cxn modelId="{349C9A37-7F07-4C6D-B692-B78865D19AE0}" type="presParOf" srcId="{A48A2182-FE1C-4B69-9278-F80F8144AB04}" destId="{BA84AA5C-7D9E-4D43-BADE-649CEB039020}" srcOrd="4" destOrd="0" presId="urn:microsoft.com/office/officeart/2018/5/layout/CenteredIconLabelDescriptionList"/>
    <dgm:cxn modelId="{C7332FA5-0DC8-40C1-8381-1C816834A100}" type="presParOf" srcId="{BA84AA5C-7D9E-4D43-BADE-649CEB039020}" destId="{BE16510B-BA7B-4B8C-AA7C-E0046C336860}" srcOrd="0" destOrd="0" presId="urn:microsoft.com/office/officeart/2018/5/layout/CenteredIconLabelDescriptionList"/>
    <dgm:cxn modelId="{5B96F730-C2C1-4614-BB5E-55A36FA2FB94}" type="presParOf" srcId="{BA84AA5C-7D9E-4D43-BADE-649CEB039020}" destId="{264ACDD1-3AB6-4B82-9EA9-4D61BA9EE898}" srcOrd="1" destOrd="0" presId="urn:microsoft.com/office/officeart/2018/5/layout/CenteredIconLabelDescriptionList"/>
    <dgm:cxn modelId="{9F7A4813-8F8C-4982-B103-2EDB09D798C4}" type="presParOf" srcId="{BA84AA5C-7D9E-4D43-BADE-649CEB039020}" destId="{D067788E-7883-470E-B85F-C9E7C44170C9}" srcOrd="2" destOrd="0" presId="urn:microsoft.com/office/officeart/2018/5/layout/CenteredIconLabelDescriptionList"/>
    <dgm:cxn modelId="{49B33C31-41F3-4760-98CA-FD496DD56478}" type="presParOf" srcId="{BA84AA5C-7D9E-4D43-BADE-649CEB039020}" destId="{29084711-6B15-4916-A14E-0C7406388541}" srcOrd="3" destOrd="0" presId="urn:microsoft.com/office/officeart/2018/5/layout/CenteredIconLabelDescriptionList"/>
    <dgm:cxn modelId="{52171CE7-2749-4BFB-B2BF-29F00000E1A0}" type="presParOf" srcId="{BA84AA5C-7D9E-4D43-BADE-649CEB039020}" destId="{6378F982-E3CF-4FE3-9416-E7E0A485B54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429EE57-9059-4554-850D-5F836F98F5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45B4C07A-CDE0-4688-BF86-F2A06F9AF4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prune</a:t>
          </a:r>
          <a:endParaRPr lang="en-US"/>
        </a:p>
      </dgm:t>
    </dgm:pt>
    <dgm:pt modelId="{74E924F6-B0B8-49E5-8D07-F25E35F8B80D}" type="parTrans" cxnId="{9216564C-BE35-4435-81EF-61988D57230D}">
      <dgm:prSet/>
      <dgm:spPr/>
      <dgm:t>
        <a:bodyPr/>
        <a:lstStyle/>
        <a:p>
          <a:endParaRPr lang="en-US"/>
        </a:p>
      </dgm:t>
    </dgm:pt>
    <dgm:pt modelId="{28C720F7-55F4-44D7-BDAB-DCA04C4E36F5}" type="sibTrans" cxnId="{9216564C-BE35-4435-81EF-61988D57230D}">
      <dgm:prSet/>
      <dgm:spPr/>
      <dgm:t>
        <a:bodyPr/>
        <a:lstStyle/>
        <a:p>
          <a:endParaRPr lang="en-US"/>
        </a:p>
      </dgm:t>
    </dgm:pt>
    <dgm:pt modelId="{4D37ABE2-15BC-4C57-A9AC-96162921A4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the disk space requirements</a:t>
          </a:r>
        </a:p>
      </dgm:t>
    </dgm:pt>
    <dgm:pt modelId="{5D55ECF9-A6A8-496F-819C-E27D41615B96}" type="parTrans" cxnId="{FC2319BE-5C1B-4BA4-83C5-233FB9F8F441}">
      <dgm:prSet/>
      <dgm:spPr/>
      <dgm:t>
        <a:bodyPr/>
        <a:lstStyle/>
        <a:p>
          <a:endParaRPr lang="en-US"/>
        </a:p>
      </dgm:t>
    </dgm:pt>
    <dgm:pt modelId="{5B717DD7-2FC9-4E8F-8A4E-19AA3895A07F}" type="sibTrans" cxnId="{FC2319BE-5C1B-4BA4-83C5-233FB9F8F441}">
      <dgm:prSet/>
      <dgm:spPr/>
      <dgm:t>
        <a:bodyPr/>
        <a:lstStyle/>
        <a:p>
          <a:endParaRPr lang="en-US"/>
        </a:p>
      </dgm:t>
    </dgm:pt>
    <dgm:pt modelId="{20D43393-C897-4D73-BB0B-64A0DACFBE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Usage</a:t>
          </a:r>
          <a:endParaRPr lang="en-US" dirty="0"/>
        </a:p>
      </dgm:t>
    </dgm:pt>
    <dgm:pt modelId="{10D96264-BFF4-42E4-9DDE-56E446C116FD}" type="parTrans" cxnId="{21A0A218-7C50-448E-BA92-6D4DB65EB9CD}">
      <dgm:prSet/>
      <dgm:spPr/>
      <dgm:t>
        <a:bodyPr/>
        <a:lstStyle/>
        <a:p>
          <a:endParaRPr lang="en-US"/>
        </a:p>
      </dgm:t>
    </dgm:pt>
    <dgm:pt modelId="{776DAB31-8DEE-4620-A280-BA857AE642BB}" type="sibTrans" cxnId="{21A0A218-7C50-448E-BA92-6D4DB65EB9CD}">
      <dgm:prSet/>
      <dgm:spPr/>
      <dgm:t>
        <a:bodyPr/>
        <a:lstStyle/>
        <a:p>
          <a:endParaRPr lang="en-US"/>
        </a:p>
      </dgm:t>
    </dgm:pt>
    <dgm:pt modelId="{66DBA276-25D2-434F-B109-0DEF031B3C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deleting old</a:t>
          </a:r>
          <a:r>
            <a:rPr lang="tr-TR" dirty="0"/>
            <a:t> </a:t>
          </a:r>
          <a:r>
            <a:rPr lang="en-US" dirty="0"/>
            <a:t>blocks</a:t>
          </a:r>
        </a:p>
      </dgm:t>
    </dgm:pt>
    <dgm:pt modelId="{03F2229F-FADD-4714-ADCB-6BFBAA9409C5}" type="parTrans" cxnId="{D3E88C73-9358-46E9-8E68-376B9B7979D0}">
      <dgm:prSet/>
      <dgm:spPr/>
    </dgm:pt>
    <dgm:pt modelId="{5A9D9C35-A9D0-4A12-9869-5FF224B042E6}" type="sibTrans" cxnId="{D3E88C73-9358-46E9-8E68-376B9B7979D0}">
      <dgm:prSet/>
      <dgm:spPr/>
      <dgm:t>
        <a:bodyPr/>
        <a:lstStyle/>
        <a:p>
          <a:endParaRPr lang="en-US"/>
        </a:p>
      </dgm:t>
    </dgm:pt>
    <dgm:pt modelId="{B1345F91-329F-4DE7-8649-71FC8962C5B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if</a:t>
          </a:r>
          <a:r>
            <a:rPr lang="tr-TR" dirty="0"/>
            <a:t> </a:t>
          </a:r>
          <a:r>
            <a:rPr lang="en-US" dirty="0"/>
            <a:t>the full blockchain</a:t>
          </a:r>
        </a:p>
      </dgm:t>
    </dgm:pt>
    <dgm:pt modelId="{26B340B7-B514-472C-938F-442D97FC476F}" type="parTrans" cxnId="{731E4886-DA8E-4FFD-B5F1-9D71F2BAE981}">
      <dgm:prSet/>
      <dgm:spPr/>
    </dgm:pt>
    <dgm:pt modelId="{D8A42DB1-FEEF-431C-A017-E223E351C176}" type="sibTrans" cxnId="{731E4886-DA8E-4FFD-B5F1-9D71F2BAE981}">
      <dgm:prSet/>
      <dgm:spPr/>
      <dgm:t>
        <a:bodyPr/>
        <a:lstStyle/>
        <a:p>
          <a:endParaRPr lang="en-US"/>
        </a:p>
      </dgm:t>
    </dgm:pt>
    <dgm:pt modelId="{AE7B6713-19B1-4411-B02B-74FCC69D413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cannot fit to the disk space</a:t>
          </a:r>
          <a:endParaRPr lang="en-US"/>
        </a:p>
      </dgm:t>
    </dgm:pt>
    <dgm:pt modelId="{AE618337-77ED-4731-8C70-625051340096}" type="parTrans" cxnId="{F9BE1127-46BD-45C6-8EBE-ABB1751B1DC9}">
      <dgm:prSet/>
      <dgm:spPr/>
    </dgm:pt>
    <dgm:pt modelId="{D4560998-5B0A-48AC-8972-E74D3A531990}" type="sibTrans" cxnId="{F9BE1127-46BD-45C6-8EBE-ABB1751B1DC9}">
      <dgm:prSet/>
      <dgm:spPr/>
      <dgm:t>
        <a:bodyPr/>
        <a:lstStyle/>
        <a:p>
          <a:endParaRPr lang="en-US"/>
        </a:p>
      </dgm:t>
    </dgm:pt>
    <dgm:pt modelId="{D13BD283-5C23-4650-817C-31D28152E1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Old</a:t>
          </a:r>
          <a:r>
            <a:rPr lang="tr-TR" dirty="0"/>
            <a:t> </a:t>
          </a:r>
          <a:r>
            <a:rPr lang="tr-TR" dirty="0" err="1"/>
            <a:t>Blocks</a:t>
          </a:r>
          <a:endParaRPr lang="en-US" dirty="0"/>
        </a:p>
      </dgm:t>
    </dgm:pt>
    <dgm:pt modelId="{77A2D17E-C7A4-4391-BC39-9BA04CAA59AA}" type="parTrans" cxnId="{F1812DA5-1730-49CC-8447-71D7F70CA1C8}">
      <dgm:prSet/>
      <dgm:spPr/>
    </dgm:pt>
    <dgm:pt modelId="{F319AEFD-95C1-4A43-A910-51F7212AA194}" type="sibTrans" cxnId="{F1812DA5-1730-49CC-8447-71D7F70CA1C8}">
      <dgm:prSet/>
      <dgm:spPr/>
      <dgm:t>
        <a:bodyPr/>
        <a:lstStyle/>
        <a:p>
          <a:endParaRPr lang="en-US"/>
        </a:p>
      </dgm:t>
    </dgm:pt>
    <dgm:pt modelId="{9E2795D0-C6AB-4B81-B853-691C49451A2F}" type="pres">
      <dgm:prSet presAssocID="{0429EE57-9059-4554-850D-5F836F98F56A}" presName="root" presStyleCnt="0">
        <dgm:presLayoutVars>
          <dgm:dir/>
          <dgm:resizeHandles val="exact"/>
        </dgm:presLayoutVars>
      </dgm:prSet>
      <dgm:spPr/>
    </dgm:pt>
    <dgm:pt modelId="{5AE5BFE6-D61C-4D18-A02D-220003EA0CE6}" type="pres">
      <dgm:prSet presAssocID="{45B4C07A-CDE0-4688-BF86-F2A06F9AF4F1}" presName="compNode" presStyleCnt="0"/>
      <dgm:spPr/>
    </dgm:pt>
    <dgm:pt modelId="{7ADA56CE-C0A9-4EC4-AE1E-CD7C06EDD52D}" type="pres">
      <dgm:prSet presAssocID="{45B4C07A-CDE0-4688-BF86-F2A06F9AF4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93463650-224D-4DE9-8113-ECF1015F638F}" type="pres">
      <dgm:prSet presAssocID="{45B4C07A-CDE0-4688-BF86-F2A06F9AF4F1}" presName="iconSpace" presStyleCnt="0"/>
      <dgm:spPr/>
    </dgm:pt>
    <dgm:pt modelId="{50023338-5EB4-4337-9123-72CAC292F54E}" type="pres">
      <dgm:prSet presAssocID="{45B4C07A-CDE0-4688-BF86-F2A06F9AF4F1}" presName="parTx" presStyleLbl="revTx" presStyleIdx="0" presStyleCnt="6">
        <dgm:presLayoutVars>
          <dgm:chMax val="0"/>
          <dgm:chPref val="0"/>
        </dgm:presLayoutVars>
      </dgm:prSet>
      <dgm:spPr/>
    </dgm:pt>
    <dgm:pt modelId="{914CC6F2-6328-4D26-83BB-3110256EBAFA}" type="pres">
      <dgm:prSet presAssocID="{45B4C07A-CDE0-4688-BF86-F2A06F9AF4F1}" presName="txSpace" presStyleCnt="0"/>
      <dgm:spPr/>
    </dgm:pt>
    <dgm:pt modelId="{0CED4D78-C8E5-4007-B038-1476AF94F12A}" type="pres">
      <dgm:prSet presAssocID="{45B4C07A-CDE0-4688-BF86-F2A06F9AF4F1}" presName="desTx" presStyleLbl="revTx" presStyleIdx="1" presStyleCnt="6">
        <dgm:presLayoutVars/>
      </dgm:prSet>
      <dgm:spPr/>
    </dgm:pt>
    <dgm:pt modelId="{D22FBA87-D30F-40F6-8850-0955CCB6A522}" type="pres">
      <dgm:prSet presAssocID="{28C720F7-55F4-44D7-BDAB-DCA04C4E36F5}" presName="sibTrans" presStyleCnt="0"/>
      <dgm:spPr/>
    </dgm:pt>
    <dgm:pt modelId="{76CD6125-DCE0-4417-A0CA-9DC1C08B17F3}" type="pres">
      <dgm:prSet presAssocID="{D13BD283-5C23-4650-817C-31D28152E12D}" presName="compNode" presStyleCnt="0"/>
      <dgm:spPr/>
    </dgm:pt>
    <dgm:pt modelId="{899C8F88-7BA6-4B69-8D82-EEB9804C85A9}" type="pres">
      <dgm:prSet presAssocID="{D13BD283-5C23-4650-817C-31D28152E1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0020416-5679-4630-A5B1-122E79004665}" type="pres">
      <dgm:prSet presAssocID="{D13BD283-5C23-4650-817C-31D28152E12D}" presName="iconSpace" presStyleCnt="0"/>
      <dgm:spPr/>
    </dgm:pt>
    <dgm:pt modelId="{6098F8DD-8D88-4175-9CBD-176701BB4C2E}" type="pres">
      <dgm:prSet presAssocID="{D13BD283-5C23-4650-817C-31D28152E12D}" presName="parTx" presStyleLbl="revTx" presStyleIdx="2" presStyleCnt="6">
        <dgm:presLayoutVars>
          <dgm:chMax val="0"/>
          <dgm:chPref val="0"/>
        </dgm:presLayoutVars>
      </dgm:prSet>
      <dgm:spPr/>
    </dgm:pt>
    <dgm:pt modelId="{697B5482-AEBF-4C33-8458-37D351CB3B25}" type="pres">
      <dgm:prSet presAssocID="{D13BD283-5C23-4650-817C-31D28152E12D}" presName="txSpace" presStyleCnt="0"/>
      <dgm:spPr/>
    </dgm:pt>
    <dgm:pt modelId="{CBEF0238-5D2A-4203-8368-0FC21DC65FD9}" type="pres">
      <dgm:prSet presAssocID="{D13BD283-5C23-4650-817C-31D28152E12D}" presName="desTx" presStyleLbl="revTx" presStyleIdx="3" presStyleCnt="6">
        <dgm:presLayoutVars/>
      </dgm:prSet>
      <dgm:spPr/>
    </dgm:pt>
    <dgm:pt modelId="{3BD40C15-CD8D-4701-9890-1585DDF99AA2}" type="pres">
      <dgm:prSet presAssocID="{F319AEFD-95C1-4A43-A910-51F7212AA194}" presName="sibTrans" presStyleCnt="0"/>
      <dgm:spPr/>
    </dgm:pt>
    <dgm:pt modelId="{511EA209-49F6-418F-AE5C-DCF60F97A746}" type="pres">
      <dgm:prSet presAssocID="{20D43393-C897-4D73-BB0B-64A0DACFBE5B}" presName="compNode" presStyleCnt="0"/>
      <dgm:spPr/>
    </dgm:pt>
    <dgm:pt modelId="{CE72D8B5-7C27-4A48-AEB3-81C92AE65452}" type="pres">
      <dgm:prSet presAssocID="{20D43393-C897-4D73-BB0B-64A0DACFBE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2A50F2BB-6969-4A26-BBF4-D4B1761EA3DE}" type="pres">
      <dgm:prSet presAssocID="{20D43393-C897-4D73-BB0B-64A0DACFBE5B}" presName="iconSpace" presStyleCnt="0"/>
      <dgm:spPr/>
    </dgm:pt>
    <dgm:pt modelId="{C031B59C-197D-49D5-9958-56F6C56B5A2B}" type="pres">
      <dgm:prSet presAssocID="{20D43393-C897-4D73-BB0B-64A0DACFBE5B}" presName="parTx" presStyleLbl="revTx" presStyleIdx="4" presStyleCnt="6">
        <dgm:presLayoutVars>
          <dgm:chMax val="0"/>
          <dgm:chPref val="0"/>
        </dgm:presLayoutVars>
      </dgm:prSet>
      <dgm:spPr/>
    </dgm:pt>
    <dgm:pt modelId="{BC35256F-6DBE-4460-8B8D-2F335F3AAF11}" type="pres">
      <dgm:prSet presAssocID="{20D43393-C897-4D73-BB0B-64A0DACFBE5B}" presName="txSpace" presStyleCnt="0"/>
      <dgm:spPr/>
    </dgm:pt>
    <dgm:pt modelId="{AE74A367-8664-4D2F-96F1-0D72FF3AA46F}" type="pres">
      <dgm:prSet presAssocID="{20D43393-C897-4D73-BB0B-64A0DACFBE5B}" presName="desTx" presStyleLbl="revTx" presStyleIdx="5" presStyleCnt="6">
        <dgm:presLayoutVars/>
      </dgm:prSet>
      <dgm:spPr/>
    </dgm:pt>
  </dgm:ptLst>
  <dgm:cxnLst>
    <dgm:cxn modelId="{21A0A218-7C50-448E-BA92-6D4DB65EB9CD}" srcId="{0429EE57-9059-4554-850D-5F836F98F56A}" destId="{20D43393-C897-4D73-BB0B-64A0DACFBE5B}" srcOrd="2" destOrd="0" parTransId="{10D96264-BFF4-42E4-9DDE-56E446C116FD}" sibTransId="{776DAB31-8DEE-4620-A280-BA857AE642BB}"/>
    <dgm:cxn modelId="{F9BE1127-46BD-45C6-8EBE-ABB1751B1DC9}" srcId="{20D43393-C897-4D73-BB0B-64A0DACFBE5B}" destId="{AE7B6713-19B1-4411-B02B-74FCC69D413D}" srcOrd="1" destOrd="0" parTransId="{AE618337-77ED-4731-8C70-625051340096}" sibTransId="{D4560998-5B0A-48AC-8972-E74D3A531990}"/>
    <dgm:cxn modelId="{DA7BB627-402C-44CA-B4B9-AFA51FEF08BF}" type="presOf" srcId="{4D37ABE2-15BC-4C57-A9AC-96162921A4F6}" destId="{0CED4D78-C8E5-4007-B038-1476AF94F12A}" srcOrd="0" destOrd="0" presId="urn:microsoft.com/office/officeart/2018/5/layout/CenteredIconLabelDescriptionList"/>
    <dgm:cxn modelId="{9F27D62F-6F53-44E7-B9CC-4F91F08BBDF7}" type="presOf" srcId="{AE7B6713-19B1-4411-B02B-74FCC69D413D}" destId="{AE74A367-8664-4D2F-96F1-0D72FF3AA46F}" srcOrd="0" destOrd="1" presId="urn:microsoft.com/office/officeart/2018/5/layout/CenteredIconLabelDescriptionList"/>
    <dgm:cxn modelId="{9216564C-BE35-4435-81EF-61988D57230D}" srcId="{0429EE57-9059-4554-850D-5F836F98F56A}" destId="{45B4C07A-CDE0-4688-BF86-F2A06F9AF4F1}" srcOrd="0" destOrd="0" parTransId="{74E924F6-B0B8-49E5-8D07-F25E35F8B80D}" sibTransId="{28C720F7-55F4-44D7-BDAB-DCA04C4E36F5}"/>
    <dgm:cxn modelId="{D3E88C73-9358-46E9-8E68-376B9B7979D0}" srcId="{D13BD283-5C23-4650-817C-31D28152E12D}" destId="{66DBA276-25D2-434F-B109-0DEF031B3CD8}" srcOrd="0" destOrd="0" parTransId="{03F2229F-FADD-4714-ADCB-6BFBAA9409C5}" sibTransId="{5A9D9C35-A9D0-4A12-9869-5FF224B042E6}"/>
    <dgm:cxn modelId="{731E4886-DA8E-4FFD-B5F1-9D71F2BAE981}" srcId="{20D43393-C897-4D73-BB0B-64A0DACFBE5B}" destId="{B1345F91-329F-4DE7-8649-71FC8962C5BB}" srcOrd="0" destOrd="0" parTransId="{26B340B7-B514-472C-938F-442D97FC476F}" sibTransId="{D8A42DB1-FEEF-431C-A017-E223E351C176}"/>
    <dgm:cxn modelId="{42A2C7A1-7534-411B-A2B3-7FF06BAF8165}" type="presOf" srcId="{20D43393-C897-4D73-BB0B-64A0DACFBE5B}" destId="{C031B59C-197D-49D5-9958-56F6C56B5A2B}" srcOrd="0" destOrd="0" presId="urn:microsoft.com/office/officeart/2018/5/layout/CenteredIconLabelDescriptionList"/>
    <dgm:cxn modelId="{F1812DA5-1730-49CC-8447-71D7F70CA1C8}" srcId="{0429EE57-9059-4554-850D-5F836F98F56A}" destId="{D13BD283-5C23-4650-817C-31D28152E12D}" srcOrd="1" destOrd="0" parTransId="{77A2D17E-C7A4-4391-BC39-9BA04CAA59AA}" sibTransId="{F319AEFD-95C1-4A43-A910-51F7212AA194}"/>
    <dgm:cxn modelId="{FC2319BE-5C1B-4BA4-83C5-233FB9F8F441}" srcId="{45B4C07A-CDE0-4688-BF86-F2A06F9AF4F1}" destId="{4D37ABE2-15BC-4C57-A9AC-96162921A4F6}" srcOrd="0" destOrd="0" parTransId="{5D55ECF9-A6A8-496F-819C-E27D41615B96}" sibTransId="{5B717DD7-2FC9-4E8F-8A4E-19AA3895A07F}"/>
    <dgm:cxn modelId="{558D55C0-6886-4702-8088-99B0C72DFC44}" type="presOf" srcId="{D13BD283-5C23-4650-817C-31D28152E12D}" destId="{6098F8DD-8D88-4175-9CBD-176701BB4C2E}" srcOrd="0" destOrd="0" presId="urn:microsoft.com/office/officeart/2018/5/layout/CenteredIconLabelDescriptionList"/>
    <dgm:cxn modelId="{B86C60C8-25B9-4E6B-861B-A52C9FFE2A10}" type="presOf" srcId="{45B4C07A-CDE0-4688-BF86-F2A06F9AF4F1}" destId="{50023338-5EB4-4337-9123-72CAC292F54E}" srcOrd="0" destOrd="0" presId="urn:microsoft.com/office/officeart/2018/5/layout/CenteredIconLabelDescriptionList"/>
    <dgm:cxn modelId="{84148EE4-BF48-434E-93A1-777F02C47C60}" type="presOf" srcId="{0429EE57-9059-4554-850D-5F836F98F56A}" destId="{9E2795D0-C6AB-4B81-B853-691C49451A2F}" srcOrd="0" destOrd="0" presId="urn:microsoft.com/office/officeart/2018/5/layout/CenteredIconLabelDescriptionList"/>
    <dgm:cxn modelId="{FE9872FA-61F9-492E-97D1-E725AAC471EE}" type="presOf" srcId="{66DBA276-25D2-434F-B109-0DEF031B3CD8}" destId="{CBEF0238-5D2A-4203-8368-0FC21DC65FD9}" srcOrd="0" destOrd="0" presId="urn:microsoft.com/office/officeart/2018/5/layout/CenteredIconLabelDescriptionList"/>
    <dgm:cxn modelId="{2AB1C1FB-97BA-4831-AC35-85AC134F5E31}" type="presOf" srcId="{B1345F91-329F-4DE7-8649-71FC8962C5BB}" destId="{AE74A367-8664-4D2F-96F1-0D72FF3AA46F}" srcOrd="0" destOrd="0" presId="urn:microsoft.com/office/officeart/2018/5/layout/CenteredIconLabelDescriptionList"/>
    <dgm:cxn modelId="{58155296-4305-4D87-A30E-1E0EB6E04B19}" type="presParOf" srcId="{9E2795D0-C6AB-4B81-B853-691C49451A2F}" destId="{5AE5BFE6-D61C-4D18-A02D-220003EA0CE6}" srcOrd="0" destOrd="0" presId="urn:microsoft.com/office/officeart/2018/5/layout/CenteredIconLabelDescriptionList"/>
    <dgm:cxn modelId="{7460B12F-9466-46BA-8A48-8E84CDDE1BD5}" type="presParOf" srcId="{5AE5BFE6-D61C-4D18-A02D-220003EA0CE6}" destId="{7ADA56CE-C0A9-4EC4-AE1E-CD7C06EDD52D}" srcOrd="0" destOrd="0" presId="urn:microsoft.com/office/officeart/2018/5/layout/CenteredIconLabelDescriptionList"/>
    <dgm:cxn modelId="{9A591146-85CF-4E86-BF4D-52F8B94636BA}" type="presParOf" srcId="{5AE5BFE6-D61C-4D18-A02D-220003EA0CE6}" destId="{93463650-224D-4DE9-8113-ECF1015F638F}" srcOrd="1" destOrd="0" presId="urn:microsoft.com/office/officeart/2018/5/layout/CenteredIconLabelDescriptionList"/>
    <dgm:cxn modelId="{1743412E-8C94-4A55-9EAB-C73296D20B0E}" type="presParOf" srcId="{5AE5BFE6-D61C-4D18-A02D-220003EA0CE6}" destId="{50023338-5EB4-4337-9123-72CAC292F54E}" srcOrd="2" destOrd="0" presId="urn:microsoft.com/office/officeart/2018/5/layout/CenteredIconLabelDescriptionList"/>
    <dgm:cxn modelId="{60863DA6-68E4-45F0-BD97-4BD30DA9CAF4}" type="presParOf" srcId="{5AE5BFE6-D61C-4D18-A02D-220003EA0CE6}" destId="{914CC6F2-6328-4D26-83BB-3110256EBAFA}" srcOrd="3" destOrd="0" presId="urn:microsoft.com/office/officeart/2018/5/layout/CenteredIconLabelDescriptionList"/>
    <dgm:cxn modelId="{9D5953D5-4CCC-45CC-A571-064402178308}" type="presParOf" srcId="{5AE5BFE6-D61C-4D18-A02D-220003EA0CE6}" destId="{0CED4D78-C8E5-4007-B038-1476AF94F12A}" srcOrd="4" destOrd="0" presId="urn:microsoft.com/office/officeart/2018/5/layout/CenteredIconLabelDescriptionList"/>
    <dgm:cxn modelId="{9F234A40-500E-4CD7-B5AB-77C32681850F}" type="presParOf" srcId="{9E2795D0-C6AB-4B81-B853-691C49451A2F}" destId="{D22FBA87-D30F-40F6-8850-0955CCB6A522}" srcOrd="1" destOrd="0" presId="urn:microsoft.com/office/officeart/2018/5/layout/CenteredIconLabelDescriptionList"/>
    <dgm:cxn modelId="{42F02E3B-ACC0-4B36-BBD1-2886120F5622}" type="presParOf" srcId="{9E2795D0-C6AB-4B81-B853-691C49451A2F}" destId="{76CD6125-DCE0-4417-A0CA-9DC1C08B17F3}" srcOrd="2" destOrd="0" presId="urn:microsoft.com/office/officeart/2018/5/layout/CenteredIconLabelDescriptionList"/>
    <dgm:cxn modelId="{592DAAE3-DF20-4241-BB99-62086CDD9906}" type="presParOf" srcId="{76CD6125-DCE0-4417-A0CA-9DC1C08B17F3}" destId="{899C8F88-7BA6-4B69-8D82-EEB9804C85A9}" srcOrd="0" destOrd="0" presId="urn:microsoft.com/office/officeart/2018/5/layout/CenteredIconLabelDescriptionList"/>
    <dgm:cxn modelId="{8FC46781-547A-42B9-AC7A-31F5A0D4EC13}" type="presParOf" srcId="{76CD6125-DCE0-4417-A0CA-9DC1C08B17F3}" destId="{50020416-5679-4630-A5B1-122E79004665}" srcOrd="1" destOrd="0" presId="urn:microsoft.com/office/officeart/2018/5/layout/CenteredIconLabelDescriptionList"/>
    <dgm:cxn modelId="{ADD71CAD-DDFA-43B5-9412-73B2AD74F0BE}" type="presParOf" srcId="{76CD6125-DCE0-4417-A0CA-9DC1C08B17F3}" destId="{6098F8DD-8D88-4175-9CBD-176701BB4C2E}" srcOrd="2" destOrd="0" presId="urn:microsoft.com/office/officeart/2018/5/layout/CenteredIconLabelDescriptionList"/>
    <dgm:cxn modelId="{4384AE72-7687-4175-9D7B-E64FCE9EF18B}" type="presParOf" srcId="{76CD6125-DCE0-4417-A0CA-9DC1C08B17F3}" destId="{697B5482-AEBF-4C33-8458-37D351CB3B25}" srcOrd="3" destOrd="0" presId="urn:microsoft.com/office/officeart/2018/5/layout/CenteredIconLabelDescriptionList"/>
    <dgm:cxn modelId="{B29CD21D-FB82-451D-91E8-EC2AF529399F}" type="presParOf" srcId="{76CD6125-DCE0-4417-A0CA-9DC1C08B17F3}" destId="{CBEF0238-5D2A-4203-8368-0FC21DC65FD9}" srcOrd="4" destOrd="0" presId="urn:microsoft.com/office/officeart/2018/5/layout/CenteredIconLabelDescriptionList"/>
    <dgm:cxn modelId="{F4641074-F214-4CF1-8C7A-EF827FA45286}" type="presParOf" srcId="{9E2795D0-C6AB-4B81-B853-691C49451A2F}" destId="{3BD40C15-CD8D-4701-9890-1585DDF99AA2}" srcOrd="3" destOrd="0" presId="urn:microsoft.com/office/officeart/2018/5/layout/CenteredIconLabelDescriptionList"/>
    <dgm:cxn modelId="{40D53A47-BD03-4998-87D7-5D763DA5D910}" type="presParOf" srcId="{9E2795D0-C6AB-4B81-B853-691C49451A2F}" destId="{511EA209-49F6-418F-AE5C-DCF60F97A746}" srcOrd="4" destOrd="0" presId="urn:microsoft.com/office/officeart/2018/5/layout/CenteredIconLabelDescriptionList"/>
    <dgm:cxn modelId="{D2650BE9-1FBA-4E0A-9F6F-3516B91D3D0F}" type="presParOf" srcId="{511EA209-49F6-418F-AE5C-DCF60F97A746}" destId="{CE72D8B5-7C27-4A48-AEB3-81C92AE65452}" srcOrd="0" destOrd="0" presId="urn:microsoft.com/office/officeart/2018/5/layout/CenteredIconLabelDescriptionList"/>
    <dgm:cxn modelId="{E683E1C6-3892-4A88-893A-9F0AB2A45284}" type="presParOf" srcId="{511EA209-49F6-418F-AE5C-DCF60F97A746}" destId="{2A50F2BB-6969-4A26-BBF4-D4B1761EA3DE}" srcOrd="1" destOrd="0" presId="urn:microsoft.com/office/officeart/2018/5/layout/CenteredIconLabelDescriptionList"/>
    <dgm:cxn modelId="{A1B055B4-04DE-4B00-93A3-955321F69BCC}" type="presParOf" srcId="{511EA209-49F6-418F-AE5C-DCF60F97A746}" destId="{C031B59C-197D-49D5-9958-56F6C56B5A2B}" srcOrd="2" destOrd="0" presId="urn:microsoft.com/office/officeart/2018/5/layout/CenteredIconLabelDescriptionList"/>
    <dgm:cxn modelId="{D0EA8267-E292-4E79-98BF-EEAC86019B75}" type="presParOf" srcId="{511EA209-49F6-418F-AE5C-DCF60F97A746}" destId="{BC35256F-6DBE-4460-8B8D-2F335F3AAF11}" srcOrd="3" destOrd="0" presId="urn:microsoft.com/office/officeart/2018/5/layout/CenteredIconLabelDescriptionList"/>
    <dgm:cxn modelId="{87088BE0-88FF-408D-9E9A-D8024286C0AF}" type="presParOf" srcId="{511EA209-49F6-418F-AE5C-DCF60F97A746}" destId="{AE74A367-8664-4D2F-96F1-0D72FF3AA46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429EE57-9059-4554-850D-5F836F98F5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05A966B8-E9D2-4BAA-94EF-83E66667EF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txindex</a:t>
          </a:r>
          <a:endParaRPr lang="en-US"/>
        </a:p>
      </dgm:t>
    </dgm:pt>
    <dgm:pt modelId="{B970E73E-8D56-49BA-BE8A-4C6EA1A6A91E}" type="parTrans" cxnId="{E1328784-5C02-4C31-9BE2-A8E87177358B}">
      <dgm:prSet/>
      <dgm:spPr/>
      <dgm:t>
        <a:bodyPr/>
        <a:lstStyle/>
        <a:p>
          <a:endParaRPr lang="en-US"/>
        </a:p>
      </dgm:t>
    </dgm:pt>
    <dgm:pt modelId="{16822D83-BFE9-4313-84A3-2BB29E0C7FEE}" type="sibTrans" cxnId="{E1328784-5C02-4C31-9BE2-A8E87177358B}">
      <dgm:prSet/>
      <dgm:spPr/>
      <dgm:t>
        <a:bodyPr/>
        <a:lstStyle/>
        <a:p>
          <a:endParaRPr lang="en-US"/>
        </a:p>
      </dgm:t>
    </dgm:pt>
    <dgm:pt modelId="{31479CFE-7735-4553-95CF-D0DF975A0C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Maintain an index of all transactions </a:t>
          </a:r>
        </a:p>
      </dgm:t>
    </dgm:pt>
    <dgm:pt modelId="{DEC1CF6D-41F5-4A53-B76C-8137BD84A6E8}" type="parTrans" cxnId="{EF80FC0B-AB60-4867-AAD0-8F79BE7972F7}">
      <dgm:prSet/>
      <dgm:spPr/>
      <dgm:t>
        <a:bodyPr/>
        <a:lstStyle/>
        <a:p>
          <a:endParaRPr lang="en-US"/>
        </a:p>
      </dgm:t>
    </dgm:pt>
    <dgm:pt modelId="{6A577EB5-CFE3-4EB6-8DF5-CDC7D7F95574}" type="sibTrans" cxnId="{EF80FC0B-AB60-4867-AAD0-8F79BE7972F7}">
      <dgm:prSet/>
      <dgm:spPr/>
      <dgm:t>
        <a:bodyPr/>
        <a:lstStyle/>
        <a:p>
          <a:endParaRPr lang="en-US"/>
        </a:p>
      </dgm:t>
    </dgm:pt>
    <dgm:pt modelId="{50A2FA46-59EB-4850-AAAC-9400C73291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means</a:t>
          </a:r>
        </a:p>
      </dgm:t>
    </dgm:pt>
    <dgm:pt modelId="{7B57F5E0-80AF-4EAD-AB11-A1D072F6B531}" type="parTrans" cxnId="{0517393C-736B-4976-98C6-C24D79292E18}">
      <dgm:prSet/>
      <dgm:spPr/>
      <dgm:t>
        <a:bodyPr/>
        <a:lstStyle/>
        <a:p>
          <a:endParaRPr lang="en-US"/>
        </a:p>
      </dgm:t>
    </dgm:pt>
    <dgm:pt modelId="{CA60539B-1E10-440C-B866-4C24F662B46F}" type="sibTrans" cxnId="{0517393C-736B-4976-98C6-C24D79292E18}">
      <dgm:prSet/>
      <dgm:spPr/>
      <dgm:t>
        <a:bodyPr/>
        <a:lstStyle/>
        <a:p>
          <a:endParaRPr lang="en-US"/>
        </a:p>
      </dgm:t>
    </dgm:pt>
    <dgm:pt modelId="{4F8D1302-5CCB-4840-9568-BE6DBEA030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complete copy of the blockchain</a:t>
          </a:r>
        </a:p>
      </dgm:t>
    </dgm:pt>
    <dgm:pt modelId="{FF80BD20-7059-458D-BAE5-20EE1DB6D4A5}" type="parTrans" cxnId="{2D0CBF76-05F4-43F4-AD2F-1511EB4660D8}">
      <dgm:prSet/>
      <dgm:spPr/>
      <dgm:t>
        <a:bodyPr/>
        <a:lstStyle/>
        <a:p>
          <a:endParaRPr lang="tr-TR"/>
        </a:p>
      </dgm:t>
    </dgm:pt>
    <dgm:pt modelId="{C1210C5D-2016-46E8-9826-80D0DF03AEBB}" type="sibTrans" cxnId="{2D0CBF76-05F4-43F4-AD2F-1511EB4660D8}">
      <dgm:prSet/>
      <dgm:spPr/>
      <dgm:t>
        <a:bodyPr/>
        <a:lstStyle/>
        <a:p>
          <a:endParaRPr lang="tr-TR"/>
        </a:p>
      </dgm:t>
    </dgm:pt>
    <dgm:pt modelId="{4D8F11C1-BD3F-437A-9E53-146D92BBA26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allows</a:t>
          </a:r>
        </a:p>
      </dgm:t>
    </dgm:pt>
    <dgm:pt modelId="{49234391-B3BF-4EBA-B079-3EC9D19E11E0}" type="parTrans" cxnId="{83B08036-5F78-42CB-BC61-FEAA46497904}">
      <dgm:prSet/>
      <dgm:spPr/>
      <dgm:t>
        <a:bodyPr/>
        <a:lstStyle/>
        <a:p>
          <a:endParaRPr lang="tr-TR"/>
        </a:p>
      </dgm:t>
    </dgm:pt>
    <dgm:pt modelId="{2156D068-DCAF-4E89-89B2-6F5B385C7F3C}" type="sibTrans" cxnId="{83B08036-5F78-42CB-BC61-FEAA46497904}">
      <dgm:prSet/>
      <dgm:spPr/>
      <dgm:t>
        <a:bodyPr/>
        <a:lstStyle/>
        <a:p>
          <a:endParaRPr lang="tr-TR"/>
        </a:p>
      </dgm:t>
    </dgm:pt>
    <dgm:pt modelId="{AF0F28CF-A027-4692-88E2-03F38DCE8F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 transaction by ID</a:t>
          </a:r>
        </a:p>
      </dgm:t>
    </dgm:pt>
    <dgm:pt modelId="{CB830419-5930-4931-9E37-76309E998E6E}" type="parTrans" cxnId="{CF4E8EE9-D549-419E-AA58-DFE85F62CDB8}">
      <dgm:prSet/>
      <dgm:spPr/>
      <dgm:t>
        <a:bodyPr/>
        <a:lstStyle/>
        <a:p>
          <a:endParaRPr lang="tr-TR"/>
        </a:p>
      </dgm:t>
    </dgm:pt>
    <dgm:pt modelId="{4DA88951-66F1-42EC-8DC8-B298D76844DC}" type="sibTrans" cxnId="{CF4E8EE9-D549-419E-AA58-DFE85F62CDB8}">
      <dgm:prSet/>
      <dgm:spPr/>
      <dgm:t>
        <a:bodyPr/>
        <a:lstStyle/>
        <a:p>
          <a:endParaRPr lang="tr-TR"/>
        </a:p>
      </dgm:t>
    </dgm:pt>
    <dgm:pt modelId="{9DF5347A-AC10-47AB-9195-FA875D437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programmatically retrieve</a:t>
          </a:r>
        </a:p>
      </dgm:t>
    </dgm:pt>
    <dgm:pt modelId="{B4D69AAE-4D07-4F6A-A978-7CD6942C0DD2}" type="parTrans" cxnId="{53A8F22F-A285-4ED7-B17F-5A6D81D6B5F2}">
      <dgm:prSet/>
      <dgm:spPr/>
    </dgm:pt>
    <dgm:pt modelId="{B4ABE11F-4F42-42B6-BD6F-AA1E60B16980}" type="sibTrans" cxnId="{53A8F22F-A285-4ED7-B17F-5A6D81D6B5F2}">
      <dgm:prSet/>
      <dgm:spPr/>
      <dgm:t>
        <a:bodyPr/>
        <a:lstStyle/>
        <a:p>
          <a:endParaRPr lang="en-US"/>
        </a:p>
      </dgm:t>
    </dgm:pt>
    <dgm:pt modelId="{6A8F5CB6-D07C-4E4B-9F16-060B5E52F68A}" type="pres">
      <dgm:prSet presAssocID="{0429EE57-9059-4554-850D-5F836F98F56A}" presName="root" presStyleCnt="0">
        <dgm:presLayoutVars>
          <dgm:dir/>
          <dgm:resizeHandles val="exact"/>
        </dgm:presLayoutVars>
      </dgm:prSet>
      <dgm:spPr/>
    </dgm:pt>
    <dgm:pt modelId="{9D23E68D-452A-4E03-8B3D-6841837A4D2C}" type="pres">
      <dgm:prSet presAssocID="{05A966B8-E9D2-4BAA-94EF-83E66667EF6D}" presName="compNode" presStyleCnt="0"/>
      <dgm:spPr/>
    </dgm:pt>
    <dgm:pt modelId="{6ADA9FB2-8C22-43E8-AC88-DE321A6EBD35}" type="pres">
      <dgm:prSet presAssocID="{05A966B8-E9D2-4BAA-94EF-83E66667EF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ABA80FAC-E2AB-4F37-A520-190107A8836A}" type="pres">
      <dgm:prSet presAssocID="{05A966B8-E9D2-4BAA-94EF-83E66667EF6D}" presName="iconSpace" presStyleCnt="0"/>
      <dgm:spPr/>
    </dgm:pt>
    <dgm:pt modelId="{CBDF8AD7-F98F-4471-A7BC-61FC9B3F3528}" type="pres">
      <dgm:prSet presAssocID="{05A966B8-E9D2-4BAA-94EF-83E66667EF6D}" presName="parTx" presStyleLbl="revTx" presStyleIdx="0" presStyleCnt="6">
        <dgm:presLayoutVars>
          <dgm:chMax val="0"/>
          <dgm:chPref val="0"/>
        </dgm:presLayoutVars>
      </dgm:prSet>
      <dgm:spPr/>
    </dgm:pt>
    <dgm:pt modelId="{2DF7E0F4-028D-4E2F-BB48-1CC0F9BCC7BC}" type="pres">
      <dgm:prSet presAssocID="{05A966B8-E9D2-4BAA-94EF-83E66667EF6D}" presName="txSpace" presStyleCnt="0"/>
      <dgm:spPr/>
    </dgm:pt>
    <dgm:pt modelId="{A6A0879A-9018-403F-8980-CFDB3FC93A69}" type="pres">
      <dgm:prSet presAssocID="{05A966B8-E9D2-4BAA-94EF-83E66667EF6D}" presName="desTx" presStyleLbl="revTx" presStyleIdx="1" presStyleCnt="6">
        <dgm:presLayoutVars/>
      </dgm:prSet>
      <dgm:spPr/>
    </dgm:pt>
    <dgm:pt modelId="{997D13AB-07C3-4F76-A70C-3D98F1D31D73}" type="pres">
      <dgm:prSet presAssocID="{16822D83-BFE9-4313-84A3-2BB29E0C7FEE}" presName="sibTrans" presStyleCnt="0"/>
      <dgm:spPr/>
    </dgm:pt>
    <dgm:pt modelId="{07E50C0D-410B-400C-BC62-BF8EE79C21EC}" type="pres">
      <dgm:prSet presAssocID="{50A2FA46-59EB-4850-AAAC-9400C732912C}" presName="compNode" presStyleCnt="0"/>
      <dgm:spPr/>
    </dgm:pt>
    <dgm:pt modelId="{585D3E86-6B8F-4C59-B151-AC924DB7B332}" type="pres">
      <dgm:prSet presAssocID="{50A2FA46-59EB-4850-AAAC-9400C73291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9E700E1-7529-4434-9642-79F395C4434C}" type="pres">
      <dgm:prSet presAssocID="{50A2FA46-59EB-4850-AAAC-9400C732912C}" presName="iconSpace" presStyleCnt="0"/>
      <dgm:spPr/>
    </dgm:pt>
    <dgm:pt modelId="{67D3D391-C9FE-4FEC-87A8-CDBD6B053C3C}" type="pres">
      <dgm:prSet presAssocID="{50A2FA46-59EB-4850-AAAC-9400C732912C}" presName="parTx" presStyleLbl="revTx" presStyleIdx="2" presStyleCnt="6">
        <dgm:presLayoutVars>
          <dgm:chMax val="0"/>
          <dgm:chPref val="0"/>
        </dgm:presLayoutVars>
      </dgm:prSet>
      <dgm:spPr/>
    </dgm:pt>
    <dgm:pt modelId="{4B9F2255-27DF-49C8-805C-F2101F27FCCB}" type="pres">
      <dgm:prSet presAssocID="{50A2FA46-59EB-4850-AAAC-9400C732912C}" presName="txSpace" presStyleCnt="0"/>
      <dgm:spPr/>
    </dgm:pt>
    <dgm:pt modelId="{2B9AA2B3-DC87-4770-AAC8-9AE5C56BDFA8}" type="pres">
      <dgm:prSet presAssocID="{50A2FA46-59EB-4850-AAAC-9400C732912C}" presName="desTx" presStyleLbl="revTx" presStyleIdx="3" presStyleCnt="6">
        <dgm:presLayoutVars/>
      </dgm:prSet>
      <dgm:spPr/>
    </dgm:pt>
    <dgm:pt modelId="{3627846D-03EC-4BF7-87A2-1D3D2F75640B}" type="pres">
      <dgm:prSet presAssocID="{CA60539B-1E10-440C-B866-4C24F662B46F}" presName="sibTrans" presStyleCnt="0"/>
      <dgm:spPr/>
    </dgm:pt>
    <dgm:pt modelId="{3379A617-0171-424B-B250-CC3FCF79455B}" type="pres">
      <dgm:prSet presAssocID="{4D8F11C1-BD3F-437A-9E53-146D92BBA266}" presName="compNode" presStyleCnt="0"/>
      <dgm:spPr/>
    </dgm:pt>
    <dgm:pt modelId="{067827F2-8D41-41B9-A9CB-E7F746190680}" type="pres">
      <dgm:prSet presAssocID="{4D8F11C1-BD3F-437A-9E53-146D92BBA2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2FCAF7B-9674-46FB-B875-29C4F6328DB8}" type="pres">
      <dgm:prSet presAssocID="{4D8F11C1-BD3F-437A-9E53-146D92BBA266}" presName="iconSpace" presStyleCnt="0"/>
      <dgm:spPr/>
    </dgm:pt>
    <dgm:pt modelId="{88BB4307-23F2-4F4D-8D05-6A17D801D3F4}" type="pres">
      <dgm:prSet presAssocID="{4D8F11C1-BD3F-437A-9E53-146D92BBA266}" presName="parTx" presStyleLbl="revTx" presStyleIdx="4" presStyleCnt="6">
        <dgm:presLayoutVars>
          <dgm:chMax val="0"/>
          <dgm:chPref val="0"/>
        </dgm:presLayoutVars>
      </dgm:prSet>
      <dgm:spPr/>
    </dgm:pt>
    <dgm:pt modelId="{1ED7B78F-E0D9-426F-81F0-8FF746E47CA5}" type="pres">
      <dgm:prSet presAssocID="{4D8F11C1-BD3F-437A-9E53-146D92BBA266}" presName="txSpace" presStyleCnt="0"/>
      <dgm:spPr/>
    </dgm:pt>
    <dgm:pt modelId="{C8F85796-7CAA-4F23-BC9B-75B4B40C86EF}" type="pres">
      <dgm:prSet presAssocID="{4D8F11C1-BD3F-437A-9E53-146D92BBA266}" presName="desTx" presStyleLbl="revTx" presStyleIdx="5" presStyleCnt="6">
        <dgm:presLayoutVars/>
      </dgm:prSet>
      <dgm:spPr/>
    </dgm:pt>
  </dgm:ptLst>
  <dgm:cxnLst>
    <dgm:cxn modelId="{EF80FC0B-AB60-4867-AAD0-8F79BE7972F7}" srcId="{05A966B8-E9D2-4BAA-94EF-83E66667EF6D}" destId="{31479CFE-7735-4553-95CF-D0DF975A0C6C}" srcOrd="0" destOrd="0" parTransId="{DEC1CF6D-41F5-4A53-B76C-8137BD84A6E8}" sibTransId="{6A577EB5-CFE3-4EB6-8DF5-CDC7D7F95574}"/>
    <dgm:cxn modelId="{53A8F22F-A285-4ED7-B17F-5A6D81D6B5F2}" srcId="{4D8F11C1-BD3F-437A-9E53-146D92BBA266}" destId="{9DF5347A-AC10-47AB-9195-FA875D437181}" srcOrd="0" destOrd="0" parTransId="{B4D69AAE-4D07-4F6A-A978-7CD6942C0DD2}" sibTransId="{B4ABE11F-4F42-42B6-BD6F-AA1E60B16980}"/>
    <dgm:cxn modelId="{83B08036-5F78-42CB-BC61-FEAA46497904}" srcId="{0429EE57-9059-4554-850D-5F836F98F56A}" destId="{4D8F11C1-BD3F-437A-9E53-146D92BBA266}" srcOrd="2" destOrd="0" parTransId="{49234391-B3BF-4EBA-B079-3EC9D19E11E0}" sibTransId="{2156D068-DCAF-4E89-89B2-6F5B385C7F3C}"/>
    <dgm:cxn modelId="{0517393C-736B-4976-98C6-C24D79292E18}" srcId="{0429EE57-9059-4554-850D-5F836F98F56A}" destId="{50A2FA46-59EB-4850-AAAC-9400C732912C}" srcOrd="1" destOrd="0" parTransId="{7B57F5E0-80AF-4EAD-AB11-A1D072F6B531}" sibTransId="{CA60539B-1E10-440C-B866-4C24F662B46F}"/>
    <dgm:cxn modelId="{6CFE6466-7A8C-47FB-8862-44BBBC04AA76}" type="presOf" srcId="{31479CFE-7735-4553-95CF-D0DF975A0C6C}" destId="{A6A0879A-9018-403F-8980-CFDB3FC93A69}" srcOrd="0" destOrd="0" presId="urn:microsoft.com/office/officeart/2018/5/layout/CenteredIconLabelDescriptionList"/>
    <dgm:cxn modelId="{ACF72075-2C0D-4737-AF47-7EBD479625A2}" type="presOf" srcId="{9DF5347A-AC10-47AB-9195-FA875D437181}" destId="{C8F85796-7CAA-4F23-BC9B-75B4B40C86EF}" srcOrd="0" destOrd="0" presId="urn:microsoft.com/office/officeart/2018/5/layout/CenteredIconLabelDescriptionList"/>
    <dgm:cxn modelId="{2D0CBF76-05F4-43F4-AD2F-1511EB4660D8}" srcId="{50A2FA46-59EB-4850-AAAC-9400C732912C}" destId="{4F8D1302-5CCB-4840-9568-BE6DBEA030B2}" srcOrd="0" destOrd="0" parTransId="{FF80BD20-7059-458D-BAE5-20EE1DB6D4A5}" sibTransId="{C1210C5D-2016-46E8-9826-80D0DF03AEBB}"/>
    <dgm:cxn modelId="{E1328784-5C02-4C31-9BE2-A8E87177358B}" srcId="{0429EE57-9059-4554-850D-5F836F98F56A}" destId="{05A966B8-E9D2-4BAA-94EF-83E66667EF6D}" srcOrd="0" destOrd="0" parTransId="{B970E73E-8D56-49BA-BE8A-4C6EA1A6A91E}" sibTransId="{16822D83-BFE9-4313-84A3-2BB29E0C7FEE}"/>
    <dgm:cxn modelId="{FFE13388-072E-44D0-A3DF-54B76F05A846}" type="presOf" srcId="{0429EE57-9059-4554-850D-5F836F98F56A}" destId="{6A8F5CB6-D07C-4E4B-9F16-060B5E52F68A}" srcOrd="0" destOrd="0" presId="urn:microsoft.com/office/officeart/2018/5/layout/CenteredIconLabelDescriptionList"/>
    <dgm:cxn modelId="{413F6A89-0882-4CC8-BE1E-E8AD6F2C0154}" type="presOf" srcId="{50A2FA46-59EB-4850-AAAC-9400C732912C}" destId="{67D3D391-C9FE-4FEC-87A8-CDBD6B053C3C}" srcOrd="0" destOrd="0" presId="urn:microsoft.com/office/officeart/2018/5/layout/CenteredIconLabelDescriptionList"/>
    <dgm:cxn modelId="{9116D996-0B11-4343-8B79-7BF8B56B4E1D}" type="presOf" srcId="{4F8D1302-5CCB-4840-9568-BE6DBEA030B2}" destId="{2B9AA2B3-DC87-4770-AAC8-9AE5C56BDFA8}" srcOrd="0" destOrd="0" presId="urn:microsoft.com/office/officeart/2018/5/layout/CenteredIconLabelDescriptionList"/>
    <dgm:cxn modelId="{E30ACFDA-F2E1-4C84-B544-A44E7F7A3398}" type="presOf" srcId="{4D8F11C1-BD3F-437A-9E53-146D92BBA266}" destId="{88BB4307-23F2-4F4D-8D05-6A17D801D3F4}" srcOrd="0" destOrd="0" presId="urn:microsoft.com/office/officeart/2018/5/layout/CenteredIconLabelDescriptionList"/>
    <dgm:cxn modelId="{CF4E8EE9-D549-419E-AA58-DFE85F62CDB8}" srcId="{4D8F11C1-BD3F-437A-9E53-146D92BBA266}" destId="{AF0F28CF-A027-4692-88E2-03F38DCE8FC0}" srcOrd="1" destOrd="0" parTransId="{CB830419-5930-4931-9E37-76309E998E6E}" sibTransId="{4DA88951-66F1-42EC-8DC8-B298D76844DC}"/>
    <dgm:cxn modelId="{CE2894F2-F7C7-46AF-821B-C781EC1B087C}" type="presOf" srcId="{AF0F28CF-A027-4692-88E2-03F38DCE8FC0}" destId="{C8F85796-7CAA-4F23-BC9B-75B4B40C86EF}" srcOrd="0" destOrd="1" presId="urn:microsoft.com/office/officeart/2018/5/layout/CenteredIconLabelDescriptionList"/>
    <dgm:cxn modelId="{98092BF5-8C3A-4914-BFD5-C398D7DE5D3D}" type="presOf" srcId="{05A966B8-E9D2-4BAA-94EF-83E66667EF6D}" destId="{CBDF8AD7-F98F-4471-A7BC-61FC9B3F3528}" srcOrd="0" destOrd="0" presId="urn:microsoft.com/office/officeart/2018/5/layout/CenteredIconLabelDescriptionList"/>
    <dgm:cxn modelId="{343A9E5B-9831-4ECC-8B40-39E974F17AF4}" type="presParOf" srcId="{6A8F5CB6-D07C-4E4B-9F16-060B5E52F68A}" destId="{9D23E68D-452A-4E03-8B3D-6841837A4D2C}" srcOrd="0" destOrd="0" presId="urn:microsoft.com/office/officeart/2018/5/layout/CenteredIconLabelDescriptionList"/>
    <dgm:cxn modelId="{0352501C-952B-4BB8-A913-4A5FF6D53CF6}" type="presParOf" srcId="{9D23E68D-452A-4E03-8B3D-6841837A4D2C}" destId="{6ADA9FB2-8C22-43E8-AC88-DE321A6EBD35}" srcOrd="0" destOrd="0" presId="urn:microsoft.com/office/officeart/2018/5/layout/CenteredIconLabelDescriptionList"/>
    <dgm:cxn modelId="{A5B93E0E-9D04-48E3-B30B-5478A504D53D}" type="presParOf" srcId="{9D23E68D-452A-4E03-8B3D-6841837A4D2C}" destId="{ABA80FAC-E2AB-4F37-A520-190107A8836A}" srcOrd="1" destOrd="0" presId="urn:microsoft.com/office/officeart/2018/5/layout/CenteredIconLabelDescriptionList"/>
    <dgm:cxn modelId="{EA88FB67-9B8E-4670-869B-ACC95FB71F74}" type="presParOf" srcId="{9D23E68D-452A-4E03-8B3D-6841837A4D2C}" destId="{CBDF8AD7-F98F-4471-A7BC-61FC9B3F3528}" srcOrd="2" destOrd="0" presId="urn:microsoft.com/office/officeart/2018/5/layout/CenteredIconLabelDescriptionList"/>
    <dgm:cxn modelId="{D26D7956-A95B-402A-9B48-5D3F2D30838B}" type="presParOf" srcId="{9D23E68D-452A-4E03-8B3D-6841837A4D2C}" destId="{2DF7E0F4-028D-4E2F-BB48-1CC0F9BCC7BC}" srcOrd="3" destOrd="0" presId="urn:microsoft.com/office/officeart/2018/5/layout/CenteredIconLabelDescriptionList"/>
    <dgm:cxn modelId="{DBF84471-6DAF-4259-837F-85576F30693A}" type="presParOf" srcId="{9D23E68D-452A-4E03-8B3D-6841837A4D2C}" destId="{A6A0879A-9018-403F-8980-CFDB3FC93A69}" srcOrd="4" destOrd="0" presId="urn:microsoft.com/office/officeart/2018/5/layout/CenteredIconLabelDescriptionList"/>
    <dgm:cxn modelId="{4CEB3A03-E64B-46D6-BDFE-1160D6C0C391}" type="presParOf" srcId="{6A8F5CB6-D07C-4E4B-9F16-060B5E52F68A}" destId="{997D13AB-07C3-4F76-A70C-3D98F1D31D73}" srcOrd="1" destOrd="0" presId="urn:microsoft.com/office/officeart/2018/5/layout/CenteredIconLabelDescriptionList"/>
    <dgm:cxn modelId="{AE20D0E5-DCE5-44A4-A17E-4582CC80E599}" type="presParOf" srcId="{6A8F5CB6-D07C-4E4B-9F16-060B5E52F68A}" destId="{07E50C0D-410B-400C-BC62-BF8EE79C21EC}" srcOrd="2" destOrd="0" presId="urn:microsoft.com/office/officeart/2018/5/layout/CenteredIconLabelDescriptionList"/>
    <dgm:cxn modelId="{9FEE4B40-90DF-47E3-A648-859B84572844}" type="presParOf" srcId="{07E50C0D-410B-400C-BC62-BF8EE79C21EC}" destId="{585D3E86-6B8F-4C59-B151-AC924DB7B332}" srcOrd="0" destOrd="0" presId="urn:microsoft.com/office/officeart/2018/5/layout/CenteredIconLabelDescriptionList"/>
    <dgm:cxn modelId="{73CF37EA-1D92-4296-B39A-9D2A9D7A18DD}" type="presParOf" srcId="{07E50C0D-410B-400C-BC62-BF8EE79C21EC}" destId="{89E700E1-7529-4434-9642-79F395C4434C}" srcOrd="1" destOrd="0" presId="urn:microsoft.com/office/officeart/2018/5/layout/CenteredIconLabelDescriptionList"/>
    <dgm:cxn modelId="{9F0D49AD-2133-4AA3-9E60-3C50AF927C8C}" type="presParOf" srcId="{07E50C0D-410B-400C-BC62-BF8EE79C21EC}" destId="{67D3D391-C9FE-4FEC-87A8-CDBD6B053C3C}" srcOrd="2" destOrd="0" presId="urn:microsoft.com/office/officeart/2018/5/layout/CenteredIconLabelDescriptionList"/>
    <dgm:cxn modelId="{376C610E-BA7B-4D34-94D5-1FE1DD296327}" type="presParOf" srcId="{07E50C0D-410B-400C-BC62-BF8EE79C21EC}" destId="{4B9F2255-27DF-49C8-805C-F2101F27FCCB}" srcOrd="3" destOrd="0" presId="urn:microsoft.com/office/officeart/2018/5/layout/CenteredIconLabelDescriptionList"/>
    <dgm:cxn modelId="{115C327E-2C46-45D4-9809-D09F0AEB5B3A}" type="presParOf" srcId="{07E50C0D-410B-400C-BC62-BF8EE79C21EC}" destId="{2B9AA2B3-DC87-4770-AAC8-9AE5C56BDFA8}" srcOrd="4" destOrd="0" presId="urn:microsoft.com/office/officeart/2018/5/layout/CenteredIconLabelDescriptionList"/>
    <dgm:cxn modelId="{B88BC2A4-E868-45A9-B9AF-B17A430B29D6}" type="presParOf" srcId="{6A8F5CB6-D07C-4E4B-9F16-060B5E52F68A}" destId="{3627846D-03EC-4BF7-87A2-1D3D2F75640B}" srcOrd="3" destOrd="0" presId="urn:microsoft.com/office/officeart/2018/5/layout/CenteredIconLabelDescriptionList"/>
    <dgm:cxn modelId="{823FB286-FDED-4F47-B2ED-673DB7025082}" type="presParOf" srcId="{6A8F5CB6-D07C-4E4B-9F16-060B5E52F68A}" destId="{3379A617-0171-424B-B250-CC3FCF79455B}" srcOrd="4" destOrd="0" presId="urn:microsoft.com/office/officeart/2018/5/layout/CenteredIconLabelDescriptionList"/>
    <dgm:cxn modelId="{A7CDEA56-C25A-4370-BBC6-EF8A6692450E}" type="presParOf" srcId="{3379A617-0171-424B-B250-CC3FCF79455B}" destId="{067827F2-8D41-41B9-A9CB-E7F746190680}" srcOrd="0" destOrd="0" presId="urn:microsoft.com/office/officeart/2018/5/layout/CenteredIconLabelDescriptionList"/>
    <dgm:cxn modelId="{7D70677F-FE4C-48A0-BFBE-D7822E7561D1}" type="presParOf" srcId="{3379A617-0171-424B-B250-CC3FCF79455B}" destId="{52FCAF7B-9674-46FB-B875-29C4F6328DB8}" srcOrd="1" destOrd="0" presId="urn:microsoft.com/office/officeart/2018/5/layout/CenteredIconLabelDescriptionList"/>
    <dgm:cxn modelId="{297D99D1-1813-40AD-A4D7-00478B062EA0}" type="presParOf" srcId="{3379A617-0171-424B-B250-CC3FCF79455B}" destId="{88BB4307-23F2-4F4D-8D05-6A17D801D3F4}" srcOrd="2" destOrd="0" presId="urn:microsoft.com/office/officeart/2018/5/layout/CenteredIconLabelDescriptionList"/>
    <dgm:cxn modelId="{B5B788D8-1984-4530-8842-753D5E00D9C7}" type="presParOf" srcId="{3379A617-0171-424B-B250-CC3FCF79455B}" destId="{1ED7B78F-E0D9-426F-81F0-8FF746E47CA5}" srcOrd="3" destOrd="0" presId="urn:microsoft.com/office/officeart/2018/5/layout/CenteredIconLabelDescriptionList"/>
    <dgm:cxn modelId="{CA2A1299-7EF6-4FD0-961D-33D02AAD3F4C}" type="presParOf" srcId="{3379A617-0171-424B-B250-CC3FCF79455B}" destId="{C8F85796-7CAA-4F23-BC9B-75B4B40C86E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429EE57-9059-4554-850D-5F836F98F5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91A6AA8-324C-49EA-876E-34E820EDEF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maxconnections</a:t>
          </a:r>
          <a:endParaRPr lang="en-US"/>
        </a:p>
      </dgm:t>
    </dgm:pt>
    <dgm:pt modelId="{5405C59E-E06C-4C6F-8F6E-4916A0FB28BD}" type="parTrans" cxnId="{ADC4FCAD-91ED-4C48-8848-F7DBB7A855D8}">
      <dgm:prSet/>
      <dgm:spPr/>
      <dgm:t>
        <a:bodyPr/>
        <a:lstStyle/>
        <a:p>
          <a:endParaRPr lang="en-US"/>
        </a:p>
      </dgm:t>
    </dgm:pt>
    <dgm:pt modelId="{F083BACC-98DA-4E65-981E-0573340EB1F5}" type="sibTrans" cxnId="{ADC4FCAD-91ED-4C48-8848-F7DBB7A855D8}">
      <dgm:prSet/>
      <dgm:spPr/>
      <dgm:t>
        <a:bodyPr/>
        <a:lstStyle/>
        <a:p>
          <a:endParaRPr lang="en-US"/>
        </a:p>
      </dgm:t>
    </dgm:pt>
    <dgm:pt modelId="{6FEBBAB3-26C8-4DDA-82EB-87B33E8FC8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maximum number of nodes</a:t>
          </a:r>
        </a:p>
      </dgm:t>
    </dgm:pt>
    <dgm:pt modelId="{98760FC4-87D3-466F-8FAD-0C95C9C4A144}" type="parTrans" cxnId="{FDE74240-912C-4D16-8278-94842FF2D786}">
      <dgm:prSet/>
      <dgm:spPr/>
      <dgm:t>
        <a:bodyPr/>
        <a:lstStyle/>
        <a:p>
          <a:endParaRPr lang="en-US"/>
        </a:p>
      </dgm:t>
    </dgm:pt>
    <dgm:pt modelId="{CCB8F9C8-137B-40A6-8CB3-E956A524795F}" type="sibTrans" cxnId="{FDE74240-912C-4D16-8278-94842FF2D786}">
      <dgm:prSet/>
      <dgm:spPr/>
      <dgm:t>
        <a:bodyPr/>
        <a:lstStyle/>
        <a:p>
          <a:endParaRPr lang="en-US"/>
        </a:p>
      </dgm:t>
    </dgm:pt>
    <dgm:pt modelId="{6CF13F53-3466-46A9-89A7-571F505DC6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Bandwith</a:t>
          </a:r>
          <a:endParaRPr lang="en-US" dirty="0"/>
        </a:p>
      </dgm:t>
    </dgm:pt>
    <dgm:pt modelId="{19AAC1F7-89C5-4446-AA89-90E1BF0FAFD8}" type="parTrans" cxnId="{43444FA4-ADD6-44D0-B1AD-621B74B07BAE}">
      <dgm:prSet/>
      <dgm:spPr/>
      <dgm:t>
        <a:bodyPr/>
        <a:lstStyle/>
        <a:p>
          <a:endParaRPr lang="en-US"/>
        </a:p>
      </dgm:t>
    </dgm:pt>
    <dgm:pt modelId="{0DF4231E-BFA2-47FA-9612-CA3BC85F4CE1}" type="sibTrans" cxnId="{43444FA4-ADD6-44D0-B1AD-621B74B07BAE}">
      <dgm:prSet/>
      <dgm:spPr/>
      <dgm:t>
        <a:bodyPr/>
        <a:lstStyle/>
        <a:p>
          <a:endParaRPr lang="en-US"/>
        </a:p>
      </dgm:t>
    </dgm:pt>
    <dgm:pt modelId="{CAF5386B-5F8B-4962-AA79-2F06DEC16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</a:t>
          </a:r>
          <a:r>
            <a:rPr lang="tr-TR" dirty="0"/>
            <a:t>there is </a:t>
          </a: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data cap</a:t>
          </a:r>
        </a:p>
      </dgm:t>
    </dgm:pt>
    <dgm:pt modelId="{B950DF4B-98AA-4483-805D-D9133D823C64}" type="parTrans" cxnId="{51C4768B-4BC3-457D-82BC-434FE70A0C65}">
      <dgm:prSet/>
      <dgm:spPr/>
      <dgm:t>
        <a:bodyPr/>
        <a:lstStyle/>
        <a:p>
          <a:endParaRPr lang="en-US"/>
        </a:p>
      </dgm:t>
    </dgm:pt>
    <dgm:pt modelId="{8BBD17D7-D6F0-4038-BC8B-9B775F7A15E9}" type="sibTrans" cxnId="{51C4768B-4BC3-457D-82BC-434FE70A0C65}">
      <dgm:prSet/>
      <dgm:spPr/>
      <dgm:t>
        <a:bodyPr/>
        <a:lstStyle/>
        <a:p>
          <a:endParaRPr lang="en-US"/>
        </a:p>
      </dgm:t>
    </dgm:pt>
    <dgm:pt modelId="{1FA86118-6B7E-4F0A-9D38-7531A923E9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accept connections</a:t>
          </a:r>
        </a:p>
      </dgm:t>
    </dgm:pt>
    <dgm:pt modelId="{125B0F7C-9FCB-4555-9B91-05C0531F2506}" type="parTrans" cxnId="{5844A058-41B9-41E0-97ED-169D58FC1AFB}">
      <dgm:prSet/>
      <dgm:spPr/>
      <dgm:t>
        <a:bodyPr/>
        <a:lstStyle/>
        <a:p>
          <a:endParaRPr lang="tr-TR"/>
        </a:p>
      </dgm:t>
    </dgm:pt>
    <dgm:pt modelId="{9F57FD67-1557-43DB-81B5-08B272AE0157}" type="sibTrans" cxnId="{5844A058-41B9-41E0-97ED-169D58FC1AFB}">
      <dgm:prSet/>
      <dgm:spPr/>
      <dgm:t>
        <a:bodyPr/>
        <a:lstStyle/>
        <a:p>
          <a:endParaRPr lang="tr-TR"/>
        </a:p>
      </dgm:t>
    </dgm:pt>
    <dgm:pt modelId="{55605B88-9708-435E-9B27-C6B4F38E65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Useful</a:t>
          </a:r>
          <a:endParaRPr lang="en-US"/>
        </a:p>
      </dgm:t>
    </dgm:pt>
    <dgm:pt modelId="{9B0CCA4F-42A7-487B-85A9-953E911FB7FB}" type="parTrans" cxnId="{7D6CCCAD-152D-4455-844D-83E51147CDE3}">
      <dgm:prSet/>
      <dgm:spPr/>
      <dgm:t>
        <a:bodyPr/>
        <a:lstStyle/>
        <a:p>
          <a:endParaRPr lang="tr-TR"/>
        </a:p>
      </dgm:t>
    </dgm:pt>
    <dgm:pt modelId="{6B153FE5-DAF6-4D85-9A4C-BC6D7A04C675}" type="sibTrans" cxnId="{7D6CCCAD-152D-4455-844D-83E51147CDE3}">
      <dgm:prSet/>
      <dgm:spPr/>
      <dgm:t>
        <a:bodyPr/>
        <a:lstStyle/>
        <a:p>
          <a:endParaRPr lang="tr-TR"/>
        </a:p>
      </dgm:t>
    </dgm:pt>
    <dgm:pt modelId="{5F7DDEB5-0EC5-435C-9456-1FB0F31052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pay by </a:t>
          </a:r>
          <a:r>
            <a:rPr lang="en-US"/>
            <a:t>the gigabyte</a:t>
          </a:r>
          <a:endParaRPr lang="en-US" dirty="0"/>
        </a:p>
      </dgm:t>
    </dgm:pt>
    <dgm:pt modelId="{A0AEE953-4F90-4154-8B9E-330FB1CC016C}" type="parTrans" cxnId="{AAD0E9C1-94E7-4D2C-AC9F-9B890369D278}">
      <dgm:prSet/>
      <dgm:spPr/>
      <dgm:t>
        <a:bodyPr/>
        <a:lstStyle/>
        <a:p>
          <a:endParaRPr lang="tr-TR"/>
        </a:p>
      </dgm:t>
    </dgm:pt>
    <dgm:pt modelId="{37FAA334-01E5-47E6-9528-BD70617A53CD}" type="sibTrans" cxnId="{AAD0E9C1-94E7-4D2C-AC9F-9B890369D278}">
      <dgm:prSet/>
      <dgm:spPr/>
      <dgm:t>
        <a:bodyPr/>
        <a:lstStyle/>
        <a:p>
          <a:endParaRPr lang="tr-TR"/>
        </a:p>
      </dgm:t>
    </dgm:pt>
    <dgm:pt modelId="{07079928-3A74-4F67-9188-5CF14C6E8F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reduce bandwidth consumption. </a:t>
          </a:r>
        </a:p>
      </dgm:t>
    </dgm:pt>
    <dgm:pt modelId="{1439EE16-ADAD-4C2B-B5D1-7946CE219B9C}" type="parTrans" cxnId="{F0781F1D-C4E0-47DE-B14F-53E2FD53AF48}">
      <dgm:prSet/>
      <dgm:spPr/>
      <dgm:t>
        <a:bodyPr/>
        <a:lstStyle/>
        <a:p>
          <a:endParaRPr lang="tr-TR"/>
        </a:p>
      </dgm:t>
    </dgm:pt>
    <dgm:pt modelId="{680578D7-7F2E-4782-B7B9-B80BEB61F104}" type="sibTrans" cxnId="{F0781F1D-C4E0-47DE-B14F-53E2FD53AF48}">
      <dgm:prSet/>
      <dgm:spPr/>
      <dgm:t>
        <a:bodyPr/>
        <a:lstStyle/>
        <a:p>
          <a:endParaRPr lang="tr-TR"/>
        </a:p>
      </dgm:t>
    </dgm:pt>
    <dgm:pt modelId="{C8DA2B6E-DAE1-4F83-B959-441AD9415160}" type="pres">
      <dgm:prSet presAssocID="{0429EE57-9059-4554-850D-5F836F98F56A}" presName="root" presStyleCnt="0">
        <dgm:presLayoutVars>
          <dgm:dir/>
          <dgm:resizeHandles val="exact"/>
        </dgm:presLayoutVars>
      </dgm:prSet>
      <dgm:spPr/>
    </dgm:pt>
    <dgm:pt modelId="{0CA6A1A2-979F-4CFE-8ACF-56525465D608}" type="pres">
      <dgm:prSet presAssocID="{591A6AA8-324C-49EA-876E-34E820EDEFE2}" presName="compNode" presStyleCnt="0"/>
      <dgm:spPr/>
    </dgm:pt>
    <dgm:pt modelId="{FC804E89-42E4-4660-9829-DF9342802FB8}" type="pres">
      <dgm:prSet presAssocID="{591A6AA8-324C-49EA-876E-34E820EDEF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B361DAE-2032-4829-946C-D67E354FF6E2}" type="pres">
      <dgm:prSet presAssocID="{591A6AA8-324C-49EA-876E-34E820EDEFE2}" presName="iconSpace" presStyleCnt="0"/>
      <dgm:spPr/>
    </dgm:pt>
    <dgm:pt modelId="{D58833EE-E6F1-493C-9464-8FB8B1C1CEAC}" type="pres">
      <dgm:prSet presAssocID="{591A6AA8-324C-49EA-876E-34E820EDEFE2}" presName="parTx" presStyleLbl="revTx" presStyleIdx="0" presStyleCnt="6">
        <dgm:presLayoutVars>
          <dgm:chMax val="0"/>
          <dgm:chPref val="0"/>
        </dgm:presLayoutVars>
      </dgm:prSet>
      <dgm:spPr/>
    </dgm:pt>
    <dgm:pt modelId="{1E5E2779-8C8E-47D9-A7AD-66FEB8A33861}" type="pres">
      <dgm:prSet presAssocID="{591A6AA8-324C-49EA-876E-34E820EDEFE2}" presName="txSpace" presStyleCnt="0"/>
      <dgm:spPr/>
    </dgm:pt>
    <dgm:pt modelId="{6678ECA9-6F95-4AAC-AB42-36BCF180BD06}" type="pres">
      <dgm:prSet presAssocID="{591A6AA8-324C-49EA-876E-34E820EDEFE2}" presName="desTx" presStyleLbl="revTx" presStyleIdx="1" presStyleCnt="6">
        <dgm:presLayoutVars/>
      </dgm:prSet>
      <dgm:spPr/>
    </dgm:pt>
    <dgm:pt modelId="{A7E2554E-EECA-422A-AB2F-6D20AC19489C}" type="pres">
      <dgm:prSet presAssocID="{F083BACC-98DA-4E65-981E-0573340EB1F5}" presName="sibTrans" presStyleCnt="0"/>
      <dgm:spPr/>
    </dgm:pt>
    <dgm:pt modelId="{97ED0DF4-BD9E-4893-AC2C-759708871F4F}" type="pres">
      <dgm:prSet presAssocID="{6CF13F53-3466-46A9-89A7-571F505DC62F}" presName="compNode" presStyleCnt="0"/>
      <dgm:spPr/>
    </dgm:pt>
    <dgm:pt modelId="{DDF8DC77-AA9E-48D2-B31A-87F8F6593829}" type="pres">
      <dgm:prSet presAssocID="{6CF13F53-3466-46A9-89A7-571F505DC6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D85FD590-8302-4F0E-88E9-C9C9CC4C1792}" type="pres">
      <dgm:prSet presAssocID="{6CF13F53-3466-46A9-89A7-571F505DC62F}" presName="iconSpace" presStyleCnt="0"/>
      <dgm:spPr/>
    </dgm:pt>
    <dgm:pt modelId="{D63BC8BD-C00D-4395-A8F7-BE83107B748C}" type="pres">
      <dgm:prSet presAssocID="{6CF13F53-3466-46A9-89A7-571F505DC62F}" presName="parTx" presStyleLbl="revTx" presStyleIdx="2" presStyleCnt="6">
        <dgm:presLayoutVars>
          <dgm:chMax val="0"/>
          <dgm:chPref val="0"/>
        </dgm:presLayoutVars>
      </dgm:prSet>
      <dgm:spPr/>
    </dgm:pt>
    <dgm:pt modelId="{606420D5-A052-4041-8406-CC63E7C9B11C}" type="pres">
      <dgm:prSet presAssocID="{6CF13F53-3466-46A9-89A7-571F505DC62F}" presName="txSpace" presStyleCnt="0"/>
      <dgm:spPr/>
    </dgm:pt>
    <dgm:pt modelId="{62E58D9C-A4DC-4E8C-AAAB-C1050E84EBE4}" type="pres">
      <dgm:prSet presAssocID="{6CF13F53-3466-46A9-89A7-571F505DC62F}" presName="desTx" presStyleLbl="revTx" presStyleIdx="3" presStyleCnt="6">
        <dgm:presLayoutVars/>
      </dgm:prSet>
      <dgm:spPr/>
    </dgm:pt>
    <dgm:pt modelId="{7A9986AA-4F4C-400C-AE6A-BBF8EC39E18C}" type="pres">
      <dgm:prSet presAssocID="{0DF4231E-BFA2-47FA-9612-CA3BC85F4CE1}" presName="sibTrans" presStyleCnt="0"/>
      <dgm:spPr/>
    </dgm:pt>
    <dgm:pt modelId="{6D1D8138-FB62-471A-819D-40F6BF74A646}" type="pres">
      <dgm:prSet presAssocID="{55605B88-9708-435E-9B27-C6B4F38E6534}" presName="compNode" presStyleCnt="0"/>
      <dgm:spPr/>
    </dgm:pt>
    <dgm:pt modelId="{2BE616EB-7052-4F63-AE25-F93970BAAA8E}" type="pres">
      <dgm:prSet presAssocID="{55605B88-9708-435E-9B27-C6B4F38E65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C4D71E9-A1AB-4811-B87E-B50B9CE575D9}" type="pres">
      <dgm:prSet presAssocID="{55605B88-9708-435E-9B27-C6B4F38E6534}" presName="iconSpace" presStyleCnt="0"/>
      <dgm:spPr/>
    </dgm:pt>
    <dgm:pt modelId="{77655F3E-4F90-46B0-9BE3-13CA5251A08C}" type="pres">
      <dgm:prSet presAssocID="{55605B88-9708-435E-9B27-C6B4F38E6534}" presName="parTx" presStyleLbl="revTx" presStyleIdx="4" presStyleCnt="6">
        <dgm:presLayoutVars>
          <dgm:chMax val="0"/>
          <dgm:chPref val="0"/>
        </dgm:presLayoutVars>
      </dgm:prSet>
      <dgm:spPr/>
    </dgm:pt>
    <dgm:pt modelId="{1FA5D167-8D82-41E1-B9DE-C4DCC00F07E1}" type="pres">
      <dgm:prSet presAssocID="{55605B88-9708-435E-9B27-C6B4F38E6534}" presName="txSpace" presStyleCnt="0"/>
      <dgm:spPr/>
    </dgm:pt>
    <dgm:pt modelId="{DD853F01-907D-4C51-9D69-48C8873F98F8}" type="pres">
      <dgm:prSet presAssocID="{55605B88-9708-435E-9B27-C6B4F38E6534}" presName="desTx" presStyleLbl="revTx" presStyleIdx="5" presStyleCnt="6">
        <dgm:presLayoutVars/>
      </dgm:prSet>
      <dgm:spPr/>
    </dgm:pt>
  </dgm:ptLst>
  <dgm:cxnLst>
    <dgm:cxn modelId="{F0781F1D-C4E0-47DE-B14F-53E2FD53AF48}" srcId="{6CF13F53-3466-46A9-89A7-571F505DC62F}" destId="{07079928-3A74-4F67-9188-5CF14C6E8F63}" srcOrd="0" destOrd="0" parTransId="{1439EE16-ADAD-4C2B-B5D1-7946CE219B9C}" sibTransId="{680578D7-7F2E-4782-B7B9-B80BEB61F104}"/>
    <dgm:cxn modelId="{9EAFE52D-7B6F-4F35-B803-FA24EBE6FDAF}" type="presOf" srcId="{5F7DDEB5-0EC5-435C-9456-1FB0F31052C9}" destId="{DD853F01-907D-4C51-9D69-48C8873F98F8}" srcOrd="0" destOrd="1" presId="urn:microsoft.com/office/officeart/2018/5/layout/CenteredIconLabelDescriptionList"/>
    <dgm:cxn modelId="{FDE74240-912C-4D16-8278-94842FF2D786}" srcId="{591A6AA8-324C-49EA-876E-34E820EDEFE2}" destId="{6FEBBAB3-26C8-4DDA-82EB-87B33E8FC8C8}" srcOrd="0" destOrd="0" parTransId="{98760FC4-87D3-466F-8FAD-0C95C9C4A144}" sibTransId="{CCB8F9C8-137B-40A6-8CB3-E956A524795F}"/>
    <dgm:cxn modelId="{C23E006B-2E10-4392-B769-D4A79AC09815}" type="presOf" srcId="{1FA86118-6B7E-4F0A-9D38-7531A923E97E}" destId="{6678ECA9-6F95-4AAC-AB42-36BCF180BD06}" srcOrd="0" destOrd="1" presId="urn:microsoft.com/office/officeart/2018/5/layout/CenteredIconLabelDescriptionList"/>
    <dgm:cxn modelId="{5844A058-41B9-41E0-97ED-169D58FC1AFB}" srcId="{591A6AA8-324C-49EA-876E-34E820EDEFE2}" destId="{1FA86118-6B7E-4F0A-9D38-7531A923E97E}" srcOrd="1" destOrd="0" parTransId="{125B0F7C-9FCB-4555-9B91-05C0531F2506}" sibTransId="{9F57FD67-1557-43DB-81B5-08B272AE0157}"/>
    <dgm:cxn modelId="{4193D97C-D9FF-46D4-9A69-0E34EE79431A}" type="presOf" srcId="{CAF5386B-5F8B-4962-AA79-2F06DEC1631A}" destId="{DD853F01-907D-4C51-9D69-48C8873F98F8}" srcOrd="0" destOrd="0" presId="urn:microsoft.com/office/officeart/2018/5/layout/CenteredIconLabelDescriptionList"/>
    <dgm:cxn modelId="{9A0AF185-8A00-454F-93FC-188C3D75E3EB}" type="presOf" srcId="{07079928-3A74-4F67-9188-5CF14C6E8F63}" destId="{62E58D9C-A4DC-4E8C-AAAB-C1050E84EBE4}" srcOrd="0" destOrd="0" presId="urn:microsoft.com/office/officeart/2018/5/layout/CenteredIconLabelDescriptionList"/>
    <dgm:cxn modelId="{51C4768B-4BC3-457D-82BC-434FE70A0C65}" srcId="{55605B88-9708-435E-9B27-C6B4F38E6534}" destId="{CAF5386B-5F8B-4962-AA79-2F06DEC1631A}" srcOrd="0" destOrd="0" parTransId="{B950DF4B-98AA-4483-805D-D9133D823C64}" sibTransId="{8BBD17D7-D6F0-4038-BC8B-9B775F7A15E9}"/>
    <dgm:cxn modelId="{9FE5009B-6AE0-44AE-B597-80A8A991A8A8}" type="presOf" srcId="{0429EE57-9059-4554-850D-5F836F98F56A}" destId="{C8DA2B6E-DAE1-4F83-B959-441AD9415160}" srcOrd="0" destOrd="0" presId="urn:microsoft.com/office/officeart/2018/5/layout/CenteredIconLabelDescriptionList"/>
    <dgm:cxn modelId="{43444FA4-ADD6-44D0-B1AD-621B74B07BAE}" srcId="{0429EE57-9059-4554-850D-5F836F98F56A}" destId="{6CF13F53-3466-46A9-89A7-571F505DC62F}" srcOrd="1" destOrd="0" parTransId="{19AAC1F7-89C5-4446-AA89-90E1BF0FAFD8}" sibTransId="{0DF4231E-BFA2-47FA-9612-CA3BC85F4CE1}"/>
    <dgm:cxn modelId="{243EDEA8-BF30-4661-80DF-E37C4183BDD3}" type="presOf" srcId="{55605B88-9708-435E-9B27-C6B4F38E6534}" destId="{77655F3E-4F90-46B0-9BE3-13CA5251A08C}" srcOrd="0" destOrd="0" presId="urn:microsoft.com/office/officeart/2018/5/layout/CenteredIconLabelDescriptionList"/>
    <dgm:cxn modelId="{7D6CCCAD-152D-4455-844D-83E51147CDE3}" srcId="{0429EE57-9059-4554-850D-5F836F98F56A}" destId="{55605B88-9708-435E-9B27-C6B4F38E6534}" srcOrd="2" destOrd="0" parTransId="{9B0CCA4F-42A7-487B-85A9-953E911FB7FB}" sibTransId="{6B153FE5-DAF6-4D85-9A4C-BC6D7A04C675}"/>
    <dgm:cxn modelId="{ADC4FCAD-91ED-4C48-8848-F7DBB7A855D8}" srcId="{0429EE57-9059-4554-850D-5F836F98F56A}" destId="{591A6AA8-324C-49EA-876E-34E820EDEFE2}" srcOrd="0" destOrd="0" parTransId="{5405C59E-E06C-4C6F-8F6E-4916A0FB28BD}" sibTransId="{F083BACC-98DA-4E65-981E-0573340EB1F5}"/>
    <dgm:cxn modelId="{BF551DB6-8F23-48AF-96B3-8423A1CDB309}" type="presOf" srcId="{6FEBBAB3-26C8-4DDA-82EB-87B33E8FC8C8}" destId="{6678ECA9-6F95-4AAC-AB42-36BCF180BD06}" srcOrd="0" destOrd="0" presId="urn:microsoft.com/office/officeart/2018/5/layout/CenteredIconLabelDescriptionList"/>
    <dgm:cxn modelId="{AAD0E9C1-94E7-4D2C-AC9F-9B890369D278}" srcId="{55605B88-9708-435E-9B27-C6B4F38E6534}" destId="{5F7DDEB5-0EC5-435C-9456-1FB0F31052C9}" srcOrd="1" destOrd="0" parTransId="{A0AEE953-4F90-4154-8B9E-330FB1CC016C}" sibTransId="{37FAA334-01E5-47E6-9528-BD70617A53CD}"/>
    <dgm:cxn modelId="{94CA7FC2-B999-44DF-9109-0CAC4F36B1C0}" type="presOf" srcId="{591A6AA8-324C-49EA-876E-34E820EDEFE2}" destId="{D58833EE-E6F1-493C-9464-8FB8B1C1CEAC}" srcOrd="0" destOrd="0" presId="urn:microsoft.com/office/officeart/2018/5/layout/CenteredIconLabelDescriptionList"/>
    <dgm:cxn modelId="{77569CCA-433F-4C15-A735-DCDCA6AA4A2C}" type="presOf" srcId="{6CF13F53-3466-46A9-89A7-571F505DC62F}" destId="{D63BC8BD-C00D-4395-A8F7-BE83107B748C}" srcOrd="0" destOrd="0" presId="urn:microsoft.com/office/officeart/2018/5/layout/CenteredIconLabelDescriptionList"/>
    <dgm:cxn modelId="{EFFCBDE5-60C7-4F05-B43B-C39B690220CA}" type="presParOf" srcId="{C8DA2B6E-DAE1-4F83-B959-441AD9415160}" destId="{0CA6A1A2-979F-4CFE-8ACF-56525465D608}" srcOrd="0" destOrd="0" presId="urn:microsoft.com/office/officeart/2018/5/layout/CenteredIconLabelDescriptionList"/>
    <dgm:cxn modelId="{FA5AEAF8-A6F5-4E3F-9CEB-6B11CC1B64FC}" type="presParOf" srcId="{0CA6A1A2-979F-4CFE-8ACF-56525465D608}" destId="{FC804E89-42E4-4660-9829-DF9342802FB8}" srcOrd="0" destOrd="0" presId="urn:microsoft.com/office/officeart/2018/5/layout/CenteredIconLabelDescriptionList"/>
    <dgm:cxn modelId="{63FDC773-518D-4A82-8514-A565230E0892}" type="presParOf" srcId="{0CA6A1A2-979F-4CFE-8ACF-56525465D608}" destId="{DB361DAE-2032-4829-946C-D67E354FF6E2}" srcOrd="1" destOrd="0" presId="urn:microsoft.com/office/officeart/2018/5/layout/CenteredIconLabelDescriptionList"/>
    <dgm:cxn modelId="{6E9DC6FA-1B65-43A4-BFBA-EC2AC5B31905}" type="presParOf" srcId="{0CA6A1A2-979F-4CFE-8ACF-56525465D608}" destId="{D58833EE-E6F1-493C-9464-8FB8B1C1CEAC}" srcOrd="2" destOrd="0" presId="urn:microsoft.com/office/officeart/2018/5/layout/CenteredIconLabelDescriptionList"/>
    <dgm:cxn modelId="{4CE30F6E-A8B9-4712-A717-68576C9B367A}" type="presParOf" srcId="{0CA6A1A2-979F-4CFE-8ACF-56525465D608}" destId="{1E5E2779-8C8E-47D9-A7AD-66FEB8A33861}" srcOrd="3" destOrd="0" presId="urn:microsoft.com/office/officeart/2018/5/layout/CenteredIconLabelDescriptionList"/>
    <dgm:cxn modelId="{E0258BFC-565A-425B-A8C4-E1293ACE7387}" type="presParOf" srcId="{0CA6A1A2-979F-4CFE-8ACF-56525465D608}" destId="{6678ECA9-6F95-4AAC-AB42-36BCF180BD06}" srcOrd="4" destOrd="0" presId="urn:microsoft.com/office/officeart/2018/5/layout/CenteredIconLabelDescriptionList"/>
    <dgm:cxn modelId="{3A09E89E-7FEB-4A01-A2E4-5279B7D728EC}" type="presParOf" srcId="{C8DA2B6E-DAE1-4F83-B959-441AD9415160}" destId="{A7E2554E-EECA-422A-AB2F-6D20AC19489C}" srcOrd="1" destOrd="0" presId="urn:microsoft.com/office/officeart/2018/5/layout/CenteredIconLabelDescriptionList"/>
    <dgm:cxn modelId="{ABBE52ED-439D-4619-A841-FBC7A3259513}" type="presParOf" srcId="{C8DA2B6E-DAE1-4F83-B959-441AD9415160}" destId="{97ED0DF4-BD9E-4893-AC2C-759708871F4F}" srcOrd="2" destOrd="0" presId="urn:microsoft.com/office/officeart/2018/5/layout/CenteredIconLabelDescriptionList"/>
    <dgm:cxn modelId="{EF7C7E93-45CC-4BE0-87F4-19E1C747F75E}" type="presParOf" srcId="{97ED0DF4-BD9E-4893-AC2C-759708871F4F}" destId="{DDF8DC77-AA9E-48D2-B31A-87F8F6593829}" srcOrd="0" destOrd="0" presId="urn:microsoft.com/office/officeart/2018/5/layout/CenteredIconLabelDescriptionList"/>
    <dgm:cxn modelId="{667DF27B-D313-472D-825E-F92CB22ABC61}" type="presParOf" srcId="{97ED0DF4-BD9E-4893-AC2C-759708871F4F}" destId="{D85FD590-8302-4F0E-88E9-C9C9CC4C1792}" srcOrd="1" destOrd="0" presId="urn:microsoft.com/office/officeart/2018/5/layout/CenteredIconLabelDescriptionList"/>
    <dgm:cxn modelId="{4F24ECED-336A-4E1B-9F58-5C53EAED7212}" type="presParOf" srcId="{97ED0DF4-BD9E-4893-AC2C-759708871F4F}" destId="{D63BC8BD-C00D-4395-A8F7-BE83107B748C}" srcOrd="2" destOrd="0" presId="urn:microsoft.com/office/officeart/2018/5/layout/CenteredIconLabelDescriptionList"/>
    <dgm:cxn modelId="{286EC4FD-50CB-4B29-9E72-9B8AED375584}" type="presParOf" srcId="{97ED0DF4-BD9E-4893-AC2C-759708871F4F}" destId="{606420D5-A052-4041-8406-CC63E7C9B11C}" srcOrd="3" destOrd="0" presId="urn:microsoft.com/office/officeart/2018/5/layout/CenteredIconLabelDescriptionList"/>
    <dgm:cxn modelId="{9B6B909E-1C89-41A1-9C9B-BB9D43EE97AC}" type="presParOf" srcId="{97ED0DF4-BD9E-4893-AC2C-759708871F4F}" destId="{62E58D9C-A4DC-4E8C-AAAB-C1050E84EBE4}" srcOrd="4" destOrd="0" presId="urn:microsoft.com/office/officeart/2018/5/layout/CenteredIconLabelDescriptionList"/>
    <dgm:cxn modelId="{7A3855B2-232D-47B3-A108-897167E009A1}" type="presParOf" srcId="{C8DA2B6E-DAE1-4F83-B959-441AD9415160}" destId="{7A9986AA-4F4C-400C-AE6A-BBF8EC39E18C}" srcOrd="3" destOrd="0" presId="urn:microsoft.com/office/officeart/2018/5/layout/CenteredIconLabelDescriptionList"/>
    <dgm:cxn modelId="{09576EB2-385B-4ADF-9133-4B3DC0493E28}" type="presParOf" srcId="{C8DA2B6E-DAE1-4F83-B959-441AD9415160}" destId="{6D1D8138-FB62-471A-819D-40F6BF74A646}" srcOrd="4" destOrd="0" presId="urn:microsoft.com/office/officeart/2018/5/layout/CenteredIconLabelDescriptionList"/>
    <dgm:cxn modelId="{32A756BC-5F09-4151-8B3A-630A57708FD2}" type="presParOf" srcId="{6D1D8138-FB62-471A-819D-40F6BF74A646}" destId="{2BE616EB-7052-4F63-AE25-F93970BAAA8E}" srcOrd="0" destOrd="0" presId="urn:microsoft.com/office/officeart/2018/5/layout/CenteredIconLabelDescriptionList"/>
    <dgm:cxn modelId="{8F7B95F8-8638-41CF-A071-4C448A3F0946}" type="presParOf" srcId="{6D1D8138-FB62-471A-819D-40F6BF74A646}" destId="{FC4D71E9-A1AB-4811-B87E-B50B9CE575D9}" srcOrd="1" destOrd="0" presId="urn:microsoft.com/office/officeart/2018/5/layout/CenteredIconLabelDescriptionList"/>
    <dgm:cxn modelId="{2CA3B256-B888-470A-A7FE-C0FDA4F82B12}" type="presParOf" srcId="{6D1D8138-FB62-471A-819D-40F6BF74A646}" destId="{77655F3E-4F90-46B0-9BE3-13CA5251A08C}" srcOrd="2" destOrd="0" presId="urn:microsoft.com/office/officeart/2018/5/layout/CenteredIconLabelDescriptionList"/>
    <dgm:cxn modelId="{3BF47106-D27F-47A1-89F1-7DAC18F50ABA}" type="presParOf" srcId="{6D1D8138-FB62-471A-819D-40F6BF74A646}" destId="{1FA5D167-8D82-41E1-B9DE-C4DCC00F07E1}" srcOrd="3" destOrd="0" presId="urn:microsoft.com/office/officeart/2018/5/layout/CenteredIconLabelDescriptionList"/>
    <dgm:cxn modelId="{F4CC625F-FFA5-4AAF-980A-3752A76E2BEE}" type="presParOf" srcId="{6D1D8138-FB62-471A-819D-40F6BF74A646}" destId="{DD853F01-907D-4C51-9D69-48C8873F98F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5B2EC3A-3258-4A38-95C7-B51F2F68040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D13FBA9-3DD4-420B-9F3A-1B2758B1A8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maxmempool</a:t>
          </a:r>
          <a:endParaRPr lang="en-US"/>
        </a:p>
      </dgm:t>
    </dgm:pt>
    <dgm:pt modelId="{5DA99DAF-3612-4937-BBDA-8D42CD8A3A8C}" type="parTrans" cxnId="{84082F52-25A5-4965-B999-59B280851DDD}">
      <dgm:prSet/>
      <dgm:spPr/>
      <dgm:t>
        <a:bodyPr/>
        <a:lstStyle/>
        <a:p>
          <a:endParaRPr lang="en-US"/>
        </a:p>
      </dgm:t>
    </dgm:pt>
    <dgm:pt modelId="{2541ED82-BFF6-47BE-BFE7-2706B856749B}" type="sibTrans" cxnId="{84082F52-25A5-4965-B999-59B280851DDD}">
      <dgm:prSet/>
      <dgm:spPr/>
      <dgm:t>
        <a:bodyPr/>
        <a:lstStyle/>
        <a:p>
          <a:endParaRPr lang="en-US"/>
        </a:p>
      </dgm:t>
    </dgm:pt>
    <dgm:pt modelId="{23124508-D105-4ED1-95A2-A11694F0A2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Limit the transaction memory pool</a:t>
          </a:r>
        </a:p>
      </dgm:t>
    </dgm:pt>
    <dgm:pt modelId="{6D9EC399-439F-4C44-AAD0-4FA6FBD034A8}" type="parTrans" cxnId="{7D455C0A-C5D0-4AFC-8638-947F45328E7C}">
      <dgm:prSet/>
      <dgm:spPr/>
      <dgm:t>
        <a:bodyPr/>
        <a:lstStyle/>
        <a:p>
          <a:endParaRPr lang="en-US"/>
        </a:p>
      </dgm:t>
    </dgm:pt>
    <dgm:pt modelId="{075109EF-809A-45E9-AF5B-0999575A86A7}" type="sibTrans" cxnId="{7D455C0A-C5D0-4AFC-8638-947F45328E7C}">
      <dgm:prSet/>
      <dgm:spPr/>
      <dgm:t>
        <a:bodyPr/>
        <a:lstStyle/>
        <a:p>
          <a:endParaRPr lang="en-US"/>
        </a:p>
      </dgm:t>
    </dgm:pt>
    <dgm:pt modelId="{D309060C-46F3-41B2-89AA-96E6B3E379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 it</a:t>
          </a:r>
        </a:p>
      </dgm:t>
    </dgm:pt>
    <dgm:pt modelId="{62425229-9662-4C1F-8FA0-A8EBEB49970C}" type="parTrans" cxnId="{822123F6-D033-4E64-BD0D-7CD796982A0E}">
      <dgm:prSet/>
      <dgm:spPr/>
      <dgm:t>
        <a:bodyPr/>
        <a:lstStyle/>
        <a:p>
          <a:endParaRPr lang="en-US"/>
        </a:p>
      </dgm:t>
    </dgm:pt>
    <dgm:pt modelId="{81DA1369-028F-49F1-988E-3E3798C34F1C}" type="sibTrans" cxnId="{822123F6-D033-4E64-BD0D-7CD796982A0E}">
      <dgm:prSet/>
      <dgm:spPr/>
      <dgm:t>
        <a:bodyPr/>
        <a:lstStyle/>
        <a:p>
          <a:endParaRPr lang="en-US"/>
        </a:p>
      </dgm:t>
    </dgm:pt>
    <dgm:pt modelId="{7C9082A6-E65C-4879-9EB5-E2C5CB6E3C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maxreceivebuffer/maxsendbuffer</a:t>
          </a:r>
          <a:endParaRPr lang="en-US"/>
        </a:p>
      </dgm:t>
    </dgm:pt>
    <dgm:pt modelId="{1F8FA8C4-2AAD-47F4-9543-5CFE9735B38F}" type="parTrans" cxnId="{B0ADF6B7-4CEA-464F-BC17-5C2FB170449B}">
      <dgm:prSet/>
      <dgm:spPr/>
      <dgm:t>
        <a:bodyPr/>
        <a:lstStyle/>
        <a:p>
          <a:endParaRPr lang="en-US"/>
        </a:p>
      </dgm:t>
    </dgm:pt>
    <dgm:pt modelId="{91E12C09-580C-4223-9628-822C2ABF82F6}" type="sibTrans" cxnId="{B0ADF6B7-4CEA-464F-BC17-5C2FB170449B}">
      <dgm:prSet/>
      <dgm:spPr/>
      <dgm:t>
        <a:bodyPr/>
        <a:lstStyle/>
        <a:p>
          <a:endParaRPr lang="en-US"/>
        </a:p>
      </dgm:t>
    </dgm:pt>
    <dgm:pt modelId="{BFBF99DF-AFDC-4F9A-9D49-075478EE67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Limit per-connection memory buffer</a:t>
          </a:r>
        </a:p>
      </dgm:t>
    </dgm:pt>
    <dgm:pt modelId="{F0219140-F5F9-4A22-868B-B5FA28B00FEA}" type="parTrans" cxnId="{BCDC126A-8763-48B4-BE6C-3177B9AA65D8}">
      <dgm:prSet/>
      <dgm:spPr/>
      <dgm:t>
        <a:bodyPr/>
        <a:lstStyle/>
        <a:p>
          <a:endParaRPr lang="en-US"/>
        </a:p>
      </dgm:t>
    </dgm:pt>
    <dgm:pt modelId="{3218C98E-5EF5-4AD1-A5B0-BFF94BF03419}" type="sibTrans" cxnId="{BCDC126A-8763-48B4-BE6C-3177B9AA65D8}">
      <dgm:prSet/>
      <dgm:spPr/>
      <dgm:t>
        <a:bodyPr/>
        <a:lstStyle/>
        <a:p>
          <a:endParaRPr lang="en-US"/>
        </a:p>
      </dgm:t>
    </dgm:pt>
    <dgm:pt modelId="{9A2EF9BB-95C7-4BC2-A70A-63E3BEC22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</a:t>
          </a:r>
        </a:p>
      </dgm:t>
    </dgm:pt>
    <dgm:pt modelId="{8311A683-F3DC-4F0E-846E-5CF800751D3C}" type="parTrans" cxnId="{A2A108ED-EF64-464F-A888-91B0F65D606F}">
      <dgm:prSet/>
      <dgm:spPr/>
      <dgm:t>
        <a:bodyPr/>
        <a:lstStyle/>
        <a:p>
          <a:endParaRPr lang="en-US"/>
        </a:p>
      </dgm:t>
    </dgm:pt>
    <dgm:pt modelId="{C89DC382-19BE-4884-B9F8-3AF2BA4A3E41}" type="sibTrans" cxnId="{A2A108ED-EF64-464F-A888-91B0F65D606F}">
      <dgm:prSet/>
      <dgm:spPr/>
      <dgm:t>
        <a:bodyPr/>
        <a:lstStyle/>
        <a:p>
          <a:endParaRPr lang="en-US"/>
        </a:p>
      </dgm:t>
    </dgm:pt>
    <dgm:pt modelId="{BE51E59C-49F2-440A-89F7-A791A26E6E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to </a:t>
          </a:r>
          <a:r>
            <a:rPr lang="tr-TR" dirty="0"/>
            <a:t>so</a:t>
          </a:r>
          <a:r>
            <a:rPr lang="en-US" dirty="0"/>
            <a:t> many megabytes. </a:t>
          </a:r>
        </a:p>
      </dgm:t>
    </dgm:pt>
    <dgm:pt modelId="{D49DCEB1-CFFF-4FA5-8356-4A729FAB65DE}" type="parTrans" cxnId="{C8EF09E6-130F-4C03-9667-51197CDE8102}">
      <dgm:prSet/>
      <dgm:spPr/>
      <dgm:t>
        <a:bodyPr/>
        <a:lstStyle/>
        <a:p>
          <a:endParaRPr lang="tr-TR"/>
        </a:p>
      </dgm:t>
    </dgm:pt>
    <dgm:pt modelId="{BDAABEEB-67BA-4415-8855-45AFE8648A08}" type="sibTrans" cxnId="{C8EF09E6-130F-4C03-9667-51197CDE8102}">
      <dgm:prSet/>
      <dgm:spPr/>
      <dgm:t>
        <a:bodyPr/>
        <a:lstStyle/>
        <a:p>
          <a:endParaRPr lang="tr-TR"/>
        </a:p>
      </dgm:t>
    </dgm:pt>
    <dgm:pt modelId="{43CE101E-649D-42F5-AEBD-98F8BCBA3A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reduce</a:t>
          </a:r>
          <a:r>
            <a:rPr lang="tr-TR" dirty="0"/>
            <a:t> </a:t>
          </a:r>
          <a:r>
            <a:rPr lang="en-US" dirty="0"/>
            <a:t>memory use of the node.</a:t>
          </a:r>
        </a:p>
      </dgm:t>
    </dgm:pt>
    <dgm:pt modelId="{F7A6FD19-F35B-43CA-9145-1CB2C7F38251}" type="parTrans" cxnId="{51E7CEC6-94CE-4B8B-A293-FB36507641A1}">
      <dgm:prSet/>
      <dgm:spPr/>
      <dgm:t>
        <a:bodyPr/>
        <a:lstStyle/>
        <a:p>
          <a:endParaRPr lang="tr-TR"/>
        </a:p>
      </dgm:t>
    </dgm:pt>
    <dgm:pt modelId="{15C51DA2-D736-4F6D-AD29-C0079E2ECFB9}" type="sibTrans" cxnId="{51E7CEC6-94CE-4B8B-A293-FB36507641A1}">
      <dgm:prSet/>
      <dgm:spPr/>
      <dgm:t>
        <a:bodyPr/>
        <a:lstStyle/>
        <a:p>
          <a:endParaRPr lang="tr-TR"/>
        </a:p>
      </dgm:t>
    </dgm:pt>
    <dgm:pt modelId="{AA196CE3-4FAD-4F73-B4DC-1DE022CB9F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</a:t>
          </a:r>
          <a:r>
            <a:rPr lang="tr-TR" dirty="0"/>
            <a:t>so</a:t>
          </a:r>
          <a:r>
            <a:rPr lang="en-US" dirty="0"/>
            <a:t> many multiples of 1000 bytes. </a:t>
          </a:r>
        </a:p>
      </dgm:t>
    </dgm:pt>
    <dgm:pt modelId="{B86C4D99-269D-42A7-B03D-A29C3A735A56}" type="parTrans" cxnId="{B6DDB608-F1CB-447D-ADED-2697C52FA906}">
      <dgm:prSet/>
      <dgm:spPr/>
      <dgm:t>
        <a:bodyPr/>
        <a:lstStyle/>
        <a:p>
          <a:endParaRPr lang="tr-TR"/>
        </a:p>
      </dgm:t>
    </dgm:pt>
    <dgm:pt modelId="{84B11E82-5AAB-4FBF-A37B-22EC95447783}" type="sibTrans" cxnId="{B6DDB608-F1CB-447D-ADED-2697C52FA906}">
      <dgm:prSet/>
      <dgm:spPr/>
      <dgm:t>
        <a:bodyPr/>
        <a:lstStyle/>
        <a:p>
          <a:endParaRPr lang="tr-TR"/>
        </a:p>
      </dgm:t>
    </dgm:pt>
    <dgm:pt modelId="{42F73C39-6510-4CF9-BAE1-80E0B473F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memory-constrained nodes</a:t>
          </a:r>
        </a:p>
      </dgm:t>
    </dgm:pt>
    <dgm:pt modelId="{B2CBF7D2-ACFD-49FC-8AE3-E8A95C4CEEE6}" type="parTrans" cxnId="{09D3E1D0-6F69-4483-BCBE-F09F22B61108}">
      <dgm:prSet/>
      <dgm:spPr/>
      <dgm:t>
        <a:bodyPr/>
        <a:lstStyle/>
        <a:p>
          <a:endParaRPr lang="tr-TR"/>
        </a:p>
      </dgm:t>
    </dgm:pt>
    <dgm:pt modelId="{07B6660C-CA65-435A-957B-0F14F73A52C9}" type="sibTrans" cxnId="{09D3E1D0-6F69-4483-BCBE-F09F22B61108}">
      <dgm:prSet/>
      <dgm:spPr/>
      <dgm:t>
        <a:bodyPr/>
        <a:lstStyle/>
        <a:p>
          <a:endParaRPr lang="tr-TR"/>
        </a:p>
      </dgm:t>
    </dgm:pt>
    <dgm:pt modelId="{18A93CCC-E511-427D-8FCA-440D2F29A673}" type="pres">
      <dgm:prSet presAssocID="{E5B2EC3A-3258-4A38-95C7-B51F2F680403}" presName="root" presStyleCnt="0">
        <dgm:presLayoutVars>
          <dgm:dir/>
          <dgm:resizeHandles val="exact"/>
        </dgm:presLayoutVars>
      </dgm:prSet>
      <dgm:spPr/>
    </dgm:pt>
    <dgm:pt modelId="{F6C3C030-040E-48A6-A1F1-501F8A30F92C}" type="pres">
      <dgm:prSet presAssocID="{FD13FBA9-3DD4-420B-9F3A-1B2758B1A898}" presName="compNode" presStyleCnt="0"/>
      <dgm:spPr/>
    </dgm:pt>
    <dgm:pt modelId="{60BC17EE-4AEA-468D-B74E-5651A7D1F78E}" type="pres">
      <dgm:prSet presAssocID="{FD13FBA9-3DD4-420B-9F3A-1B2758B1A8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B4D1510-08BE-4EE6-B997-29D1E28DE363}" type="pres">
      <dgm:prSet presAssocID="{FD13FBA9-3DD4-420B-9F3A-1B2758B1A898}" presName="iconSpace" presStyleCnt="0"/>
      <dgm:spPr/>
    </dgm:pt>
    <dgm:pt modelId="{16E048D2-FD84-439B-9708-0D7EAE448BA7}" type="pres">
      <dgm:prSet presAssocID="{FD13FBA9-3DD4-420B-9F3A-1B2758B1A898}" presName="parTx" presStyleLbl="revTx" presStyleIdx="0" presStyleCnt="8">
        <dgm:presLayoutVars>
          <dgm:chMax val="0"/>
          <dgm:chPref val="0"/>
        </dgm:presLayoutVars>
      </dgm:prSet>
      <dgm:spPr/>
    </dgm:pt>
    <dgm:pt modelId="{D3D13279-9596-4501-96C1-AF0B036379CC}" type="pres">
      <dgm:prSet presAssocID="{FD13FBA9-3DD4-420B-9F3A-1B2758B1A898}" presName="txSpace" presStyleCnt="0"/>
      <dgm:spPr/>
    </dgm:pt>
    <dgm:pt modelId="{0C5CC767-7866-4EF5-AA5B-1AC52A2C96C0}" type="pres">
      <dgm:prSet presAssocID="{FD13FBA9-3DD4-420B-9F3A-1B2758B1A898}" presName="desTx" presStyleLbl="revTx" presStyleIdx="1" presStyleCnt="8">
        <dgm:presLayoutVars/>
      </dgm:prSet>
      <dgm:spPr/>
    </dgm:pt>
    <dgm:pt modelId="{CED06260-F6D6-4C5F-BC33-3B1CBA453259}" type="pres">
      <dgm:prSet presAssocID="{2541ED82-BFF6-47BE-BFE7-2706B856749B}" presName="sibTrans" presStyleCnt="0"/>
      <dgm:spPr/>
    </dgm:pt>
    <dgm:pt modelId="{4E251338-09AB-4B5D-84B0-4F8FA1266C71}" type="pres">
      <dgm:prSet presAssocID="{D309060C-46F3-41B2-89AA-96E6B3E3795A}" presName="compNode" presStyleCnt="0"/>
      <dgm:spPr/>
    </dgm:pt>
    <dgm:pt modelId="{01AB6F28-4D93-47B9-9CF4-20193B45DA62}" type="pres">
      <dgm:prSet presAssocID="{D309060C-46F3-41B2-89AA-96E6B3E379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08FF306-6811-4610-B881-80379A4D73FA}" type="pres">
      <dgm:prSet presAssocID="{D309060C-46F3-41B2-89AA-96E6B3E3795A}" presName="iconSpace" presStyleCnt="0"/>
      <dgm:spPr/>
    </dgm:pt>
    <dgm:pt modelId="{BF846DD2-7E86-4E17-B98E-1662E197E7F4}" type="pres">
      <dgm:prSet presAssocID="{D309060C-46F3-41B2-89AA-96E6B3E3795A}" presName="parTx" presStyleLbl="revTx" presStyleIdx="2" presStyleCnt="8">
        <dgm:presLayoutVars>
          <dgm:chMax val="0"/>
          <dgm:chPref val="0"/>
        </dgm:presLayoutVars>
      </dgm:prSet>
      <dgm:spPr/>
    </dgm:pt>
    <dgm:pt modelId="{D7AE1334-AF7F-44DD-A54C-E76DB7C86B84}" type="pres">
      <dgm:prSet presAssocID="{D309060C-46F3-41B2-89AA-96E6B3E3795A}" presName="txSpace" presStyleCnt="0"/>
      <dgm:spPr/>
    </dgm:pt>
    <dgm:pt modelId="{EC846ABC-A5F1-48F6-A6D4-49943A298634}" type="pres">
      <dgm:prSet presAssocID="{D309060C-46F3-41B2-89AA-96E6B3E3795A}" presName="desTx" presStyleLbl="revTx" presStyleIdx="3" presStyleCnt="8">
        <dgm:presLayoutVars/>
      </dgm:prSet>
      <dgm:spPr/>
    </dgm:pt>
    <dgm:pt modelId="{FF766C7F-F0BA-44E2-B9A0-1EBA7234A445}" type="pres">
      <dgm:prSet presAssocID="{81DA1369-028F-49F1-988E-3E3798C34F1C}" presName="sibTrans" presStyleCnt="0"/>
      <dgm:spPr/>
    </dgm:pt>
    <dgm:pt modelId="{A177FDCD-18BD-471A-9346-4EF4F57A5601}" type="pres">
      <dgm:prSet presAssocID="{7C9082A6-E65C-4879-9EB5-E2C5CB6E3CA7}" presName="compNode" presStyleCnt="0"/>
      <dgm:spPr/>
    </dgm:pt>
    <dgm:pt modelId="{A9512643-B137-4EBF-BC10-9C83880EAA7E}" type="pres">
      <dgm:prSet presAssocID="{7C9082A6-E65C-4879-9EB5-E2C5CB6E3C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33EB5F4-F4FD-4450-B44B-514B648954FD}" type="pres">
      <dgm:prSet presAssocID="{7C9082A6-E65C-4879-9EB5-E2C5CB6E3CA7}" presName="iconSpace" presStyleCnt="0"/>
      <dgm:spPr/>
    </dgm:pt>
    <dgm:pt modelId="{EE4AC1B5-72B1-4335-923A-DFFDBAC72F7C}" type="pres">
      <dgm:prSet presAssocID="{7C9082A6-E65C-4879-9EB5-E2C5CB6E3CA7}" presName="parTx" presStyleLbl="revTx" presStyleIdx="4" presStyleCnt="8">
        <dgm:presLayoutVars>
          <dgm:chMax val="0"/>
          <dgm:chPref val="0"/>
        </dgm:presLayoutVars>
      </dgm:prSet>
      <dgm:spPr/>
    </dgm:pt>
    <dgm:pt modelId="{D36A7148-E3E0-45FD-920E-2A5D4EDEF9AD}" type="pres">
      <dgm:prSet presAssocID="{7C9082A6-E65C-4879-9EB5-E2C5CB6E3CA7}" presName="txSpace" presStyleCnt="0"/>
      <dgm:spPr/>
    </dgm:pt>
    <dgm:pt modelId="{CF43C5B5-1C82-4E51-B3EB-B629AA4589DE}" type="pres">
      <dgm:prSet presAssocID="{7C9082A6-E65C-4879-9EB5-E2C5CB6E3CA7}" presName="desTx" presStyleLbl="revTx" presStyleIdx="5" presStyleCnt="8">
        <dgm:presLayoutVars/>
      </dgm:prSet>
      <dgm:spPr/>
    </dgm:pt>
    <dgm:pt modelId="{171DCB8B-31B0-42D6-8B86-43A0B8D2F76E}" type="pres">
      <dgm:prSet presAssocID="{91E12C09-580C-4223-9628-822C2ABF82F6}" presName="sibTrans" presStyleCnt="0"/>
      <dgm:spPr/>
    </dgm:pt>
    <dgm:pt modelId="{CFCB2C51-ECEA-4FA6-86BC-4F7B6C463BF8}" type="pres">
      <dgm:prSet presAssocID="{9A2EF9BB-95C7-4BC2-A70A-63E3BEC220F6}" presName="compNode" presStyleCnt="0"/>
      <dgm:spPr/>
    </dgm:pt>
    <dgm:pt modelId="{5DDBA7B2-5B4B-45BD-95E4-5A135B964F95}" type="pres">
      <dgm:prSet presAssocID="{9A2EF9BB-95C7-4BC2-A70A-63E3BEC220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AE54206-8563-4246-87A4-43051482945C}" type="pres">
      <dgm:prSet presAssocID="{9A2EF9BB-95C7-4BC2-A70A-63E3BEC220F6}" presName="iconSpace" presStyleCnt="0"/>
      <dgm:spPr/>
    </dgm:pt>
    <dgm:pt modelId="{83DC6D87-5292-4937-8DD5-BD1226DE83C9}" type="pres">
      <dgm:prSet presAssocID="{9A2EF9BB-95C7-4BC2-A70A-63E3BEC220F6}" presName="parTx" presStyleLbl="revTx" presStyleIdx="6" presStyleCnt="8">
        <dgm:presLayoutVars>
          <dgm:chMax val="0"/>
          <dgm:chPref val="0"/>
        </dgm:presLayoutVars>
      </dgm:prSet>
      <dgm:spPr/>
    </dgm:pt>
    <dgm:pt modelId="{D9F96DA7-92B5-4C5F-B050-919E9A1CF9B5}" type="pres">
      <dgm:prSet presAssocID="{9A2EF9BB-95C7-4BC2-A70A-63E3BEC220F6}" presName="txSpace" presStyleCnt="0"/>
      <dgm:spPr/>
    </dgm:pt>
    <dgm:pt modelId="{8BD62303-B7DF-48DE-8A67-D89DCE4D60DA}" type="pres">
      <dgm:prSet presAssocID="{9A2EF9BB-95C7-4BC2-A70A-63E3BEC220F6}" presName="desTx" presStyleLbl="revTx" presStyleIdx="7" presStyleCnt="8">
        <dgm:presLayoutVars/>
      </dgm:prSet>
      <dgm:spPr/>
    </dgm:pt>
  </dgm:ptLst>
  <dgm:cxnLst>
    <dgm:cxn modelId="{B6DDB608-F1CB-447D-ADED-2697C52FA906}" srcId="{7C9082A6-E65C-4879-9EB5-E2C5CB6E3CA7}" destId="{AA196CE3-4FAD-4F73-B4DC-1DE022CB9F50}" srcOrd="1" destOrd="0" parTransId="{B86C4D99-269D-42A7-B03D-A29C3A735A56}" sibTransId="{84B11E82-5AAB-4FBF-A37B-22EC95447783}"/>
    <dgm:cxn modelId="{7D455C0A-C5D0-4AFC-8638-947F45328E7C}" srcId="{FD13FBA9-3DD4-420B-9F3A-1B2758B1A898}" destId="{23124508-D105-4ED1-95A2-A11694F0A2B5}" srcOrd="0" destOrd="0" parTransId="{6D9EC399-439F-4C44-AAD0-4FA6FBD034A8}" sibTransId="{075109EF-809A-45E9-AF5B-0999575A86A7}"/>
    <dgm:cxn modelId="{12574614-340D-4697-B07A-FCCC52089B99}" type="presOf" srcId="{BFBF99DF-AFDC-4F9A-9D49-075478EE673F}" destId="{CF43C5B5-1C82-4E51-B3EB-B629AA4589DE}" srcOrd="0" destOrd="0" presId="urn:microsoft.com/office/officeart/2018/5/layout/CenteredIconLabelDescriptionList"/>
    <dgm:cxn modelId="{85E0AF16-FB94-4905-88EA-7FE7E01A7EB7}" type="presOf" srcId="{43CE101E-649D-42F5-AEBD-98F8BCBA3AE2}" destId="{EC846ABC-A5F1-48F6-A6D4-49943A298634}" srcOrd="0" destOrd="0" presId="urn:microsoft.com/office/officeart/2018/5/layout/CenteredIconLabelDescriptionList"/>
    <dgm:cxn modelId="{79C03A17-597C-49A4-AD46-0BCBFAF92F42}" type="presOf" srcId="{BE51E59C-49F2-440A-89F7-A791A26E6ECE}" destId="{0C5CC767-7866-4EF5-AA5B-1AC52A2C96C0}" srcOrd="0" destOrd="1" presId="urn:microsoft.com/office/officeart/2018/5/layout/CenteredIconLabelDescriptionList"/>
    <dgm:cxn modelId="{88B85D28-EAE2-470E-AC06-6BC01784A965}" type="presOf" srcId="{42F73C39-6510-4CF9-BAE1-80E0B473F9B0}" destId="{8BD62303-B7DF-48DE-8A67-D89DCE4D60DA}" srcOrd="0" destOrd="0" presId="urn:microsoft.com/office/officeart/2018/5/layout/CenteredIconLabelDescriptionList"/>
    <dgm:cxn modelId="{BCDC126A-8763-48B4-BE6C-3177B9AA65D8}" srcId="{7C9082A6-E65C-4879-9EB5-E2C5CB6E3CA7}" destId="{BFBF99DF-AFDC-4F9A-9D49-075478EE673F}" srcOrd="0" destOrd="0" parTransId="{F0219140-F5F9-4A22-868B-B5FA28B00FEA}" sibTransId="{3218C98E-5EF5-4AD1-A5B0-BFF94BF03419}"/>
    <dgm:cxn modelId="{84082F52-25A5-4965-B999-59B280851DDD}" srcId="{E5B2EC3A-3258-4A38-95C7-B51F2F680403}" destId="{FD13FBA9-3DD4-420B-9F3A-1B2758B1A898}" srcOrd="0" destOrd="0" parTransId="{5DA99DAF-3612-4937-BBDA-8D42CD8A3A8C}" sibTransId="{2541ED82-BFF6-47BE-BFE7-2706B856749B}"/>
    <dgm:cxn modelId="{47F8585A-7CC6-4117-B981-BDB111D3A632}" type="presOf" srcId="{23124508-D105-4ED1-95A2-A11694F0A2B5}" destId="{0C5CC767-7866-4EF5-AA5B-1AC52A2C96C0}" srcOrd="0" destOrd="0" presId="urn:microsoft.com/office/officeart/2018/5/layout/CenteredIconLabelDescriptionList"/>
    <dgm:cxn modelId="{B712E792-EAEB-483E-80CD-F44F0F71E731}" type="presOf" srcId="{9A2EF9BB-95C7-4BC2-A70A-63E3BEC220F6}" destId="{83DC6D87-5292-4937-8DD5-BD1226DE83C9}" srcOrd="0" destOrd="0" presId="urn:microsoft.com/office/officeart/2018/5/layout/CenteredIconLabelDescriptionList"/>
    <dgm:cxn modelId="{30B3F792-B519-4956-8E5E-A93100C73ADE}" type="presOf" srcId="{E5B2EC3A-3258-4A38-95C7-B51F2F680403}" destId="{18A93CCC-E511-427D-8FCA-440D2F29A673}" srcOrd="0" destOrd="0" presId="urn:microsoft.com/office/officeart/2018/5/layout/CenteredIconLabelDescriptionList"/>
    <dgm:cxn modelId="{B666C8A8-A440-4F3B-956E-9136A2EB9A04}" type="presOf" srcId="{7C9082A6-E65C-4879-9EB5-E2C5CB6E3CA7}" destId="{EE4AC1B5-72B1-4335-923A-DFFDBAC72F7C}" srcOrd="0" destOrd="0" presId="urn:microsoft.com/office/officeart/2018/5/layout/CenteredIconLabelDescriptionList"/>
    <dgm:cxn modelId="{B0ADF6B7-4CEA-464F-BC17-5C2FB170449B}" srcId="{E5B2EC3A-3258-4A38-95C7-B51F2F680403}" destId="{7C9082A6-E65C-4879-9EB5-E2C5CB6E3CA7}" srcOrd="2" destOrd="0" parTransId="{1F8FA8C4-2AAD-47F4-9543-5CFE9735B38F}" sibTransId="{91E12C09-580C-4223-9628-822C2ABF82F6}"/>
    <dgm:cxn modelId="{51E7CEC6-94CE-4B8B-A293-FB36507641A1}" srcId="{D309060C-46F3-41B2-89AA-96E6B3E3795A}" destId="{43CE101E-649D-42F5-AEBD-98F8BCBA3AE2}" srcOrd="0" destOrd="0" parTransId="{F7A6FD19-F35B-43CA-9145-1CB2C7F38251}" sibTransId="{15C51DA2-D736-4F6D-AD29-C0079E2ECFB9}"/>
    <dgm:cxn modelId="{7D4CE2CC-738A-43EE-AFDF-71F96E40E751}" type="presOf" srcId="{AA196CE3-4FAD-4F73-B4DC-1DE022CB9F50}" destId="{CF43C5B5-1C82-4E51-B3EB-B629AA4589DE}" srcOrd="0" destOrd="1" presId="urn:microsoft.com/office/officeart/2018/5/layout/CenteredIconLabelDescriptionList"/>
    <dgm:cxn modelId="{09D3E1D0-6F69-4483-BCBE-F09F22B61108}" srcId="{9A2EF9BB-95C7-4BC2-A70A-63E3BEC220F6}" destId="{42F73C39-6510-4CF9-BAE1-80E0B473F9B0}" srcOrd="0" destOrd="0" parTransId="{B2CBF7D2-ACFD-49FC-8AE3-E8A95C4CEEE6}" sibTransId="{07B6660C-CA65-435A-957B-0F14F73A52C9}"/>
    <dgm:cxn modelId="{9F6C81DA-3FD8-486A-B0D2-E427E85F48C5}" type="presOf" srcId="{FD13FBA9-3DD4-420B-9F3A-1B2758B1A898}" destId="{16E048D2-FD84-439B-9708-0D7EAE448BA7}" srcOrd="0" destOrd="0" presId="urn:microsoft.com/office/officeart/2018/5/layout/CenteredIconLabelDescriptionList"/>
    <dgm:cxn modelId="{91B62CE1-F9C1-4913-9EFE-C5879F8EAC81}" type="presOf" srcId="{D309060C-46F3-41B2-89AA-96E6B3E3795A}" destId="{BF846DD2-7E86-4E17-B98E-1662E197E7F4}" srcOrd="0" destOrd="0" presId="urn:microsoft.com/office/officeart/2018/5/layout/CenteredIconLabelDescriptionList"/>
    <dgm:cxn modelId="{C8EF09E6-130F-4C03-9667-51197CDE8102}" srcId="{FD13FBA9-3DD4-420B-9F3A-1B2758B1A898}" destId="{BE51E59C-49F2-440A-89F7-A791A26E6ECE}" srcOrd="1" destOrd="0" parTransId="{D49DCEB1-CFFF-4FA5-8356-4A729FAB65DE}" sibTransId="{BDAABEEB-67BA-4415-8855-45AFE8648A08}"/>
    <dgm:cxn modelId="{A2A108ED-EF64-464F-A888-91B0F65D606F}" srcId="{E5B2EC3A-3258-4A38-95C7-B51F2F680403}" destId="{9A2EF9BB-95C7-4BC2-A70A-63E3BEC220F6}" srcOrd="3" destOrd="0" parTransId="{8311A683-F3DC-4F0E-846E-5CF800751D3C}" sibTransId="{C89DC382-19BE-4884-B9F8-3AF2BA4A3E41}"/>
    <dgm:cxn modelId="{822123F6-D033-4E64-BD0D-7CD796982A0E}" srcId="{E5B2EC3A-3258-4A38-95C7-B51F2F680403}" destId="{D309060C-46F3-41B2-89AA-96E6B3E3795A}" srcOrd="1" destOrd="0" parTransId="{62425229-9662-4C1F-8FA0-A8EBEB49970C}" sibTransId="{81DA1369-028F-49F1-988E-3E3798C34F1C}"/>
    <dgm:cxn modelId="{7DA6471A-0E3C-4512-AFAC-A2BFA55B5A2D}" type="presParOf" srcId="{18A93CCC-E511-427D-8FCA-440D2F29A673}" destId="{F6C3C030-040E-48A6-A1F1-501F8A30F92C}" srcOrd="0" destOrd="0" presId="urn:microsoft.com/office/officeart/2018/5/layout/CenteredIconLabelDescriptionList"/>
    <dgm:cxn modelId="{7101D2F4-1E03-4E63-8B1E-CA690257E60E}" type="presParOf" srcId="{F6C3C030-040E-48A6-A1F1-501F8A30F92C}" destId="{60BC17EE-4AEA-468D-B74E-5651A7D1F78E}" srcOrd="0" destOrd="0" presId="urn:microsoft.com/office/officeart/2018/5/layout/CenteredIconLabelDescriptionList"/>
    <dgm:cxn modelId="{2A495B3B-BCE3-49A0-BA36-7BACF4C92A26}" type="presParOf" srcId="{F6C3C030-040E-48A6-A1F1-501F8A30F92C}" destId="{DB4D1510-08BE-4EE6-B997-29D1E28DE363}" srcOrd="1" destOrd="0" presId="urn:microsoft.com/office/officeart/2018/5/layout/CenteredIconLabelDescriptionList"/>
    <dgm:cxn modelId="{2779B711-78E6-42D1-AD54-D5D545921242}" type="presParOf" srcId="{F6C3C030-040E-48A6-A1F1-501F8A30F92C}" destId="{16E048D2-FD84-439B-9708-0D7EAE448BA7}" srcOrd="2" destOrd="0" presId="urn:microsoft.com/office/officeart/2018/5/layout/CenteredIconLabelDescriptionList"/>
    <dgm:cxn modelId="{350D3AD3-1F85-44C0-B3D7-D711A1F38381}" type="presParOf" srcId="{F6C3C030-040E-48A6-A1F1-501F8A30F92C}" destId="{D3D13279-9596-4501-96C1-AF0B036379CC}" srcOrd="3" destOrd="0" presId="urn:microsoft.com/office/officeart/2018/5/layout/CenteredIconLabelDescriptionList"/>
    <dgm:cxn modelId="{E0DB9091-8E8E-4592-B7D6-E67AE3EF3DA2}" type="presParOf" srcId="{F6C3C030-040E-48A6-A1F1-501F8A30F92C}" destId="{0C5CC767-7866-4EF5-AA5B-1AC52A2C96C0}" srcOrd="4" destOrd="0" presId="urn:microsoft.com/office/officeart/2018/5/layout/CenteredIconLabelDescriptionList"/>
    <dgm:cxn modelId="{55A20959-8EF9-42FB-8A7C-4950EE3A6726}" type="presParOf" srcId="{18A93CCC-E511-427D-8FCA-440D2F29A673}" destId="{CED06260-F6D6-4C5F-BC33-3B1CBA453259}" srcOrd="1" destOrd="0" presId="urn:microsoft.com/office/officeart/2018/5/layout/CenteredIconLabelDescriptionList"/>
    <dgm:cxn modelId="{87B68633-BE0D-41B4-B69E-23383B0E3C77}" type="presParOf" srcId="{18A93CCC-E511-427D-8FCA-440D2F29A673}" destId="{4E251338-09AB-4B5D-84B0-4F8FA1266C71}" srcOrd="2" destOrd="0" presId="urn:microsoft.com/office/officeart/2018/5/layout/CenteredIconLabelDescriptionList"/>
    <dgm:cxn modelId="{8F276859-966A-45B6-A804-593E3AB1BBD0}" type="presParOf" srcId="{4E251338-09AB-4B5D-84B0-4F8FA1266C71}" destId="{01AB6F28-4D93-47B9-9CF4-20193B45DA62}" srcOrd="0" destOrd="0" presId="urn:microsoft.com/office/officeart/2018/5/layout/CenteredIconLabelDescriptionList"/>
    <dgm:cxn modelId="{9E64B116-48F5-4B05-A82A-DE0B10BD5659}" type="presParOf" srcId="{4E251338-09AB-4B5D-84B0-4F8FA1266C71}" destId="{F08FF306-6811-4610-B881-80379A4D73FA}" srcOrd="1" destOrd="0" presId="urn:microsoft.com/office/officeart/2018/5/layout/CenteredIconLabelDescriptionList"/>
    <dgm:cxn modelId="{7E308E7B-F452-4298-BD92-D2566504227D}" type="presParOf" srcId="{4E251338-09AB-4B5D-84B0-4F8FA1266C71}" destId="{BF846DD2-7E86-4E17-B98E-1662E197E7F4}" srcOrd="2" destOrd="0" presId="urn:microsoft.com/office/officeart/2018/5/layout/CenteredIconLabelDescriptionList"/>
    <dgm:cxn modelId="{937F16C0-72E7-4033-94B7-9640B33B1D00}" type="presParOf" srcId="{4E251338-09AB-4B5D-84B0-4F8FA1266C71}" destId="{D7AE1334-AF7F-44DD-A54C-E76DB7C86B84}" srcOrd="3" destOrd="0" presId="urn:microsoft.com/office/officeart/2018/5/layout/CenteredIconLabelDescriptionList"/>
    <dgm:cxn modelId="{29478563-1161-4730-B1B4-0DDF9FAB723C}" type="presParOf" srcId="{4E251338-09AB-4B5D-84B0-4F8FA1266C71}" destId="{EC846ABC-A5F1-48F6-A6D4-49943A298634}" srcOrd="4" destOrd="0" presId="urn:microsoft.com/office/officeart/2018/5/layout/CenteredIconLabelDescriptionList"/>
    <dgm:cxn modelId="{9FF6E057-8372-4268-A1E6-72EEA11A287D}" type="presParOf" srcId="{18A93CCC-E511-427D-8FCA-440D2F29A673}" destId="{FF766C7F-F0BA-44E2-B9A0-1EBA7234A445}" srcOrd="3" destOrd="0" presId="urn:microsoft.com/office/officeart/2018/5/layout/CenteredIconLabelDescriptionList"/>
    <dgm:cxn modelId="{DD6D710A-17FD-4963-ADC1-912D5A458118}" type="presParOf" srcId="{18A93CCC-E511-427D-8FCA-440D2F29A673}" destId="{A177FDCD-18BD-471A-9346-4EF4F57A5601}" srcOrd="4" destOrd="0" presId="urn:microsoft.com/office/officeart/2018/5/layout/CenteredIconLabelDescriptionList"/>
    <dgm:cxn modelId="{7E152B0D-2E53-4DD0-936B-378023AE2523}" type="presParOf" srcId="{A177FDCD-18BD-471A-9346-4EF4F57A5601}" destId="{A9512643-B137-4EBF-BC10-9C83880EAA7E}" srcOrd="0" destOrd="0" presId="urn:microsoft.com/office/officeart/2018/5/layout/CenteredIconLabelDescriptionList"/>
    <dgm:cxn modelId="{1B099343-4E43-4D46-8421-31E62CAB5885}" type="presParOf" srcId="{A177FDCD-18BD-471A-9346-4EF4F57A5601}" destId="{833EB5F4-F4FD-4450-B44B-514B648954FD}" srcOrd="1" destOrd="0" presId="urn:microsoft.com/office/officeart/2018/5/layout/CenteredIconLabelDescriptionList"/>
    <dgm:cxn modelId="{115EF076-3726-4BD5-B4AB-35DACF0382B6}" type="presParOf" srcId="{A177FDCD-18BD-471A-9346-4EF4F57A5601}" destId="{EE4AC1B5-72B1-4335-923A-DFFDBAC72F7C}" srcOrd="2" destOrd="0" presId="urn:microsoft.com/office/officeart/2018/5/layout/CenteredIconLabelDescriptionList"/>
    <dgm:cxn modelId="{62EF7146-A70A-4B8C-AF31-7D5F1C54A877}" type="presParOf" srcId="{A177FDCD-18BD-471A-9346-4EF4F57A5601}" destId="{D36A7148-E3E0-45FD-920E-2A5D4EDEF9AD}" srcOrd="3" destOrd="0" presId="urn:microsoft.com/office/officeart/2018/5/layout/CenteredIconLabelDescriptionList"/>
    <dgm:cxn modelId="{DD3BA0B4-2B27-4ADE-81AC-75DFFFF824B7}" type="presParOf" srcId="{A177FDCD-18BD-471A-9346-4EF4F57A5601}" destId="{CF43C5B5-1C82-4E51-B3EB-B629AA4589DE}" srcOrd="4" destOrd="0" presId="urn:microsoft.com/office/officeart/2018/5/layout/CenteredIconLabelDescriptionList"/>
    <dgm:cxn modelId="{AEE77EE0-0A0C-4F5A-B02D-C0E1531E3139}" type="presParOf" srcId="{18A93CCC-E511-427D-8FCA-440D2F29A673}" destId="{171DCB8B-31B0-42D6-8B86-43A0B8D2F76E}" srcOrd="5" destOrd="0" presId="urn:microsoft.com/office/officeart/2018/5/layout/CenteredIconLabelDescriptionList"/>
    <dgm:cxn modelId="{46141361-E9B2-428E-85B5-D166665B5900}" type="presParOf" srcId="{18A93CCC-E511-427D-8FCA-440D2F29A673}" destId="{CFCB2C51-ECEA-4FA6-86BC-4F7B6C463BF8}" srcOrd="6" destOrd="0" presId="urn:microsoft.com/office/officeart/2018/5/layout/CenteredIconLabelDescriptionList"/>
    <dgm:cxn modelId="{D3D3E260-A017-4AAC-8C1B-D8BB7D40C589}" type="presParOf" srcId="{CFCB2C51-ECEA-4FA6-86BC-4F7B6C463BF8}" destId="{5DDBA7B2-5B4B-45BD-95E4-5A135B964F95}" srcOrd="0" destOrd="0" presId="urn:microsoft.com/office/officeart/2018/5/layout/CenteredIconLabelDescriptionList"/>
    <dgm:cxn modelId="{50DAC42C-A185-4EF5-8C04-ED035037F518}" type="presParOf" srcId="{CFCB2C51-ECEA-4FA6-86BC-4F7B6C463BF8}" destId="{FAE54206-8563-4246-87A4-43051482945C}" srcOrd="1" destOrd="0" presId="urn:microsoft.com/office/officeart/2018/5/layout/CenteredIconLabelDescriptionList"/>
    <dgm:cxn modelId="{E601E666-7844-43CD-8CF8-86D7857A2C0E}" type="presParOf" srcId="{CFCB2C51-ECEA-4FA6-86BC-4F7B6C463BF8}" destId="{83DC6D87-5292-4937-8DD5-BD1226DE83C9}" srcOrd="2" destOrd="0" presId="urn:microsoft.com/office/officeart/2018/5/layout/CenteredIconLabelDescriptionList"/>
    <dgm:cxn modelId="{42BB2AE3-DFB3-4FDD-AE45-378B8DB19082}" type="presParOf" srcId="{CFCB2C51-ECEA-4FA6-86BC-4F7B6C463BF8}" destId="{D9F96DA7-92B5-4C5F-B050-919E9A1CF9B5}" srcOrd="3" destOrd="0" presId="urn:microsoft.com/office/officeart/2018/5/layout/CenteredIconLabelDescriptionList"/>
    <dgm:cxn modelId="{4028F619-CB79-45D0-A90B-A68A6F60EFF6}" type="presParOf" srcId="{CFCB2C51-ECEA-4FA6-86BC-4F7B6C463BF8}" destId="{8BD62303-B7DF-48DE-8A67-D89DCE4D60D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5B2EC3A-3258-4A38-95C7-B51F2F68040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399EBA0-4C16-472C-B231-4491B99F36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minrelaytxfee</a:t>
          </a:r>
          <a:endParaRPr lang="en-US"/>
        </a:p>
      </dgm:t>
    </dgm:pt>
    <dgm:pt modelId="{282C1120-EABB-44E0-BC5C-C23A74EAD422}" type="parTrans" cxnId="{5A6F6EA2-0041-498C-93EB-4DAA115CC796}">
      <dgm:prSet/>
      <dgm:spPr/>
      <dgm:t>
        <a:bodyPr/>
        <a:lstStyle/>
        <a:p>
          <a:endParaRPr lang="en-US"/>
        </a:p>
      </dgm:t>
    </dgm:pt>
    <dgm:pt modelId="{8DC7B483-DD1C-4572-861C-2055EB50C95B}" type="sibTrans" cxnId="{5A6F6EA2-0041-498C-93EB-4DAA115CC796}">
      <dgm:prSet/>
      <dgm:spPr/>
      <dgm:t>
        <a:bodyPr/>
        <a:lstStyle/>
        <a:p>
          <a:endParaRPr lang="en-US"/>
        </a:p>
      </dgm:t>
    </dgm:pt>
    <dgm:pt modelId="{1C6C546E-59E2-4DA2-A47A-3694D10DA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Set the minimum fee transaction</a:t>
          </a:r>
        </a:p>
      </dgm:t>
    </dgm:pt>
    <dgm:pt modelId="{EE8392C3-3EDD-434D-A52F-5FCB84341D8D}" type="parTrans" cxnId="{DA70A9B2-2310-42CB-8E09-0D036F1BA37E}">
      <dgm:prSet/>
      <dgm:spPr/>
      <dgm:t>
        <a:bodyPr/>
        <a:lstStyle/>
        <a:p>
          <a:endParaRPr lang="en-US"/>
        </a:p>
      </dgm:t>
    </dgm:pt>
    <dgm:pt modelId="{578C75C3-509A-4902-B8FF-1A32A9D417B2}" type="sibTrans" cxnId="{DA70A9B2-2310-42CB-8E09-0D036F1BA37E}">
      <dgm:prSet/>
      <dgm:spPr/>
      <dgm:t>
        <a:bodyPr/>
        <a:lstStyle/>
        <a:p>
          <a:endParaRPr lang="en-US"/>
        </a:p>
      </dgm:t>
    </dgm:pt>
    <dgm:pt modelId="{AF05B907-1C20-4C52-9AD2-C820655845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</a:t>
          </a:r>
        </a:p>
      </dgm:t>
    </dgm:pt>
    <dgm:pt modelId="{0EF09F75-E77B-469E-B414-4BF6C718F862}" type="parTrans" cxnId="{9BEF0FBE-E672-400A-B5A0-2580B283D371}">
      <dgm:prSet/>
      <dgm:spPr/>
      <dgm:t>
        <a:bodyPr/>
        <a:lstStyle/>
        <a:p>
          <a:endParaRPr lang="en-US"/>
        </a:p>
      </dgm:t>
    </dgm:pt>
    <dgm:pt modelId="{99B51BEE-241D-4227-AD85-96F7379E63EB}" type="sibTrans" cxnId="{9BEF0FBE-E672-400A-B5A0-2580B283D371}">
      <dgm:prSet/>
      <dgm:spPr/>
      <dgm:t>
        <a:bodyPr/>
        <a:lstStyle/>
        <a:p>
          <a:endParaRPr lang="en-US"/>
        </a:p>
      </dgm:t>
    </dgm:pt>
    <dgm:pt modelId="{E0368C30-768E-479B-878D-76FA15775EC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Below this value</a:t>
          </a:r>
        </a:p>
      </dgm:t>
    </dgm:pt>
    <dgm:pt modelId="{75A503E9-804B-49E8-8CCF-37F17C2E44C0}" type="parTrans" cxnId="{57B2FAA9-E25A-449B-B4A3-9D8F31D90452}">
      <dgm:prSet/>
      <dgm:spPr/>
    </dgm:pt>
    <dgm:pt modelId="{AA5A0944-A1AC-4891-88C9-2462A2AFD0A8}" type="sibTrans" cxnId="{57B2FAA9-E25A-449B-B4A3-9D8F31D90452}">
      <dgm:prSet/>
      <dgm:spPr/>
    </dgm:pt>
    <dgm:pt modelId="{F78FBCD9-9D59-4A16-985F-E203DE5994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transaction</a:t>
          </a:r>
          <a:r>
            <a:rPr lang="tr-TR" dirty="0"/>
            <a:t> </a:t>
          </a:r>
          <a:r>
            <a:rPr lang="en-US" dirty="0"/>
            <a:t>is treated as zero fee. </a:t>
          </a:r>
        </a:p>
      </dgm:t>
    </dgm:pt>
    <dgm:pt modelId="{E8C95425-D5E4-4B18-81EF-BF667C345822}" type="parTrans" cxnId="{48640671-011E-47B9-802D-E9E5C3A7EB0B}">
      <dgm:prSet/>
      <dgm:spPr/>
    </dgm:pt>
    <dgm:pt modelId="{7EFA5EEB-7C7C-49F3-BC5C-CE5E8E9DEB88}" type="sibTrans" cxnId="{48640671-011E-47B9-802D-E9E5C3A7EB0B}">
      <dgm:prSet/>
      <dgm:spPr/>
    </dgm:pt>
    <dgm:pt modelId="{65B62D61-E852-48E4-A1FC-6D8475ABA0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will relay</a:t>
          </a:r>
        </a:p>
      </dgm:t>
    </dgm:pt>
    <dgm:pt modelId="{9E8B240E-29DF-4323-B2AA-BCAD9199E715}" type="parTrans" cxnId="{D61B4916-39AC-4717-9778-FFDECDE839FD}">
      <dgm:prSet/>
      <dgm:spPr/>
    </dgm:pt>
    <dgm:pt modelId="{8529B144-6319-4636-BBA8-BB06EC8375BD}" type="sibTrans" cxnId="{D61B4916-39AC-4717-9778-FFDECDE839FD}">
      <dgm:prSet/>
      <dgm:spPr/>
    </dgm:pt>
    <dgm:pt modelId="{09861A97-37CE-4162-8CFF-457B27C13E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reduce the size of</a:t>
          </a:r>
        </a:p>
      </dgm:t>
    </dgm:pt>
    <dgm:pt modelId="{3123E9E1-011E-44E9-9F80-32A8C32CA535}" type="parTrans" cxnId="{6D275565-2158-420D-A312-CFE946C6D11F}">
      <dgm:prSet/>
      <dgm:spPr/>
    </dgm:pt>
    <dgm:pt modelId="{F0C62EFD-0D94-44CD-A610-405608667047}" type="sibTrans" cxnId="{6D275565-2158-420D-A312-CFE946C6D11F}">
      <dgm:prSet/>
      <dgm:spPr/>
    </dgm:pt>
    <dgm:pt modelId="{8A4F638D-AB89-419F-B534-6061C728C2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in-memory transaction pool.</a:t>
          </a:r>
        </a:p>
      </dgm:t>
    </dgm:pt>
    <dgm:pt modelId="{A64A5EC6-54B9-45FD-8990-F4D973C54FDF}" type="parTrans" cxnId="{4071E437-9E64-46C8-8765-5D866350F4E7}">
      <dgm:prSet/>
      <dgm:spPr/>
    </dgm:pt>
    <dgm:pt modelId="{51FEA556-2E22-4481-959D-69B1E6A7E736}" type="sibTrans" cxnId="{4071E437-9E64-46C8-8765-5D866350F4E7}">
      <dgm:prSet/>
      <dgm:spPr/>
    </dgm:pt>
    <dgm:pt modelId="{EBCA6E91-70CA-47FF-BDF2-AD4337AD368A}" type="pres">
      <dgm:prSet presAssocID="{E5B2EC3A-3258-4A38-95C7-B51F2F680403}" presName="root" presStyleCnt="0">
        <dgm:presLayoutVars>
          <dgm:dir/>
          <dgm:resizeHandles val="exact"/>
        </dgm:presLayoutVars>
      </dgm:prSet>
      <dgm:spPr/>
    </dgm:pt>
    <dgm:pt modelId="{AB693DE2-1C25-4677-832B-8090773D5544}" type="pres">
      <dgm:prSet presAssocID="{0399EBA0-4C16-472C-B231-4491B99F3684}" presName="compNode" presStyleCnt="0"/>
      <dgm:spPr/>
    </dgm:pt>
    <dgm:pt modelId="{244499AD-17C1-41B9-A810-BB6655E58D0C}" type="pres">
      <dgm:prSet presAssocID="{0399EBA0-4C16-472C-B231-4491B99F36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ll"/>
        </a:ext>
      </dgm:extLst>
    </dgm:pt>
    <dgm:pt modelId="{5EA90953-4C17-4EB2-8A02-A00E18E184D3}" type="pres">
      <dgm:prSet presAssocID="{0399EBA0-4C16-472C-B231-4491B99F3684}" presName="iconSpace" presStyleCnt="0"/>
      <dgm:spPr/>
    </dgm:pt>
    <dgm:pt modelId="{C93690CB-44A9-4A16-931A-825667DC3040}" type="pres">
      <dgm:prSet presAssocID="{0399EBA0-4C16-472C-B231-4491B99F3684}" presName="parTx" presStyleLbl="revTx" presStyleIdx="0" presStyleCnt="6">
        <dgm:presLayoutVars>
          <dgm:chMax val="0"/>
          <dgm:chPref val="0"/>
        </dgm:presLayoutVars>
      </dgm:prSet>
      <dgm:spPr/>
    </dgm:pt>
    <dgm:pt modelId="{4EAD7192-B952-4A06-AC84-D1274C90B8B0}" type="pres">
      <dgm:prSet presAssocID="{0399EBA0-4C16-472C-B231-4491B99F3684}" presName="txSpace" presStyleCnt="0"/>
      <dgm:spPr/>
    </dgm:pt>
    <dgm:pt modelId="{EE71EB39-98EC-4D33-9858-84D3FA7A648F}" type="pres">
      <dgm:prSet presAssocID="{0399EBA0-4C16-472C-B231-4491B99F3684}" presName="desTx" presStyleLbl="revTx" presStyleIdx="1" presStyleCnt="6">
        <dgm:presLayoutVars/>
      </dgm:prSet>
      <dgm:spPr/>
    </dgm:pt>
    <dgm:pt modelId="{144F4F2C-18D4-4661-A97F-FD638140C298}" type="pres">
      <dgm:prSet presAssocID="{8DC7B483-DD1C-4572-861C-2055EB50C95B}" presName="sibTrans" presStyleCnt="0"/>
      <dgm:spPr/>
    </dgm:pt>
    <dgm:pt modelId="{0AF75315-2FA0-438C-BF78-D30811B65D57}" type="pres">
      <dgm:prSet presAssocID="{E0368C30-768E-479B-878D-76FA15775EC9}" presName="compNode" presStyleCnt="0"/>
      <dgm:spPr/>
    </dgm:pt>
    <dgm:pt modelId="{8C9A7320-DE4C-4077-BB36-50734A204B12}" type="pres">
      <dgm:prSet presAssocID="{E0368C30-768E-479B-878D-76FA15775E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C"/>
        </a:ext>
      </dgm:extLst>
    </dgm:pt>
    <dgm:pt modelId="{D02B21C4-CEC9-4AC4-9408-40A9F194EDBC}" type="pres">
      <dgm:prSet presAssocID="{E0368C30-768E-479B-878D-76FA15775EC9}" presName="iconSpace" presStyleCnt="0"/>
      <dgm:spPr/>
    </dgm:pt>
    <dgm:pt modelId="{033AA2FF-4B2F-44AA-B3E5-1DD6E1544624}" type="pres">
      <dgm:prSet presAssocID="{E0368C30-768E-479B-878D-76FA15775EC9}" presName="parTx" presStyleLbl="revTx" presStyleIdx="2" presStyleCnt="6">
        <dgm:presLayoutVars>
          <dgm:chMax val="0"/>
          <dgm:chPref val="0"/>
        </dgm:presLayoutVars>
      </dgm:prSet>
      <dgm:spPr/>
    </dgm:pt>
    <dgm:pt modelId="{863DABB9-8CAB-44AB-A88D-4B303DA0F8EB}" type="pres">
      <dgm:prSet presAssocID="{E0368C30-768E-479B-878D-76FA15775EC9}" presName="txSpace" presStyleCnt="0"/>
      <dgm:spPr/>
    </dgm:pt>
    <dgm:pt modelId="{156C4430-387D-4707-A502-2AC1790E15CA}" type="pres">
      <dgm:prSet presAssocID="{E0368C30-768E-479B-878D-76FA15775EC9}" presName="desTx" presStyleLbl="revTx" presStyleIdx="3" presStyleCnt="6">
        <dgm:presLayoutVars/>
      </dgm:prSet>
      <dgm:spPr/>
    </dgm:pt>
    <dgm:pt modelId="{4CD82DF2-6DF0-4B95-B73C-1D7137A3B956}" type="pres">
      <dgm:prSet presAssocID="{AA5A0944-A1AC-4891-88C9-2462A2AFD0A8}" presName="sibTrans" presStyleCnt="0"/>
      <dgm:spPr/>
    </dgm:pt>
    <dgm:pt modelId="{1A19853B-59C6-4BD5-8564-0BBBA8E94E1E}" type="pres">
      <dgm:prSet presAssocID="{AF05B907-1C20-4C52-9AD2-C820655845A4}" presName="compNode" presStyleCnt="0"/>
      <dgm:spPr/>
    </dgm:pt>
    <dgm:pt modelId="{92EA1099-8A82-4F9E-8019-B30C879CA69A}" type="pres">
      <dgm:prSet presAssocID="{AF05B907-1C20-4C52-9AD2-C820655845A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yment Card"/>
        </a:ext>
      </dgm:extLst>
    </dgm:pt>
    <dgm:pt modelId="{0CDC6A62-2735-434D-A079-30CE9208136B}" type="pres">
      <dgm:prSet presAssocID="{AF05B907-1C20-4C52-9AD2-C820655845A4}" presName="iconSpace" presStyleCnt="0"/>
      <dgm:spPr/>
    </dgm:pt>
    <dgm:pt modelId="{BD4E71C8-429F-4593-BBCB-EC78F72EBAC9}" type="pres">
      <dgm:prSet presAssocID="{AF05B907-1C20-4C52-9AD2-C820655845A4}" presName="parTx" presStyleLbl="revTx" presStyleIdx="4" presStyleCnt="6">
        <dgm:presLayoutVars>
          <dgm:chMax val="0"/>
          <dgm:chPref val="0"/>
        </dgm:presLayoutVars>
      </dgm:prSet>
      <dgm:spPr/>
    </dgm:pt>
    <dgm:pt modelId="{CE09AEC3-5955-4404-8DDB-E366D5B2B326}" type="pres">
      <dgm:prSet presAssocID="{AF05B907-1C20-4C52-9AD2-C820655845A4}" presName="txSpace" presStyleCnt="0"/>
      <dgm:spPr/>
    </dgm:pt>
    <dgm:pt modelId="{0ACB4521-8CE3-4445-BC5B-09554355765C}" type="pres">
      <dgm:prSet presAssocID="{AF05B907-1C20-4C52-9AD2-C820655845A4}" presName="desTx" presStyleLbl="revTx" presStyleIdx="5" presStyleCnt="6">
        <dgm:presLayoutVars/>
      </dgm:prSet>
      <dgm:spPr/>
    </dgm:pt>
  </dgm:ptLst>
  <dgm:cxnLst>
    <dgm:cxn modelId="{EAB68514-8AC1-47C9-9ED2-1C85013E8267}" type="presOf" srcId="{1C6C546E-59E2-4DA2-A47A-3694D10DA871}" destId="{EE71EB39-98EC-4D33-9858-84D3FA7A648F}" srcOrd="0" destOrd="0" presId="urn:microsoft.com/office/officeart/2018/5/layout/CenteredIconLabelDescriptionList"/>
    <dgm:cxn modelId="{D61B4916-39AC-4717-9778-FFDECDE839FD}" srcId="{0399EBA0-4C16-472C-B231-4491B99F3684}" destId="{65B62D61-E852-48E4-A1FC-6D8475ABA027}" srcOrd="1" destOrd="0" parTransId="{9E8B240E-29DF-4323-B2AA-BCAD9199E715}" sibTransId="{8529B144-6319-4636-BBA8-BB06EC8375BD}"/>
    <dgm:cxn modelId="{54766223-5214-4FE4-867F-3BE7418517AD}" type="presOf" srcId="{E0368C30-768E-479B-878D-76FA15775EC9}" destId="{033AA2FF-4B2F-44AA-B3E5-1DD6E1544624}" srcOrd="0" destOrd="0" presId="urn:microsoft.com/office/officeart/2018/5/layout/CenteredIconLabelDescriptionList"/>
    <dgm:cxn modelId="{4071E437-9E64-46C8-8765-5D866350F4E7}" srcId="{AF05B907-1C20-4C52-9AD2-C820655845A4}" destId="{8A4F638D-AB89-419F-B534-6061C728C2D8}" srcOrd="1" destOrd="0" parTransId="{A64A5EC6-54B9-45FD-8990-F4D973C54FDF}" sibTransId="{51FEA556-2E22-4481-959D-69B1E6A7E736}"/>
    <dgm:cxn modelId="{BE64433A-8DF3-43CB-B3AB-DF4459160ED2}" type="presOf" srcId="{09861A97-37CE-4162-8CFF-457B27C13E4E}" destId="{0ACB4521-8CE3-4445-BC5B-09554355765C}" srcOrd="0" destOrd="0" presId="urn:microsoft.com/office/officeart/2018/5/layout/CenteredIconLabelDescriptionList"/>
    <dgm:cxn modelId="{7DF3643D-9A96-42F1-BD07-521CAB814A20}" type="presOf" srcId="{AF05B907-1C20-4C52-9AD2-C820655845A4}" destId="{BD4E71C8-429F-4593-BBCB-EC78F72EBAC9}" srcOrd="0" destOrd="0" presId="urn:microsoft.com/office/officeart/2018/5/layout/CenteredIconLabelDescriptionList"/>
    <dgm:cxn modelId="{6D275565-2158-420D-A312-CFE946C6D11F}" srcId="{AF05B907-1C20-4C52-9AD2-C820655845A4}" destId="{09861A97-37CE-4162-8CFF-457B27C13E4E}" srcOrd="0" destOrd="0" parTransId="{3123E9E1-011E-44E9-9F80-32A8C32CA535}" sibTransId="{F0C62EFD-0D94-44CD-A610-405608667047}"/>
    <dgm:cxn modelId="{48640671-011E-47B9-802D-E9E5C3A7EB0B}" srcId="{E0368C30-768E-479B-878D-76FA15775EC9}" destId="{F78FBCD9-9D59-4A16-985F-E203DE599435}" srcOrd="0" destOrd="0" parTransId="{E8C95425-D5E4-4B18-81EF-BF667C345822}" sibTransId="{7EFA5EEB-7C7C-49F3-BC5C-CE5E8E9DEB88}"/>
    <dgm:cxn modelId="{AF2C4258-77DC-41E9-BEC7-CCC9AB31B567}" type="presOf" srcId="{8A4F638D-AB89-419F-B534-6061C728C2D8}" destId="{0ACB4521-8CE3-4445-BC5B-09554355765C}" srcOrd="0" destOrd="1" presId="urn:microsoft.com/office/officeart/2018/5/layout/CenteredIconLabelDescriptionList"/>
    <dgm:cxn modelId="{5263697B-6D31-4839-BA97-704D8971D17B}" type="presOf" srcId="{E5B2EC3A-3258-4A38-95C7-B51F2F680403}" destId="{EBCA6E91-70CA-47FF-BDF2-AD4337AD368A}" srcOrd="0" destOrd="0" presId="urn:microsoft.com/office/officeart/2018/5/layout/CenteredIconLabelDescriptionList"/>
    <dgm:cxn modelId="{41E10E8B-9D09-4C9E-9286-9931E240D5EC}" type="presOf" srcId="{F78FBCD9-9D59-4A16-985F-E203DE599435}" destId="{156C4430-387D-4707-A502-2AC1790E15CA}" srcOrd="0" destOrd="0" presId="urn:microsoft.com/office/officeart/2018/5/layout/CenteredIconLabelDescriptionList"/>
    <dgm:cxn modelId="{5DE8BD8E-F17F-45E2-831C-FB31C3C4FCBC}" type="presOf" srcId="{65B62D61-E852-48E4-A1FC-6D8475ABA027}" destId="{EE71EB39-98EC-4D33-9858-84D3FA7A648F}" srcOrd="0" destOrd="1" presId="urn:microsoft.com/office/officeart/2018/5/layout/CenteredIconLabelDescriptionList"/>
    <dgm:cxn modelId="{5A6F6EA2-0041-498C-93EB-4DAA115CC796}" srcId="{E5B2EC3A-3258-4A38-95C7-B51F2F680403}" destId="{0399EBA0-4C16-472C-B231-4491B99F3684}" srcOrd="0" destOrd="0" parTransId="{282C1120-EABB-44E0-BC5C-C23A74EAD422}" sibTransId="{8DC7B483-DD1C-4572-861C-2055EB50C95B}"/>
    <dgm:cxn modelId="{57B2FAA9-E25A-449B-B4A3-9D8F31D90452}" srcId="{E5B2EC3A-3258-4A38-95C7-B51F2F680403}" destId="{E0368C30-768E-479B-878D-76FA15775EC9}" srcOrd="1" destOrd="0" parTransId="{75A503E9-804B-49E8-8CCF-37F17C2E44C0}" sibTransId="{AA5A0944-A1AC-4891-88C9-2462A2AFD0A8}"/>
    <dgm:cxn modelId="{DA70A9B2-2310-42CB-8E09-0D036F1BA37E}" srcId="{0399EBA0-4C16-472C-B231-4491B99F3684}" destId="{1C6C546E-59E2-4DA2-A47A-3694D10DA871}" srcOrd="0" destOrd="0" parTransId="{EE8392C3-3EDD-434D-A52F-5FCB84341D8D}" sibTransId="{578C75C3-509A-4902-B8FF-1A32A9D417B2}"/>
    <dgm:cxn modelId="{9BEF0FBE-E672-400A-B5A0-2580B283D371}" srcId="{E5B2EC3A-3258-4A38-95C7-B51F2F680403}" destId="{AF05B907-1C20-4C52-9AD2-C820655845A4}" srcOrd="2" destOrd="0" parTransId="{0EF09F75-E77B-469E-B414-4BF6C718F862}" sibTransId="{99B51BEE-241D-4227-AD85-96F7379E63EB}"/>
    <dgm:cxn modelId="{17E0C4CD-7358-4002-AED2-CC85E91A3B38}" type="presOf" srcId="{0399EBA0-4C16-472C-B231-4491B99F3684}" destId="{C93690CB-44A9-4A16-931A-825667DC3040}" srcOrd="0" destOrd="0" presId="urn:microsoft.com/office/officeart/2018/5/layout/CenteredIconLabelDescriptionList"/>
    <dgm:cxn modelId="{F1B7374B-83BB-4F09-9957-533612A9078B}" type="presParOf" srcId="{EBCA6E91-70CA-47FF-BDF2-AD4337AD368A}" destId="{AB693DE2-1C25-4677-832B-8090773D5544}" srcOrd="0" destOrd="0" presId="urn:microsoft.com/office/officeart/2018/5/layout/CenteredIconLabelDescriptionList"/>
    <dgm:cxn modelId="{5F72ED90-4EBF-414F-A705-CDFCF7548E3C}" type="presParOf" srcId="{AB693DE2-1C25-4677-832B-8090773D5544}" destId="{244499AD-17C1-41B9-A810-BB6655E58D0C}" srcOrd="0" destOrd="0" presId="urn:microsoft.com/office/officeart/2018/5/layout/CenteredIconLabelDescriptionList"/>
    <dgm:cxn modelId="{C09CE944-3212-4638-A817-36A2BEB4B936}" type="presParOf" srcId="{AB693DE2-1C25-4677-832B-8090773D5544}" destId="{5EA90953-4C17-4EB2-8A02-A00E18E184D3}" srcOrd="1" destOrd="0" presId="urn:microsoft.com/office/officeart/2018/5/layout/CenteredIconLabelDescriptionList"/>
    <dgm:cxn modelId="{608575EE-55DA-407D-9889-B8CD7AEF6ED0}" type="presParOf" srcId="{AB693DE2-1C25-4677-832B-8090773D5544}" destId="{C93690CB-44A9-4A16-931A-825667DC3040}" srcOrd="2" destOrd="0" presId="urn:microsoft.com/office/officeart/2018/5/layout/CenteredIconLabelDescriptionList"/>
    <dgm:cxn modelId="{A24A5220-AE47-487D-B42B-313DC45D6AE4}" type="presParOf" srcId="{AB693DE2-1C25-4677-832B-8090773D5544}" destId="{4EAD7192-B952-4A06-AC84-D1274C90B8B0}" srcOrd="3" destOrd="0" presId="urn:microsoft.com/office/officeart/2018/5/layout/CenteredIconLabelDescriptionList"/>
    <dgm:cxn modelId="{486B2D20-3A4C-42ED-9DFA-0D97D7C18960}" type="presParOf" srcId="{AB693DE2-1C25-4677-832B-8090773D5544}" destId="{EE71EB39-98EC-4D33-9858-84D3FA7A648F}" srcOrd="4" destOrd="0" presId="urn:microsoft.com/office/officeart/2018/5/layout/CenteredIconLabelDescriptionList"/>
    <dgm:cxn modelId="{A61CD0A5-0F1E-4DF7-AE1C-5489EBFAF470}" type="presParOf" srcId="{EBCA6E91-70CA-47FF-BDF2-AD4337AD368A}" destId="{144F4F2C-18D4-4661-A97F-FD638140C298}" srcOrd="1" destOrd="0" presId="urn:microsoft.com/office/officeart/2018/5/layout/CenteredIconLabelDescriptionList"/>
    <dgm:cxn modelId="{85DB7159-4244-42C3-87FD-676879B0BC33}" type="presParOf" srcId="{EBCA6E91-70CA-47FF-BDF2-AD4337AD368A}" destId="{0AF75315-2FA0-438C-BF78-D30811B65D57}" srcOrd="2" destOrd="0" presId="urn:microsoft.com/office/officeart/2018/5/layout/CenteredIconLabelDescriptionList"/>
    <dgm:cxn modelId="{315AC145-46C6-4AED-BDCD-480FEF847452}" type="presParOf" srcId="{0AF75315-2FA0-438C-BF78-D30811B65D57}" destId="{8C9A7320-DE4C-4077-BB36-50734A204B12}" srcOrd="0" destOrd="0" presId="urn:microsoft.com/office/officeart/2018/5/layout/CenteredIconLabelDescriptionList"/>
    <dgm:cxn modelId="{3C11C936-BB6A-4BAD-B297-B11CB3B86C7A}" type="presParOf" srcId="{0AF75315-2FA0-438C-BF78-D30811B65D57}" destId="{D02B21C4-CEC9-4AC4-9408-40A9F194EDBC}" srcOrd="1" destOrd="0" presId="urn:microsoft.com/office/officeart/2018/5/layout/CenteredIconLabelDescriptionList"/>
    <dgm:cxn modelId="{7C37D800-EBB8-48E0-8271-9BA6E67536E1}" type="presParOf" srcId="{0AF75315-2FA0-438C-BF78-D30811B65D57}" destId="{033AA2FF-4B2F-44AA-B3E5-1DD6E1544624}" srcOrd="2" destOrd="0" presId="urn:microsoft.com/office/officeart/2018/5/layout/CenteredIconLabelDescriptionList"/>
    <dgm:cxn modelId="{0CAD6848-D61B-4382-88BA-09BB209AB75E}" type="presParOf" srcId="{0AF75315-2FA0-438C-BF78-D30811B65D57}" destId="{863DABB9-8CAB-44AB-A88D-4B303DA0F8EB}" srcOrd="3" destOrd="0" presId="urn:microsoft.com/office/officeart/2018/5/layout/CenteredIconLabelDescriptionList"/>
    <dgm:cxn modelId="{B81C0155-2BC6-4FD0-AC9C-4C1EF67BF0F7}" type="presParOf" srcId="{0AF75315-2FA0-438C-BF78-D30811B65D57}" destId="{156C4430-387D-4707-A502-2AC1790E15CA}" srcOrd="4" destOrd="0" presId="urn:microsoft.com/office/officeart/2018/5/layout/CenteredIconLabelDescriptionList"/>
    <dgm:cxn modelId="{D677743E-3E22-4FF6-A0C4-EBA14755821D}" type="presParOf" srcId="{EBCA6E91-70CA-47FF-BDF2-AD4337AD368A}" destId="{4CD82DF2-6DF0-4B95-B73C-1D7137A3B956}" srcOrd="3" destOrd="0" presId="urn:microsoft.com/office/officeart/2018/5/layout/CenteredIconLabelDescriptionList"/>
    <dgm:cxn modelId="{3CC5EB9A-B12C-4AC4-9CB9-8CECE6F65B6C}" type="presParOf" srcId="{EBCA6E91-70CA-47FF-BDF2-AD4337AD368A}" destId="{1A19853B-59C6-4BD5-8564-0BBBA8E94E1E}" srcOrd="4" destOrd="0" presId="urn:microsoft.com/office/officeart/2018/5/layout/CenteredIconLabelDescriptionList"/>
    <dgm:cxn modelId="{8EB483B0-0903-434E-8787-3FF8CFB1AB70}" type="presParOf" srcId="{1A19853B-59C6-4BD5-8564-0BBBA8E94E1E}" destId="{92EA1099-8A82-4F9E-8019-B30C879CA69A}" srcOrd="0" destOrd="0" presId="urn:microsoft.com/office/officeart/2018/5/layout/CenteredIconLabelDescriptionList"/>
    <dgm:cxn modelId="{EADB4764-94D9-474D-9FD0-FD478AD0B180}" type="presParOf" srcId="{1A19853B-59C6-4BD5-8564-0BBBA8E94E1E}" destId="{0CDC6A62-2735-434D-A079-30CE9208136B}" srcOrd="1" destOrd="0" presId="urn:microsoft.com/office/officeart/2018/5/layout/CenteredIconLabelDescriptionList"/>
    <dgm:cxn modelId="{989DCE66-6DC6-43FF-A04D-A012978A0BFA}" type="presParOf" srcId="{1A19853B-59C6-4BD5-8564-0BBBA8E94E1E}" destId="{BD4E71C8-429F-4593-BBCB-EC78F72EBAC9}" srcOrd="2" destOrd="0" presId="urn:microsoft.com/office/officeart/2018/5/layout/CenteredIconLabelDescriptionList"/>
    <dgm:cxn modelId="{7D70069E-9ECB-41F5-B9D7-55CD469A3F1E}" type="presParOf" srcId="{1A19853B-59C6-4BD5-8564-0BBBA8E94E1E}" destId="{CE09AEC3-5955-4404-8DDB-E366D5B2B326}" srcOrd="3" destOrd="0" presId="urn:microsoft.com/office/officeart/2018/5/layout/CenteredIconLabelDescriptionList"/>
    <dgm:cxn modelId="{6C108612-E891-4D2D-9063-795E579C10F8}" type="presParOf" srcId="{1A19853B-59C6-4BD5-8564-0BBBA8E94E1E}" destId="{0ACB4521-8CE3-4445-BC5B-09554355765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C8EB8CC3-736A-4EE6-986E-11BA9B017B9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913445C0-F2CF-431C-B688-52612209F9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Interface</a:t>
          </a:r>
        </a:p>
      </dgm:t>
    </dgm:pt>
    <dgm:pt modelId="{061A1C90-E2C1-4FA8-BBB1-D3CAA05BDACE}" type="parTrans" cxnId="{1F51E096-8BDD-450E-9F4F-4C02A8F4DBA1}">
      <dgm:prSet/>
      <dgm:spPr/>
      <dgm:t>
        <a:bodyPr/>
        <a:lstStyle/>
        <a:p>
          <a:endParaRPr lang="tr-TR"/>
        </a:p>
      </dgm:t>
    </dgm:pt>
    <dgm:pt modelId="{CE28C62C-1D14-4C70-96B2-4E1C6EF49749}" type="sibTrans" cxnId="{1F51E096-8BDD-450E-9F4F-4C02A8F4DBA1}">
      <dgm:prSet/>
      <dgm:spPr/>
      <dgm:t>
        <a:bodyPr/>
        <a:lstStyle/>
        <a:p>
          <a:endParaRPr lang="tr-TR"/>
        </a:p>
      </dgm:t>
    </dgm:pt>
    <dgm:pt modelId="{158B5EC5-08B6-4206-9A6F-0B77ED0F64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Core’s API is</a:t>
          </a:r>
          <a:endParaRPr lang="tr-TR"/>
        </a:p>
      </dgm:t>
    </dgm:pt>
    <dgm:pt modelId="{2F9FA4B7-2BF8-4D68-9802-0685969B087A}" type="parTrans" cxnId="{19D712FC-E799-4D41-9F7C-96A94862AC38}">
      <dgm:prSet/>
      <dgm:spPr/>
      <dgm:t>
        <a:bodyPr/>
        <a:lstStyle/>
        <a:p>
          <a:endParaRPr lang="tr-TR"/>
        </a:p>
      </dgm:t>
    </dgm:pt>
    <dgm:pt modelId="{09D1B345-8C9B-44F0-88BD-B9B62928FCA2}" type="sibTrans" cxnId="{19D712FC-E799-4D41-9F7C-96A94862AC38}">
      <dgm:prSet/>
      <dgm:spPr/>
      <dgm:t>
        <a:bodyPr/>
        <a:lstStyle/>
        <a:p>
          <a:endParaRPr lang="tr-TR"/>
        </a:p>
      </dgm:t>
    </dgm:pt>
    <dgm:pt modelId="{A6F48A26-BD2F-4BE3-AAC2-D87DFF5D6E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RPC </a:t>
          </a:r>
          <a:endParaRPr lang="tr-TR"/>
        </a:p>
      </dgm:t>
    </dgm:pt>
    <dgm:pt modelId="{ED015FC5-E819-4DF0-8645-25F2BE3A37A4}" type="parTrans" cxnId="{5E042CD7-FC1A-4294-944E-2601AD8A7090}">
      <dgm:prSet/>
      <dgm:spPr/>
      <dgm:t>
        <a:bodyPr/>
        <a:lstStyle/>
        <a:p>
          <a:endParaRPr lang="tr-TR"/>
        </a:p>
      </dgm:t>
    </dgm:pt>
    <dgm:pt modelId="{653CFBB3-A196-4FBF-BEF9-5320C84B0007}" type="sibTrans" cxnId="{5E042CD7-FC1A-4294-944E-2601AD8A7090}">
      <dgm:prSet/>
      <dgm:spPr/>
      <dgm:t>
        <a:bodyPr/>
        <a:lstStyle/>
        <a:p>
          <a:endParaRPr lang="tr-TR"/>
        </a:p>
      </dgm:t>
    </dgm:pt>
    <dgm:pt modelId="{3A014B4C-354F-453D-A29A-45599239B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Remote Procedure Call </a:t>
          </a:r>
          <a:endParaRPr lang="tr-TR"/>
        </a:p>
      </dgm:t>
    </dgm:pt>
    <dgm:pt modelId="{FD237D37-5367-4C85-87CF-A69135A0CF8F}" type="parTrans" cxnId="{A1A71AEE-DA4E-4779-B2B1-E99973B53664}">
      <dgm:prSet/>
      <dgm:spPr/>
      <dgm:t>
        <a:bodyPr/>
        <a:lstStyle/>
        <a:p>
          <a:endParaRPr lang="tr-TR"/>
        </a:p>
      </dgm:t>
    </dgm:pt>
    <dgm:pt modelId="{07C46AB8-EF1D-4D63-B227-62A822C1CE12}" type="sibTrans" cxnId="{A1A71AEE-DA4E-4779-B2B1-E99973B53664}">
      <dgm:prSet/>
      <dgm:spPr/>
      <dgm:t>
        <a:bodyPr/>
        <a:lstStyle/>
        <a:p>
          <a:endParaRPr lang="tr-TR"/>
        </a:p>
      </dgm:t>
    </dgm:pt>
    <dgm:pt modelId="{07310683-6E74-4810-BDFB-B5C1ABE521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calling</a:t>
          </a:r>
          <a:r>
            <a:rPr lang="tr-TR"/>
            <a:t> remote </a:t>
          </a:r>
          <a:r>
            <a:rPr lang="en-US"/>
            <a:t>procedures</a:t>
          </a:r>
          <a:r>
            <a:rPr lang="tr-TR"/>
            <a:t> or </a:t>
          </a:r>
          <a:r>
            <a:rPr lang="en-US"/>
            <a:t>functions</a:t>
          </a:r>
          <a:endParaRPr lang="tr-TR"/>
        </a:p>
      </dgm:t>
    </dgm:pt>
    <dgm:pt modelId="{BE858CF8-3622-482D-B211-43DF4498AF9D}" type="parTrans" cxnId="{B656B662-B8CA-4B1D-A730-093F26A1962B}">
      <dgm:prSet/>
      <dgm:spPr/>
      <dgm:t>
        <a:bodyPr/>
        <a:lstStyle/>
        <a:p>
          <a:endParaRPr lang="tr-TR"/>
        </a:p>
      </dgm:t>
    </dgm:pt>
    <dgm:pt modelId="{5226CFF0-B457-4B24-B04C-66BD059E2290}" type="sibTrans" cxnId="{B656B662-B8CA-4B1D-A730-093F26A1962B}">
      <dgm:prSet/>
      <dgm:spPr/>
      <dgm:t>
        <a:bodyPr/>
        <a:lstStyle/>
        <a:p>
          <a:endParaRPr lang="tr-TR"/>
        </a:p>
      </dgm:t>
    </dgm:pt>
    <dgm:pt modelId="{0932477B-952D-4198-9D15-A602D28A33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network protocol is HTTP</a:t>
          </a:r>
          <a:endParaRPr lang="tr-TR"/>
        </a:p>
      </dgm:t>
    </dgm:pt>
    <dgm:pt modelId="{F1521439-0C8C-4A2A-816B-013644D4D2D0}" type="parTrans" cxnId="{E7A5A9AD-FB01-4480-B571-A3609C73D773}">
      <dgm:prSet/>
      <dgm:spPr/>
      <dgm:t>
        <a:bodyPr/>
        <a:lstStyle/>
        <a:p>
          <a:endParaRPr lang="tr-TR"/>
        </a:p>
      </dgm:t>
    </dgm:pt>
    <dgm:pt modelId="{380B047E-E362-43B7-BDB9-7274D3303A07}" type="sibTrans" cxnId="{E7A5A9AD-FB01-4480-B571-A3609C73D773}">
      <dgm:prSet/>
      <dgm:spPr/>
      <dgm:t>
        <a:bodyPr/>
        <a:lstStyle/>
        <a:p>
          <a:endParaRPr lang="tr-TR"/>
        </a:p>
      </dgm:t>
    </dgm:pt>
    <dgm:pt modelId="{D600C59B-2F7D-4D71-BC1C-545DFF8F17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HTTP</a:t>
          </a:r>
        </a:p>
      </dgm:t>
    </dgm:pt>
    <dgm:pt modelId="{13BF0082-6D01-4B34-87CD-FC5516A48460}" type="parTrans" cxnId="{D8120ED6-6EE7-402E-9870-2A96F6FE439F}">
      <dgm:prSet/>
      <dgm:spPr/>
      <dgm:t>
        <a:bodyPr/>
        <a:lstStyle/>
        <a:p>
          <a:endParaRPr lang="en-US"/>
        </a:p>
      </dgm:t>
    </dgm:pt>
    <dgm:pt modelId="{3B3D1EA9-5525-4D22-8D88-E4546554E6A3}" type="sibTrans" cxnId="{D8120ED6-6EE7-402E-9870-2A96F6FE439F}">
      <dgm:prSet/>
      <dgm:spPr/>
      <dgm:t>
        <a:bodyPr/>
        <a:lstStyle/>
        <a:p>
          <a:endParaRPr lang="en-US"/>
        </a:p>
      </dgm:t>
    </dgm:pt>
    <dgm:pt modelId="{E4CFCB31-8193-4AA6-9CFB-1E16877EB3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HTTPS</a:t>
          </a:r>
          <a:endParaRPr lang="tr-TR"/>
        </a:p>
      </dgm:t>
    </dgm:pt>
    <dgm:pt modelId="{47C0A676-0B37-4584-A0B4-707A744017D2}" type="parTrans" cxnId="{47A57612-AEF7-484C-BBF4-EE447953577A}">
      <dgm:prSet/>
      <dgm:spPr/>
      <dgm:t>
        <a:bodyPr/>
        <a:lstStyle/>
        <a:p>
          <a:endParaRPr lang="en-US"/>
        </a:p>
      </dgm:t>
    </dgm:pt>
    <dgm:pt modelId="{066D27B0-FDD9-4164-BE14-E64D82A69BA1}" type="sibTrans" cxnId="{47A57612-AEF7-484C-BBF4-EE447953577A}">
      <dgm:prSet/>
      <dgm:spPr/>
      <dgm:t>
        <a:bodyPr/>
        <a:lstStyle/>
        <a:p>
          <a:endParaRPr lang="en-US"/>
        </a:p>
      </dgm:t>
    </dgm:pt>
    <dgm:pt modelId="{B7A8872F-BDD7-4168-945B-64C8FD3BD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JSON-RPC interface.</a:t>
          </a:r>
          <a:endParaRPr lang="tr-TR"/>
        </a:p>
      </dgm:t>
    </dgm:pt>
    <dgm:pt modelId="{DDDA99E9-A651-4F39-BD76-3656827F078A}" type="parTrans" cxnId="{FF37D97D-F023-41AC-B8C5-18E4B974B1DC}">
      <dgm:prSet/>
      <dgm:spPr/>
      <dgm:t>
        <a:bodyPr/>
        <a:lstStyle/>
        <a:p>
          <a:endParaRPr lang="tr-TR"/>
        </a:p>
      </dgm:t>
    </dgm:pt>
    <dgm:pt modelId="{A857AB29-AD77-4B8B-BAAA-F36D1DC2C618}" type="sibTrans" cxnId="{FF37D97D-F023-41AC-B8C5-18E4B974B1DC}">
      <dgm:prSet/>
      <dgm:spPr/>
      <dgm:t>
        <a:bodyPr/>
        <a:lstStyle/>
        <a:p>
          <a:endParaRPr lang="tr-TR"/>
        </a:p>
      </dgm:t>
    </dgm:pt>
    <dgm:pt modelId="{BA0A5DCD-1F65-40E2-B530-0E2320CF1B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Core node</a:t>
          </a:r>
          <a:endParaRPr lang="tr-TR"/>
        </a:p>
      </dgm:t>
    </dgm:pt>
    <dgm:pt modelId="{DD8014B4-D317-4F56-9616-91CA10947257}" type="parTrans" cxnId="{692EE940-CD0C-4CCD-8013-EF4608B2E5E9}">
      <dgm:prSet/>
      <dgm:spPr/>
      <dgm:t>
        <a:bodyPr/>
        <a:lstStyle/>
        <a:p>
          <a:endParaRPr lang="tr-TR"/>
        </a:p>
      </dgm:t>
    </dgm:pt>
    <dgm:pt modelId="{384D5C5F-23B1-4C0A-9F4D-7294A2CEA37A}" type="sibTrans" cxnId="{692EE940-CD0C-4CCD-8013-EF4608B2E5E9}">
      <dgm:prSet/>
      <dgm:spPr/>
      <dgm:t>
        <a:bodyPr/>
        <a:lstStyle/>
        <a:p>
          <a:endParaRPr lang="tr-TR"/>
        </a:p>
      </dgm:t>
    </dgm:pt>
    <dgm:pt modelId="{95A0F24A-2E9F-457A-A94A-420A875DC3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via a network</a:t>
          </a:r>
          <a:r>
            <a:rPr lang="tr-TR"/>
            <a:t> </a:t>
          </a:r>
          <a:r>
            <a:rPr lang="en-US"/>
            <a:t>protocol </a:t>
          </a:r>
          <a:endParaRPr lang="tr-TR"/>
        </a:p>
      </dgm:t>
    </dgm:pt>
    <dgm:pt modelId="{52CCC713-6D65-4BE6-A3A8-B344351DBD67}" type="parTrans" cxnId="{8812DB78-BDEC-46DB-A15D-03CE32C1AC2E}">
      <dgm:prSet/>
      <dgm:spPr/>
      <dgm:t>
        <a:bodyPr/>
        <a:lstStyle/>
        <a:p>
          <a:endParaRPr lang="tr-TR"/>
        </a:p>
      </dgm:t>
    </dgm:pt>
    <dgm:pt modelId="{0341B496-02DE-4A6D-B43D-023F7D525787}" type="sibTrans" cxnId="{8812DB78-BDEC-46DB-A15D-03CE32C1AC2E}">
      <dgm:prSet/>
      <dgm:spPr/>
      <dgm:t>
        <a:bodyPr/>
        <a:lstStyle/>
        <a:p>
          <a:endParaRPr lang="tr-TR"/>
        </a:p>
      </dgm:t>
    </dgm:pt>
    <dgm:pt modelId="{658BD22E-8EFC-4438-A435-98E862E76D6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Connection</a:t>
          </a:r>
        </a:p>
      </dgm:t>
    </dgm:pt>
    <dgm:pt modelId="{3E853FA4-CC9C-4B42-B5F6-C421574F81D4}" type="parTrans" cxnId="{6E2A3387-B038-40F1-82E9-408AC891348C}">
      <dgm:prSet/>
      <dgm:spPr/>
      <dgm:t>
        <a:bodyPr/>
        <a:lstStyle/>
        <a:p>
          <a:endParaRPr lang="tr-TR"/>
        </a:p>
      </dgm:t>
    </dgm:pt>
    <dgm:pt modelId="{B317ECFF-07AD-4920-A8C9-11AD094A2872}" type="sibTrans" cxnId="{6E2A3387-B038-40F1-82E9-408AC891348C}">
      <dgm:prSet/>
      <dgm:spPr/>
      <dgm:t>
        <a:bodyPr/>
        <a:lstStyle/>
        <a:p>
          <a:endParaRPr lang="tr-TR"/>
        </a:p>
      </dgm:t>
    </dgm:pt>
    <dgm:pt modelId="{46C12C95-B57D-4A1B-8329-97E79E86EC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encrypted connections</a:t>
          </a:r>
          <a:endParaRPr lang="tr-TR"/>
        </a:p>
      </dgm:t>
    </dgm:pt>
    <dgm:pt modelId="{B1359A59-26E2-43B4-840B-508DA5E4773A}" type="parTrans" cxnId="{A40576A4-B9D0-48B8-872E-1E66E8523B5D}">
      <dgm:prSet/>
      <dgm:spPr/>
      <dgm:t>
        <a:bodyPr/>
        <a:lstStyle/>
        <a:p>
          <a:endParaRPr lang="tr-TR"/>
        </a:p>
      </dgm:t>
    </dgm:pt>
    <dgm:pt modelId="{F7B42823-7789-4DB6-970F-57274633A2BC}" type="sibTrans" cxnId="{A40576A4-B9D0-48B8-872E-1E66E8523B5D}">
      <dgm:prSet/>
      <dgm:spPr/>
      <dgm:t>
        <a:bodyPr/>
        <a:lstStyle/>
        <a:p>
          <a:endParaRPr lang="tr-TR"/>
        </a:p>
      </dgm:t>
    </dgm:pt>
    <dgm:pt modelId="{F4CE5C9A-3264-4A10-A06B-95E815487E6F}" type="pres">
      <dgm:prSet presAssocID="{C8EB8CC3-736A-4EE6-986E-11BA9B017B9B}" presName="root" presStyleCnt="0">
        <dgm:presLayoutVars>
          <dgm:dir/>
          <dgm:resizeHandles val="exact"/>
        </dgm:presLayoutVars>
      </dgm:prSet>
      <dgm:spPr/>
    </dgm:pt>
    <dgm:pt modelId="{0D19CD70-81A4-4AD0-9013-1855533A8542}" type="pres">
      <dgm:prSet presAssocID="{913445C0-F2CF-431C-B688-52612209F9A1}" presName="compNode" presStyleCnt="0"/>
      <dgm:spPr/>
    </dgm:pt>
    <dgm:pt modelId="{0A04B58B-48FE-4AC4-BAED-8188A7C8F99D}" type="pres">
      <dgm:prSet presAssocID="{913445C0-F2CF-431C-B688-52612209F9A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4FBE576-73D5-4428-8617-77508222A3C2}" type="pres">
      <dgm:prSet presAssocID="{913445C0-F2CF-431C-B688-52612209F9A1}" presName="iconSpace" presStyleCnt="0"/>
      <dgm:spPr/>
    </dgm:pt>
    <dgm:pt modelId="{B801FE1D-BC3A-4F6E-BA04-AC54FD394472}" type="pres">
      <dgm:prSet presAssocID="{913445C0-F2CF-431C-B688-52612209F9A1}" presName="parTx" presStyleLbl="revTx" presStyleIdx="0" presStyleCnt="10">
        <dgm:presLayoutVars>
          <dgm:chMax val="0"/>
          <dgm:chPref val="0"/>
        </dgm:presLayoutVars>
      </dgm:prSet>
      <dgm:spPr/>
    </dgm:pt>
    <dgm:pt modelId="{6C6FB2D6-8DDA-435D-A937-BF13E00E9EE1}" type="pres">
      <dgm:prSet presAssocID="{913445C0-F2CF-431C-B688-52612209F9A1}" presName="txSpace" presStyleCnt="0"/>
      <dgm:spPr/>
    </dgm:pt>
    <dgm:pt modelId="{67EF6F27-744D-4346-80B7-9422CBFA1EE2}" type="pres">
      <dgm:prSet presAssocID="{913445C0-F2CF-431C-B688-52612209F9A1}" presName="desTx" presStyleLbl="revTx" presStyleIdx="1" presStyleCnt="10">
        <dgm:presLayoutVars/>
      </dgm:prSet>
      <dgm:spPr/>
    </dgm:pt>
    <dgm:pt modelId="{9D7B8C6B-B116-4BCD-97AD-F8A54BA1F47C}" type="pres">
      <dgm:prSet presAssocID="{CE28C62C-1D14-4C70-96B2-4E1C6EF49749}" presName="sibTrans" presStyleCnt="0"/>
      <dgm:spPr/>
    </dgm:pt>
    <dgm:pt modelId="{5B940B16-DBCD-4075-A96A-138F1F4686D9}" type="pres">
      <dgm:prSet presAssocID="{A6F48A26-BD2F-4BE3-AAC2-D87DFF5D6EF4}" presName="compNode" presStyleCnt="0"/>
      <dgm:spPr/>
    </dgm:pt>
    <dgm:pt modelId="{67F340E4-447E-486D-9837-8D13282AF09F}" type="pres">
      <dgm:prSet presAssocID="{A6F48A26-BD2F-4BE3-AAC2-D87DFF5D6EF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176F864-DC58-4F4A-BF9D-A9BAD729BB4F}" type="pres">
      <dgm:prSet presAssocID="{A6F48A26-BD2F-4BE3-AAC2-D87DFF5D6EF4}" presName="iconSpace" presStyleCnt="0"/>
      <dgm:spPr/>
    </dgm:pt>
    <dgm:pt modelId="{5BE83916-7FD8-4371-A32E-299E88ABB8B9}" type="pres">
      <dgm:prSet presAssocID="{A6F48A26-BD2F-4BE3-AAC2-D87DFF5D6EF4}" presName="parTx" presStyleLbl="revTx" presStyleIdx="2" presStyleCnt="10">
        <dgm:presLayoutVars>
          <dgm:chMax val="0"/>
          <dgm:chPref val="0"/>
        </dgm:presLayoutVars>
      </dgm:prSet>
      <dgm:spPr/>
    </dgm:pt>
    <dgm:pt modelId="{CFE8965F-F33E-4426-9CA0-B519B224DDA0}" type="pres">
      <dgm:prSet presAssocID="{A6F48A26-BD2F-4BE3-AAC2-D87DFF5D6EF4}" presName="txSpace" presStyleCnt="0"/>
      <dgm:spPr/>
    </dgm:pt>
    <dgm:pt modelId="{80706FDC-3374-4EFE-A300-ACA888C3599D}" type="pres">
      <dgm:prSet presAssocID="{A6F48A26-BD2F-4BE3-AAC2-D87DFF5D6EF4}" presName="desTx" presStyleLbl="revTx" presStyleIdx="3" presStyleCnt="10">
        <dgm:presLayoutVars/>
      </dgm:prSet>
      <dgm:spPr/>
    </dgm:pt>
    <dgm:pt modelId="{FB16AEBC-06AA-41B3-88C9-6A54DFCFEB10}" type="pres">
      <dgm:prSet presAssocID="{653CFBB3-A196-4FBF-BEF9-5320C84B0007}" presName="sibTrans" presStyleCnt="0"/>
      <dgm:spPr/>
    </dgm:pt>
    <dgm:pt modelId="{F85CE613-53CA-4407-9550-A4DCF5596928}" type="pres">
      <dgm:prSet presAssocID="{658BD22E-8EFC-4438-A435-98E862E76D66}" presName="compNode" presStyleCnt="0"/>
      <dgm:spPr/>
    </dgm:pt>
    <dgm:pt modelId="{E97730D4-0323-4341-AEEA-433F170984F5}" type="pres">
      <dgm:prSet presAssocID="{658BD22E-8EFC-4438-A435-98E862E76D6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D62B0DA-78D3-4852-8BBF-5439F88942A3}" type="pres">
      <dgm:prSet presAssocID="{658BD22E-8EFC-4438-A435-98E862E76D66}" presName="iconSpace" presStyleCnt="0"/>
      <dgm:spPr/>
    </dgm:pt>
    <dgm:pt modelId="{F3961338-54E9-4209-A6DC-0D31803AF325}" type="pres">
      <dgm:prSet presAssocID="{658BD22E-8EFC-4438-A435-98E862E76D66}" presName="parTx" presStyleLbl="revTx" presStyleIdx="4" presStyleCnt="10">
        <dgm:presLayoutVars>
          <dgm:chMax val="0"/>
          <dgm:chPref val="0"/>
        </dgm:presLayoutVars>
      </dgm:prSet>
      <dgm:spPr/>
    </dgm:pt>
    <dgm:pt modelId="{9D57054A-5921-42FD-870B-E5AC1C75D9CB}" type="pres">
      <dgm:prSet presAssocID="{658BD22E-8EFC-4438-A435-98E862E76D66}" presName="txSpace" presStyleCnt="0"/>
      <dgm:spPr/>
    </dgm:pt>
    <dgm:pt modelId="{1182ED7C-D8B1-411A-B795-6B5AB2A1D31D}" type="pres">
      <dgm:prSet presAssocID="{658BD22E-8EFC-4438-A435-98E862E76D66}" presName="desTx" presStyleLbl="revTx" presStyleIdx="5" presStyleCnt="10">
        <dgm:presLayoutVars/>
      </dgm:prSet>
      <dgm:spPr/>
    </dgm:pt>
    <dgm:pt modelId="{1C5BFECE-77D5-444C-B4D8-B96120990C43}" type="pres">
      <dgm:prSet presAssocID="{B317ECFF-07AD-4920-A8C9-11AD094A2872}" presName="sibTrans" presStyleCnt="0"/>
      <dgm:spPr/>
    </dgm:pt>
    <dgm:pt modelId="{8016ECEB-0CE3-476B-9775-A9B5F65BCAEC}" type="pres">
      <dgm:prSet presAssocID="{D600C59B-2F7D-4D71-BC1C-545DFF8F17BD}" presName="compNode" presStyleCnt="0"/>
      <dgm:spPr/>
    </dgm:pt>
    <dgm:pt modelId="{2C291F5E-305A-4C16-84D8-DD5BBEE52E72}" type="pres">
      <dgm:prSet presAssocID="{D600C59B-2F7D-4D71-BC1C-545DFF8F17B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1880B90-C69F-4811-AD61-AF3698C4DB35}" type="pres">
      <dgm:prSet presAssocID="{D600C59B-2F7D-4D71-BC1C-545DFF8F17BD}" presName="iconSpace" presStyleCnt="0"/>
      <dgm:spPr/>
    </dgm:pt>
    <dgm:pt modelId="{4E8D2811-174F-4D18-BE7D-EC8B8AF9FFF0}" type="pres">
      <dgm:prSet presAssocID="{D600C59B-2F7D-4D71-BC1C-545DFF8F17BD}" presName="parTx" presStyleLbl="revTx" presStyleIdx="6" presStyleCnt="10">
        <dgm:presLayoutVars>
          <dgm:chMax val="0"/>
          <dgm:chPref val="0"/>
        </dgm:presLayoutVars>
      </dgm:prSet>
      <dgm:spPr/>
    </dgm:pt>
    <dgm:pt modelId="{10CBC22F-89C2-4956-9444-454229CA88F2}" type="pres">
      <dgm:prSet presAssocID="{D600C59B-2F7D-4D71-BC1C-545DFF8F17BD}" presName="txSpace" presStyleCnt="0"/>
      <dgm:spPr/>
    </dgm:pt>
    <dgm:pt modelId="{83D8931A-8A67-4AFE-B554-F19F5759E78E}" type="pres">
      <dgm:prSet presAssocID="{D600C59B-2F7D-4D71-BC1C-545DFF8F17BD}" presName="desTx" presStyleLbl="revTx" presStyleIdx="7" presStyleCnt="10">
        <dgm:presLayoutVars/>
      </dgm:prSet>
      <dgm:spPr/>
    </dgm:pt>
    <dgm:pt modelId="{8B20F005-252A-43A7-BF13-5B6CB0349C1A}" type="pres">
      <dgm:prSet presAssocID="{3B3D1EA9-5525-4D22-8D88-E4546554E6A3}" presName="sibTrans" presStyleCnt="0"/>
      <dgm:spPr/>
    </dgm:pt>
    <dgm:pt modelId="{4D02C610-AA96-4A9B-BDDE-A80A6980C9A5}" type="pres">
      <dgm:prSet presAssocID="{E4CFCB31-8193-4AA6-9CFB-1E16877EB348}" presName="compNode" presStyleCnt="0"/>
      <dgm:spPr/>
    </dgm:pt>
    <dgm:pt modelId="{A0BD322B-169D-483F-91F7-DB1F85976F93}" type="pres">
      <dgm:prSet presAssocID="{E4CFCB31-8193-4AA6-9CFB-1E16877EB34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89B2B502-E603-480A-BFD4-98BF691859DA}" type="pres">
      <dgm:prSet presAssocID="{E4CFCB31-8193-4AA6-9CFB-1E16877EB348}" presName="iconSpace" presStyleCnt="0"/>
      <dgm:spPr/>
    </dgm:pt>
    <dgm:pt modelId="{8AB207AC-BD68-48D6-9B9D-46B359D50C2F}" type="pres">
      <dgm:prSet presAssocID="{E4CFCB31-8193-4AA6-9CFB-1E16877EB348}" presName="parTx" presStyleLbl="revTx" presStyleIdx="8" presStyleCnt="10">
        <dgm:presLayoutVars>
          <dgm:chMax val="0"/>
          <dgm:chPref val="0"/>
        </dgm:presLayoutVars>
      </dgm:prSet>
      <dgm:spPr/>
    </dgm:pt>
    <dgm:pt modelId="{27A6F646-8C4C-4233-9AE1-728329A607D7}" type="pres">
      <dgm:prSet presAssocID="{E4CFCB31-8193-4AA6-9CFB-1E16877EB348}" presName="txSpace" presStyleCnt="0"/>
      <dgm:spPr/>
    </dgm:pt>
    <dgm:pt modelId="{706FBB90-DD3A-42C7-BAEA-DA6027C4296B}" type="pres">
      <dgm:prSet presAssocID="{E4CFCB31-8193-4AA6-9CFB-1E16877EB348}" presName="desTx" presStyleLbl="revTx" presStyleIdx="9" presStyleCnt="10">
        <dgm:presLayoutVars/>
      </dgm:prSet>
      <dgm:spPr/>
    </dgm:pt>
  </dgm:ptLst>
  <dgm:cxnLst>
    <dgm:cxn modelId="{47A57612-AEF7-484C-BBF4-EE447953577A}" srcId="{C8EB8CC3-736A-4EE6-986E-11BA9B017B9B}" destId="{E4CFCB31-8193-4AA6-9CFB-1E16877EB348}" srcOrd="4" destOrd="0" parTransId="{47C0A676-0B37-4584-A0B4-707A744017D2}" sibTransId="{066D27B0-FDD9-4164-BE14-E64D82A69BA1}"/>
    <dgm:cxn modelId="{4E891E2D-0C1F-4C58-82CC-D2A5F42625B6}" type="presOf" srcId="{C8EB8CC3-736A-4EE6-986E-11BA9B017B9B}" destId="{F4CE5C9A-3264-4A10-A06B-95E815487E6F}" srcOrd="0" destOrd="0" presId="urn:microsoft.com/office/officeart/2018/5/layout/CenteredIconLabelDescriptionList"/>
    <dgm:cxn modelId="{21A8953D-656D-46CA-AC20-3F0791B5A01B}" type="presOf" srcId="{B7A8872F-BDD7-4168-945B-64C8FD3BD945}" destId="{67EF6F27-744D-4346-80B7-9422CBFA1EE2}" srcOrd="0" destOrd="1" presId="urn:microsoft.com/office/officeart/2018/5/layout/CenteredIconLabelDescriptionList"/>
    <dgm:cxn modelId="{692EE940-CD0C-4CCD-8013-EF4608B2E5E9}" srcId="{658BD22E-8EFC-4438-A435-98E862E76D66}" destId="{BA0A5DCD-1F65-40E2-B530-0E2320CF1BD6}" srcOrd="0" destOrd="0" parTransId="{DD8014B4-D317-4F56-9616-91CA10947257}" sibTransId="{384D5C5F-23B1-4C0A-9F4D-7294A2CEA37A}"/>
    <dgm:cxn modelId="{B656B662-B8CA-4B1D-A730-093F26A1962B}" srcId="{A6F48A26-BD2F-4BE3-AAC2-D87DFF5D6EF4}" destId="{07310683-6E74-4810-BDFB-B5C1ABE521DA}" srcOrd="1" destOrd="0" parTransId="{BE858CF8-3622-482D-B211-43DF4498AF9D}" sibTransId="{5226CFF0-B457-4B24-B04C-66BD059E2290}"/>
    <dgm:cxn modelId="{A3CC6168-E8C5-4560-BEA4-0FAD0DA319FC}" type="presOf" srcId="{3A014B4C-354F-453D-A29A-45599239B077}" destId="{80706FDC-3374-4EFE-A300-ACA888C3599D}" srcOrd="0" destOrd="0" presId="urn:microsoft.com/office/officeart/2018/5/layout/CenteredIconLabelDescriptionList"/>
    <dgm:cxn modelId="{AB1B0A6B-A1F4-410A-846E-8DF18D9A279C}" type="presOf" srcId="{658BD22E-8EFC-4438-A435-98E862E76D66}" destId="{F3961338-54E9-4209-A6DC-0D31803AF325}" srcOrd="0" destOrd="0" presId="urn:microsoft.com/office/officeart/2018/5/layout/CenteredIconLabelDescriptionList"/>
    <dgm:cxn modelId="{02AD7D6B-F05E-4FDC-98F3-2865D7761B56}" type="presOf" srcId="{07310683-6E74-4810-BDFB-B5C1ABE521DA}" destId="{80706FDC-3374-4EFE-A300-ACA888C3599D}" srcOrd="0" destOrd="1" presId="urn:microsoft.com/office/officeart/2018/5/layout/CenteredIconLabelDescriptionList"/>
    <dgm:cxn modelId="{7AD37770-8E24-4396-AFCE-4E8EBAF6CC9F}" type="presOf" srcId="{E4CFCB31-8193-4AA6-9CFB-1E16877EB348}" destId="{8AB207AC-BD68-48D6-9B9D-46B359D50C2F}" srcOrd="0" destOrd="0" presId="urn:microsoft.com/office/officeart/2018/5/layout/CenteredIconLabelDescriptionList"/>
    <dgm:cxn modelId="{8812DB78-BDEC-46DB-A15D-03CE32C1AC2E}" srcId="{658BD22E-8EFC-4438-A435-98E862E76D66}" destId="{95A0F24A-2E9F-457A-A94A-420A875DC316}" srcOrd="1" destOrd="0" parTransId="{52CCC713-6D65-4BE6-A3A8-B344351DBD67}" sibTransId="{0341B496-02DE-4A6D-B43D-023F7D525787}"/>
    <dgm:cxn modelId="{FF37D97D-F023-41AC-B8C5-18E4B974B1DC}" srcId="{913445C0-F2CF-431C-B688-52612209F9A1}" destId="{B7A8872F-BDD7-4168-945B-64C8FD3BD945}" srcOrd="1" destOrd="0" parTransId="{DDDA99E9-A651-4F39-BD76-3656827F078A}" sibTransId="{A857AB29-AD77-4B8B-BAAA-F36D1DC2C618}"/>
    <dgm:cxn modelId="{6E2A3387-B038-40F1-82E9-408AC891348C}" srcId="{C8EB8CC3-736A-4EE6-986E-11BA9B017B9B}" destId="{658BD22E-8EFC-4438-A435-98E862E76D66}" srcOrd="2" destOrd="0" parTransId="{3E853FA4-CC9C-4B42-B5F6-C421574F81D4}" sibTransId="{B317ECFF-07AD-4920-A8C9-11AD094A2872}"/>
    <dgm:cxn modelId="{F7500D8B-69B1-47D3-B874-0C3A7D901C58}" type="presOf" srcId="{913445C0-F2CF-431C-B688-52612209F9A1}" destId="{B801FE1D-BC3A-4F6E-BA04-AC54FD394472}" srcOrd="0" destOrd="0" presId="urn:microsoft.com/office/officeart/2018/5/layout/CenteredIconLabelDescriptionList"/>
    <dgm:cxn modelId="{CCE15594-A4BC-4B80-9202-654E0789DA0C}" type="presOf" srcId="{D600C59B-2F7D-4D71-BC1C-545DFF8F17BD}" destId="{4E8D2811-174F-4D18-BE7D-EC8B8AF9FFF0}" srcOrd="0" destOrd="0" presId="urn:microsoft.com/office/officeart/2018/5/layout/CenteredIconLabelDescriptionList"/>
    <dgm:cxn modelId="{1F51E096-8BDD-450E-9F4F-4C02A8F4DBA1}" srcId="{C8EB8CC3-736A-4EE6-986E-11BA9B017B9B}" destId="{913445C0-F2CF-431C-B688-52612209F9A1}" srcOrd="0" destOrd="0" parTransId="{061A1C90-E2C1-4FA8-BBB1-D3CAA05BDACE}" sibTransId="{CE28C62C-1D14-4C70-96B2-4E1C6EF49749}"/>
    <dgm:cxn modelId="{D65ED9A1-A921-4C1F-B8A5-CC873C34555A}" type="presOf" srcId="{158B5EC5-08B6-4206-9A6F-0B77ED0F64AB}" destId="{67EF6F27-744D-4346-80B7-9422CBFA1EE2}" srcOrd="0" destOrd="0" presId="urn:microsoft.com/office/officeart/2018/5/layout/CenteredIconLabelDescriptionList"/>
    <dgm:cxn modelId="{A40576A4-B9D0-48B8-872E-1E66E8523B5D}" srcId="{E4CFCB31-8193-4AA6-9CFB-1E16877EB348}" destId="{46C12C95-B57D-4A1B-8329-97E79E86EC27}" srcOrd="0" destOrd="0" parTransId="{B1359A59-26E2-43B4-840B-508DA5E4773A}" sibTransId="{F7B42823-7789-4DB6-970F-57274633A2BC}"/>
    <dgm:cxn modelId="{E7A5A9AD-FB01-4480-B571-A3609C73D773}" srcId="{D600C59B-2F7D-4D71-BC1C-545DFF8F17BD}" destId="{0932477B-952D-4198-9D15-A602D28A3302}" srcOrd="0" destOrd="0" parTransId="{F1521439-0C8C-4A2A-816B-013644D4D2D0}" sibTransId="{380B047E-E362-43B7-BDB9-7274D3303A07}"/>
    <dgm:cxn modelId="{EABC3CC8-AB61-43EC-A4A0-1D8AE1F2A1C2}" type="presOf" srcId="{A6F48A26-BD2F-4BE3-AAC2-D87DFF5D6EF4}" destId="{5BE83916-7FD8-4371-A32E-299E88ABB8B9}" srcOrd="0" destOrd="0" presId="urn:microsoft.com/office/officeart/2018/5/layout/CenteredIconLabelDescriptionList"/>
    <dgm:cxn modelId="{D8120ED6-6EE7-402E-9870-2A96F6FE439F}" srcId="{C8EB8CC3-736A-4EE6-986E-11BA9B017B9B}" destId="{D600C59B-2F7D-4D71-BC1C-545DFF8F17BD}" srcOrd="3" destOrd="0" parTransId="{13BF0082-6D01-4B34-87CD-FC5516A48460}" sibTransId="{3B3D1EA9-5525-4D22-8D88-E4546554E6A3}"/>
    <dgm:cxn modelId="{5E042CD7-FC1A-4294-944E-2601AD8A7090}" srcId="{C8EB8CC3-736A-4EE6-986E-11BA9B017B9B}" destId="{A6F48A26-BD2F-4BE3-AAC2-D87DFF5D6EF4}" srcOrd="1" destOrd="0" parTransId="{ED015FC5-E819-4DF0-8645-25F2BE3A37A4}" sibTransId="{653CFBB3-A196-4FBF-BEF9-5320C84B0007}"/>
    <dgm:cxn modelId="{913D1AE0-4951-4980-BF90-02DDA0B073AC}" type="presOf" srcId="{46C12C95-B57D-4A1B-8329-97E79E86EC27}" destId="{706FBB90-DD3A-42C7-BAEA-DA6027C4296B}" srcOrd="0" destOrd="0" presId="urn:microsoft.com/office/officeart/2018/5/layout/CenteredIconLabelDescriptionList"/>
    <dgm:cxn modelId="{D1F564E8-2F27-4028-A543-1301DFFE0833}" type="presOf" srcId="{0932477B-952D-4198-9D15-A602D28A3302}" destId="{83D8931A-8A67-4AFE-B554-F19F5759E78E}" srcOrd="0" destOrd="0" presId="urn:microsoft.com/office/officeart/2018/5/layout/CenteredIconLabelDescriptionList"/>
    <dgm:cxn modelId="{68D923E9-C861-49FC-93D1-C8921D3BB2C7}" type="presOf" srcId="{95A0F24A-2E9F-457A-A94A-420A875DC316}" destId="{1182ED7C-D8B1-411A-B795-6B5AB2A1D31D}" srcOrd="0" destOrd="1" presId="urn:microsoft.com/office/officeart/2018/5/layout/CenteredIconLabelDescriptionList"/>
    <dgm:cxn modelId="{A1A71AEE-DA4E-4779-B2B1-E99973B53664}" srcId="{A6F48A26-BD2F-4BE3-AAC2-D87DFF5D6EF4}" destId="{3A014B4C-354F-453D-A29A-45599239B077}" srcOrd="0" destOrd="0" parTransId="{FD237D37-5367-4C85-87CF-A69135A0CF8F}" sibTransId="{07C46AB8-EF1D-4D63-B227-62A822C1CE12}"/>
    <dgm:cxn modelId="{53D8BDF6-5227-43E6-A27A-D9CB432505E3}" type="presOf" srcId="{BA0A5DCD-1F65-40E2-B530-0E2320CF1BD6}" destId="{1182ED7C-D8B1-411A-B795-6B5AB2A1D31D}" srcOrd="0" destOrd="0" presId="urn:microsoft.com/office/officeart/2018/5/layout/CenteredIconLabelDescriptionList"/>
    <dgm:cxn modelId="{19D712FC-E799-4D41-9F7C-96A94862AC38}" srcId="{913445C0-F2CF-431C-B688-52612209F9A1}" destId="{158B5EC5-08B6-4206-9A6F-0B77ED0F64AB}" srcOrd="0" destOrd="0" parTransId="{2F9FA4B7-2BF8-4D68-9802-0685969B087A}" sibTransId="{09D1B345-8C9B-44F0-88BD-B9B62928FCA2}"/>
    <dgm:cxn modelId="{F865009D-27A6-423C-B93D-30377BCD47CA}" type="presParOf" srcId="{F4CE5C9A-3264-4A10-A06B-95E815487E6F}" destId="{0D19CD70-81A4-4AD0-9013-1855533A8542}" srcOrd="0" destOrd="0" presId="urn:microsoft.com/office/officeart/2018/5/layout/CenteredIconLabelDescriptionList"/>
    <dgm:cxn modelId="{8D717191-ED03-478F-A7B7-81B2C789A190}" type="presParOf" srcId="{0D19CD70-81A4-4AD0-9013-1855533A8542}" destId="{0A04B58B-48FE-4AC4-BAED-8188A7C8F99D}" srcOrd="0" destOrd="0" presId="urn:microsoft.com/office/officeart/2018/5/layout/CenteredIconLabelDescriptionList"/>
    <dgm:cxn modelId="{4D8B8F87-F617-4B83-B698-1ECBECF8420D}" type="presParOf" srcId="{0D19CD70-81A4-4AD0-9013-1855533A8542}" destId="{C4FBE576-73D5-4428-8617-77508222A3C2}" srcOrd="1" destOrd="0" presId="urn:microsoft.com/office/officeart/2018/5/layout/CenteredIconLabelDescriptionList"/>
    <dgm:cxn modelId="{F5D29400-5DD3-4C3B-9937-C6A4E980DBF7}" type="presParOf" srcId="{0D19CD70-81A4-4AD0-9013-1855533A8542}" destId="{B801FE1D-BC3A-4F6E-BA04-AC54FD394472}" srcOrd="2" destOrd="0" presId="urn:microsoft.com/office/officeart/2018/5/layout/CenteredIconLabelDescriptionList"/>
    <dgm:cxn modelId="{B8FCFEE1-3086-4C1B-AE58-5397949E6828}" type="presParOf" srcId="{0D19CD70-81A4-4AD0-9013-1855533A8542}" destId="{6C6FB2D6-8DDA-435D-A937-BF13E00E9EE1}" srcOrd="3" destOrd="0" presId="urn:microsoft.com/office/officeart/2018/5/layout/CenteredIconLabelDescriptionList"/>
    <dgm:cxn modelId="{0929BBE0-74E1-4028-945A-174558AAF228}" type="presParOf" srcId="{0D19CD70-81A4-4AD0-9013-1855533A8542}" destId="{67EF6F27-744D-4346-80B7-9422CBFA1EE2}" srcOrd="4" destOrd="0" presId="urn:microsoft.com/office/officeart/2018/5/layout/CenteredIconLabelDescriptionList"/>
    <dgm:cxn modelId="{E075ACA8-BF47-4D63-A9BE-89CBC3B1036B}" type="presParOf" srcId="{F4CE5C9A-3264-4A10-A06B-95E815487E6F}" destId="{9D7B8C6B-B116-4BCD-97AD-F8A54BA1F47C}" srcOrd="1" destOrd="0" presId="urn:microsoft.com/office/officeart/2018/5/layout/CenteredIconLabelDescriptionList"/>
    <dgm:cxn modelId="{5474FEF9-693D-467F-8698-701DD6EDAF63}" type="presParOf" srcId="{F4CE5C9A-3264-4A10-A06B-95E815487E6F}" destId="{5B940B16-DBCD-4075-A96A-138F1F4686D9}" srcOrd="2" destOrd="0" presId="urn:microsoft.com/office/officeart/2018/5/layout/CenteredIconLabelDescriptionList"/>
    <dgm:cxn modelId="{9FC845E4-2BA8-45A3-B886-E6F18BFEFA0C}" type="presParOf" srcId="{5B940B16-DBCD-4075-A96A-138F1F4686D9}" destId="{67F340E4-447E-486D-9837-8D13282AF09F}" srcOrd="0" destOrd="0" presId="urn:microsoft.com/office/officeart/2018/5/layout/CenteredIconLabelDescriptionList"/>
    <dgm:cxn modelId="{22586807-7DD2-4536-A4C0-2862EEE970F0}" type="presParOf" srcId="{5B940B16-DBCD-4075-A96A-138F1F4686D9}" destId="{7176F864-DC58-4F4A-BF9D-A9BAD729BB4F}" srcOrd="1" destOrd="0" presId="urn:microsoft.com/office/officeart/2018/5/layout/CenteredIconLabelDescriptionList"/>
    <dgm:cxn modelId="{25BC526D-7B82-479A-9B19-AF816D2AE1AF}" type="presParOf" srcId="{5B940B16-DBCD-4075-A96A-138F1F4686D9}" destId="{5BE83916-7FD8-4371-A32E-299E88ABB8B9}" srcOrd="2" destOrd="0" presId="urn:microsoft.com/office/officeart/2018/5/layout/CenteredIconLabelDescriptionList"/>
    <dgm:cxn modelId="{E051576C-7A48-4B02-A15D-707D0BDB9DCA}" type="presParOf" srcId="{5B940B16-DBCD-4075-A96A-138F1F4686D9}" destId="{CFE8965F-F33E-4426-9CA0-B519B224DDA0}" srcOrd="3" destOrd="0" presId="urn:microsoft.com/office/officeart/2018/5/layout/CenteredIconLabelDescriptionList"/>
    <dgm:cxn modelId="{A7230866-3BE7-4ED5-880E-577A29C6D375}" type="presParOf" srcId="{5B940B16-DBCD-4075-A96A-138F1F4686D9}" destId="{80706FDC-3374-4EFE-A300-ACA888C3599D}" srcOrd="4" destOrd="0" presId="urn:microsoft.com/office/officeart/2018/5/layout/CenteredIconLabelDescriptionList"/>
    <dgm:cxn modelId="{E0A55199-56CD-4423-AF0B-249A8C660959}" type="presParOf" srcId="{F4CE5C9A-3264-4A10-A06B-95E815487E6F}" destId="{FB16AEBC-06AA-41B3-88C9-6A54DFCFEB10}" srcOrd="3" destOrd="0" presId="urn:microsoft.com/office/officeart/2018/5/layout/CenteredIconLabelDescriptionList"/>
    <dgm:cxn modelId="{2F15A15B-022A-4FB5-BA5E-262D8A2D61FF}" type="presParOf" srcId="{F4CE5C9A-3264-4A10-A06B-95E815487E6F}" destId="{F85CE613-53CA-4407-9550-A4DCF5596928}" srcOrd="4" destOrd="0" presId="urn:microsoft.com/office/officeart/2018/5/layout/CenteredIconLabelDescriptionList"/>
    <dgm:cxn modelId="{B1FF0B8F-C57C-461A-9EDD-B5A047B4D02B}" type="presParOf" srcId="{F85CE613-53CA-4407-9550-A4DCF5596928}" destId="{E97730D4-0323-4341-AEEA-433F170984F5}" srcOrd="0" destOrd="0" presId="urn:microsoft.com/office/officeart/2018/5/layout/CenteredIconLabelDescriptionList"/>
    <dgm:cxn modelId="{5F89BEA6-5930-40B1-9768-AE5450D47829}" type="presParOf" srcId="{F85CE613-53CA-4407-9550-A4DCF5596928}" destId="{1D62B0DA-78D3-4852-8BBF-5439F88942A3}" srcOrd="1" destOrd="0" presId="urn:microsoft.com/office/officeart/2018/5/layout/CenteredIconLabelDescriptionList"/>
    <dgm:cxn modelId="{F2FDBD6A-8CDF-43FE-86CA-5E168727B344}" type="presParOf" srcId="{F85CE613-53CA-4407-9550-A4DCF5596928}" destId="{F3961338-54E9-4209-A6DC-0D31803AF325}" srcOrd="2" destOrd="0" presId="urn:microsoft.com/office/officeart/2018/5/layout/CenteredIconLabelDescriptionList"/>
    <dgm:cxn modelId="{8BD21FB4-D8F8-4996-9A95-F1AA63D25558}" type="presParOf" srcId="{F85CE613-53CA-4407-9550-A4DCF5596928}" destId="{9D57054A-5921-42FD-870B-E5AC1C75D9CB}" srcOrd="3" destOrd="0" presId="urn:microsoft.com/office/officeart/2018/5/layout/CenteredIconLabelDescriptionList"/>
    <dgm:cxn modelId="{01DB3CBC-0A9C-4FFC-B401-466CF1A5C1AB}" type="presParOf" srcId="{F85CE613-53CA-4407-9550-A4DCF5596928}" destId="{1182ED7C-D8B1-411A-B795-6B5AB2A1D31D}" srcOrd="4" destOrd="0" presId="urn:microsoft.com/office/officeart/2018/5/layout/CenteredIconLabelDescriptionList"/>
    <dgm:cxn modelId="{51E578C8-BB98-420C-B259-59B755E07673}" type="presParOf" srcId="{F4CE5C9A-3264-4A10-A06B-95E815487E6F}" destId="{1C5BFECE-77D5-444C-B4D8-B96120990C43}" srcOrd="5" destOrd="0" presId="urn:microsoft.com/office/officeart/2018/5/layout/CenteredIconLabelDescriptionList"/>
    <dgm:cxn modelId="{CF80BB9B-E550-4B33-B62C-9F9B4300733F}" type="presParOf" srcId="{F4CE5C9A-3264-4A10-A06B-95E815487E6F}" destId="{8016ECEB-0CE3-476B-9775-A9B5F65BCAEC}" srcOrd="6" destOrd="0" presId="urn:microsoft.com/office/officeart/2018/5/layout/CenteredIconLabelDescriptionList"/>
    <dgm:cxn modelId="{F0B6D01D-1144-4E8F-B21D-398CF2DD493A}" type="presParOf" srcId="{8016ECEB-0CE3-476B-9775-A9B5F65BCAEC}" destId="{2C291F5E-305A-4C16-84D8-DD5BBEE52E72}" srcOrd="0" destOrd="0" presId="urn:microsoft.com/office/officeart/2018/5/layout/CenteredIconLabelDescriptionList"/>
    <dgm:cxn modelId="{B9BAF495-BF91-4D45-8F9D-CADDC3201F9C}" type="presParOf" srcId="{8016ECEB-0CE3-476B-9775-A9B5F65BCAEC}" destId="{21880B90-C69F-4811-AD61-AF3698C4DB35}" srcOrd="1" destOrd="0" presId="urn:microsoft.com/office/officeart/2018/5/layout/CenteredIconLabelDescriptionList"/>
    <dgm:cxn modelId="{BEE379A3-226A-4596-A079-09825D4DA3C2}" type="presParOf" srcId="{8016ECEB-0CE3-476B-9775-A9B5F65BCAEC}" destId="{4E8D2811-174F-4D18-BE7D-EC8B8AF9FFF0}" srcOrd="2" destOrd="0" presId="urn:microsoft.com/office/officeart/2018/5/layout/CenteredIconLabelDescriptionList"/>
    <dgm:cxn modelId="{5EE6EA56-AECE-4F37-A2B4-2412ED3A0087}" type="presParOf" srcId="{8016ECEB-0CE3-476B-9775-A9B5F65BCAEC}" destId="{10CBC22F-89C2-4956-9444-454229CA88F2}" srcOrd="3" destOrd="0" presId="urn:microsoft.com/office/officeart/2018/5/layout/CenteredIconLabelDescriptionList"/>
    <dgm:cxn modelId="{3C943AFB-E8FB-44DF-9258-76529DEDC8DB}" type="presParOf" srcId="{8016ECEB-0CE3-476B-9775-A9B5F65BCAEC}" destId="{83D8931A-8A67-4AFE-B554-F19F5759E78E}" srcOrd="4" destOrd="0" presId="urn:microsoft.com/office/officeart/2018/5/layout/CenteredIconLabelDescriptionList"/>
    <dgm:cxn modelId="{06AD44B9-F63D-4CC6-A350-8BD58602FE39}" type="presParOf" srcId="{F4CE5C9A-3264-4A10-A06B-95E815487E6F}" destId="{8B20F005-252A-43A7-BF13-5B6CB0349C1A}" srcOrd="7" destOrd="0" presId="urn:microsoft.com/office/officeart/2018/5/layout/CenteredIconLabelDescriptionList"/>
    <dgm:cxn modelId="{C396FCA1-33B1-43EA-9F38-3E31975A4269}" type="presParOf" srcId="{F4CE5C9A-3264-4A10-A06B-95E815487E6F}" destId="{4D02C610-AA96-4A9B-BDDE-A80A6980C9A5}" srcOrd="8" destOrd="0" presId="urn:microsoft.com/office/officeart/2018/5/layout/CenteredIconLabelDescriptionList"/>
    <dgm:cxn modelId="{CF81E475-EC78-4E83-B605-99D0B1F92D06}" type="presParOf" srcId="{4D02C610-AA96-4A9B-BDDE-A80A6980C9A5}" destId="{A0BD322B-169D-483F-91F7-DB1F85976F93}" srcOrd="0" destOrd="0" presId="urn:microsoft.com/office/officeart/2018/5/layout/CenteredIconLabelDescriptionList"/>
    <dgm:cxn modelId="{F2708EE5-C757-4CC7-80C0-70146E0B8696}" type="presParOf" srcId="{4D02C610-AA96-4A9B-BDDE-A80A6980C9A5}" destId="{89B2B502-E603-480A-BFD4-98BF691859DA}" srcOrd="1" destOrd="0" presId="urn:microsoft.com/office/officeart/2018/5/layout/CenteredIconLabelDescriptionList"/>
    <dgm:cxn modelId="{1ED24A68-FA7F-4C81-A711-705030DF3BA5}" type="presParOf" srcId="{4D02C610-AA96-4A9B-BDDE-A80A6980C9A5}" destId="{8AB207AC-BD68-48D6-9B9D-46B359D50C2F}" srcOrd="2" destOrd="0" presId="urn:microsoft.com/office/officeart/2018/5/layout/CenteredIconLabelDescriptionList"/>
    <dgm:cxn modelId="{94C1C265-FA75-4911-B100-CD35C30C2A9A}" type="presParOf" srcId="{4D02C610-AA96-4A9B-BDDE-A80A6980C9A5}" destId="{27A6F646-8C4C-4233-9AE1-728329A607D7}" srcOrd="3" destOrd="0" presId="urn:microsoft.com/office/officeart/2018/5/layout/CenteredIconLabelDescriptionList"/>
    <dgm:cxn modelId="{860B5EB4-E333-49A3-92E1-BA3B0CD805B1}" type="presParOf" srcId="{4D02C610-AA96-4A9B-BDDE-A80A6980C9A5}" destId="{706FBB90-DD3A-42C7-BAEA-DA6027C4296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8EB8CC3-736A-4EE6-986E-11BA9B017B9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tr-TR"/>
        </a:p>
      </dgm:t>
    </dgm:pt>
    <dgm:pt modelId="{0F8FC718-1B38-4826-AB35-F7548E848A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curl </a:t>
          </a:r>
          <a:endParaRPr lang="tr-TR"/>
        </a:p>
      </dgm:t>
    </dgm:pt>
    <dgm:pt modelId="{5035D140-E5AE-4045-8561-D60287625C33}" type="parTrans" cxnId="{2527A751-0B16-4C3E-8F52-76B41BAEFFCE}">
      <dgm:prSet/>
      <dgm:spPr/>
      <dgm:t>
        <a:bodyPr/>
        <a:lstStyle/>
        <a:p>
          <a:endParaRPr lang="tr-TR"/>
        </a:p>
      </dgm:t>
    </dgm:pt>
    <dgm:pt modelId="{FFC88604-CA64-4710-B4BE-858C19F48B74}" type="sibTrans" cxnId="{2527A751-0B16-4C3E-8F52-76B41BAEFFCE}">
      <dgm:prSet/>
      <dgm:spPr/>
      <dgm:t>
        <a:bodyPr/>
        <a:lstStyle/>
        <a:p>
          <a:endParaRPr lang="tr-TR"/>
        </a:p>
      </dgm:t>
    </dgm:pt>
    <dgm:pt modelId="{A3943BF6-3571-46DC-8F3C-51A48229EE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command-line HTTP client </a:t>
          </a:r>
          <a:endParaRPr lang="tr-TR" dirty="0"/>
        </a:p>
      </dgm:t>
    </dgm:pt>
    <dgm:pt modelId="{A26EB93D-BEC2-4920-B647-2E9D67D217E4}" type="parTrans" cxnId="{8B2B52D0-D914-463A-B524-4E8D672F0539}">
      <dgm:prSet/>
      <dgm:spPr/>
      <dgm:t>
        <a:bodyPr/>
        <a:lstStyle/>
        <a:p>
          <a:endParaRPr lang="tr-TR"/>
        </a:p>
      </dgm:t>
    </dgm:pt>
    <dgm:pt modelId="{407EE4F3-453D-4C44-8FF3-36DB017331D2}" type="sibTrans" cxnId="{8B2B52D0-D914-463A-B524-4E8D672F0539}">
      <dgm:prSet/>
      <dgm:spPr/>
      <dgm:t>
        <a:bodyPr/>
        <a:lstStyle/>
        <a:p>
          <a:endParaRPr lang="tr-TR"/>
        </a:p>
      </dgm:t>
    </dgm:pt>
    <dgm:pt modelId="{FAE8EB20-F615-4FAC-921E-5BF142F2A9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construct one</a:t>
          </a:r>
          <a:r>
            <a:rPr lang="tr-TR" dirty="0"/>
            <a:t> of </a:t>
          </a:r>
          <a:r>
            <a:rPr lang="tr-TR" dirty="0" err="1"/>
            <a:t>these</a:t>
          </a:r>
          <a:r>
            <a:rPr lang="tr-TR" dirty="0"/>
            <a:t> JSON-RPC </a:t>
          </a:r>
          <a:r>
            <a:rPr lang="tr-TR" dirty="0" err="1"/>
            <a:t>calls</a:t>
          </a:r>
          <a:endParaRPr lang="tr-TR" dirty="0"/>
        </a:p>
      </dgm:t>
    </dgm:pt>
    <dgm:pt modelId="{31A6F331-B2CE-4C51-8C3A-6D27810410CC}" type="parTrans" cxnId="{501E83D3-9BB7-44A4-9E63-A05616E886B9}">
      <dgm:prSet/>
      <dgm:spPr/>
      <dgm:t>
        <a:bodyPr/>
        <a:lstStyle/>
        <a:p>
          <a:endParaRPr lang="tr-TR"/>
        </a:p>
      </dgm:t>
    </dgm:pt>
    <dgm:pt modelId="{32751718-239C-404E-BB32-694C9CBEED5E}" type="sibTrans" cxnId="{501E83D3-9BB7-44A4-9E63-A05616E886B9}">
      <dgm:prSet/>
      <dgm:spPr/>
      <dgm:t>
        <a:bodyPr/>
        <a:lstStyle/>
        <a:p>
          <a:endParaRPr lang="tr-TR"/>
        </a:p>
      </dgm:t>
    </dgm:pt>
    <dgm:pt modelId="{BDCE541E-6FA6-4909-B77F-F0B7F61F59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</a:t>
          </a:r>
          <a:r>
            <a:rPr lang="tr-TR" dirty="0"/>
            <a:t>e</a:t>
          </a:r>
          <a:r>
            <a:rPr lang="en-US" dirty="0"/>
            <a:t> command</a:t>
          </a:r>
          <a:endParaRPr lang="tr-TR" dirty="0"/>
        </a:p>
      </dgm:t>
    </dgm:pt>
    <dgm:pt modelId="{8EC68F59-767A-48DC-AEBE-6CBF4C1259EB}" type="parTrans" cxnId="{6FF731B2-1BDB-4B7C-9E1B-290DC2E13024}">
      <dgm:prSet/>
      <dgm:spPr/>
      <dgm:t>
        <a:bodyPr/>
        <a:lstStyle/>
        <a:p>
          <a:endParaRPr lang="tr-TR"/>
        </a:p>
      </dgm:t>
    </dgm:pt>
    <dgm:pt modelId="{B844FECE-B5A0-4982-AD11-E015A8C05E02}" type="sibTrans" cxnId="{6FF731B2-1BDB-4B7C-9E1B-290DC2E13024}">
      <dgm:prSet/>
      <dgm:spPr/>
      <dgm:t>
        <a:bodyPr/>
        <a:lstStyle/>
        <a:p>
          <a:endParaRPr lang="tr-TR"/>
        </a:p>
      </dgm:t>
    </dgm:pt>
    <dgm:pt modelId="{BA5E3888-B6DB-498F-9A1E-D48D1F6F08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connecting to the default bitcoin por</a:t>
          </a:r>
          <a:r>
            <a:rPr lang="tr-TR" dirty="0"/>
            <a:t>t</a:t>
          </a:r>
        </a:p>
      </dgm:t>
    </dgm:pt>
    <dgm:pt modelId="{753E9DC5-8D9F-45A3-877C-7B8A47BD707B}" type="parTrans" cxnId="{A83B9CB6-9223-4222-B27A-D419F2457A68}">
      <dgm:prSet/>
      <dgm:spPr/>
      <dgm:t>
        <a:bodyPr/>
        <a:lstStyle/>
        <a:p>
          <a:endParaRPr lang="tr-TR"/>
        </a:p>
      </dgm:t>
    </dgm:pt>
    <dgm:pt modelId="{5D6FA8A4-9B18-4258-A8C7-1FB814AFCA47}" type="sibTrans" cxnId="{A83B9CB6-9223-4222-B27A-D419F2457A68}">
      <dgm:prSet/>
      <dgm:spPr/>
      <dgm:t>
        <a:bodyPr/>
        <a:lstStyle/>
        <a:p>
          <a:endParaRPr lang="tr-TR"/>
        </a:p>
      </dgm:t>
    </dgm:pt>
    <dgm:pt modelId="{E9925DFF-1B90-42DA-93E6-1EF6CD7D5A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submitting a </a:t>
          </a:r>
          <a:r>
            <a:rPr lang="en-US" dirty="0" err="1"/>
            <a:t>jsonrpc</a:t>
          </a:r>
          <a:r>
            <a:rPr lang="tr-TR" dirty="0"/>
            <a:t> </a:t>
          </a:r>
          <a:r>
            <a:rPr lang="en-US" dirty="0"/>
            <a:t>request</a:t>
          </a:r>
          <a:endParaRPr lang="tr-TR" dirty="0"/>
        </a:p>
      </dgm:t>
    </dgm:pt>
    <dgm:pt modelId="{560123CC-181D-4906-BECF-1D196670E018}" type="parTrans" cxnId="{6631F532-AEA3-41F3-9205-0ACDE9D2D0C7}">
      <dgm:prSet/>
      <dgm:spPr/>
      <dgm:t>
        <a:bodyPr/>
        <a:lstStyle/>
        <a:p>
          <a:endParaRPr lang="tr-TR"/>
        </a:p>
      </dgm:t>
    </dgm:pt>
    <dgm:pt modelId="{BE5FD6DD-B74E-41C6-96DB-7C2BF50227D7}" type="sibTrans" cxnId="{6631F532-AEA3-41F3-9205-0ACDE9D2D0C7}">
      <dgm:prSet/>
      <dgm:spPr/>
      <dgm:t>
        <a:bodyPr/>
        <a:lstStyle/>
        <a:p>
          <a:endParaRPr lang="tr-TR"/>
        </a:p>
      </dgm:t>
    </dgm:pt>
    <dgm:pt modelId="{4EF9EC3A-2534-46CE-BF8C-3CDE90BEEA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curl submits an</a:t>
          </a:r>
          <a:r>
            <a:rPr lang="tr-TR" dirty="0"/>
            <a:t> HTTP </a:t>
          </a:r>
          <a:r>
            <a:rPr lang="tr-TR" dirty="0" err="1"/>
            <a:t>request</a:t>
          </a:r>
          <a:endParaRPr lang="tr-TR" dirty="0"/>
        </a:p>
      </dgm:t>
    </dgm:pt>
    <dgm:pt modelId="{EBF9D6CC-FC91-4DD6-86D1-989A129AC3CD}" type="parTrans" cxnId="{4168E38C-CC29-4081-BAF2-99F14FF16FFB}">
      <dgm:prSet/>
      <dgm:spPr/>
      <dgm:t>
        <a:bodyPr/>
        <a:lstStyle/>
        <a:p>
          <a:endParaRPr lang="tr-TR"/>
        </a:p>
      </dgm:t>
    </dgm:pt>
    <dgm:pt modelId="{845994AB-DD0D-49D3-B7C8-C405966BBA5A}" type="sibTrans" cxnId="{4168E38C-CC29-4081-BAF2-99F14FF16FFB}">
      <dgm:prSet/>
      <dgm:spPr/>
      <dgm:t>
        <a:bodyPr/>
        <a:lstStyle/>
        <a:p>
          <a:endParaRPr lang="tr-TR"/>
        </a:p>
      </dgm:t>
    </dgm:pt>
    <dgm:pt modelId="{CC2BE2AC-D86B-4CE9-8094-1CD33A501F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the </a:t>
          </a:r>
          <a:r>
            <a:rPr lang="en-US" dirty="0" err="1"/>
            <a:t>getinfo</a:t>
          </a:r>
          <a:r>
            <a:rPr lang="en-US" dirty="0"/>
            <a:t> method</a:t>
          </a:r>
          <a:endParaRPr lang="tr-TR" dirty="0"/>
        </a:p>
      </dgm:t>
    </dgm:pt>
    <dgm:pt modelId="{B47872D3-CA5D-498E-AA57-DE17305CBDF3}" type="parTrans" cxnId="{D24358FC-8B66-4B9B-8EF3-80A13508A24C}">
      <dgm:prSet/>
      <dgm:spPr/>
      <dgm:t>
        <a:bodyPr/>
        <a:lstStyle/>
        <a:p>
          <a:endParaRPr lang="tr-TR"/>
        </a:p>
      </dgm:t>
    </dgm:pt>
    <dgm:pt modelId="{BCD0FD22-9AE2-45C1-8651-83C074F7F6F7}" type="sibTrans" cxnId="{D24358FC-8B66-4B9B-8EF3-80A13508A24C}">
      <dgm:prSet/>
      <dgm:spPr/>
      <dgm:t>
        <a:bodyPr/>
        <a:lstStyle/>
        <a:p>
          <a:endParaRPr lang="tr-TR"/>
        </a:p>
      </dgm:t>
    </dgm:pt>
    <dgm:pt modelId="{4819E96E-D46C-4D62-865F-969B451BE1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text/plain encoding</a:t>
          </a:r>
          <a:endParaRPr lang="tr-TR" dirty="0"/>
        </a:p>
      </dgm:t>
    </dgm:pt>
    <dgm:pt modelId="{1C6F3068-0FB6-492A-88BE-452AA50FDF56}" type="parTrans" cxnId="{002822C4-5174-4743-95A8-B400D951F793}">
      <dgm:prSet/>
      <dgm:spPr/>
      <dgm:t>
        <a:bodyPr/>
        <a:lstStyle/>
        <a:p>
          <a:endParaRPr lang="tr-TR"/>
        </a:p>
      </dgm:t>
    </dgm:pt>
    <dgm:pt modelId="{DF0336FA-6701-442F-BBF4-E52962B9420A}" type="sibTrans" cxnId="{002822C4-5174-4743-95A8-B400D951F793}">
      <dgm:prSet/>
      <dgm:spPr/>
      <dgm:t>
        <a:bodyPr/>
        <a:lstStyle/>
        <a:p>
          <a:endParaRPr lang="tr-TR"/>
        </a:p>
      </dgm:t>
    </dgm:pt>
    <dgm:pt modelId="{83197AEB-5E5A-4CCC-BF02-311175FD1C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Default port</a:t>
          </a:r>
        </a:p>
      </dgm:t>
    </dgm:pt>
    <dgm:pt modelId="{F610B5DB-A21E-4260-97B1-D0A189EA283B}" type="parTrans" cxnId="{384FF021-EEAD-401D-9D6E-B80E4E1AF535}">
      <dgm:prSet/>
      <dgm:spPr/>
      <dgm:t>
        <a:bodyPr/>
        <a:lstStyle/>
        <a:p>
          <a:endParaRPr lang="tr-TR"/>
        </a:p>
      </dgm:t>
    </dgm:pt>
    <dgm:pt modelId="{9AF26B0D-671D-48D7-8B7A-5A1ACDB531B6}" type="sibTrans" cxnId="{384FF021-EEAD-401D-9D6E-B80E4E1AF535}">
      <dgm:prSet/>
      <dgm:spPr/>
      <dgm:t>
        <a:bodyPr/>
        <a:lstStyle/>
        <a:p>
          <a:endParaRPr lang="tr-TR"/>
        </a:p>
      </dgm:t>
    </dgm:pt>
    <dgm:pt modelId="{CBA21FC9-4A89-4C0C-8960-F21781F56B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the local host</a:t>
          </a:r>
          <a:endParaRPr lang="tr-TR" dirty="0"/>
        </a:p>
      </dgm:t>
    </dgm:pt>
    <dgm:pt modelId="{1097CDBA-5C8B-4884-B21C-3F43590D086B}" type="parTrans" cxnId="{4C6E3F55-1EEB-4242-A6D5-AD9AC7567960}">
      <dgm:prSet/>
      <dgm:spPr/>
      <dgm:t>
        <a:bodyPr/>
        <a:lstStyle/>
        <a:p>
          <a:endParaRPr lang="tr-TR"/>
        </a:p>
      </dgm:t>
    </dgm:pt>
    <dgm:pt modelId="{088D8B98-0257-4488-9DE4-A91DADFCA2E0}" type="sibTrans" cxnId="{4C6E3F55-1EEB-4242-A6D5-AD9AC7567960}">
      <dgm:prSet/>
      <dgm:spPr/>
      <dgm:t>
        <a:bodyPr/>
        <a:lstStyle/>
        <a:p>
          <a:endParaRPr lang="tr-TR"/>
        </a:p>
      </dgm:t>
    </dgm:pt>
    <dgm:pt modelId="{E3B35830-7917-4A96-9715-21B4CE31F2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127.0.0.1</a:t>
          </a:r>
          <a:endParaRPr lang="tr-TR" dirty="0"/>
        </a:p>
      </dgm:t>
    </dgm:pt>
    <dgm:pt modelId="{3569AD00-5213-4C98-A86C-C8F739730565}" type="parTrans" cxnId="{67D10471-A302-4153-B7E6-49223C3EF0D5}">
      <dgm:prSet/>
      <dgm:spPr/>
      <dgm:t>
        <a:bodyPr/>
        <a:lstStyle/>
        <a:p>
          <a:endParaRPr lang="tr-TR"/>
        </a:p>
      </dgm:t>
    </dgm:pt>
    <dgm:pt modelId="{DED10FC3-086F-437E-88C3-3021671857D5}" type="sibTrans" cxnId="{67D10471-A302-4153-B7E6-49223C3EF0D5}">
      <dgm:prSet/>
      <dgm:spPr/>
      <dgm:t>
        <a:bodyPr/>
        <a:lstStyle/>
        <a:p>
          <a:endParaRPr lang="tr-TR"/>
        </a:p>
      </dgm:t>
    </dgm:pt>
    <dgm:pt modelId="{91BE5618-6F4E-4A09-B4CC-B7887C12BC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8332</a:t>
          </a:r>
          <a:endParaRPr lang="tr-TR" dirty="0"/>
        </a:p>
      </dgm:t>
    </dgm:pt>
    <dgm:pt modelId="{41F7C965-2B1B-479C-A995-298617804C3C}" type="parTrans" cxnId="{0E32D1A0-B331-4C31-8499-94DA64C2DE83}">
      <dgm:prSet/>
      <dgm:spPr/>
      <dgm:t>
        <a:bodyPr/>
        <a:lstStyle/>
        <a:p>
          <a:endParaRPr lang="tr-TR"/>
        </a:p>
      </dgm:t>
    </dgm:pt>
    <dgm:pt modelId="{4E6AE921-8C84-4AAE-BE8B-13C7FA62628B}" type="sibTrans" cxnId="{0E32D1A0-B331-4C31-8499-94DA64C2DE83}">
      <dgm:prSet/>
      <dgm:spPr/>
      <dgm:t>
        <a:bodyPr/>
        <a:lstStyle/>
        <a:p>
          <a:endParaRPr lang="tr-TR"/>
        </a:p>
      </dgm:t>
    </dgm:pt>
    <dgm:pt modelId="{A032CEC2-3BDB-4356-8241-635FDDCF6D95}" type="pres">
      <dgm:prSet presAssocID="{C8EB8CC3-736A-4EE6-986E-11BA9B017B9B}" presName="root" presStyleCnt="0">
        <dgm:presLayoutVars>
          <dgm:dir/>
          <dgm:resizeHandles val="exact"/>
        </dgm:presLayoutVars>
      </dgm:prSet>
      <dgm:spPr/>
    </dgm:pt>
    <dgm:pt modelId="{8A044345-F6A3-4A49-9338-1D210B61A610}" type="pres">
      <dgm:prSet presAssocID="{0F8FC718-1B38-4826-AB35-F7548E848AB4}" presName="compNode" presStyleCnt="0"/>
      <dgm:spPr/>
    </dgm:pt>
    <dgm:pt modelId="{08B8A7A7-5648-4766-BABD-662D878F847A}" type="pres">
      <dgm:prSet presAssocID="{0F8FC718-1B38-4826-AB35-F7548E848A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1B1E528F-C449-49CA-8336-2E77C9345F24}" type="pres">
      <dgm:prSet presAssocID="{0F8FC718-1B38-4826-AB35-F7548E848AB4}" presName="iconSpace" presStyleCnt="0"/>
      <dgm:spPr/>
    </dgm:pt>
    <dgm:pt modelId="{3C65EC72-6E0B-418A-8BB3-F4E95BEEE1BA}" type="pres">
      <dgm:prSet presAssocID="{0F8FC718-1B38-4826-AB35-F7548E848AB4}" presName="parTx" presStyleLbl="revTx" presStyleIdx="0" presStyleCnt="8">
        <dgm:presLayoutVars>
          <dgm:chMax val="0"/>
          <dgm:chPref val="0"/>
        </dgm:presLayoutVars>
      </dgm:prSet>
      <dgm:spPr/>
    </dgm:pt>
    <dgm:pt modelId="{FB2E6865-BCF4-4FF2-A8DE-1473CC2F4FBB}" type="pres">
      <dgm:prSet presAssocID="{0F8FC718-1B38-4826-AB35-F7548E848AB4}" presName="txSpace" presStyleCnt="0"/>
      <dgm:spPr/>
    </dgm:pt>
    <dgm:pt modelId="{C133B08A-3048-42A1-B4E3-224D6879B1E1}" type="pres">
      <dgm:prSet presAssocID="{0F8FC718-1B38-4826-AB35-F7548E848AB4}" presName="desTx" presStyleLbl="revTx" presStyleIdx="1" presStyleCnt="8">
        <dgm:presLayoutVars/>
      </dgm:prSet>
      <dgm:spPr/>
    </dgm:pt>
    <dgm:pt modelId="{BB5C2F8A-6129-4C6A-B939-7ABB5114CB16}" type="pres">
      <dgm:prSet presAssocID="{FFC88604-CA64-4710-B4BE-858C19F48B74}" presName="sibTrans" presStyleCnt="0"/>
      <dgm:spPr/>
    </dgm:pt>
    <dgm:pt modelId="{A4D4DC35-D507-4963-AA54-DE3C5A8AB880}" type="pres">
      <dgm:prSet presAssocID="{BDCE541E-6FA6-4909-B77F-F0B7F61F597B}" presName="compNode" presStyleCnt="0"/>
      <dgm:spPr/>
    </dgm:pt>
    <dgm:pt modelId="{2B41A61C-8DE7-4245-AC66-D1193FCD72BD}" type="pres">
      <dgm:prSet presAssocID="{BDCE541E-6FA6-4909-B77F-F0B7F61F59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71A799D-9CB9-4E0B-BAAA-573DF40A84B8}" type="pres">
      <dgm:prSet presAssocID="{BDCE541E-6FA6-4909-B77F-F0B7F61F597B}" presName="iconSpace" presStyleCnt="0"/>
      <dgm:spPr/>
    </dgm:pt>
    <dgm:pt modelId="{67DE7C04-5828-4991-B1C0-94C116CD41CD}" type="pres">
      <dgm:prSet presAssocID="{BDCE541E-6FA6-4909-B77F-F0B7F61F597B}" presName="parTx" presStyleLbl="revTx" presStyleIdx="2" presStyleCnt="8">
        <dgm:presLayoutVars>
          <dgm:chMax val="0"/>
          <dgm:chPref val="0"/>
        </dgm:presLayoutVars>
      </dgm:prSet>
      <dgm:spPr/>
    </dgm:pt>
    <dgm:pt modelId="{2D7B15B2-10B0-4FD2-B7CE-BE53B4451BED}" type="pres">
      <dgm:prSet presAssocID="{BDCE541E-6FA6-4909-B77F-F0B7F61F597B}" presName="txSpace" presStyleCnt="0"/>
      <dgm:spPr/>
    </dgm:pt>
    <dgm:pt modelId="{B7B3BEFA-E0E2-40F8-BCC7-B2C0A807567D}" type="pres">
      <dgm:prSet presAssocID="{BDCE541E-6FA6-4909-B77F-F0B7F61F597B}" presName="desTx" presStyleLbl="revTx" presStyleIdx="3" presStyleCnt="8">
        <dgm:presLayoutVars/>
      </dgm:prSet>
      <dgm:spPr/>
    </dgm:pt>
    <dgm:pt modelId="{1022126A-3645-4AAA-9B6F-F3256824C48B}" type="pres">
      <dgm:prSet presAssocID="{B844FECE-B5A0-4982-AD11-E015A8C05E02}" presName="sibTrans" presStyleCnt="0"/>
      <dgm:spPr/>
    </dgm:pt>
    <dgm:pt modelId="{713A2E1F-7C91-44EA-8C9D-1D0EF5864FC3}" type="pres">
      <dgm:prSet presAssocID="{83197AEB-5E5A-4CCC-BF02-311175FD1C87}" presName="compNode" presStyleCnt="0"/>
      <dgm:spPr/>
    </dgm:pt>
    <dgm:pt modelId="{0500C0CC-728E-4107-970A-D82BD66095E2}" type="pres">
      <dgm:prSet presAssocID="{83197AEB-5E5A-4CCC-BF02-311175FD1C87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94C74FF7-1A34-4269-A4A7-E10A8FA47BAC}" type="pres">
      <dgm:prSet presAssocID="{83197AEB-5E5A-4CCC-BF02-311175FD1C87}" presName="iconSpace" presStyleCnt="0"/>
      <dgm:spPr/>
    </dgm:pt>
    <dgm:pt modelId="{6DEDFE47-24B6-4B2A-8847-6239D8B03C81}" type="pres">
      <dgm:prSet presAssocID="{83197AEB-5E5A-4CCC-BF02-311175FD1C87}" presName="parTx" presStyleLbl="revTx" presStyleIdx="4" presStyleCnt="8">
        <dgm:presLayoutVars>
          <dgm:chMax val="0"/>
          <dgm:chPref val="0"/>
        </dgm:presLayoutVars>
      </dgm:prSet>
      <dgm:spPr/>
    </dgm:pt>
    <dgm:pt modelId="{0BF3C2B1-ED3D-4A96-9C8E-93727946BE05}" type="pres">
      <dgm:prSet presAssocID="{83197AEB-5E5A-4CCC-BF02-311175FD1C87}" presName="txSpace" presStyleCnt="0"/>
      <dgm:spPr/>
    </dgm:pt>
    <dgm:pt modelId="{0F467334-094C-4797-AEB6-FF608D91B332}" type="pres">
      <dgm:prSet presAssocID="{83197AEB-5E5A-4CCC-BF02-311175FD1C87}" presName="desTx" presStyleLbl="revTx" presStyleIdx="5" presStyleCnt="8">
        <dgm:presLayoutVars/>
      </dgm:prSet>
      <dgm:spPr/>
    </dgm:pt>
    <dgm:pt modelId="{24BFAB84-4F86-4E86-B653-210F1504806A}" type="pres">
      <dgm:prSet presAssocID="{9AF26B0D-671D-48D7-8B7A-5A1ACDB531B6}" presName="sibTrans" presStyleCnt="0"/>
      <dgm:spPr/>
    </dgm:pt>
    <dgm:pt modelId="{CB4B7945-517E-44F4-AC6F-B614D98F8C06}" type="pres">
      <dgm:prSet presAssocID="{E9925DFF-1B90-42DA-93E6-1EF6CD7D5A0B}" presName="compNode" presStyleCnt="0"/>
      <dgm:spPr/>
    </dgm:pt>
    <dgm:pt modelId="{3B80C4EE-D9E7-4385-931A-ADEB8BBF928A}" type="pres">
      <dgm:prSet presAssocID="{E9925DFF-1B90-42DA-93E6-1EF6CD7D5A0B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B2E21B3B-14B1-4466-B225-5C5675E8B456}" type="pres">
      <dgm:prSet presAssocID="{E9925DFF-1B90-42DA-93E6-1EF6CD7D5A0B}" presName="iconSpace" presStyleCnt="0"/>
      <dgm:spPr/>
    </dgm:pt>
    <dgm:pt modelId="{D315DD92-D5EE-43FD-AFB7-6DFF364A16A7}" type="pres">
      <dgm:prSet presAssocID="{E9925DFF-1B90-42DA-93E6-1EF6CD7D5A0B}" presName="parTx" presStyleLbl="revTx" presStyleIdx="6" presStyleCnt="8">
        <dgm:presLayoutVars>
          <dgm:chMax val="0"/>
          <dgm:chPref val="0"/>
        </dgm:presLayoutVars>
      </dgm:prSet>
      <dgm:spPr/>
    </dgm:pt>
    <dgm:pt modelId="{F9F25F41-EA2A-4C80-9990-F309BAFB6ACC}" type="pres">
      <dgm:prSet presAssocID="{E9925DFF-1B90-42DA-93E6-1EF6CD7D5A0B}" presName="txSpace" presStyleCnt="0"/>
      <dgm:spPr/>
    </dgm:pt>
    <dgm:pt modelId="{B5EEF280-DAB4-4661-84A0-239825CB1D95}" type="pres">
      <dgm:prSet presAssocID="{E9925DFF-1B90-42DA-93E6-1EF6CD7D5A0B}" presName="desTx" presStyleLbl="revTx" presStyleIdx="7" presStyleCnt="8">
        <dgm:presLayoutVars/>
      </dgm:prSet>
      <dgm:spPr/>
    </dgm:pt>
  </dgm:ptLst>
  <dgm:cxnLst>
    <dgm:cxn modelId="{349EFC10-5555-40E6-858D-74298B3ED06A}" type="presOf" srcId="{BA5E3888-B6DB-498F-9A1E-D48D1F6F089A}" destId="{0F467334-094C-4797-AEB6-FF608D91B332}" srcOrd="0" destOrd="0" presId="urn:microsoft.com/office/officeart/2018/5/layout/CenteredIconLabelDescriptionList"/>
    <dgm:cxn modelId="{3B177119-97A4-439D-8F1C-F92A928D19A2}" type="presOf" srcId="{CBA21FC9-4A89-4C0C-8960-F21781F56B98}" destId="{B7B3BEFA-E0E2-40F8-BCC7-B2C0A807567D}" srcOrd="0" destOrd="1" presId="urn:microsoft.com/office/officeart/2018/5/layout/CenteredIconLabelDescriptionList"/>
    <dgm:cxn modelId="{384FF021-EEAD-401D-9D6E-B80E4E1AF535}" srcId="{C8EB8CC3-736A-4EE6-986E-11BA9B017B9B}" destId="{83197AEB-5E5A-4CCC-BF02-311175FD1C87}" srcOrd="2" destOrd="0" parTransId="{F610B5DB-A21E-4260-97B1-D0A189EA283B}" sibTransId="{9AF26B0D-671D-48D7-8B7A-5A1ACDB531B6}"/>
    <dgm:cxn modelId="{928F2D23-3307-4E53-AEFB-F079337FF441}" type="presOf" srcId="{BDCE541E-6FA6-4909-B77F-F0B7F61F597B}" destId="{67DE7C04-5828-4991-B1C0-94C116CD41CD}" srcOrd="0" destOrd="0" presId="urn:microsoft.com/office/officeart/2018/5/layout/CenteredIconLabelDescriptionList"/>
    <dgm:cxn modelId="{6631F532-AEA3-41F3-9205-0ACDE9D2D0C7}" srcId="{C8EB8CC3-736A-4EE6-986E-11BA9B017B9B}" destId="{E9925DFF-1B90-42DA-93E6-1EF6CD7D5A0B}" srcOrd="3" destOrd="0" parTransId="{560123CC-181D-4906-BECF-1D196670E018}" sibTransId="{BE5FD6DD-B74E-41C6-96DB-7C2BF50227D7}"/>
    <dgm:cxn modelId="{EC291F48-EA50-4F40-A10B-AD9599375F52}" type="presOf" srcId="{4819E96E-D46C-4D62-865F-969B451BE137}" destId="{B5EEF280-DAB4-4661-84A0-239825CB1D95}" srcOrd="0" destOrd="1" presId="urn:microsoft.com/office/officeart/2018/5/layout/CenteredIconLabelDescriptionList"/>
    <dgm:cxn modelId="{87DCFE48-FE3C-4341-BD83-A1663A255986}" type="presOf" srcId="{CC2BE2AC-D86B-4CE9-8094-1CD33A501F51}" destId="{B5EEF280-DAB4-4661-84A0-239825CB1D95}" srcOrd="0" destOrd="0" presId="urn:microsoft.com/office/officeart/2018/5/layout/CenteredIconLabelDescriptionList"/>
    <dgm:cxn modelId="{FE482F4D-4328-4D50-A743-4151B62AC7FB}" type="presOf" srcId="{E3B35830-7917-4A96-9715-21B4CE31F2D9}" destId="{B7B3BEFA-E0E2-40F8-BCC7-B2C0A807567D}" srcOrd="0" destOrd="2" presId="urn:microsoft.com/office/officeart/2018/5/layout/CenteredIconLabelDescriptionList"/>
    <dgm:cxn modelId="{C78BA34E-E025-434C-813E-52FC7650754A}" type="presOf" srcId="{4EF9EC3A-2534-46CE-BF8C-3CDE90BEEA05}" destId="{B7B3BEFA-E0E2-40F8-BCC7-B2C0A807567D}" srcOrd="0" destOrd="0" presId="urn:microsoft.com/office/officeart/2018/5/layout/CenteredIconLabelDescriptionList"/>
    <dgm:cxn modelId="{67D10471-A302-4153-B7E6-49223C3EF0D5}" srcId="{BDCE541E-6FA6-4909-B77F-F0B7F61F597B}" destId="{E3B35830-7917-4A96-9715-21B4CE31F2D9}" srcOrd="2" destOrd="0" parTransId="{3569AD00-5213-4C98-A86C-C8F739730565}" sibTransId="{DED10FC3-086F-437E-88C3-3021671857D5}"/>
    <dgm:cxn modelId="{2527A751-0B16-4C3E-8F52-76B41BAEFFCE}" srcId="{C8EB8CC3-736A-4EE6-986E-11BA9B017B9B}" destId="{0F8FC718-1B38-4826-AB35-F7548E848AB4}" srcOrd="0" destOrd="0" parTransId="{5035D140-E5AE-4045-8561-D60287625C33}" sibTransId="{FFC88604-CA64-4710-B4BE-858C19F48B74}"/>
    <dgm:cxn modelId="{4C6E3F55-1EEB-4242-A6D5-AD9AC7567960}" srcId="{BDCE541E-6FA6-4909-B77F-F0B7F61F597B}" destId="{CBA21FC9-4A89-4C0C-8960-F21781F56B98}" srcOrd="1" destOrd="0" parTransId="{1097CDBA-5C8B-4884-B21C-3F43590D086B}" sibTransId="{088D8B98-0257-4488-9DE4-A91DADFCA2E0}"/>
    <dgm:cxn modelId="{4168E38C-CC29-4081-BAF2-99F14FF16FFB}" srcId="{BDCE541E-6FA6-4909-B77F-F0B7F61F597B}" destId="{4EF9EC3A-2534-46CE-BF8C-3CDE90BEEA05}" srcOrd="0" destOrd="0" parTransId="{EBF9D6CC-FC91-4DD6-86D1-989A129AC3CD}" sibTransId="{845994AB-DD0D-49D3-B7C8-C405966BBA5A}"/>
    <dgm:cxn modelId="{80263F95-31A4-4016-A555-EF1EB8921711}" type="presOf" srcId="{0F8FC718-1B38-4826-AB35-F7548E848AB4}" destId="{3C65EC72-6E0B-418A-8BB3-F4E95BEEE1BA}" srcOrd="0" destOrd="0" presId="urn:microsoft.com/office/officeart/2018/5/layout/CenteredIconLabelDescriptionList"/>
    <dgm:cxn modelId="{67C26396-1A0F-4B3C-9C5A-B561B3E4AEBB}" type="presOf" srcId="{FAE8EB20-F615-4FAC-921E-5BF142F2A9EE}" destId="{C133B08A-3048-42A1-B4E3-224D6879B1E1}" srcOrd="0" destOrd="1" presId="urn:microsoft.com/office/officeart/2018/5/layout/CenteredIconLabelDescriptionList"/>
    <dgm:cxn modelId="{0E32D1A0-B331-4C31-8499-94DA64C2DE83}" srcId="{83197AEB-5E5A-4CCC-BF02-311175FD1C87}" destId="{91BE5618-6F4E-4A09-B4CC-B7887C12BC93}" srcOrd="1" destOrd="0" parTransId="{41F7C965-2B1B-479C-A995-298617804C3C}" sibTransId="{4E6AE921-8C84-4AAE-BE8B-13C7FA62628B}"/>
    <dgm:cxn modelId="{6FF731B2-1BDB-4B7C-9E1B-290DC2E13024}" srcId="{C8EB8CC3-736A-4EE6-986E-11BA9B017B9B}" destId="{BDCE541E-6FA6-4909-B77F-F0B7F61F597B}" srcOrd="1" destOrd="0" parTransId="{8EC68F59-767A-48DC-AEBE-6CBF4C1259EB}" sibTransId="{B844FECE-B5A0-4982-AD11-E015A8C05E02}"/>
    <dgm:cxn modelId="{0F74A0B3-4081-421B-BF86-C334B5341766}" type="presOf" srcId="{E9925DFF-1B90-42DA-93E6-1EF6CD7D5A0B}" destId="{D315DD92-D5EE-43FD-AFB7-6DFF364A16A7}" srcOrd="0" destOrd="0" presId="urn:microsoft.com/office/officeart/2018/5/layout/CenteredIconLabelDescriptionList"/>
    <dgm:cxn modelId="{A83B9CB6-9223-4222-B27A-D419F2457A68}" srcId="{83197AEB-5E5A-4CCC-BF02-311175FD1C87}" destId="{BA5E3888-B6DB-498F-9A1E-D48D1F6F089A}" srcOrd="0" destOrd="0" parTransId="{753E9DC5-8D9F-45A3-877C-7B8A47BD707B}" sibTransId="{5D6FA8A4-9B18-4258-A8C7-1FB814AFCA47}"/>
    <dgm:cxn modelId="{F4CBDBBE-3759-4A4A-947D-5A1D75F74846}" type="presOf" srcId="{A3943BF6-3571-46DC-8F3C-51A48229EE8F}" destId="{C133B08A-3048-42A1-B4E3-224D6879B1E1}" srcOrd="0" destOrd="0" presId="urn:microsoft.com/office/officeart/2018/5/layout/CenteredIconLabelDescriptionList"/>
    <dgm:cxn modelId="{002822C4-5174-4743-95A8-B400D951F793}" srcId="{E9925DFF-1B90-42DA-93E6-1EF6CD7D5A0B}" destId="{4819E96E-D46C-4D62-865F-969B451BE137}" srcOrd="1" destOrd="0" parTransId="{1C6F3068-0FB6-492A-88BE-452AA50FDF56}" sibTransId="{DF0336FA-6701-442F-BBF4-E52962B9420A}"/>
    <dgm:cxn modelId="{8B2B52D0-D914-463A-B524-4E8D672F0539}" srcId="{0F8FC718-1B38-4826-AB35-F7548E848AB4}" destId="{A3943BF6-3571-46DC-8F3C-51A48229EE8F}" srcOrd="0" destOrd="0" parTransId="{A26EB93D-BEC2-4920-B647-2E9D67D217E4}" sibTransId="{407EE4F3-453D-4C44-8FF3-36DB017331D2}"/>
    <dgm:cxn modelId="{501E83D3-9BB7-44A4-9E63-A05616E886B9}" srcId="{0F8FC718-1B38-4826-AB35-F7548E848AB4}" destId="{FAE8EB20-F615-4FAC-921E-5BF142F2A9EE}" srcOrd="1" destOrd="0" parTransId="{31A6F331-B2CE-4C51-8C3A-6D27810410CC}" sibTransId="{32751718-239C-404E-BB32-694C9CBEED5E}"/>
    <dgm:cxn modelId="{8C27E6D9-7C6D-4D47-8972-D05F22C341F9}" type="presOf" srcId="{91BE5618-6F4E-4A09-B4CC-B7887C12BC93}" destId="{0F467334-094C-4797-AEB6-FF608D91B332}" srcOrd="0" destOrd="1" presId="urn:microsoft.com/office/officeart/2018/5/layout/CenteredIconLabelDescriptionList"/>
    <dgm:cxn modelId="{D6BE8DE8-3C24-4476-B6B0-57D1B3394067}" type="presOf" srcId="{C8EB8CC3-736A-4EE6-986E-11BA9B017B9B}" destId="{A032CEC2-3BDB-4356-8241-635FDDCF6D95}" srcOrd="0" destOrd="0" presId="urn:microsoft.com/office/officeart/2018/5/layout/CenteredIconLabelDescriptionList"/>
    <dgm:cxn modelId="{B90315F8-F4CE-4F70-BA49-0C2E9EBDF51C}" type="presOf" srcId="{83197AEB-5E5A-4CCC-BF02-311175FD1C87}" destId="{6DEDFE47-24B6-4B2A-8847-6239D8B03C81}" srcOrd="0" destOrd="0" presId="urn:microsoft.com/office/officeart/2018/5/layout/CenteredIconLabelDescriptionList"/>
    <dgm:cxn modelId="{D24358FC-8B66-4B9B-8EF3-80A13508A24C}" srcId="{E9925DFF-1B90-42DA-93E6-1EF6CD7D5A0B}" destId="{CC2BE2AC-D86B-4CE9-8094-1CD33A501F51}" srcOrd="0" destOrd="0" parTransId="{B47872D3-CA5D-498E-AA57-DE17305CBDF3}" sibTransId="{BCD0FD22-9AE2-45C1-8651-83C074F7F6F7}"/>
    <dgm:cxn modelId="{AC0ABE7F-A22C-4630-955D-081359B87441}" type="presParOf" srcId="{A032CEC2-3BDB-4356-8241-635FDDCF6D95}" destId="{8A044345-F6A3-4A49-9338-1D210B61A610}" srcOrd="0" destOrd="0" presId="urn:microsoft.com/office/officeart/2018/5/layout/CenteredIconLabelDescriptionList"/>
    <dgm:cxn modelId="{4B5F6B90-56FF-4EE0-A53F-4A35D4E2B424}" type="presParOf" srcId="{8A044345-F6A3-4A49-9338-1D210B61A610}" destId="{08B8A7A7-5648-4766-BABD-662D878F847A}" srcOrd="0" destOrd="0" presId="urn:microsoft.com/office/officeart/2018/5/layout/CenteredIconLabelDescriptionList"/>
    <dgm:cxn modelId="{DA62D394-4C26-4BD8-8FF9-00496280598D}" type="presParOf" srcId="{8A044345-F6A3-4A49-9338-1D210B61A610}" destId="{1B1E528F-C449-49CA-8336-2E77C9345F24}" srcOrd="1" destOrd="0" presId="urn:microsoft.com/office/officeart/2018/5/layout/CenteredIconLabelDescriptionList"/>
    <dgm:cxn modelId="{34F35C1E-268D-40EC-9C95-C62392009459}" type="presParOf" srcId="{8A044345-F6A3-4A49-9338-1D210B61A610}" destId="{3C65EC72-6E0B-418A-8BB3-F4E95BEEE1BA}" srcOrd="2" destOrd="0" presId="urn:microsoft.com/office/officeart/2018/5/layout/CenteredIconLabelDescriptionList"/>
    <dgm:cxn modelId="{98255E83-78DE-48B6-A9AB-A4919E03D1D8}" type="presParOf" srcId="{8A044345-F6A3-4A49-9338-1D210B61A610}" destId="{FB2E6865-BCF4-4FF2-A8DE-1473CC2F4FBB}" srcOrd="3" destOrd="0" presId="urn:microsoft.com/office/officeart/2018/5/layout/CenteredIconLabelDescriptionList"/>
    <dgm:cxn modelId="{3C550107-7AAD-4B2A-BE5F-51A86169FA58}" type="presParOf" srcId="{8A044345-F6A3-4A49-9338-1D210B61A610}" destId="{C133B08A-3048-42A1-B4E3-224D6879B1E1}" srcOrd="4" destOrd="0" presId="urn:microsoft.com/office/officeart/2018/5/layout/CenteredIconLabelDescriptionList"/>
    <dgm:cxn modelId="{D00A09F3-1059-4DC4-AB25-765E7A2C94FD}" type="presParOf" srcId="{A032CEC2-3BDB-4356-8241-635FDDCF6D95}" destId="{BB5C2F8A-6129-4C6A-B939-7ABB5114CB16}" srcOrd="1" destOrd="0" presId="urn:microsoft.com/office/officeart/2018/5/layout/CenteredIconLabelDescriptionList"/>
    <dgm:cxn modelId="{1B655882-360F-4717-96B5-83FB8DB8175E}" type="presParOf" srcId="{A032CEC2-3BDB-4356-8241-635FDDCF6D95}" destId="{A4D4DC35-D507-4963-AA54-DE3C5A8AB880}" srcOrd="2" destOrd="0" presId="urn:microsoft.com/office/officeart/2018/5/layout/CenteredIconLabelDescriptionList"/>
    <dgm:cxn modelId="{6E457A99-51BE-4D95-8790-768C38DA724F}" type="presParOf" srcId="{A4D4DC35-D507-4963-AA54-DE3C5A8AB880}" destId="{2B41A61C-8DE7-4245-AC66-D1193FCD72BD}" srcOrd="0" destOrd="0" presId="urn:microsoft.com/office/officeart/2018/5/layout/CenteredIconLabelDescriptionList"/>
    <dgm:cxn modelId="{A9FDD345-721A-405D-83CF-164D9EEB2C09}" type="presParOf" srcId="{A4D4DC35-D507-4963-AA54-DE3C5A8AB880}" destId="{E71A799D-9CB9-4E0B-BAAA-573DF40A84B8}" srcOrd="1" destOrd="0" presId="urn:microsoft.com/office/officeart/2018/5/layout/CenteredIconLabelDescriptionList"/>
    <dgm:cxn modelId="{AE508970-51B7-4F9F-9366-8D962212222D}" type="presParOf" srcId="{A4D4DC35-D507-4963-AA54-DE3C5A8AB880}" destId="{67DE7C04-5828-4991-B1C0-94C116CD41CD}" srcOrd="2" destOrd="0" presId="urn:microsoft.com/office/officeart/2018/5/layout/CenteredIconLabelDescriptionList"/>
    <dgm:cxn modelId="{7292C1F6-7180-4941-B2BC-ECBA8985A06E}" type="presParOf" srcId="{A4D4DC35-D507-4963-AA54-DE3C5A8AB880}" destId="{2D7B15B2-10B0-4FD2-B7CE-BE53B4451BED}" srcOrd="3" destOrd="0" presId="urn:microsoft.com/office/officeart/2018/5/layout/CenteredIconLabelDescriptionList"/>
    <dgm:cxn modelId="{FCE4FAA2-B5A7-4D27-ABFC-5BF6484BCA92}" type="presParOf" srcId="{A4D4DC35-D507-4963-AA54-DE3C5A8AB880}" destId="{B7B3BEFA-E0E2-40F8-BCC7-B2C0A807567D}" srcOrd="4" destOrd="0" presId="urn:microsoft.com/office/officeart/2018/5/layout/CenteredIconLabelDescriptionList"/>
    <dgm:cxn modelId="{8E9567C7-D8E5-4FD1-B91E-1A535EF3C158}" type="presParOf" srcId="{A032CEC2-3BDB-4356-8241-635FDDCF6D95}" destId="{1022126A-3645-4AAA-9B6F-F3256824C48B}" srcOrd="3" destOrd="0" presId="urn:microsoft.com/office/officeart/2018/5/layout/CenteredIconLabelDescriptionList"/>
    <dgm:cxn modelId="{E4752C23-237C-437F-B750-259579F6A12C}" type="presParOf" srcId="{A032CEC2-3BDB-4356-8241-635FDDCF6D95}" destId="{713A2E1F-7C91-44EA-8C9D-1D0EF5864FC3}" srcOrd="4" destOrd="0" presId="urn:microsoft.com/office/officeart/2018/5/layout/CenteredIconLabelDescriptionList"/>
    <dgm:cxn modelId="{E0A30E10-A89C-4ABF-A11C-006C6D056312}" type="presParOf" srcId="{713A2E1F-7C91-44EA-8C9D-1D0EF5864FC3}" destId="{0500C0CC-728E-4107-970A-D82BD66095E2}" srcOrd="0" destOrd="0" presId="urn:microsoft.com/office/officeart/2018/5/layout/CenteredIconLabelDescriptionList"/>
    <dgm:cxn modelId="{056D5781-FD89-4845-8361-1CCD3FCA9628}" type="presParOf" srcId="{713A2E1F-7C91-44EA-8C9D-1D0EF5864FC3}" destId="{94C74FF7-1A34-4269-A4A7-E10A8FA47BAC}" srcOrd="1" destOrd="0" presId="urn:microsoft.com/office/officeart/2018/5/layout/CenteredIconLabelDescriptionList"/>
    <dgm:cxn modelId="{6FD60713-E3E9-42D1-B1C7-EA2A0C773E87}" type="presParOf" srcId="{713A2E1F-7C91-44EA-8C9D-1D0EF5864FC3}" destId="{6DEDFE47-24B6-4B2A-8847-6239D8B03C81}" srcOrd="2" destOrd="0" presId="urn:microsoft.com/office/officeart/2018/5/layout/CenteredIconLabelDescriptionList"/>
    <dgm:cxn modelId="{7BB4AFAF-0455-4C36-83CF-5661530C9676}" type="presParOf" srcId="{713A2E1F-7C91-44EA-8C9D-1D0EF5864FC3}" destId="{0BF3C2B1-ED3D-4A96-9C8E-93727946BE05}" srcOrd="3" destOrd="0" presId="urn:microsoft.com/office/officeart/2018/5/layout/CenteredIconLabelDescriptionList"/>
    <dgm:cxn modelId="{DD455D97-B8BA-4FE7-8310-2EB737E453A0}" type="presParOf" srcId="{713A2E1F-7C91-44EA-8C9D-1D0EF5864FC3}" destId="{0F467334-094C-4797-AEB6-FF608D91B332}" srcOrd="4" destOrd="0" presId="urn:microsoft.com/office/officeart/2018/5/layout/CenteredIconLabelDescriptionList"/>
    <dgm:cxn modelId="{BA38CEC0-5998-480D-A029-2F961ADDFD45}" type="presParOf" srcId="{A032CEC2-3BDB-4356-8241-635FDDCF6D95}" destId="{24BFAB84-4F86-4E86-B653-210F1504806A}" srcOrd="5" destOrd="0" presId="urn:microsoft.com/office/officeart/2018/5/layout/CenteredIconLabelDescriptionList"/>
    <dgm:cxn modelId="{11D80620-86E6-4EA4-BEF6-1E7E560E82E0}" type="presParOf" srcId="{A032CEC2-3BDB-4356-8241-635FDDCF6D95}" destId="{CB4B7945-517E-44F4-AC6F-B614D98F8C06}" srcOrd="6" destOrd="0" presId="urn:microsoft.com/office/officeart/2018/5/layout/CenteredIconLabelDescriptionList"/>
    <dgm:cxn modelId="{5F6F44C0-E018-4E49-8A2C-5B60937362BC}" type="presParOf" srcId="{CB4B7945-517E-44F4-AC6F-B614D98F8C06}" destId="{3B80C4EE-D9E7-4385-931A-ADEB8BBF928A}" srcOrd="0" destOrd="0" presId="urn:microsoft.com/office/officeart/2018/5/layout/CenteredIconLabelDescriptionList"/>
    <dgm:cxn modelId="{B0A7F08E-24AC-43A9-9519-4CE8298225DF}" type="presParOf" srcId="{CB4B7945-517E-44F4-AC6F-B614D98F8C06}" destId="{B2E21B3B-14B1-4466-B225-5C5675E8B456}" srcOrd="1" destOrd="0" presId="urn:microsoft.com/office/officeart/2018/5/layout/CenteredIconLabelDescriptionList"/>
    <dgm:cxn modelId="{78D29727-FA94-42B7-A011-2EA608F4C6A0}" type="presParOf" srcId="{CB4B7945-517E-44F4-AC6F-B614D98F8C06}" destId="{D315DD92-D5EE-43FD-AFB7-6DFF364A16A7}" srcOrd="2" destOrd="0" presId="urn:microsoft.com/office/officeart/2018/5/layout/CenteredIconLabelDescriptionList"/>
    <dgm:cxn modelId="{592CF7F0-7C2F-46F1-9115-DD7E746B2780}" type="presParOf" srcId="{CB4B7945-517E-44F4-AC6F-B614D98F8C06}" destId="{F9F25F41-EA2A-4C80-9990-F309BAFB6ACC}" srcOrd="3" destOrd="0" presId="urn:microsoft.com/office/officeart/2018/5/layout/CenteredIconLabelDescriptionList"/>
    <dgm:cxn modelId="{570AE3FC-E20E-43D7-942C-B3E33FB1F55E}" type="presParOf" srcId="{CB4B7945-517E-44F4-AC6F-B614D98F8C06}" destId="{B5EEF280-DAB4-4661-84A0-239825CB1D9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DCCFD17-06A8-45CE-B7CC-F1B30AEF3F8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tr-TR"/>
        </a:p>
      </dgm:t>
    </dgm:pt>
    <dgm:pt modelId="{965DF0F5-B081-4595-AD28-B3A73DB1CAC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Libraries</a:t>
          </a:r>
        </a:p>
      </dgm:t>
    </dgm:pt>
    <dgm:pt modelId="{99517573-9AFE-4442-8FEB-84447E96E30E}" type="parTrans" cxnId="{9FBE16BF-116A-4C9A-80CE-5456138E2674}">
      <dgm:prSet/>
      <dgm:spPr/>
      <dgm:t>
        <a:bodyPr/>
        <a:lstStyle/>
        <a:p>
          <a:endParaRPr lang="tr-TR"/>
        </a:p>
      </dgm:t>
    </dgm:pt>
    <dgm:pt modelId="{166C9874-61B3-46AA-8613-BD9B799D0C5C}" type="sibTrans" cxnId="{9FBE16BF-116A-4C9A-80CE-5456138E2674}">
      <dgm:prSet/>
      <dgm:spPr/>
      <dgm:t>
        <a:bodyPr/>
        <a:lstStyle/>
        <a:p>
          <a:endParaRPr lang="tr-TR"/>
        </a:p>
      </dgm:t>
    </dgm:pt>
    <dgm:pt modelId="{826ECAAA-BF22-41B2-97FE-7567F49847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provides an easy interface</a:t>
          </a:r>
          <a:endParaRPr lang="tr-TR" dirty="0"/>
        </a:p>
      </dgm:t>
    </dgm:pt>
    <dgm:pt modelId="{F4DCFA38-6FBC-433B-911C-00867EF9411A}" type="parTrans" cxnId="{469AEE22-FA4D-4C48-A13F-E067E2240230}">
      <dgm:prSet/>
      <dgm:spPr/>
      <dgm:t>
        <a:bodyPr/>
        <a:lstStyle/>
        <a:p>
          <a:endParaRPr lang="tr-TR"/>
        </a:p>
      </dgm:t>
    </dgm:pt>
    <dgm:pt modelId="{F44972C3-FA45-47E7-B91D-FF0C339A37ED}" type="sibTrans" cxnId="{469AEE22-FA4D-4C48-A13F-E067E2240230}">
      <dgm:prSet/>
      <dgm:spPr/>
      <dgm:t>
        <a:bodyPr/>
        <a:lstStyle/>
        <a:p>
          <a:endParaRPr lang="tr-TR"/>
        </a:p>
      </dgm:t>
    </dgm:pt>
    <dgm:pt modelId="{C09DCA8B-0D3A-4C8F-A4E9-5DD81F86430A}">
      <dgm:prSet/>
      <dgm:spPr/>
      <dgm:t>
        <a:bodyPr/>
        <a:lstStyle/>
        <a:p>
          <a:pPr>
            <a:lnSpc>
              <a:spcPct val="100000"/>
            </a:lnSpc>
          </a:pPr>
          <a:endParaRPr lang="tr-TR" dirty="0"/>
        </a:p>
      </dgm:t>
    </dgm:pt>
    <dgm:pt modelId="{42C50687-0B8E-487C-9B15-B64227D8126B}" type="parTrans" cxnId="{39DCD48B-187B-4F5D-B0F3-FA9E2DFDCE44}">
      <dgm:prSet/>
      <dgm:spPr/>
      <dgm:t>
        <a:bodyPr/>
        <a:lstStyle/>
        <a:p>
          <a:endParaRPr lang="tr-TR"/>
        </a:p>
      </dgm:t>
    </dgm:pt>
    <dgm:pt modelId="{B13C3B67-E591-4EA6-85A5-501AA5B511F3}" type="sibTrans" cxnId="{39DCD48B-187B-4F5D-B0F3-FA9E2DFDCE44}">
      <dgm:prSet/>
      <dgm:spPr/>
      <dgm:t>
        <a:bodyPr/>
        <a:lstStyle/>
        <a:p>
          <a:endParaRPr lang="tr-TR"/>
        </a:p>
      </dgm:t>
    </dgm:pt>
    <dgm:pt modelId="{C5112D8A-39AA-403C-8AC7-FD38731F654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 err="1"/>
            <a:t>examples</a:t>
          </a:r>
          <a:r>
            <a:rPr lang="tr-TR" b="0" i="0" dirty="0"/>
            <a:t>/ </a:t>
          </a:r>
          <a:r>
            <a:rPr lang="tr-TR" b="0" i="0" dirty="0" err="1"/>
            <a:t>directory</a:t>
          </a:r>
          <a:endParaRPr lang="tr-TR" dirty="0"/>
        </a:p>
      </dgm:t>
    </dgm:pt>
    <dgm:pt modelId="{5931FFF1-3F2A-49F5-B70A-8AEFA18B401A}" type="parTrans" cxnId="{EF0F9226-2AE7-49BA-8AE5-C8BA0C4C9921}">
      <dgm:prSet/>
      <dgm:spPr/>
      <dgm:t>
        <a:bodyPr/>
        <a:lstStyle/>
        <a:p>
          <a:endParaRPr lang="tr-TR"/>
        </a:p>
      </dgm:t>
    </dgm:pt>
    <dgm:pt modelId="{FC260859-F88C-4BA4-930C-FF4C18FFA0E0}" type="sibTrans" cxnId="{EF0F9226-2AE7-49BA-8AE5-C8BA0C4C9921}">
      <dgm:prSet/>
      <dgm:spPr/>
      <dgm:t>
        <a:bodyPr/>
        <a:lstStyle/>
        <a:p>
          <a:endParaRPr lang="tr-TR"/>
        </a:p>
      </dgm:t>
    </dgm:pt>
    <dgm:pt modelId="{63C29D0C-9A95-40A1-B5C5-D1704E2C960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b="1" i="0" dirty="0" err="1"/>
            <a:t>chain</a:t>
          </a:r>
          <a:r>
            <a:rPr lang="tr-TR" b="1" i="0" dirty="0"/>
            <a:t> </a:t>
          </a:r>
          <a:r>
            <a:rPr lang="tr-TR" b="1" i="0" dirty="0" err="1"/>
            <a:t>to</a:t>
          </a:r>
          <a:r>
            <a:rPr lang="tr-TR" b="1" i="0" dirty="0"/>
            <a:t> </a:t>
          </a:r>
          <a:r>
            <a:rPr lang="tr-TR" b="1" i="0" dirty="0" err="1"/>
            <a:t>use</a:t>
          </a:r>
          <a:endParaRPr lang="tr-TR" dirty="0"/>
        </a:p>
      </dgm:t>
    </dgm:pt>
    <dgm:pt modelId="{A4AFFBAC-4421-4985-A00C-D7825C83BBEE}" type="parTrans" cxnId="{3C314913-BCCC-44EB-8860-08FD8797A672}">
      <dgm:prSet/>
      <dgm:spPr/>
      <dgm:t>
        <a:bodyPr/>
        <a:lstStyle/>
        <a:p>
          <a:endParaRPr lang="tr-TR"/>
        </a:p>
      </dgm:t>
    </dgm:pt>
    <dgm:pt modelId="{B8987EBB-0B07-4356-ABA3-574E94701A01}" type="sibTrans" cxnId="{3C314913-BCCC-44EB-8860-08FD8797A672}">
      <dgm:prSet/>
      <dgm:spPr/>
      <dgm:t>
        <a:bodyPr/>
        <a:lstStyle/>
        <a:p>
          <a:endParaRPr lang="tr-TR"/>
        </a:p>
      </dgm:t>
    </dgm:pt>
    <dgm:pt modelId="{96A4081E-F7A1-4B12-8A0E-F7110F82FFB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 err="1"/>
            <a:t>import</a:t>
          </a:r>
          <a:r>
            <a:rPr lang="tr-TR" b="0" i="0" dirty="0"/>
            <a:t> </a:t>
          </a:r>
          <a:r>
            <a:rPr lang="tr-TR" b="0" i="0" dirty="0" err="1"/>
            <a:t>bitcoin</a:t>
          </a:r>
          <a:endParaRPr lang="tr-TR" dirty="0"/>
        </a:p>
      </dgm:t>
    </dgm:pt>
    <dgm:pt modelId="{7F2B7093-9C43-4C7A-8961-1453EB4B14C9}" type="parTrans" cxnId="{0AF9AF4E-DE1C-427B-8118-29BACC9444E4}">
      <dgm:prSet/>
      <dgm:spPr/>
      <dgm:t>
        <a:bodyPr/>
        <a:lstStyle/>
        <a:p>
          <a:endParaRPr lang="tr-TR"/>
        </a:p>
      </dgm:t>
    </dgm:pt>
    <dgm:pt modelId="{98A0FB14-08CE-4A19-9B29-FA9B3163AB91}" type="sibTrans" cxnId="{0AF9AF4E-DE1C-427B-8118-29BACC9444E4}">
      <dgm:prSet/>
      <dgm:spPr/>
      <dgm:t>
        <a:bodyPr/>
        <a:lstStyle/>
        <a:p>
          <a:endParaRPr lang="tr-TR"/>
        </a:p>
      </dgm:t>
    </dgm:pt>
    <dgm:pt modelId="{F3ED23EE-0092-4C54-976C-E4E9B636DF4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Example</a:t>
          </a:r>
          <a:r>
            <a:rPr lang="tr-TR" dirty="0"/>
            <a:t> </a:t>
          </a:r>
          <a:r>
            <a:rPr lang="tr-TR" dirty="0" err="1"/>
            <a:t>Code</a:t>
          </a:r>
          <a:endParaRPr lang="tr-TR" dirty="0"/>
        </a:p>
      </dgm:t>
    </dgm:pt>
    <dgm:pt modelId="{F3141CAF-7695-4AF1-AF8F-EB512CA5A074}" type="parTrans" cxnId="{DEBA4E49-59ED-4BF7-AA0F-B860ADCD5059}">
      <dgm:prSet/>
      <dgm:spPr/>
      <dgm:t>
        <a:bodyPr/>
        <a:lstStyle/>
        <a:p>
          <a:endParaRPr lang="tr-TR"/>
        </a:p>
      </dgm:t>
    </dgm:pt>
    <dgm:pt modelId="{5D50BA4D-B85D-48D8-9A27-E6DD8503D0A8}" type="sibTrans" cxnId="{DEBA4E49-59ED-4BF7-AA0F-B860ADCD5059}">
      <dgm:prSet/>
      <dgm:spPr/>
      <dgm:t>
        <a:bodyPr/>
        <a:lstStyle/>
        <a:p>
          <a:endParaRPr lang="tr-TR"/>
        </a:p>
      </dgm:t>
    </dgm:pt>
    <dgm:pt modelId="{018AF2DB-6F7E-4329-B4F6-CBBF21D3E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to the bitcoin data structures and protocol</a:t>
          </a:r>
          <a:endParaRPr lang="tr-TR" dirty="0"/>
        </a:p>
      </dgm:t>
    </dgm:pt>
    <dgm:pt modelId="{F245E359-36E7-4236-AAB3-799C05BCA430}" type="parTrans" cxnId="{828C3A34-AB70-4E4A-B9C9-3ACA693C5062}">
      <dgm:prSet/>
      <dgm:spPr/>
      <dgm:t>
        <a:bodyPr/>
        <a:lstStyle/>
        <a:p>
          <a:endParaRPr lang="tr-TR"/>
        </a:p>
      </dgm:t>
    </dgm:pt>
    <dgm:pt modelId="{C9AD8B46-A8A2-46B5-A11C-05F5DE1F2507}" type="sibTrans" cxnId="{828C3A34-AB70-4E4A-B9C9-3ACA693C5062}">
      <dgm:prSet/>
      <dgm:spPr/>
      <dgm:t>
        <a:bodyPr/>
        <a:lstStyle/>
        <a:p>
          <a:endParaRPr lang="tr-TR"/>
        </a:p>
      </dgm:t>
    </dgm:pt>
    <dgm:pt modelId="{6304776B-7DFF-48E1-8A4F-23B40AAD385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bitcoin.SelectParams(NAME)</a:t>
          </a:r>
        </a:p>
      </dgm:t>
    </dgm:pt>
    <dgm:pt modelId="{39A17DA8-94CB-48E0-A919-797A144A0067}" type="parTrans" cxnId="{9EAAFF13-836F-4CEA-BD27-171D928C2454}">
      <dgm:prSet/>
      <dgm:spPr/>
      <dgm:t>
        <a:bodyPr/>
        <a:lstStyle/>
        <a:p>
          <a:endParaRPr lang="tr-TR"/>
        </a:p>
      </dgm:t>
    </dgm:pt>
    <dgm:pt modelId="{A4622D1D-F0CB-4558-B781-2A8D630EA6F7}" type="sibTrans" cxnId="{9EAAFF13-836F-4CEA-BD27-171D928C2454}">
      <dgm:prSet/>
      <dgm:spPr/>
      <dgm:t>
        <a:bodyPr/>
        <a:lstStyle/>
        <a:p>
          <a:endParaRPr lang="tr-TR"/>
        </a:p>
      </dgm:t>
    </dgm:pt>
    <dgm:pt modelId="{5CD6A0F8-53C1-43CF-9DCA-89D33A4FCD2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NAME</a:t>
          </a:r>
        </a:p>
      </dgm:t>
    </dgm:pt>
    <dgm:pt modelId="{936B70B8-74DB-4E8A-8480-89CE128B497A}" type="parTrans" cxnId="{B7022566-959F-4006-BCB2-F358CEA7721D}">
      <dgm:prSet/>
      <dgm:spPr/>
      <dgm:t>
        <a:bodyPr/>
        <a:lstStyle/>
        <a:p>
          <a:endParaRPr lang="tr-TR"/>
        </a:p>
      </dgm:t>
    </dgm:pt>
    <dgm:pt modelId="{5D1EE3AF-B18B-4B15-9221-DF852D61ECF0}" type="sibTrans" cxnId="{B7022566-959F-4006-BCB2-F358CEA7721D}">
      <dgm:prSet/>
      <dgm:spPr/>
      <dgm:t>
        <a:bodyPr/>
        <a:lstStyle/>
        <a:p>
          <a:endParaRPr lang="tr-TR"/>
        </a:p>
      </dgm:t>
    </dgm:pt>
    <dgm:pt modelId="{D5E7AF6D-97F7-4EBC-B5B3-54DB6D59E0B4}">
      <dgm:prSet/>
      <dgm:spPr/>
      <dgm:t>
        <a:bodyPr/>
        <a:lstStyle/>
        <a:p>
          <a:r>
            <a:rPr lang="tr-TR" b="0" i="0" dirty="0"/>
            <a:t>'</a:t>
          </a:r>
          <a:r>
            <a:rPr lang="tr-TR" b="0" i="0" dirty="0" err="1"/>
            <a:t>testnet</a:t>
          </a:r>
          <a:r>
            <a:rPr lang="tr-TR" b="0" i="0" dirty="0"/>
            <a:t>’</a:t>
          </a:r>
        </a:p>
      </dgm:t>
    </dgm:pt>
    <dgm:pt modelId="{C8E10F78-36F2-4F71-8AA3-FAC13D72D5AF}" type="parTrans" cxnId="{63103985-2B7C-47EF-97DE-34DB5F93A79A}">
      <dgm:prSet/>
      <dgm:spPr/>
      <dgm:t>
        <a:bodyPr/>
        <a:lstStyle/>
        <a:p>
          <a:endParaRPr lang="tr-TR"/>
        </a:p>
      </dgm:t>
    </dgm:pt>
    <dgm:pt modelId="{09DD6176-8EDB-476C-A8F1-6348FE32AD19}" type="sibTrans" cxnId="{63103985-2B7C-47EF-97DE-34DB5F93A79A}">
      <dgm:prSet/>
      <dgm:spPr/>
      <dgm:t>
        <a:bodyPr/>
        <a:lstStyle/>
        <a:p>
          <a:endParaRPr lang="tr-TR"/>
        </a:p>
      </dgm:t>
    </dgm:pt>
    <dgm:pt modelId="{14E877D9-2508-41A7-828F-5F845D81EB02}">
      <dgm:prSet/>
      <dgm:spPr/>
      <dgm:t>
        <a:bodyPr/>
        <a:lstStyle/>
        <a:p>
          <a:r>
            <a:rPr lang="tr-TR" b="0" i="0" dirty="0"/>
            <a:t>'</a:t>
          </a:r>
          <a:r>
            <a:rPr lang="tr-TR" b="0" i="0" dirty="0" err="1"/>
            <a:t>mainnet</a:t>
          </a:r>
          <a:r>
            <a:rPr lang="tr-TR" b="0" i="0" dirty="0"/>
            <a:t>’</a:t>
          </a:r>
        </a:p>
      </dgm:t>
    </dgm:pt>
    <dgm:pt modelId="{71D4A730-A008-4DC4-BF7A-CCD1971BA8F5}" type="parTrans" cxnId="{B8A099B1-0BE6-421E-8354-037AC5A77BCC}">
      <dgm:prSet/>
      <dgm:spPr/>
      <dgm:t>
        <a:bodyPr/>
        <a:lstStyle/>
        <a:p>
          <a:endParaRPr lang="tr-TR"/>
        </a:p>
      </dgm:t>
    </dgm:pt>
    <dgm:pt modelId="{1A823615-6AF7-48C1-86ED-0766603EC148}" type="sibTrans" cxnId="{B8A099B1-0BE6-421E-8354-037AC5A77BCC}">
      <dgm:prSet/>
      <dgm:spPr/>
      <dgm:t>
        <a:bodyPr/>
        <a:lstStyle/>
        <a:p>
          <a:endParaRPr lang="tr-TR"/>
        </a:p>
      </dgm:t>
    </dgm:pt>
    <dgm:pt modelId="{279D4666-F99D-4C3A-A93F-56ACF36F3044}">
      <dgm:prSet/>
      <dgm:spPr/>
      <dgm:t>
        <a:bodyPr/>
        <a:lstStyle/>
        <a:p>
          <a:r>
            <a:rPr lang="tr-TR" b="0" i="0" dirty="0"/>
            <a:t>'</a:t>
          </a:r>
          <a:r>
            <a:rPr lang="tr-TR" b="0" i="0" dirty="0" err="1"/>
            <a:t>regtest</a:t>
          </a:r>
          <a:r>
            <a:rPr lang="tr-TR" b="0" i="0" dirty="0"/>
            <a:t>'</a:t>
          </a:r>
          <a:endParaRPr lang="tr-TR" dirty="0"/>
        </a:p>
      </dgm:t>
    </dgm:pt>
    <dgm:pt modelId="{8E807A80-34CD-4F2D-8570-E2778FD9CCF0}" type="parTrans" cxnId="{46B126F5-0D3A-44E6-BA9B-F0170A4D2879}">
      <dgm:prSet/>
      <dgm:spPr/>
      <dgm:t>
        <a:bodyPr/>
        <a:lstStyle/>
        <a:p>
          <a:endParaRPr lang="tr-TR"/>
        </a:p>
      </dgm:t>
    </dgm:pt>
    <dgm:pt modelId="{8A651941-4F6D-41C0-98DD-63719441D991}" type="sibTrans" cxnId="{46B126F5-0D3A-44E6-BA9B-F0170A4D2879}">
      <dgm:prSet/>
      <dgm:spPr/>
      <dgm:t>
        <a:bodyPr/>
        <a:lstStyle/>
        <a:p>
          <a:endParaRPr lang="tr-TR"/>
        </a:p>
      </dgm:t>
    </dgm:pt>
    <dgm:pt modelId="{01963077-E6F6-41BD-B747-5559B07F03C9}" type="pres">
      <dgm:prSet presAssocID="{2DCCFD17-06A8-45CE-B7CC-F1B30AEF3F8D}" presName="root" presStyleCnt="0">
        <dgm:presLayoutVars>
          <dgm:dir/>
          <dgm:resizeHandles val="exact"/>
        </dgm:presLayoutVars>
      </dgm:prSet>
      <dgm:spPr/>
    </dgm:pt>
    <dgm:pt modelId="{F6E66E6D-8F10-43A1-8CA1-EE3E034E3E98}" type="pres">
      <dgm:prSet presAssocID="{965DF0F5-B081-4595-AD28-B3A73DB1CAC9}" presName="compNode" presStyleCnt="0"/>
      <dgm:spPr/>
    </dgm:pt>
    <dgm:pt modelId="{3AE3D2BC-452C-44E2-BEAE-323A6FAF0149}" type="pres">
      <dgm:prSet presAssocID="{965DF0F5-B081-4595-AD28-B3A73DB1CA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61E76B4-3557-4B5C-B433-C8F58059DC76}" type="pres">
      <dgm:prSet presAssocID="{965DF0F5-B081-4595-AD28-B3A73DB1CAC9}" presName="iconSpace" presStyleCnt="0"/>
      <dgm:spPr/>
    </dgm:pt>
    <dgm:pt modelId="{14AA83AF-731D-41C9-9BA7-079BD2942C19}" type="pres">
      <dgm:prSet presAssocID="{965DF0F5-B081-4595-AD28-B3A73DB1CAC9}" presName="parTx" presStyleLbl="revTx" presStyleIdx="0" presStyleCnt="6">
        <dgm:presLayoutVars>
          <dgm:chMax val="0"/>
          <dgm:chPref val="0"/>
        </dgm:presLayoutVars>
      </dgm:prSet>
      <dgm:spPr/>
    </dgm:pt>
    <dgm:pt modelId="{5DAA7D18-71CE-487B-9E86-C59D30676EC2}" type="pres">
      <dgm:prSet presAssocID="{965DF0F5-B081-4595-AD28-B3A73DB1CAC9}" presName="txSpace" presStyleCnt="0"/>
      <dgm:spPr/>
    </dgm:pt>
    <dgm:pt modelId="{24A4B951-FD15-4CF5-B901-4ABC91E1891D}" type="pres">
      <dgm:prSet presAssocID="{965DF0F5-B081-4595-AD28-B3A73DB1CAC9}" presName="desTx" presStyleLbl="revTx" presStyleIdx="1" presStyleCnt="6">
        <dgm:presLayoutVars/>
      </dgm:prSet>
      <dgm:spPr/>
    </dgm:pt>
    <dgm:pt modelId="{4A278968-E91A-4E54-9503-72372EA2C2BB}" type="pres">
      <dgm:prSet presAssocID="{166C9874-61B3-46AA-8613-BD9B799D0C5C}" presName="sibTrans" presStyleCnt="0"/>
      <dgm:spPr/>
    </dgm:pt>
    <dgm:pt modelId="{4AD4AABC-1B90-4534-B16D-035CF80FCCE0}" type="pres">
      <dgm:prSet presAssocID="{F3ED23EE-0092-4C54-976C-E4E9B636DF44}" presName="compNode" presStyleCnt="0"/>
      <dgm:spPr/>
    </dgm:pt>
    <dgm:pt modelId="{A8521912-BF70-41A6-B4EB-DD84B25B62FE}" type="pres">
      <dgm:prSet presAssocID="{F3ED23EE-0092-4C54-976C-E4E9B636DF44}" presName="iconRect" presStyleLbl="node1" presStyleIdx="1" presStyleCnt="3" custLinFactNeighborX="670" custLinFactNeighborY="-269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E172C0-6931-4113-B87B-34BB78F314D6}" type="pres">
      <dgm:prSet presAssocID="{F3ED23EE-0092-4C54-976C-E4E9B636DF44}" presName="iconSpace" presStyleCnt="0"/>
      <dgm:spPr/>
    </dgm:pt>
    <dgm:pt modelId="{9C9A0283-C9DC-4599-9110-45A67CF1BB69}" type="pres">
      <dgm:prSet presAssocID="{F3ED23EE-0092-4C54-976C-E4E9B636DF44}" presName="parTx" presStyleLbl="revTx" presStyleIdx="2" presStyleCnt="6">
        <dgm:presLayoutVars>
          <dgm:chMax val="0"/>
          <dgm:chPref val="0"/>
        </dgm:presLayoutVars>
      </dgm:prSet>
      <dgm:spPr/>
    </dgm:pt>
    <dgm:pt modelId="{8D437E30-7677-4E2B-92D8-61B987C4C1F9}" type="pres">
      <dgm:prSet presAssocID="{F3ED23EE-0092-4C54-976C-E4E9B636DF44}" presName="txSpace" presStyleCnt="0"/>
      <dgm:spPr/>
    </dgm:pt>
    <dgm:pt modelId="{1F91D3CB-F6BF-4FF0-992B-E7F2502B5EC1}" type="pres">
      <dgm:prSet presAssocID="{F3ED23EE-0092-4C54-976C-E4E9B636DF44}" presName="desTx" presStyleLbl="revTx" presStyleIdx="3" presStyleCnt="6">
        <dgm:presLayoutVars/>
      </dgm:prSet>
      <dgm:spPr/>
    </dgm:pt>
    <dgm:pt modelId="{C941A984-46E4-44A8-943A-1B9CE01ECD1E}" type="pres">
      <dgm:prSet presAssocID="{5D50BA4D-B85D-48D8-9A27-E6DD8503D0A8}" presName="sibTrans" presStyleCnt="0"/>
      <dgm:spPr/>
    </dgm:pt>
    <dgm:pt modelId="{0DF27FD7-AA9F-4A6B-8913-8BDE63C9FAA0}" type="pres">
      <dgm:prSet presAssocID="{63C29D0C-9A95-40A1-B5C5-D1704E2C960A}" presName="compNode" presStyleCnt="0"/>
      <dgm:spPr/>
    </dgm:pt>
    <dgm:pt modelId="{BC15A780-7807-4C04-AB7C-AACA1A3F349D}" type="pres">
      <dgm:prSet presAssocID="{63C29D0C-9A95-40A1-B5C5-D1704E2C96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65315387-2936-4AB9-BB4B-AC7BD22A6B7A}" type="pres">
      <dgm:prSet presAssocID="{63C29D0C-9A95-40A1-B5C5-D1704E2C960A}" presName="iconSpace" presStyleCnt="0"/>
      <dgm:spPr/>
    </dgm:pt>
    <dgm:pt modelId="{EFDA9793-5C4D-4CD1-90D1-A8ED9FA7D5CC}" type="pres">
      <dgm:prSet presAssocID="{63C29D0C-9A95-40A1-B5C5-D1704E2C960A}" presName="parTx" presStyleLbl="revTx" presStyleIdx="4" presStyleCnt="6">
        <dgm:presLayoutVars>
          <dgm:chMax val="0"/>
          <dgm:chPref val="0"/>
        </dgm:presLayoutVars>
      </dgm:prSet>
      <dgm:spPr/>
    </dgm:pt>
    <dgm:pt modelId="{1D943FF6-9DF6-495B-8D31-0635B634ED00}" type="pres">
      <dgm:prSet presAssocID="{63C29D0C-9A95-40A1-B5C5-D1704E2C960A}" presName="txSpace" presStyleCnt="0"/>
      <dgm:spPr/>
    </dgm:pt>
    <dgm:pt modelId="{17F75253-2AD2-4EF6-A661-7929264F750A}" type="pres">
      <dgm:prSet presAssocID="{63C29D0C-9A95-40A1-B5C5-D1704E2C960A}" presName="desTx" presStyleLbl="revTx" presStyleIdx="5" presStyleCnt="6" custScaleX="127766" custLinFactNeighborX="-5875" custLinFactNeighborY="20460">
        <dgm:presLayoutVars/>
      </dgm:prSet>
      <dgm:spPr/>
    </dgm:pt>
  </dgm:ptLst>
  <dgm:cxnLst>
    <dgm:cxn modelId="{3C314913-BCCC-44EB-8860-08FD8797A672}" srcId="{2DCCFD17-06A8-45CE-B7CC-F1B30AEF3F8D}" destId="{63C29D0C-9A95-40A1-B5C5-D1704E2C960A}" srcOrd="2" destOrd="0" parTransId="{A4AFFBAC-4421-4985-A00C-D7825C83BBEE}" sibTransId="{B8987EBB-0B07-4356-ABA3-574E94701A01}"/>
    <dgm:cxn modelId="{9EAAFF13-836F-4CEA-BD27-171D928C2454}" srcId="{63C29D0C-9A95-40A1-B5C5-D1704E2C960A}" destId="{6304776B-7DFF-48E1-8A4F-23B40AAD3857}" srcOrd="1" destOrd="0" parTransId="{39A17DA8-94CB-48E0-A919-797A144A0067}" sibTransId="{A4622D1D-F0CB-4558-B781-2A8D630EA6F7}"/>
    <dgm:cxn modelId="{469AEE22-FA4D-4C48-A13F-E067E2240230}" srcId="{965DF0F5-B081-4595-AD28-B3A73DB1CAC9}" destId="{826ECAAA-BF22-41B2-97FE-7567F4984739}" srcOrd="0" destOrd="0" parTransId="{F4DCFA38-6FBC-433B-911C-00867EF9411A}" sibTransId="{F44972C3-FA45-47E7-B91D-FF0C339A37ED}"/>
    <dgm:cxn modelId="{EF0F9226-2AE7-49BA-8AE5-C8BA0C4C9921}" srcId="{F3ED23EE-0092-4C54-976C-E4E9B636DF44}" destId="{C5112D8A-39AA-403C-8AC7-FD38731F6548}" srcOrd="0" destOrd="0" parTransId="{5931FFF1-3F2A-49F5-B70A-8AEFA18B401A}" sibTransId="{FC260859-F88C-4BA4-930C-FF4C18FFA0E0}"/>
    <dgm:cxn modelId="{828C3A34-AB70-4E4A-B9C9-3ACA693C5062}" srcId="{965DF0F5-B081-4595-AD28-B3A73DB1CAC9}" destId="{018AF2DB-6F7E-4329-B4F6-CBBF21D3EB70}" srcOrd="1" destOrd="0" parTransId="{F245E359-36E7-4236-AAB3-799C05BCA430}" sibTransId="{C9AD8B46-A8A2-46B5-A11C-05F5DE1F2507}"/>
    <dgm:cxn modelId="{886C4035-E741-4600-9F21-141AC96B44C7}" type="presOf" srcId="{C09DCA8B-0D3A-4C8F-A4E9-5DD81F86430A}" destId="{24A4B951-FD15-4CF5-B901-4ABC91E1891D}" srcOrd="0" destOrd="2" presId="urn:microsoft.com/office/officeart/2018/5/layout/CenteredIconLabelDescriptionList"/>
    <dgm:cxn modelId="{4F88C93A-11BA-4315-91D5-61835CFEB323}" type="presOf" srcId="{826ECAAA-BF22-41B2-97FE-7567F4984739}" destId="{24A4B951-FD15-4CF5-B901-4ABC91E1891D}" srcOrd="0" destOrd="0" presId="urn:microsoft.com/office/officeart/2018/5/layout/CenteredIconLabelDescriptionList"/>
    <dgm:cxn modelId="{2744FE43-7719-4D1D-A8CA-DC555D2A5F77}" type="presOf" srcId="{D5E7AF6D-97F7-4EBC-B5B3-54DB6D59E0B4}" destId="{17F75253-2AD2-4EF6-A661-7929264F750A}" srcOrd="0" destOrd="3" presId="urn:microsoft.com/office/officeart/2018/5/layout/CenteredIconLabelDescriptionList"/>
    <dgm:cxn modelId="{1FC12266-706A-42B5-96B8-1810F78807D5}" type="presOf" srcId="{2DCCFD17-06A8-45CE-B7CC-F1B30AEF3F8D}" destId="{01963077-E6F6-41BD-B747-5559B07F03C9}" srcOrd="0" destOrd="0" presId="urn:microsoft.com/office/officeart/2018/5/layout/CenteredIconLabelDescriptionList"/>
    <dgm:cxn modelId="{B7022566-959F-4006-BCB2-F358CEA7721D}" srcId="{63C29D0C-9A95-40A1-B5C5-D1704E2C960A}" destId="{5CD6A0F8-53C1-43CF-9DCA-89D33A4FCD22}" srcOrd="2" destOrd="0" parTransId="{936B70B8-74DB-4E8A-8480-89CE128B497A}" sibTransId="{5D1EE3AF-B18B-4B15-9221-DF852D61ECF0}"/>
    <dgm:cxn modelId="{DEBA4E49-59ED-4BF7-AA0F-B860ADCD5059}" srcId="{2DCCFD17-06A8-45CE-B7CC-F1B30AEF3F8D}" destId="{F3ED23EE-0092-4C54-976C-E4E9B636DF44}" srcOrd="1" destOrd="0" parTransId="{F3141CAF-7695-4AF1-AF8F-EB512CA5A074}" sibTransId="{5D50BA4D-B85D-48D8-9A27-E6DD8503D0A8}"/>
    <dgm:cxn modelId="{0AF9AF4E-DE1C-427B-8118-29BACC9444E4}" srcId="{63C29D0C-9A95-40A1-B5C5-D1704E2C960A}" destId="{96A4081E-F7A1-4B12-8A0E-F7110F82FFBC}" srcOrd="0" destOrd="0" parTransId="{7F2B7093-9C43-4C7A-8961-1453EB4B14C9}" sibTransId="{98A0FB14-08CE-4A19-9B29-FA9B3163AB91}"/>
    <dgm:cxn modelId="{E7752D76-E52F-4D32-B5E8-2ABE562B8B33}" type="presOf" srcId="{5CD6A0F8-53C1-43CF-9DCA-89D33A4FCD22}" destId="{17F75253-2AD2-4EF6-A661-7929264F750A}" srcOrd="0" destOrd="2" presId="urn:microsoft.com/office/officeart/2018/5/layout/CenteredIconLabelDescriptionList"/>
    <dgm:cxn modelId="{63103985-2B7C-47EF-97DE-34DB5F93A79A}" srcId="{5CD6A0F8-53C1-43CF-9DCA-89D33A4FCD22}" destId="{D5E7AF6D-97F7-4EBC-B5B3-54DB6D59E0B4}" srcOrd="0" destOrd="0" parTransId="{C8E10F78-36F2-4F71-8AA3-FAC13D72D5AF}" sibTransId="{09DD6176-8EDB-476C-A8F1-6348FE32AD19}"/>
    <dgm:cxn modelId="{39DCD48B-187B-4F5D-B0F3-FA9E2DFDCE44}" srcId="{965DF0F5-B081-4595-AD28-B3A73DB1CAC9}" destId="{C09DCA8B-0D3A-4C8F-A4E9-5DD81F86430A}" srcOrd="2" destOrd="0" parTransId="{42C50687-0B8E-487C-9B15-B64227D8126B}" sibTransId="{B13C3B67-E591-4EA6-85A5-501AA5B511F3}"/>
    <dgm:cxn modelId="{3412BAA9-DB6A-4577-A9DC-5484D2E240C9}" type="presOf" srcId="{63C29D0C-9A95-40A1-B5C5-D1704E2C960A}" destId="{EFDA9793-5C4D-4CD1-90D1-A8ED9FA7D5CC}" srcOrd="0" destOrd="0" presId="urn:microsoft.com/office/officeart/2018/5/layout/CenteredIconLabelDescriptionList"/>
    <dgm:cxn modelId="{B8A099B1-0BE6-421E-8354-037AC5A77BCC}" srcId="{5CD6A0F8-53C1-43CF-9DCA-89D33A4FCD22}" destId="{14E877D9-2508-41A7-828F-5F845D81EB02}" srcOrd="1" destOrd="0" parTransId="{71D4A730-A008-4DC4-BF7A-CCD1971BA8F5}" sibTransId="{1A823615-6AF7-48C1-86ED-0766603EC148}"/>
    <dgm:cxn modelId="{139327B2-5BE1-474C-86E3-75BB20407891}" type="presOf" srcId="{96A4081E-F7A1-4B12-8A0E-F7110F82FFBC}" destId="{17F75253-2AD2-4EF6-A661-7929264F750A}" srcOrd="0" destOrd="0" presId="urn:microsoft.com/office/officeart/2018/5/layout/CenteredIconLabelDescriptionList"/>
    <dgm:cxn modelId="{EC1DAEB2-5C92-40E7-A50A-9BCF768001EA}" type="presOf" srcId="{C5112D8A-39AA-403C-8AC7-FD38731F6548}" destId="{1F91D3CB-F6BF-4FF0-992B-E7F2502B5EC1}" srcOrd="0" destOrd="0" presId="urn:microsoft.com/office/officeart/2018/5/layout/CenteredIconLabelDescriptionList"/>
    <dgm:cxn modelId="{9FCD4CB8-4CFD-4D14-B79E-0F7E956884C7}" type="presOf" srcId="{018AF2DB-6F7E-4329-B4F6-CBBF21D3EB70}" destId="{24A4B951-FD15-4CF5-B901-4ABC91E1891D}" srcOrd="0" destOrd="1" presId="urn:microsoft.com/office/officeart/2018/5/layout/CenteredIconLabelDescriptionList"/>
    <dgm:cxn modelId="{B0BF75B9-B3F0-478A-9D5B-3E6AC6B3ABF3}" type="presOf" srcId="{14E877D9-2508-41A7-828F-5F845D81EB02}" destId="{17F75253-2AD2-4EF6-A661-7929264F750A}" srcOrd="0" destOrd="4" presId="urn:microsoft.com/office/officeart/2018/5/layout/CenteredIconLabelDescriptionList"/>
    <dgm:cxn modelId="{D5FBDEBC-62CE-4A2C-96ED-34725DDC8501}" type="presOf" srcId="{965DF0F5-B081-4595-AD28-B3A73DB1CAC9}" destId="{14AA83AF-731D-41C9-9BA7-079BD2942C19}" srcOrd="0" destOrd="0" presId="urn:microsoft.com/office/officeart/2018/5/layout/CenteredIconLabelDescriptionList"/>
    <dgm:cxn modelId="{9FBE16BF-116A-4C9A-80CE-5456138E2674}" srcId="{2DCCFD17-06A8-45CE-B7CC-F1B30AEF3F8D}" destId="{965DF0F5-B081-4595-AD28-B3A73DB1CAC9}" srcOrd="0" destOrd="0" parTransId="{99517573-9AFE-4442-8FEB-84447E96E30E}" sibTransId="{166C9874-61B3-46AA-8613-BD9B799D0C5C}"/>
    <dgm:cxn modelId="{DB6E5ECC-4440-41B4-BE3A-6209DA7E2119}" type="presOf" srcId="{6304776B-7DFF-48E1-8A4F-23B40AAD3857}" destId="{17F75253-2AD2-4EF6-A661-7929264F750A}" srcOrd="0" destOrd="1" presId="urn:microsoft.com/office/officeart/2018/5/layout/CenteredIconLabelDescriptionList"/>
    <dgm:cxn modelId="{25ED5DD6-349E-4717-8FCE-394E048A3320}" type="presOf" srcId="{279D4666-F99D-4C3A-A93F-56ACF36F3044}" destId="{17F75253-2AD2-4EF6-A661-7929264F750A}" srcOrd="0" destOrd="5" presId="urn:microsoft.com/office/officeart/2018/5/layout/CenteredIconLabelDescriptionList"/>
    <dgm:cxn modelId="{17D9C2E8-386F-4863-BB7D-22BE98D19FBD}" type="presOf" srcId="{F3ED23EE-0092-4C54-976C-E4E9B636DF44}" destId="{9C9A0283-C9DC-4599-9110-45A67CF1BB69}" srcOrd="0" destOrd="0" presId="urn:microsoft.com/office/officeart/2018/5/layout/CenteredIconLabelDescriptionList"/>
    <dgm:cxn modelId="{46B126F5-0D3A-44E6-BA9B-F0170A4D2879}" srcId="{5CD6A0F8-53C1-43CF-9DCA-89D33A4FCD22}" destId="{279D4666-F99D-4C3A-A93F-56ACF36F3044}" srcOrd="2" destOrd="0" parTransId="{8E807A80-34CD-4F2D-8570-E2778FD9CCF0}" sibTransId="{8A651941-4F6D-41C0-98DD-63719441D991}"/>
    <dgm:cxn modelId="{4D3A695A-51BB-46CA-9072-DEDED0EACF43}" type="presParOf" srcId="{01963077-E6F6-41BD-B747-5559B07F03C9}" destId="{F6E66E6D-8F10-43A1-8CA1-EE3E034E3E98}" srcOrd="0" destOrd="0" presId="urn:microsoft.com/office/officeart/2018/5/layout/CenteredIconLabelDescriptionList"/>
    <dgm:cxn modelId="{E56A3D2E-A600-42A1-A760-E7BF7B85FA29}" type="presParOf" srcId="{F6E66E6D-8F10-43A1-8CA1-EE3E034E3E98}" destId="{3AE3D2BC-452C-44E2-BEAE-323A6FAF0149}" srcOrd="0" destOrd="0" presId="urn:microsoft.com/office/officeart/2018/5/layout/CenteredIconLabelDescriptionList"/>
    <dgm:cxn modelId="{2AC78F86-28C7-4C67-9090-DBABE967675C}" type="presParOf" srcId="{F6E66E6D-8F10-43A1-8CA1-EE3E034E3E98}" destId="{B61E76B4-3557-4B5C-B433-C8F58059DC76}" srcOrd="1" destOrd="0" presId="urn:microsoft.com/office/officeart/2018/5/layout/CenteredIconLabelDescriptionList"/>
    <dgm:cxn modelId="{3C4626B0-412D-46AA-A3E6-5E4384FB1E9C}" type="presParOf" srcId="{F6E66E6D-8F10-43A1-8CA1-EE3E034E3E98}" destId="{14AA83AF-731D-41C9-9BA7-079BD2942C19}" srcOrd="2" destOrd="0" presId="urn:microsoft.com/office/officeart/2018/5/layout/CenteredIconLabelDescriptionList"/>
    <dgm:cxn modelId="{8A2145BF-C4FB-47A2-9D28-A4454AECC23C}" type="presParOf" srcId="{F6E66E6D-8F10-43A1-8CA1-EE3E034E3E98}" destId="{5DAA7D18-71CE-487B-9E86-C59D30676EC2}" srcOrd="3" destOrd="0" presId="urn:microsoft.com/office/officeart/2018/5/layout/CenteredIconLabelDescriptionList"/>
    <dgm:cxn modelId="{C2C4520C-8937-4002-84F8-C853D8A59A2E}" type="presParOf" srcId="{F6E66E6D-8F10-43A1-8CA1-EE3E034E3E98}" destId="{24A4B951-FD15-4CF5-B901-4ABC91E1891D}" srcOrd="4" destOrd="0" presId="urn:microsoft.com/office/officeart/2018/5/layout/CenteredIconLabelDescriptionList"/>
    <dgm:cxn modelId="{9C1AD634-89BE-4B2A-B02B-41A2A2C2CD52}" type="presParOf" srcId="{01963077-E6F6-41BD-B747-5559B07F03C9}" destId="{4A278968-E91A-4E54-9503-72372EA2C2BB}" srcOrd="1" destOrd="0" presId="urn:microsoft.com/office/officeart/2018/5/layout/CenteredIconLabelDescriptionList"/>
    <dgm:cxn modelId="{52E8D322-6317-42DD-95C0-8773F1C59FE6}" type="presParOf" srcId="{01963077-E6F6-41BD-B747-5559B07F03C9}" destId="{4AD4AABC-1B90-4534-B16D-035CF80FCCE0}" srcOrd="2" destOrd="0" presId="urn:microsoft.com/office/officeart/2018/5/layout/CenteredIconLabelDescriptionList"/>
    <dgm:cxn modelId="{F1C1CA4E-31D0-40E1-BEF7-46B64681A158}" type="presParOf" srcId="{4AD4AABC-1B90-4534-B16D-035CF80FCCE0}" destId="{A8521912-BF70-41A6-B4EB-DD84B25B62FE}" srcOrd="0" destOrd="0" presId="urn:microsoft.com/office/officeart/2018/5/layout/CenteredIconLabelDescriptionList"/>
    <dgm:cxn modelId="{83D5F26D-C82C-4A4E-921F-9EB4214CE7D2}" type="presParOf" srcId="{4AD4AABC-1B90-4534-B16D-035CF80FCCE0}" destId="{02E172C0-6931-4113-B87B-34BB78F314D6}" srcOrd="1" destOrd="0" presId="urn:microsoft.com/office/officeart/2018/5/layout/CenteredIconLabelDescriptionList"/>
    <dgm:cxn modelId="{CFDB64D9-EB4C-44D0-96BE-61D685D4743B}" type="presParOf" srcId="{4AD4AABC-1B90-4534-B16D-035CF80FCCE0}" destId="{9C9A0283-C9DC-4599-9110-45A67CF1BB69}" srcOrd="2" destOrd="0" presId="urn:microsoft.com/office/officeart/2018/5/layout/CenteredIconLabelDescriptionList"/>
    <dgm:cxn modelId="{61EAB96B-285B-4D1C-8BE3-84025AA76F14}" type="presParOf" srcId="{4AD4AABC-1B90-4534-B16D-035CF80FCCE0}" destId="{8D437E30-7677-4E2B-92D8-61B987C4C1F9}" srcOrd="3" destOrd="0" presId="urn:microsoft.com/office/officeart/2018/5/layout/CenteredIconLabelDescriptionList"/>
    <dgm:cxn modelId="{2F288D2E-CF28-422B-AF99-21E217C5D348}" type="presParOf" srcId="{4AD4AABC-1B90-4534-B16D-035CF80FCCE0}" destId="{1F91D3CB-F6BF-4FF0-992B-E7F2502B5EC1}" srcOrd="4" destOrd="0" presId="urn:microsoft.com/office/officeart/2018/5/layout/CenteredIconLabelDescriptionList"/>
    <dgm:cxn modelId="{E3BE2F9C-333B-43F2-9ED7-B87B6E9627C9}" type="presParOf" srcId="{01963077-E6F6-41BD-B747-5559B07F03C9}" destId="{C941A984-46E4-44A8-943A-1B9CE01ECD1E}" srcOrd="3" destOrd="0" presId="urn:microsoft.com/office/officeart/2018/5/layout/CenteredIconLabelDescriptionList"/>
    <dgm:cxn modelId="{7E1855DB-6239-4D9C-932E-8A42A1FED1E1}" type="presParOf" srcId="{01963077-E6F6-41BD-B747-5559B07F03C9}" destId="{0DF27FD7-AA9F-4A6B-8913-8BDE63C9FAA0}" srcOrd="4" destOrd="0" presId="urn:microsoft.com/office/officeart/2018/5/layout/CenteredIconLabelDescriptionList"/>
    <dgm:cxn modelId="{112C3FF9-3020-456F-91C2-8B0F6454C286}" type="presParOf" srcId="{0DF27FD7-AA9F-4A6B-8913-8BDE63C9FAA0}" destId="{BC15A780-7807-4C04-AB7C-AACA1A3F349D}" srcOrd="0" destOrd="0" presId="urn:microsoft.com/office/officeart/2018/5/layout/CenteredIconLabelDescriptionList"/>
    <dgm:cxn modelId="{34720EFD-3A48-44B8-92CC-CB57C3902A10}" type="presParOf" srcId="{0DF27FD7-AA9F-4A6B-8913-8BDE63C9FAA0}" destId="{65315387-2936-4AB9-BB4B-AC7BD22A6B7A}" srcOrd="1" destOrd="0" presId="urn:microsoft.com/office/officeart/2018/5/layout/CenteredIconLabelDescriptionList"/>
    <dgm:cxn modelId="{56DF0A4C-4A67-4A49-B107-9D7BD989A861}" type="presParOf" srcId="{0DF27FD7-AA9F-4A6B-8913-8BDE63C9FAA0}" destId="{EFDA9793-5C4D-4CD1-90D1-A8ED9FA7D5CC}" srcOrd="2" destOrd="0" presId="urn:microsoft.com/office/officeart/2018/5/layout/CenteredIconLabelDescriptionList"/>
    <dgm:cxn modelId="{B9DCA219-999B-4312-87C0-2B8FCC8C1518}" type="presParOf" srcId="{0DF27FD7-AA9F-4A6B-8913-8BDE63C9FAA0}" destId="{1D943FF6-9DF6-495B-8D31-0635B634ED00}" srcOrd="3" destOrd="0" presId="urn:microsoft.com/office/officeart/2018/5/layout/CenteredIconLabelDescriptionList"/>
    <dgm:cxn modelId="{91A3662B-F9C4-45D9-BF92-6301C87EE364}" type="presParOf" srcId="{0DF27FD7-AA9F-4A6B-8913-8BDE63C9FAA0}" destId="{17F75253-2AD2-4EF6-A661-7929264F750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B052A927-E32D-4AC8-9ADC-AD70DCC8F8A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4291E669-CEE5-4A69-82FC-10850ED259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1"/>
            </a:rPr>
            <a:t>Bitcoin Core</a:t>
          </a:r>
          <a:endParaRPr lang="tr-TR"/>
        </a:p>
      </dgm:t>
    </dgm:pt>
    <dgm:pt modelId="{6A646B4A-BE34-4903-8575-225D36EAE9B0}" type="parTrans" cxnId="{056B260B-E929-466A-B0D8-7F8352514487}">
      <dgm:prSet/>
      <dgm:spPr/>
      <dgm:t>
        <a:bodyPr/>
        <a:lstStyle/>
        <a:p>
          <a:endParaRPr lang="tr-TR"/>
        </a:p>
      </dgm:t>
    </dgm:pt>
    <dgm:pt modelId="{5A0E9365-BDBA-4E43-968F-4954D8FC96AB}" type="sibTrans" cxnId="{056B260B-E929-466A-B0D8-7F8352514487}">
      <dgm:prSet/>
      <dgm:spPr/>
      <dgm:t>
        <a:bodyPr/>
        <a:lstStyle/>
        <a:p>
          <a:endParaRPr lang="tr-TR"/>
        </a:p>
      </dgm:t>
    </dgm:pt>
    <dgm:pt modelId="{27AF8CEA-4429-463B-8D11-013B73E327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reference implementation of bitcoin</a:t>
          </a:r>
          <a:endParaRPr lang="tr-TR" dirty="0"/>
        </a:p>
      </dgm:t>
    </dgm:pt>
    <dgm:pt modelId="{B860F18C-7E99-436C-A72B-F58D928BE86D}" type="parTrans" cxnId="{BB71B1D3-FFB5-4510-A4A7-6172D96B60C0}">
      <dgm:prSet/>
      <dgm:spPr/>
      <dgm:t>
        <a:bodyPr/>
        <a:lstStyle/>
        <a:p>
          <a:endParaRPr lang="tr-TR"/>
        </a:p>
      </dgm:t>
    </dgm:pt>
    <dgm:pt modelId="{B5A1EB4A-4ACB-4557-8DD7-5E2F5A9CCC88}" type="sibTrans" cxnId="{BB71B1D3-FFB5-4510-A4A7-6172D96B60C0}">
      <dgm:prSet/>
      <dgm:spPr/>
      <dgm:t>
        <a:bodyPr/>
        <a:lstStyle/>
        <a:p>
          <a:endParaRPr lang="tr-TR"/>
        </a:p>
      </dgm:t>
    </dgm:pt>
    <dgm:pt modelId="{4238C7D4-49BB-44D2-862A-FCA04722EF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2"/>
            </a:rPr>
            <a:t>libbitcoin</a:t>
          </a:r>
          <a:endParaRPr lang="tr-TR"/>
        </a:p>
      </dgm:t>
    </dgm:pt>
    <dgm:pt modelId="{B0FE0C17-1819-4184-A289-270EE97B8EA2}" type="parTrans" cxnId="{E14F84F3-8601-47D1-9D80-B03CB05A75E9}">
      <dgm:prSet/>
      <dgm:spPr/>
      <dgm:t>
        <a:bodyPr/>
        <a:lstStyle/>
        <a:p>
          <a:endParaRPr lang="tr-TR"/>
        </a:p>
      </dgm:t>
    </dgm:pt>
    <dgm:pt modelId="{BC43F4D0-1575-4C55-9635-8706E4C3C27D}" type="sibTrans" cxnId="{E14F84F3-8601-47D1-9D80-B03CB05A75E9}">
      <dgm:prSet/>
      <dgm:spPr/>
      <dgm:t>
        <a:bodyPr/>
        <a:lstStyle/>
        <a:p>
          <a:endParaRPr lang="tr-TR"/>
        </a:p>
      </dgm:t>
    </dgm:pt>
    <dgm:pt modelId="{D274656F-920C-4C01-B8F2-742E69A496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Cross-platform C++ development toolkit, node, and consensus library</a:t>
          </a:r>
          <a:endParaRPr lang="tr-TR" dirty="0"/>
        </a:p>
      </dgm:t>
    </dgm:pt>
    <dgm:pt modelId="{389131D2-7A4F-4BD6-BCCB-B9682E9A6D1F}" type="parTrans" cxnId="{176741F7-00F9-4AED-BB13-7961D361F59F}">
      <dgm:prSet/>
      <dgm:spPr/>
      <dgm:t>
        <a:bodyPr/>
        <a:lstStyle/>
        <a:p>
          <a:endParaRPr lang="tr-TR"/>
        </a:p>
      </dgm:t>
    </dgm:pt>
    <dgm:pt modelId="{6D7CE02B-FA81-479D-B99C-C3C101E74208}" type="sibTrans" cxnId="{176741F7-00F9-4AED-BB13-7961D361F59F}">
      <dgm:prSet/>
      <dgm:spPr/>
      <dgm:t>
        <a:bodyPr/>
        <a:lstStyle/>
        <a:p>
          <a:endParaRPr lang="tr-TR"/>
        </a:p>
      </dgm:t>
    </dgm:pt>
    <dgm:pt modelId="{043D4535-D4C5-4426-93BE-C7A35C95B5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3"/>
            </a:rPr>
            <a:t>bitcoin explorer</a:t>
          </a:r>
          <a:endParaRPr lang="tr-TR"/>
        </a:p>
      </dgm:t>
    </dgm:pt>
    <dgm:pt modelId="{8E14997B-A8D9-4038-AD89-B6A80E731A59}" type="parTrans" cxnId="{F76BBE32-9530-4DCD-94B3-C18C431E2496}">
      <dgm:prSet/>
      <dgm:spPr/>
      <dgm:t>
        <a:bodyPr/>
        <a:lstStyle/>
        <a:p>
          <a:endParaRPr lang="tr-TR"/>
        </a:p>
      </dgm:t>
    </dgm:pt>
    <dgm:pt modelId="{E5272835-0DEF-4B3E-940B-B587F15A6858}" type="sibTrans" cxnId="{F76BBE32-9530-4DCD-94B3-C18C431E2496}">
      <dgm:prSet/>
      <dgm:spPr/>
      <dgm:t>
        <a:bodyPr/>
        <a:lstStyle/>
        <a:p>
          <a:endParaRPr lang="tr-TR"/>
        </a:p>
      </dgm:t>
    </dgm:pt>
    <dgm:pt modelId="{960F8C08-C952-405D-B66B-6ED10686287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Libbitcoin’s command-line tool</a:t>
          </a:r>
        </a:p>
      </dgm:t>
    </dgm:pt>
    <dgm:pt modelId="{1A695A5E-6841-402D-B573-A018ABB8DE8A}" type="parTrans" cxnId="{A545746D-C787-4BA5-9018-CDE3B7A42CA4}">
      <dgm:prSet/>
      <dgm:spPr/>
      <dgm:t>
        <a:bodyPr/>
        <a:lstStyle/>
        <a:p>
          <a:endParaRPr lang="tr-TR"/>
        </a:p>
      </dgm:t>
    </dgm:pt>
    <dgm:pt modelId="{B3FAA314-82F7-4DFE-A6B9-514E2CF11613}" type="sibTrans" cxnId="{A545746D-C787-4BA5-9018-CDE3B7A42CA4}">
      <dgm:prSet/>
      <dgm:spPr/>
      <dgm:t>
        <a:bodyPr/>
        <a:lstStyle/>
        <a:p>
          <a:endParaRPr lang="tr-TR"/>
        </a:p>
      </dgm:t>
    </dgm:pt>
    <dgm:pt modelId="{BD6A1D86-156C-4E71-A6C8-729E7B5923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4"/>
            </a:rPr>
            <a:t>picocoin</a:t>
          </a:r>
          <a:endParaRPr lang="tr-TR"/>
        </a:p>
      </dgm:t>
    </dgm:pt>
    <dgm:pt modelId="{8D372FD4-7BEA-4ED1-B14D-FD7D0B899064}" type="parTrans" cxnId="{F9655C43-DCCF-4110-9BF5-97DA95B24369}">
      <dgm:prSet/>
      <dgm:spPr/>
      <dgm:t>
        <a:bodyPr/>
        <a:lstStyle/>
        <a:p>
          <a:endParaRPr lang="tr-TR"/>
        </a:p>
      </dgm:t>
    </dgm:pt>
    <dgm:pt modelId="{0746B72B-5FC0-4374-8174-28C5989F695F}" type="sibTrans" cxnId="{F9655C43-DCCF-4110-9BF5-97DA95B24369}">
      <dgm:prSet/>
      <dgm:spPr/>
      <dgm:t>
        <a:bodyPr/>
        <a:lstStyle/>
        <a:p>
          <a:endParaRPr lang="tr-TR"/>
        </a:p>
      </dgm:t>
    </dgm:pt>
    <dgm:pt modelId="{A11C8B39-ABB6-4A0B-B3E6-EBD5272A13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 language lightweight client library for bitcoin by Jeff </a:t>
          </a:r>
          <a:r>
            <a:rPr lang="en-US" dirty="0" err="1"/>
            <a:t>Garzik</a:t>
          </a:r>
          <a:endParaRPr lang="tr-TR" dirty="0"/>
        </a:p>
      </dgm:t>
    </dgm:pt>
    <dgm:pt modelId="{1DED2EC3-C5DE-45D0-A64F-5A12F12127E5}" type="parTrans" cxnId="{3F040C22-FC9E-48BB-86E2-F8806C862685}">
      <dgm:prSet/>
      <dgm:spPr/>
      <dgm:t>
        <a:bodyPr/>
        <a:lstStyle/>
        <a:p>
          <a:endParaRPr lang="tr-TR"/>
        </a:p>
      </dgm:t>
    </dgm:pt>
    <dgm:pt modelId="{25B2D041-DAB5-49C2-A0DB-FC5658B88E42}" type="sibTrans" cxnId="{3F040C22-FC9E-48BB-86E2-F8806C862685}">
      <dgm:prSet/>
      <dgm:spPr/>
      <dgm:t>
        <a:bodyPr/>
        <a:lstStyle/>
        <a:p>
          <a:endParaRPr lang="tr-TR"/>
        </a:p>
      </dgm:t>
    </dgm:pt>
    <dgm:pt modelId="{65850733-0CF2-42E4-A3DA-5D9EBCE967C9}" type="pres">
      <dgm:prSet presAssocID="{B052A927-E32D-4AC8-9ADC-AD70DCC8F8AC}" presName="root" presStyleCnt="0">
        <dgm:presLayoutVars>
          <dgm:dir/>
          <dgm:resizeHandles val="exact"/>
        </dgm:presLayoutVars>
      </dgm:prSet>
      <dgm:spPr/>
    </dgm:pt>
    <dgm:pt modelId="{BF04CEE7-3763-45BF-AA00-AFD0B8ED67F0}" type="pres">
      <dgm:prSet presAssocID="{4291E669-CEE5-4A69-82FC-10850ED25930}" presName="compNode" presStyleCnt="0"/>
      <dgm:spPr/>
    </dgm:pt>
    <dgm:pt modelId="{9BF42529-4373-4BAD-9F62-DD97E6B1613D}" type="pres">
      <dgm:prSet presAssocID="{4291E669-CEE5-4A69-82FC-10850ED25930}" presName="iconRect" presStyleLbl="node1" presStyleIdx="0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EAC50C5-6AE9-406A-AAA6-837C913460C9}" type="pres">
      <dgm:prSet presAssocID="{4291E669-CEE5-4A69-82FC-10850ED25930}" presName="iconSpace" presStyleCnt="0"/>
      <dgm:spPr/>
    </dgm:pt>
    <dgm:pt modelId="{513F4FC3-4287-457F-8148-C8922E1F0939}" type="pres">
      <dgm:prSet presAssocID="{4291E669-CEE5-4A69-82FC-10850ED25930}" presName="parTx" presStyleLbl="revTx" presStyleIdx="0" presStyleCnt="8">
        <dgm:presLayoutVars>
          <dgm:chMax val="0"/>
          <dgm:chPref val="0"/>
        </dgm:presLayoutVars>
      </dgm:prSet>
      <dgm:spPr/>
    </dgm:pt>
    <dgm:pt modelId="{8F55EA61-6A75-4138-B0A2-E4CF9006A13E}" type="pres">
      <dgm:prSet presAssocID="{4291E669-CEE5-4A69-82FC-10850ED25930}" presName="txSpace" presStyleCnt="0"/>
      <dgm:spPr/>
    </dgm:pt>
    <dgm:pt modelId="{C62D7384-564E-4CA9-84B4-9F2AEA7A14B6}" type="pres">
      <dgm:prSet presAssocID="{4291E669-CEE5-4A69-82FC-10850ED25930}" presName="desTx" presStyleLbl="revTx" presStyleIdx="1" presStyleCnt="8">
        <dgm:presLayoutVars/>
      </dgm:prSet>
      <dgm:spPr/>
    </dgm:pt>
    <dgm:pt modelId="{EC76A388-FBE4-4A1A-9061-4DB312BE721B}" type="pres">
      <dgm:prSet presAssocID="{5A0E9365-BDBA-4E43-968F-4954D8FC96AB}" presName="sibTrans" presStyleCnt="0"/>
      <dgm:spPr/>
    </dgm:pt>
    <dgm:pt modelId="{28E2E3B5-A969-484C-8471-A08583055F2D}" type="pres">
      <dgm:prSet presAssocID="{4238C7D4-49BB-44D2-862A-FCA04722EFDC}" presName="compNode" presStyleCnt="0"/>
      <dgm:spPr/>
    </dgm:pt>
    <dgm:pt modelId="{A9478769-CC1F-4455-8145-C393635DE4DA}" type="pres">
      <dgm:prSet presAssocID="{4238C7D4-49BB-44D2-862A-FCA04722EFDC}" presName="iconRect" presStyleLbl="node1" presStyleIdx="1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67BAB70-3E45-4A0B-8F50-3DBF464BCF8E}" type="pres">
      <dgm:prSet presAssocID="{4238C7D4-49BB-44D2-862A-FCA04722EFDC}" presName="iconSpace" presStyleCnt="0"/>
      <dgm:spPr/>
    </dgm:pt>
    <dgm:pt modelId="{AD898F34-737F-4198-8D3C-30BA5DF0361F}" type="pres">
      <dgm:prSet presAssocID="{4238C7D4-49BB-44D2-862A-FCA04722EFDC}" presName="parTx" presStyleLbl="revTx" presStyleIdx="2" presStyleCnt="8">
        <dgm:presLayoutVars>
          <dgm:chMax val="0"/>
          <dgm:chPref val="0"/>
        </dgm:presLayoutVars>
      </dgm:prSet>
      <dgm:spPr/>
    </dgm:pt>
    <dgm:pt modelId="{CD749C9F-9FF2-40A3-8EEE-48D36C662DF5}" type="pres">
      <dgm:prSet presAssocID="{4238C7D4-49BB-44D2-862A-FCA04722EFDC}" presName="txSpace" presStyleCnt="0"/>
      <dgm:spPr/>
    </dgm:pt>
    <dgm:pt modelId="{CBDED50A-CA0A-4E20-B8C5-0BE5CEC6E9C8}" type="pres">
      <dgm:prSet presAssocID="{4238C7D4-49BB-44D2-862A-FCA04722EFDC}" presName="desTx" presStyleLbl="revTx" presStyleIdx="3" presStyleCnt="8">
        <dgm:presLayoutVars/>
      </dgm:prSet>
      <dgm:spPr/>
    </dgm:pt>
    <dgm:pt modelId="{C760686A-2EF9-4C30-B262-18C731A99AFC}" type="pres">
      <dgm:prSet presAssocID="{BC43F4D0-1575-4C55-9635-8706E4C3C27D}" presName="sibTrans" presStyleCnt="0"/>
      <dgm:spPr/>
    </dgm:pt>
    <dgm:pt modelId="{5BF02517-0830-44AF-8DD1-6AB1B11A1FCC}" type="pres">
      <dgm:prSet presAssocID="{043D4535-D4C5-4426-93BE-C7A35C95B529}" presName="compNode" presStyleCnt="0"/>
      <dgm:spPr/>
    </dgm:pt>
    <dgm:pt modelId="{772BC5F0-0C95-4A3A-BE66-C91C3FC5CF13}" type="pres">
      <dgm:prSet presAssocID="{043D4535-D4C5-4426-93BE-C7A35C95B529}" presName="iconRect" presStyleLbl="node1" presStyleIdx="2" presStyleCnt="4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568E632E-8712-4E49-90C2-E762BC936241}" type="pres">
      <dgm:prSet presAssocID="{043D4535-D4C5-4426-93BE-C7A35C95B529}" presName="iconSpace" presStyleCnt="0"/>
      <dgm:spPr/>
    </dgm:pt>
    <dgm:pt modelId="{6C0EBF91-7F39-44ED-A4BE-A48003D0B54E}" type="pres">
      <dgm:prSet presAssocID="{043D4535-D4C5-4426-93BE-C7A35C95B529}" presName="parTx" presStyleLbl="revTx" presStyleIdx="4" presStyleCnt="8">
        <dgm:presLayoutVars>
          <dgm:chMax val="0"/>
          <dgm:chPref val="0"/>
        </dgm:presLayoutVars>
      </dgm:prSet>
      <dgm:spPr/>
    </dgm:pt>
    <dgm:pt modelId="{CA7848E5-C485-41B6-A0F3-DC10DAA1DF80}" type="pres">
      <dgm:prSet presAssocID="{043D4535-D4C5-4426-93BE-C7A35C95B529}" presName="txSpace" presStyleCnt="0"/>
      <dgm:spPr/>
    </dgm:pt>
    <dgm:pt modelId="{C590FD08-A384-4C2C-AD66-254A7E356775}" type="pres">
      <dgm:prSet presAssocID="{043D4535-D4C5-4426-93BE-C7A35C95B529}" presName="desTx" presStyleLbl="revTx" presStyleIdx="5" presStyleCnt="8">
        <dgm:presLayoutVars/>
      </dgm:prSet>
      <dgm:spPr/>
    </dgm:pt>
    <dgm:pt modelId="{15111F2B-445E-4B31-B3EE-C0A4CEC1D15D}" type="pres">
      <dgm:prSet presAssocID="{E5272835-0DEF-4B3E-940B-B587F15A6858}" presName="sibTrans" presStyleCnt="0"/>
      <dgm:spPr/>
    </dgm:pt>
    <dgm:pt modelId="{D5CAFA47-A817-4234-9E7A-13E36D852A9D}" type="pres">
      <dgm:prSet presAssocID="{BD6A1D86-156C-4E71-A6C8-729E7B59232C}" presName="compNode" presStyleCnt="0"/>
      <dgm:spPr/>
    </dgm:pt>
    <dgm:pt modelId="{77B89AAB-D4BA-4EE7-A01D-8AE9D811EB4B}" type="pres">
      <dgm:prSet presAssocID="{BD6A1D86-156C-4E71-A6C8-729E7B59232C}" presName="iconRect" presStyleLbl="node1" presStyleIdx="3" presStyleCnt="4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uencer"/>
        </a:ext>
      </dgm:extLst>
    </dgm:pt>
    <dgm:pt modelId="{848B6D3D-2697-4179-BDE1-081D27315E7D}" type="pres">
      <dgm:prSet presAssocID="{BD6A1D86-156C-4E71-A6C8-729E7B59232C}" presName="iconSpace" presStyleCnt="0"/>
      <dgm:spPr/>
    </dgm:pt>
    <dgm:pt modelId="{60931EE6-34F7-48B5-A07F-507BCD14A096}" type="pres">
      <dgm:prSet presAssocID="{BD6A1D86-156C-4E71-A6C8-729E7B59232C}" presName="parTx" presStyleLbl="revTx" presStyleIdx="6" presStyleCnt="8">
        <dgm:presLayoutVars>
          <dgm:chMax val="0"/>
          <dgm:chPref val="0"/>
        </dgm:presLayoutVars>
      </dgm:prSet>
      <dgm:spPr/>
    </dgm:pt>
    <dgm:pt modelId="{B8CDB632-039B-40A7-85BC-4F0C2889DF97}" type="pres">
      <dgm:prSet presAssocID="{BD6A1D86-156C-4E71-A6C8-729E7B59232C}" presName="txSpace" presStyleCnt="0"/>
      <dgm:spPr/>
    </dgm:pt>
    <dgm:pt modelId="{42624934-3FDD-4100-92DD-12A7E6886D1F}" type="pres">
      <dgm:prSet presAssocID="{BD6A1D86-156C-4E71-A6C8-729E7B59232C}" presName="desTx" presStyleLbl="revTx" presStyleIdx="7" presStyleCnt="8">
        <dgm:presLayoutVars/>
      </dgm:prSet>
      <dgm:spPr/>
    </dgm:pt>
  </dgm:ptLst>
  <dgm:cxnLst>
    <dgm:cxn modelId="{B3377A05-744A-412B-85EE-8C985059A420}" type="presOf" srcId="{043D4535-D4C5-4426-93BE-C7A35C95B529}" destId="{6C0EBF91-7F39-44ED-A4BE-A48003D0B54E}" srcOrd="0" destOrd="0" presId="urn:microsoft.com/office/officeart/2018/5/layout/CenteredIconLabelDescriptionList"/>
    <dgm:cxn modelId="{056B260B-E929-466A-B0D8-7F8352514487}" srcId="{B052A927-E32D-4AC8-9ADC-AD70DCC8F8AC}" destId="{4291E669-CEE5-4A69-82FC-10850ED25930}" srcOrd="0" destOrd="0" parTransId="{6A646B4A-BE34-4903-8575-225D36EAE9B0}" sibTransId="{5A0E9365-BDBA-4E43-968F-4954D8FC96AB}"/>
    <dgm:cxn modelId="{3F2EA912-506A-484A-92E3-DB2AB86EB8B2}" type="presOf" srcId="{4238C7D4-49BB-44D2-862A-FCA04722EFDC}" destId="{AD898F34-737F-4198-8D3C-30BA5DF0361F}" srcOrd="0" destOrd="0" presId="urn:microsoft.com/office/officeart/2018/5/layout/CenteredIconLabelDescriptionList"/>
    <dgm:cxn modelId="{3F040C22-FC9E-48BB-86E2-F8806C862685}" srcId="{BD6A1D86-156C-4E71-A6C8-729E7B59232C}" destId="{A11C8B39-ABB6-4A0B-B3E6-EBD5272A13B7}" srcOrd="0" destOrd="0" parTransId="{1DED2EC3-C5DE-45D0-A64F-5A12F12127E5}" sibTransId="{25B2D041-DAB5-49C2-A0DB-FC5658B88E42}"/>
    <dgm:cxn modelId="{F76BBE32-9530-4DCD-94B3-C18C431E2496}" srcId="{B052A927-E32D-4AC8-9ADC-AD70DCC8F8AC}" destId="{043D4535-D4C5-4426-93BE-C7A35C95B529}" srcOrd="2" destOrd="0" parTransId="{8E14997B-A8D9-4038-AD89-B6A80E731A59}" sibTransId="{E5272835-0DEF-4B3E-940B-B587F15A6858}"/>
    <dgm:cxn modelId="{F9655C43-DCCF-4110-9BF5-97DA95B24369}" srcId="{B052A927-E32D-4AC8-9ADC-AD70DCC8F8AC}" destId="{BD6A1D86-156C-4E71-A6C8-729E7B59232C}" srcOrd="3" destOrd="0" parTransId="{8D372FD4-7BEA-4ED1-B14D-FD7D0B899064}" sibTransId="{0746B72B-5FC0-4374-8174-28C5989F695F}"/>
    <dgm:cxn modelId="{84AECD46-B7FF-444F-AE3B-98F2EDCE99AA}" type="presOf" srcId="{D274656F-920C-4C01-B8F2-742E69A49686}" destId="{CBDED50A-CA0A-4E20-B8C5-0BE5CEC6E9C8}" srcOrd="0" destOrd="0" presId="urn:microsoft.com/office/officeart/2018/5/layout/CenteredIconLabelDescriptionList"/>
    <dgm:cxn modelId="{B147574B-717F-4B02-A2A0-FDB6B40F59D7}" type="presOf" srcId="{A11C8B39-ABB6-4A0B-B3E6-EBD5272A13B7}" destId="{42624934-3FDD-4100-92DD-12A7E6886D1F}" srcOrd="0" destOrd="0" presId="urn:microsoft.com/office/officeart/2018/5/layout/CenteredIconLabelDescriptionList"/>
    <dgm:cxn modelId="{A545746D-C787-4BA5-9018-CDE3B7A42CA4}" srcId="{043D4535-D4C5-4426-93BE-C7A35C95B529}" destId="{960F8C08-C952-405D-B66B-6ED106862878}" srcOrd="0" destOrd="0" parTransId="{1A695A5E-6841-402D-B573-A018ABB8DE8A}" sibTransId="{B3FAA314-82F7-4DFE-A6B9-514E2CF11613}"/>
    <dgm:cxn modelId="{A7808558-A4DD-4550-B6A1-F2508E7424B0}" type="presOf" srcId="{B052A927-E32D-4AC8-9ADC-AD70DCC8F8AC}" destId="{65850733-0CF2-42E4-A3DA-5D9EBCE967C9}" srcOrd="0" destOrd="0" presId="urn:microsoft.com/office/officeart/2018/5/layout/CenteredIconLabelDescriptionList"/>
    <dgm:cxn modelId="{6CE3D49C-C5D9-4242-BA77-D5CC16C83024}" type="presOf" srcId="{4291E669-CEE5-4A69-82FC-10850ED25930}" destId="{513F4FC3-4287-457F-8148-C8922E1F0939}" srcOrd="0" destOrd="0" presId="urn:microsoft.com/office/officeart/2018/5/layout/CenteredIconLabelDescriptionList"/>
    <dgm:cxn modelId="{66B9C7AF-AA1D-43BA-9A82-8AFADA085024}" type="presOf" srcId="{BD6A1D86-156C-4E71-A6C8-729E7B59232C}" destId="{60931EE6-34F7-48B5-A07F-507BCD14A096}" srcOrd="0" destOrd="0" presId="urn:microsoft.com/office/officeart/2018/5/layout/CenteredIconLabelDescriptionList"/>
    <dgm:cxn modelId="{ECA4A9B3-FC89-48CD-9867-3C69BDDF5F47}" type="presOf" srcId="{27AF8CEA-4429-463B-8D11-013B73E3271B}" destId="{C62D7384-564E-4CA9-84B4-9F2AEA7A14B6}" srcOrd="0" destOrd="0" presId="urn:microsoft.com/office/officeart/2018/5/layout/CenteredIconLabelDescriptionList"/>
    <dgm:cxn modelId="{802763B5-EF77-4E83-B211-BAED24575499}" type="presOf" srcId="{960F8C08-C952-405D-B66B-6ED106862878}" destId="{C590FD08-A384-4C2C-AD66-254A7E356775}" srcOrd="0" destOrd="0" presId="urn:microsoft.com/office/officeart/2018/5/layout/CenteredIconLabelDescriptionList"/>
    <dgm:cxn modelId="{BB71B1D3-FFB5-4510-A4A7-6172D96B60C0}" srcId="{4291E669-CEE5-4A69-82FC-10850ED25930}" destId="{27AF8CEA-4429-463B-8D11-013B73E3271B}" srcOrd="0" destOrd="0" parTransId="{B860F18C-7E99-436C-A72B-F58D928BE86D}" sibTransId="{B5A1EB4A-4ACB-4557-8DD7-5E2F5A9CCC88}"/>
    <dgm:cxn modelId="{E14F84F3-8601-47D1-9D80-B03CB05A75E9}" srcId="{B052A927-E32D-4AC8-9ADC-AD70DCC8F8AC}" destId="{4238C7D4-49BB-44D2-862A-FCA04722EFDC}" srcOrd="1" destOrd="0" parTransId="{B0FE0C17-1819-4184-A289-270EE97B8EA2}" sibTransId="{BC43F4D0-1575-4C55-9635-8706E4C3C27D}"/>
    <dgm:cxn modelId="{176741F7-00F9-4AED-BB13-7961D361F59F}" srcId="{4238C7D4-49BB-44D2-862A-FCA04722EFDC}" destId="{D274656F-920C-4C01-B8F2-742E69A49686}" srcOrd="0" destOrd="0" parTransId="{389131D2-7A4F-4BD6-BCCB-B9682E9A6D1F}" sibTransId="{6D7CE02B-FA81-479D-B99C-C3C101E74208}"/>
    <dgm:cxn modelId="{29AF9AB9-C001-4308-B206-1F1454B201BC}" type="presParOf" srcId="{65850733-0CF2-42E4-A3DA-5D9EBCE967C9}" destId="{BF04CEE7-3763-45BF-AA00-AFD0B8ED67F0}" srcOrd="0" destOrd="0" presId="urn:microsoft.com/office/officeart/2018/5/layout/CenteredIconLabelDescriptionList"/>
    <dgm:cxn modelId="{65FB3A7E-DD75-47EA-93C4-BADE552FB64B}" type="presParOf" srcId="{BF04CEE7-3763-45BF-AA00-AFD0B8ED67F0}" destId="{9BF42529-4373-4BAD-9F62-DD97E6B1613D}" srcOrd="0" destOrd="0" presId="urn:microsoft.com/office/officeart/2018/5/layout/CenteredIconLabelDescriptionList"/>
    <dgm:cxn modelId="{086AD9BC-B120-489B-9123-B3C65FA71E80}" type="presParOf" srcId="{BF04CEE7-3763-45BF-AA00-AFD0B8ED67F0}" destId="{FEAC50C5-6AE9-406A-AAA6-837C913460C9}" srcOrd="1" destOrd="0" presId="urn:microsoft.com/office/officeart/2018/5/layout/CenteredIconLabelDescriptionList"/>
    <dgm:cxn modelId="{EE787A5F-9CEA-4699-A71A-41C7C5095FF9}" type="presParOf" srcId="{BF04CEE7-3763-45BF-AA00-AFD0B8ED67F0}" destId="{513F4FC3-4287-457F-8148-C8922E1F0939}" srcOrd="2" destOrd="0" presId="urn:microsoft.com/office/officeart/2018/5/layout/CenteredIconLabelDescriptionList"/>
    <dgm:cxn modelId="{BEBFC6F2-91FC-467B-838F-76192948234F}" type="presParOf" srcId="{BF04CEE7-3763-45BF-AA00-AFD0B8ED67F0}" destId="{8F55EA61-6A75-4138-B0A2-E4CF9006A13E}" srcOrd="3" destOrd="0" presId="urn:microsoft.com/office/officeart/2018/5/layout/CenteredIconLabelDescriptionList"/>
    <dgm:cxn modelId="{FFC61886-7BA0-469B-A566-02547160F36A}" type="presParOf" srcId="{BF04CEE7-3763-45BF-AA00-AFD0B8ED67F0}" destId="{C62D7384-564E-4CA9-84B4-9F2AEA7A14B6}" srcOrd="4" destOrd="0" presId="urn:microsoft.com/office/officeart/2018/5/layout/CenteredIconLabelDescriptionList"/>
    <dgm:cxn modelId="{47C9B5FE-19D3-4D7A-9C2A-311AA6B82F2C}" type="presParOf" srcId="{65850733-0CF2-42E4-A3DA-5D9EBCE967C9}" destId="{EC76A388-FBE4-4A1A-9061-4DB312BE721B}" srcOrd="1" destOrd="0" presId="urn:microsoft.com/office/officeart/2018/5/layout/CenteredIconLabelDescriptionList"/>
    <dgm:cxn modelId="{732B14E7-2C44-4CC5-9213-1E2D16BDB38A}" type="presParOf" srcId="{65850733-0CF2-42E4-A3DA-5D9EBCE967C9}" destId="{28E2E3B5-A969-484C-8471-A08583055F2D}" srcOrd="2" destOrd="0" presId="urn:microsoft.com/office/officeart/2018/5/layout/CenteredIconLabelDescriptionList"/>
    <dgm:cxn modelId="{E9A828D0-B0D2-46FE-851F-485AD3B0CD5B}" type="presParOf" srcId="{28E2E3B5-A969-484C-8471-A08583055F2D}" destId="{A9478769-CC1F-4455-8145-C393635DE4DA}" srcOrd="0" destOrd="0" presId="urn:microsoft.com/office/officeart/2018/5/layout/CenteredIconLabelDescriptionList"/>
    <dgm:cxn modelId="{E483EC6B-1EF3-4BEB-B4C4-AE036F89E91A}" type="presParOf" srcId="{28E2E3B5-A969-484C-8471-A08583055F2D}" destId="{167BAB70-3E45-4A0B-8F50-3DBF464BCF8E}" srcOrd="1" destOrd="0" presId="urn:microsoft.com/office/officeart/2018/5/layout/CenteredIconLabelDescriptionList"/>
    <dgm:cxn modelId="{FA714CC8-51D5-4C5E-ABF7-59C423690E78}" type="presParOf" srcId="{28E2E3B5-A969-484C-8471-A08583055F2D}" destId="{AD898F34-737F-4198-8D3C-30BA5DF0361F}" srcOrd="2" destOrd="0" presId="urn:microsoft.com/office/officeart/2018/5/layout/CenteredIconLabelDescriptionList"/>
    <dgm:cxn modelId="{4B6125CB-981D-4FBF-ADB7-6AA40F7F227F}" type="presParOf" srcId="{28E2E3B5-A969-484C-8471-A08583055F2D}" destId="{CD749C9F-9FF2-40A3-8EEE-48D36C662DF5}" srcOrd="3" destOrd="0" presId="urn:microsoft.com/office/officeart/2018/5/layout/CenteredIconLabelDescriptionList"/>
    <dgm:cxn modelId="{14ECA721-6EBE-438C-94FF-3284390980B4}" type="presParOf" srcId="{28E2E3B5-A969-484C-8471-A08583055F2D}" destId="{CBDED50A-CA0A-4E20-B8C5-0BE5CEC6E9C8}" srcOrd="4" destOrd="0" presId="urn:microsoft.com/office/officeart/2018/5/layout/CenteredIconLabelDescriptionList"/>
    <dgm:cxn modelId="{FA695042-9BEA-4A38-8B81-12708712E570}" type="presParOf" srcId="{65850733-0CF2-42E4-A3DA-5D9EBCE967C9}" destId="{C760686A-2EF9-4C30-B262-18C731A99AFC}" srcOrd="3" destOrd="0" presId="urn:microsoft.com/office/officeart/2018/5/layout/CenteredIconLabelDescriptionList"/>
    <dgm:cxn modelId="{165AF7AC-1F45-49DD-AC15-5C5D57AA81C5}" type="presParOf" srcId="{65850733-0CF2-42E4-A3DA-5D9EBCE967C9}" destId="{5BF02517-0830-44AF-8DD1-6AB1B11A1FCC}" srcOrd="4" destOrd="0" presId="urn:microsoft.com/office/officeart/2018/5/layout/CenteredIconLabelDescriptionList"/>
    <dgm:cxn modelId="{3446B057-CA11-482C-AABD-AE6145B94D16}" type="presParOf" srcId="{5BF02517-0830-44AF-8DD1-6AB1B11A1FCC}" destId="{772BC5F0-0C95-4A3A-BE66-C91C3FC5CF13}" srcOrd="0" destOrd="0" presId="urn:microsoft.com/office/officeart/2018/5/layout/CenteredIconLabelDescriptionList"/>
    <dgm:cxn modelId="{EB1C08FD-E19A-4FC5-8DB4-F3FE1D8DE7DB}" type="presParOf" srcId="{5BF02517-0830-44AF-8DD1-6AB1B11A1FCC}" destId="{568E632E-8712-4E49-90C2-E762BC936241}" srcOrd="1" destOrd="0" presId="urn:microsoft.com/office/officeart/2018/5/layout/CenteredIconLabelDescriptionList"/>
    <dgm:cxn modelId="{35723762-F1A0-4254-A5A4-E306EE23B267}" type="presParOf" srcId="{5BF02517-0830-44AF-8DD1-6AB1B11A1FCC}" destId="{6C0EBF91-7F39-44ED-A4BE-A48003D0B54E}" srcOrd="2" destOrd="0" presId="urn:microsoft.com/office/officeart/2018/5/layout/CenteredIconLabelDescriptionList"/>
    <dgm:cxn modelId="{DAEE5D4A-6A8A-46A2-9E0C-49D7D2662123}" type="presParOf" srcId="{5BF02517-0830-44AF-8DD1-6AB1B11A1FCC}" destId="{CA7848E5-C485-41B6-A0F3-DC10DAA1DF80}" srcOrd="3" destOrd="0" presId="urn:microsoft.com/office/officeart/2018/5/layout/CenteredIconLabelDescriptionList"/>
    <dgm:cxn modelId="{62391ADB-135D-4AFF-8F7E-968FA9A51DAE}" type="presParOf" srcId="{5BF02517-0830-44AF-8DD1-6AB1B11A1FCC}" destId="{C590FD08-A384-4C2C-AD66-254A7E356775}" srcOrd="4" destOrd="0" presId="urn:microsoft.com/office/officeart/2018/5/layout/CenteredIconLabelDescriptionList"/>
    <dgm:cxn modelId="{2FA2C996-D6F2-47DD-998D-C8090FD6A899}" type="presParOf" srcId="{65850733-0CF2-42E4-A3DA-5D9EBCE967C9}" destId="{15111F2B-445E-4B31-B3EE-C0A4CEC1D15D}" srcOrd="5" destOrd="0" presId="urn:microsoft.com/office/officeart/2018/5/layout/CenteredIconLabelDescriptionList"/>
    <dgm:cxn modelId="{412B3C6A-E115-4D77-92E5-C6DBDBF85BFC}" type="presParOf" srcId="{65850733-0CF2-42E4-A3DA-5D9EBCE967C9}" destId="{D5CAFA47-A817-4234-9E7A-13E36D852A9D}" srcOrd="6" destOrd="0" presId="urn:microsoft.com/office/officeart/2018/5/layout/CenteredIconLabelDescriptionList"/>
    <dgm:cxn modelId="{7A62F12E-7370-45E6-A76A-4D0A631C5DEA}" type="presParOf" srcId="{D5CAFA47-A817-4234-9E7A-13E36D852A9D}" destId="{77B89AAB-D4BA-4EE7-A01D-8AE9D811EB4B}" srcOrd="0" destOrd="0" presId="urn:microsoft.com/office/officeart/2018/5/layout/CenteredIconLabelDescriptionList"/>
    <dgm:cxn modelId="{D649385E-BB0B-4793-B086-C171770C5A02}" type="presParOf" srcId="{D5CAFA47-A817-4234-9E7A-13E36D852A9D}" destId="{848B6D3D-2697-4179-BDE1-081D27315E7D}" srcOrd="1" destOrd="0" presId="urn:microsoft.com/office/officeart/2018/5/layout/CenteredIconLabelDescriptionList"/>
    <dgm:cxn modelId="{BBDC4B63-D72B-45FC-B48A-EDA2BF46F50C}" type="presParOf" srcId="{D5CAFA47-A817-4234-9E7A-13E36D852A9D}" destId="{60931EE6-34F7-48B5-A07F-507BCD14A096}" srcOrd="2" destOrd="0" presId="urn:microsoft.com/office/officeart/2018/5/layout/CenteredIconLabelDescriptionList"/>
    <dgm:cxn modelId="{F1F8F1E8-8918-4614-899F-DC4226016E98}" type="presParOf" srcId="{D5CAFA47-A817-4234-9E7A-13E36D852A9D}" destId="{B8CDB632-039B-40A7-85BC-4F0C2889DF97}" srcOrd="3" destOrd="0" presId="urn:microsoft.com/office/officeart/2018/5/layout/CenteredIconLabelDescriptionList"/>
    <dgm:cxn modelId="{A0359C6F-7F9D-4FAE-B4EC-9ABF80260184}" type="presParOf" srcId="{D5CAFA47-A817-4234-9E7A-13E36D852A9D}" destId="{42624934-3FDD-4100-92DD-12A7E6886D1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C55F749-22AC-46F3-A2EB-4F60AFE9020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7DC778F9-95E6-48BC-8DC6-260624EC39D1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bcoin</a:t>
          </a:r>
          <a:endParaRPr lang="tr-TR"/>
        </a:p>
      </dgm:t>
    </dgm:pt>
    <dgm:pt modelId="{37924BEC-0579-4794-BEDC-A4EFB74CEA3E}" type="parTrans" cxnId="{357605BF-B65A-4124-BF95-E0B2E862A8AE}">
      <dgm:prSet/>
      <dgm:spPr/>
      <dgm:t>
        <a:bodyPr/>
        <a:lstStyle/>
        <a:p>
          <a:endParaRPr lang="tr-TR"/>
        </a:p>
      </dgm:t>
    </dgm:pt>
    <dgm:pt modelId="{6581F8E9-85DC-4001-B597-EAB59882D362}" type="sibTrans" cxnId="{357605BF-B65A-4124-BF95-E0B2E862A8AE}">
      <dgm:prSet/>
      <dgm:spPr/>
      <dgm:t>
        <a:bodyPr/>
        <a:lstStyle/>
        <a:p>
          <a:endParaRPr lang="tr-TR"/>
        </a:p>
      </dgm:t>
    </dgm:pt>
    <dgm:pt modelId="{436F61E9-B7F1-40BE-A356-D693D18E217D}">
      <dgm:prSet/>
      <dgm:spPr/>
      <dgm:t>
        <a:bodyPr/>
        <a:lstStyle/>
        <a:p>
          <a:r>
            <a:rPr lang="en-US"/>
            <a:t>A modular and scalable full-node implementation with API</a:t>
          </a:r>
          <a:endParaRPr lang="tr-TR"/>
        </a:p>
      </dgm:t>
    </dgm:pt>
    <dgm:pt modelId="{74C7C5A3-9835-42C6-9626-DA1DD544D637}" type="parTrans" cxnId="{6FBDCA69-4A5B-4E9C-B465-D3161B1FC52E}">
      <dgm:prSet/>
      <dgm:spPr/>
      <dgm:t>
        <a:bodyPr/>
        <a:lstStyle/>
        <a:p>
          <a:endParaRPr lang="tr-TR"/>
        </a:p>
      </dgm:t>
    </dgm:pt>
    <dgm:pt modelId="{13786130-AA46-483C-BFB4-107037A42FC9}" type="sibTrans" cxnId="{6FBDCA69-4A5B-4E9C-B465-D3161B1FC52E}">
      <dgm:prSet/>
      <dgm:spPr/>
      <dgm:t>
        <a:bodyPr/>
        <a:lstStyle/>
        <a:p>
          <a:endParaRPr lang="tr-TR"/>
        </a:p>
      </dgm:t>
    </dgm:pt>
    <dgm:pt modelId="{BAB72C5F-9576-4AE1-AC75-867BFEE3FC81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2"/>
            </a:rPr>
            <a:t>Bitcore</a:t>
          </a:r>
          <a:endParaRPr lang="tr-TR"/>
        </a:p>
      </dgm:t>
    </dgm:pt>
    <dgm:pt modelId="{91955ADE-64C9-4C63-8809-049FEEE15E50}" type="parTrans" cxnId="{6450F6F0-98F9-484E-86BB-BD1260C131F4}">
      <dgm:prSet/>
      <dgm:spPr/>
      <dgm:t>
        <a:bodyPr/>
        <a:lstStyle/>
        <a:p>
          <a:endParaRPr lang="tr-TR"/>
        </a:p>
      </dgm:t>
    </dgm:pt>
    <dgm:pt modelId="{FFFA26F1-EA28-4562-AA04-641441B6C298}" type="sibTrans" cxnId="{6450F6F0-98F9-484E-86BB-BD1260C131F4}">
      <dgm:prSet/>
      <dgm:spPr/>
      <dgm:t>
        <a:bodyPr/>
        <a:lstStyle/>
        <a:p>
          <a:endParaRPr lang="tr-TR"/>
        </a:p>
      </dgm:t>
    </dgm:pt>
    <dgm:pt modelId="{5D92BC79-DC89-478F-952F-B60A625980B8}">
      <dgm:prSet/>
      <dgm:spPr/>
      <dgm:t>
        <a:bodyPr/>
        <a:lstStyle/>
        <a:p>
          <a:r>
            <a:rPr lang="en-US"/>
            <a:t>Full node, API, and library by Bitpay</a:t>
          </a:r>
          <a:endParaRPr lang="tr-TR"/>
        </a:p>
      </dgm:t>
    </dgm:pt>
    <dgm:pt modelId="{8E1271F9-6305-4605-9D91-FE855DF236FE}" type="parTrans" cxnId="{9F2A9D0F-C113-4E88-9D86-63A12AC3692F}">
      <dgm:prSet/>
      <dgm:spPr/>
      <dgm:t>
        <a:bodyPr/>
        <a:lstStyle/>
        <a:p>
          <a:endParaRPr lang="tr-TR"/>
        </a:p>
      </dgm:t>
    </dgm:pt>
    <dgm:pt modelId="{FE5B3F3C-C211-4689-A573-51A9ABC9717D}" type="sibTrans" cxnId="{9F2A9D0F-C113-4E88-9D86-63A12AC3692F}">
      <dgm:prSet/>
      <dgm:spPr/>
      <dgm:t>
        <a:bodyPr/>
        <a:lstStyle/>
        <a:p>
          <a:endParaRPr lang="tr-TR"/>
        </a:p>
      </dgm:t>
    </dgm:pt>
    <dgm:pt modelId="{755E7A3A-D75F-45B8-9F29-94DE2D665C55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3"/>
            </a:rPr>
            <a:t>BitcoinJS</a:t>
          </a:r>
          <a:endParaRPr lang="tr-TR"/>
        </a:p>
      </dgm:t>
    </dgm:pt>
    <dgm:pt modelId="{E41A0D3D-FB3B-4438-9D12-6FE1EBB92985}" type="parTrans" cxnId="{F9894BD2-4DA1-48F4-8A9F-03C72AF70258}">
      <dgm:prSet/>
      <dgm:spPr/>
      <dgm:t>
        <a:bodyPr/>
        <a:lstStyle/>
        <a:p>
          <a:endParaRPr lang="tr-TR"/>
        </a:p>
      </dgm:t>
    </dgm:pt>
    <dgm:pt modelId="{4C255545-29E5-410D-9204-3865E7D8D47B}" type="sibTrans" cxnId="{F9894BD2-4DA1-48F4-8A9F-03C72AF70258}">
      <dgm:prSet/>
      <dgm:spPr/>
      <dgm:t>
        <a:bodyPr/>
        <a:lstStyle/>
        <a:p>
          <a:endParaRPr lang="tr-TR"/>
        </a:p>
      </dgm:t>
    </dgm:pt>
    <dgm:pt modelId="{5813F8F2-4EC3-475B-B010-B0AE6C406379}">
      <dgm:prSet/>
      <dgm:spPr/>
      <dgm:t>
        <a:bodyPr/>
        <a:lstStyle/>
        <a:p>
          <a:r>
            <a:rPr lang="en-US"/>
            <a:t>A pure JavaScript Bitcoin library for node.js and browsers</a:t>
          </a:r>
          <a:endParaRPr lang="tr-TR"/>
        </a:p>
      </dgm:t>
    </dgm:pt>
    <dgm:pt modelId="{464F1174-ED90-4408-B525-B92BED46D833}" type="parTrans" cxnId="{41BC8206-D58F-4C35-9E16-0CC28A623C65}">
      <dgm:prSet/>
      <dgm:spPr/>
      <dgm:t>
        <a:bodyPr/>
        <a:lstStyle/>
        <a:p>
          <a:endParaRPr lang="tr-TR"/>
        </a:p>
      </dgm:t>
    </dgm:pt>
    <dgm:pt modelId="{A90DD71D-5752-4C5F-8871-BD9C597CD26A}" type="sibTrans" cxnId="{41BC8206-D58F-4C35-9E16-0CC28A623C65}">
      <dgm:prSet/>
      <dgm:spPr/>
      <dgm:t>
        <a:bodyPr/>
        <a:lstStyle/>
        <a:p>
          <a:endParaRPr lang="tr-TR"/>
        </a:p>
      </dgm:t>
    </dgm:pt>
    <dgm:pt modelId="{7152BE7B-F59F-4BE3-A7D9-BCB847DAE8DB}" type="pres">
      <dgm:prSet presAssocID="{3C55F749-22AC-46F3-A2EB-4F60AFE9020D}" presName="linear" presStyleCnt="0">
        <dgm:presLayoutVars>
          <dgm:dir/>
          <dgm:animLvl val="lvl"/>
          <dgm:resizeHandles val="exact"/>
        </dgm:presLayoutVars>
      </dgm:prSet>
      <dgm:spPr/>
    </dgm:pt>
    <dgm:pt modelId="{EF76ECF1-8B59-47EC-B514-18682A31499E}" type="pres">
      <dgm:prSet presAssocID="{7DC778F9-95E6-48BC-8DC6-260624EC39D1}" presName="parentLin" presStyleCnt="0"/>
      <dgm:spPr/>
    </dgm:pt>
    <dgm:pt modelId="{A93F81E0-7CF7-45A4-846B-C23D0FAF2B09}" type="pres">
      <dgm:prSet presAssocID="{7DC778F9-95E6-48BC-8DC6-260624EC39D1}" presName="parentLeftMargin" presStyleLbl="node1" presStyleIdx="0" presStyleCnt="3"/>
      <dgm:spPr/>
    </dgm:pt>
    <dgm:pt modelId="{4699541D-78AD-43DB-8C24-1AB170379C72}" type="pres">
      <dgm:prSet presAssocID="{7DC778F9-95E6-48BC-8DC6-260624EC39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542EFD-9BA2-4219-9462-A42644462EF8}" type="pres">
      <dgm:prSet presAssocID="{7DC778F9-95E6-48BC-8DC6-260624EC39D1}" presName="negativeSpace" presStyleCnt="0"/>
      <dgm:spPr/>
    </dgm:pt>
    <dgm:pt modelId="{DBFCBC3D-8F62-4A54-9582-C19345F76086}" type="pres">
      <dgm:prSet presAssocID="{7DC778F9-95E6-48BC-8DC6-260624EC39D1}" presName="childText" presStyleLbl="conFgAcc1" presStyleIdx="0" presStyleCnt="3">
        <dgm:presLayoutVars>
          <dgm:bulletEnabled val="1"/>
        </dgm:presLayoutVars>
      </dgm:prSet>
      <dgm:spPr/>
    </dgm:pt>
    <dgm:pt modelId="{7D4A60C1-0479-4C93-9394-75EE404479A5}" type="pres">
      <dgm:prSet presAssocID="{6581F8E9-85DC-4001-B597-EAB59882D362}" presName="spaceBetweenRectangles" presStyleCnt="0"/>
      <dgm:spPr/>
    </dgm:pt>
    <dgm:pt modelId="{F6BCCB29-1777-4E56-8ECE-1855FA8B761E}" type="pres">
      <dgm:prSet presAssocID="{BAB72C5F-9576-4AE1-AC75-867BFEE3FC81}" presName="parentLin" presStyleCnt="0"/>
      <dgm:spPr/>
    </dgm:pt>
    <dgm:pt modelId="{333F6732-B6CE-4FCF-87EF-7FAC9A42E92A}" type="pres">
      <dgm:prSet presAssocID="{BAB72C5F-9576-4AE1-AC75-867BFEE3FC81}" presName="parentLeftMargin" presStyleLbl="node1" presStyleIdx="0" presStyleCnt="3"/>
      <dgm:spPr/>
    </dgm:pt>
    <dgm:pt modelId="{1E0E6F41-1F52-4936-8050-A2729A1D0F67}" type="pres">
      <dgm:prSet presAssocID="{BAB72C5F-9576-4AE1-AC75-867BFEE3FC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42CC7B-2A97-495A-8670-DD25B5745175}" type="pres">
      <dgm:prSet presAssocID="{BAB72C5F-9576-4AE1-AC75-867BFEE3FC81}" presName="negativeSpace" presStyleCnt="0"/>
      <dgm:spPr/>
    </dgm:pt>
    <dgm:pt modelId="{FD382420-A6D0-41D2-9ACD-13CB621B76ED}" type="pres">
      <dgm:prSet presAssocID="{BAB72C5F-9576-4AE1-AC75-867BFEE3FC81}" presName="childText" presStyleLbl="conFgAcc1" presStyleIdx="1" presStyleCnt="3">
        <dgm:presLayoutVars>
          <dgm:bulletEnabled val="1"/>
        </dgm:presLayoutVars>
      </dgm:prSet>
      <dgm:spPr/>
    </dgm:pt>
    <dgm:pt modelId="{F9DB7F9B-7917-4BD4-9A41-38A51410904F}" type="pres">
      <dgm:prSet presAssocID="{FFFA26F1-EA28-4562-AA04-641441B6C298}" presName="spaceBetweenRectangles" presStyleCnt="0"/>
      <dgm:spPr/>
    </dgm:pt>
    <dgm:pt modelId="{CAAABDC2-2BF0-480A-984C-D113BBA81CA4}" type="pres">
      <dgm:prSet presAssocID="{755E7A3A-D75F-45B8-9F29-94DE2D665C55}" presName="parentLin" presStyleCnt="0"/>
      <dgm:spPr/>
    </dgm:pt>
    <dgm:pt modelId="{842FD11A-B056-4B5F-80D1-9EDE6C826214}" type="pres">
      <dgm:prSet presAssocID="{755E7A3A-D75F-45B8-9F29-94DE2D665C55}" presName="parentLeftMargin" presStyleLbl="node1" presStyleIdx="1" presStyleCnt="3"/>
      <dgm:spPr/>
    </dgm:pt>
    <dgm:pt modelId="{4A71D1B6-63D6-4447-B73F-36A1956F1F5F}" type="pres">
      <dgm:prSet presAssocID="{755E7A3A-D75F-45B8-9F29-94DE2D665C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F15B9C5-10F9-40BD-9C0F-A7A98B3CB7DC}" type="pres">
      <dgm:prSet presAssocID="{755E7A3A-D75F-45B8-9F29-94DE2D665C55}" presName="negativeSpace" presStyleCnt="0"/>
      <dgm:spPr/>
    </dgm:pt>
    <dgm:pt modelId="{F2924AD2-5012-418B-8BC6-DF8D3DC97B50}" type="pres">
      <dgm:prSet presAssocID="{755E7A3A-D75F-45B8-9F29-94DE2D665C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1BC8206-D58F-4C35-9E16-0CC28A623C65}" srcId="{755E7A3A-D75F-45B8-9F29-94DE2D665C55}" destId="{5813F8F2-4EC3-475B-B010-B0AE6C406379}" srcOrd="0" destOrd="0" parTransId="{464F1174-ED90-4408-B525-B92BED46D833}" sibTransId="{A90DD71D-5752-4C5F-8871-BD9C597CD26A}"/>
    <dgm:cxn modelId="{9F2A9D0F-C113-4E88-9D86-63A12AC3692F}" srcId="{BAB72C5F-9576-4AE1-AC75-867BFEE3FC81}" destId="{5D92BC79-DC89-478F-952F-B60A625980B8}" srcOrd="0" destOrd="0" parTransId="{8E1271F9-6305-4605-9D91-FE855DF236FE}" sibTransId="{FE5B3F3C-C211-4689-A573-51A9ABC9717D}"/>
    <dgm:cxn modelId="{0BF7733D-CD6E-461C-B16F-81218686D0ED}" type="presOf" srcId="{755E7A3A-D75F-45B8-9F29-94DE2D665C55}" destId="{4A71D1B6-63D6-4447-B73F-36A1956F1F5F}" srcOrd="1" destOrd="0" presId="urn:microsoft.com/office/officeart/2005/8/layout/list1"/>
    <dgm:cxn modelId="{6E2C143F-8EF1-4FDD-9D0C-432D223306C8}" type="presOf" srcId="{BAB72C5F-9576-4AE1-AC75-867BFEE3FC81}" destId="{1E0E6F41-1F52-4936-8050-A2729A1D0F67}" srcOrd="1" destOrd="0" presId="urn:microsoft.com/office/officeart/2005/8/layout/list1"/>
    <dgm:cxn modelId="{1E5B8940-8059-4F83-B25F-6C5C70F1A6C9}" type="presOf" srcId="{436F61E9-B7F1-40BE-A356-D693D18E217D}" destId="{DBFCBC3D-8F62-4A54-9582-C19345F76086}" srcOrd="0" destOrd="0" presId="urn:microsoft.com/office/officeart/2005/8/layout/list1"/>
    <dgm:cxn modelId="{6FBDCA69-4A5B-4E9C-B465-D3161B1FC52E}" srcId="{7DC778F9-95E6-48BC-8DC6-260624EC39D1}" destId="{436F61E9-B7F1-40BE-A356-D693D18E217D}" srcOrd="0" destOrd="0" parTransId="{74C7C5A3-9835-42C6-9626-DA1DD544D637}" sibTransId="{13786130-AA46-483C-BFB4-107037A42FC9}"/>
    <dgm:cxn modelId="{9DEF2483-375D-44FA-8F80-F50D1A41034E}" type="presOf" srcId="{5813F8F2-4EC3-475B-B010-B0AE6C406379}" destId="{F2924AD2-5012-418B-8BC6-DF8D3DC97B50}" srcOrd="0" destOrd="0" presId="urn:microsoft.com/office/officeart/2005/8/layout/list1"/>
    <dgm:cxn modelId="{F8ECB584-508E-4211-9AE7-958C4A8E1215}" type="presOf" srcId="{7DC778F9-95E6-48BC-8DC6-260624EC39D1}" destId="{A93F81E0-7CF7-45A4-846B-C23D0FAF2B09}" srcOrd="0" destOrd="0" presId="urn:microsoft.com/office/officeart/2005/8/layout/list1"/>
    <dgm:cxn modelId="{2542338D-56EF-4EEC-8C3B-1947CBC17229}" type="presOf" srcId="{7DC778F9-95E6-48BC-8DC6-260624EC39D1}" destId="{4699541D-78AD-43DB-8C24-1AB170379C72}" srcOrd="1" destOrd="0" presId="urn:microsoft.com/office/officeart/2005/8/layout/list1"/>
    <dgm:cxn modelId="{D8B27590-45CE-4517-8DAC-F4C291F4088F}" type="presOf" srcId="{5D92BC79-DC89-478F-952F-B60A625980B8}" destId="{FD382420-A6D0-41D2-9ACD-13CB621B76ED}" srcOrd="0" destOrd="0" presId="urn:microsoft.com/office/officeart/2005/8/layout/list1"/>
    <dgm:cxn modelId="{EFBB96A1-59E6-45AC-BEDF-34C6F7863D2F}" type="presOf" srcId="{BAB72C5F-9576-4AE1-AC75-867BFEE3FC81}" destId="{333F6732-B6CE-4FCF-87EF-7FAC9A42E92A}" srcOrd="0" destOrd="0" presId="urn:microsoft.com/office/officeart/2005/8/layout/list1"/>
    <dgm:cxn modelId="{357605BF-B65A-4124-BF95-E0B2E862A8AE}" srcId="{3C55F749-22AC-46F3-A2EB-4F60AFE9020D}" destId="{7DC778F9-95E6-48BC-8DC6-260624EC39D1}" srcOrd="0" destOrd="0" parTransId="{37924BEC-0579-4794-BEDC-A4EFB74CEA3E}" sibTransId="{6581F8E9-85DC-4001-B597-EAB59882D362}"/>
    <dgm:cxn modelId="{F32412C2-6E2D-4450-A64E-A71D445474FA}" type="presOf" srcId="{755E7A3A-D75F-45B8-9F29-94DE2D665C55}" destId="{842FD11A-B056-4B5F-80D1-9EDE6C826214}" srcOrd="0" destOrd="0" presId="urn:microsoft.com/office/officeart/2005/8/layout/list1"/>
    <dgm:cxn modelId="{F9894BD2-4DA1-48F4-8A9F-03C72AF70258}" srcId="{3C55F749-22AC-46F3-A2EB-4F60AFE9020D}" destId="{755E7A3A-D75F-45B8-9F29-94DE2D665C55}" srcOrd="2" destOrd="0" parTransId="{E41A0D3D-FB3B-4438-9D12-6FE1EBB92985}" sibTransId="{4C255545-29E5-410D-9204-3865E7D8D47B}"/>
    <dgm:cxn modelId="{6450F6F0-98F9-484E-86BB-BD1260C131F4}" srcId="{3C55F749-22AC-46F3-A2EB-4F60AFE9020D}" destId="{BAB72C5F-9576-4AE1-AC75-867BFEE3FC81}" srcOrd="1" destOrd="0" parTransId="{91955ADE-64C9-4C63-8809-049FEEE15E50}" sibTransId="{FFFA26F1-EA28-4562-AA04-641441B6C298}"/>
    <dgm:cxn modelId="{ECFF57F4-9CB4-45AA-8B53-3C825940D637}" type="presOf" srcId="{3C55F749-22AC-46F3-A2EB-4F60AFE9020D}" destId="{7152BE7B-F59F-4BE3-A7D9-BCB847DAE8DB}" srcOrd="0" destOrd="0" presId="urn:microsoft.com/office/officeart/2005/8/layout/list1"/>
    <dgm:cxn modelId="{1B84BE15-CCAC-41B9-96BE-D12D59DB15D7}" type="presParOf" srcId="{7152BE7B-F59F-4BE3-A7D9-BCB847DAE8DB}" destId="{EF76ECF1-8B59-47EC-B514-18682A31499E}" srcOrd="0" destOrd="0" presId="urn:microsoft.com/office/officeart/2005/8/layout/list1"/>
    <dgm:cxn modelId="{43B31B91-1195-41F2-8AE7-D40FD0608B43}" type="presParOf" srcId="{EF76ECF1-8B59-47EC-B514-18682A31499E}" destId="{A93F81E0-7CF7-45A4-846B-C23D0FAF2B09}" srcOrd="0" destOrd="0" presId="urn:microsoft.com/office/officeart/2005/8/layout/list1"/>
    <dgm:cxn modelId="{63CD84CE-98EF-4D17-BAB1-55AB630AA49E}" type="presParOf" srcId="{EF76ECF1-8B59-47EC-B514-18682A31499E}" destId="{4699541D-78AD-43DB-8C24-1AB170379C72}" srcOrd="1" destOrd="0" presId="urn:microsoft.com/office/officeart/2005/8/layout/list1"/>
    <dgm:cxn modelId="{C6D72582-FD12-42A2-A429-F03B5D257E13}" type="presParOf" srcId="{7152BE7B-F59F-4BE3-A7D9-BCB847DAE8DB}" destId="{54542EFD-9BA2-4219-9462-A42644462EF8}" srcOrd="1" destOrd="0" presId="urn:microsoft.com/office/officeart/2005/8/layout/list1"/>
    <dgm:cxn modelId="{10C6E91C-6032-4FFA-ACF5-D281D945C560}" type="presParOf" srcId="{7152BE7B-F59F-4BE3-A7D9-BCB847DAE8DB}" destId="{DBFCBC3D-8F62-4A54-9582-C19345F76086}" srcOrd="2" destOrd="0" presId="urn:microsoft.com/office/officeart/2005/8/layout/list1"/>
    <dgm:cxn modelId="{2769D864-EE3E-4CFD-AFB9-ABA0C205E7FC}" type="presParOf" srcId="{7152BE7B-F59F-4BE3-A7D9-BCB847DAE8DB}" destId="{7D4A60C1-0479-4C93-9394-75EE404479A5}" srcOrd="3" destOrd="0" presId="urn:microsoft.com/office/officeart/2005/8/layout/list1"/>
    <dgm:cxn modelId="{600849CE-231E-4192-85CD-E50FA6C14816}" type="presParOf" srcId="{7152BE7B-F59F-4BE3-A7D9-BCB847DAE8DB}" destId="{F6BCCB29-1777-4E56-8ECE-1855FA8B761E}" srcOrd="4" destOrd="0" presId="urn:microsoft.com/office/officeart/2005/8/layout/list1"/>
    <dgm:cxn modelId="{FCC7AE88-2516-41D4-AE90-2291FA1801C1}" type="presParOf" srcId="{F6BCCB29-1777-4E56-8ECE-1855FA8B761E}" destId="{333F6732-B6CE-4FCF-87EF-7FAC9A42E92A}" srcOrd="0" destOrd="0" presId="urn:microsoft.com/office/officeart/2005/8/layout/list1"/>
    <dgm:cxn modelId="{69BFBA9B-8D16-407E-A66C-9948D0C4828E}" type="presParOf" srcId="{F6BCCB29-1777-4E56-8ECE-1855FA8B761E}" destId="{1E0E6F41-1F52-4936-8050-A2729A1D0F67}" srcOrd="1" destOrd="0" presId="urn:microsoft.com/office/officeart/2005/8/layout/list1"/>
    <dgm:cxn modelId="{733F80FE-7411-4425-B147-6448966A84F0}" type="presParOf" srcId="{7152BE7B-F59F-4BE3-A7D9-BCB847DAE8DB}" destId="{0842CC7B-2A97-495A-8670-DD25B5745175}" srcOrd="5" destOrd="0" presId="urn:microsoft.com/office/officeart/2005/8/layout/list1"/>
    <dgm:cxn modelId="{3DD0D20F-4246-40CC-B79E-F7632FB85127}" type="presParOf" srcId="{7152BE7B-F59F-4BE3-A7D9-BCB847DAE8DB}" destId="{FD382420-A6D0-41D2-9ACD-13CB621B76ED}" srcOrd="6" destOrd="0" presId="urn:microsoft.com/office/officeart/2005/8/layout/list1"/>
    <dgm:cxn modelId="{063499AA-7D3B-4E8C-ADCF-19253BEB3A38}" type="presParOf" srcId="{7152BE7B-F59F-4BE3-A7D9-BCB847DAE8DB}" destId="{F9DB7F9B-7917-4BD4-9A41-38A51410904F}" srcOrd="7" destOrd="0" presId="urn:microsoft.com/office/officeart/2005/8/layout/list1"/>
    <dgm:cxn modelId="{C47BDD43-5618-4929-9388-B8C87FB75D7B}" type="presParOf" srcId="{7152BE7B-F59F-4BE3-A7D9-BCB847DAE8DB}" destId="{CAAABDC2-2BF0-480A-984C-D113BBA81CA4}" srcOrd="8" destOrd="0" presId="urn:microsoft.com/office/officeart/2005/8/layout/list1"/>
    <dgm:cxn modelId="{C67E7ABD-A363-43A7-9EEE-1492FC705760}" type="presParOf" srcId="{CAAABDC2-2BF0-480A-984C-D113BBA81CA4}" destId="{842FD11A-B056-4B5F-80D1-9EDE6C826214}" srcOrd="0" destOrd="0" presId="urn:microsoft.com/office/officeart/2005/8/layout/list1"/>
    <dgm:cxn modelId="{0A6BDF90-2C4D-4327-87B3-A1B6DA3E2773}" type="presParOf" srcId="{CAAABDC2-2BF0-480A-984C-D113BBA81CA4}" destId="{4A71D1B6-63D6-4447-B73F-36A1956F1F5F}" srcOrd="1" destOrd="0" presId="urn:microsoft.com/office/officeart/2005/8/layout/list1"/>
    <dgm:cxn modelId="{9FC27A3C-8CF6-4CF7-AE79-58BAA48CAB7F}" type="presParOf" srcId="{7152BE7B-F59F-4BE3-A7D9-BCB847DAE8DB}" destId="{AF15B9C5-10F9-40BD-9C0F-A7A98B3CB7DC}" srcOrd="9" destOrd="0" presId="urn:microsoft.com/office/officeart/2005/8/layout/list1"/>
    <dgm:cxn modelId="{88E8E7ED-BD2C-4B28-9110-74A58087A88B}" type="presParOf" srcId="{7152BE7B-F59F-4BE3-A7D9-BCB847DAE8DB}" destId="{F2924AD2-5012-418B-8BC6-DF8D3DC97B5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7196347-58F1-42A7-B6FA-7979638590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10D458DE-EF0C-4604-8D29-725F1149257B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bitcoinj</a:t>
          </a:r>
          <a:endParaRPr lang="tr-TR"/>
        </a:p>
      </dgm:t>
    </dgm:pt>
    <dgm:pt modelId="{99865902-9744-4853-8DFE-6554BCD6A6B1}" type="parTrans" cxnId="{AAF0DC67-E6AC-48C7-8518-27EDCABBC337}">
      <dgm:prSet/>
      <dgm:spPr/>
      <dgm:t>
        <a:bodyPr/>
        <a:lstStyle/>
        <a:p>
          <a:endParaRPr lang="tr-TR"/>
        </a:p>
      </dgm:t>
    </dgm:pt>
    <dgm:pt modelId="{47EE69DD-4F99-44D7-A9D9-E54F9DD9B9E8}" type="sibTrans" cxnId="{AAF0DC67-E6AC-48C7-8518-27EDCABBC337}">
      <dgm:prSet/>
      <dgm:spPr/>
      <dgm:t>
        <a:bodyPr/>
        <a:lstStyle/>
        <a:p>
          <a:endParaRPr lang="tr-TR"/>
        </a:p>
      </dgm:t>
    </dgm:pt>
    <dgm:pt modelId="{8EDDB172-2708-486B-A1FB-002CBB676ABE}">
      <dgm:prSet/>
      <dgm:spPr/>
      <dgm:t>
        <a:bodyPr/>
        <a:lstStyle/>
        <a:p>
          <a:r>
            <a:rPr lang="en-US"/>
            <a:t>A Java full-node client library</a:t>
          </a:r>
          <a:endParaRPr lang="tr-TR"/>
        </a:p>
      </dgm:t>
    </dgm:pt>
    <dgm:pt modelId="{FCBCB011-291D-423B-881F-CD14FAEE185B}" type="parTrans" cxnId="{2302A056-CB82-4FAE-AA7C-B5364B4AD547}">
      <dgm:prSet/>
      <dgm:spPr/>
      <dgm:t>
        <a:bodyPr/>
        <a:lstStyle/>
        <a:p>
          <a:endParaRPr lang="tr-TR"/>
        </a:p>
      </dgm:t>
    </dgm:pt>
    <dgm:pt modelId="{E71C4809-7139-486A-B59C-55A876A9833F}" type="sibTrans" cxnId="{2302A056-CB82-4FAE-AA7C-B5364B4AD547}">
      <dgm:prSet/>
      <dgm:spPr/>
      <dgm:t>
        <a:bodyPr/>
        <a:lstStyle/>
        <a:p>
          <a:endParaRPr lang="tr-TR"/>
        </a:p>
      </dgm:t>
    </dgm:pt>
    <dgm:pt modelId="{305202EB-D58B-497E-9C0A-D2E8618B600C}">
      <dgm:prSet/>
      <dgm:spPr/>
      <dgm:t>
        <a:bodyPr/>
        <a:lstStyle/>
        <a:p>
          <a:r>
            <a:rPr lang="tr-TR">
              <a:hlinkClick xmlns:r="http://schemas.openxmlformats.org/officeDocument/2006/relationships" r:id="rId2"/>
            </a:rPr>
            <a:t>web3j</a:t>
          </a:r>
          <a:endParaRPr lang="tr-TR"/>
        </a:p>
      </dgm:t>
    </dgm:pt>
    <dgm:pt modelId="{7BBFCA59-86E3-46EB-A3B3-55C4C777418E}" type="parTrans" cxnId="{EFC28D8A-537C-4320-BA6F-5A318C7C31B5}">
      <dgm:prSet/>
      <dgm:spPr/>
      <dgm:t>
        <a:bodyPr/>
        <a:lstStyle/>
        <a:p>
          <a:endParaRPr lang="tr-TR"/>
        </a:p>
      </dgm:t>
    </dgm:pt>
    <dgm:pt modelId="{B5E55D79-D29E-4983-8C22-3BDA846757BD}" type="sibTrans" cxnId="{EFC28D8A-537C-4320-BA6F-5A318C7C31B5}">
      <dgm:prSet/>
      <dgm:spPr/>
      <dgm:t>
        <a:bodyPr/>
        <a:lstStyle/>
        <a:p>
          <a:endParaRPr lang="tr-TR"/>
        </a:p>
      </dgm:t>
    </dgm:pt>
    <dgm:pt modelId="{1E32C4BB-F9A7-4B4E-A7B6-EC5040059E94}">
      <dgm:prSet/>
      <dgm:spPr/>
      <dgm:t>
        <a:bodyPr/>
        <a:lstStyle/>
        <a:p>
          <a:r>
            <a:rPr lang="tr-TR"/>
            <a:t>Lightwieght Java &amp; Android Library</a:t>
          </a:r>
        </a:p>
      </dgm:t>
    </dgm:pt>
    <dgm:pt modelId="{82293F85-8CF8-42C9-BA2E-9F4EDA24D714}" type="parTrans" cxnId="{D23E4B0A-3F4C-40CA-9882-55969B03ACB0}">
      <dgm:prSet/>
      <dgm:spPr/>
      <dgm:t>
        <a:bodyPr/>
        <a:lstStyle/>
        <a:p>
          <a:endParaRPr lang="tr-TR"/>
        </a:p>
      </dgm:t>
    </dgm:pt>
    <dgm:pt modelId="{6002B2DA-925B-4D71-A5F2-BEBE2A7A5A6B}" type="sibTrans" cxnId="{D23E4B0A-3F4C-40CA-9882-55969B03ACB0}">
      <dgm:prSet/>
      <dgm:spPr/>
      <dgm:t>
        <a:bodyPr/>
        <a:lstStyle/>
        <a:p>
          <a:endParaRPr lang="tr-TR"/>
        </a:p>
      </dgm:t>
    </dgm:pt>
    <dgm:pt modelId="{E5AE94E9-1CE6-493F-A6E7-887AFFA63CA9}">
      <dgm:prSet/>
      <dgm:spPr/>
      <dgm:t>
        <a:bodyPr/>
        <a:lstStyle/>
        <a:p>
          <a:r>
            <a:rPr lang="tr-TR"/>
            <a:t>For integration with Etherium clients</a:t>
          </a:r>
        </a:p>
      </dgm:t>
    </dgm:pt>
    <dgm:pt modelId="{36BD5538-72A7-4114-A70C-A3D821F8FDD7}" type="parTrans" cxnId="{CDA61CA4-36F0-475F-A928-6115B3DA42D7}">
      <dgm:prSet/>
      <dgm:spPr/>
      <dgm:t>
        <a:bodyPr/>
        <a:lstStyle/>
        <a:p>
          <a:endParaRPr lang="tr-TR"/>
        </a:p>
      </dgm:t>
    </dgm:pt>
    <dgm:pt modelId="{B2D53EA2-7605-4109-B762-BB0DBE7BD2EB}" type="sibTrans" cxnId="{CDA61CA4-36F0-475F-A928-6115B3DA42D7}">
      <dgm:prSet/>
      <dgm:spPr/>
      <dgm:t>
        <a:bodyPr/>
        <a:lstStyle/>
        <a:p>
          <a:endParaRPr lang="tr-TR"/>
        </a:p>
      </dgm:t>
    </dgm:pt>
    <dgm:pt modelId="{9DD37902-55ED-47BB-B8B8-2147A72DC288}">
      <dgm:prSet/>
      <dgm:spPr/>
      <dgm:t>
        <a:bodyPr/>
        <a:lstStyle/>
        <a:p>
          <a:r>
            <a:rPr lang="tr-TR"/>
            <a:t>Notice: Not available in the book!</a:t>
          </a:r>
        </a:p>
      </dgm:t>
    </dgm:pt>
    <dgm:pt modelId="{F37A4D95-E176-4C8A-84B3-17FAE3072EE3}" type="parTrans" cxnId="{8B7163FF-403B-4219-BD97-D2AD82AAD0A2}">
      <dgm:prSet/>
      <dgm:spPr/>
      <dgm:t>
        <a:bodyPr/>
        <a:lstStyle/>
        <a:p>
          <a:endParaRPr lang="tr-TR"/>
        </a:p>
      </dgm:t>
    </dgm:pt>
    <dgm:pt modelId="{E0195681-91FF-4419-9DFD-C82F87879606}" type="sibTrans" cxnId="{8B7163FF-403B-4219-BD97-D2AD82AAD0A2}">
      <dgm:prSet/>
      <dgm:spPr/>
      <dgm:t>
        <a:bodyPr/>
        <a:lstStyle/>
        <a:p>
          <a:endParaRPr lang="tr-TR"/>
        </a:p>
      </dgm:t>
    </dgm:pt>
    <dgm:pt modelId="{9444C7AA-C0B3-4139-8034-A5F70DB750B7}">
      <dgm:prSet/>
      <dgm:spPr/>
      <dgm:t>
        <a:bodyPr/>
        <a:lstStyle/>
        <a:p>
          <a:r>
            <a:rPr lang="tr-TR" b="1">
              <a:hlinkClick xmlns:r="http://schemas.openxmlformats.org/officeDocument/2006/relationships" r:id="rId3"/>
            </a:rPr>
            <a:t>fabric-sdk-java</a:t>
          </a:r>
          <a:endParaRPr lang="tr-TR"/>
        </a:p>
      </dgm:t>
    </dgm:pt>
    <dgm:pt modelId="{962CE031-E418-42B2-B9EA-6BBF4AF8ABE5}" type="parTrans" cxnId="{174B7807-578F-4917-B2A5-8E2EA5893988}">
      <dgm:prSet/>
      <dgm:spPr/>
      <dgm:t>
        <a:bodyPr/>
        <a:lstStyle/>
        <a:p>
          <a:endParaRPr lang="tr-TR"/>
        </a:p>
      </dgm:t>
    </dgm:pt>
    <dgm:pt modelId="{F6373635-4F23-4A29-8528-76E1FA1A3867}" type="sibTrans" cxnId="{174B7807-578F-4917-B2A5-8E2EA5893988}">
      <dgm:prSet/>
      <dgm:spPr/>
      <dgm:t>
        <a:bodyPr/>
        <a:lstStyle/>
        <a:p>
          <a:endParaRPr lang="tr-TR"/>
        </a:p>
      </dgm:t>
    </dgm:pt>
    <dgm:pt modelId="{23CBC7DA-754E-476C-9A1A-8432BAEBD868}">
      <dgm:prSet/>
      <dgm:spPr/>
      <dgm:t>
        <a:bodyPr/>
        <a:lstStyle/>
        <a:p>
          <a:r>
            <a:rPr lang="en-US"/>
            <a:t>a backbone for developing blockchain solutions</a:t>
          </a:r>
          <a:endParaRPr lang="tr-TR"/>
        </a:p>
      </dgm:t>
    </dgm:pt>
    <dgm:pt modelId="{694DE2CD-5987-4587-A06F-25DD7D09E382}" type="parTrans" cxnId="{018D4983-6539-4E40-A630-AA7D7CCEB03C}">
      <dgm:prSet/>
      <dgm:spPr/>
      <dgm:t>
        <a:bodyPr/>
        <a:lstStyle/>
        <a:p>
          <a:endParaRPr lang="tr-TR"/>
        </a:p>
      </dgm:t>
    </dgm:pt>
    <dgm:pt modelId="{A19E08F6-D10F-452D-93D3-3817FAFE6D63}" type="sibTrans" cxnId="{018D4983-6539-4E40-A630-AA7D7CCEB03C}">
      <dgm:prSet/>
      <dgm:spPr/>
      <dgm:t>
        <a:bodyPr/>
        <a:lstStyle/>
        <a:p>
          <a:endParaRPr lang="tr-TR"/>
        </a:p>
      </dgm:t>
    </dgm:pt>
    <dgm:pt modelId="{A5A73C7F-13F9-40AA-BA44-649E472A97AC}">
      <dgm:prSet/>
      <dgm:spPr/>
      <dgm:t>
        <a:bodyPr/>
        <a:lstStyle/>
        <a:p>
          <a:r>
            <a:rPr lang="en-US"/>
            <a:t>under development from the Linux Foundation members</a:t>
          </a:r>
          <a:endParaRPr lang="tr-TR"/>
        </a:p>
      </dgm:t>
    </dgm:pt>
    <dgm:pt modelId="{10D64751-138E-422D-917F-081580F8A912}" type="parTrans" cxnId="{2AE7FEDD-C02D-4613-8B83-2BFC9E2EAAA0}">
      <dgm:prSet/>
      <dgm:spPr/>
      <dgm:t>
        <a:bodyPr/>
        <a:lstStyle/>
        <a:p>
          <a:endParaRPr lang="tr-TR"/>
        </a:p>
      </dgm:t>
    </dgm:pt>
    <dgm:pt modelId="{C9C2D84B-7287-486B-B8F2-B317E3367642}" type="sibTrans" cxnId="{2AE7FEDD-C02D-4613-8B83-2BFC9E2EAAA0}">
      <dgm:prSet/>
      <dgm:spPr/>
      <dgm:t>
        <a:bodyPr/>
        <a:lstStyle/>
        <a:p>
          <a:endParaRPr lang="tr-TR"/>
        </a:p>
      </dgm:t>
    </dgm:pt>
    <dgm:pt modelId="{0459E68F-BE96-4E99-8F20-69205854C0B0}">
      <dgm:prSet/>
      <dgm:spPr/>
      <dgm:t>
        <a:bodyPr/>
        <a:lstStyle/>
        <a:p>
          <a:r>
            <a:rPr lang="tr-TR"/>
            <a:t>Notice: Not available in the book!</a:t>
          </a:r>
        </a:p>
      </dgm:t>
    </dgm:pt>
    <dgm:pt modelId="{10DDFC22-9991-4B25-A14E-786B4778033D}" type="parTrans" cxnId="{6BAF4907-529E-4719-BC0C-023F0979022F}">
      <dgm:prSet/>
      <dgm:spPr/>
      <dgm:t>
        <a:bodyPr/>
        <a:lstStyle/>
        <a:p>
          <a:endParaRPr lang="tr-TR"/>
        </a:p>
      </dgm:t>
    </dgm:pt>
    <dgm:pt modelId="{82990A3A-B738-4F0E-805C-BD5349EC3D9F}" type="sibTrans" cxnId="{6BAF4907-529E-4719-BC0C-023F0979022F}">
      <dgm:prSet/>
      <dgm:spPr/>
      <dgm:t>
        <a:bodyPr/>
        <a:lstStyle/>
        <a:p>
          <a:endParaRPr lang="tr-TR"/>
        </a:p>
      </dgm:t>
    </dgm:pt>
    <dgm:pt modelId="{A5BD45C6-3A7E-4673-AD55-64C4EA1F3CFE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4"/>
            </a:rPr>
            <a:t>Bits of Proof (BOP)</a:t>
          </a:r>
          <a:endParaRPr lang="tr-TR"/>
        </a:p>
      </dgm:t>
    </dgm:pt>
    <dgm:pt modelId="{7BF532C4-85FB-4CCB-8782-CA9BAB0E8C3B}" type="parTrans" cxnId="{3A86327D-74F5-4AE2-BEF8-06F4277A4735}">
      <dgm:prSet/>
      <dgm:spPr/>
      <dgm:t>
        <a:bodyPr/>
        <a:lstStyle/>
        <a:p>
          <a:endParaRPr lang="tr-TR"/>
        </a:p>
      </dgm:t>
    </dgm:pt>
    <dgm:pt modelId="{820CEC5D-A2CE-4EE4-A1B8-514B35181AA1}" type="sibTrans" cxnId="{3A86327D-74F5-4AE2-BEF8-06F4277A4735}">
      <dgm:prSet/>
      <dgm:spPr/>
      <dgm:t>
        <a:bodyPr/>
        <a:lstStyle/>
        <a:p>
          <a:endParaRPr lang="tr-TR"/>
        </a:p>
      </dgm:t>
    </dgm:pt>
    <dgm:pt modelId="{81FD948B-B815-4187-9D69-B7DA62A509A1}">
      <dgm:prSet/>
      <dgm:spPr/>
      <dgm:t>
        <a:bodyPr/>
        <a:lstStyle/>
        <a:p>
          <a:r>
            <a:rPr lang="en-US"/>
            <a:t>A Java enterprise-class implementation of bitcoin</a:t>
          </a:r>
          <a:endParaRPr lang="tr-TR"/>
        </a:p>
      </dgm:t>
    </dgm:pt>
    <dgm:pt modelId="{E8BFEABC-B081-461C-B914-982592DD31C2}" type="parTrans" cxnId="{72B28A81-17AC-4DFD-B072-A0AFF60A92ED}">
      <dgm:prSet/>
      <dgm:spPr/>
      <dgm:t>
        <a:bodyPr/>
        <a:lstStyle/>
        <a:p>
          <a:endParaRPr lang="tr-TR"/>
        </a:p>
      </dgm:t>
    </dgm:pt>
    <dgm:pt modelId="{70DEACD5-598C-47BC-8EC9-283F7E796C3A}" type="sibTrans" cxnId="{72B28A81-17AC-4DFD-B072-A0AFF60A92ED}">
      <dgm:prSet/>
      <dgm:spPr/>
      <dgm:t>
        <a:bodyPr/>
        <a:lstStyle/>
        <a:p>
          <a:endParaRPr lang="tr-TR"/>
        </a:p>
      </dgm:t>
    </dgm:pt>
    <dgm:pt modelId="{C4BCC0D4-FC55-433F-9194-A510F0B380DC}">
      <dgm:prSet/>
      <dgm:spPr/>
      <dgm:t>
        <a:bodyPr/>
        <a:lstStyle/>
        <a:p>
          <a:r>
            <a:rPr lang="tr-TR"/>
            <a:t>Notice: Not a valid library anymore!</a:t>
          </a:r>
        </a:p>
      </dgm:t>
    </dgm:pt>
    <dgm:pt modelId="{C1F0C650-034A-492D-8E79-9CE444F3828B}" type="parTrans" cxnId="{ECB4F9E4-1B8C-46B7-90A6-1076445FDE8A}">
      <dgm:prSet/>
      <dgm:spPr/>
      <dgm:t>
        <a:bodyPr/>
        <a:lstStyle/>
        <a:p>
          <a:endParaRPr lang="tr-TR"/>
        </a:p>
      </dgm:t>
    </dgm:pt>
    <dgm:pt modelId="{83960FAA-3B57-40DC-A500-BBC6961FD33C}" type="sibTrans" cxnId="{ECB4F9E4-1B8C-46B7-90A6-1076445FDE8A}">
      <dgm:prSet/>
      <dgm:spPr/>
      <dgm:t>
        <a:bodyPr/>
        <a:lstStyle/>
        <a:p>
          <a:endParaRPr lang="tr-TR"/>
        </a:p>
      </dgm:t>
    </dgm:pt>
    <dgm:pt modelId="{6DCFFBB8-A797-4BC8-8DA3-85A375FE961A}" type="pres">
      <dgm:prSet presAssocID="{97196347-58F1-42A7-B6FA-797963859059}" presName="linear" presStyleCnt="0">
        <dgm:presLayoutVars>
          <dgm:dir/>
          <dgm:animLvl val="lvl"/>
          <dgm:resizeHandles val="exact"/>
        </dgm:presLayoutVars>
      </dgm:prSet>
      <dgm:spPr/>
    </dgm:pt>
    <dgm:pt modelId="{B6F70B23-D89F-4EC0-9B7A-0A8F2EA2BCD8}" type="pres">
      <dgm:prSet presAssocID="{10D458DE-EF0C-4604-8D29-725F1149257B}" presName="parentLin" presStyleCnt="0"/>
      <dgm:spPr/>
    </dgm:pt>
    <dgm:pt modelId="{8A5F6DB7-50E9-4ED3-81CF-7A563D6CFD33}" type="pres">
      <dgm:prSet presAssocID="{10D458DE-EF0C-4604-8D29-725F1149257B}" presName="parentLeftMargin" presStyleLbl="node1" presStyleIdx="0" presStyleCnt="4"/>
      <dgm:spPr/>
    </dgm:pt>
    <dgm:pt modelId="{63B94DE3-CB32-45C7-A2AA-17FE6475BE77}" type="pres">
      <dgm:prSet presAssocID="{10D458DE-EF0C-4604-8D29-725F1149257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8068B68-C959-499A-8ABF-64CADFB30FDE}" type="pres">
      <dgm:prSet presAssocID="{10D458DE-EF0C-4604-8D29-725F1149257B}" presName="negativeSpace" presStyleCnt="0"/>
      <dgm:spPr/>
    </dgm:pt>
    <dgm:pt modelId="{02BB97F4-67C6-4879-96F0-62F013BE03A5}" type="pres">
      <dgm:prSet presAssocID="{10D458DE-EF0C-4604-8D29-725F1149257B}" presName="childText" presStyleLbl="conFgAcc1" presStyleIdx="0" presStyleCnt="4">
        <dgm:presLayoutVars>
          <dgm:bulletEnabled val="1"/>
        </dgm:presLayoutVars>
      </dgm:prSet>
      <dgm:spPr/>
    </dgm:pt>
    <dgm:pt modelId="{BB79C546-B7B3-4E89-9738-810A359B2C3C}" type="pres">
      <dgm:prSet presAssocID="{47EE69DD-4F99-44D7-A9D9-E54F9DD9B9E8}" presName="spaceBetweenRectangles" presStyleCnt="0"/>
      <dgm:spPr/>
    </dgm:pt>
    <dgm:pt modelId="{9850B8A0-24F5-4D2E-A48B-167D6CC5983C}" type="pres">
      <dgm:prSet presAssocID="{305202EB-D58B-497E-9C0A-D2E8618B600C}" presName="parentLin" presStyleCnt="0"/>
      <dgm:spPr/>
    </dgm:pt>
    <dgm:pt modelId="{6BA10B8E-40E9-4D06-887D-13D208188A2C}" type="pres">
      <dgm:prSet presAssocID="{305202EB-D58B-497E-9C0A-D2E8618B600C}" presName="parentLeftMargin" presStyleLbl="node1" presStyleIdx="0" presStyleCnt="4"/>
      <dgm:spPr/>
    </dgm:pt>
    <dgm:pt modelId="{573FD306-0989-42F1-B20C-E83AEE75B1BF}" type="pres">
      <dgm:prSet presAssocID="{305202EB-D58B-497E-9C0A-D2E8618B600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80B16C-446B-4D10-9377-7FA55B3F32D4}" type="pres">
      <dgm:prSet presAssocID="{305202EB-D58B-497E-9C0A-D2E8618B600C}" presName="negativeSpace" presStyleCnt="0"/>
      <dgm:spPr/>
    </dgm:pt>
    <dgm:pt modelId="{D4B28208-9B15-45D8-92B5-89CCF1B07960}" type="pres">
      <dgm:prSet presAssocID="{305202EB-D58B-497E-9C0A-D2E8618B600C}" presName="childText" presStyleLbl="conFgAcc1" presStyleIdx="1" presStyleCnt="4">
        <dgm:presLayoutVars>
          <dgm:bulletEnabled val="1"/>
        </dgm:presLayoutVars>
      </dgm:prSet>
      <dgm:spPr/>
    </dgm:pt>
    <dgm:pt modelId="{E4560C55-FA3C-4EE1-9D21-B58456CEA88B}" type="pres">
      <dgm:prSet presAssocID="{B5E55D79-D29E-4983-8C22-3BDA846757BD}" presName="spaceBetweenRectangles" presStyleCnt="0"/>
      <dgm:spPr/>
    </dgm:pt>
    <dgm:pt modelId="{95C8EE26-FC84-4912-A447-10F1623C67D6}" type="pres">
      <dgm:prSet presAssocID="{9444C7AA-C0B3-4139-8034-A5F70DB750B7}" presName="parentLin" presStyleCnt="0"/>
      <dgm:spPr/>
    </dgm:pt>
    <dgm:pt modelId="{86B6F6D4-DB3F-4A1C-B355-FAEE5808C2AA}" type="pres">
      <dgm:prSet presAssocID="{9444C7AA-C0B3-4139-8034-A5F70DB750B7}" presName="parentLeftMargin" presStyleLbl="node1" presStyleIdx="1" presStyleCnt="4"/>
      <dgm:spPr/>
    </dgm:pt>
    <dgm:pt modelId="{8A2D0771-56CE-4532-8332-38AD4DF70B8D}" type="pres">
      <dgm:prSet presAssocID="{9444C7AA-C0B3-4139-8034-A5F70DB750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79B4B3-7D13-4053-8C91-B90C3E3A9722}" type="pres">
      <dgm:prSet presAssocID="{9444C7AA-C0B3-4139-8034-A5F70DB750B7}" presName="negativeSpace" presStyleCnt="0"/>
      <dgm:spPr/>
    </dgm:pt>
    <dgm:pt modelId="{E1ECF5EF-5155-423F-BD54-E77056947CB8}" type="pres">
      <dgm:prSet presAssocID="{9444C7AA-C0B3-4139-8034-A5F70DB750B7}" presName="childText" presStyleLbl="conFgAcc1" presStyleIdx="2" presStyleCnt="4">
        <dgm:presLayoutVars>
          <dgm:bulletEnabled val="1"/>
        </dgm:presLayoutVars>
      </dgm:prSet>
      <dgm:spPr/>
    </dgm:pt>
    <dgm:pt modelId="{BED6EE57-DDF0-4062-BBE1-CB56127B248C}" type="pres">
      <dgm:prSet presAssocID="{F6373635-4F23-4A29-8528-76E1FA1A3867}" presName="spaceBetweenRectangles" presStyleCnt="0"/>
      <dgm:spPr/>
    </dgm:pt>
    <dgm:pt modelId="{A9679DA7-0C41-4976-866D-96B02C8A430D}" type="pres">
      <dgm:prSet presAssocID="{A5BD45C6-3A7E-4673-AD55-64C4EA1F3CFE}" presName="parentLin" presStyleCnt="0"/>
      <dgm:spPr/>
    </dgm:pt>
    <dgm:pt modelId="{D81E3A58-5A66-4C07-B302-0B96E6F23201}" type="pres">
      <dgm:prSet presAssocID="{A5BD45C6-3A7E-4673-AD55-64C4EA1F3CFE}" presName="parentLeftMargin" presStyleLbl="node1" presStyleIdx="2" presStyleCnt="4"/>
      <dgm:spPr/>
    </dgm:pt>
    <dgm:pt modelId="{D668401C-9146-4F8D-A815-3A6D535BDB52}" type="pres">
      <dgm:prSet presAssocID="{A5BD45C6-3A7E-4673-AD55-64C4EA1F3CF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C89B275-57BE-41C6-9823-F123D7B21941}" type="pres">
      <dgm:prSet presAssocID="{A5BD45C6-3A7E-4673-AD55-64C4EA1F3CFE}" presName="negativeSpace" presStyleCnt="0"/>
      <dgm:spPr/>
    </dgm:pt>
    <dgm:pt modelId="{3AAC85BE-AD7D-4B47-BDD8-4D8435B2F7F4}" type="pres">
      <dgm:prSet presAssocID="{A5BD45C6-3A7E-4673-AD55-64C4EA1F3CF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BAF4907-529E-4719-BC0C-023F0979022F}" srcId="{9444C7AA-C0B3-4139-8034-A5F70DB750B7}" destId="{0459E68F-BE96-4E99-8F20-69205854C0B0}" srcOrd="2" destOrd="0" parTransId="{10DDFC22-9991-4B25-A14E-786B4778033D}" sibTransId="{82990A3A-B738-4F0E-805C-BD5349EC3D9F}"/>
    <dgm:cxn modelId="{174B7807-578F-4917-B2A5-8E2EA5893988}" srcId="{97196347-58F1-42A7-B6FA-797963859059}" destId="{9444C7AA-C0B3-4139-8034-A5F70DB750B7}" srcOrd="2" destOrd="0" parTransId="{962CE031-E418-42B2-B9EA-6BBF4AF8ABE5}" sibTransId="{F6373635-4F23-4A29-8528-76E1FA1A3867}"/>
    <dgm:cxn modelId="{D23E4B0A-3F4C-40CA-9882-55969B03ACB0}" srcId="{305202EB-D58B-497E-9C0A-D2E8618B600C}" destId="{1E32C4BB-F9A7-4B4E-A7B6-EC5040059E94}" srcOrd="0" destOrd="0" parTransId="{82293F85-8CF8-42C9-BA2E-9F4EDA24D714}" sibTransId="{6002B2DA-925B-4D71-A5F2-BEBE2A7A5A6B}"/>
    <dgm:cxn modelId="{9D9B6A15-A738-43AB-ADA6-819ED1C5F33F}" type="presOf" srcId="{8EDDB172-2708-486B-A1FB-002CBB676ABE}" destId="{02BB97F4-67C6-4879-96F0-62F013BE03A5}" srcOrd="0" destOrd="0" presId="urn:microsoft.com/office/officeart/2005/8/layout/list1"/>
    <dgm:cxn modelId="{DE83B917-35BD-4CE5-9F9F-298BFB351789}" type="presOf" srcId="{97196347-58F1-42A7-B6FA-797963859059}" destId="{6DCFFBB8-A797-4BC8-8DA3-85A375FE961A}" srcOrd="0" destOrd="0" presId="urn:microsoft.com/office/officeart/2005/8/layout/list1"/>
    <dgm:cxn modelId="{894B073C-6B73-4EC8-8CC7-EE2D2E4E4680}" type="presOf" srcId="{A5BD45C6-3A7E-4673-AD55-64C4EA1F3CFE}" destId="{D81E3A58-5A66-4C07-B302-0B96E6F23201}" srcOrd="0" destOrd="0" presId="urn:microsoft.com/office/officeart/2005/8/layout/list1"/>
    <dgm:cxn modelId="{F684083E-16F3-4FB0-B520-E7EC307710AA}" type="presOf" srcId="{10D458DE-EF0C-4604-8D29-725F1149257B}" destId="{63B94DE3-CB32-45C7-A2AA-17FE6475BE77}" srcOrd="1" destOrd="0" presId="urn:microsoft.com/office/officeart/2005/8/layout/list1"/>
    <dgm:cxn modelId="{1BD92066-457A-43C1-B340-5147DF4380C1}" type="presOf" srcId="{305202EB-D58B-497E-9C0A-D2E8618B600C}" destId="{573FD306-0989-42F1-B20C-E83AEE75B1BF}" srcOrd="1" destOrd="0" presId="urn:microsoft.com/office/officeart/2005/8/layout/list1"/>
    <dgm:cxn modelId="{AAF0DC67-E6AC-48C7-8518-27EDCABBC337}" srcId="{97196347-58F1-42A7-B6FA-797963859059}" destId="{10D458DE-EF0C-4604-8D29-725F1149257B}" srcOrd="0" destOrd="0" parTransId="{99865902-9744-4853-8DFE-6554BCD6A6B1}" sibTransId="{47EE69DD-4F99-44D7-A9D9-E54F9DD9B9E8}"/>
    <dgm:cxn modelId="{B398AD6E-9A3D-4A28-8749-520D2ADE5855}" type="presOf" srcId="{10D458DE-EF0C-4604-8D29-725F1149257B}" destId="{8A5F6DB7-50E9-4ED3-81CF-7A563D6CFD33}" srcOrd="0" destOrd="0" presId="urn:microsoft.com/office/officeart/2005/8/layout/list1"/>
    <dgm:cxn modelId="{2302A056-CB82-4FAE-AA7C-B5364B4AD547}" srcId="{10D458DE-EF0C-4604-8D29-725F1149257B}" destId="{8EDDB172-2708-486B-A1FB-002CBB676ABE}" srcOrd="0" destOrd="0" parTransId="{FCBCB011-291D-423B-881F-CD14FAEE185B}" sibTransId="{E71C4809-7139-486A-B59C-55A876A9833F}"/>
    <dgm:cxn modelId="{12E5BA77-DE40-4DB7-8893-A52DA5D8935D}" type="presOf" srcId="{C4BCC0D4-FC55-433F-9194-A510F0B380DC}" destId="{3AAC85BE-AD7D-4B47-BDD8-4D8435B2F7F4}" srcOrd="0" destOrd="1" presId="urn:microsoft.com/office/officeart/2005/8/layout/list1"/>
    <dgm:cxn modelId="{3A86327D-74F5-4AE2-BEF8-06F4277A4735}" srcId="{97196347-58F1-42A7-B6FA-797963859059}" destId="{A5BD45C6-3A7E-4673-AD55-64C4EA1F3CFE}" srcOrd="3" destOrd="0" parTransId="{7BF532C4-85FB-4CCB-8782-CA9BAB0E8C3B}" sibTransId="{820CEC5D-A2CE-4EE4-A1B8-514B35181AA1}"/>
    <dgm:cxn modelId="{72B28A81-17AC-4DFD-B072-A0AFF60A92ED}" srcId="{A5BD45C6-3A7E-4673-AD55-64C4EA1F3CFE}" destId="{81FD948B-B815-4187-9D69-B7DA62A509A1}" srcOrd="0" destOrd="0" parTransId="{E8BFEABC-B081-461C-B914-982592DD31C2}" sibTransId="{70DEACD5-598C-47BC-8EC9-283F7E796C3A}"/>
    <dgm:cxn modelId="{018D4983-6539-4E40-A630-AA7D7CCEB03C}" srcId="{9444C7AA-C0B3-4139-8034-A5F70DB750B7}" destId="{23CBC7DA-754E-476C-9A1A-8432BAEBD868}" srcOrd="0" destOrd="0" parTransId="{694DE2CD-5987-4587-A06F-25DD7D09E382}" sibTransId="{A19E08F6-D10F-452D-93D3-3817FAFE6D63}"/>
    <dgm:cxn modelId="{D56C718A-900A-4140-835F-0E192148C243}" type="presOf" srcId="{23CBC7DA-754E-476C-9A1A-8432BAEBD868}" destId="{E1ECF5EF-5155-423F-BD54-E77056947CB8}" srcOrd="0" destOrd="0" presId="urn:microsoft.com/office/officeart/2005/8/layout/list1"/>
    <dgm:cxn modelId="{EFC28D8A-537C-4320-BA6F-5A318C7C31B5}" srcId="{97196347-58F1-42A7-B6FA-797963859059}" destId="{305202EB-D58B-497E-9C0A-D2E8618B600C}" srcOrd="1" destOrd="0" parTransId="{7BBFCA59-86E3-46EB-A3B3-55C4C777418E}" sibTransId="{B5E55D79-D29E-4983-8C22-3BDA846757BD}"/>
    <dgm:cxn modelId="{BC3FD58B-E0CB-4CA9-B972-8876F98AF0D2}" type="presOf" srcId="{A5A73C7F-13F9-40AA-BA44-649E472A97AC}" destId="{E1ECF5EF-5155-423F-BD54-E77056947CB8}" srcOrd="0" destOrd="1" presId="urn:microsoft.com/office/officeart/2005/8/layout/list1"/>
    <dgm:cxn modelId="{5B31AA9E-2978-45AE-9F74-375C8003BCF2}" type="presOf" srcId="{0459E68F-BE96-4E99-8F20-69205854C0B0}" destId="{E1ECF5EF-5155-423F-BD54-E77056947CB8}" srcOrd="0" destOrd="2" presId="urn:microsoft.com/office/officeart/2005/8/layout/list1"/>
    <dgm:cxn modelId="{B9A31B9F-48A5-46E8-B1D5-4427ED717489}" type="presOf" srcId="{E5AE94E9-1CE6-493F-A6E7-887AFFA63CA9}" destId="{D4B28208-9B15-45D8-92B5-89CCF1B07960}" srcOrd="0" destOrd="1" presId="urn:microsoft.com/office/officeart/2005/8/layout/list1"/>
    <dgm:cxn modelId="{CDA61CA4-36F0-475F-A928-6115B3DA42D7}" srcId="{305202EB-D58B-497E-9C0A-D2E8618B600C}" destId="{E5AE94E9-1CE6-493F-A6E7-887AFFA63CA9}" srcOrd="1" destOrd="0" parTransId="{36BD5538-72A7-4114-A70C-A3D821F8FDD7}" sibTransId="{B2D53EA2-7605-4109-B762-BB0DBE7BD2EB}"/>
    <dgm:cxn modelId="{F1DE3CA7-8017-4EB2-9392-D37B65129E8B}" type="presOf" srcId="{9444C7AA-C0B3-4139-8034-A5F70DB750B7}" destId="{86B6F6D4-DB3F-4A1C-B355-FAEE5808C2AA}" srcOrd="0" destOrd="0" presId="urn:microsoft.com/office/officeart/2005/8/layout/list1"/>
    <dgm:cxn modelId="{E92DBBAE-4AFE-4B8A-8D3A-E84600648671}" type="presOf" srcId="{9444C7AA-C0B3-4139-8034-A5F70DB750B7}" destId="{8A2D0771-56CE-4532-8332-38AD4DF70B8D}" srcOrd="1" destOrd="0" presId="urn:microsoft.com/office/officeart/2005/8/layout/list1"/>
    <dgm:cxn modelId="{CD6C6BBE-8D58-4DC4-AFF0-8EF6B427727E}" type="presOf" srcId="{81FD948B-B815-4187-9D69-B7DA62A509A1}" destId="{3AAC85BE-AD7D-4B47-BDD8-4D8435B2F7F4}" srcOrd="0" destOrd="0" presId="urn:microsoft.com/office/officeart/2005/8/layout/list1"/>
    <dgm:cxn modelId="{4D89B4C1-241A-44E8-8839-3AA17AC0C5AB}" type="presOf" srcId="{9DD37902-55ED-47BB-B8B8-2147A72DC288}" destId="{D4B28208-9B15-45D8-92B5-89CCF1B07960}" srcOrd="0" destOrd="2" presId="urn:microsoft.com/office/officeart/2005/8/layout/list1"/>
    <dgm:cxn modelId="{37ACEFD7-75CF-4A13-A715-86C5740D3286}" type="presOf" srcId="{1E32C4BB-F9A7-4B4E-A7B6-EC5040059E94}" destId="{D4B28208-9B15-45D8-92B5-89CCF1B07960}" srcOrd="0" destOrd="0" presId="urn:microsoft.com/office/officeart/2005/8/layout/list1"/>
    <dgm:cxn modelId="{2AE7FEDD-C02D-4613-8B83-2BFC9E2EAAA0}" srcId="{9444C7AA-C0B3-4139-8034-A5F70DB750B7}" destId="{A5A73C7F-13F9-40AA-BA44-649E472A97AC}" srcOrd="1" destOrd="0" parTransId="{10D64751-138E-422D-917F-081580F8A912}" sibTransId="{C9C2D84B-7287-486B-B8F2-B317E3367642}"/>
    <dgm:cxn modelId="{12B234DE-D0BA-4419-909F-8DE2849CD335}" type="presOf" srcId="{A5BD45C6-3A7E-4673-AD55-64C4EA1F3CFE}" destId="{D668401C-9146-4F8D-A815-3A6D535BDB52}" srcOrd="1" destOrd="0" presId="urn:microsoft.com/office/officeart/2005/8/layout/list1"/>
    <dgm:cxn modelId="{ECB4F9E4-1B8C-46B7-90A6-1076445FDE8A}" srcId="{A5BD45C6-3A7E-4673-AD55-64C4EA1F3CFE}" destId="{C4BCC0D4-FC55-433F-9194-A510F0B380DC}" srcOrd="1" destOrd="0" parTransId="{C1F0C650-034A-492D-8E79-9CE444F3828B}" sibTransId="{83960FAA-3B57-40DC-A500-BBC6961FD33C}"/>
    <dgm:cxn modelId="{08A22FEC-FD41-4E2F-8567-9C8B72125933}" type="presOf" srcId="{305202EB-D58B-497E-9C0A-D2E8618B600C}" destId="{6BA10B8E-40E9-4D06-887D-13D208188A2C}" srcOrd="0" destOrd="0" presId="urn:microsoft.com/office/officeart/2005/8/layout/list1"/>
    <dgm:cxn modelId="{8B7163FF-403B-4219-BD97-D2AD82AAD0A2}" srcId="{305202EB-D58B-497E-9C0A-D2E8618B600C}" destId="{9DD37902-55ED-47BB-B8B8-2147A72DC288}" srcOrd="2" destOrd="0" parTransId="{F37A4D95-E176-4C8A-84B3-17FAE3072EE3}" sibTransId="{E0195681-91FF-4419-9DFD-C82F87879606}"/>
    <dgm:cxn modelId="{51E7A536-2746-4AE6-8627-D620268057AD}" type="presParOf" srcId="{6DCFFBB8-A797-4BC8-8DA3-85A375FE961A}" destId="{B6F70B23-D89F-4EC0-9B7A-0A8F2EA2BCD8}" srcOrd="0" destOrd="0" presId="urn:microsoft.com/office/officeart/2005/8/layout/list1"/>
    <dgm:cxn modelId="{77B00EDB-9B55-4B6D-8C32-66A98C386C97}" type="presParOf" srcId="{B6F70B23-D89F-4EC0-9B7A-0A8F2EA2BCD8}" destId="{8A5F6DB7-50E9-4ED3-81CF-7A563D6CFD33}" srcOrd="0" destOrd="0" presId="urn:microsoft.com/office/officeart/2005/8/layout/list1"/>
    <dgm:cxn modelId="{92AF7970-91BC-4EAF-8201-3A4F36068378}" type="presParOf" srcId="{B6F70B23-D89F-4EC0-9B7A-0A8F2EA2BCD8}" destId="{63B94DE3-CB32-45C7-A2AA-17FE6475BE77}" srcOrd="1" destOrd="0" presId="urn:microsoft.com/office/officeart/2005/8/layout/list1"/>
    <dgm:cxn modelId="{707E3B49-06C0-4A56-A850-E778B1460EC2}" type="presParOf" srcId="{6DCFFBB8-A797-4BC8-8DA3-85A375FE961A}" destId="{58068B68-C959-499A-8ABF-64CADFB30FDE}" srcOrd="1" destOrd="0" presId="urn:microsoft.com/office/officeart/2005/8/layout/list1"/>
    <dgm:cxn modelId="{BDA8FC12-E0D2-4A88-880B-303138A505AF}" type="presParOf" srcId="{6DCFFBB8-A797-4BC8-8DA3-85A375FE961A}" destId="{02BB97F4-67C6-4879-96F0-62F013BE03A5}" srcOrd="2" destOrd="0" presId="urn:microsoft.com/office/officeart/2005/8/layout/list1"/>
    <dgm:cxn modelId="{3917C5AE-C091-49B6-874B-E22304ED8D51}" type="presParOf" srcId="{6DCFFBB8-A797-4BC8-8DA3-85A375FE961A}" destId="{BB79C546-B7B3-4E89-9738-810A359B2C3C}" srcOrd="3" destOrd="0" presId="urn:microsoft.com/office/officeart/2005/8/layout/list1"/>
    <dgm:cxn modelId="{29539979-46FB-48D5-968B-535B385C4440}" type="presParOf" srcId="{6DCFFBB8-A797-4BC8-8DA3-85A375FE961A}" destId="{9850B8A0-24F5-4D2E-A48B-167D6CC5983C}" srcOrd="4" destOrd="0" presId="urn:microsoft.com/office/officeart/2005/8/layout/list1"/>
    <dgm:cxn modelId="{13531B23-737D-48DC-9F6F-FFC2630E131B}" type="presParOf" srcId="{9850B8A0-24F5-4D2E-A48B-167D6CC5983C}" destId="{6BA10B8E-40E9-4D06-887D-13D208188A2C}" srcOrd="0" destOrd="0" presId="urn:microsoft.com/office/officeart/2005/8/layout/list1"/>
    <dgm:cxn modelId="{D0A2DD2D-8605-4FC7-BEDE-627F9168D02A}" type="presParOf" srcId="{9850B8A0-24F5-4D2E-A48B-167D6CC5983C}" destId="{573FD306-0989-42F1-B20C-E83AEE75B1BF}" srcOrd="1" destOrd="0" presId="urn:microsoft.com/office/officeart/2005/8/layout/list1"/>
    <dgm:cxn modelId="{1CB84A66-1CDE-4E26-B19F-A4B410ABAE45}" type="presParOf" srcId="{6DCFFBB8-A797-4BC8-8DA3-85A375FE961A}" destId="{1280B16C-446B-4D10-9377-7FA55B3F32D4}" srcOrd="5" destOrd="0" presId="urn:microsoft.com/office/officeart/2005/8/layout/list1"/>
    <dgm:cxn modelId="{CF69919C-5E3B-44EE-928A-A5A9A0E29F61}" type="presParOf" srcId="{6DCFFBB8-A797-4BC8-8DA3-85A375FE961A}" destId="{D4B28208-9B15-45D8-92B5-89CCF1B07960}" srcOrd="6" destOrd="0" presId="urn:microsoft.com/office/officeart/2005/8/layout/list1"/>
    <dgm:cxn modelId="{E12FD979-CB2A-4F6A-BE78-AEA05F12E373}" type="presParOf" srcId="{6DCFFBB8-A797-4BC8-8DA3-85A375FE961A}" destId="{E4560C55-FA3C-4EE1-9D21-B58456CEA88B}" srcOrd="7" destOrd="0" presId="urn:microsoft.com/office/officeart/2005/8/layout/list1"/>
    <dgm:cxn modelId="{D034C949-7185-4C13-8F6F-106805DEF311}" type="presParOf" srcId="{6DCFFBB8-A797-4BC8-8DA3-85A375FE961A}" destId="{95C8EE26-FC84-4912-A447-10F1623C67D6}" srcOrd="8" destOrd="0" presId="urn:microsoft.com/office/officeart/2005/8/layout/list1"/>
    <dgm:cxn modelId="{E86D8622-17D1-4613-855D-23465CF34248}" type="presParOf" srcId="{95C8EE26-FC84-4912-A447-10F1623C67D6}" destId="{86B6F6D4-DB3F-4A1C-B355-FAEE5808C2AA}" srcOrd="0" destOrd="0" presId="urn:microsoft.com/office/officeart/2005/8/layout/list1"/>
    <dgm:cxn modelId="{3EE628DC-21C2-4A21-845C-0C5FEF4BF47C}" type="presParOf" srcId="{95C8EE26-FC84-4912-A447-10F1623C67D6}" destId="{8A2D0771-56CE-4532-8332-38AD4DF70B8D}" srcOrd="1" destOrd="0" presId="urn:microsoft.com/office/officeart/2005/8/layout/list1"/>
    <dgm:cxn modelId="{E6166F04-0FEC-415B-94D2-67BCE10972DD}" type="presParOf" srcId="{6DCFFBB8-A797-4BC8-8DA3-85A375FE961A}" destId="{6D79B4B3-7D13-4053-8C91-B90C3E3A9722}" srcOrd="9" destOrd="0" presId="urn:microsoft.com/office/officeart/2005/8/layout/list1"/>
    <dgm:cxn modelId="{61312372-7EE4-4E2D-B46D-74D9A6A5992C}" type="presParOf" srcId="{6DCFFBB8-A797-4BC8-8DA3-85A375FE961A}" destId="{E1ECF5EF-5155-423F-BD54-E77056947CB8}" srcOrd="10" destOrd="0" presId="urn:microsoft.com/office/officeart/2005/8/layout/list1"/>
    <dgm:cxn modelId="{1DFD241B-D648-43CA-BAF0-2C51149DF446}" type="presParOf" srcId="{6DCFFBB8-A797-4BC8-8DA3-85A375FE961A}" destId="{BED6EE57-DDF0-4062-BBE1-CB56127B248C}" srcOrd="11" destOrd="0" presId="urn:microsoft.com/office/officeart/2005/8/layout/list1"/>
    <dgm:cxn modelId="{FF51E7A7-8F48-4D83-9C1D-4D0435A80B32}" type="presParOf" srcId="{6DCFFBB8-A797-4BC8-8DA3-85A375FE961A}" destId="{A9679DA7-0C41-4976-866D-96B02C8A430D}" srcOrd="12" destOrd="0" presId="urn:microsoft.com/office/officeart/2005/8/layout/list1"/>
    <dgm:cxn modelId="{0F0B8477-3DFA-44F9-81FE-BEC31D51AB37}" type="presParOf" srcId="{A9679DA7-0C41-4976-866D-96B02C8A430D}" destId="{D81E3A58-5A66-4C07-B302-0B96E6F23201}" srcOrd="0" destOrd="0" presId="urn:microsoft.com/office/officeart/2005/8/layout/list1"/>
    <dgm:cxn modelId="{9843E282-4679-4A45-A577-AB97DE1F8541}" type="presParOf" srcId="{A9679DA7-0C41-4976-866D-96B02C8A430D}" destId="{D668401C-9146-4F8D-A815-3A6D535BDB52}" srcOrd="1" destOrd="0" presId="urn:microsoft.com/office/officeart/2005/8/layout/list1"/>
    <dgm:cxn modelId="{4F564DC2-DE15-48E4-A1B4-AC6F356D4C4C}" type="presParOf" srcId="{6DCFFBB8-A797-4BC8-8DA3-85A375FE961A}" destId="{BC89B275-57BE-41C6-9823-F123D7B21941}" srcOrd="13" destOrd="0" presId="urn:microsoft.com/office/officeart/2005/8/layout/list1"/>
    <dgm:cxn modelId="{7D37A978-0084-46C6-A7D1-C959BE4FB1BB}" type="presParOf" srcId="{6DCFFBB8-A797-4BC8-8DA3-85A375FE961A}" destId="{3AAC85BE-AD7D-4B47-BDD8-4D8435B2F7F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703836E1-0E20-4491-BB6A-3522C848869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80CFED36-681C-41BE-B449-C76085BBF03B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python-bitcoinlib</a:t>
          </a:r>
          <a:endParaRPr lang="tr-TR"/>
        </a:p>
      </dgm:t>
    </dgm:pt>
    <dgm:pt modelId="{81BD65D2-0D34-4407-B9AB-6163213CBD39}" type="parTrans" cxnId="{F88BE29C-D8C7-4555-9644-78B8F22AC85F}">
      <dgm:prSet/>
      <dgm:spPr/>
      <dgm:t>
        <a:bodyPr/>
        <a:lstStyle/>
        <a:p>
          <a:endParaRPr lang="tr-TR"/>
        </a:p>
      </dgm:t>
    </dgm:pt>
    <dgm:pt modelId="{7D5BC25D-25ED-4671-88B2-823111F0CDA2}" type="sibTrans" cxnId="{F88BE29C-D8C7-4555-9644-78B8F22AC85F}">
      <dgm:prSet/>
      <dgm:spPr/>
      <dgm:t>
        <a:bodyPr/>
        <a:lstStyle/>
        <a:p>
          <a:endParaRPr lang="tr-TR"/>
        </a:p>
      </dgm:t>
    </dgm:pt>
    <dgm:pt modelId="{567760C3-F947-45C5-A46C-A60DEE7EE99F}">
      <dgm:prSet/>
      <dgm:spPr/>
      <dgm:t>
        <a:bodyPr/>
        <a:lstStyle/>
        <a:p>
          <a:r>
            <a:rPr lang="en-US"/>
            <a:t>A Python bitcoin library, consensus library, and node by Peter Todd</a:t>
          </a:r>
          <a:endParaRPr lang="tr-TR"/>
        </a:p>
      </dgm:t>
    </dgm:pt>
    <dgm:pt modelId="{0E76CEBC-E49E-4B4C-AED6-03EA7FB2DC66}" type="parTrans" cxnId="{33F95D5A-16A6-4645-B9E9-36990FBF14A7}">
      <dgm:prSet/>
      <dgm:spPr/>
      <dgm:t>
        <a:bodyPr/>
        <a:lstStyle/>
        <a:p>
          <a:endParaRPr lang="tr-TR"/>
        </a:p>
      </dgm:t>
    </dgm:pt>
    <dgm:pt modelId="{52765BC1-4D51-4102-8F30-1C94B459C97B}" type="sibTrans" cxnId="{33F95D5A-16A6-4645-B9E9-36990FBF14A7}">
      <dgm:prSet/>
      <dgm:spPr/>
      <dgm:t>
        <a:bodyPr/>
        <a:lstStyle/>
        <a:p>
          <a:endParaRPr lang="tr-TR"/>
        </a:p>
      </dgm:t>
    </dgm:pt>
    <dgm:pt modelId="{291957D1-F60E-4B47-AEFB-AE9271561D74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2"/>
            </a:rPr>
            <a:t>pycoin</a:t>
          </a:r>
          <a:endParaRPr lang="tr-TR"/>
        </a:p>
      </dgm:t>
    </dgm:pt>
    <dgm:pt modelId="{C4FDD556-9B62-4F01-ACE7-0E9D82A38D8F}" type="parTrans" cxnId="{2D809AFF-561D-4DF9-AACE-15DF71511D4F}">
      <dgm:prSet/>
      <dgm:spPr/>
      <dgm:t>
        <a:bodyPr/>
        <a:lstStyle/>
        <a:p>
          <a:endParaRPr lang="tr-TR"/>
        </a:p>
      </dgm:t>
    </dgm:pt>
    <dgm:pt modelId="{F70989D3-0254-4D18-BE4C-9FE63D5577A0}" type="sibTrans" cxnId="{2D809AFF-561D-4DF9-AACE-15DF71511D4F}">
      <dgm:prSet/>
      <dgm:spPr/>
      <dgm:t>
        <a:bodyPr/>
        <a:lstStyle/>
        <a:p>
          <a:endParaRPr lang="tr-TR"/>
        </a:p>
      </dgm:t>
    </dgm:pt>
    <dgm:pt modelId="{6DE6788A-C8DD-4FE4-8A1A-48F36AA3B3EF}">
      <dgm:prSet/>
      <dgm:spPr/>
      <dgm:t>
        <a:bodyPr/>
        <a:lstStyle/>
        <a:p>
          <a:r>
            <a:rPr lang="en-US"/>
            <a:t>A Python bitcoin library by Richard Kiss</a:t>
          </a:r>
          <a:endParaRPr lang="tr-TR"/>
        </a:p>
      </dgm:t>
    </dgm:pt>
    <dgm:pt modelId="{9425EA40-9798-4AC8-AEF8-F3F306F8DC9E}" type="parTrans" cxnId="{FDF13803-1AD5-4845-8097-5AE622FE4682}">
      <dgm:prSet/>
      <dgm:spPr/>
      <dgm:t>
        <a:bodyPr/>
        <a:lstStyle/>
        <a:p>
          <a:endParaRPr lang="tr-TR"/>
        </a:p>
      </dgm:t>
    </dgm:pt>
    <dgm:pt modelId="{F5E91EE6-91B9-45D9-857A-082339E75F58}" type="sibTrans" cxnId="{FDF13803-1AD5-4845-8097-5AE622FE4682}">
      <dgm:prSet/>
      <dgm:spPr/>
      <dgm:t>
        <a:bodyPr/>
        <a:lstStyle/>
        <a:p>
          <a:endParaRPr lang="tr-TR"/>
        </a:p>
      </dgm:t>
    </dgm:pt>
    <dgm:pt modelId="{2E435E80-DCD2-4736-A3B4-26FC8A9ABE80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3"/>
            </a:rPr>
            <a:t>pybitcointools</a:t>
          </a:r>
          <a:endParaRPr lang="tr-TR"/>
        </a:p>
      </dgm:t>
    </dgm:pt>
    <dgm:pt modelId="{C747C7EC-0477-4870-ACE3-248EFD554927}" type="parTrans" cxnId="{59D86D72-2502-4D3D-BD4C-0031F013299E}">
      <dgm:prSet/>
      <dgm:spPr/>
      <dgm:t>
        <a:bodyPr/>
        <a:lstStyle/>
        <a:p>
          <a:endParaRPr lang="tr-TR"/>
        </a:p>
      </dgm:t>
    </dgm:pt>
    <dgm:pt modelId="{AB4E566E-93F3-4E97-917B-1EED0CF6D3EA}" type="sibTrans" cxnId="{59D86D72-2502-4D3D-BD4C-0031F013299E}">
      <dgm:prSet/>
      <dgm:spPr/>
      <dgm:t>
        <a:bodyPr/>
        <a:lstStyle/>
        <a:p>
          <a:endParaRPr lang="tr-TR"/>
        </a:p>
      </dgm:t>
    </dgm:pt>
    <dgm:pt modelId="{613A70AF-6179-4647-8A9E-F8A2691E4451}">
      <dgm:prSet/>
      <dgm:spPr/>
      <dgm:t>
        <a:bodyPr/>
        <a:lstStyle/>
        <a:p>
          <a:r>
            <a:rPr lang="en-US"/>
            <a:t>A Python bitcoin library by Vitalik Buterin</a:t>
          </a:r>
          <a:endParaRPr lang="tr-TR"/>
        </a:p>
      </dgm:t>
    </dgm:pt>
    <dgm:pt modelId="{F36B3B3C-DE7E-40C3-9D4D-A03DA7FE4EC9}" type="parTrans" cxnId="{5562B0EE-07F7-465F-8EFA-D84F37D8FCB5}">
      <dgm:prSet/>
      <dgm:spPr/>
      <dgm:t>
        <a:bodyPr/>
        <a:lstStyle/>
        <a:p>
          <a:endParaRPr lang="tr-TR"/>
        </a:p>
      </dgm:t>
    </dgm:pt>
    <dgm:pt modelId="{640C152D-1307-4F61-A08E-3C715B7D91CE}" type="sibTrans" cxnId="{5562B0EE-07F7-465F-8EFA-D84F37D8FCB5}">
      <dgm:prSet/>
      <dgm:spPr/>
      <dgm:t>
        <a:bodyPr/>
        <a:lstStyle/>
        <a:p>
          <a:endParaRPr lang="tr-TR"/>
        </a:p>
      </dgm:t>
    </dgm:pt>
    <dgm:pt modelId="{872EA8D1-60E2-4ADD-BBA5-F1269640A9D5}">
      <dgm:prSet/>
      <dgm:spPr/>
      <dgm:t>
        <a:bodyPr/>
        <a:lstStyle/>
        <a:p>
          <a:r>
            <a:rPr lang="tr-TR"/>
            <a:t>Notice: This library is not maintained anymore!</a:t>
          </a:r>
        </a:p>
      </dgm:t>
    </dgm:pt>
    <dgm:pt modelId="{22A6CC0E-5D82-4342-81E4-00BF6891A7EB}" type="parTrans" cxnId="{6A557772-6A6B-43C5-BAE3-2AD588539F7A}">
      <dgm:prSet/>
      <dgm:spPr/>
      <dgm:t>
        <a:bodyPr/>
        <a:lstStyle/>
        <a:p>
          <a:endParaRPr lang="tr-TR"/>
        </a:p>
      </dgm:t>
    </dgm:pt>
    <dgm:pt modelId="{ACD52588-361F-4E83-8A2D-4441409A1828}" type="sibTrans" cxnId="{6A557772-6A6B-43C5-BAE3-2AD588539F7A}">
      <dgm:prSet/>
      <dgm:spPr/>
      <dgm:t>
        <a:bodyPr/>
        <a:lstStyle/>
        <a:p>
          <a:endParaRPr lang="tr-TR"/>
        </a:p>
      </dgm:t>
    </dgm:pt>
    <dgm:pt modelId="{8C5C54D2-AA8F-4E77-A3B5-15814FFB49DA}" type="pres">
      <dgm:prSet presAssocID="{703836E1-0E20-4491-BB6A-3522C8488699}" presName="linear" presStyleCnt="0">
        <dgm:presLayoutVars>
          <dgm:dir/>
          <dgm:animLvl val="lvl"/>
          <dgm:resizeHandles val="exact"/>
        </dgm:presLayoutVars>
      </dgm:prSet>
      <dgm:spPr/>
    </dgm:pt>
    <dgm:pt modelId="{AE45EC4A-8B47-4097-98B5-5EA37482CE5C}" type="pres">
      <dgm:prSet presAssocID="{80CFED36-681C-41BE-B449-C76085BBF03B}" presName="parentLin" presStyleCnt="0"/>
      <dgm:spPr/>
    </dgm:pt>
    <dgm:pt modelId="{35B6067C-55F6-4B30-A59E-66EDCB1E5899}" type="pres">
      <dgm:prSet presAssocID="{80CFED36-681C-41BE-B449-C76085BBF03B}" presName="parentLeftMargin" presStyleLbl="node1" presStyleIdx="0" presStyleCnt="3"/>
      <dgm:spPr/>
    </dgm:pt>
    <dgm:pt modelId="{29044151-CF23-419C-A0FF-F6DB23FFA2CD}" type="pres">
      <dgm:prSet presAssocID="{80CFED36-681C-41BE-B449-C76085BBF0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2B3D2C-5C50-4CCA-AE7F-AACAC0975B44}" type="pres">
      <dgm:prSet presAssocID="{80CFED36-681C-41BE-B449-C76085BBF03B}" presName="negativeSpace" presStyleCnt="0"/>
      <dgm:spPr/>
    </dgm:pt>
    <dgm:pt modelId="{367D18D4-6085-43FD-BDCF-689C60143195}" type="pres">
      <dgm:prSet presAssocID="{80CFED36-681C-41BE-B449-C76085BBF03B}" presName="childText" presStyleLbl="conFgAcc1" presStyleIdx="0" presStyleCnt="3">
        <dgm:presLayoutVars>
          <dgm:bulletEnabled val="1"/>
        </dgm:presLayoutVars>
      </dgm:prSet>
      <dgm:spPr/>
    </dgm:pt>
    <dgm:pt modelId="{FC145FD1-D694-4548-A81C-24A3F0343DDF}" type="pres">
      <dgm:prSet presAssocID="{7D5BC25D-25ED-4671-88B2-823111F0CDA2}" presName="spaceBetweenRectangles" presStyleCnt="0"/>
      <dgm:spPr/>
    </dgm:pt>
    <dgm:pt modelId="{B3A5A4F9-6032-4E64-B960-A32229459C40}" type="pres">
      <dgm:prSet presAssocID="{291957D1-F60E-4B47-AEFB-AE9271561D74}" presName="parentLin" presStyleCnt="0"/>
      <dgm:spPr/>
    </dgm:pt>
    <dgm:pt modelId="{78D01364-EC38-4581-9811-9FB3196F7C9E}" type="pres">
      <dgm:prSet presAssocID="{291957D1-F60E-4B47-AEFB-AE9271561D74}" presName="parentLeftMargin" presStyleLbl="node1" presStyleIdx="0" presStyleCnt="3"/>
      <dgm:spPr/>
    </dgm:pt>
    <dgm:pt modelId="{C6DFDD73-2885-4BD6-905A-472F33EC9DF9}" type="pres">
      <dgm:prSet presAssocID="{291957D1-F60E-4B47-AEFB-AE9271561D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4ED413-8467-416D-A092-19BFF8FBAF3B}" type="pres">
      <dgm:prSet presAssocID="{291957D1-F60E-4B47-AEFB-AE9271561D74}" presName="negativeSpace" presStyleCnt="0"/>
      <dgm:spPr/>
    </dgm:pt>
    <dgm:pt modelId="{AB053FD0-5680-4840-8B66-8435401293BC}" type="pres">
      <dgm:prSet presAssocID="{291957D1-F60E-4B47-AEFB-AE9271561D74}" presName="childText" presStyleLbl="conFgAcc1" presStyleIdx="1" presStyleCnt="3">
        <dgm:presLayoutVars>
          <dgm:bulletEnabled val="1"/>
        </dgm:presLayoutVars>
      </dgm:prSet>
      <dgm:spPr/>
    </dgm:pt>
    <dgm:pt modelId="{3D991D1C-2D8E-44BE-A398-697EFD44B83E}" type="pres">
      <dgm:prSet presAssocID="{F70989D3-0254-4D18-BE4C-9FE63D5577A0}" presName="spaceBetweenRectangles" presStyleCnt="0"/>
      <dgm:spPr/>
    </dgm:pt>
    <dgm:pt modelId="{29889736-6DB2-4E86-B20E-A76DE7F13717}" type="pres">
      <dgm:prSet presAssocID="{2E435E80-DCD2-4736-A3B4-26FC8A9ABE80}" presName="parentLin" presStyleCnt="0"/>
      <dgm:spPr/>
    </dgm:pt>
    <dgm:pt modelId="{058BA79F-CF45-4C5B-994F-BAD9883C99D1}" type="pres">
      <dgm:prSet presAssocID="{2E435E80-DCD2-4736-A3B4-26FC8A9ABE80}" presName="parentLeftMargin" presStyleLbl="node1" presStyleIdx="1" presStyleCnt="3"/>
      <dgm:spPr/>
    </dgm:pt>
    <dgm:pt modelId="{4B8E6664-3BA5-4B50-B798-BBF5C1EF3CD8}" type="pres">
      <dgm:prSet presAssocID="{2E435E80-DCD2-4736-A3B4-26FC8A9ABE8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289F296-91F6-47BF-B9E8-731502C20EE1}" type="pres">
      <dgm:prSet presAssocID="{2E435E80-DCD2-4736-A3B4-26FC8A9ABE80}" presName="negativeSpace" presStyleCnt="0"/>
      <dgm:spPr/>
    </dgm:pt>
    <dgm:pt modelId="{04273C54-8C2C-4F5D-8427-37448110A0EC}" type="pres">
      <dgm:prSet presAssocID="{2E435E80-DCD2-4736-A3B4-26FC8A9ABE8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DF13803-1AD5-4845-8097-5AE622FE4682}" srcId="{291957D1-F60E-4B47-AEFB-AE9271561D74}" destId="{6DE6788A-C8DD-4FE4-8A1A-48F36AA3B3EF}" srcOrd="0" destOrd="0" parTransId="{9425EA40-9798-4AC8-AEF8-F3F306F8DC9E}" sibTransId="{F5E91EE6-91B9-45D9-857A-082339E75F58}"/>
    <dgm:cxn modelId="{9AABEE28-1D4C-4FE5-937B-4682DF002EE5}" type="presOf" srcId="{80CFED36-681C-41BE-B449-C76085BBF03B}" destId="{35B6067C-55F6-4B30-A59E-66EDCB1E5899}" srcOrd="0" destOrd="0" presId="urn:microsoft.com/office/officeart/2005/8/layout/list1"/>
    <dgm:cxn modelId="{2AF6BA6F-27B6-4032-A3D8-351DCF5677A9}" type="presOf" srcId="{567760C3-F947-45C5-A46C-A60DEE7EE99F}" destId="{367D18D4-6085-43FD-BDCF-689C60143195}" srcOrd="0" destOrd="0" presId="urn:microsoft.com/office/officeart/2005/8/layout/list1"/>
    <dgm:cxn modelId="{59D86D72-2502-4D3D-BD4C-0031F013299E}" srcId="{703836E1-0E20-4491-BB6A-3522C8488699}" destId="{2E435E80-DCD2-4736-A3B4-26FC8A9ABE80}" srcOrd="2" destOrd="0" parTransId="{C747C7EC-0477-4870-ACE3-248EFD554927}" sibTransId="{AB4E566E-93F3-4E97-917B-1EED0CF6D3EA}"/>
    <dgm:cxn modelId="{6A557772-6A6B-43C5-BAE3-2AD588539F7A}" srcId="{2E435E80-DCD2-4736-A3B4-26FC8A9ABE80}" destId="{872EA8D1-60E2-4ADD-BBA5-F1269640A9D5}" srcOrd="1" destOrd="0" parTransId="{22A6CC0E-5D82-4342-81E4-00BF6891A7EB}" sibTransId="{ACD52588-361F-4E83-8A2D-4441409A1828}"/>
    <dgm:cxn modelId="{33F95D5A-16A6-4645-B9E9-36990FBF14A7}" srcId="{80CFED36-681C-41BE-B449-C76085BBF03B}" destId="{567760C3-F947-45C5-A46C-A60DEE7EE99F}" srcOrd="0" destOrd="0" parTransId="{0E76CEBC-E49E-4B4C-AED6-03EA7FB2DC66}" sibTransId="{52765BC1-4D51-4102-8F30-1C94B459C97B}"/>
    <dgm:cxn modelId="{67FC2884-C71C-43CB-A52F-F5B1AB959794}" type="presOf" srcId="{2E435E80-DCD2-4736-A3B4-26FC8A9ABE80}" destId="{058BA79F-CF45-4C5B-994F-BAD9883C99D1}" srcOrd="0" destOrd="0" presId="urn:microsoft.com/office/officeart/2005/8/layout/list1"/>
    <dgm:cxn modelId="{F88BE29C-D8C7-4555-9644-78B8F22AC85F}" srcId="{703836E1-0E20-4491-BB6A-3522C8488699}" destId="{80CFED36-681C-41BE-B449-C76085BBF03B}" srcOrd="0" destOrd="0" parTransId="{81BD65D2-0D34-4407-B9AB-6163213CBD39}" sibTransId="{7D5BC25D-25ED-4671-88B2-823111F0CDA2}"/>
    <dgm:cxn modelId="{655063AC-67D9-4BFC-BBA0-724F459FCA56}" type="presOf" srcId="{80CFED36-681C-41BE-B449-C76085BBF03B}" destId="{29044151-CF23-419C-A0FF-F6DB23FFA2CD}" srcOrd="1" destOrd="0" presId="urn:microsoft.com/office/officeart/2005/8/layout/list1"/>
    <dgm:cxn modelId="{B28A84AD-0206-493F-955F-01225A7523CD}" type="presOf" srcId="{872EA8D1-60E2-4ADD-BBA5-F1269640A9D5}" destId="{04273C54-8C2C-4F5D-8427-37448110A0EC}" srcOrd="0" destOrd="1" presId="urn:microsoft.com/office/officeart/2005/8/layout/list1"/>
    <dgm:cxn modelId="{A1AF9DC2-F57A-4664-8F88-82F069216ACA}" type="presOf" srcId="{2E435E80-DCD2-4736-A3B4-26FC8A9ABE80}" destId="{4B8E6664-3BA5-4B50-B798-BBF5C1EF3CD8}" srcOrd="1" destOrd="0" presId="urn:microsoft.com/office/officeart/2005/8/layout/list1"/>
    <dgm:cxn modelId="{06506AD7-7EC0-4136-A293-9750F80ECE6B}" type="presOf" srcId="{291957D1-F60E-4B47-AEFB-AE9271561D74}" destId="{C6DFDD73-2885-4BD6-905A-472F33EC9DF9}" srcOrd="1" destOrd="0" presId="urn:microsoft.com/office/officeart/2005/8/layout/list1"/>
    <dgm:cxn modelId="{85ABB5DF-C770-4094-8475-1FBF18E945A7}" type="presOf" srcId="{613A70AF-6179-4647-8A9E-F8A2691E4451}" destId="{04273C54-8C2C-4F5D-8427-37448110A0EC}" srcOrd="0" destOrd="0" presId="urn:microsoft.com/office/officeart/2005/8/layout/list1"/>
    <dgm:cxn modelId="{C99A7BE4-5F7D-4F91-953E-9A2268C1241C}" type="presOf" srcId="{291957D1-F60E-4B47-AEFB-AE9271561D74}" destId="{78D01364-EC38-4581-9811-9FB3196F7C9E}" srcOrd="0" destOrd="0" presId="urn:microsoft.com/office/officeart/2005/8/layout/list1"/>
    <dgm:cxn modelId="{5562B0EE-07F7-465F-8EFA-D84F37D8FCB5}" srcId="{2E435E80-DCD2-4736-A3B4-26FC8A9ABE80}" destId="{613A70AF-6179-4647-8A9E-F8A2691E4451}" srcOrd="0" destOrd="0" parTransId="{F36B3B3C-DE7E-40C3-9D4D-A03DA7FE4EC9}" sibTransId="{640C152D-1307-4F61-A08E-3C715B7D91CE}"/>
    <dgm:cxn modelId="{01BDDBEE-7579-4004-84C8-6D2D70250B87}" type="presOf" srcId="{703836E1-0E20-4491-BB6A-3522C8488699}" destId="{8C5C54D2-AA8F-4E77-A3B5-15814FFB49DA}" srcOrd="0" destOrd="0" presId="urn:microsoft.com/office/officeart/2005/8/layout/list1"/>
    <dgm:cxn modelId="{ECEB9AF8-83D1-45C0-8511-3696A49AAFF9}" type="presOf" srcId="{6DE6788A-C8DD-4FE4-8A1A-48F36AA3B3EF}" destId="{AB053FD0-5680-4840-8B66-8435401293BC}" srcOrd="0" destOrd="0" presId="urn:microsoft.com/office/officeart/2005/8/layout/list1"/>
    <dgm:cxn modelId="{2D809AFF-561D-4DF9-AACE-15DF71511D4F}" srcId="{703836E1-0E20-4491-BB6A-3522C8488699}" destId="{291957D1-F60E-4B47-AEFB-AE9271561D74}" srcOrd="1" destOrd="0" parTransId="{C4FDD556-9B62-4F01-ACE7-0E9D82A38D8F}" sibTransId="{F70989D3-0254-4D18-BE4C-9FE63D5577A0}"/>
    <dgm:cxn modelId="{ABE30FDA-F4B9-4745-8AD5-8067DEE1779F}" type="presParOf" srcId="{8C5C54D2-AA8F-4E77-A3B5-15814FFB49DA}" destId="{AE45EC4A-8B47-4097-98B5-5EA37482CE5C}" srcOrd="0" destOrd="0" presId="urn:microsoft.com/office/officeart/2005/8/layout/list1"/>
    <dgm:cxn modelId="{F43AA362-5DA4-4718-9549-7AD3CCD4121C}" type="presParOf" srcId="{AE45EC4A-8B47-4097-98B5-5EA37482CE5C}" destId="{35B6067C-55F6-4B30-A59E-66EDCB1E5899}" srcOrd="0" destOrd="0" presId="urn:microsoft.com/office/officeart/2005/8/layout/list1"/>
    <dgm:cxn modelId="{740B72A1-E0B3-4A51-8237-ADBA434EE748}" type="presParOf" srcId="{AE45EC4A-8B47-4097-98B5-5EA37482CE5C}" destId="{29044151-CF23-419C-A0FF-F6DB23FFA2CD}" srcOrd="1" destOrd="0" presId="urn:microsoft.com/office/officeart/2005/8/layout/list1"/>
    <dgm:cxn modelId="{42095325-242C-41AB-99EF-310A395AA702}" type="presParOf" srcId="{8C5C54D2-AA8F-4E77-A3B5-15814FFB49DA}" destId="{862B3D2C-5C50-4CCA-AE7F-AACAC0975B44}" srcOrd="1" destOrd="0" presId="urn:microsoft.com/office/officeart/2005/8/layout/list1"/>
    <dgm:cxn modelId="{1018001C-A0AB-4AD3-A182-C67FF2AF2B4E}" type="presParOf" srcId="{8C5C54D2-AA8F-4E77-A3B5-15814FFB49DA}" destId="{367D18D4-6085-43FD-BDCF-689C60143195}" srcOrd="2" destOrd="0" presId="urn:microsoft.com/office/officeart/2005/8/layout/list1"/>
    <dgm:cxn modelId="{19D3FBDC-70D0-4AFA-9343-FCBE197AAD33}" type="presParOf" srcId="{8C5C54D2-AA8F-4E77-A3B5-15814FFB49DA}" destId="{FC145FD1-D694-4548-A81C-24A3F0343DDF}" srcOrd="3" destOrd="0" presId="urn:microsoft.com/office/officeart/2005/8/layout/list1"/>
    <dgm:cxn modelId="{C58D4194-5196-41E5-86FD-7E36BB73A441}" type="presParOf" srcId="{8C5C54D2-AA8F-4E77-A3B5-15814FFB49DA}" destId="{B3A5A4F9-6032-4E64-B960-A32229459C40}" srcOrd="4" destOrd="0" presId="urn:microsoft.com/office/officeart/2005/8/layout/list1"/>
    <dgm:cxn modelId="{DFCE8C38-1B97-46F0-A749-D9DE0941B2BA}" type="presParOf" srcId="{B3A5A4F9-6032-4E64-B960-A32229459C40}" destId="{78D01364-EC38-4581-9811-9FB3196F7C9E}" srcOrd="0" destOrd="0" presId="urn:microsoft.com/office/officeart/2005/8/layout/list1"/>
    <dgm:cxn modelId="{38959E7C-A644-46D7-AD7B-61F1A606986E}" type="presParOf" srcId="{B3A5A4F9-6032-4E64-B960-A32229459C40}" destId="{C6DFDD73-2885-4BD6-905A-472F33EC9DF9}" srcOrd="1" destOrd="0" presId="urn:microsoft.com/office/officeart/2005/8/layout/list1"/>
    <dgm:cxn modelId="{124CC9E7-175B-4484-AFCD-1BF4B445E221}" type="presParOf" srcId="{8C5C54D2-AA8F-4E77-A3B5-15814FFB49DA}" destId="{D34ED413-8467-416D-A092-19BFF8FBAF3B}" srcOrd="5" destOrd="0" presId="urn:microsoft.com/office/officeart/2005/8/layout/list1"/>
    <dgm:cxn modelId="{0A4F2C6D-5A58-45AD-8D8A-52E265B74DBF}" type="presParOf" srcId="{8C5C54D2-AA8F-4E77-A3B5-15814FFB49DA}" destId="{AB053FD0-5680-4840-8B66-8435401293BC}" srcOrd="6" destOrd="0" presId="urn:microsoft.com/office/officeart/2005/8/layout/list1"/>
    <dgm:cxn modelId="{4858DACD-1705-44A0-9AEC-85CDE5C757E9}" type="presParOf" srcId="{8C5C54D2-AA8F-4E77-A3B5-15814FFB49DA}" destId="{3D991D1C-2D8E-44BE-A398-697EFD44B83E}" srcOrd="7" destOrd="0" presId="urn:microsoft.com/office/officeart/2005/8/layout/list1"/>
    <dgm:cxn modelId="{5FDAF5F7-F731-405F-A247-D5B4C28F5576}" type="presParOf" srcId="{8C5C54D2-AA8F-4E77-A3B5-15814FFB49DA}" destId="{29889736-6DB2-4E86-B20E-A76DE7F13717}" srcOrd="8" destOrd="0" presId="urn:microsoft.com/office/officeart/2005/8/layout/list1"/>
    <dgm:cxn modelId="{B61C85D2-09E8-406B-91F8-6ED4692F766E}" type="presParOf" srcId="{29889736-6DB2-4E86-B20E-A76DE7F13717}" destId="{058BA79F-CF45-4C5B-994F-BAD9883C99D1}" srcOrd="0" destOrd="0" presId="urn:microsoft.com/office/officeart/2005/8/layout/list1"/>
    <dgm:cxn modelId="{7694C6E4-CAA9-462F-A779-8EB6A0C75677}" type="presParOf" srcId="{29889736-6DB2-4E86-B20E-A76DE7F13717}" destId="{4B8E6664-3BA5-4B50-B798-BBF5C1EF3CD8}" srcOrd="1" destOrd="0" presId="urn:microsoft.com/office/officeart/2005/8/layout/list1"/>
    <dgm:cxn modelId="{52422A8E-8171-49DB-B0BB-5E775ADFDFBB}" type="presParOf" srcId="{8C5C54D2-AA8F-4E77-A3B5-15814FFB49DA}" destId="{F289F296-91F6-47BF-B9E8-731502C20EE1}" srcOrd="9" destOrd="0" presId="urn:microsoft.com/office/officeart/2005/8/layout/list1"/>
    <dgm:cxn modelId="{FB3EE916-7AA5-41A5-B59F-14F622EFAAEC}" type="presParOf" srcId="{8C5C54D2-AA8F-4E77-A3B5-15814FFB49DA}" destId="{04273C54-8C2C-4F5D-8427-37448110A0E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89EC7FE7-162C-4F17-9F2A-2E831641327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460AF8AE-5761-4249-A77D-83327F6F5B1A}">
      <dgm:prSet/>
      <dgm:spPr/>
      <dgm:t>
        <a:bodyPr/>
        <a:lstStyle/>
        <a:p>
          <a:r>
            <a:rPr lang="tr-TR"/>
            <a:t>Ruby</a:t>
          </a:r>
        </a:p>
      </dgm:t>
    </dgm:pt>
    <dgm:pt modelId="{46A5A224-6333-4A0C-9AF6-C43E61F6EF49}" type="parTrans" cxnId="{D17E831B-7A2F-4803-9216-44E8DA0395AD}">
      <dgm:prSet/>
      <dgm:spPr/>
      <dgm:t>
        <a:bodyPr/>
        <a:lstStyle/>
        <a:p>
          <a:endParaRPr lang="tr-TR"/>
        </a:p>
      </dgm:t>
    </dgm:pt>
    <dgm:pt modelId="{349B5104-7E80-427D-A9DB-4AB9E372F249}" type="sibTrans" cxnId="{D17E831B-7A2F-4803-9216-44E8DA0395AD}">
      <dgm:prSet/>
      <dgm:spPr/>
      <dgm:t>
        <a:bodyPr/>
        <a:lstStyle/>
        <a:p>
          <a:endParaRPr lang="tr-TR"/>
        </a:p>
      </dgm:t>
    </dgm:pt>
    <dgm:pt modelId="{520C371F-4E5E-448C-BC8E-C204D446701C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bitcoin-client</a:t>
          </a:r>
          <a:endParaRPr lang="tr-TR"/>
        </a:p>
      </dgm:t>
    </dgm:pt>
    <dgm:pt modelId="{F3ED3BEB-5AE0-45A7-BD49-5E74DEF02448}" type="parTrans" cxnId="{0C1D16F8-91BF-4E82-979E-A2E652E4EFCE}">
      <dgm:prSet/>
      <dgm:spPr/>
      <dgm:t>
        <a:bodyPr/>
        <a:lstStyle/>
        <a:p>
          <a:endParaRPr lang="tr-TR"/>
        </a:p>
      </dgm:t>
    </dgm:pt>
    <dgm:pt modelId="{32B28E61-8E75-455A-A219-02466C8A38C8}" type="sibTrans" cxnId="{0C1D16F8-91BF-4E82-979E-A2E652E4EFCE}">
      <dgm:prSet/>
      <dgm:spPr/>
      <dgm:t>
        <a:bodyPr/>
        <a:lstStyle/>
        <a:p>
          <a:endParaRPr lang="tr-TR"/>
        </a:p>
      </dgm:t>
    </dgm:pt>
    <dgm:pt modelId="{D4D2A01E-C0ED-48D8-8EA7-05E323026188}">
      <dgm:prSet/>
      <dgm:spPr/>
      <dgm:t>
        <a:bodyPr/>
        <a:lstStyle/>
        <a:p>
          <a:r>
            <a:rPr lang="en-US"/>
            <a:t>A Ruby library wrapper for the JSON-RPC API</a:t>
          </a:r>
          <a:endParaRPr lang="tr-TR"/>
        </a:p>
      </dgm:t>
    </dgm:pt>
    <dgm:pt modelId="{2062FE8A-7E4F-4302-90A7-4594087E08E9}" type="parTrans" cxnId="{F934E998-F23A-41C3-B8DD-80F8C51DE4E4}">
      <dgm:prSet/>
      <dgm:spPr/>
      <dgm:t>
        <a:bodyPr/>
        <a:lstStyle/>
        <a:p>
          <a:endParaRPr lang="tr-TR"/>
        </a:p>
      </dgm:t>
    </dgm:pt>
    <dgm:pt modelId="{6D3A18D6-BE96-4022-9360-2BA503258E61}" type="sibTrans" cxnId="{F934E998-F23A-41C3-B8DD-80F8C51DE4E4}">
      <dgm:prSet/>
      <dgm:spPr/>
      <dgm:t>
        <a:bodyPr/>
        <a:lstStyle/>
        <a:p>
          <a:endParaRPr lang="tr-TR"/>
        </a:p>
      </dgm:t>
    </dgm:pt>
    <dgm:pt modelId="{06D9836F-7A8C-41F1-94EA-695599F24B36}">
      <dgm:prSet/>
      <dgm:spPr/>
      <dgm:t>
        <a:bodyPr/>
        <a:lstStyle/>
        <a:p>
          <a:r>
            <a:rPr lang="tr-TR"/>
            <a:t>Go</a:t>
          </a:r>
        </a:p>
      </dgm:t>
    </dgm:pt>
    <dgm:pt modelId="{81135890-7CFC-45D1-ABD1-9A2EF0362230}" type="parTrans" cxnId="{56E69B7F-F5AC-4CD8-9A41-B15E04D0D76D}">
      <dgm:prSet/>
      <dgm:spPr/>
      <dgm:t>
        <a:bodyPr/>
        <a:lstStyle/>
        <a:p>
          <a:endParaRPr lang="tr-TR"/>
        </a:p>
      </dgm:t>
    </dgm:pt>
    <dgm:pt modelId="{91D3F1DF-E425-4BA3-91AE-418F1DB77604}" type="sibTrans" cxnId="{56E69B7F-F5AC-4CD8-9A41-B15E04D0D76D}">
      <dgm:prSet/>
      <dgm:spPr/>
      <dgm:t>
        <a:bodyPr/>
        <a:lstStyle/>
        <a:p>
          <a:endParaRPr lang="tr-TR"/>
        </a:p>
      </dgm:t>
    </dgm:pt>
    <dgm:pt modelId="{23078BE8-3864-424F-9BC4-82948BBB40DC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2"/>
            </a:rPr>
            <a:t>btcd</a:t>
          </a:r>
          <a:endParaRPr lang="tr-TR"/>
        </a:p>
      </dgm:t>
    </dgm:pt>
    <dgm:pt modelId="{E5FD8999-C5A9-43D2-B7B0-521F06D9F6F4}" type="parTrans" cxnId="{6DCFA34D-72E7-4661-9470-43BF034F1E16}">
      <dgm:prSet/>
      <dgm:spPr/>
      <dgm:t>
        <a:bodyPr/>
        <a:lstStyle/>
        <a:p>
          <a:endParaRPr lang="tr-TR"/>
        </a:p>
      </dgm:t>
    </dgm:pt>
    <dgm:pt modelId="{399D6D11-5ED7-4937-85E8-F068855A001C}" type="sibTrans" cxnId="{6DCFA34D-72E7-4661-9470-43BF034F1E16}">
      <dgm:prSet/>
      <dgm:spPr/>
      <dgm:t>
        <a:bodyPr/>
        <a:lstStyle/>
        <a:p>
          <a:endParaRPr lang="tr-TR"/>
        </a:p>
      </dgm:t>
    </dgm:pt>
    <dgm:pt modelId="{49B68168-9D3D-4C8E-AED1-2EA160495733}">
      <dgm:prSet/>
      <dgm:spPr/>
      <dgm:t>
        <a:bodyPr/>
        <a:lstStyle/>
        <a:p>
          <a:r>
            <a:rPr lang="en-US"/>
            <a:t>A Go language full-node bitcoin client</a:t>
          </a:r>
          <a:endParaRPr lang="tr-TR"/>
        </a:p>
      </dgm:t>
    </dgm:pt>
    <dgm:pt modelId="{B38309C8-C919-4CD5-BD4B-CE669BE5F9F9}" type="parTrans" cxnId="{16D5498D-EB65-4D26-B99E-B1964DC73CDF}">
      <dgm:prSet/>
      <dgm:spPr/>
      <dgm:t>
        <a:bodyPr/>
        <a:lstStyle/>
        <a:p>
          <a:endParaRPr lang="tr-TR"/>
        </a:p>
      </dgm:t>
    </dgm:pt>
    <dgm:pt modelId="{078816E8-157E-41F3-AE6B-9E5279BA2E09}" type="sibTrans" cxnId="{16D5498D-EB65-4D26-B99E-B1964DC73CDF}">
      <dgm:prSet/>
      <dgm:spPr/>
      <dgm:t>
        <a:bodyPr/>
        <a:lstStyle/>
        <a:p>
          <a:endParaRPr lang="tr-TR"/>
        </a:p>
      </dgm:t>
    </dgm:pt>
    <dgm:pt modelId="{BA504773-5705-41B5-AE43-780173D2F6E7}">
      <dgm:prSet/>
      <dgm:spPr/>
      <dgm:t>
        <a:bodyPr/>
        <a:lstStyle/>
        <a:p>
          <a:r>
            <a:rPr lang="tr-TR"/>
            <a:t>Rust</a:t>
          </a:r>
        </a:p>
      </dgm:t>
    </dgm:pt>
    <dgm:pt modelId="{0BF8EF6D-C512-456B-9CA7-8A50EB74B3BF}" type="parTrans" cxnId="{31AE8C9D-D5C8-44D9-8B09-948C31B64746}">
      <dgm:prSet/>
      <dgm:spPr/>
      <dgm:t>
        <a:bodyPr/>
        <a:lstStyle/>
        <a:p>
          <a:endParaRPr lang="tr-TR"/>
        </a:p>
      </dgm:t>
    </dgm:pt>
    <dgm:pt modelId="{C43B3025-413F-436D-B7DF-2323A5514475}" type="sibTrans" cxnId="{31AE8C9D-D5C8-44D9-8B09-948C31B64746}">
      <dgm:prSet/>
      <dgm:spPr/>
      <dgm:t>
        <a:bodyPr/>
        <a:lstStyle/>
        <a:p>
          <a:endParaRPr lang="tr-TR"/>
        </a:p>
      </dgm:t>
    </dgm:pt>
    <dgm:pt modelId="{BA335788-3A55-4040-9BD2-370CA87B0FB4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3"/>
            </a:rPr>
            <a:t>rust-bitcoin</a:t>
          </a:r>
          <a:endParaRPr lang="tr-TR"/>
        </a:p>
      </dgm:t>
    </dgm:pt>
    <dgm:pt modelId="{CC862267-1F23-4451-92A0-B9F229C8724B}" type="parTrans" cxnId="{5E521478-4B24-4B3C-B09D-BBCEF78650FC}">
      <dgm:prSet/>
      <dgm:spPr/>
      <dgm:t>
        <a:bodyPr/>
        <a:lstStyle/>
        <a:p>
          <a:endParaRPr lang="tr-TR"/>
        </a:p>
      </dgm:t>
    </dgm:pt>
    <dgm:pt modelId="{F047EB03-2D1E-4330-9961-F21F2CC92DB7}" type="sibTrans" cxnId="{5E521478-4B24-4B3C-B09D-BBCEF78650FC}">
      <dgm:prSet/>
      <dgm:spPr/>
      <dgm:t>
        <a:bodyPr/>
        <a:lstStyle/>
        <a:p>
          <a:endParaRPr lang="tr-TR"/>
        </a:p>
      </dgm:t>
    </dgm:pt>
    <dgm:pt modelId="{433A0FEA-DFE5-473F-8635-0AEC148D1E6A}">
      <dgm:prSet/>
      <dgm:spPr/>
      <dgm:t>
        <a:bodyPr/>
        <a:lstStyle/>
        <a:p>
          <a:r>
            <a:rPr lang="en-US"/>
            <a:t>Rust bitcoin library for serialization, parsing, and API calls</a:t>
          </a:r>
          <a:endParaRPr lang="tr-TR"/>
        </a:p>
      </dgm:t>
    </dgm:pt>
    <dgm:pt modelId="{93C4EA9D-3072-4533-8733-28CF5084D4F1}" type="parTrans" cxnId="{623DA6F0-E70A-40D5-9E08-4E96839978D0}">
      <dgm:prSet/>
      <dgm:spPr/>
      <dgm:t>
        <a:bodyPr/>
        <a:lstStyle/>
        <a:p>
          <a:endParaRPr lang="tr-TR"/>
        </a:p>
      </dgm:t>
    </dgm:pt>
    <dgm:pt modelId="{E29B9643-5A5F-4126-8825-A1E6ED2532AF}" type="sibTrans" cxnId="{623DA6F0-E70A-40D5-9E08-4E96839978D0}">
      <dgm:prSet/>
      <dgm:spPr/>
      <dgm:t>
        <a:bodyPr/>
        <a:lstStyle/>
        <a:p>
          <a:endParaRPr lang="tr-TR"/>
        </a:p>
      </dgm:t>
    </dgm:pt>
    <dgm:pt modelId="{692937AF-8972-45DC-958A-6508F45EF2CE}" type="pres">
      <dgm:prSet presAssocID="{89EC7FE7-162C-4F17-9F2A-2E8316413279}" presName="linear" presStyleCnt="0">
        <dgm:presLayoutVars>
          <dgm:dir/>
          <dgm:animLvl val="lvl"/>
          <dgm:resizeHandles val="exact"/>
        </dgm:presLayoutVars>
      </dgm:prSet>
      <dgm:spPr/>
    </dgm:pt>
    <dgm:pt modelId="{853E814E-4BAE-4D66-8430-41EF332F4845}" type="pres">
      <dgm:prSet presAssocID="{460AF8AE-5761-4249-A77D-83327F6F5B1A}" presName="parentLin" presStyleCnt="0"/>
      <dgm:spPr/>
    </dgm:pt>
    <dgm:pt modelId="{D8FA9863-05D2-4AAD-AB33-D83E24AC965D}" type="pres">
      <dgm:prSet presAssocID="{460AF8AE-5761-4249-A77D-83327F6F5B1A}" presName="parentLeftMargin" presStyleLbl="node1" presStyleIdx="0" presStyleCnt="3"/>
      <dgm:spPr/>
    </dgm:pt>
    <dgm:pt modelId="{6EAE5454-B64B-4D01-8114-C7531D9DF625}" type="pres">
      <dgm:prSet presAssocID="{460AF8AE-5761-4249-A77D-83327F6F5B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04B6ED9-B1CA-4F77-9423-656260A42A3F}" type="pres">
      <dgm:prSet presAssocID="{460AF8AE-5761-4249-A77D-83327F6F5B1A}" presName="negativeSpace" presStyleCnt="0"/>
      <dgm:spPr/>
    </dgm:pt>
    <dgm:pt modelId="{5AB8D5BE-A21E-4325-AFC3-2A60E71C2C48}" type="pres">
      <dgm:prSet presAssocID="{460AF8AE-5761-4249-A77D-83327F6F5B1A}" presName="childText" presStyleLbl="conFgAcc1" presStyleIdx="0" presStyleCnt="3">
        <dgm:presLayoutVars>
          <dgm:bulletEnabled val="1"/>
        </dgm:presLayoutVars>
      </dgm:prSet>
      <dgm:spPr/>
    </dgm:pt>
    <dgm:pt modelId="{1A5E4790-D76C-4E44-9788-61CA2CA908EA}" type="pres">
      <dgm:prSet presAssocID="{349B5104-7E80-427D-A9DB-4AB9E372F249}" presName="spaceBetweenRectangles" presStyleCnt="0"/>
      <dgm:spPr/>
    </dgm:pt>
    <dgm:pt modelId="{EBC3C198-5F94-4B68-97D0-FCC2BC9F225C}" type="pres">
      <dgm:prSet presAssocID="{06D9836F-7A8C-41F1-94EA-695599F24B36}" presName="parentLin" presStyleCnt="0"/>
      <dgm:spPr/>
    </dgm:pt>
    <dgm:pt modelId="{1A0D4850-2608-49D0-BF51-1C32DC2CC310}" type="pres">
      <dgm:prSet presAssocID="{06D9836F-7A8C-41F1-94EA-695599F24B36}" presName="parentLeftMargin" presStyleLbl="node1" presStyleIdx="0" presStyleCnt="3"/>
      <dgm:spPr/>
    </dgm:pt>
    <dgm:pt modelId="{E69BE739-FCC0-4D7E-9905-17A9FBC6170F}" type="pres">
      <dgm:prSet presAssocID="{06D9836F-7A8C-41F1-94EA-695599F24B3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4D22920-CDB1-41B7-99FA-66BF77C29D7A}" type="pres">
      <dgm:prSet presAssocID="{06D9836F-7A8C-41F1-94EA-695599F24B36}" presName="negativeSpace" presStyleCnt="0"/>
      <dgm:spPr/>
    </dgm:pt>
    <dgm:pt modelId="{941D9A60-FA05-4E8B-AE29-27B529E7BD20}" type="pres">
      <dgm:prSet presAssocID="{06D9836F-7A8C-41F1-94EA-695599F24B36}" presName="childText" presStyleLbl="conFgAcc1" presStyleIdx="1" presStyleCnt="3">
        <dgm:presLayoutVars>
          <dgm:bulletEnabled val="1"/>
        </dgm:presLayoutVars>
      </dgm:prSet>
      <dgm:spPr/>
    </dgm:pt>
    <dgm:pt modelId="{CC5EF806-0B23-4BD0-B2AA-7A96C8F2E605}" type="pres">
      <dgm:prSet presAssocID="{91D3F1DF-E425-4BA3-91AE-418F1DB77604}" presName="spaceBetweenRectangles" presStyleCnt="0"/>
      <dgm:spPr/>
    </dgm:pt>
    <dgm:pt modelId="{9A733AF5-C9DA-4C78-B353-6327102CFEAD}" type="pres">
      <dgm:prSet presAssocID="{BA504773-5705-41B5-AE43-780173D2F6E7}" presName="parentLin" presStyleCnt="0"/>
      <dgm:spPr/>
    </dgm:pt>
    <dgm:pt modelId="{B58A13BE-623C-41C1-B3F9-2EA8564494EA}" type="pres">
      <dgm:prSet presAssocID="{BA504773-5705-41B5-AE43-780173D2F6E7}" presName="parentLeftMargin" presStyleLbl="node1" presStyleIdx="1" presStyleCnt="3"/>
      <dgm:spPr/>
    </dgm:pt>
    <dgm:pt modelId="{0058C5D2-7C0E-4648-B284-E365ED665633}" type="pres">
      <dgm:prSet presAssocID="{BA504773-5705-41B5-AE43-780173D2F6E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F7075D5-5ECB-4A28-8D61-DF9A9DF0B1C5}" type="pres">
      <dgm:prSet presAssocID="{BA504773-5705-41B5-AE43-780173D2F6E7}" presName="negativeSpace" presStyleCnt="0"/>
      <dgm:spPr/>
    </dgm:pt>
    <dgm:pt modelId="{43F6F5FC-29C8-4EB1-9A86-67447345EFC1}" type="pres">
      <dgm:prSet presAssocID="{BA504773-5705-41B5-AE43-780173D2F6E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1AA7314-BB8E-4A20-B597-57C35517F89E}" type="presOf" srcId="{BA335788-3A55-4040-9BD2-370CA87B0FB4}" destId="{43F6F5FC-29C8-4EB1-9A86-67447345EFC1}" srcOrd="0" destOrd="0" presId="urn:microsoft.com/office/officeart/2005/8/layout/list1"/>
    <dgm:cxn modelId="{D17E831B-7A2F-4803-9216-44E8DA0395AD}" srcId="{89EC7FE7-162C-4F17-9F2A-2E8316413279}" destId="{460AF8AE-5761-4249-A77D-83327F6F5B1A}" srcOrd="0" destOrd="0" parTransId="{46A5A224-6333-4A0C-9AF6-C43E61F6EF49}" sibTransId="{349B5104-7E80-427D-A9DB-4AB9E372F249}"/>
    <dgm:cxn modelId="{B774F929-3938-4611-A5E6-DF8A57201EDA}" type="presOf" srcId="{433A0FEA-DFE5-473F-8635-0AEC148D1E6A}" destId="{43F6F5FC-29C8-4EB1-9A86-67447345EFC1}" srcOrd="0" destOrd="1" presId="urn:microsoft.com/office/officeart/2005/8/layout/list1"/>
    <dgm:cxn modelId="{C213ED39-AA2D-4A3C-8F6C-5AEB712CCCB1}" type="presOf" srcId="{D4D2A01E-C0ED-48D8-8EA7-05E323026188}" destId="{5AB8D5BE-A21E-4325-AFC3-2A60E71C2C48}" srcOrd="0" destOrd="1" presId="urn:microsoft.com/office/officeart/2005/8/layout/list1"/>
    <dgm:cxn modelId="{6DCFA34D-72E7-4661-9470-43BF034F1E16}" srcId="{06D9836F-7A8C-41F1-94EA-695599F24B36}" destId="{23078BE8-3864-424F-9BC4-82948BBB40DC}" srcOrd="0" destOrd="0" parTransId="{E5FD8999-C5A9-43D2-B7B0-521F06D9F6F4}" sibTransId="{399D6D11-5ED7-4937-85E8-F068855A001C}"/>
    <dgm:cxn modelId="{B7B2D655-CD1D-4C58-B627-26A1AB03D912}" type="presOf" srcId="{BA504773-5705-41B5-AE43-780173D2F6E7}" destId="{0058C5D2-7C0E-4648-B284-E365ED665633}" srcOrd="1" destOrd="0" presId="urn:microsoft.com/office/officeart/2005/8/layout/list1"/>
    <dgm:cxn modelId="{EC599A76-F098-4B39-95F4-5676F762B903}" type="presOf" srcId="{06D9836F-7A8C-41F1-94EA-695599F24B36}" destId="{E69BE739-FCC0-4D7E-9905-17A9FBC6170F}" srcOrd="1" destOrd="0" presId="urn:microsoft.com/office/officeart/2005/8/layout/list1"/>
    <dgm:cxn modelId="{5E521478-4B24-4B3C-B09D-BBCEF78650FC}" srcId="{BA504773-5705-41B5-AE43-780173D2F6E7}" destId="{BA335788-3A55-4040-9BD2-370CA87B0FB4}" srcOrd="0" destOrd="0" parTransId="{CC862267-1F23-4451-92A0-B9F229C8724B}" sibTransId="{F047EB03-2D1E-4330-9961-F21F2CC92DB7}"/>
    <dgm:cxn modelId="{56E69B7F-F5AC-4CD8-9A41-B15E04D0D76D}" srcId="{89EC7FE7-162C-4F17-9F2A-2E8316413279}" destId="{06D9836F-7A8C-41F1-94EA-695599F24B36}" srcOrd="1" destOrd="0" parTransId="{81135890-7CFC-45D1-ABD1-9A2EF0362230}" sibTransId="{91D3F1DF-E425-4BA3-91AE-418F1DB77604}"/>
    <dgm:cxn modelId="{16D5498D-EB65-4D26-B99E-B1964DC73CDF}" srcId="{06D9836F-7A8C-41F1-94EA-695599F24B36}" destId="{49B68168-9D3D-4C8E-AED1-2EA160495733}" srcOrd="1" destOrd="0" parTransId="{B38309C8-C919-4CD5-BD4B-CE669BE5F9F9}" sibTransId="{078816E8-157E-41F3-AE6B-9E5279BA2E09}"/>
    <dgm:cxn modelId="{8B678B91-02A5-4DC8-9743-73D9ACED51C1}" type="presOf" srcId="{460AF8AE-5761-4249-A77D-83327F6F5B1A}" destId="{6EAE5454-B64B-4D01-8114-C7531D9DF625}" srcOrd="1" destOrd="0" presId="urn:microsoft.com/office/officeart/2005/8/layout/list1"/>
    <dgm:cxn modelId="{F934E998-F23A-41C3-B8DD-80F8C51DE4E4}" srcId="{460AF8AE-5761-4249-A77D-83327F6F5B1A}" destId="{D4D2A01E-C0ED-48D8-8EA7-05E323026188}" srcOrd="1" destOrd="0" parTransId="{2062FE8A-7E4F-4302-90A7-4594087E08E9}" sibTransId="{6D3A18D6-BE96-4022-9360-2BA503258E61}"/>
    <dgm:cxn modelId="{D7FBD39C-AF42-489C-9CFF-3C20CBE503B6}" type="presOf" srcId="{BA504773-5705-41B5-AE43-780173D2F6E7}" destId="{B58A13BE-623C-41C1-B3F9-2EA8564494EA}" srcOrd="0" destOrd="0" presId="urn:microsoft.com/office/officeart/2005/8/layout/list1"/>
    <dgm:cxn modelId="{31AE8C9D-D5C8-44D9-8B09-948C31B64746}" srcId="{89EC7FE7-162C-4F17-9F2A-2E8316413279}" destId="{BA504773-5705-41B5-AE43-780173D2F6E7}" srcOrd="2" destOrd="0" parTransId="{0BF8EF6D-C512-456B-9CA7-8A50EB74B3BF}" sibTransId="{C43B3025-413F-436D-B7DF-2323A5514475}"/>
    <dgm:cxn modelId="{A78C509E-49D0-496F-BB09-50B105AA413D}" type="presOf" srcId="{89EC7FE7-162C-4F17-9F2A-2E8316413279}" destId="{692937AF-8972-45DC-958A-6508F45EF2CE}" srcOrd="0" destOrd="0" presId="urn:microsoft.com/office/officeart/2005/8/layout/list1"/>
    <dgm:cxn modelId="{EF3FE2A9-E184-433D-B907-7DCEC4E8B6B4}" type="presOf" srcId="{49B68168-9D3D-4C8E-AED1-2EA160495733}" destId="{941D9A60-FA05-4E8B-AE29-27B529E7BD20}" srcOrd="0" destOrd="1" presId="urn:microsoft.com/office/officeart/2005/8/layout/list1"/>
    <dgm:cxn modelId="{227FDEB9-360F-48AB-BB3D-280E425A695A}" type="presOf" srcId="{23078BE8-3864-424F-9BC4-82948BBB40DC}" destId="{941D9A60-FA05-4E8B-AE29-27B529E7BD20}" srcOrd="0" destOrd="0" presId="urn:microsoft.com/office/officeart/2005/8/layout/list1"/>
    <dgm:cxn modelId="{B38C15CE-82A8-4149-802B-3867EE9630E3}" type="presOf" srcId="{460AF8AE-5761-4249-A77D-83327F6F5B1A}" destId="{D8FA9863-05D2-4AAD-AB33-D83E24AC965D}" srcOrd="0" destOrd="0" presId="urn:microsoft.com/office/officeart/2005/8/layout/list1"/>
    <dgm:cxn modelId="{7899C8D7-5D99-4605-B4CC-A9639CFD010F}" type="presOf" srcId="{520C371F-4E5E-448C-BC8E-C204D446701C}" destId="{5AB8D5BE-A21E-4325-AFC3-2A60E71C2C48}" srcOrd="0" destOrd="0" presId="urn:microsoft.com/office/officeart/2005/8/layout/list1"/>
    <dgm:cxn modelId="{8193CBD9-14CE-44B4-A7B4-9515E0DB2B9A}" type="presOf" srcId="{06D9836F-7A8C-41F1-94EA-695599F24B36}" destId="{1A0D4850-2608-49D0-BF51-1C32DC2CC310}" srcOrd="0" destOrd="0" presId="urn:microsoft.com/office/officeart/2005/8/layout/list1"/>
    <dgm:cxn modelId="{623DA6F0-E70A-40D5-9E08-4E96839978D0}" srcId="{BA504773-5705-41B5-AE43-780173D2F6E7}" destId="{433A0FEA-DFE5-473F-8635-0AEC148D1E6A}" srcOrd="1" destOrd="0" parTransId="{93C4EA9D-3072-4533-8733-28CF5084D4F1}" sibTransId="{E29B9643-5A5F-4126-8825-A1E6ED2532AF}"/>
    <dgm:cxn modelId="{0C1D16F8-91BF-4E82-979E-A2E652E4EFCE}" srcId="{460AF8AE-5761-4249-A77D-83327F6F5B1A}" destId="{520C371F-4E5E-448C-BC8E-C204D446701C}" srcOrd="0" destOrd="0" parTransId="{F3ED3BEB-5AE0-45A7-BD49-5E74DEF02448}" sibTransId="{32B28E61-8E75-455A-A219-02466C8A38C8}"/>
    <dgm:cxn modelId="{B84707CF-F5FF-434E-9C6F-ADA365CB66BF}" type="presParOf" srcId="{692937AF-8972-45DC-958A-6508F45EF2CE}" destId="{853E814E-4BAE-4D66-8430-41EF332F4845}" srcOrd="0" destOrd="0" presId="urn:microsoft.com/office/officeart/2005/8/layout/list1"/>
    <dgm:cxn modelId="{E8D9FB72-3659-4359-AB50-41027227D9CC}" type="presParOf" srcId="{853E814E-4BAE-4D66-8430-41EF332F4845}" destId="{D8FA9863-05D2-4AAD-AB33-D83E24AC965D}" srcOrd="0" destOrd="0" presId="urn:microsoft.com/office/officeart/2005/8/layout/list1"/>
    <dgm:cxn modelId="{230E518E-E7F2-4420-B491-47CD4568854B}" type="presParOf" srcId="{853E814E-4BAE-4D66-8430-41EF332F4845}" destId="{6EAE5454-B64B-4D01-8114-C7531D9DF625}" srcOrd="1" destOrd="0" presId="urn:microsoft.com/office/officeart/2005/8/layout/list1"/>
    <dgm:cxn modelId="{EBC13BC0-95FC-4F5B-84B8-2D5A53A57649}" type="presParOf" srcId="{692937AF-8972-45DC-958A-6508F45EF2CE}" destId="{A04B6ED9-B1CA-4F77-9423-656260A42A3F}" srcOrd="1" destOrd="0" presId="urn:microsoft.com/office/officeart/2005/8/layout/list1"/>
    <dgm:cxn modelId="{6806C902-CA98-4C94-B168-EA5DA21329C9}" type="presParOf" srcId="{692937AF-8972-45DC-958A-6508F45EF2CE}" destId="{5AB8D5BE-A21E-4325-AFC3-2A60E71C2C48}" srcOrd="2" destOrd="0" presId="urn:microsoft.com/office/officeart/2005/8/layout/list1"/>
    <dgm:cxn modelId="{27916D39-3F1A-4853-AFA3-50510E017A77}" type="presParOf" srcId="{692937AF-8972-45DC-958A-6508F45EF2CE}" destId="{1A5E4790-D76C-4E44-9788-61CA2CA908EA}" srcOrd="3" destOrd="0" presId="urn:microsoft.com/office/officeart/2005/8/layout/list1"/>
    <dgm:cxn modelId="{310908CC-BCED-45DE-9D0C-4E7971D9E48E}" type="presParOf" srcId="{692937AF-8972-45DC-958A-6508F45EF2CE}" destId="{EBC3C198-5F94-4B68-97D0-FCC2BC9F225C}" srcOrd="4" destOrd="0" presId="urn:microsoft.com/office/officeart/2005/8/layout/list1"/>
    <dgm:cxn modelId="{F2EC2413-8D9F-48BD-B0C7-D3A1D57709EF}" type="presParOf" srcId="{EBC3C198-5F94-4B68-97D0-FCC2BC9F225C}" destId="{1A0D4850-2608-49D0-BF51-1C32DC2CC310}" srcOrd="0" destOrd="0" presId="urn:microsoft.com/office/officeart/2005/8/layout/list1"/>
    <dgm:cxn modelId="{E5DA8A7E-787C-477F-A2D5-7EF67BB88B29}" type="presParOf" srcId="{EBC3C198-5F94-4B68-97D0-FCC2BC9F225C}" destId="{E69BE739-FCC0-4D7E-9905-17A9FBC6170F}" srcOrd="1" destOrd="0" presId="urn:microsoft.com/office/officeart/2005/8/layout/list1"/>
    <dgm:cxn modelId="{C2DECD11-EA3B-415B-8778-E2705611A4CD}" type="presParOf" srcId="{692937AF-8972-45DC-958A-6508F45EF2CE}" destId="{24D22920-CDB1-41B7-99FA-66BF77C29D7A}" srcOrd="5" destOrd="0" presId="urn:microsoft.com/office/officeart/2005/8/layout/list1"/>
    <dgm:cxn modelId="{91A571DB-0736-45DF-B0DB-2369BDEE8082}" type="presParOf" srcId="{692937AF-8972-45DC-958A-6508F45EF2CE}" destId="{941D9A60-FA05-4E8B-AE29-27B529E7BD20}" srcOrd="6" destOrd="0" presId="urn:microsoft.com/office/officeart/2005/8/layout/list1"/>
    <dgm:cxn modelId="{08147A2B-03D3-4AA7-B37C-5CE3A6CFECC8}" type="presParOf" srcId="{692937AF-8972-45DC-958A-6508F45EF2CE}" destId="{CC5EF806-0B23-4BD0-B2AA-7A96C8F2E605}" srcOrd="7" destOrd="0" presId="urn:microsoft.com/office/officeart/2005/8/layout/list1"/>
    <dgm:cxn modelId="{384EF626-1ADD-4D33-942E-4A4EEAF9B922}" type="presParOf" srcId="{692937AF-8972-45DC-958A-6508F45EF2CE}" destId="{9A733AF5-C9DA-4C78-B353-6327102CFEAD}" srcOrd="8" destOrd="0" presId="urn:microsoft.com/office/officeart/2005/8/layout/list1"/>
    <dgm:cxn modelId="{AF213D00-7457-4AB7-9452-7001C24077DA}" type="presParOf" srcId="{9A733AF5-C9DA-4C78-B353-6327102CFEAD}" destId="{B58A13BE-623C-41C1-B3F9-2EA8564494EA}" srcOrd="0" destOrd="0" presId="urn:microsoft.com/office/officeart/2005/8/layout/list1"/>
    <dgm:cxn modelId="{820EC766-112F-49B2-81BB-BE79A6EA51D9}" type="presParOf" srcId="{9A733AF5-C9DA-4C78-B353-6327102CFEAD}" destId="{0058C5D2-7C0E-4648-B284-E365ED665633}" srcOrd="1" destOrd="0" presId="urn:microsoft.com/office/officeart/2005/8/layout/list1"/>
    <dgm:cxn modelId="{A58003F1-7DA2-4F0F-9B20-31EA997B2754}" type="presParOf" srcId="{692937AF-8972-45DC-958A-6508F45EF2CE}" destId="{EF7075D5-5ECB-4A28-8D61-DF9A9DF0B1C5}" srcOrd="9" destOrd="0" presId="urn:microsoft.com/office/officeart/2005/8/layout/list1"/>
    <dgm:cxn modelId="{CEF71BE5-83F8-445F-95E0-215318E5BE65}" type="presParOf" srcId="{692937AF-8972-45DC-958A-6508F45EF2CE}" destId="{43F6F5FC-29C8-4EB1-9A86-67447345EFC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DAC69CDE-BD05-4AFE-BD65-C7AC6AB7F7D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34E932B0-4334-4F56-A96B-9AA99317CC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C#</a:t>
          </a:r>
        </a:p>
      </dgm:t>
    </dgm:pt>
    <dgm:pt modelId="{4A95BD6B-6BC4-4548-AA35-B64D677F3B48}" type="parTrans" cxnId="{4637F0FE-BD76-4128-8028-EF9EED73499E}">
      <dgm:prSet/>
      <dgm:spPr/>
      <dgm:t>
        <a:bodyPr/>
        <a:lstStyle/>
        <a:p>
          <a:endParaRPr lang="tr-TR"/>
        </a:p>
      </dgm:t>
    </dgm:pt>
    <dgm:pt modelId="{A5B68AE7-263D-4F1C-B92F-670B8F58CE2A}" type="sibTrans" cxnId="{4637F0FE-BD76-4128-8028-EF9EED73499E}">
      <dgm:prSet/>
      <dgm:spPr/>
      <dgm:t>
        <a:bodyPr/>
        <a:lstStyle/>
        <a:p>
          <a:endParaRPr lang="tr-TR"/>
        </a:p>
      </dgm:t>
    </dgm:pt>
    <dgm:pt modelId="{5FE47432-0A25-4ACC-A3E5-A1D154C8C65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>
              <a:hlinkClick xmlns:r="http://schemas.openxmlformats.org/officeDocument/2006/relationships" r:id="rId1"/>
            </a:rPr>
            <a:t>NBitcoin</a:t>
          </a:r>
          <a:endParaRPr lang="tr-TR"/>
        </a:p>
      </dgm:t>
    </dgm:pt>
    <dgm:pt modelId="{0582ED60-C51D-4CE0-BE7C-206EAF9A721F}" type="parTrans" cxnId="{CE746F46-792A-423B-9B4A-65143CA14730}">
      <dgm:prSet/>
      <dgm:spPr/>
      <dgm:t>
        <a:bodyPr/>
        <a:lstStyle/>
        <a:p>
          <a:endParaRPr lang="tr-TR"/>
        </a:p>
      </dgm:t>
    </dgm:pt>
    <dgm:pt modelId="{EA0FB84F-74E9-4FC9-B1D6-C9CB1F353CCD}" type="sibTrans" cxnId="{CE746F46-792A-423B-9B4A-65143CA14730}">
      <dgm:prSet/>
      <dgm:spPr/>
      <dgm:t>
        <a:bodyPr/>
        <a:lstStyle/>
        <a:p>
          <a:endParaRPr lang="tr-TR"/>
        </a:p>
      </dgm:t>
    </dgm:pt>
    <dgm:pt modelId="{32272E7F-D74B-4886-9464-8CA22CDFE9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Comprehensive bitcoin library for the .NET framework</a:t>
          </a:r>
          <a:endParaRPr lang="tr-TR"/>
        </a:p>
      </dgm:t>
    </dgm:pt>
    <dgm:pt modelId="{853EDFE8-3425-47B3-B40C-492ACFC5DA93}" type="parTrans" cxnId="{0F519CA6-B447-4B36-9937-44CB04CA60D1}">
      <dgm:prSet/>
      <dgm:spPr/>
      <dgm:t>
        <a:bodyPr/>
        <a:lstStyle/>
        <a:p>
          <a:endParaRPr lang="tr-TR"/>
        </a:p>
      </dgm:t>
    </dgm:pt>
    <dgm:pt modelId="{916E8489-4747-4A03-BD7F-CF0422AC5BDD}" type="sibTrans" cxnId="{0F519CA6-B447-4B36-9937-44CB04CA60D1}">
      <dgm:prSet/>
      <dgm:spPr/>
      <dgm:t>
        <a:bodyPr/>
        <a:lstStyle/>
        <a:p>
          <a:endParaRPr lang="tr-TR"/>
        </a:p>
      </dgm:t>
    </dgm:pt>
    <dgm:pt modelId="{FD7DDA2D-7946-44E5-B0BE-A6C9588E95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Objective-C</a:t>
          </a:r>
        </a:p>
      </dgm:t>
    </dgm:pt>
    <dgm:pt modelId="{6FF6A036-BF03-4DC8-BBA6-0B07F9B4173E}" type="parTrans" cxnId="{A9AB3A9B-2DE4-4BCE-BFC5-56C0C8DED07E}">
      <dgm:prSet/>
      <dgm:spPr/>
      <dgm:t>
        <a:bodyPr/>
        <a:lstStyle/>
        <a:p>
          <a:endParaRPr lang="tr-TR"/>
        </a:p>
      </dgm:t>
    </dgm:pt>
    <dgm:pt modelId="{015B79E2-99E1-4CE4-B912-731B379501D4}" type="sibTrans" cxnId="{A9AB3A9B-2DE4-4BCE-BFC5-56C0C8DED07E}">
      <dgm:prSet/>
      <dgm:spPr/>
      <dgm:t>
        <a:bodyPr/>
        <a:lstStyle/>
        <a:p>
          <a:endParaRPr lang="tr-TR"/>
        </a:p>
      </dgm:t>
    </dgm:pt>
    <dgm:pt modelId="{C2254738-48B5-4005-9D7A-D515FF368F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>
              <a:hlinkClick xmlns:r="http://schemas.openxmlformats.org/officeDocument/2006/relationships" r:id="rId2"/>
            </a:rPr>
            <a:t>CoreBitcoin</a:t>
          </a:r>
          <a:endParaRPr lang="tr-TR"/>
        </a:p>
      </dgm:t>
    </dgm:pt>
    <dgm:pt modelId="{239CA95D-FF9D-44EE-8541-66D71EA93788}" type="parTrans" cxnId="{4F3AA29D-A1B2-41A8-9CEC-2E7BC8A783B4}">
      <dgm:prSet/>
      <dgm:spPr/>
      <dgm:t>
        <a:bodyPr/>
        <a:lstStyle/>
        <a:p>
          <a:endParaRPr lang="tr-TR"/>
        </a:p>
      </dgm:t>
    </dgm:pt>
    <dgm:pt modelId="{6BB5BB4C-F2CD-4BC7-9ED4-B8E6C1F972D9}" type="sibTrans" cxnId="{4F3AA29D-A1B2-41A8-9CEC-2E7BC8A783B4}">
      <dgm:prSet/>
      <dgm:spPr/>
      <dgm:t>
        <a:bodyPr/>
        <a:lstStyle/>
        <a:p>
          <a:endParaRPr lang="tr-TR"/>
        </a:p>
      </dgm:t>
    </dgm:pt>
    <dgm:pt modelId="{23C9DFBB-A536-44B0-B2CD-B6880670B0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toolkit for ObjC and Swift</a:t>
          </a:r>
          <a:endParaRPr lang="tr-TR"/>
        </a:p>
      </dgm:t>
    </dgm:pt>
    <dgm:pt modelId="{EE6B459D-CEAD-4AC0-B36C-0C79A6525B29}" type="parTrans" cxnId="{6FD87C19-260A-4A83-84B1-A111250344CA}">
      <dgm:prSet/>
      <dgm:spPr/>
      <dgm:t>
        <a:bodyPr/>
        <a:lstStyle/>
        <a:p>
          <a:endParaRPr lang="tr-TR"/>
        </a:p>
      </dgm:t>
    </dgm:pt>
    <dgm:pt modelId="{319F171A-A368-4AD5-B371-1845893CB614}" type="sibTrans" cxnId="{6FD87C19-260A-4A83-84B1-A111250344CA}">
      <dgm:prSet/>
      <dgm:spPr/>
      <dgm:t>
        <a:bodyPr/>
        <a:lstStyle/>
        <a:p>
          <a:endParaRPr lang="tr-TR"/>
        </a:p>
      </dgm:t>
    </dgm:pt>
    <dgm:pt modelId="{B599D3CF-DC24-46F9-B7DE-37911940EA0E}" type="pres">
      <dgm:prSet presAssocID="{DAC69CDE-BD05-4AFE-BD65-C7AC6AB7F7DD}" presName="root" presStyleCnt="0">
        <dgm:presLayoutVars>
          <dgm:dir/>
          <dgm:resizeHandles val="exact"/>
        </dgm:presLayoutVars>
      </dgm:prSet>
      <dgm:spPr/>
    </dgm:pt>
    <dgm:pt modelId="{A4C67A91-6057-4D83-B726-B7E4DCFED04C}" type="pres">
      <dgm:prSet presAssocID="{34E932B0-4334-4F56-A96B-9AA99317CCE8}" presName="compNode" presStyleCnt="0"/>
      <dgm:spPr/>
    </dgm:pt>
    <dgm:pt modelId="{3A87E003-E2E4-4E9C-BE4C-D2B8FA6A146D}" type="pres">
      <dgm:prSet presAssocID="{34E932B0-4334-4F56-A96B-9AA99317CCE8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3C30A17-026E-45DE-A9B0-778E5F6C72D6}" type="pres">
      <dgm:prSet presAssocID="{34E932B0-4334-4F56-A96B-9AA99317CCE8}" presName="iconSpace" presStyleCnt="0"/>
      <dgm:spPr/>
    </dgm:pt>
    <dgm:pt modelId="{2BFAC5B3-44A3-497C-B130-450CF2382BA5}" type="pres">
      <dgm:prSet presAssocID="{34E932B0-4334-4F56-A96B-9AA99317CCE8}" presName="parTx" presStyleLbl="revTx" presStyleIdx="0" presStyleCnt="4">
        <dgm:presLayoutVars>
          <dgm:chMax val="0"/>
          <dgm:chPref val="0"/>
        </dgm:presLayoutVars>
      </dgm:prSet>
      <dgm:spPr/>
    </dgm:pt>
    <dgm:pt modelId="{C012B882-BCAA-4F53-89A5-5CE39FF272D8}" type="pres">
      <dgm:prSet presAssocID="{34E932B0-4334-4F56-A96B-9AA99317CCE8}" presName="txSpace" presStyleCnt="0"/>
      <dgm:spPr/>
    </dgm:pt>
    <dgm:pt modelId="{8FE4E8ED-6D3E-42B6-BF04-6314C3E02A48}" type="pres">
      <dgm:prSet presAssocID="{34E932B0-4334-4F56-A96B-9AA99317CCE8}" presName="desTx" presStyleLbl="revTx" presStyleIdx="1" presStyleCnt="4">
        <dgm:presLayoutVars/>
      </dgm:prSet>
      <dgm:spPr/>
    </dgm:pt>
    <dgm:pt modelId="{F9532A9C-ABE1-4B6E-826C-760DF491D3B0}" type="pres">
      <dgm:prSet presAssocID="{A5B68AE7-263D-4F1C-B92F-670B8F58CE2A}" presName="sibTrans" presStyleCnt="0"/>
      <dgm:spPr/>
    </dgm:pt>
    <dgm:pt modelId="{C8E3BDC8-12F1-4076-B053-D63B2085E3CF}" type="pres">
      <dgm:prSet presAssocID="{FD7DDA2D-7946-44E5-B0BE-A6C9588E95F0}" presName="compNode" presStyleCnt="0"/>
      <dgm:spPr/>
    </dgm:pt>
    <dgm:pt modelId="{8C41AC96-2650-4E86-887F-2B49D9FC7694}" type="pres">
      <dgm:prSet presAssocID="{FD7DDA2D-7946-44E5-B0BE-A6C9588E95F0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36F7FF7E-C33E-4924-8098-BFFBAFE7F84D}" type="pres">
      <dgm:prSet presAssocID="{FD7DDA2D-7946-44E5-B0BE-A6C9588E95F0}" presName="iconSpace" presStyleCnt="0"/>
      <dgm:spPr/>
    </dgm:pt>
    <dgm:pt modelId="{33310B97-BC62-4A58-9B9C-36881BCADB6A}" type="pres">
      <dgm:prSet presAssocID="{FD7DDA2D-7946-44E5-B0BE-A6C9588E95F0}" presName="parTx" presStyleLbl="revTx" presStyleIdx="2" presStyleCnt="4">
        <dgm:presLayoutVars>
          <dgm:chMax val="0"/>
          <dgm:chPref val="0"/>
        </dgm:presLayoutVars>
      </dgm:prSet>
      <dgm:spPr/>
    </dgm:pt>
    <dgm:pt modelId="{93FBE43A-F710-45B0-AC69-E71BF9948427}" type="pres">
      <dgm:prSet presAssocID="{FD7DDA2D-7946-44E5-B0BE-A6C9588E95F0}" presName="txSpace" presStyleCnt="0"/>
      <dgm:spPr/>
    </dgm:pt>
    <dgm:pt modelId="{729E9157-F8EF-472E-8BF6-CB15BC5D4B41}" type="pres">
      <dgm:prSet presAssocID="{FD7DDA2D-7946-44E5-B0BE-A6C9588E95F0}" presName="desTx" presStyleLbl="revTx" presStyleIdx="3" presStyleCnt="4">
        <dgm:presLayoutVars/>
      </dgm:prSet>
      <dgm:spPr/>
    </dgm:pt>
  </dgm:ptLst>
  <dgm:cxnLst>
    <dgm:cxn modelId="{37E0D115-1C3E-43D1-8DD7-45D49DF8ECC0}" type="presOf" srcId="{34E932B0-4334-4F56-A96B-9AA99317CCE8}" destId="{2BFAC5B3-44A3-497C-B130-450CF2382BA5}" srcOrd="0" destOrd="0" presId="urn:microsoft.com/office/officeart/2018/5/layout/CenteredIconLabelDescriptionList"/>
    <dgm:cxn modelId="{6FD87C19-260A-4A83-84B1-A111250344CA}" srcId="{FD7DDA2D-7946-44E5-B0BE-A6C9588E95F0}" destId="{23C9DFBB-A536-44B0-B2CD-B6880670B098}" srcOrd="1" destOrd="0" parTransId="{EE6B459D-CEAD-4AC0-B36C-0C79A6525B29}" sibTransId="{319F171A-A368-4AD5-B371-1845893CB614}"/>
    <dgm:cxn modelId="{CE746F46-792A-423B-9B4A-65143CA14730}" srcId="{34E932B0-4334-4F56-A96B-9AA99317CCE8}" destId="{5FE47432-0A25-4ACC-A3E5-A1D154C8C657}" srcOrd="0" destOrd="0" parTransId="{0582ED60-C51D-4CE0-BE7C-206EAF9A721F}" sibTransId="{EA0FB84F-74E9-4FC9-B1D6-C9CB1F353CCD}"/>
    <dgm:cxn modelId="{6E3AF275-C1AE-4AFE-9D38-BDCC174B66F6}" type="presOf" srcId="{FD7DDA2D-7946-44E5-B0BE-A6C9588E95F0}" destId="{33310B97-BC62-4A58-9B9C-36881BCADB6A}" srcOrd="0" destOrd="0" presId="urn:microsoft.com/office/officeart/2018/5/layout/CenteredIconLabelDescriptionList"/>
    <dgm:cxn modelId="{A3CC0158-45A7-4CDA-9E1A-043CA05048EE}" type="presOf" srcId="{32272E7F-D74B-4886-9464-8CA22CDFE900}" destId="{8FE4E8ED-6D3E-42B6-BF04-6314C3E02A48}" srcOrd="0" destOrd="1" presId="urn:microsoft.com/office/officeart/2018/5/layout/CenteredIconLabelDescriptionList"/>
    <dgm:cxn modelId="{A9AB3A9B-2DE4-4BCE-BFC5-56C0C8DED07E}" srcId="{DAC69CDE-BD05-4AFE-BD65-C7AC6AB7F7DD}" destId="{FD7DDA2D-7946-44E5-B0BE-A6C9588E95F0}" srcOrd="1" destOrd="0" parTransId="{6FF6A036-BF03-4DC8-BBA6-0B07F9B4173E}" sibTransId="{015B79E2-99E1-4CE4-B912-731B379501D4}"/>
    <dgm:cxn modelId="{4F3AA29D-A1B2-41A8-9CEC-2E7BC8A783B4}" srcId="{FD7DDA2D-7946-44E5-B0BE-A6C9588E95F0}" destId="{C2254738-48B5-4005-9D7A-D515FF368F0A}" srcOrd="0" destOrd="0" parTransId="{239CA95D-FF9D-44EE-8541-66D71EA93788}" sibTransId="{6BB5BB4C-F2CD-4BC7-9ED4-B8E6C1F972D9}"/>
    <dgm:cxn modelId="{90FE50A6-E890-4317-A372-A259D25F729A}" type="presOf" srcId="{23C9DFBB-A536-44B0-B2CD-B6880670B098}" destId="{729E9157-F8EF-472E-8BF6-CB15BC5D4B41}" srcOrd="0" destOrd="1" presId="urn:microsoft.com/office/officeart/2018/5/layout/CenteredIconLabelDescriptionList"/>
    <dgm:cxn modelId="{0F519CA6-B447-4B36-9937-44CB04CA60D1}" srcId="{34E932B0-4334-4F56-A96B-9AA99317CCE8}" destId="{32272E7F-D74B-4886-9464-8CA22CDFE900}" srcOrd="1" destOrd="0" parTransId="{853EDFE8-3425-47B3-B40C-492ACFC5DA93}" sibTransId="{916E8489-4747-4A03-BD7F-CF0422AC5BDD}"/>
    <dgm:cxn modelId="{6A6C5ED9-3192-4B7A-8513-44817309A888}" type="presOf" srcId="{DAC69CDE-BD05-4AFE-BD65-C7AC6AB7F7DD}" destId="{B599D3CF-DC24-46F9-B7DE-37911940EA0E}" srcOrd="0" destOrd="0" presId="urn:microsoft.com/office/officeart/2018/5/layout/CenteredIconLabelDescriptionList"/>
    <dgm:cxn modelId="{3CC312DD-8278-4028-B30B-A727C45B8CBC}" type="presOf" srcId="{C2254738-48B5-4005-9D7A-D515FF368F0A}" destId="{729E9157-F8EF-472E-8BF6-CB15BC5D4B41}" srcOrd="0" destOrd="0" presId="urn:microsoft.com/office/officeart/2018/5/layout/CenteredIconLabelDescriptionList"/>
    <dgm:cxn modelId="{AA832FEF-70E6-4851-BBE8-A0103C10E2B9}" type="presOf" srcId="{5FE47432-0A25-4ACC-A3E5-A1D154C8C657}" destId="{8FE4E8ED-6D3E-42B6-BF04-6314C3E02A48}" srcOrd="0" destOrd="0" presId="urn:microsoft.com/office/officeart/2018/5/layout/CenteredIconLabelDescriptionList"/>
    <dgm:cxn modelId="{4637F0FE-BD76-4128-8028-EF9EED73499E}" srcId="{DAC69CDE-BD05-4AFE-BD65-C7AC6AB7F7DD}" destId="{34E932B0-4334-4F56-A96B-9AA99317CCE8}" srcOrd="0" destOrd="0" parTransId="{4A95BD6B-6BC4-4548-AA35-B64D677F3B48}" sibTransId="{A5B68AE7-263D-4F1C-B92F-670B8F58CE2A}"/>
    <dgm:cxn modelId="{118B79E8-C1AE-4910-A4BF-C6158FB4487A}" type="presParOf" srcId="{B599D3CF-DC24-46F9-B7DE-37911940EA0E}" destId="{A4C67A91-6057-4D83-B726-B7E4DCFED04C}" srcOrd="0" destOrd="0" presId="urn:microsoft.com/office/officeart/2018/5/layout/CenteredIconLabelDescriptionList"/>
    <dgm:cxn modelId="{0D3270F0-3B12-4071-91B3-D3C760412D0B}" type="presParOf" srcId="{A4C67A91-6057-4D83-B726-B7E4DCFED04C}" destId="{3A87E003-E2E4-4E9C-BE4C-D2B8FA6A146D}" srcOrd="0" destOrd="0" presId="urn:microsoft.com/office/officeart/2018/5/layout/CenteredIconLabelDescriptionList"/>
    <dgm:cxn modelId="{2CFB79D3-0F6A-4C63-A0B3-4C3DF5B0DB33}" type="presParOf" srcId="{A4C67A91-6057-4D83-B726-B7E4DCFED04C}" destId="{B3C30A17-026E-45DE-A9B0-778E5F6C72D6}" srcOrd="1" destOrd="0" presId="urn:microsoft.com/office/officeart/2018/5/layout/CenteredIconLabelDescriptionList"/>
    <dgm:cxn modelId="{24B7A76D-63E0-413F-B000-BA25D6509E46}" type="presParOf" srcId="{A4C67A91-6057-4D83-B726-B7E4DCFED04C}" destId="{2BFAC5B3-44A3-497C-B130-450CF2382BA5}" srcOrd="2" destOrd="0" presId="urn:microsoft.com/office/officeart/2018/5/layout/CenteredIconLabelDescriptionList"/>
    <dgm:cxn modelId="{FCEC22CF-039A-4AFB-8190-331F5ACA1A2D}" type="presParOf" srcId="{A4C67A91-6057-4D83-B726-B7E4DCFED04C}" destId="{C012B882-BCAA-4F53-89A5-5CE39FF272D8}" srcOrd="3" destOrd="0" presId="urn:microsoft.com/office/officeart/2018/5/layout/CenteredIconLabelDescriptionList"/>
    <dgm:cxn modelId="{49455125-CAC0-48B8-BA0C-94E66D608138}" type="presParOf" srcId="{A4C67A91-6057-4D83-B726-B7E4DCFED04C}" destId="{8FE4E8ED-6D3E-42B6-BF04-6314C3E02A48}" srcOrd="4" destOrd="0" presId="urn:microsoft.com/office/officeart/2018/5/layout/CenteredIconLabelDescriptionList"/>
    <dgm:cxn modelId="{864D8BF4-F6B6-4261-8692-4DC3E6034762}" type="presParOf" srcId="{B599D3CF-DC24-46F9-B7DE-37911940EA0E}" destId="{F9532A9C-ABE1-4B6E-826C-760DF491D3B0}" srcOrd="1" destOrd="0" presId="urn:microsoft.com/office/officeart/2018/5/layout/CenteredIconLabelDescriptionList"/>
    <dgm:cxn modelId="{09BB89A9-1246-49EF-89DB-6333CA16D3C9}" type="presParOf" srcId="{B599D3CF-DC24-46F9-B7DE-37911940EA0E}" destId="{C8E3BDC8-12F1-4076-B053-D63B2085E3CF}" srcOrd="2" destOrd="0" presId="urn:microsoft.com/office/officeart/2018/5/layout/CenteredIconLabelDescriptionList"/>
    <dgm:cxn modelId="{DE65A231-6D65-45F3-B626-472C2E701EB4}" type="presParOf" srcId="{C8E3BDC8-12F1-4076-B053-D63B2085E3CF}" destId="{8C41AC96-2650-4E86-887F-2B49D9FC7694}" srcOrd="0" destOrd="0" presId="urn:microsoft.com/office/officeart/2018/5/layout/CenteredIconLabelDescriptionList"/>
    <dgm:cxn modelId="{DACBEC19-0B3F-4F28-BC8D-9F83B01B3EC0}" type="presParOf" srcId="{C8E3BDC8-12F1-4076-B053-D63B2085E3CF}" destId="{36F7FF7E-C33E-4924-8098-BFFBAFE7F84D}" srcOrd="1" destOrd="0" presId="urn:microsoft.com/office/officeart/2018/5/layout/CenteredIconLabelDescriptionList"/>
    <dgm:cxn modelId="{33897B12-A99F-4912-8FC9-263E45D04044}" type="presParOf" srcId="{C8E3BDC8-12F1-4076-B053-D63B2085E3CF}" destId="{33310B97-BC62-4A58-9B9C-36881BCADB6A}" srcOrd="2" destOrd="0" presId="urn:microsoft.com/office/officeart/2018/5/layout/CenteredIconLabelDescriptionList"/>
    <dgm:cxn modelId="{7A251900-08E9-45C4-ADB9-91EC31929C02}" type="presParOf" srcId="{C8E3BDC8-12F1-4076-B053-D63B2085E3CF}" destId="{93FBE43A-F710-45B0-AC69-E71BF9948427}" srcOrd="3" destOrd="0" presId="urn:microsoft.com/office/officeart/2018/5/layout/CenteredIconLabelDescriptionList"/>
    <dgm:cxn modelId="{D7A31B6C-C077-4F89-909E-306F98245A2F}" type="presParOf" srcId="{C8E3BDC8-12F1-4076-B053-D63B2085E3CF}" destId="{729E9157-F8EF-472E-8BF6-CB15BC5D4B4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E8CFAFE-0DAC-48A9-B85B-C6B77995EDE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3DFFCE-318C-46AD-8141-E6A9EB2E42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Download</a:t>
          </a:r>
          <a:endParaRPr lang="en-US"/>
        </a:p>
      </dgm:t>
    </dgm:pt>
    <dgm:pt modelId="{B09249CE-80D7-47C2-BCAB-BF97A861AE9D}" type="parTrans" cxnId="{7149484D-B76F-47E0-A15F-492537CAEFAF}">
      <dgm:prSet/>
      <dgm:spPr/>
      <dgm:t>
        <a:bodyPr/>
        <a:lstStyle/>
        <a:p>
          <a:endParaRPr lang="en-US"/>
        </a:p>
      </dgm:t>
    </dgm:pt>
    <dgm:pt modelId="{EFE7D1B1-E794-466F-BDE6-E64C48D7853F}" type="sibTrans" cxnId="{7149484D-B76F-47E0-A15F-492537CAEFAF}">
      <dgm:prSet/>
      <dgm:spPr/>
      <dgm:t>
        <a:bodyPr/>
        <a:lstStyle/>
        <a:p>
          <a:endParaRPr lang="en-US"/>
        </a:p>
      </dgm:t>
    </dgm:pt>
    <dgm:pt modelId="{E0A1527E-FC75-4DF0-AB6D-0E0B6D8CA51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Go to the </a:t>
          </a:r>
          <a:r>
            <a:rPr lang="tr-TR">
              <a:hlinkClick xmlns:r="http://schemas.openxmlformats.org/officeDocument/2006/relationships" r:id="rId1"/>
            </a:rPr>
            <a:t>Bitcoin Core Download </a:t>
          </a:r>
          <a:r>
            <a:rPr lang="tr-TR"/>
            <a:t>Page</a:t>
          </a:r>
          <a:endParaRPr lang="en-US"/>
        </a:p>
      </dgm:t>
    </dgm:pt>
    <dgm:pt modelId="{AC1F1390-DDAA-485E-A52F-0A13AC284D12}" type="parTrans" cxnId="{2522E3B9-4067-472B-9829-85F0220A64F8}">
      <dgm:prSet/>
      <dgm:spPr/>
      <dgm:t>
        <a:bodyPr/>
        <a:lstStyle/>
        <a:p>
          <a:endParaRPr lang="en-US"/>
        </a:p>
      </dgm:t>
    </dgm:pt>
    <dgm:pt modelId="{6F5E53DB-BB99-4F42-B88F-4C30F8C1D1A8}" type="sibTrans" cxnId="{2522E3B9-4067-472B-9829-85F0220A64F8}">
      <dgm:prSet/>
      <dgm:spPr/>
      <dgm:t>
        <a:bodyPr/>
        <a:lstStyle/>
        <a:p>
          <a:endParaRPr lang="en-US"/>
        </a:p>
      </dgm:t>
    </dgm:pt>
    <dgm:pt modelId="{A5F16C3E-3766-4F65-867D-A15C6E16BC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Click the </a:t>
          </a:r>
          <a:r>
            <a:rPr lang="en-US" i="1"/>
            <a:t>Download Bitcoin Core</a:t>
          </a:r>
          <a:r>
            <a:rPr lang="en-US"/>
            <a:t> </a:t>
          </a:r>
        </a:p>
      </dgm:t>
    </dgm:pt>
    <dgm:pt modelId="{94792EC8-DA7F-4508-BED7-6694213422AA}" type="parTrans" cxnId="{16C5A747-04D2-4FD0-B77F-775E6DC45A11}">
      <dgm:prSet/>
      <dgm:spPr/>
      <dgm:t>
        <a:bodyPr/>
        <a:lstStyle/>
        <a:p>
          <a:endParaRPr lang="en-US"/>
        </a:p>
      </dgm:t>
    </dgm:pt>
    <dgm:pt modelId="{8C2FDD94-8071-4F46-A307-B06D6A5A4052}" type="sibTrans" cxnId="{16C5A747-04D2-4FD0-B77F-775E6DC45A11}">
      <dgm:prSet/>
      <dgm:spPr/>
      <dgm:t>
        <a:bodyPr/>
        <a:lstStyle/>
        <a:p>
          <a:endParaRPr lang="en-US"/>
        </a:p>
      </dgm:t>
    </dgm:pt>
    <dgm:pt modelId="{363EA704-7B99-409F-851B-571B284B2C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Run installer</a:t>
          </a:r>
          <a:endParaRPr lang="en-US"/>
        </a:p>
      </dgm:t>
    </dgm:pt>
    <dgm:pt modelId="{A7345853-2610-4F1F-8ACD-4C1A5CF2165E}" type="parTrans" cxnId="{6468F8C6-4C5D-4993-8EE3-9BADEAEE7D16}">
      <dgm:prSet/>
      <dgm:spPr/>
      <dgm:t>
        <a:bodyPr/>
        <a:lstStyle/>
        <a:p>
          <a:endParaRPr lang="en-US"/>
        </a:p>
      </dgm:t>
    </dgm:pt>
    <dgm:pt modelId="{E315A0F2-D57C-434F-AC0F-3401EAA2821A}" type="sibTrans" cxnId="{6468F8C6-4C5D-4993-8EE3-9BADEAEE7D16}">
      <dgm:prSet/>
      <dgm:spPr/>
      <dgm:t>
        <a:bodyPr/>
        <a:lstStyle/>
        <a:p>
          <a:endParaRPr lang="en-US"/>
        </a:p>
      </dgm:t>
    </dgm:pt>
    <dgm:pt modelId="{9E3A6191-F02C-4517-A31F-2FD2F39E3D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</a:t>
          </a:r>
          <a:r>
            <a:rPr lang="tr-TR"/>
            <a:t>downloaded installer file</a:t>
          </a:r>
          <a:r>
            <a:rPr lang="en-US"/>
            <a:t> </a:t>
          </a:r>
        </a:p>
      </dgm:t>
    </dgm:pt>
    <dgm:pt modelId="{76E88842-5B67-4698-9C2F-13B32A6DA0F3}" type="parTrans" cxnId="{C8B2697D-8C74-4884-AEE2-2DB39BEF1F05}">
      <dgm:prSet/>
      <dgm:spPr/>
      <dgm:t>
        <a:bodyPr/>
        <a:lstStyle/>
        <a:p>
          <a:endParaRPr lang="en-US"/>
        </a:p>
      </dgm:t>
    </dgm:pt>
    <dgm:pt modelId="{ACCB57E4-CCD8-4458-8CCB-C19686936DAF}" type="sibTrans" cxnId="{C8B2697D-8C74-4884-AEE2-2DB39BEF1F05}">
      <dgm:prSet/>
      <dgm:spPr/>
      <dgm:t>
        <a:bodyPr/>
        <a:lstStyle/>
        <a:p>
          <a:endParaRPr lang="en-US"/>
        </a:p>
      </dgm:t>
    </dgm:pt>
    <dgm:pt modelId="{AFD74815-19DB-4E13-AE25-82F52CE9FF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Windows will ask you to confirm that you want to run it. </a:t>
          </a:r>
        </a:p>
      </dgm:t>
    </dgm:pt>
    <dgm:pt modelId="{5A412CD1-5135-4249-A7AC-683F972270E8}" type="parTrans" cxnId="{C3E73FB1-ED08-4D87-A064-714FE96EE9F4}">
      <dgm:prSet/>
      <dgm:spPr/>
      <dgm:t>
        <a:bodyPr/>
        <a:lstStyle/>
        <a:p>
          <a:endParaRPr lang="en-US"/>
        </a:p>
      </dgm:t>
    </dgm:pt>
    <dgm:pt modelId="{DF9B650F-E3A0-4206-8FAC-623EFD969A37}" type="sibTrans" cxnId="{C3E73FB1-ED08-4D87-A064-714FE96EE9F4}">
      <dgm:prSet/>
      <dgm:spPr/>
      <dgm:t>
        <a:bodyPr/>
        <a:lstStyle/>
        <a:p>
          <a:endParaRPr lang="en-US"/>
        </a:p>
      </dgm:t>
    </dgm:pt>
    <dgm:pt modelId="{F6CCC86C-4846-4E03-8136-428D72EFF3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Click Yes and the Bitcoin installer will start. </a:t>
          </a:r>
        </a:p>
      </dgm:t>
    </dgm:pt>
    <dgm:pt modelId="{1C9E0945-EE84-42A6-BF31-8D5072AA622E}" type="parTrans" cxnId="{D9FD37BD-CDDF-446E-90C9-8F26CEA71B61}">
      <dgm:prSet/>
      <dgm:spPr/>
      <dgm:t>
        <a:bodyPr/>
        <a:lstStyle/>
        <a:p>
          <a:endParaRPr lang="en-US"/>
        </a:p>
      </dgm:t>
    </dgm:pt>
    <dgm:pt modelId="{E1CF32C2-98CE-4727-80B2-4A08ECD10E8E}" type="sibTrans" cxnId="{D9FD37BD-CDDF-446E-90C9-8F26CEA71B61}">
      <dgm:prSet/>
      <dgm:spPr/>
      <dgm:t>
        <a:bodyPr/>
        <a:lstStyle/>
        <a:p>
          <a:endParaRPr lang="en-US"/>
        </a:p>
      </dgm:t>
    </dgm:pt>
    <dgm:pt modelId="{0977924F-4123-4D54-B413-84ABF9451D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Typical Windows installer</a:t>
          </a:r>
          <a:endParaRPr lang="en-US"/>
        </a:p>
      </dgm:t>
    </dgm:pt>
    <dgm:pt modelId="{BF12E3F8-E859-4E46-94D6-25100C85F608}" type="parTrans" cxnId="{1CF61EF0-02E1-481D-B928-1757A1EF9047}">
      <dgm:prSet/>
      <dgm:spPr/>
      <dgm:t>
        <a:bodyPr/>
        <a:lstStyle/>
        <a:p>
          <a:endParaRPr lang="en-US"/>
        </a:p>
      </dgm:t>
    </dgm:pt>
    <dgm:pt modelId="{15CD9AA4-F84E-4A6E-B991-19BCCBAB1D2F}" type="sibTrans" cxnId="{1CF61EF0-02E1-481D-B928-1757A1EF9047}">
      <dgm:prSet/>
      <dgm:spPr/>
      <dgm:t>
        <a:bodyPr/>
        <a:lstStyle/>
        <a:p>
          <a:endParaRPr lang="en-US"/>
        </a:p>
      </dgm:t>
    </dgm:pt>
    <dgm:pt modelId="{87B65ED6-B929-4A18-930C-5B7C515198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It’s a typical Windows installer, </a:t>
          </a:r>
        </a:p>
      </dgm:t>
    </dgm:pt>
    <dgm:pt modelId="{2B56256E-BD00-4CE5-9450-E93E782EAC0D}" type="parTrans" cxnId="{B3CC703C-FB87-4E21-B25F-1BB829B6C7A5}">
      <dgm:prSet/>
      <dgm:spPr/>
      <dgm:t>
        <a:bodyPr/>
        <a:lstStyle/>
        <a:p>
          <a:endParaRPr lang="en-US"/>
        </a:p>
      </dgm:t>
    </dgm:pt>
    <dgm:pt modelId="{EC7CE3BA-A729-4B7D-8481-A62CC3E629F4}" type="sibTrans" cxnId="{B3CC703C-FB87-4E21-B25F-1BB829B6C7A5}">
      <dgm:prSet/>
      <dgm:spPr/>
      <dgm:t>
        <a:bodyPr/>
        <a:lstStyle/>
        <a:p>
          <a:endParaRPr lang="en-US"/>
        </a:p>
      </dgm:t>
    </dgm:pt>
    <dgm:pt modelId="{53022C4F-83E0-4053-AEA2-1E4051869F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will guide you through the decisions you need to make about where to install Bitcoin Core.</a:t>
          </a:r>
        </a:p>
      </dgm:t>
    </dgm:pt>
    <dgm:pt modelId="{38298DB5-881B-4455-A78F-C25B8E51D319}" type="parTrans" cxnId="{403E57DC-F519-47E1-9143-278B4DC87AAF}">
      <dgm:prSet/>
      <dgm:spPr/>
      <dgm:t>
        <a:bodyPr/>
        <a:lstStyle/>
        <a:p>
          <a:endParaRPr lang="en-US"/>
        </a:p>
      </dgm:t>
    </dgm:pt>
    <dgm:pt modelId="{DF3064BF-B2BC-4229-B6CE-847CC9CF2A2A}" type="sibTrans" cxnId="{403E57DC-F519-47E1-9143-278B4DC87AAF}">
      <dgm:prSet/>
      <dgm:spPr/>
      <dgm:t>
        <a:bodyPr/>
        <a:lstStyle/>
        <a:p>
          <a:endParaRPr lang="en-US"/>
        </a:p>
      </dgm:t>
    </dgm:pt>
    <dgm:pt modelId="{15720A10-5374-4CD9-8CE7-FFA811E2A0EC}" type="pres">
      <dgm:prSet presAssocID="{4E8CFAFE-0DAC-48A9-B85B-C6B77995EDE6}" presName="root" presStyleCnt="0">
        <dgm:presLayoutVars>
          <dgm:dir/>
          <dgm:resizeHandles val="exact"/>
        </dgm:presLayoutVars>
      </dgm:prSet>
      <dgm:spPr/>
    </dgm:pt>
    <dgm:pt modelId="{D3585368-0171-4ECE-8F32-30752E256F16}" type="pres">
      <dgm:prSet presAssocID="{3D3DFFCE-318C-46AD-8141-E6A9EB2E42E8}" presName="compNode" presStyleCnt="0"/>
      <dgm:spPr/>
    </dgm:pt>
    <dgm:pt modelId="{8B559570-6850-4E1C-9109-C176447A7A4C}" type="pres">
      <dgm:prSet presAssocID="{3D3DFFCE-318C-46AD-8141-E6A9EB2E42E8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2BDF7D07-EBCA-4AED-B5BC-8895A0953757}" type="pres">
      <dgm:prSet presAssocID="{3D3DFFCE-318C-46AD-8141-E6A9EB2E42E8}" presName="iconSpace" presStyleCnt="0"/>
      <dgm:spPr/>
    </dgm:pt>
    <dgm:pt modelId="{7A0FDB0E-05A9-48E5-9407-86BF7319F619}" type="pres">
      <dgm:prSet presAssocID="{3D3DFFCE-318C-46AD-8141-E6A9EB2E42E8}" presName="parTx" presStyleLbl="revTx" presStyleIdx="0" presStyleCnt="6">
        <dgm:presLayoutVars>
          <dgm:chMax val="0"/>
          <dgm:chPref val="0"/>
        </dgm:presLayoutVars>
      </dgm:prSet>
      <dgm:spPr/>
    </dgm:pt>
    <dgm:pt modelId="{EA632B03-25E7-4D76-B1EE-F831D4A74C51}" type="pres">
      <dgm:prSet presAssocID="{3D3DFFCE-318C-46AD-8141-E6A9EB2E42E8}" presName="txSpace" presStyleCnt="0"/>
      <dgm:spPr/>
    </dgm:pt>
    <dgm:pt modelId="{B34B0E0C-B312-4F17-839C-42806A68BCC3}" type="pres">
      <dgm:prSet presAssocID="{3D3DFFCE-318C-46AD-8141-E6A9EB2E42E8}" presName="desTx" presStyleLbl="revTx" presStyleIdx="1" presStyleCnt="6">
        <dgm:presLayoutVars/>
      </dgm:prSet>
      <dgm:spPr/>
    </dgm:pt>
    <dgm:pt modelId="{AE9251E1-8AC4-4839-B701-73D649695C3C}" type="pres">
      <dgm:prSet presAssocID="{EFE7D1B1-E794-466F-BDE6-E64C48D7853F}" presName="sibTrans" presStyleCnt="0"/>
      <dgm:spPr/>
    </dgm:pt>
    <dgm:pt modelId="{EA623BCD-8A00-40B8-8E93-11FDCA6011AD}" type="pres">
      <dgm:prSet presAssocID="{363EA704-7B99-409F-851B-571B284B2C47}" presName="compNode" presStyleCnt="0"/>
      <dgm:spPr/>
    </dgm:pt>
    <dgm:pt modelId="{87FDE42A-8509-46F3-BCE8-4954D064DFC8}" type="pres">
      <dgm:prSet presAssocID="{363EA704-7B99-409F-851B-571B284B2C47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D6CFDC2-C8B4-4AC4-B483-493B76133FFD}" type="pres">
      <dgm:prSet presAssocID="{363EA704-7B99-409F-851B-571B284B2C47}" presName="iconSpace" presStyleCnt="0"/>
      <dgm:spPr/>
    </dgm:pt>
    <dgm:pt modelId="{47E6F0AA-D7DD-4976-8744-FE5A567834DF}" type="pres">
      <dgm:prSet presAssocID="{363EA704-7B99-409F-851B-571B284B2C47}" presName="parTx" presStyleLbl="revTx" presStyleIdx="2" presStyleCnt="6">
        <dgm:presLayoutVars>
          <dgm:chMax val="0"/>
          <dgm:chPref val="0"/>
        </dgm:presLayoutVars>
      </dgm:prSet>
      <dgm:spPr/>
    </dgm:pt>
    <dgm:pt modelId="{EFEE41BB-606A-402C-921D-7411AB4F4ABD}" type="pres">
      <dgm:prSet presAssocID="{363EA704-7B99-409F-851B-571B284B2C47}" presName="txSpace" presStyleCnt="0"/>
      <dgm:spPr/>
    </dgm:pt>
    <dgm:pt modelId="{6DDBC219-A009-4599-8602-A6E299DE67A5}" type="pres">
      <dgm:prSet presAssocID="{363EA704-7B99-409F-851B-571B284B2C47}" presName="desTx" presStyleLbl="revTx" presStyleIdx="3" presStyleCnt="6">
        <dgm:presLayoutVars/>
      </dgm:prSet>
      <dgm:spPr/>
    </dgm:pt>
    <dgm:pt modelId="{13156691-B959-43C0-B7CC-BE75E3833CD9}" type="pres">
      <dgm:prSet presAssocID="{E315A0F2-D57C-434F-AC0F-3401EAA2821A}" presName="sibTrans" presStyleCnt="0"/>
      <dgm:spPr/>
    </dgm:pt>
    <dgm:pt modelId="{BB3E4D51-142E-4334-AE4E-70115D2D4E6F}" type="pres">
      <dgm:prSet presAssocID="{0977924F-4123-4D54-B413-84ABF9451DDD}" presName="compNode" presStyleCnt="0"/>
      <dgm:spPr/>
    </dgm:pt>
    <dgm:pt modelId="{D4C07F8D-6AF7-47FD-9C10-4A856989A9F3}" type="pres">
      <dgm:prSet presAssocID="{0977924F-4123-4D54-B413-84ABF9451DDD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CCC8FE5E-5B5B-498D-9D5F-1A564E157485}" type="pres">
      <dgm:prSet presAssocID="{0977924F-4123-4D54-B413-84ABF9451DDD}" presName="iconSpace" presStyleCnt="0"/>
      <dgm:spPr/>
    </dgm:pt>
    <dgm:pt modelId="{3F8666B4-D26C-4ADC-A538-A98CC1583131}" type="pres">
      <dgm:prSet presAssocID="{0977924F-4123-4D54-B413-84ABF9451DDD}" presName="parTx" presStyleLbl="revTx" presStyleIdx="4" presStyleCnt="6">
        <dgm:presLayoutVars>
          <dgm:chMax val="0"/>
          <dgm:chPref val="0"/>
        </dgm:presLayoutVars>
      </dgm:prSet>
      <dgm:spPr/>
    </dgm:pt>
    <dgm:pt modelId="{E6B3E3E4-FA98-4D07-9594-4C974C16FB77}" type="pres">
      <dgm:prSet presAssocID="{0977924F-4123-4D54-B413-84ABF9451DDD}" presName="txSpace" presStyleCnt="0"/>
      <dgm:spPr/>
    </dgm:pt>
    <dgm:pt modelId="{4EB33F12-9928-4DF1-B866-E75BE1EA5945}" type="pres">
      <dgm:prSet presAssocID="{0977924F-4123-4D54-B413-84ABF9451DDD}" presName="desTx" presStyleLbl="revTx" presStyleIdx="5" presStyleCnt="6">
        <dgm:presLayoutVars/>
      </dgm:prSet>
      <dgm:spPr/>
    </dgm:pt>
  </dgm:ptLst>
  <dgm:cxnLst>
    <dgm:cxn modelId="{EDEDFB33-17C0-4A2D-8C9A-38A0B3C8FB49}" type="presOf" srcId="{363EA704-7B99-409F-851B-571B284B2C47}" destId="{47E6F0AA-D7DD-4976-8744-FE5A567834DF}" srcOrd="0" destOrd="0" presId="urn:microsoft.com/office/officeart/2018/5/layout/CenteredIconLabelDescriptionList"/>
    <dgm:cxn modelId="{842EE739-60ED-4D59-A2C1-65075B1652B6}" type="presOf" srcId="{E0A1527E-FC75-4DF0-AB6D-0E0B6D8CA517}" destId="{B34B0E0C-B312-4F17-839C-42806A68BCC3}" srcOrd="0" destOrd="0" presId="urn:microsoft.com/office/officeart/2018/5/layout/CenteredIconLabelDescriptionList"/>
    <dgm:cxn modelId="{B3CC703C-FB87-4E21-B25F-1BB829B6C7A5}" srcId="{0977924F-4123-4D54-B413-84ABF9451DDD}" destId="{87B65ED6-B929-4A18-930C-5B7C5151980D}" srcOrd="0" destOrd="0" parTransId="{2B56256E-BD00-4CE5-9450-E93E782EAC0D}" sibTransId="{EC7CE3BA-A729-4B7D-8481-A62CC3E629F4}"/>
    <dgm:cxn modelId="{16C5A747-04D2-4FD0-B77F-775E6DC45A11}" srcId="{3D3DFFCE-318C-46AD-8141-E6A9EB2E42E8}" destId="{A5F16C3E-3766-4F65-867D-A15C6E16BC9A}" srcOrd="1" destOrd="0" parTransId="{94792EC8-DA7F-4508-BED7-6694213422AA}" sibTransId="{8C2FDD94-8071-4F46-A307-B06D6A5A4052}"/>
    <dgm:cxn modelId="{317A856C-D9EE-492D-9868-445D9B889D70}" type="presOf" srcId="{9E3A6191-F02C-4517-A31F-2FD2F39E3D97}" destId="{6DDBC219-A009-4599-8602-A6E299DE67A5}" srcOrd="0" destOrd="0" presId="urn:microsoft.com/office/officeart/2018/5/layout/CenteredIconLabelDescriptionList"/>
    <dgm:cxn modelId="{55C5AC6C-45C4-4A84-A797-84CE3C998138}" type="presOf" srcId="{AFD74815-19DB-4E13-AE25-82F52CE9FF0D}" destId="{6DDBC219-A009-4599-8602-A6E299DE67A5}" srcOrd="0" destOrd="1" presId="urn:microsoft.com/office/officeart/2018/5/layout/CenteredIconLabelDescriptionList"/>
    <dgm:cxn modelId="{7149484D-B76F-47E0-A15F-492537CAEFAF}" srcId="{4E8CFAFE-0DAC-48A9-B85B-C6B77995EDE6}" destId="{3D3DFFCE-318C-46AD-8141-E6A9EB2E42E8}" srcOrd="0" destOrd="0" parTransId="{B09249CE-80D7-47C2-BCAB-BF97A861AE9D}" sibTransId="{EFE7D1B1-E794-466F-BDE6-E64C48D7853F}"/>
    <dgm:cxn modelId="{C1004E70-FD5C-4544-AF6A-7B8DACA7341D}" type="presOf" srcId="{A5F16C3E-3766-4F65-867D-A15C6E16BC9A}" destId="{B34B0E0C-B312-4F17-839C-42806A68BCC3}" srcOrd="0" destOrd="1" presId="urn:microsoft.com/office/officeart/2018/5/layout/CenteredIconLabelDescriptionList"/>
    <dgm:cxn modelId="{18D66972-336E-4FBC-877A-B0D28AC7B885}" type="presOf" srcId="{3D3DFFCE-318C-46AD-8141-E6A9EB2E42E8}" destId="{7A0FDB0E-05A9-48E5-9407-86BF7319F619}" srcOrd="0" destOrd="0" presId="urn:microsoft.com/office/officeart/2018/5/layout/CenteredIconLabelDescriptionList"/>
    <dgm:cxn modelId="{C75A3E5A-3438-4408-A996-3C6E01333FB3}" type="presOf" srcId="{F6CCC86C-4846-4E03-8136-428D72EFF3DE}" destId="{6DDBC219-A009-4599-8602-A6E299DE67A5}" srcOrd="0" destOrd="2" presId="urn:microsoft.com/office/officeart/2018/5/layout/CenteredIconLabelDescriptionList"/>
    <dgm:cxn modelId="{C8B2697D-8C74-4884-AEE2-2DB39BEF1F05}" srcId="{363EA704-7B99-409F-851B-571B284B2C47}" destId="{9E3A6191-F02C-4517-A31F-2FD2F39E3D97}" srcOrd="0" destOrd="0" parTransId="{76E88842-5B67-4698-9C2F-13B32A6DA0F3}" sibTransId="{ACCB57E4-CCD8-4458-8CCB-C19686936DAF}"/>
    <dgm:cxn modelId="{90F1579D-E9E0-434D-8A2F-87B48F075439}" type="presOf" srcId="{4E8CFAFE-0DAC-48A9-B85B-C6B77995EDE6}" destId="{15720A10-5374-4CD9-8CE7-FFA811E2A0EC}" srcOrd="0" destOrd="0" presId="urn:microsoft.com/office/officeart/2018/5/layout/CenteredIconLabelDescriptionList"/>
    <dgm:cxn modelId="{2A88B1AD-85BA-4F21-9366-87352BC87F8F}" type="presOf" srcId="{0977924F-4123-4D54-B413-84ABF9451DDD}" destId="{3F8666B4-D26C-4ADC-A538-A98CC1583131}" srcOrd="0" destOrd="0" presId="urn:microsoft.com/office/officeart/2018/5/layout/CenteredIconLabelDescriptionList"/>
    <dgm:cxn modelId="{C3E73FB1-ED08-4D87-A064-714FE96EE9F4}" srcId="{363EA704-7B99-409F-851B-571B284B2C47}" destId="{AFD74815-19DB-4E13-AE25-82F52CE9FF0D}" srcOrd="1" destOrd="0" parTransId="{5A412CD1-5135-4249-A7AC-683F972270E8}" sibTransId="{DF9B650F-E3A0-4206-8FAC-623EFD969A37}"/>
    <dgm:cxn modelId="{2A1D1DB8-392A-42AF-B84B-694CAFC664E9}" type="presOf" srcId="{53022C4F-83E0-4053-AEA2-1E4051869FC2}" destId="{4EB33F12-9928-4DF1-B866-E75BE1EA5945}" srcOrd="0" destOrd="1" presId="urn:microsoft.com/office/officeart/2018/5/layout/CenteredIconLabelDescriptionList"/>
    <dgm:cxn modelId="{2522E3B9-4067-472B-9829-85F0220A64F8}" srcId="{3D3DFFCE-318C-46AD-8141-E6A9EB2E42E8}" destId="{E0A1527E-FC75-4DF0-AB6D-0E0B6D8CA517}" srcOrd="0" destOrd="0" parTransId="{AC1F1390-DDAA-485E-A52F-0A13AC284D12}" sibTransId="{6F5E53DB-BB99-4F42-B88F-4C30F8C1D1A8}"/>
    <dgm:cxn modelId="{D9FD37BD-CDDF-446E-90C9-8F26CEA71B61}" srcId="{363EA704-7B99-409F-851B-571B284B2C47}" destId="{F6CCC86C-4846-4E03-8136-428D72EFF3DE}" srcOrd="2" destOrd="0" parTransId="{1C9E0945-EE84-42A6-BF31-8D5072AA622E}" sibTransId="{E1CF32C2-98CE-4727-80B2-4A08ECD10E8E}"/>
    <dgm:cxn modelId="{6468F8C6-4C5D-4993-8EE3-9BADEAEE7D16}" srcId="{4E8CFAFE-0DAC-48A9-B85B-C6B77995EDE6}" destId="{363EA704-7B99-409F-851B-571B284B2C47}" srcOrd="1" destOrd="0" parTransId="{A7345853-2610-4F1F-8ACD-4C1A5CF2165E}" sibTransId="{E315A0F2-D57C-434F-AC0F-3401EAA2821A}"/>
    <dgm:cxn modelId="{403E57DC-F519-47E1-9143-278B4DC87AAF}" srcId="{0977924F-4123-4D54-B413-84ABF9451DDD}" destId="{53022C4F-83E0-4053-AEA2-1E4051869FC2}" srcOrd="1" destOrd="0" parTransId="{38298DB5-881B-4455-A78F-C25B8E51D319}" sibTransId="{DF3064BF-B2BC-4229-B6CE-847CC9CF2A2A}"/>
    <dgm:cxn modelId="{1CF61EF0-02E1-481D-B928-1757A1EF9047}" srcId="{4E8CFAFE-0DAC-48A9-B85B-C6B77995EDE6}" destId="{0977924F-4123-4D54-B413-84ABF9451DDD}" srcOrd="2" destOrd="0" parTransId="{BF12E3F8-E859-4E46-94D6-25100C85F608}" sibTransId="{15CD9AA4-F84E-4A6E-B991-19BCCBAB1D2F}"/>
    <dgm:cxn modelId="{F01A75F0-CD45-49C9-89EB-ADB59FB90D5B}" type="presOf" srcId="{87B65ED6-B929-4A18-930C-5B7C5151980D}" destId="{4EB33F12-9928-4DF1-B866-E75BE1EA5945}" srcOrd="0" destOrd="0" presId="urn:microsoft.com/office/officeart/2018/5/layout/CenteredIconLabelDescriptionList"/>
    <dgm:cxn modelId="{CC15CBB4-4F73-4F88-B189-CF9D6BC8C622}" type="presParOf" srcId="{15720A10-5374-4CD9-8CE7-FFA811E2A0EC}" destId="{D3585368-0171-4ECE-8F32-30752E256F16}" srcOrd="0" destOrd="0" presId="urn:microsoft.com/office/officeart/2018/5/layout/CenteredIconLabelDescriptionList"/>
    <dgm:cxn modelId="{65CA08BB-9B9F-440B-BEB8-FD67BB771DC1}" type="presParOf" srcId="{D3585368-0171-4ECE-8F32-30752E256F16}" destId="{8B559570-6850-4E1C-9109-C176447A7A4C}" srcOrd="0" destOrd="0" presId="urn:microsoft.com/office/officeart/2018/5/layout/CenteredIconLabelDescriptionList"/>
    <dgm:cxn modelId="{C2BF4714-C338-4118-A154-0B923763EE64}" type="presParOf" srcId="{D3585368-0171-4ECE-8F32-30752E256F16}" destId="{2BDF7D07-EBCA-4AED-B5BC-8895A0953757}" srcOrd="1" destOrd="0" presId="urn:microsoft.com/office/officeart/2018/5/layout/CenteredIconLabelDescriptionList"/>
    <dgm:cxn modelId="{5981C30B-2116-4119-AB7D-933C1EA620B6}" type="presParOf" srcId="{D3585368-0171-4ECE-8F32-30752E256F16}" destId="{7A0FDB0E-05A9-48E5-9407-86BF7319F619}" srcOrd="2" destOrd="0" presId="urn:microsoft.com/office/officeart/2018/5/layout/CenteredIconLabelDescriptionList"/>
    <dgm:cxn modelId="{5C1F269E-5CBE-478E-8FDB-BA7A20F1C6CB}" type="presParOf" srcId="{D3585368-0171-4ECE-8F32-30752E256F16}" destId="{EA632B03-25E7-4D76-B1EE-F831D4A74C51}" srcOrd="3" destOrd="0" presId="urn:microsoft.com/office/officeart/2018/5/layout/CenteredIconLabelDescriptionList"/>
    <dgm:cxn modelId="{69F20A7C-D9D2-42DC-BF5C-6FD55B347A9C}" type="presParOf" srcId="{D3585368-0171-4ECE-8F32-30752E256F16}" destId="{B34B0E0C-B312-4F17-839C-42806A68BCC3}" srcOrd="4" destOrd="0" presId="urn:microsoft.com/office/officeart/2018/5/layout/CenteredIconLabelDescriptionList"/>
    <dgm:cxn modelId="{83360752-AC50-4047-B856-F08EA42E53BC}" type="presParOf" srcId="{15720A10-5374-4CD9-8CE7-FFA811E2A0EC}" destId="{AE9251E1-8AC4-4839-B701-73D649695C3C}" srcOrd="1" destOrd="0" presId="urn:microsoft.com/office/officeart/2018/5/layout/CenteredIconLabelDescriptionList"/>
    <dgm:cxn modelId="{F347129B-DDD2-4FFE-A1D9-CE3E20F4B714}" type="presParOf" srcId="{15720A10-5374-4CD9-8CE7-FFA811E2A0EC}" destId="{EA623BCD-8A00-40B8-8E93-11FDCA6011AD}" srcOrd="2" destOrd="0" presId="urn:microsoft.com/office/officeart/2018/5/layout/CenteredIconLabelDescriptionList"/>
    <dgm:cxn modelId="{09AAEB0E-FE4D-41D0-8FDE-E7BD3BB16508}" type="presParOf" srcId="{EA623BCD-8A00-40B8-8E93-11FDCA6011AD}" destId="{87FDE42A-8509-46F3-BCE8-4954D064DFC8}" srcOrd="0" destOrd="0" presId="urn:microsoft.com/office/officeart/2018/5/layout/CenteredIconLabelDescriptionList"/>
    <dgm:cxn modelId="{8E60CAA9-278A-49A7-8857-D3D81B1FE9C5}" type="presParOf" srcId="{EA623BCD-8A00-40B8-8E93-11FDCA6011AD}" destId="{8D6CFDC2-C8B4-4AC4-B483-493B76133FFD}" srcOrd="1" destOrd="0" presId="urn:microsoft.com/office/officeart/2018/5/layout/CenteredIconLabelDescriptionList"/>
    <dgm:cxn modelId="{DF28623D-98E7-4148-9B33-74D464805938}" type="presParOf" srcId="{EA623BCD-8A00-40B8-8E93-11FDCA6011AD}" destId="{47E6F0AA-D7DD-4976-8744-FE5A567834DF}" srcOrd="2" destOrd="0" presId="urn:microsoft.com/office/officeart/2018/5/layout/CenteredIconLabelDescriptionList"/>
    <dgm:cxn modelId="{963394BD-0DD6-4318-8DCD-FE2E18D3552D}" type="presParOf" srcId="{EA623BCD-8A00-40B8-8E93-11FDCA6011AD}" destId="{EFEE41BB-606A-402C-921D-7411AB4F4ABD}" srcOrd="3" destOrd="0" presId="urn:microsoft.com/office/officeart/2018/5/layout/CenteredIconLabelDescriptionList"/>
    <dgm:cxn modelId="{5D71D964-D945-453E-8DCA-E447502AA256}" type="presParOf" srcId="{EA623BCD-8A00-40B8-8E93-11FDCA6011AD}" destId="{6DDBC219-A009-4599-8602-A6E299DE67A5}" srcOrd="4" destOrd="0" presId="urn:microsoft.com/office/officeart/2018/5/layout/CenteredIconLabelDescriptionList"/>
    <dgm:cxn modelId="{EEC0F372-2957-46EB-976D-E135C72E8AE0}" type="presParOf" srcId="{15720A10-5374-4CD9-8CE7-FFA811E2A0EC}" destId="{13156691-B959-43C0-B7CC-BE75E3833CD9}" srcOrd="3" destOrd="0" presId="urn:microsoft.com/office/officeart/2018/5/layout/CenteredIconLabelDescriptionList"/>
    <dgm:cxn modelId="{4137DAFD-2CF9-46FD-9411-5D97ECCF5525}" type="presParOf" srcId="{15720A10-5374-4CD9-8CE7-FFA811E2A0EC}" destId="{BB3E4D51-142E-4334-AE4E-70115D2D4E6F}" srcOrd="4" destOrd="0" presId="urn:microsoft.com/office/officeart/2018/5/layout/CenteredIconLabelDescriptionList"/>
    <dgm:cxn modelId="{F05C1468-0EBF-4259-9CC1-B828DBE6F6E4}" type="presParOf" srcId="{BB3E4D51-142E-4334-AE4E-70115D2D4E6F}" destId="{D4C07F8D-6AF7-47FD-9C10-4A856989A9F3}" srcOrd="0" destOrd="0" presId="urn:microsoft.com/office/officeart/2018/5/layout/CenteredIconLabelDescriptionList"/>
    <dgm:cxn modelId="{BA83753F-19AE-43CA-8C73-4B62727FC0C2}" type="presParOf" srcId="{BB3E4D51-142E-4334-AE4E-70115D2D4E6F}" destId="{CCC8FE5E-5B5B-498D-9D5F-1A564E157485}" srcOrd="1" destOrd="0" presId="urn:microsoft.com/office/officeart/2018/5/layout/CenteredIconLabelDescriptionList"/>
    <dgm:cxn modelId="{2928B2D4-0FA9-49A8-BADB-A9D61B233D15}" type="presParOf" srcId="{BB3E4D51-142E-4334-AE4E-70115D2D4E6F}" destId="{3F8666B4-D26C-4ADC-A538-A98CC1583131}" srcOrd="2" destOrd="0" presId="urn:microsoft.com/office/officeart/2018/5/layout/CenteredIconLabelDescriptionList"/>
    <dgm:cxn modelId="{F4A758D1-4D1C-4E8E-BE9C-C6C7D8ACCD25}" type="presParOf" srcId="{BB3E4D51-142E-4334-AE4E-70115D2D4E6F}" destId="{E6B3E3E4-FA98-4D07-9594-4C974C16FB77}" srcOrd="3" destOrd="0" presId="urn:microsoft.com/office/officeart/2018/5/layout/CenteredIconLabelDescriptionList"/>
    <dgm:cxn modelId="{8072D53D-8851-4923-809B-ED856A3EAED2}" type="presParOf" srcId="{BB3E4D51-142E-4334-AE4E-70115D2D4E6F}" destId="{4EB33F12-9928-4DF1-B866-E75BE1EA594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10020B0-9A44-4DF1-981D-90EDB2ACC49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1DF0AD66-95B1-4414-A04A-EE78B7034E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Core GUI</a:t>
          </a:r>
        </a:p>
      </dgm:t>
    </dgm:pt>
    <dgm:pt modelId="{13AB9116-168E-4FD2-A54B-C93782FE0EA8}" type="parTrans" cxnId="{2DD5ADBA-8BF5-47AE-B8EF-D35594B36AC5}">
      <dgm:prSet/>
      <dgm:spPr/>
      <dgm:t>
        <a:bodyPr/>
        <a:lstStyle/>
        <a:p>
          <a:endParaRPr lang="tr-TR"/>
        </a:p>
      </dgm:t>
    </dgm:pt>
    <dgm:pt modelId="{98D8C69D-694B-434A-A3A6-0760DB828DB2}" type="sibTrans" cxnId="{2DD5ADBA-8BF5-47AE-B8EF-D35594B36AC5}">
      <dgm:prSet/>
      <dgm:spPr/>
      <dgm:t>
        <a:bodyPr/>
        <a:lstStyle/>
        <a:p>
          <a:endParaRPr lang="tr-TR"/>
        </a:p>
      </dgm:t>
    </dgm:pt>
    <dgm:pt modelId="{FF66A76E-572B-44A0-878E-A032D93AC6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want to use the Bitcoin Core Graphical User Interface (GUI)</a:t>
          </a:r>
          <a:endParaRPr lang="tr-TR"/>
        </a:p>
      </dgm:t>
    </dgm:pt>
    <dgm:pt modelId="{CC970C0B-0CC2-493B-815C-D6B64A44ED9A}" type="parTrans" cxnId="{088457AB-D663-4D9E-9EC9-DBD8D0B0456C}">
      <dgm:prSet/>
      <dgm:spPr/>
      <dgm:t>
        <a:bodyPr/>
        <a:lstStyle/>
        <a:p>
          <a:endParaRPr lang="tr-TR"/>
        </a:p>
      </dgm:t>
    </dgm:pt>
    <dgm:pt modelId="{1DFD1C68-53F1-4BAE-BF3C-448C59525DB9}" type="sibTrans" cxnId="{088457AB-D663-4D9E-9EC9-DBD8D0B0456C}">
      <dgm:prSet/>
      <dgm:spPr/>
      <dgm:t>
        <a:bodyPr/>
        <a:lstStyle/>
        <a:p>
          <a:endParaRPr lang="tr-TR"/>
        </a:p>
      </dgm:t>
    </dgm:pt>
    <dgm:pt modelId="{535E850E-5F3B-4329-ABB7-EC6380397F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proceed to the Bitcoin Core GUI section below.</a:t>
          </a:r>
          <a:endParaRPr lang="tr-TR"/>
        </a:p>
      </dgm:t>
    </dgm:pt>
    <dgm:pt modelId="{BABF474B-DC88-4E83-82DA-88D954454887}" type="parTrans" cxnId="{7EC0972A-F9B4-40BA-B08D-1EC6F48AA8CF}">
      <dgm:prSet/>
      <dgm:spPr/>
      <dgm:t>
        <a:bodyPr/>
        <a:lstStyle/>
        <a:p>
          <a:endParaRPr lang="tr-TR"/>
        </a:p>
      </dgm:t>
    </dgm:pt>
    <dgm:pt modelId="{6FFE7870-6FA4-4E1E-BEAA-F029F6F8AA52}" type="sibTrans" cxnId="{7EC0972A-F9B4-40BA-B08D-1EC6F48AA8CF}">
      <dgm:prSet/>
      <dgm:spPr/>
      <dgm:t>
        <a:bodyPr/>
        <a:lstStyle/>
        <a:p>
          <a:endParaRPr lang="tr-TR"/>
        </a:p>
      </dgm:t>
    </dgm:pt>
    <dgm:pt modelId="{529D83DB-6373-4C66-8610-160E851EB1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Core daemon</a:t>
          </a:r>
          <a:endParaRPr lang="tr-TR"/>
        </a:p>
      </dgm:t>
    </dgm:pt>
    <dgm:pt modelId="{7F83347D-4045-4EE9-B211-CE37E2DC6BD1}" type="parTrans" cxnId="{3F625259-958F-4555-9AE3-11B5FD9C7F7D}">
      <dgm:prSet/>
      <dgm:spPr/>
      <dgm:t>
        <a:bodyPr/>
        <a:lstStyle/>
        <a:p>
          <a:endParaRPr lang="tr-TR"/>
        </a:p>
      </dgm:t>
    </dgm:pt>
    <dgm:pt modelId="{BAAD872E-9485-43A2-B5C8-1F3AB02EB231}" type="sibTrans" cxnId="{3F625259-958F-4555-9AE3-11B5FD9C7F7D}">
      <dgm:prSet/>
      <dgm:spPr/>
      <dgm:t>
        <a:bodyPr/>
        <a:lstStyle/>
        <a:p>
          <a:endParaRPr lang="tr-TR"/>
        </a:p>
      </dgm:t>
    </dgm:pt>
    <dgm:pt modelId="{1773EB10-A284-4C59-A526-829BD0AE62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useful for programmers and advanced users </a:t>
          </a:r>
          <a:endParaRPr lang="tr-TR" dirty="0"/>
        </a:p>
      </dgm:t>
    </dgm:pt>
    <dgm:pt modelId="{11D79BB0-9F46-4A3F-B27B-C688E28C33F9}" type="parTrans" cxnId="{DCE1CE61-3BA0-47B2-AD65-64B3334A6E9F}">
      <dgm:prSet/>
      <dgm:spPr/>
      <dgm:t>
        <a:bodyPr/>
        <a:lstStyle/>
        <a:p>
          <a:endParaRPr lang="tr-TR"/>
        </a:p>
      </dgm:t>
    </dgm:pt>
    <dgm:pt modelId="{674D8292-89B4-43A9-939E-5AADD3033F70}" type="sibTrans" cxnId="{DCE1CE61-3BA0-47B2-AD65-64B3334A6E9F}">
      <dgm:prSet/>
      <dgm:spPr/>
      <dgm:t>
        <a:bodyPr/>
        <a:lstStyle/>
        <a:p>
          <a:endParaRPr lang="tr-TR"/>
        </a:p>
      </dgm:t>
    </dgm:pt>
    <dgm:pt modelId="{C04DD84D-7C3D-4B4F-8888-9107822499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bitcoind</a:t>
          </a:r>
          <a:r>
            <a:rPr lang="tr-TR" dirty="0"/>
            <a:t>: </a:t>
          </a:r>
          <a:r>
            <a:rPr lang="en-US" dirty="0"/>
            <a:t>use the Bitcoin Core daemon</a:t>
          </a:r>
          <a:endParaRPr lang="tr-TR" dirty="0"/>
        </a:p>
      </dgm:t>
    </dgm:pt>
    <dgm:pt modelId="{6B5ABFA4-2050-4B8D-9B56-29956DBFEB1F}" type="parTrans" cxnId="{FD64E15B-8D0C-43CE-AD50-0237641798C1}">
      <dgm:prSet/>
      <dgm:spPr/>
      <dgm:t>
        <a:bodyPr/>
        <a:lstStyle/>
        <a:p>
          <a:endParaRPr lang="tr-TR"/>
        </a:p>
      </dgm:t>
    </dgm:pt>
    <dgm:pt modelId="{BA5F73C7-5D9A-4DF8-8690-360A147C07B2}" type="sibTrans" cxnId="{FD64E15B-8D0C-43CE-AD50-0237641798C1}">
      <dgm:prSet/>
      <dgm:spPr/>
      <dgm:t>
        <a:bodyPr/>
        <a:lstStyle/>
        <a:p>
          <a:endParaRPr lang="tr-TR"/>
        </a:p>
      </dgm:t>
    </dgm:pt>
    <dgm:pt modelId="{1750ACDB-E1FB-4049-8979-DCBFAD79B4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Both</a:t>
          </a:r>
        </a:p>
      </dgm:t>
    </dgm:pt>
    <dgm:pt modelId="{7FF697E9-59B8-47B1-AB74-6E80E3D28B99}" type="parTrans" cxnId="{27F9E8CC-409B-4A53-9E20-55D1ACC91562}">
      <dgm:prSet/>
      <dgm:spPr/>
      <dgm:t>
        <a:bodyPr/>
        <a:lstStyle/>
        <a:p>
          <a:endParaRPr lang="tr-TR"/>
        </a:p>
      </dgm:t>
    </dgm:pt>
    <dgm:pt modelId="{7107EA8A-F38A-4AAF-8A13-043E1B11820F}" type="sibTrans" cxnId="{27F9E8CC-409B-4A53-9E20-55D1ACC91562}">
      <dgm:prSet/>
      <dgm:spPr/>
      <dgm:t>
        <a:bodyPr/>
        <a:lstStyle/>
        <a:p>
          <a:endParaRPr lang="tr-TR"/>
        </a:p>
      </dgm:t>
    </dgm:pt>
    <dgm:pt modelId="{0B3B547E-2194-4023-9491-AAF291D571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</a:t>
          </a:r>
          <a:r>
            <a:rPr lang="en-US" b="1" dirty="0"/>
            <a:t>can’t</a:t>
          </a:r>
          <a:r>
            <a:rPr lang="en-US" dirty="0"/>
            <a:t> run both the GUI and the daemon</a:t>
          </a:r>
          <a:r>
            <a:rPr lang="tr-TR" dirty="0"/>
            <a:t> </a:t>
          </a:r>
          <a:r>
            <a:rPr lang="en-US" dirty="0"/>
            <a:t>at the same time</a:t>
          </a:r>
          <a:endParaRPr lang="tr-TR" dirty="0"/>
        </a:p>
      </dgm:t>
    </dgm:pt>
    <dgm:pt modelId="{189928DE-0236-42F0-9565-2EB181D94323}" type="parTrans" cxnId="{5E3E11CB-D21A-44B3-8804-E18402B8EBF1}">
      <dgm:prSet/>
      <dgm:spPr/>
      <dgm:t>
        <a:bodyPr/>
        <a:lstStyle/>
        <a:p>
          <a:endParaRPr lang="tr-TR"/>
        </a:p>
      </dgm:t>
    </dgm:pt>
    <dgm:pt modelId="{3A2E03F9-1615-4A3A-8E69-BDF1E7DA89FE}" type="sibTrans" cxnId="{5E3E11CB-D21A-44B3-8804-E18402B8EBF1}">
      <dgm:prSet/>
      <dgm:spPr/>
      <dgm:t>
        <a:bodyPr/>
        <a:lstStyle/>
        <a:p>
          <a:endParaRPr lang="tr-TR"/>
        </a:p>
      </dgm:t>
    </dgm:pt>
    <dgm:pt modelId="{A9814401-A67F-4DC9-9836-425C8C2443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</a:t>
          </a:r>
          <a:r>
            <a:rPr lang="en-US" dirty="0"/>
            <a:t>the same configuration directory</a:t>
          </a:r>
          <a:endParaRPr lang="tr-TR" dirty="0"/>
        </a:p>
      </dgm:t>
    </dgm:pt>
    <dgm:pt modelId="{77576F5C-1311-494B-80F1-16876994EBC5}" type="parTrans" cxnId="{38EB3188-3376-475D-8C00-18B4AFB29609}">
      <dgm:prSet/>
      <dgm:spPr/>
      <dgm:t>
        <a:bodyPr/>
        <a:lstStyle/>
        <a:p>
          <a:endParaRPr lang="tr-TR"/>
        </a:p>
      </dgm:t>
    </dgm:pt>
    <dgm:pt modelId="{95369A3D-7CE6-4E33-90C3-2C718238AE02}" type="sibTrans" cxnId="{38EB3188-3376-475D-8C00-18B4AFB29609}">
      <dgm:prSet/>
      <dgm:spPr/>
      <dgm:t>
        <a:bodyPr/>
        <a:lstStyle/>
        <a:p>
          <a:endParaRPr lang="tr-TR"/>
        </a:p>
      </dgm:t>
    </dgm:pt>
    <dgm:pt modelId="{22574FA3-C689-436D-9B0A-093DE69F862D}" type="pres">
      <dgm:prSet presAssocID="{A10020B0-9A44-4DF1-981D-90EDB2ACC498}" presName="root" presStyleCnt="0">
        <dgm:presLayoutVars>
          <dgm:dir/>
          <dgm:resizeHandles val="exact"/>
        </dgm:presLayoutVars>
      </dgm:prSet>
      <dgm:spPr/>
    </dgm:pt>
    <dgm:pt modelId="{6BF66CE7-3135-4184-BDCD-4E0062F7D346}" type="pres">
      <dgm:prSet presAssocID="{1DF0AD66-95B1-4414-A04A-EE78B7034E9A}" presName="compNode" presStyleCnt="0"/>
      <dgm:spPr/>
    </dgm:pt>
    <dgm:pt modelId="{F31B2144-B93A-4B15-B59A-BA47C867AEAA}" type="pres">
      <dgm:prSet presAssocID="{1DF0AD66-95B1-4414-A04A-EE78B7034E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27453D7-77AD-4C63-8D04-558C6AEA9BDD}" type="pres">
      <dgm:prSet presAssocID="{1DF0AD66-95B1-4414-A04A-EE78B7034E9A}" presName="iconSpace" presStyleCnt="0"/>
      <dgm:spPr/>
    </dgm:pt>
    <dgm:pt modelId="{7666B21B-D9AC-435C-B5A2-04581820E862}" type="pres">
      <dgm:prSet presAssocID="{1DF0AD66-95B1-4414-A04A-EE78B7034E9A}" presName="parTx" presStyleLbl="revTx" presStyleIdx="0" presStyleCnt="6">
        <dgm:presLayoutVars>
          <dgm:chMax val="0"/>
          <dgm:chPref val="0"/>
        </dgm:presLayoutVars>
      </dgm:prSet>
      <dgm:spPr/>
    </dgm:pt>
    <dgm:pt modelId="{49D8D66B-3AB1-452D-9A55-1417ABF246AF}" type="pres">
      <dgm:prSet presAssocID="{1DF0AD66-95B1-4414-A04A-EE78B7034E9A}" presName="txSpace" presStyleCnt="0"/>
      <dgm:spPr/>
    </dgm:pt>
    <dgm:pt modelId="{73BB7F9D-3401-4B45-9C14-2F2B99AF0A56}" type="pres">
      <dgm:prSet presAssocID="{1DF0AD66-95B1-4414-A04A-EE78B7034E9A}" presName="desTx" presStyleLbl="revTx" presStyleIdx="1" presStyleCnt="6">
        <dgm:presLayoutVars/>
      </dgm:prSet>
      <dgm:spPr/>
    </dgm:pt>
    <dgm:pt modelId="{078DF257-A8B3-4CB1-BE24-C15DCADC3187}" type="pres">
      <dgm:prSet presAssocID="{98D8C69D-694B-434A-A3A6-0760DB828DB2}" presName="sibTrans" presStyleCnt="0"/>
      <dgm:spPr/>
    </dgm:pt>
    <dgm:pt modelId="{D21E64F0-942A-4922-9782-3F0F16369158}" type="pres">
      <dgm:prSet presAssocID="{529D83DB-6373-4C66-8610-160E851EB13F}" presName="compNode" presStyleCnt="0"/>
      <dgm:spPr/>
    </dgm:pt>
    <dgm:pt modelId="{912F1B4B-9FBB-4449-8CF8-DCDF8CCB64BA}" type="pres">
      <dgm:prSet presAssocID="{529D83DB-6373-4C66-8610-160E851EB1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A141815-D366-40A0-A0D6-B4B17592D2BF}" type="pres">
      <dgm:prSet presAssocID="{529D83DB-6373-4C66-8610-160E851EB13F}" presName="iconSpace" presStyleCnt="0"/>
      <dgm:spPr/>
    </dgm:pt>
    <dgm:pt modelId="{57F9165E-B308-4C15-BBC5-72F509B33B2A}" type="pres">
      <dgm:prSet presAssocID="{529D83DB-6373-4C66-8610-160E851EB13F}" presName="parTx" presStyleLbl="revTx" presStyleIdx="2" presStyleCnt="6">
        <dgm:presLayoutVars>
          <dgm:chMax val="0"/>
          <dgm:chPref val="0"/>
        </dgm:presLayoutVars>
      </dgm:prSet>
      <dgm:spPr/>
    </dgm:pt>
    <dgm:pt modelId="{60F58225-7985-4E74-995A-7107BDF94CD5}" type="pres">
      <dgm:prSet presAssocID="{529D83DB-6373-4C66-8610-160E851EB13F}" presName="txSpace" presStyleCnt="0"/>
      <dgm:spPr/>
    </dgm:pt>
    <dgm:pt modelId="{44BB6783-972A-4A78-B4C5-B3FC31E0A0BE}" type="pres">
      <dgm:prSet presAssocID="{529D83DB-6373-4C66-8610-160E851EB13F}" presName="desTx" presStyleLbl="revTx" presStyleIdx="3" presStyleCnt="6">
        <dgm:presLayoutVars/>
      </dgm:prSet>
      <dgm:spPr/>
    </dgm:pt>
    <dgm:pt modelId="{D357AA71-A6E3-4D87-806F-B67E44337546}" type="pres">
      <dgm:prSet presAssocID="{BAAD872E-9485-43A2-B5C8-1F3AB02EB231}" presName="sibTrans" presStyleCnt="0"/>
      <dgm:spPr/>
    </dgm:pt>
    <dgm:pt modelId="{97733C01-41CD-452E-90E5-049D5CC3C2CB}" type="pres">
      <dgm:prSet presAssocID="{1750ACDB-E1FB-4049-8979-DCBFAD79B460}" presName="compNode" presStyleCnt="0"/>
      <dgm:spPr/>
    </dgm:pt>
    <dgm:pt modelId="{FD3E5F98-7D34-4E86-B5E5-B8F6F85FE18D}" type="pres">
      <dgm:prSet presAssocID="{1750ACDB-E1FB-4049-8979-DCBFAD79B4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02BF45D-ACEF-4957-977E-E1FBACC852F3}" type="pres">
      <dgm:prSet presAssocID="{1750ACDB-E1FB-4049-8979-DCBFAD79B460}" presName="iconSpace" presStyleCnt="0"/>
      <dgm:spPr/>
    </dgm:pt>
    <dgm:pt modelId="{DEC2474F-B65D-4221-BB32-B67EC4AFAB23}" type="pres">
      <dgm:prSet presAssocID="{1750ACDB-E1FB-4049-8979-DCBFAD79B460}" presName="parTx" presStyleLbl="revTx" presStyleIdx="4" presStyleCnt="6">
        <dgm:presLayoutVars>
          <dgm:chMax val="0"/>
          <dgm:chPref val="0"/>
        </dgm:presLayoutVars>
      </dgm:prSet>
      <dgm:spPr/>
    </dgm:pt>
    <dgm:pt modelId="{A3E31799-FB02-48B0-A43C-C95F7CA6A9BF}" type="pres">
      <dgm:prSet presAssocID="{1750ACDB-E1FB-4049-8979-DCBFAD79B460}" presName="txSpace" presStyleCnt="0"/>
      <dgm:spPr/>
    </dgm:pt>
    <dgm:pt modelId="{442F0582-9E65-4033-8925-6F868CF100A0}" type="pres">
      <dgm:prSet presAssocID="{1750ACDB-E1FB-4049-8979-DCBFAD79B460}" presName="desTx" presStyleLbl="revTx" presStyleIdx="5" presStyleCnt="6">
        <dgm:presLayoutVars/>
      </dgm:prSet>
      <dgm:spPr/>
    </dgm:pt>
  </dgm:ptLst>
  <dgm:cxnLst>
    <dgm:cxn modelId="{947E0902-0A82-4BA2-8EC2-70E01B79AC8A}" type="presOf" srcId="{A9814401-A67F-4DC9-9836-425C8C2443C2}" destId="{442F0582-9E65-4033-8925-6F868CF100A0}" srcOrd="0" destOrd="1" presId="urn:microsoft.com/office/officeart/2018/5/layout/CenteredIconLabelDescriptionList"/>
    <dgm:cxn modelId="{494D5A17-D8AF-4979-809B-C3964E8BB99B}" type="presOf" srcId="{529D83DB-6373-4C66-8610-160E851EB13F}" destId="{57F9165E-B308-4C15-BBC5-72F509B33B2A}" srcOrd="0" destOrd="0" presId="urn:microsoft.com/office/officeart/2018/5/layout/CenteredIconLabelDescriptionList"/>
    <dgm:cxn modelId="{568F552A-3164-496F-A617-0ACB95908125}" type="presOf" srcId="{A10020B0-9A44-4DF1-981D-90EDB2ACC498}" destId="{22574FA3-C689-436D-9B0A-093DE69F862D}" srcOrd="0" destOrd="0" presId="urn:microsoft.com/office/officeart/2018/5/layout/CenteredIconLabelDescriptionList"/>
    <dgm:cxn modelId="{7EC0972A-F9B4-40BA-B08D-1EC6F48AA8CF}" srcId="{1DF0AD66-95B1-4414-A04A-EE78B7034E9A}" destId="{535E850E-5F3B-4329-ABB7-EC6380397F22}" srcOrd="1" destOrd="0" parTransId="{BABF474B-DC88-4E83-82DA-88D954454887}" sibTransId="{6FFE7870-6FA4-4E1E-BEAA-F029F6F8AA52}"/>
    <dgm:cxn modelId="{FD64E15B-8D0C-43CE-AD50-0237641798C1}" srcId="{529D83DB-6373-4C66-8610-160E851EB13F}" destId="{C04DD84D-7C3D-4B4F-8888-910782249903}" srcOrd="1" destOrd="0" parTransId="{6B5ABFA4-2050-4B8D-9B56-29956DBFEB1F}" sibTransId="{BA5F73C7-5D9A-4DF8-8690-360A147C07B2}"/>
    <dgm:cxn modelId="{DCE1CE61-3BA0-47B2-AD65-64B3334A6E9F}" srcId="{529D83DB-6373-4C66-8610-160E851EB13F}" destId="{1773EB10-A284-4C59-A526-829BD0AE6210}" srcOrd="0" destOrd="0" parTransId="{11D79BB0-9F46-4A3F-B27B-C688E28C33F9}" sibTransId="{674D8292-89B4-43A9-939E-5AADD3033F70}"/>
    <dgm:cxn modelId="{25B1B346-3DF0-4719-B5B5-2DF3A5133B8F}" type="presOf" srcId="{1750ACDB-E1FB-4049-8979-DCBFAD79B460}" destId="{DEC2474F-B65D-4221-BB32-B67EC4AFAB23}" srcOrd="0" destOrd="0" presId="urn:microsoft.com/office/officeart/2018/5/layout/CenteredIconLabelDescriptionList"/>
    <dgm:cxn modelId="{00B3594D-7AFD-4205-90AD-DCF66CAFD901}" type="presOf" srcId="{C04DD84D-7C3D-4B4F-8888-910782249903}" destId="{44BB6783-972A-4A78-B4C5-B3FC31E0A0BE}" srcOrd="0" destOrd="1" presId="urn:microsoft.com/office/officeart/2018/5/layout/CenteredIconLabelDescriptionList"/>
    <dgm:cxn modelId="{3F625259-958F-4555-9AE3-11B5FD9C7F7D}" srcId="{A10020B0-9A44-4DF1-981D-90EDB2ACC498}" destId="{529D83DB-6373-4C66-8610-160E851EB13F}" srcOrd="1" destOrd="0" parTransId="{7F83347D-4045-4EE9-B211-CE37E2DC6BD1}" sibTransId="{BAAD872E-9485-43A2-B5C8-1F3AB02EB231}"/>
    <dgm:cxn modelId="{375E007E-1890-4542-B1F0-5EBBC6C90880}" type="presOf" srcId="{0B3B547E-2194-4023-9491-AAF291D571A2}" destId="{442F0582-9E65-4033-8925-6F868CF100A0}" srcOrd="0" destOrd="0" presId="urn:microsoft.com/office/officeart/2018/5/layout/CenteredIconLabelDescriptionList"/>
    <dgm:cxn modelId="{BB128B85-1434-40C9-A815-0F52ED9FCDD8}" type="presOf" srcId="{535E850E-5F3B-4329-ABB7-EC6380397F22}" destId="{73BB7F9D-3401-4B45-9C14-2F2B99AF0A56}" srcOrd="0" destOrd="1" presId="urn:microsoft.com/office/officeart/2018/5/layout/CenteredIconLabelDescriptionList"/>
    <dgm:cxn modelId="{38EB3188-3376-475D-8C00-18B4AFB29609}" srcId="{1750ACDB-E1FB-4049-8979-DCBFAD79B460}" destId="{A9814401-A67F-4DC9-9836-425C8C2443C2}" srcOrd="1" destOrd="0" parTransId="{77576F5C-1311-494B-80F1-16876994EBC5}" sibTransId="{95369A3D-7CE6-4E33-90C3-2C718238AE02}"/>
    <dgm:cxn modelId="{DCFC488A-6750-4A4D-AFC5-07DFE431C736}" type="presOf" srcId="{1773EB10-A284-4C59-A526-829BD0AE6210}" destId="{44BB6783-972A-4A78-B4C5-B3FC31E0A0BE}" srcOrd="0" destOrd="0" presId="urn:microsoft.com/office/officeart/2018/5/layout/CenteredIconLabelDescriptionList"/>
    <dgm:cxn modelId="{088457AB-D663-4D9E-9EC9-DBD8D0B0456C}" srcId="{1DF0AD66-95B1-4414-A04A-EE78B7034E9A}" destId="{FF66A76E-572B-44A0-878E-A032D93AC6BF}" srcOrd="0" destOrd="0" parTransId="{CC970C0B-0CC2-493B-815C-D6B64A44ED9A}" sibTransId="{1DFD1C68-53F1-4BAE-BF3C-448C59525DB9}"/>
    <dgm:cxn modelId="{2DD5ADBA-8BF5-47AE-B8EF-D35594B36AC5}" srcId="{A10020B0-9A44-4DF1-981D-90EDB2ACC498}" destId="{1DF0AD66-95B1-4414-A04A-EE78B7034E9A}" srcOrd="0" destOrd="0" parTransId="{13AB9116-168E-4FD2-A54B-C93782FE0EA8}" sibTransId="{98D8C69D-694B-434A-A3A6-0760DB828DB2}"/>
    <dgm:cxn modelId="{38EB64BF-06E8-4468-8D6B-364C485BFE7A}" type="presOf" srcId="{1DF0AD66-95B1-4414-A04A-EE78B7034E9A}" destId="{7666B21B-D9AC-435C-B5A2-04581820E862}" srcOrd="0" destOrd="0" presId="urn:microsoft.com/office/officeart/2018/5/layout/CenteredIconLabelDescriptionList"/>
    <dgm:cxn modelId="{5E3E11CB-D21A-44B3-8804-E18402B8EBF1}" srcId="{1750ACDB-E1FB-4049-8979-DCBFAD79B460}" destId="{0B3B547E-2194-4023-9491-AAF291D571A2}" srcOrd="0" destOrd="0" parTransId="{189928DE-0236-42F0-9565-2EB181D94323}" sibTransId="{3A2E03F9-1615-4A3A-8E69-BDF1E7DA89FE}"/>
    <dgm:cxn modelId="{27F9E8CC-409B-4A53-9E20-55D1ACC91562}" srcId="{A10020B0-9A44-4DF1-981D-90EDB2ACC498}" destId="{1750ACDB-E1FB-4049-8979-DCBFAD79B460}" srcOrd="2" destOrd="0" parTransId="{7FF697E9-59B8-47B1-AB74-6E80E3D28B99}" sibTransId="{7107EA8A-F38A-4AAF-8A13-043E1B11820F}"/>
    <dgm:cxn modelId="{CE9F77F9-61E8-4DED-AA65-D587182BB0EB}" type="presOf" srcId="{FF66A76E-572B-44A0-878E-A032D93AC6BF}" destId="{73BB7F9D-3401-4B45-9C14-2F2B99AF0A56}" srcOrd="0" destOrd="0" presId="urn:microsoft.com/office/officeart/2018/5/layout/CenteredIconLabelDescriptionList"/>
    <dgm:cxn modelId="{1B513768-04AF-4DEC-B486-95E2A106FB21}" type="presParOf" srcId="{22574FA3-C689-436D-9B0A-093DE69F862D}" destId="{6BF66CE7-3135-4184-BDCD-4E0062F7D346}" srcOrd="0" destOrd="0" presId="urn:microsoft.com/office/officeart/2018/5/layout/CenteredIconLabelDescriptionList"/>
    <dgm:cxn modelId="{5673A39E-87B4-4A8E-B3FC-292523FD76DB}" type="presParOf" srcId="{6BF66CE7-3135-4184-BDCD-4E0062F7D346}" destId="{F31B2144-B93A-4B15-B59A-BA47C867AEAA}" srcOrd="0" destOrd="0" presId="urn:microsoft.com/office/officeart/2018/5/layout/CenteredIconLabelDescriptionList"/>
    <dgm:cxn modelId="{1F78A737-4A1F-4D11-9450-6E3B6B7E0708}" type="presParOf" srcId="{6BF66CE7-3135-4184-BDCD-4E0062F7D346}" destId="{B27453D7-77AD-4C63-8D04-558C6AEA9BDD}" srcOrd="1" destOrd="0" presId="urn:microsoft.com/office/officeart/2018/5/layout/CenteredIconLabelDescriptionList"/>
    <dgm:cxn modelId="{3867B225-FB2C-4427-9C96-B8A90B0C16AD}" type="presParOf" srcId="{6BF66CE7-3135-4184-BDCD-4E0062F7D346}" destId="{7666B21B-D9AC-435C-B5A2-04581820E862}" srcOrd="2" destOrd="0" presId="urn:microsoft.com/office/officeart/2018/5/layout/CenteredIconLabelDescriptionList"/>
    <dgm:cxn modelId="{AC148FB5-326B-4E90-90AA-607146D96994}" type="presParOf" srcId="{6BF66CE7-3135-4184-BDCD-4E0062F7D346}" destId="{49D8D66B-3AB1-452D-9A55-1417ABF246AF}" srcOrd="3" destOrd="0" presId="urn:microsoft.com/office/officeart/2018/5/layout/CenteredIconLabelDescriptionList"/>
    <dgm:cxn modelId="{44F7B207-02FF-48F7-A309-2EBF29F11195}" type="presParOf" srcId="{6BF66CE7-3135-4184-BDCD-4E0062F7D346}" destId="{73BB7F9D-3401-4B45-9C14-2F2B99AF0A56}" srcOrd="4" destOrd="0" presId="urn:microsoft.com/office/officeart/2018/5/layout/CenteredIconLabelDescriptionList"/>
    <dgm:cxn modelId="{C5C2E7F2-B58E-421F-AF46-8C4E8B22E85E}" type="presParOf" srcId="{22574FA3-C689-436D-9B0A-093DE69F862D}" destId="{078DF257-A8B3-4CB1-BE24-C15DCADC3187}" srcOrd="1" destOrd="0" presId="urn:microsoft.com/office/officeart/2018/5/layout/CenteredIconLabelDescriptionList"/>
    <dgm:cxn modelId="{C9AFAC8B-D583-41DC-9D70-97AAC64FB30F}" type="presParOf" srcId="{22574FA3-C689-436D-9B0A-093DE69F862D}" destId="{D21E64F0-942A-4922-9782-3F0F16369158}" srcOrd="2" destOrd="0" presId="urn:microsoft.com/office/officeart/2018/5/layout/CenteredIconLabelDescriptionList"/>
    <dgm:cxn modelId="{D8B925C3-173D-4782-B392-B989ED11001E}" type="presParOf" srcId="{D21E64F0-942A-4922-9782-3F0F16369158}" destId="{912F1B4B-9FBB-4449-8CF8-DCDF8CCB64BA}" srcOrd="0" destOrd="0" presId="urn:microsoft.com/office/officeart/2018/5/layout/CenteredIconLabelDescriptionList"/>
    <dgm:cxn modelId="{85F47D50-ACBC-41D1-8A14-94BAE12FB538}" type="presParOf" srcId="{D21E64F0-942A-4922-9782-3F0F16369158}" destId="{4A141815-D366-40A0-A0D6-B4B17592D2BF}" srcOrd="1" destOrd="0" presId="urn:microsoft.com/office/officeart/2018/5/layout/CenteredIconLabelDescriptionList"/>
    <dgm:cxn modelId="{DA3EC721-A6D0-4092-AE50-BE1415D6FE72}" type="presParOf" srcId="{D21E64F0-942A-4922-9782-3F0F16369158}" destId="{57F9165E-B308-4C15-BBC5-72F509B33B2A}" srcOrd="2" destOrd="0" presId="urn:microsoft.com/office/officeart/2018/5/layout/CenteredIconLabelDescriptionList"/>
    <dgm:cxn modelId="{754240AE-786E-4254-9B31-0DA3732781CF}" type="presParOf" srcId="{D21E64F0-942A-4922-9782-3F0F16369158}" destId="{60F58225-7985-4E74-995A-7107BDF94CD5}" srcOrd="3" destOrd="0" presId="urn:microsoft.com/office/officeart/2018/5/layout/CenteredIconLabelDescriptionList"/>
    <dgm:cxn modelId="{4184F5CF-B669-4C36-945B-EE0C91147264}" type="presParOf" srcId="{D21E64F0-942A-4922-9782-3F0F16369158}" destId="{44BB6783-972A-4A78-B4C5-B3FC31E0A0BE}" srcOrd="4" destOrd="0" presId="urn:microsoft.com/office/officeart/2018/5/layout/CenteredIconLabelDescriptionList"/>
    <dgm:cxn modelId="{38A2A14A-0C48-4116-8759-E9C7252287E0}" type="presParOf" srcId="{22574FA3-C689-436D-9B0A-093DE69F862D}" destId="{D357AA71-A6E3-4D87-806F-B67E44337546}" srcOrd="3" destOrd="0" presId="urn:microsoft.com/office/officeart/2018/5/layout/CenteredIconLabelDescriptionList"/>
    <dgm:cxn modelId="{B8FD86DC-52D2-4BEB-BC5C-45BF8C82DE89}" type="presParOf" srcId="{22574FA3-C689-436D-9B0A-093DE69F862D}" destId="{97733C01-41CD-452E-90E5-049D5CC3C2CB}" srcOrd="4" destOrd="0" presId="urn:microsoft.com/office/officeart/2018/5/layout/CenteredIconLabelDescriptionList"/>
    <dgm:cxn modelId="{663D6DFE-6709-4CB9-B82C-99D6BF1B5838}" type="presParOf" srcId="{97733C01-41CD-452E-90E5-049D5CC3C2CB}" destId="{FD3E5F98-7D34-4E86-B5E5-B8F6F85FE18D}" srcOrd="0" destOrd="0" presId="urn:microsoft.com/office/officeart/2018/5/layout/CenteredIconLabelDescriptionList"/>
    <dgm:cxn modelId="{4DCE8645-DC7A-4816-A66D-FA6627336754}" type="presParOf" srcId="{97733C01-41CD-452E-90E5-049D5CC3C2CB}" destId="{E02BF45D-ACEF-4957-977E-E1FBACC852F3}" srcOrd="1" destOrd="0" presId="urn:microsoft.com/office/officeart/2018/5/layout/CenteredIconLabelDescriptionList"/>
    <dgm:cxn modelId="{A2A8D426-9C66-4D52-83A5-3B7E542FD65E}" type="presParOf" srcId="{97733C01-41CD-452E-90E5-049D5CC3C2CB}" destId="{DEC2474F-B65D-4221-BB32-B67EC4AFAB23}" srcOrd="2" destOrd="0" presId="urn:microsoft.com/office/officeart/2018/5/layout/CenteredIconLabelDescriptionList"/>
    <dgm:cxn modelId="{BD7074BB-8468-4648-9C77-EFE354FC0418}" type="presParOf" srcId="{97733C01-41CD-452E-90E5-049D5CC3C2CB}" destId="{A3E31799-FB02-48B0-A43C-C95F7CA6A9BF}" srcOrd="3" destOrd="0" presId="urn:microsoft.com/office/officeart/2018/5/layout/CenteredIconLabelDescriptionList"/>
    <dgm:cxn modelId="{03E250F2-E66B-462F-9B00-FE5773820E17}" type="presParOf" srcId="{97733C01-41CD-452E-90E5-049D5CC3C2CB}" destId="{442F0582-9E65-4033-8925-6F868CF100A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1DB97573-9E9D-41CC-8E94-B0965B1AD1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4556676A-5385-4C76-A0F8-730388AE83C6}">
      <dgm:prSet/>
      <dgm:spPr/>
      <dgm:t>
        <a:bodyPr/>
        <a:lstStyle/>
        <a:p>
          <a:r>
            <a:rPr lang="tr-TR"/>
            <a:t>Install</a:t>
          </a:r>
        </a:p>
      </dgm:t>
    </dgm:pt>
    <dgm:pt modelId="{F3903219-9281-40E5-9FE7-7FA3649EB499}" type="parTrans" cxnId="{249505D8-2EC0-42FD-A7B5-4FCEF5554500}">
      <dgm:prSet/>
      <dgm:spPr/>
      <dgm:t>
        <a:bodyPr/>
        <a:lstStyle/>
        <a:p>
          <a:endParaRPr lang="tr-TR"/>
        </a:p>
      </dgm:t>
    </dgm:pt>
    <dgm:pt modelId="{77AA4938-DA53-4510-B124-FCDDC733FE53}" type="sibTrans" cxnId="{249505D8-2EC0-42FD-A7B5-4FCEF5554500}">
      <dgm:prSet/>
      <dgm:spPr/>
      <dgm:t>
        <a:bodyPr/>
        <a:lstStyle/>
        <a:p>
          <a:endParaRPr lang="tr-TR"/>
        </a:p>
      </dgm:t>
    </dgm:pt>
    <dgm:pt modelId="{B33FBD14-0486-4136-82A8-68B789215481}">
      <dgm:prSet/>
      <dgm:spPr/>
      <dgm:t>
        <a:bodyPr/>
        <a:lstStyle/>
        <a:p>
          <a:r>
            <a:rPr lang="tr-TR"/>
            <a:t>Press </a:t>
          </a:r>
          <a:r>
            <a:rPr lang="en-US"/>
            <a:t>Windows key (⊞ Win) </a:t>
          </a:r>
          <a:endParaRPr lang="tr-TR"/>
        </a:p>
      </dgm:t>
    </dgm:pt>
    <dgm:pt modelId="{5F418154-2269-4E20-84BF-1EB80D179981}" type="parTrans" cxnId="{9BB1C041-D092-442A-A905-6083B851C290}">
      <dgm:prSet/>
      <dgm:spPr/>
      <dgm:t>
        <a:bodyPr/>
        <a:lstStyle/>
        <a:p>
          <a:endParaRPr lang="tr-TR"/>
        </a:p>
      </dgm:t>
    </dgm:pt>
    <dgm:pt modelId="{F6ACD5F0-5FD8-4F29-8555-D6ED80DC4F62}" type="sibTrans" cxnId="{9BB1C041-D092-442A-A905-6083B851C290}">
      <dgm:prSet/>
      <dgm:spPr/>
      <dgm:t>
        <a:bodyPr/>
        <a:lstStyle/>
        <a:p>
          <a:endParaRPr lang="tr-TR"/>
        </a:p>
      </dgm:t>
    </dgm:pt>
    <dgm:pt modelId="{388A38D9-FF38-4696-921F-0D35DEB98545}">
      <dgm:prSet/>
      <dgm:spPr/>
      <dgm:t>
        <a:bodyPr/>
        <a:lstStyle/>
        <a:p>
          <a:r>
            <a:rPr lang="en-US"/>
            <a:t>start typing “bitcoin”. </a:t>
          </a:r>
          <a:endParaRPr lang="tr-TR"/>
        </a:p>
      </dgm:t>
    </dgm:pt>
    <dgm:pt modelId="{3CCC2EAC-B7AD-4139-BFB0-80CB27C8C92D}" type="parTrans" cxnId="{B61CF2F1-3808-4E00-98E8-AD262D138CA4}">
      <dgm:prSet/>
      <dgm:spPr/>
      <dgm:t>
        <a:bodyPr/>
        <a:lstStyle/>
        <a:p>
          <a:endParaRPr lang="tr-TR"/>
        </a:p>
      </dgm:t>
    </dgm:pt>
    <dgm:pt modelId="{6B816B15-A056-442A-8FF5-0D865D99EAEF}" type="sibTrans" cxnId="{B61CF2F1-3808-4E00-98E8-AD262D138CA4}">
      <dgm:prSet/>
      <dgm:spPr/>
      <dgm:t>
        <a:bodyPr/>
        <a:lstStyle/>
        <a:p>
          <a:endParaRPr lang="tr-TR"/>
        </a:p>
      </dgm:t>
    </dgm:pt>
    <dgm:pt modelId="{9ADFB526-8504-4356-84C8-7D65F62C07F0}">
      <dgm:prSet/>
      <dgm:spPr/>
      <dgm:t>
        <a:bodyPr/>
        <a:lstStyle/>
        <a:p>
          <a:r>
            <a:rPr lang="en-US"/>
            <a:t>When the Bitcoin Core icon appears click on it.</a:t>
          </a:r>
          <a:endParaRPr lang="tr-TR"/>
        </a:p>
      </dgm:t>
    </dgm:pt>
    <dgm:pt modelId="{6814F87A-AC87-4ADC-B13A-E19820647C14}" type="parTrans" cxnId="{581945BC-12EE-4837-AB20-181308703BEC}">
      <dgm:prSet/>
      <dgm:spPr/>
      <dgm:t>
        <a:bodyPr/>
        <a:lstStyle/>
        <a:p>
          <a:endParaRPr lang="tr-TR"/>
        </a:p>
      </dgm:t>
    </dgm:pt>
    <dgm:pt modelId="{8D4F7CBA-83E8-499A-94D5-45D61D66F459}" type="sibTrans" cxnId="{581945BC-12EE-4837-AB20-181308703BEC}">
      <dgm:prSet/>
      <dgm:spPr/>
      <dgm:t>
        <a:bodyPr/>
        <a:lstStyle/>
        <a:p>
          <a:endParaRPr lang="tr-TR"/>
        </a:p>
      </dgm:t>
    </dgm:pt>
    <dgm:pt modelId="{72EDD684-5F23-495F-A36F-592D25DC5450}">
      <dgm:prSet/>
      <dgm:spPr/>
      <dgm:t>
        <a:bodyPr/>
        <a:lstStyle/>
        <a:p>
          <a:r>
            <a:rPr lang="tr-TR"/>
            <a:t>Chose a directory</a:t>
          </a:r>
        </a:p>
      </dgm:t>
    </dgm:pt>
    <dgm:pt modelId="{3EDC941B-6D6C-4EEF-9553-57BBC5EB8448}" type="parTrans" cxnId="{2C25BC72-3718-44E7-9897-532D3D63BE41}">
      <dgm:prSet/>
      <dgm:spPr/>
      <dgm:t>
        <a:bodyPr/>
        <a:lstStyle/>
        <a:p>
          <a:endParaRPr lang="tr-TR"/>
        </a:p>
      </dgm:t>
    </dgm:pt>
    <dgm:pt modelId="{5A8900B6-7776-47E9-AF92-FA49C8E0DB97}" type="sibTrans" cxnId="{2C25BC72-3718-44E7-9897-532D3D63BE41}">
      <dgm:prSet/>
      <dgm:spPr/>
      <dgm:t>
        <a:bodyPr/>
        <a:lstStyle/>
        <a:p>
          <a:endParaRPr lang="tr-TR"/>
        </a:p>
      </dgm:t>
    </dgm:pt>
    <dgm:pt modelId="{4F10E82E-D4E5-4433-8312-6E0D95177233}">
      <dgm:prSet/>
      <dgm:spPr/>
      <dgm:t>
        <a:bodyPr/>
        <a:lstStyle/>
        <a:p>
          <a:r>
            <a:rPr lang="en-US"/>
            <a:t>to store the Bitcoin block chain and your wallet. </a:t>
          </a:r>
          <a:endParaRPr lang="tr-TR"/>
        </a:p>
      </dgm:t>
    </dgm:pt>
    <dgm:pt modelId="{4342C4AF-4761-4A3B-9FE9-3CBA47BEE3E7}" type="parTrans" cxnId="{053D6F1D-6BB3-4A05-A1EA-705E1D1E4305}">
      <dgm:prSet/>
      <dgm:spPr/>
      <dgm:t>
        <a:bodyPr/>
        <a:lstStyle/>
        <a:p>
          <a:endParaRPr lang="tr-TR"/>
        </a:p>
      </dgm:t>
    </dgm:pt>
    <dgm:pt modelId="{7149691A-BA1A-496B-AFAD-8174820CA8AE}" type="sibTrans" cxnId="{053D6F1D-6BB3-4A05-A1EA-705E1D1E4305}">
      <dgm:prSet/>
      <dgm:spPr/>
      <dgm:t>
        <a:bodyPr/>
        <a:lstStyle/>
        <a:p>
          <a:endParaRPr lang="tr-TR"/>
        </a:p>
      </dgm:t>
    </dgm:pt>
    <dgm:pt modelId="{5C9E5E26-F7AB-48D2-96F8-2FFFECADACD9}">
      <dgm:prSet/>
      <dgm:spPr/>
      <dgm:t>
        <a:bodyPr/>
        <a:lstStyle/>
        <a:p>
          <a:r>
            <a:rPr lang="en-US"/>
            <a:t>Unless you have a separate partition or drive you want to use, </a:t>
          </a:r>
          <a:endParaRPr lang="tr-TR"/>
        </a:p>
      </dgm:t>
    </dgm:pt>
    <dgm:pt modelId="{1BCA1A02-0A22-46A1-ACF3-CF5657264C7B}" type="parTrans" cxnId="{768A4AF0-AC51-4869-8366-74920CA1721F}">
      <dgm:prSet/>
      <dgm:spPr/>
      <dgm:t>
        <a:bodyPr/>
        <a:lstStyle/>
        <a:p>
          <a:endParaRPr lang="tr-TR"/>
        </a:p>
      </dgm:t>
    </dgm:pt>
    <dgm:pt modelId="{6B88FCE9-F93C-4382-BF3B-C09FDD74EFEE}" type="sibTrans" cxnId="{768A4AF0-AC51-4869-8366-74920CA1721F}">
      <dgm:prSet/>
      <dgm:spPr/>
      <dgm:t>
        <a:bodyPr/>
        <a:lstStyle/>
        <a:p>
          <a:endParaRPr lang="tr-TR"/>
        </a:p>
      </dgm:t>
    </dgm:pt>
    <dgm:pt modelId="{331E3A8C-AF62-46B3-AF3B-5F3D82E2C37B}">
      <dgm:prSet/>
      <dgm:spPr/>
      <dgm:t>
        <a:bodyPr/>
        <a:lstStyle/>
        <a:p>
          <a:r>
            <a:rPr lang="en-US"/>
            <a:t>click Ok to use the default.</a:t>
          </a:r>
          <a:endParaRPr lang="tr-TR"/>
        </a:p>
      </dgm:t>
    </dgm:pt>
    <dgm:pt modelId="{DA6DEAA2-1318-4BE9-89B9-1FE137DE3FAC}" type="parTrans" cxnId="{84224281-13DA-4DB4-B85E-5C044F5B3A9D}">
      <dgm:prSet/>
      <dgm:spPr/>
      <dgm:t>
        <a:bodyPr/>
        <a:lstStyle/>
        <a:p>
          <a:endParaRPr lang="tr-TR"/>
        </a:p>
      </dgm:t>
    </dgm:pt>
    <dgm:pt modelId="{64770E5D-7D4B-4699-9B96-3F56DA5215A9}" type="sibTrans" cxnId="{84224281-13DA-4DB4-B85E-5C044F5B3A9D}">
      <dgm:prSet/>
      <dgm:spPr/>
      <dgm:t>
        <a:bodyPr/>
        <a:lstStyle/>
        <a:p>
          <a:endParaRPr lang="tr-TR"/>
        </a:p>
      </dgm:t>
    </dgm:pt>
    <dgm:pt modelId="{23B38DC7-0734-4B28-9D2F-07222727A98D}">
      <dgm:prSet/>
      <dgm:spPr/>
      <dgm:t>
        <a:bodyPr/>
        <a:lstStyle/>
        <a:p>
          <a:r>
            <a:rPr lang="tr-TR"/>
            <a:t>Firewall setting</a:t>
          </a:r>
        </a:p>
      </dgm:t>
    </dgm:pt>
    <dgm:pt modelId="{78729CDD-FF19-4CBB-AB39-A875C9C11C46}" type="parTrans" cxnId="{E8EC2068-2B66-4247-B479-67F377717947}">
      <dgm:prSet/>
      <dgm:spPr/>
      <dgm:t>
        <a:bodyPr/>
        <a:lstStyle/>
        <a:p>
          <a:endParaRPr lang="tr-TR"/>
        </a:p>
      </dgm:t>
    </dgm:pt>
    <dgm:pt modelId="{A4FBA569-EBE5-43FF-8581-598FD2A9A572}" type="sibTrans" cxnId="{E8EC2068-2B66-4247-B479-67F377717947}">
      <dgm:prSet/>
      <dgm:spPr/>
      <dgm:t>
        <a:bodyPr/>
        <a:lstStyle/>
        <a:p>
          <a:endParaRPr lang="tr-TR"/>
        </a:p>
      </dgm:t>
    </dgm:pt>
    <dgm:pt modelId="{2CB507A8-B477-4F2C-9B38-98B1A45ED21C}">
      <dgm:prSet/>
      <dgm:spPr/>
      <dgm:t>
        <a:bodyPr/>
        <a:lstStyle/>
        <a:p>
          <a:r>
            <a:rPr lang="en-US"/>
            <a:t>Your firewall may block Bitcoin Core from making outbound connections. </a:t>
          </a:r>
          <a:endParaRPr lang="tr-TR"/>
        </a:p>
      </dgm:t>
    </dgm:pt>
    <dgm:pt modelId="{D32152F8-13F0-436C-8688-B30D8408AC5A}" type="parTrans" cxnId="{C093C4F0-4218-4097-B10C-938561B2E038}">
      <dgm:prSet/>
      <dgm:spPr/>
      <dgm:t>
        <a:bodyPr/>
        <a:lstStyle/>
        <a:p>
          <a:endParaRPr lang="tr-TR"/>
        </a:p>
      </dgm:t>
    </dgm:pt>
    <dgm:pt modelId="{C5850AD2-A0FF-40D1-8795-95F4B737341D}" type="sibTrans" cxnId="{C093C4F0-4218-4097-B10C-938561B2E038}">
      <dgm:prSet/>
      <dgm:spPr/>
      <dgm:t>
        <a:bodyPr/>
        <a:lstStyle/>
        <a:p>
          <a:endParaRPr lang="tr-TR"/>
        </a:p>
      </dgm:t>
    </dgm:pt>
    <dgm:pt modelId="{DC5D2E8C-816F-4582-836A-424D54CC584E}">
      <dgm:prSet/>
      <dgm:spPr/>
      <dgm:t>
        <a:bodyPr/>
        <a:lstStyle/>
        <a:p>
          <a:r>
            <a:rPr lang="en-US"/>
            <a:t>It’s safe to allow Bitcoin Core to use all networks.</a:t>
          </a:r>
          <a:endParaRPr lang="tr-TR"/>
        </a:p>
      </dgm:t>
    </dgm:pt>
    <dgm:pt modelId="{E11B450C-3F56-46C9-879F-D3C5A6302E38}" type="parTrans" cxnId="{992FB6E3-EFBC-4E8E-863B-3373943C76A1}">
      <dgm:prSet/>
      <dgm:spPr/>
      <dgm:t>
        <a:bodyPr/>
        <a:lstStyle/>
        <a:p>
          <a:endParaRPr lang="tr-TR"/>
        </a:p>
      </dgm:t>
    </dgm:pt>
    <dgm:pt modelId="{C86CDC26-4EFA-4FA5-8DCA-38C77BD168B9}" type="sibTrans" cxnId="{992FB6E3-EFBC-4E8E-863B-3373943C76A1}">
      <dgm:prSet/>
      <dgm:spPr/>
      <dgm:t>
        <a:bodyPr/>
        <a:lstStyle/>
        <a:p>
          <a:endParaRPr lang="tr-TR"/>
        </a:p>
      </dgm:t>
    </dgm:pt>
    <dgm:pt modelId="{989E71AB-7C42-4C42-8442-2CAE88B2A389}" type="pres">
      <dgm:prSet presAssocID="{1DB97573-9E9D-41CC-8E94-B0965B1AD127}" presName="linear" presStyleCnt="0">
        <dgm:presLayoutVars>
          <dgm:dir/>
          <dgm:animLvl val="lvl"/>
          <dgm:resizeHandles val="exact"/>
        </dgm:presLayoutVars>
      </dgm:prSet>
      <dgm:spPr/>
    </dgm:pt>
    <dgm:pt modelId="{245610BD-4913-446A-9343-029D1B4EB506}" type="pres">
      <dgm:prSet presAssocID="{4556676A-5385-4C76-A0F8-730388AE83C6}" presName="parentLin" presStyleCnt="0"/>
      <dgm:spPr/>
    </dgm:pt>
    <dgm:pt modelId="{1545D0BB-D7C4-4EC4-9A50-B303B0F7EB77}" type="pres">
      <dgm:prSet presAssocID="{4556676A-5385-4C76-A0F8-730388AE83C6}" presName="parentLeftMargin" presStyleLbl="node1" presStyleIdx="0" presStyleCnt="3"/>
      <dgm:spPr/>
    </dgm:pt>
    <dgm:pt modelId="{FC566D7E-1F2F-47A5-A3FC-9AC49DBDAF60}" type="pres">
      <dgm:prSet presAssocID="{4556676A-5385-4C76-A0F8-730388AE83C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7E69F9-F75B-4909-AE22-A18E8F49A514}" type="pres">
      <dgm:prSet presAssocID="{4556676A-5385-4C76-A0F8-730388AE83C6}" presName="negativeSpace" presStyleCnt="0"/>
      <dgm:spPr/>
    </dgm:pt>
    <dgm:pt modelId="{1AFF4D35-70C6-4DEC-AF02-15F0E959508E}" type="pres">
      <dgm:prSet presAssocID="{4556676A-5385-4C76-A0F8-730388AE83C6}" presName="childText" presStyleLbl="conFgAcc1" presStyleIdx="0" presStyleCnt="3">
        <dgm:presLayoutVars>
          <dgm:bulletEnabled val="1"/>
        </dgm:presLayoutVars>
      </dgm:prSet>
      <dgm:spPr/>
    </dgm:pt>
    <dgm:pt modelId="{B90F276B-FDC8-4621-B32B-179BC8A5B310}" type="pres">
      <dgm:prSet presAssocID="{77AA4938-DA53-4510-B124-FCDDC733FE53}" presName="spaceBetweenRectangles" presStyleCnt="0"/>
      <dgm:spPr/>
    </dgm:pt>
    <dgm:pt modelId="{C38A4D6D-F28A-4C8F-93E9-BA2923C40D03}" type="pres">
      <dgm:prSet presAssocID="{72EDD684-5F23-495F-A36F-592D25DC5450}" presName="parentLin" presStyleCnt="0"/>
      <dgm:spPr/>
    </dgm:pt>
    <dgm:pt modelId="{A0E5C8E4-5A39-45E2-9A50-76DD71A89D0D}" type="pres">
      <dgm:prSet presAssocID="{72EDD684-5F23-495F-A36F-592D25DC5450}" presName="parentLeftMargin" presStyleLbl="node1" presStyleIdx="0" presStyleCnt="3"/>
      <dgm:spPr/>
    </dgm:pt>
    <dgm:pt modelId="{3CE3B2B7-7D92-45F1-A7D2-E834D9B8BBBE}" type="pres">
      <dgm:prSet presAssocID="{72EDD684-5F23-495F-A36F-592D25DC54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1E7F1C-5F2D-4CE1-AA87-1AAE207E61D8}" type="pres">
      <dgm:prSet presAssocID="{72EDD684-5F23-495F-A36F-592D25DC5450}" presName="negativeSpace" presStyleCnt="0"/>
      <dgm:spPr/>
    </dgm:pt>
    <dgm:pt modelId="{6FB63793-9CFB-4C76-9073-9338FF079109}" type="pres">
      <dgm:prSet presAssocID="{72EDD684-5F23-495F-A36F-592D25DC5450}" presName="childText" presStyleLbl="conFgAcc1" presStyleIdx="1" presStyleCnt="3">
        <dgm:presLayoutVars>
          <dgm:bulletEnabled val="1"/>
        </dgm:presLayoutVars>
      </dgm:prSet>
      <dgm:spPr/>
    </dgm:pt>
    <dgm:pt modelId="{FBDB950B-4E54-4A27-875C-FE3318E6497B}" type="pres">
      <dgm:prSet presAssocID="{5A8900B6-7776-47E9-AF92-FA49C8E0DB97}" presName="spaceBetweenRectangles" presStyleCnt="0"/>
      <dgm:spPr/>
    </dgm:pt>
    <dgm:pt modelId="{FAE085F1-EC89-444E-B664-66303914B1FC}" type="pres">
      <dgm:prSet presAssocID="{23B38DC7-0734-4B28-9D2F-07222727A98D}" presName="parentLin" presStyleCnt="0"/>
      <dgm:spPr/>
    </dgm:pt>
    <dgm:pt modelId="{35641E11-0AC1-4D8E-BF03-3E324406DE38}" type="pres">
      <dgm:prSet presAssocID="{23B38DC7-0734-4B28-9D2F-07222727A98D}" presName="parentLeftMargin" presStyleLbl="node1" presStyleIdx="1" presStyleCnt="3"/>
      <dgm:spPr/>
    </dgm:pt>
    <dgm:pt modelId="{001C47ED-396F-41D5-A244-2B468B7B0D6A}" type="pres">
      <dgm:prSet presAssocID="{23B38DC7-0734-4B28-9D2F-07222727A98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56DA876-E4BC-4E25-A803-CA8C656F1C9E}" type="pres">
      <dgm:prSet presAssocID="{23B38DC7-0734-4B28-9D2F-07222727A98D}" presName="negativeSpace" presStyleCnt="0"/>
      <dgm:spPr/>
    </dgm:pt>
    <dgm:pt modelId="{FA1B541A-E4B8-4E09-B413-AD1C31E635EF}" type="pres">
      <dgm:prSet presAssocID="{23B38DC7-0734-4B28-9D2F-07222727A98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04F9001-54CB-4F0D-B3D4-DD368278A8C5}" type="presOf" srcId="{4556676A-5385-4C76-A0F8-730388AE83C6}" destId="{1545D0BB-D7C4-4EC4-9A50-B303B0F7EB77}" srcOrd="0" destOrd="0" presId="urn:microsoft.com/office/officeart/2005/8/layout/list1"/>
    <dgm:cxn modelId="{6F97C011-2AA7-4CC1-969C-77058D0E7096}" type="presOf" srcId="{1DB97573-9E9D-41CC-8E94-B0965B1AD127}" destId="{989E71AB-7C42-4C42-8442-2CAE88B2A389}" srcOrd="0" destOrd="0" presId="urn:microsoft.com/office/officeart/2005/8/layout/list1"/>
    <dgm:cxn modelId="{053D6F1D-6BB3-4A05-A1EA-705E1D1E4305}" srcId="{72EDD684-5F23-495F-A36F-592D25DC5450}" destId="{4F10E82E-D4E5-4433-8312-6E0D95177233}" srcOrd="0" destOrd="0" parTransId="{4342C4AF-4761-4A3B-9FE9-3CBA47BEE3E7}" sibTransId="{7149691A-BA1A-496B-AFAD-8174820CA8AE}"/>
    <dgm:cxn modelId="{D55E9A38-BCBE-4FEF-A609-C2960A72D4E3}" type="presOf" srcId="{23B38DC7-0734-4B28-9D2F-07222727A98D}" destId="{001C47ED-396F-41D5-A244-2B468B7B0D6A}" srcOrd="1" destOrd="0" presId="urn:microsoft.com/office/officeart/2005/8/layout/list1"/>
    <dgm:cxn modelId="{77A90039-E940-4680-8C08-AB61F19FE204}" type="presOf" srcId="{4F10E82E-D4E5-4433-8312-6E0D95177233}" destId="{6FB63793-9CFB-4C76-9073-9338FF079109}" srcOrd="0" destOrd="0" presId="urn:microsoft.com/office/officeart/2005/8/layout/list1"/>
    <dgm:cxn modelId="{9BB1C041-D092-442A-A905-6083B851C290}" srcId="{4556676A-5385-4C76-A0F8-730388AE83C6}" destId="{B33FBD14-0486-4136-82A8-68B789215481}" srcOrd="0" destOrd="0" parTransId="{5F418154-2269-4E20-84BF-1EB80D179981}" sibTransId="{F6ACD5F0-5FD8-4F29-8555-D6ED80DC4F62}"/>
    <dgm:cxn modelId="{E8EC2068-2B66-4247-B479-67F377717947}" srcId="{1DB97573-9E9D-41CC-8E94-B0965B1AD127}" destId="{23B38DC7-0734-4B28-9D2F-07222727A98D}" srcOrd="2" destOrd="0" parTransId="{78729CDD-FF19-4CBB-AB39-A875C9C11C46}" sibTransId="{A4FBA569-EBE5-43FF-8581-598FD2A9A572}"/>
    <dgm:cxn modelId="{6F71EE69-3818-4F50-B094-5B510F62B365}" type="presOf" srcId="{9ADFB526-8504-4356-84C8-7D65F62C07F0}" destId="{1AFF4D35-70C6-4DEC-AF02-15F0E959508E}" srcOrd="0" destOrd="2" presId="urn:microsoft.com/office/officeart/2005/8/layout/list1"/>
    <dgm:cxn modelId="{2C25BC72-3718-44E7-9897-532D3D63BE41}" srcId="{1DB97573-9E9D-41CC-8E94-B0965B1AD127}" destId="{72EDD684-5F23-495F-A36F-592D25DC5450}" srcOrd="1" destOrd="0" parTransId="{3EDC941B-6D6C-4EEF-9553-57BBC5EB8448}" sibTransId="{5A8900B6-7776-47E9-AF92-FA49C8E0DB97}"/>
    <dgm:cxn modelId="{FE6AF872-BA28-4331-8A12-3AA4D1F4188C}" type="presOf" srcId="{4556676A-5385-4C76-A0F8-730388AE83C6}" destId="{FC566D7E-1F2F-47A5-A3FC-9AC49DBDAF60}" srcOrd="1" destOrd="0" presId="urn:microsoft.com/office/officeart/2005/8/layout/list1"/>
    <dgm:cxn modelId="{84224281-13DA-4DB4-B85E-5C044F5B3A9D}" srcId="{72EDD684-5F23-495F-A36F-592D25DC5450}" destId="{331E3A8C-AF62-46B3-AF3B-5F3D82E2C37B}" srcOrd="2" destOrd="0" parTransId="{DA6DEAA2-1318-4BE9-89B9-1FE137DE3FAC}" sibTransId="{64770E5D-7D4B-4699-9B96-3F56DA5215A9}"/>
    <dgm:cxn modelId="{4C9D9B89-6F9A-432E-A6E0-6173136678F1}" type="presOf" srcId="{72EDD684-5F23-495F-A36F-592D25DC5450}" destId="{3CE3B2B7-7D92-45F1-A7D2-E834D9B8BBBE}" srcOrd="1" destOrd="0" presId="urn:microsoft.com/office/officeart/2005/8/layout/list1"/>
    <dgm:cxn modelId="{D169A895-32AB-455A-A062-C4E44DF46732}" type="presOf" srcId="{B33FBD14-0486-4136-82A8-68B789215481}" destId="{1AFF4D35-70C6-4DEC-AF02-15F0E959508E}" srcOrd="0" destOrd="0" presId="urn:microsoft.com/office/officeart/2005/8/layout/list1"/>
    <dgm:cxn modelId="{DB48AAAC-9CB9-4E15-ADF8-A9ACA275F472}" type="presOf" srcId="{331E3A8C-AF62-46B3-AF3B-5F3D82E2C37B}" destId="{6FB63793-9CFB-4C76-9073-9338FF079109}" srcOrd="0" destOrd="2" presId="urn:microsoft.com/office/officeart/2005/8/layout/list1"/>
    <dgm:cxn modelId="{581945BC-12EE-4837-AB20-181308703BEC}" srcId="{4556676A-5385-4C76-A0F8-730388AE83C6}" destId="{9ADFB526-8504-4356-84C8-7D65F62C07F0}" srcOrd="2" destOrd="0" parTransId="{6814F87A-AC87-4ADC-B13A-E19820647C14}" sibTransId="{8D4F7CBA-83E8-499A-94D5-45D61D66F459}"/>
    <dgm:cxn modelId="{C5F345D5-F30E-47DF-BF53-B4CE6EC2BDCE}" type="presOf" srcId="{388A38D9-FF38-4696-921F-0D35DEB98545}" destId="{1AFF4D35-70C6-4DEC-AF02-15F0E959508E}" srcOrd="0" destOrd="1" presId="urn:microsoft.com/office/officeart/2005/8/layout/list1"/>
    <dgm:cxn modelId="{A46F3FD6-E7B7-4F0D-9517-024379031B4A}" type="presOf" srcId="{23B38DC7-0734-4B28-9D2F-07222727A98D}" destId="{35641E11-0AC1-4D8E-BF03-3E324406DE38}" srcOrd="0" destOrd="0" presId="urn:microsoft.com/office/officeart/2005/8/layout/list1"/>
    <dgm:cxn modelId="{249505D8-2EC0-42FD-A7B5-4FCEF5554500}" srcId="{1DB97573-9E9D-41CC-8E94-B0965B1AD127}" destId="{4556676A-5385-4C76-A0F8-730388AE83C6}" srcOrd="0" destOrd="0" parTransId="{F3903219-9281-40E5-9FE7-7FA3649EB499}" sibTransId="{77AA4938-DA53-4510-B124-FCDDC733FE53}"/>
    <dgm:cxn modelId="{A5EECAE2-E9C5-4419-B901-FC3C8FE2947B}" type="presOf" srcId="{2CB507A8-B477-4F2C-9B38-98B1A45ED21C}" destId="{FA1B541A-E4B8-4E09-B413-AD1C31E635EF}" srcOrd="0" destOrd="0" presId="urn:microsoft.com/office/officeart/2005/8/layout/list1"/>
    <dgm:cxn modelId="{992FB6E3-EFBC-4E8E-863B-3373943C76A1}" srcId="{23B38DC7-0734-4B28-9D2F-07222727A98D}" destId="{DC5D2E8C-816F-4582-836A-424D54CC584E}" srcOrd="1" destOrd="0" parTransId="{E11B450C-3F56-46C9-879F-D3C5A6302E38}" sibTransId="{C86CDC26-4EFA-4FA5-8DCA-38C77BD168B9}"/>
    <dgm:cxn modelId="{A311D7E3-C169-4702-B25A-D72865359473}" type="presOf" srcId="{5C9E5E26-F7AB-48D2-96F8-2FFFECADACD9}" destId="{6FB63793-9CFB-4C76-9073-9338FF079109}" srcOrd="0" destOrd="1" presId="urn:microsoft.com/office/officeart/2005/8/layout/list1"/>
    <dgm:cxn modelId="{768A4AF0-AC51-4869-8366-74920CA1721F}" srcId="{72EDD684-5F23-495F-A36F-592D25DC5450}" destId="{5C9E5E26-F7AB-48D2-96F8-2FFFECADACD9}" srcOrd="1" destOrd="0" parTransId="{1BCA1A02-0A22-46A1-ACF3-CF5657264C7B}" sibTransId="{6B88FCE9-F93C-4382-BF3B-C09FDD74EFEE}"/>
    <dgm:cxn modelId="{C093C4F0-4218-4097-B10C-938561B2E038}" srcId="{23B38DC7-0734-4B28-9D2F-07222727A98D}" destId="{2CB507A8-B477-4F2C-9B38-98B1A45ED21C}" srcOrd="0" destOrd="0" parTransId="{D32152F8-13F0-436C-8688-B30D8408AC5A}" sibTransId="{C5850AD2-A0FF-40D1-8795-95F4B737341D}"/>
    <dgm:cxn modelId="{B61CF2F1-3808-4E00-98E8-AD262D138CA4}" srcId="{4556676A-5385-4C76-A0F8-730388AE83C6}" destId="{388A38D9-FF38-4696-921F-0D35DEB98545}" srcOrd="1" destOrd="0" parTransId="{3CCC2EAC-B7AD-4139-BFB0-80CB27C8C92D}" sibTransId="{6B816B15-A056-442A-8FF5-0D865D99EAEF}"/>
    <dgm:cxn modelId="{48C453F6-71A7-4DBF-977A-033EBC1BD772}" type="presOf" srcId="{72EDD684-5F23-495F-A36F-592D25DC5450}" destId="{A0E5C8E4-5A39-45E2-9A50-76DD71A89D0D}" srcOrd="0" destOrd="0" presId="urn:microsoft.com/office/officeart/2005/8/layout/list1"/>
    <dgm:cxn modelId="{806BCCFB-02B2-49D7-B1A2-63C5C4A6FEB8}" type="presOf" srcId="{DC5D2E8C-816F-4582-836A-424D54CC584E}" destId="{FA1B541A-E4B8-4E09-B413-AD1C31E635EF}" srcOrd="0" destOrd="1" presId="urn:microsoft.com/office/officeart/2005/8/layout/list1"/>
    <dgm:cxn modelId="{7CFF97AA-34F6-4E62-B727-9C63D333396B}" type="presParOf" srcId="{989E71AB-7C42-4C42-8442-2CAE88B2A389}" destId="{245610BD-4913-446A-9343-029D1B4EB506}" srcOrd="0" destOrd="0" presId="urn:microsoft.com/office/officeart/2005/8/layout/list1"/>
    <dgm:cxn modelId="{453DC077-BB69-41EC-9C3C-5A89EE9B0E1A}" type="presParOf" srcId="{245610BD-4913-446A-9343-029D1B4EB506}" destId="{1545D0BB-D7C4-4EC4-9A50-B303B0F7EB77}" srcOrd="0" destOrd="0" presId="urn:microsoft.com/office/officeart/2005/8/layout/list1"/>
    <dgm:cxn modelId="{D5800F4E-742E-4AE2-849D-26E6BFE5C221}" type="presParOf" srcId="{245610BD-4913-446A-9343-029D1B4EB506}" destId="{FC566D7E-1F2F-47A5-A3FC-9AC49DBDAF60}" srcOrd="1" destOrd="0" presId="urn:microsoft.com/office/officeart/2005/8/layout/list1"/>
    <dgm:cxn modelId="{6724ABF5-8B9C-4973-B213-8FC3D2BC67B2}" type="presParOf" srcId="{989E71AB-7C42-4C42-8442-2CAE88B2A389}" destId="{DD7E69F9-F75B-4909-AE22-A18E8F49A514}" srcOrd="1" destOrd="0" presId="urn:microsoft.com/office/officeart/2005/8/layout/list1"/>
    <dgm:cxn modelId="{033EEB5B-E907-4174-949B-C51AAD2EEB27}" type="presParOf" srcId="{989E71AB-7C42-4C42-8442-2CAE88B2A389}" destId="{1AFF4D35-70C6-4DEC-AF02-15F0E959508E}" srcOrd="2" destOrd="0" presId="urn:microsoft.com/office/officeart/2005/8/layout/list1"/>
    <dgm:cxn modelId="{06F9CF04-3FBD-47C2-A147-C65E2DB1B80E}" type="presParOf" srcId="{989E71AB-7C42-4C42-8442-2CAE88B2A389}" destId="{B90F276B-FDC8-4621-B32B-179BC8A5B310}" srcOrd="3" destOrd="0" presId="urn:microsoft.com/office/officeart/2005/8/layout/list1"/>
    <dgm:cxn modelId="{176F0750-32F3-4D80-A3BF-8C48B8689801}" type="presParOf" srcId="{989E71AB-7C42-4C42-8442-2CAE88B2A389}" destId="{C38A4D6D-F28A-4C8F-93E9-BA2923C40D03}" srcOrd="4" destOrd="0" presId="urn:microsoft.com/office/officeart/2005/8/layout/list1"/>
    <dgm:cxn modelId="{8C41C950-C7B9-45A2-B4EB-BF5933E45835}" type="presParOf" srcId="{C38A4D6D-F28A-4C8F-93E9-BA2923C40D03}" destId="{A0E5C8E4-5A39-45E2-9A50-76DD71A89D0D}" srcOrd="0" destOrd="0" presId="urn:microsoft.com/office/officeart/2005/8/layout/list1"/>
    <dgm:cxn modelId="{472A7D51-7BA7-4B1D-BD5D-F859AF2AC636}" type="presParOf" srcId="{C38A4D6D-F28A-4C8F-93E9-BA2923C40D03}" destId="{3CE3B2B7-7D92-45F1-A7D2-E834D9B8BBBE}" srcOrd="1" destOrd="0" presId="urn:microsoft.com/office/officeart/2005/8/layout/list1"/>
    <dgm:cxn modelId="{B8EA5043-C521-418F-AD8C-CED36841F07F}" type="presParOf" srcId="{989E71AB-7C42-4C42-8442-2CAE88B2A389}" destId="{5E1E7F1C-5F2D-4CE1-AA87-1AAE207E61D8}" srcOrd="5" destOrd="0" presId="urn:microsoft.com/office/officeart/2005/8/layout/list1"/>
    <dgm:cxn modelId="{2BDF4BBD-5C52-4F50-B91A-E96F5F0F64AF}" type="presParOf" srcId="{989E71AB-7C42-4C42-8442-2CAE88B2A389}" destId="{6FB63793-9CFB-4C76-9073-9338FF079109}" srcOrd="6" destOrd="0" presId="urn:microsoft.com/office/officeart/2005/8/layout/list1"/>
    <dgm:cxn modelId="{6C4F9C9C-8295-48C8-BBEC-BC3B8BCB84BD}" type="presParOf" srcId="{989E71AB-7C42-4C42-8442-2CAE88B2A389}" destId="{FBDB950B-4E54-4A27-875C-FE3318E6497B}" srcOrd="7" destOrd="0" presId="urn:microsoft.com/office/officeart/2005/8/layout/list1"/>
    <dgm:cxn modelId="{B94AF5AA-E707-465E-9436-2F28348D150D}" type="presParOf" srcId="{989E71AB-7C42-4C42-8442-2CAE88B2A389}" destId="{FAE085F1-EC89-444E-B664-66303914B1FC}" srcOrd="8" destOrd="0" presId="urn:microsoft.com/office/officeart/2005/8/layout/list1"/>
    <dgm:cxn modelId="{77DCE32B-005B-4F68-A30E-D4B8ECD4AF2E}" type="presParOf" srcId="{FAE085F1-EC89-444E-B664-66303914B1FC}" destId="{35641E11-0AC1-4D8E-BF03-3E324406DE38}" srcOrd="0" destOrd="0" presId="urn:microsoft.com/office/officeart/2005/8/layout/list1"/>
    <dgm:cxn modelId="{7F769FFC-F31E-4066-B7CD-6241C68965EC}" type="presParOf" srcId="{FAE085F1-EC89-444E-B664-66303914B1FC}" destId="{001C47ED-396F-41D5-A244-2B468B7B0D6A}" srcOrd="1" destOrd="0" presId="urn:microsoft.com/office/officeart/2005/8/layout/list1"/>
    <dgm:cxn modelId="{F820CB2E-2CBF-4A7B-B6AD-46243305CFD9}" type="presParOf" srcId="{989E71AB-7C42-4C42-8442-2CAE88B2A389}" destId="{456DA876-E4BC-4E25-A803-CA8C656F1C9E}" srcOrd="9" destOrd="0" presId="urn:microsoft.com/office/officeart/2005/8/layout/list1"/>
    <dgm:cxn modelId="{28F54274-30DD-45F2-8230-BFB7F358F33A}" type="presParOf" srcId="{989E71AB-7C42-4C42-8442-2CAE88B2A389}" destId="{FA1B541A-E4B8-4E09-B413-AD1C31E635E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6EF811D1-CDA5-41B5-8E2B-284B849F383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tr-TR"/>
        </a:p>
      </dgm:t>
    </dgm:pt>
    <dgm:pt modelId="{98AF304B-7705-46A4-AE30-3B6E06AD45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Block Chain Download</a:t>
          </a:r>
        </a:p>
      </dgm:t>
    </dgm:pt>
    <dgm:pt modelId="{943779AB-D334-4B79-9B39-387EFA4663B5}" type="parTrans" cxnId="{8D14F2F9-186A-492F-8A1B-842A35153393}">
      <dgm:prSet/>
      <dgm:spPr/>
      <dgm:t>
        <a:bodyPr/>
        <a:lstStyle/>
        <a:p>
          <a:endParaRPr lang="tr-TR"/>
        </a:p>
      </dgm:t>
    </dgm:pt>
    <dgm:pt modelId="{9B6D498B-CFFF-42DD-B35A-07315F46EDD0}" type="sibTrans" cxnId="{8D14F2F9-186A-492F-8A1B-842A35153393}">
      <dgm:prSet/>
      <dgm:spPr/>
      <dgm:t>
        <a:bodyPr/>
        <a:lstStyle/>
        <a:p>
          <a:endParaRPr lang="tr-TR"/>
        </a:p>
      </dgm:t>
    </dgm:pt>
    <dgm:pt modelId="{064EFBC3-ABE8-4852-A716-D45B97667C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Core GUI will begin to download the block chain</a:t>
          </a:r>
          <a:endParaRPr lang="tr-TR" dirty="0"/>
        </a:p>
      </dgm:t>
    </dgm:pt>
    <dgm:pt modelId="{6EE5E114-2ED8-4E3D-91B7-4A7391737AC2}" type="parTrans" cxnId="{79577F56-8A23-4ECC-AA1C-3EA3FDCD319C}">
      <dgm:prSet/>
      <dgm:spPr/>
      <dgm:t>
        <a:bodyPr/>
        <a:lstStyle/>
        <a:p>
          <a:endParaRPr lang="tr-TR"/>
        </a:p>
      </dgm:t>
    </dgm:pt>
    <dgm:pt modelId="{623F4A70-2F0B-4686-A3FE-81599768459E}" type="sibTrans" cxnId="{79577F56-8A23-4ECC-AA1C-3EA3FDCD319C}">
      <dgm:prSet/>
      <dgm:spPr/>
      <dgm:t>
        <a:bodyPr/>
        <a:lstStyle/>
        <a:p>
          <a:endParaRPr lang="tr-TR"/>
        </a:p>
      </dgm:t>
    </dgm:pt>
    <dgm:pt modelId="{24BE6ECB-7C69-4164-9BA1-D94EE747EF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</a:t>
          </a:r>
          <a:r>
            <a:rPr lang="tr-TR" dirty="0"/>
            <a:t>s</a:t>
          </a:r>
          <a:r>
            <a:rPr lang="en-US" dirty="0"/>
            <a:t> at least </a:t>
          </a:r>
          <a:r>
            <a:rPr lang="en-US" b="1" dirty="0"/>
            <a:t>several days</a:t>
          </a:r>
          <a:endParaRPr lang="tr-TR" b="1" dirty="0"/>
        </a:p>
      </dgm:t>
    </dgm:pt>
    <dgm:pt modelId="{C21DE9EC-ED1A-4FBB-BEEB-D4065F4A7FE5}" type="parTrans" cxnId="{577096BA-A3BA-41A3-ABB6-9F95243912C1}">
      <dgm:prSet/>
      <dgm:spPr/>
      <dgm:t>
        <a:bodyPr/>
        <a:lstStyle/>
        <a:p>
          <a:endParaRPr lang="tr-TR"/>
        </a:p>
      </dgm:t>
    </dgm:pt>
    <dgm:pt modelId="{F8540A49-A7F3-4E8E-ACFC-62C08159F744}" type="sibTrans" cxnId="{577096BA-A3BA-41A3-ABB6-9F95243912C1}">
      <dgm:prSet/>
      <dgm:spPr/>
      <dgm:t>
        <a:bodyPr/>
        <a:lstStyle/>
        <a:p>
          <a:endParaRPr lang="tr-TR"/>
        </a:p>
      </dgm:t>
    </dgm:pt>
    <dgm:pt modelId="{15F55B0B-CC24-4042-BEA2-299A99336C0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Consume CPU, Memery and Internet connection</a:t>
          </a:r>
        </a:p>
      </dgm:t>
    </dgm:pt>
    <dgm:pt modelId="{E66C8CCF-B329-4A72-92B5-B35624EC0F32}" type="parTrans" cxnId="{7269B3B0-E761-42E1-B58F-473DA276E76F}">
      <dgm:prSet/>
      <dgm:spPr/>
      <dgm:t>
        <a:bodyPr/>
        <a:lstStyle/>
        <a:p>
          <a:endParaRPr lang="tr-TR"/>
        </a:p>
      </dgm:t>
    </dgm:pt>
    <dgm:pt modelId="{6CDD41E4-6A44-4FF6-85CB-9B20D24C584B}" type="sibTrans" cxnId="{7269B3B0-E761-42E1-B58F-473DA276E76F}">
      <dgm:prSet/>
      <dgm:spPr/>
      <dgm:t>
        <a:bodyPr/>
        <a:lstStyle/>
        <a:p>
          <a:endParaRPr lang="tr-TR"/>
        </a:p>
      </dgm:t>
    </dgm:pt>
    <dgm:pt modelId="{5547F1B5-450E-46AD-8E26-F9F5855BAA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Start/Stop</a:t>
          </a:r>
        </a:p>
      </dgm:t>
    </dgm:pt>
    <dgm:pt modelId="{B2DE24A8-12AA-427C-A3C7-99A0BD333ED6}" type="parTrans" cxnId="{D4946A3E-2B00-455C-826C-E53C649BC01C}">
      <dgm:prSet/>
      <dgm:spPr/>
      <dgm:t>
        <a:bodyPr/>
        <a:lstStyle/>
        <a:p>
          <a:endParaRPr lang="tr-TR"/>
        </a:p>
      </dgm:t>
    </dgm:pt>
    <dgm:pt modelId="{23EC0884-612E-4C45-B655-81E29A2A5D63}" type="sibTrans" cxnId="{D4946A3E-2B00-455C-826C-E53C649BC01C}">
      <dgm:prSet/>
      <dgm:spPr/>
      <dgm:t>
        <a:bodyPr/>
        <a:lstStyle/>
        <a:p>
          <a:endParaRPr lang="tr-TR"/>
        </a:p>
      </dgm:t>
    </dgm:pt>
    <dgm:pt modelId="{F66337C8-8EFF-4A2F-8DC9-41615D13E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can stop Bitcoin Core</a:t>
          </a:r>
          <a:endParaRPr lang="tr-TR" dirty="0"/>
        </a:p>
      </dgm:t>
    </dgm:pt>
    <dgm:pt modelId="{20375E61-5773-4DC5-80C0-7C70A097E4B4}" type="parTrans" cxnId="{6F64B4F0-816E-450C-8120-66E697285282}">
      <dgm:prSet/>
      <dgm:spPr/>
      <dgm:t>
        <a:bodyPr/>
        <a:lstStyle/>
        <a:p>
          <a:endParaRPr lang="tr-TR"/>
        </a:p>
      </dgm:t>
    </dgm:pt>
    <dgm:pt modelId="{46D13514-C46F-41E1-A57A-EF3F6775FE9C}" type="sibTrans" cxnId="{6F64B4F0-816E-450C-8120-66E697285282}">
      <dgm:prSet/>
      <dgm:spPr/>
      <dgm:t>
        <a:bodyPr/>
        <a:lstStyle/>
        <a:p>
          <a:endParaRPr lang="tr-TR"/>
        </a:p>
      </dgm:t>
    </dgm:pt>
    <dgm:pt modelId="{4BD62A41-26C9-4AB2-9B21-2D01877BD0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it will resume</a:t>
          </a:r>
          <a:endParaRPr lang="tr-TR" dirty="0"/>
        </a:p>
      </dgm:t>
    </dgm:pt>
    <dgm:pt modelId="{9A5AB142-40D9-4D19-AE66-1771B2974BA2}" type="parTrans" cxnId="{18A81A91-01F1-4E10-9AD9-CB63DF8F4007}">
      <dgm:prSet/>
      <dgm:spPr/>
      <dgm:t>
        <a:bodyPr/>
        <a:lstStyle/>
        <a:p>
          <a:endParaRPr lang="tr-TR"/>
        </a:p>
      </dgm:t>
    </dgm:pt>
    <dgm:pt modelId="{3906E051-4AE0-4937-8F74-8F0AFEE6A7B2}" type="sibTrans" cxnId="{18A81A91-01F1-4E10-9AD9-CB63DF8F4007}">
      <dgm:prSet/>
      <dgm:spPr/>
      <dgm:t>
        <a:bodyPr/>
        <a:lstStyle/>
        <a:p>
          <a:endParaRPr lang="tr-TR"/>
        </a:p>
      </dgm:t>
    </dgm:pt>
    <dgm:pt modelId="{C3449BAA-EC7D-44E3-8B8B-3767A97D14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 any time by closing it</a:t>
          </a:r>
          <a:endParaRPr lang="tr-TR" dirty="0"/>
        </a:p>
      </dgm:t>
    </dgm:pt>
    <dgm:pt modelId="{34AB6498-6DCF-486F-AB91-3B8803E1BFE2}" type="parTrans" cxnId="{7EFB8D3C-27AB-4219-A986-41523A119726}">
      <dgm:prSet/>
      <dgm:spPr/>
      <dgm:t>
        <a:bodyPr/>
        <a:lstStyle/>
        <a:p>
          <a:endParaRPr lang="tr-TR"/>
        </a:p>
      </dgm:t>
    </dgm:pt>
    <dgm:pt modelId="{F077631C-DBE0-475B-862C-5A2B5030DB95}" type="sibTrans" cxnId="{7EFB8D3C-27AB-4219-A986-41523A119726}">
      <dgm:prSet/>
      <dgm:spPr/>
      <dgm:t>
        <a:bodyPr/>
        <a:lstStyle/>
        <a:p>
          <a:endParaRPr lang="tr-TR"/>
        </a:p>
      </dgm:t>
    </dgm:pt>
    <dgm:pt modelId="{DEF50DBF-1F7A-4F32-91CD-429794DB4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from the point where it stopped</a:t>
          </a:r>
          <a:endParaRPr lang="tr-TR" dirty="0"/>
        </a:p>
      </dgm:t>
    </dgm:pt>
    <dgm:pt modelId="{43C857B3-B5CD-4766-9372-711416E555E8}" type="parTrans" cxnId="{682E52D5-CDAB-4F12-9B81-4E10962BA75D}">
      <dgm:prSet/>
      <dgm:spPr/>
      <dgm:t>
        <a:bodyPr/>
        <a:lstStyle/>
        <a:p>
          <a:endParaRPr lang="tr-TR"/>
        </a:p>
      </dgm:t>
    </dgm:pt>
    <dgm:pt modelId="{DB877548-DCE9-4DF9-A7E4-AA1B7CD81578}" type="sibTrans" cxnId="{682E52D5-CDAB-4F12-9B81-4E10962BA75D}">
      <dgm:prSet/>
      <dgm:spPr/>
      <dgm:t>
        <a:bodyPr/>
        <a:lstStyle/>
        <a:p>
          <a:endParaRPr lang="tr-TR"/>
        </a:p>
      </dgm:t>
    </dgm:pt>
    <dgm:pt modelId="{D5981C01-F862-40BF-B3D7-7B476B3E20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next time you start it.</a:t>
          </a:r>
          <a:endParaRPr lang="tr-TR" dirty="0"/>
        </a:p>
      </dgm:t>
    </dgm:pt>
    <dgm:pt modelId="{D6048304-7BB0-4F3F-A7FF-9C330E12C39B}" type="parTrans" cxnId="{40C3E65E-A12D-4C4F-9ED6-64086A1E1771}">
      <dgm:prSet/>
      <dgm:spPr/>
      <dgm:t>
        <a:bodyPr/>
        <a:lstStyle/>
        <a:p>
          <a:endParaRPr lang="tr-TR"/>
        </a:p>
      </dgm:t>
    </dgm:pt>
    <dgm:pt modelId="{E11D23CB-1FD9-40A5-A781-53BFDA0FBA72}" type="sibTrans" cxnId="{40C3E65E-A12D-4C4F-9ED6-64086A1E1771}">
      <dgm:prSet/>
      <dgm:spPr/>
      <dgm:t>
        <a:bodyPr/>
        <a:lstStyle/>
        <a:p>
          <a:endParaRPr lang="tr-TR"/>
        </a:p>
      </dgm:t>
    </dgm:pt>
    <dgm:pt modelId="{04060405-EC70-4A02-8A48-D573B8862338}" type="pres">
      <dgm:prSet presAssocID="{6EF811D1-CDA5-41B5-8E2B-284B849F3837}" presName="root" presStyleCnt="0">
        <dgm:presLayoutVars>
          <dgm:dir/>
          <dgm:resizeHandles val="exact"/>
        </dgm:presLayoutVars>
      </dgm:prSet>
      <dgm:spPr/>
    </dgm:pt>
    <dgm:pt modelId="{ACA9DC1F-A870-4831-9EA9-AAA399A329F5}" type="pres">
      <dgm:prSet presAssocID="{98AF304B-7705-46A4-AE30-3B6E06AD45A5}" presName="compNode" presStyleCnt="0"/>
      <dgm:spPr/>
    </dgm:pt>
    <dgm:pt modelId="{5C5ED766-6D08-47E2-A0AB-F4B51FD1DA48}" type="pres">
      <dgm:prSet presAssocID="{98AF304B-7705-46A4-AE30-3B6E06AD45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EFE22B4-81C7-4176-AC62-E647CA81A321}" type="pres">
      <dgm:prSet presAssocID="{98AF304B-7705-46A4-AE30-3B6E06AD45A5}" presName="iconSpace" presStyleCnt="0"/>
      <dgm:spPr/>
    </dgm:pt>
    <dgm:pt modelId="{52A25864-4A20-4461-93AF-972EE37720DB}" type="pres">
      <dgm:prSet presAssocID="{98AF304B-7705-46A4-AE30-3B6E06AD45A5}" presName="parTx" presStyleLbl="revTx" presStyleIdx="0" presStyleCnt="6">
        <dgm:presLayoutVars>
          <dgm:chMax val="0"/>
          <dgm:chPref val="0"/>
        </dgm:presLayoutVars>
      </dgm:prSet>
      <dgm:spPr/>
    </dgm:pt>
    <dgm:pt modelId="{D775520A-39D6-4A78-8B03-DBA510D47E2D}" type="pres">
      <dgm:prSet presAssocID="{98AF304B-7705-46A4-AE30-3B6E06AD45A5}" presName="txSpace" presStyleCnt="0"/>
      <dgm:spPr/>
    </dgm:pt>
    <dgm:pt modelId="{8AA17CD6-7A11-4FA1-A591-5FE291C518C4}" type="pres">
      <dgm:prSet presAssocID="{98AF304B-7705-46A4-AE30-3B6E06AD45A5}" presName="desTx" presStyleLbl="revTx" presStyleIdx="1" presStyleCnt="6">
        <dgm:presLayoutVars/>
      </dgm:prSet>
      <dgm:spPr/>
    </dgm:pt>
    <dgm:pt modelId="{83A5923C-AF7A-4DA2-936C-8CB11428FCB6}" type="pres">
      <dgm:prSet presAssocID="{9B6D498B-CFFF-42DD-B35A-07315F46EDD0}" presName="sibTrans" presStyleCnt="0"/>
      <dgm:spPr/>
    </dgm:pt>
    <dgm:pt modelId="{81C62B86-6CA7-4B79-9FC5-2D465380B4E1}" type="pres">
      <dgm:prSet presAssocID="{5547F1B5-450E-46AD-8E26-F9F5855BAACC}" presName="compNode" presStyleCnt="0"/>
      <dgm:spPr/>
    </dgm:pt>
    <dgm:pt modelId="{A8A851F2-EC47-4220-AF14-9D6C350738E4}" type="pres">
      <dgm:prSet presAssocID="{5547F1B5-450E-46AD-8E26-F9F5855BAA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EEBB8C7-AB25-47E9-BD99-D2BA0F707F8C}" type="pres">
      <dgm:prSet presAssocID="{5547F1B5-450E-46AD-8E26-F9F5855BAACC}" presName="iconSpace" presStyleCnt="0"/>
      <dgm:spPr/>
    </dgm:pt>
    <dgm:pt modelId="{2D85E854-41B6-4C6C-B566-D4ABBEA3FBB9}" type="pres">
      <dgm:prSet presAssocID="{5547F1B5-450E-46AD-8E26-F9F5855BAACC}" presName="parTx" presStyleLbl="revTx" presStyleIdx="2" presStyleCnt="6">
        <dgm:presLayoutVars>
          <dgm:chMax val="0"/>
          <dgm:chPref val="0"/>
        </dgm:presLayoutVars>
      </dgm:prSet>
      <dgm:spPr/>
    </dgm:pt>
    <dgm:pt modelId="{CE38DAC9-FBA2-462F-89C2-3B8A48748569}" type="pres">
      <dgm:prSet presAssocID="{5547F1B5-450E-46AD-8E26-F9F5855BAACC}" presName="txSpace" presStyleCnt="0"/>
      <dgm:spPr/>
    </dgm:pt>
    <dgm:pt modelId="{69ABCE83-ECE6-490D-983C-258B517134D6}" type="pres">
      <dgm:prSet presAssocID="{5547F1B5-450E-46AD-8E26-F9F5855BAACC}" presName="desTx" presStyleLbl="revTx" presStyleIdx="3" presStyleCnt="6">
        <dgm:presLayoutVars/>
      </dgm:prSet>
      <dgm:spPr/>
    </dgm:pt>
    <dgm:pt modelId="{6B21EE4D-E52E-4B51-926A-4FA02583EFE1}" type="pres">
      <dgm:prSet presAssocID="{23EC0884-612E-4C45-B655-81E29A2A5D63}" presName="sibTrans" presStyleCnt="0"/>
      <dgm:spPr/>
    </dgm:pt>
    <dgm:pt modelId="{D70F5CCD-2282-4362-AEDD-1D8C22066A47}" type="pres">
      <dgm:prSet presAssocID="{4BD62A41-26C9-4AB2-9B21-2D01877BD065}" presName="compNode" presStyleCnt="0"/>
      <dgm:spPr/>
    </dgm:pt>
    <dgm:pt modelId="{70047FE4-43EC-4E08-83F6-765FDF262A69}" type="pres">
      <dgm:prSet presAssocID="{4BD62A41-26C9-4AB2-9B21-2D01877BD065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33EE238D-F908-4DAE-812C-5760A359DC58}" type="pres">
      <dgm:prSet presAssocID="{4BD62A41-26C9-4AB2-9B21-2D01877BD065}" presName="iconSpace" presStyleCnt="0"/>
      <dgm:spPr/>
    </dgm:pt>
    <dgm:pt modelId="{B8600F17-E800-4170-8418-3FA755410FC5}" type="pres">
      <dgm:prSet presAssocID="{4BD62A41-26C9-4AB2-9B21-2D01877BD065}" presName="parTx" presStyleLbl="revTx" presStyleIdx="4" presStyleCnt="6">
        <dgm:presLayoutVars>
          <dgm:chMax val="0"/>
          <dgm:chPref val="0"/>
        </dgm:presLayoutVars>
      </dgm:prSet>
      <dgm:spPr/>
    </dgm:pt>
    <dgm:pt modelId="{5E42EB38-F920-4524-94BA-CCE4A10055B0}" type="pres">
      <dgm:prSet presAssocID="{4BD62A41-26C9-4AB2-9B21-2D01877BD065}" presName="txSpace" presStyleCnt="0"/>
      <dgm:spPr/>
    </dgm:pt>
    <dgm:pt modelId="{D2D31011-3C28-42B9-9731-5BD8CEE46F94}" type="pres">
      <dgm:prSet presAssocID="{4BD62A41-26C9-4AB2-9B21-2D01877BD065}" presName="desTx" presStyleLbl="revTx" presStyleIdx="5" presStyleCnt="6">
        <dgm:presLayoutVars/>
      </dgm:prSet>
      <dgm:spPr/>
    </dgm:pt>
  </dgm:ptLst>
  <dgm:cxnLst>
    <dgm:cxn modelId="{7EFB8D3C-27AB-4219-A986-41523A119726}" srcId="{5547F1B5-450E-46AD-8E26-F9F5855BAACC}" destId="{C3449BAA-EC7D-44E3-8B8B-3767A97D142B}" srcOrd="1" destOrd="0" parTransId="{34AB6498-6DCF-486F-AB91-3B8803E1BFE2}" sibTransId="{F077631C-DBE0-475B-862C-5A2B5030DB95}"/>
    <dgm:cxn modelId="{D4946A3E-2B00-455C-826C-E53C649BC01C}" srcId="{6EF811D1-CDA5-41B5-8E2B-284B849F3837}" destId="{5547F1B5-450E-46AD-8E26-F9F5855BAACC}" srcOrd="1" destOrd="0" parTransId="{B2DE24A8-12AA-427C-A3C7-99A0BD333ED6}" sibTransId="{23EC0884-612E-4C45-B655-81E29A2A5D63}"/>
    <dgm:cxn modelId="{83664C5B-4851-4764-9356-FAD460128D33}" type="presOf" srcId="{5547F1B5-450E-46AD-8E26-F9F5855BAACC}" destId="{2D85E854-41B6-4C6C-B566-D4ABBEA3FBB9}" srcOrd="0" destOrd="0" presId="urn:microsoft.com/office/officeart/2018/5/layout/CenteredIconLabelDescriptionList"/>
    <dgm:cxn modelId="{40C3E65E-A12D-4C4F-9ED6-64086A1E1771}" srcId="{4BD62A41-26C9-4AB2-9B21-2D01877BD065}" destId="{D5981C01-F862-40BF-B3D7-7B476B3E2039}" srcOrd="1" destOrd="0" parTransId="{D6048304-7BB0-4F3F-A7FF-9C330E12C39B}" sibTransId="{E11D23CB-1FD9-40A5-A781-53BFDA0FBA72}"/>
    <dgm:cxn modelId="{C5456160-540B-4A3A-82A8-4C5E84192D5C}" type="presOf" srcId="{064EFBC3-ABE8-4852-A716-D45B97667CED}" destId="{8AA17CD6-7A11-4FA1-A591-5FE291C518C4}" srcOrd="0" destOrd="0" presId="urn:microsoft.com/office/officeart/2018/5/layout/CenteredIconLabelDescriptionList"/>
    <dgm:cxn modelId="{9590CC46-D692-4785-8F23-DDC46CA57EB0}" type="presOf" srcId="{DEF50DBF-1F7A-4F32-91CD-429794DB4C8F}" destId="{D2D31011-3C28-42B9-9731-5BD8CEE46F94}" srcOrd="0" destOrd="0" presId="urn:microsoft.com/office/officeart/2018/5/layout/CenteredIconLabelDescriptionList"/>
    <dgm:cxn modelId="{F521DC67-A78F-442F-B7C6-0A630515A163}" type="presOf" srcId="{F66337C8-8EFF-4A2F-8DC9-41615D13EA1F}" destId="{69ABCE83-ECE6-490D-983C-258B517134D6}" srcOrd="0" destOrd="0" presId="urn:microsoft.com/office/officeart/2018/5/layout/CenteredIconLabelDescriptionList"/>
    <dgm:cxn modelId="{F3808748-0B11-43C3-880E-9EA56F9E89AF}" type="presOf" srcId="{C3449BAA-EC7D-44E3-8B8B-3767A97D142B}" destId="{69ABCE83-ECE6-490D-983C-258B517134D6}" srcOrd="0" destOrd="1" presId="urn:microsoft.com/office/officeart/2018/5/layout/CenteredIconLabelDescriptionList"/>
    <dgm:cxn modelId="{79577F56-8A23-4ECC-AA1C-3EA3FDCD319C}" srcId="{98AF304B-7705-46A4-AE30-3B6E06AD45A5}" destId="{064EFBC3-ABE8-4852-A716-D45B97667CED}" srcOrd="0" destOrd="0" parTransId="{6EE5E114-2ED8-4E3D-91B7-4A7391737AC2}" sibTransId="{623F4A70-2F0B-4686-A3FE-81599768459E}"/>
    <dgm:cxn modelId="{18A81A91-01F1-4E10-9AD9-CB63DF8F4007}" srcId="{6EF811D1-CDA5-41B5-8E2B-284B849F3837}" destId="{4BD62A41-26C9-4AB2-9B21-2D01877BD065}" srcOrd="2" destOrd="0" parTransId="{9A5AB142-40D9-4D19-AE66-1771B2974BA2}" sibTransId="{3906E051-4AE0-4937-8F74-8F0AFEE6A7B2}"/>
    <dgm:cxn modelId="{D95BD897-0CDC-4833-9E80-CD500B75B3BB}" type="presOf" srcId="{98AF304B-7705-46A4-AE30-3B6E06AD45A5}" destId="{52A25864-4A20-4461-93AF-972EE37720DB}" srcOrd="0" destOrd="0" presId="urn:microsoft.com/office/officeart/2018/5/layout/CenteredIconLabelDescriptionList"/>
    <dgm:cxn modelId="{3CF5549F-946D-44A9-9BF0-B882A372BFF4}" type="presOf" srcId="{6EF811D1-CDA5-41B5-8E2B-284B849F3837}" destId="{04060405-EC70-4A02-8A48-D573B8862338}" srcOrd="0" destOrd="0" presId="urn:microsoft.com/office/officeart/2018/5/layout/CenteredIconLabelDescriptionList"/>
    <dgm:cxn modelId="{813D47AB-4B4C-4D07-8905-1D4231399C3E}" type="presOf" srcId="{4BD62A41-26C9-4AB2-9B21-2D01877BD065}" destId="{B8600F17-E800-4170-8418-3FA755410FC5}" srcOrd="0" destOrd="0" presId="urn:microsoft.com/office/officeart/2018/5/layout/CenteredIconLabelDescriptionList"/>
    <dgm:cxn modelId="{7269B3B0-E761-42E1-B58F-473DA276E76F}" srcId="{98AF304B-7705-46A4-AE30-3B6E06AD45A5}" destId="{15F55B0B-CC24-4042-BEA2-299A99336C0C}" srcOrd="2" destOrd="0" parTransId="{E66C8CCF-B329-4A72-92B5-B35624EC0F32}" sibTransId="{6CDD41E4-6A44-4FF6-85CB-9B20D24C584B}"/>
    <dgm:cxn modelId="{577096BA-A3BA-41A3-ABB6-9F95243912C1}" srcId="{98AF304B-7705-46A4-AE30-3B6E06AD45A5}" destId="{24BE6ECB-7C69-4164-9BA1-D94EE747EF80}" srcOrd="1" destOrd="0" parTransId="{C21DE9EC-ED1A-4FBB-BEEB-D4065F4A7FE5}" sibTransId="{F8540A49-A7F3-4E8E-ACFC-62C08159F744}"/>
    <dgm:cxn modelId="{F4220FC5-B16C-46FD-A4A7-77258E02F528}" type="presOf" srcId="{D5981C01-F862-40BF-B3D7-7B476B3E2039}" destId="{D2D31011-3C28-42B9-9731-5BD8CEE46F94}" srcOrd="0" destOrd="1" presId="urn:microsoft.com/office/officeart/2018/5/layout/CenteredIconLabelDescriptionList"/>
    <dgm:cxn modelId="{682E52D5-CDAB-4F12-9B81-4E10962BA75D}" srcId="{4BD62A41-26C9-4AB2-9B21-2D01877BD065}" destId="{DEF50DBF-1F7A-4F32-91CD-429794DB4C8F}" srcOrd="0" destOrd="0" parTransId="{43C857B3-B5CD-4766-9372-711416E555E8}" sibTransId="{DB877548-DCE9-4DF9-A7E4-AA1B7CD81578}"/>
    <dgm:cxn modelId="{197840E4-3F00-4063-9217-75853DF49965}" type="presOf" srcId="{15F55B0B-CC24-4042-BEA2-299A99336C0C}" destId="{8AA17CD6-7A11-4FA1-A591-5FE291C518C4}" srcOrd="0" destOrd="2" presId="urn:microsoft.com/office/officeart/2018/5/layout/CenteredIconLabelDescriptionList"/>
    <dgm:cxn modelId="{6F64B4F0-816E-450C-8120-66E697285282}" srcId="{5547F1B5-450E-46AD-8E26-F9F5855BAACC}" destId="{F66337C8-8EFF-4A2F-8DC9-41615D13EA1F}" srcOrd="0" destOrd="0" parTransId="{20375E61-5773-4DC5-80C0-7C70A097E4B4}" sibTransId="{46D13514-C46F-41E1-A57A-EF3F6775FE9C}"/>
    <dgm:cxn modelId="{46E46AF1-2C4C-4030-89D0-A4AF878690EA}" type="presOf" srcId="{24BE6ECB-7C69-4164-9BA1-D94EE747EF80}" destId="{8AA17CD6-7A11-4FA1-A591-5FE291C518C4}" srcOrd="0" destOrd="1" presId="urn:microsoft.com/office/officeart/2018/5/layout/CenteredIconLabelDescriptionList"/>
    <dgm:cxn modelId="{8D14F2F9-186A-492F-8A1B-842A35153393}" srcId="{6EF811D1-CDA5-41B5-8E2B-284B849F3837}" destId="{98AF304B-7705-46A4-AE30-3B6E06AD45A5}" srcOrd="0" destOrd="0" parTransId="{943779AB-D334-4B79-9B39-387EFA4663B5}" sibTransId="{9B6D498B-CFFF-42DD-B35A-07315F46EDD0}"/>
    <dgm:cxn modelId="{4AD1172E-F49C-4459-8AB6-576176F32749}" type="presParOf" srcId="{04060405-EC70-4A02-8A48-D573B8862338}" destId="{ACA9DC1F-A870-4831-9EA9-AAA399A329F5}" srcOrd="0" destOrd="0" presId="urn:microsoft.com/office/officeart/2018/5/layout/CenteredIconLabelDescriptionList"/>
    <dgm:cxn modelId="{4E29AE6B-DF6A-49EF-8726-5BF8C7E7C3F3}" type="presParOf" srcId="{ACA9DC1F-A870-4831-9EA9-AAA399A329F5}" destId="{5C5ED766-6D08-47E2-A0AB-F4B51FD1DA48}" srcOrd="0" destOrd="0" presId="urn:microsoft.com/office/officeart/2018/5/layout/CenteredIconLabelDescriptionList"/>
    <dgm:cxn modelId="{27994DA1-FD8D-4DFE-ABAD-05E6CE5C7256}" type="presParOf" srcId="{ACA9DC1F-A870-4831-9EA9-AAA399A329F5}" destId="{4EFE22B4-81C7-4176-AC62-E647CA81A321}" srcOrd="1" destOrd="0" presId="urn:microsoft.com/office/officeart/2018/5/layout/CenteredIconLabelDescriptionList"/>
    <dgm:cxn modelId="{A699A276-DFC1-426A-A0C7-63C19B9CE705}" type="presParOf" srcId="{ACA9DC1F-A870-4831-9EA9-AAA399A329F5}" destId="{52A25864-4A20-4461-93AF-972EE37720DB}" srcOrd="2" destOrd="0" presId="urn:microsoft.com/office/officeart/2018/5/layout/CenteredIconLabelDescriptionList"/>
    <dgm:cxn modelId="{02914E32-3676-45DB-ADBA-14F6A5EA549C}" type="presParOf" srcId="{ACA9DC1F-A870-4831-9EA9-AAA399A329F5}" destId="{D775520A-39D6-4A78-8B03-DBA510D47E2D}" srcOrd="3" destOrd="0" presId="urn:microsoft.com/office/officeart/2018/5/layout/CenteredIconLabelDescriptionList"/>
    <dgm:cxn modelId="{7C26E87F-9B01-4B03-BA02-634D725D2752}" type="presParOf" srcId="{ACA9DC1F-A870-4831-9EA9-AAA399A329F5}" destId="{8AA17CD6-7A11-4FA1-A591-5FE291C518C4}" srcOrd="4" destOrd="0" presId="urn:microsoft.com/office/officeart/2018/5/layout/CenteredIconLabelDescriptionList"/>
    <dgm:cxn modelId="{93588CDF-4E14-4E8F-889C-0C93C77EB413}" type="presParOf" srcId="{04060405-EC70-4A02-8A48-D573B8862338}" destId="{83A5923C-AF7A-4DA2-936C-8CB11428FCB6}" srcOrd="1" destOrd="0" presId="urn:microsoft.com/office/officeart/2018/5/layout/CenteredIconLabelDescriptionList"/>
    <dgm:cxn modelId="{E8299E9E-E780-441C-BE71-92CB176E3FDB}" type="presParOf" srcId="{04060405-EC70-4A02-8A48-D573B8862338}" destId="{81C62B86-6CA7-4B79-9FC5-2D465380B4E1}" srcOrd="2" destOrd="0" presId="urn:microsoft.com/office/officeart/2018/5/layout/CenteredIconLabelDescriptionList"/>
    <dgm:cxn modelId="{A8AEF449-F596-47C5-B7F4-D65A276AD8E0}" type="presParOf" srcId="{81C62B86-6CA7-4B79-9FC5-2D465380B4E1}" destId="{A8A851F2-EC47-4220-AF14-9D6C350738E4}" srcOrd="0" destOrd="0" presId="urn:microsoft.com/office/officeart/2018/5/layout/CenteredIconLabelDescriptionList"/>
    <dgm:cxn modelId="{8CF9D33D-0090-4C35-B50C-C22D4A87A925}" type="presParOf" srcId="{81C62B86-6CA7-4B79-9FC5-2D465380B4E1}" destId="{EEEBB8C7-AB25-47E9-BD99-D2BA0F707F8C}" srcOrd="1" destOrd="0" presId="urn:microsoft.com/office/officeart/2018/5/layout/CenteredIconLabelDescriptionList"/>
    <dgm:cxn modelId="{8C44EF32-785D-42D6-A346-9EB6C3E32001}" type="presParOf" srcId="{81C62B86-6CA7-4B79-9FC5-2D465380B4E1}" destId="{2D85E854-41B6-4C6C-B566-D4ABBEA3FBB9}" srcOrd="2" destOrd="0" presId="urn:microsoft.com/office/officeart/2018/5/layout/CenteredIconLabelDescriptionList"/>
    <dgm:cxn modelId="{3FB139A3-1833-4642-A6BC-FB9D35478DAE}" type="presParOf" srcId="{81C62B86-6CA7-4B79-9FC5-2D465380B4E1}" destId="{CE38DAC9-FBA2-462F-89C2-3B8A48748569}" srcOrd="3" destOrd="0" presId="urn:microsoft.com/office/officeart/2018/5/layout/CenteredIconLabelDescriptionList"/>
    <dgm:cxn modelId="{ABB65BC6-A794-489A-8E90-151CC265855F}" type="presParOf" srcId="{81C62B86-6CA7-4B79-9FC5-2D465380B4E1}" destId="{69ABCE83-ECE6-490D-983C-258B517134D6}" srcOrd="4" destOrd="0" presId="urn:microsoft.com/office/officeart/2018/5/layout/CenteredIconLabelDescriptionList"/>
    <dgm:cxn modelId="{D767AD0E-7D48-4ECD-BE16-912C0FCAC0D3}" type="presParOf" srcId="{04060405-EC70-4A02-8A48-D573B8862338}" destId="{6B21EE4D-E52E-4B51-926A-4FA02583EFE1}" srcOrd="3" destOrd="0" presId="urn:microsoft.com/office/officeart/2018/5/layout/CenteredIconLabelDescriptionList"/>
    <dgm:cxn modelId="{F664C395-07AE-4167-ADC9-CDB38DCAD66D}" type="presParOf" srcId="{04060405-EC70-4A02-8A48-D573B8862338}" destId="{D70F5CCD-2282-4362-AEDD-1D8C22066A47}" srcOrd="4" destOrd="0" presId="urn:microsoft.com/office/officeart/2018/5/layout/CenteredIconLabelDescriptionList"/>
    <dgm:cxn modelId="{99909EBE-4735-46CC-B26E-462E7E9526C6}" type="presParOf" srcId="{D70F5CCD-2282-4362-AEDD-1D8C22066A47}" destId="{70047FE4-43EC-4E08-83F6-765FDF262A69}" srcOrd="0" destOrd="0" presId="urn:microsoft.com/office/officeart/2018/5/layout/CenteredIconLabelDescriptionList"/>
    <dgm:cxn modelId="{9EAA29A1-2D5D-48D1-B62B-C2D633F73270}" type="presParOf" srcId="{D70F5CCD-2282-4362-AEDD-1D8C22066A47}" destId="{33EE238D-F908-4DAE-812C-5760A359DC58}" srcOrd="1" destOrd="0" presId="urn:microsoft.com/office/officeart/2018/5/layout/CenteredIconLabelDescriptionList"/>
    <dgm:cxn modelId="{09F79C97-9DEB-4D07-9831-DEB82754458D}" type="presParOf" srcId="{D70F5CCD-2282-4362-AEDD-1D8C22066A47}" destId="{B8600F17-E800-4170-8418-3FA755410FC5}" srcOrd="2" destOrd="0" presId="urn:microsoft.com/office/officeart/2018/5/layout/CenteredIconLabelDescriptionList"/>
    <dgm:cxn modelId="{273551F4-F5C4-4424-B60E-B78000F21C65}" type="presParOf" srcId="{D70F5CCD-2282-4362-AEDD-1D8C22066A47}" destId="{5E42EB38-F920-4524-94BA-CCE4A10055B0}" srcOrd="3" destOrd="0" presId="urn:microsoft.com/office/officeart/2018/5/layout/CenteredIconLabelDescriptionList"/>
    <dgm:cxn modelId="{14C2DD00-9C07-4A0F-8866-FE46499A94AD}" type="presParOf" srcId="{D70F5CCD-2282-4362-AEDD-1D8C22066A47}" destId="{D2D31011-3C28-42B9-9731-5BD8CEE46F9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7006B38-5BE7-493D-AF40-B6A7D3380A8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2D30B74-FB0E-46D4-89F7-3049D7A798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Start to use</a:t>
          </a:r>
          <a:endParaRPr lang="en-US"/>
        </a:p>
      </dgm:t>
    </dgm:pt>
    <dgm:pt modelId="{C63CACC3-16FF-45B0-9E0A-1D7706819579}" type="parTrans" cxnId="{CE23D8C5-B692-4E57-9E28-DA8609CF0478}">
      <dgm:prSet/>
      <dgm:spPr/>
      <dgm:t>
        <a:bodyPr/>
        <a:lstStyle/>
        <a:p>
          <a:endParaRPr lang="en-US"/>
        </a:p>
      </dgm:t>
    </dgm:pt>
    <dgm:pt modelId="{B08BC59B-39E1-4FAD-9F18-6A6942A0495B}" type="sibTrans" cxnId="{CE23D8C5-B692-4E57-9E28-DA8609CF0478}">
      <dgm:prSet/>
      <dgm:spPr/>
      <dgm:t>
        <a:bodyPr/>
        <a:lstStyle/>
        <a:p>
          <a:endParaRPr lang="en-US"/>
        </a:p>
      </dgm:t>
    </dgm:pt>
    <dgm:pt modelId="{5778B086-CFB0-4A57-BDBF-7F027AD2A4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Bitcoin Core as wallet </a:t>
          </a:r>
        </a:p>
      </dgm:t>
    </dgm:pt>
    <dgm:pt modelId="{751338C1-E952-4A6C-A721-BE0CB6FE59EA}" type="parTrans" cxnId="{2C2E1F52-8F65-47DC-882B-6DE1521F1486}">
      <dgm:prSet/>
      <dgm:spPr/>
      <dgm:t>
        <a:bodyPr/>
        <a:lstStyle/>
        <a:p>
          <a:endParaRPr lang="en-US"/>
        </a:p>
      </dgm:t>
    </dgm:pt>
    <dgm:pt modelId="{3F6C0006-2883-432F-866E-321B1EC54819}" type="sibTrans" cxnId="{2C2E1F52-8F65-47DC-882B-6DE1521F1486}">
      <dgm:prSet/>
      <dgm:spPr/>
      <dgm:t>
        <a:bodyPr/>
        <a:lstStyle/>
        <a:p>
          <a:endParaRPr lang="en-US"/>
        </a:p>
      </dgm:t>
    </dgm:pt>
    <dgm:pt modelId="{88A149D2-0642-4FAD-9425-F5910E3A6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just let it run</a:t>
          </a:r>
        </a:p>
      </dgm:t>
    </dgm:pt>
    <dgm:pt modelId="{F0E07840-654E-4676-949E-5216520850B5}" type="parTrans" cxnId="{26993C9F-7ACE-428D-AF98-D73F0D6FB8A8}">
      <dgm:prSet/>
      <dgm:spPr/>
      <dgm:t>
        <a:bodyPr/>
        <a:lstStyle/>
        <a:p>
          <a:endParaRPr lang="en-US"/>
        </a:p>
      </dgm:t>
    </dgm:pt>
    <dgm:pt modelId="{FCB19DC0-1638-4645-B404-6BE427398B48}" type="sibTrans" cxnId="{26993C9F-7ACE-428D-AF98-D73F0D6FB8A8}">
      <dgm:prSet/>
      <dgm:spPr/>
      <dgm:t>
        <a:bodyPr/>
        <a:lstStyle/>
        <a:p>
          <a:endParaRPr lang="en-US"/>
        </a:p>
      </dgm:t>
    </dgm:pt>
    <dgm:pt modelId="{D84FB0A9-E75D-48C8-99F2-B08C64F047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Automatic start</a:t>
          </a:r>
          <a:endParaRPr lang="en-US"/>
        </a:p>
      </dgm:t>
    </dgm:pt>
    <dgm:pt modelId="{ACA64E0B-2D90-4F76-B0E5-9B693F530ADF}" type="parTrans" cxnId="{77B3FDCE-A768-4141-83D6-BD216AC955DF}">
      <dgm:prSet/>
      <dgm:spPr/>
      <dgm:t>
        <a:bodyPr/>
        <a:lstStyle/>
        <a:p>
          <a:endParaRPr lang="en-US"/>
        </a:p>
      </dgm:t>
    </dgm:pt>
    <dgm:pt modelId="{61D2EC6A-9A37-40B3-A2C6-4ED872B1454D}" type="sibTrans" cxnId="{77B3FDCE-A768-4141-83D6-BD216AC955DF}">
      <dgm:prSet/>
      <dgm:spPr/>
      <dgm:t>
        <a:bodyPr/>
        <a:lstStyle/>
        <a:p>
          <a:endParaRPr lang="en-US"/>
        </a:p>
      </dgm:t>
    </dgm:pt>
    <dgm:pt modelId="{7B259F4A-3C36-4913-89D5-6E2510CF61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Optional:</a:t>
          </a:r>
          <a:endParaRPr lang="en-US" dirty="0"/>
        </a:p>
      </dgm:t>
    </dgm:pt>
    <dgm:pt modelId="{254B4AFB-5ECF-4B3F-9CEA-4DF823425D68}" type="parTrans" cxnId="{BC0B3AB4-C516-4925-8F5D-A4DFE1BFD730}">
      <dgm:prSet/>
      <dgm:spPr/>
      <dgm:t>
        <a:bodyPr/>
        <a:lstStyle/>
        <a:p>
          <a:endParaRPr lang="en-US"/>
        </a:p>
      </dgm:t>
    </dgm:pt>
    <dgm:pt modelId="{B8FCC9EC-BD7E-4A4A-8399-CBFAFF061E9E}" type="sibTrans" cxnId="{BC0B3AB4-C516-4925-8F5D-A4DFE1BFD730}">
      <dgm:prSet/>
      <dgm:spPr/>
      <dgm:t>
        <a:bodyPr/>
        <a:lstStyle/>
        <a:p>
          <a:endParaRPr lang="en-US"/>
        </a:p>
      </dgm:t>
    </dgm:pt>
    <dgm:pt modelId="{256028ED-35AF-419B-A436-6405451800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Starting automatically</a:t>
          </a:r>
        </a:p>
      </dgm:t>
    </dgm:pt>
    <dgm:pt modelId="{AF3ED74B-0A4A-4BE7-A278-D68D2C78A93E}" type="parTrans" cxnId="{FE5F5B70-E98D-436E-89A3-96387DB8665F}">
      <dgm:prSet/>
      <dgm:spPr/>
      <dgm:t>
        <a:bodyPr/>
        <a:lstStyle/>
        <a:p>
          <a:endParaRPr lang="en-US"/>
        </a:p>
      </dgm:t>
    </dgm:pt>
    <dgm:pt modelId="{67E9C7F3-FEE3-47A9-9AFD-1C654934880A}" type="sibTrans" cxnId="{FE5F5B70-E98D-436E-89A3-96387DB8665F}">
      <dgm:prSet/>
      <dgm:spPr/>
      <dgm:t>
        <a:bodyPr/>
        <a:lstStyle/>
        <a:p>
          <a:endParaRPr lang="en-US"/>
        </a:p>
      </dgm:t>
    </dgm:pt>
    <dgm:pt modelId="{B7FD9923-C041-4AB8-BC21-3666D504B5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help support the Bitcoin network</a:t>
          </a:r>
        </a:p>
      </dgm:t>
    </dgm:pt>
    <dgm:pt modelId="{951AB782-A4CD-4401-926B-1A686FE27571}" type="parTrans" cxnId="{A1F64FD5-FC3B-4BEA-B7E6-7CF1F6611E39}">
      <dgm:prSet/>
      <dgm:spPr/>
    </dgm:pt>
    <dgm:pt modelId="{A14127FD-6BA4-47C0-851B-8692A663526C}" type="sibTrans" cxnId="{A1F64FD5-FC3B-4BEA-B7E6-7CF1F6611E39}">
      <dgm:prSet/>
      <dgm:spPr/>
    </dgm:pt>
    <dgm:pt modelId="{6C71EC58-4E8D-4615-98B7-BA26A00B48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Start </a:t>
          </a:r>
          <a:r>
            <a:rPr lang="en-US" i="1" dirty="0"/>
            <a:t>Your Node At Login</a:t>
          </a:r>
          <a:endParaRPr lang="en-US" dirty="0"/>
        </a:p>
      </dgm:t>
    </dgm:pt>
    <dgm:pt modelId="{28BCFE3B-B8BF-425E-A58E-8D63A99E7493}" type="parTrans" cxnId="{38E241B8-C105-424D-A545-545A30D5030F}">
      <dgm:prSet/>
      <dgm:spPr/>
    </dgm:pt>
    <dgm:pt modelId="{09CDA412-40F7-4035-8786-0C2D2AC771D5}" type="sibTrans" cxnId="{38E241B8-C105-424D-A545-545A30D5030F}">
      <dgm:prSet/>
      <dgm:spPr/>
    </dgm:pt>
    <dgm:pt modelId="{CEBBCFC6-DA77-4E70-98E8-F0A8C9E3810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at login</a:t>
          </a:r>
          <a:endParaRPr lang="en-US" dirty="0"/>
        </a:p>
      </dgm:t>
    </dgm:pt>
    <dgm:pt modelId="{8DF7C6FA-BA16-45DB-A1FA-FB6435BD9E24}" type="parTrans" cxnId="{1CFDDFD6-A8E8-43D6-B9DA-BFF7C8D24952}">
      <dgm:prSet/>
      <dgm:spPr/>
    </dgm:pt>
    <dgm:pt modelId="{E42B94A4-9BF4-4E8D-9759-AE7B661A3AE5}" type="sibTrans" cxnId="{1CFDDFD6-A8E8-43D6-B9DA-BFF7C8D24952}">
      <dgm:prSet/>
      <dgm:spPr/>
    </dgm:pt>
    <dgm:pt modelId="{74511226-C8C7-44D4-A21A-2ECA4F0FD5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makes it easy to contribute to the network. </a:t>
          </a:r>
        </a:p>
      </dgm:t>
    </dgm:pt>
    <dgm:pt modelId="{FA9C6C71-CF35-4D80-A014-9847BAC97B9E}" type="parTrans" cxnId="{BAB9F3FD-4CC1-4DB5-B686-0E6F48F85CED}">
      <dgm:prSet/>
      <dgm:spPr/>
    </dgm:pt>
    <dgm:pt modelId="{0354FEA4-F561-4EFB-A9EE-3E651DFFDAF9}" type="sibTrans" cxnId="{BAB9F3FD-4CC1-4DB5-B686-0E6F48F85CED}">
      <dgm:prSet/>
      <dgm:spPr/>
    </dgm:pt>
    <dgm:pt modelId="{8887E4AA-7C23-4476-8974-60A1B3889A55}" type="pres">
      <dgm:prSet presAssocID="{87006B38-5BE7-493D-AF40-B6A7D3380A82}" presName="root" presStyleCnt="0">
        <dgm:presLayoutVars>
          <dgm:dir/>
          <dgm:resizeHandles val="exact"/>
        </dgm:presLayoutVars>
      </dgm:prSet>
      <dgm:spPr/>
    </dgm:pt>
    <dgm:pt modelId="{BC4228ED-53ED-49D1-B495-3FD71A7F96A5}" type="pres">
      <dgm:prSet presAssocID="{E2D30B74-FB0E-46D4-89F7-3049D7A798CC}" presName="compNode" presStyleCnt="0"/>
      <dgm:spPr/>
    </dgm:pt>
    <dgm:pt modelId="{A75B876D-E2F8-4C2D-AF58-21BC46550088}" type="pres">
      <dgm:prSet presAssocID="{E2D30B74-FB0E-46D4-89F7-3049D7A798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D295063-7A3F-4AC7-9193-8DBB2730578C}" type="pres">
      <dgm:prSet presAssocID="{E2D30B74-FB0E-46D4-89F7-3049D7A798CC}" presName="iconSpace" presStyleCnt="0"/>
      <dgm:spPr/>
    </dgm:pt>
    <dgm:pt modelId="{E143205E-2FC4-4D9C-9765-F00A22CAA281}" type="pres">
      <dgm:prSet presAssocID="{E2D30B74-FB0E-46D4-89F7-3049D7A798CC}" presName="parTx" presStyleLbl="revTx" presStyleIdx="0" presStyleCnt="6">
        <dgm:presLayoutVars>
          <dgm:chMax val="0"/>
          <dgm:chPref val="0"/>
        </dgm:presLayoutVars>
      </dgm:prSet>
      <dgm:spPr/>
    </dgm:pt>
    <dgm:pt modelId="{76A1EF95-DBFC-4DA0-BDC8-8E3FDE1DF762}" type="pres">
      <dgm:prSet presAssocID="{E2D30B74-FB0E-46D4-89F7-3049D7A798CC}" presName="txSpace" presStyleCnt="0"/>
      <dgm:spPr/>
    </dgm:pt>
    <dgm:pt modelId="{E87D344D-9DBA-4FC1-925A-3E2234F9A123}" type="pres">
      <dgm:prSet presAssocID="{E2D30B74-FB0E-46D4-89F7-3049D7A798CC}" presName="desTx" presStyleLbl="revTx" presStyleIdx="1" presStyleCnt="6">
        <dgm:presLayoutVars/>
      </dgm:prSet>
      <dgm:spPr/>
    </dgm:pt>
    <dgm:pt modelId="{6405C783-0F07-4D9C-A915-DB40145C5561}" type="pres">
      <dgm:prSet presAssocID="{B08BC59B-39E1-4FAD-9F18-6A6942A0495B}" presName="sibTrans" presStyleCnt="0"/>
      <dgm:spPr/>
    </dgm:pt>
    <dgm:pt modelId="{3FE84303-EFB2-427B-88D1-EACEE117DF65}" type="pres">
      <dgm:prSet presAssocID="{D84FB0A9-E75D-48C8-99F2-B08C64F047DF}" presName="compNode" presStyleCnt="0"/>
      <dgm:spPr/>
    </dgm:pt>
    <dgm:pt modelId="{CC547C78-4B40-4B52-8CB4-67DE5FBF8245}" type="pres">
      <dgm:prSet presAssocID="{D84FB0A9-E75D-48C8-99F2-B08C64F047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2A84A84-9BDE-45D9-9496-03CD99CE2623}" type="pres">
      <dgm:prSet presAssocID="{D84FB0A9-E75D-48C8-99F2-B08C64F047DF}" presName="iconSpace" presStyleCnt="0"/>
      <dgm:spPr/>
    </dgm:pt>
    <dgm:pt modelId="{F2922020-ACB7-469B-A31E-8C2414EFDC76}" type="pres">
      <dgm:prSet presAssocID="{D84FB0A9-E75D-48C8-99F2-B08C64F047DF}" presName="parTx" presStyleLbl="revTx" presStyleIdx="2" presStyleCnt="6">
        <dgm:presLayoutVars>
          <dgm:chMax val="0"/>
          <dgm:chPref val="0"/>
        </dgm:presLayoutVars>
      </dgm:prSet>
      <dgm:spPr/>
    </dgm:pt>
    <dgm:pt modelId="{571EE7A7-339C-43F4-9986-62EE71219B75}" type="pres">
      <dgm:prSet presAssocID="{D84FB0A9-E75D-48C8-99F2-B08C64F047DF}" presName="txSpace" presStyleCnt="0"/>
      <dgm:spPr/>
    </dgm:pt>
    <dgm:pt modelId="{B49DB812-14A3-46F4-AFB3-16F2EFAA3ACF}" type="pres">
      <dgm:prSet presAssocID="{D84FB0A9-E75D-48C8-99F2-B08C64F047DF}" presName="desTx" presStyleLbl="revTx" presStyleIdx="3" presStyleCnt="6">
        <dgm:presLayoutVars/>
      </dgm:prSet>
      <dgm:spPr/>
    </dgm:pt>
    <dgm:pt modelId="{BA72A5DB-680B-469D-A1F3-2B5808DDAC60}" type="pres">
      <dgm:prSet presAssocID="{61D2EC6A-9A37-40B3-A2C6-4ED872B1454D}" presName="sibTrans" presStyleCnt="0"/>
      <dgm:spPr/>
    </dgm:pt>
    <dgm:pt modelId="{FF810991-A601-41ED-8658-BA224E1AE7C4}" type="pres">
      <dgm:prSet presAssocID="{256028ED-35AF-419B-A436-64054518003C}" presName="compNode" presStyleCnt="0"/>
      <dgm:spPr/>
    </dgm:pt>
    <dgm:pt modelId="{6F4D3449-25F0-4936-9859-EA807CAD903C}" type="pres">
      <dgm:prSet presAssocID="{256028ED-35AF-419B-A436-6405451800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EA45A8B8-F028-45CB-AD6B-BC028A29A8B9}" type="pres">
      <dgm:prSet presAssocID="{256028ED-35AF-419B-A436-64054518003C}" presName="iconSpace" presStyleCnt="0"/>
      <dgm:spPr/>
    </dgm:pt>
    <dgm:pt modelId="{CD4FAACE-498E-4CBD-AC60-B68BB6754192}" type="pres">
      <dgm:prSet presAssocID="{256028ED-35AF-419B-A436-64054518003C}" presName="parTx" presStyleLbl="revTx" presStyleIdx="4" presStyleCnt="6">
        <dgm:presLayoutVars>
          <dgm:chMax val="0"/>
          <dgm:chPref val="0"/>
        </dgm:presLayoutVars>
      </dgm:prSet>
      <dgm:spPr/>
    </dgm:pt>
    <dgm:pt modelId="{73C2B649-FC20-478D-BD7B-CDA1DE2D216F}" type="pres">
      <dgm:prSet presAssocID="{256028ED-35AF-419B-A436-64054518003C}" presName="txSpace" presStyleCnt="0"/>
      <dgm:spPr/>
    </dgm:pt>
    <dgm:pt modelId="{83FEBE1D-37D7-4FAB-A9C8-E637112F71CF}" type="pres">
      <dgm:prSet presAssocID="{256028ED-35AF-419B-A436-64054518003C}" presName="desTx" presStyleLbl="revTx" presStyleIdx="5" presStyleCnt="6">
        <dgm:presLayoutVars/>
      </dgm:prSet>
      <dgm:spPr/>
    </dgm:pt>
  </dgm:ptLst>
  <dgm:cxnLst>
    <dgm:cxn modelId="{A11D990A-939E-40A0-B5DC-5F2CA6EB203C}" type="presOf" srcId="{7B259F4A-3C36-4913-89D5-6E2510CF6186}" destId="{B49DB812-14A3-46F4-AFB3-16F2EFAA3ACF}" srcOrd="0" destOrd="0" presId="urn:microsoft.com/office/officeart/2018/5/layout/CenteredIconLabelDescriptionList"/>
    <dgm:cxn modelId="{AAAB8021-80AB-46C8-B03A-BD24A79472CE}" type="presOf" srcId="{5778B086-CFB0-4A57-BDBF-7F027AD2A41D}" destId="{E87D344D-9DBA-4FC1-925A-3E2234F9A123}" srcOrd="0" destOrd="0" presId="urn:microsoft.com/office/officeart/2018/5/layout/CenteredIconLabelDescriptionList"/>
    <dgm:cxn modelId="{E0738D5F-FD25-410C-A458-F4EBE41A16C9}" type="presOf" srcId="{74511226-C8C7-44D4-A21A-2ECA4F0FD536}" destId="{83FEBE1D-37D7-4FAB-A9C8-E637112F71CF}" srcOrd="0" destOrd="1" presId="urn:microsoft.com/office/officeart/2018/5/layout/CenteredIconLabelDescriptionList"/>
    <dgm:cxn modelId="{0AE42C4A-38F1-4B09-801B-F031E2E173BA}" type="presOf" srcId="{87006B38-5BE7-493D-AF40-B6A7D3380A82}" destId="{8887E4AA-7C23-4476-8974-60A1B3889A55}" srcOrd="0" destOrd="0" presId="urn:microsoft.com/office/officeart/2018/5/layout/CenteredIconLabelDescriptionList"/>
    <dgm:cxn modelId="{FE5F5B70-E98D-436E-89A3-96387DB8665F}" srcId="{87006B38-5BE7-493D-AF40-B6A7D3380A82}" destId="{256028ED-35AF-419B-A436-64054518003C}" srcOrd="2" destOrd="0" parTransId="{AF3ED74B-0A4A-4BE7-A278-D68D2C78A93E}" sibTransId="{67E9C7F3-FEE3-47A9-9AFD-1C654934880A}"/>
    <dgm:cxn modelId="{2C2E1F52-8F65-47DC-882B-6DE1521F1486}" srcId="{E2D30B74-FB0E-46D4-89F7-3049D7A798CC}" destId="{5778B086-CFB0-4A57-BDBF-7F027AD2A41D}" srcOrd="0" destOrd="0" parTransId="{751338C1-E952-4A6C-A721-BE0CB6FE59EA}" sibTransId="{3F6C0006-2883-432F-866E-321B1EC54819}"/>
    <dgm:cxn modelId="{16D19A53-B6E3-4B4B-AAD6-BE354C8A4669}" type="presOf" srcId="{D84FB0A9-E75D-48C8-99F2-B08C64F047DF}" destId="{F2922020-ACB7-469B-A31E-8C2414EFDC76}" srcOrd="0" destOrd="0" presId="urn:microsoft.com/office/officeart/2018/5/layout/CenteredIconLabelDescriptionList"/>
    <dgm:cxn modelId="{6C743B78-C200-40A1-BDF9-4E77387AD124}" type="presOf" srcId="{E2D30B74-FB0E-46D4-89F7-3049D7A798CC}" destId="{E143205E-2FC4-4D9C-9765-F00A22CAA281}" srcOrd="0" destOrd="0" presId="urn:microsoft.com/office/officeart/2018/5/layout/CenteredIconLabelDescriptionList"/>
    <dgm:cxn modelId="{44582580-D252-49E5-BCEF-ACAF38421C6B}" type="presOf" srcId="{256028ED-35AF-419B-A436-64054518003C}" destId="{CD4FAACE-498E-4CBD-AC60-B68BB6754192}" srcOrd="0" destOrd="0" presId="urn:microsoft.com/office/officeart/2018/5/layout/CenteredIconLabelDescriptionList"/>
    <dgm:cxn modelId="{26993C9F-7ACE-428D-AF98-D73F0D6FB8A8}" srcId="{E2D30B74-FB0E-46D4-89F7-3049D7A798CC}" destId="{88A149D2-0642-4FAD-9425-F5910E3A6295}" srcOrd="1" destOrd="0" parTransId="{F0E07840-654E-4676-949E-5216520850B5}" sibTransId="{FCB19DC0-1638-4645-B404-6BE427398B48}"/>
    <dgm:cxn modelId="{3043BBAC-9A6A-4A0C-9842-6FB64721D921}" type="presOf" srcId="{88A149D2-0642-4FAD-9425-F5910E3A6295}" destId="{E87D344D-9DBA-4FC1-925A-3E2234F9A123}" srcOrd="0" destOrd="1" presId="urn:microsoft.com/office/officeart/2018/5/layout/CenteredIconLabelDescriptionList"/>
    <dgm:cxn modelId="{BC0B3AB4-C516-4925-8F5D-A4DFE1BFD730}" srcId="{D84FB0A9-E75D-48C8-99F2-B08C64F047DF}" destId="{7B259F4A-3C36-4913-89D5-6E2510CF6186}" srcOrd="0" destOrd="0" parTransId="{254B4AFB-5ECF-4B3F-9CEA-4DF823425D68}" sibTransId="{B8FCC9EC-BD7E-4A4A-8399-CBFAFF061E9E}"/>
    <dgm:cxn modelId="{38E241B8-C105-424D-A545-545A30D5030F}" srcId="{D84FB0A9-E75D-48C8-99F2-B08C64F047DF}" destId="{6C71EC58-4E8D-4615-98B7-BA26A00B4864}" srcOrd="1" destOrd="0" parTransId="{28BCFE3B-B8BF-425E-A58E-8D63A99E7493}" sibTransId="{09CDA412-40F7-4035-8786-0C2D2AC771D5}"/>
    <dgm:cxn modelId="{CE23D8C5-B692-4E57-9E28-DA8609CF0478}" srcId="{87006B38-5BE7-493D-AF40-B6A7D3380A82}" destId="{E2D30B74-FB0E-46D4-89F7-3049D7A798CC}" srcOrd="0" destOrd="0" parTransId="{C63CACC3-16FF-45B0-9E0A-1D7706819579}" sibTransId="{B08BC59B-39E1-4FAD-9F18-6A6942A0495B}"/>
    <dgm:cxn modelId="{3F0F80C6-56D6-4400-B7E9-A5D9B857734B}" type="presOf" srcId="{CEBBCFC6-DA77-4E70-98E8-F0A8C9E38106}" destId="{83FEBE1D-37D7-4FAB-A9C8-E637112F71CF}" srcOrd="0" destOrd="0" presId="urn:microsoft.com/office/officeart/2018/5/layout/CenteredIconLabelDescriptionList"/>
    <dgm:cxn modelId="{77B3FDCE-A768-4141-83D6-BD216AC955DF}" srcId="{87006B38-5BE7-493D-AF40-B6A7D3380A82}" destId="{D84FB0A9-E75D-48C8-99F2-B08C64F047DF}" srcOrd="1" destOrd="0" parTransId="{ACA64E0B-2D90-4F76-B0E5-9B693F530ADF}" sibTransId="{61D2EC6A-9A37-40B3-A2C6-4ED872B1454D}"/>
    <dgm:cxn modelId="{A1F64FD5-FC3B-4BEA-B7E6-7CF1F6611E39}" srcId="{E2D30B74-FB0E-46D4-89F7-3049D7A798CC}" destId="{B7FD9923-C041-4AB8-BC21-3666D504B58F}" srcOrd="2" destOrd="0" parTransId="{951AB782-A4CD-4401-926B-1A686FE27571}" sibTransId="{A14127FD-6BA4-47C0-851B-8692A663526C}"/>
    <dgm:cxn modelId="{1CFDDFD6-A8E8-43D6-B9DA-BFF7C8D24952}" srcId="{256028ED-35AF-419B-A436-64054518003C}" destId="{CEBBCFC6-DA77-4E70-98E8-F0A8C9E38106}" srcOrd="0" destOrd="0" parTransId="{8DF7C6FA-BA16-45DB-A1FA-FB6435BD9E24}" sibTransId="{E42B94A4-9BF4-4E8D-9759-AE7B661A3AE5}"/>
    <dgm:cxn modelId="{0C743DFD-A475-4EDC-B957-251E19B9F419}" type="presOf" srcId="{B7FD9923-C041-4AB8-BC21-3666D504B58F}" destId="{E87D344D-9DBA-4FC1-925A-3E2234F9A123}" srcOrd="0" destOrd="2" presId="urn:microsoft.com/office/officeart/2018/5/layout/CenteredIconLabelDescriptionList"/>
    <dgm:cxn modelId="{A63347FD-9610-40BF-9EBB-83C63DB0213C}" type="presOf" srcId="{6C71EC58-4E8D-4615-98B7-BA26A00B4864}" destId="{B49DB812-14A3-46F4-AFB3-16F2EFAA3ACF}" srcOrd="0" destOrd="1" presId="urn:microsoft.com/office/officeart/2018/5/layout/CenteredIconLabelDescriptionList"/>
    <dgm:cxn modelId="{BAB9F3FD-4CC1-4DB5-B686-0E6F48F85CED}" srcId="{256028ED-35AF-419B-A436-64054518003C}" destId="{74511226-C8C7-44D4-A21A-2ECA4F0FD536}" srcOrd="1" destOrd="0" parTransId="{FA9C6C71-CF35-4D80-A014-9847BAC97B9E}" sibTransId="{0354FEA4-F561-4EFB-A9EE-3E651DFFDAF9}"/>
    <dgm:cxn modelId="{B02663CF-105C-4C59-A80F-20B29957833C}" type="presParOf" srcId="{8887E4AA-7C23-4476-8974-60A1B3889A55}" destId="{BC4228ED-53ED-49D1-B495-3FD71A7F96A5}" srcOrd="0" destOrd="0" presId="urn:microsoft.com/office/officeart/2018/5/layout/CenteredIconLabelDescriptionList"/>
    <dgm:cxn modelId="{817CF61C-EE7C-46D4-845E-711709C488C3}" type="presParOf" srcId="{BC4228ED-53ED-49D1-B495-3FD71A7F96A5}" destId="{A75B876D-E2F8-4C2D-AF58-21BC46550088}" srcOrd="0" destOrd="0" presId="urn:microsoft.com/office/officeart/2018/5/layout/CenteredIconLabelDescriptionList"/>
    <dgm:cxn modelId="{C5244B64-BA0C-410B-9AF8-909E862C3168}" type="presParOf" srcId="{BC4228ED-53ED-49D1-B495-3FD71A7F96A5}" destId="{ED295063-7A3F-4AC7-9193-8DBB2730578C}" srcOrd="1" destOrd="0" presId="urn:microsoft.com/office/officeart/2018/5/layout/CenteredIconLabelDescriptionList"/>
    <dgm:cxn modelId="{31573C15-E8C1-48DB-9614-DF8F84AD4577}" type="presParOf" srcId="{BC4228ED-53ED-49D1-B495-3FD71A7F96A5}" destId="{E143205E-2FC4-4D9C-9765-F00A22CAA281}" srcOrd="2" destOrd="0" presId="urn:microsoft.com/office/officeart/2018/5/layout/CenteredIconLabelDescriptionList"/>
    <dgm:cxn modelId="{C9884762-43B4-49FF-8C5A-D082ABABD29E}" type="presParOf" srcId="{BC4228ED-53ED-49D1-B495-3FD71A7F96A5}" destId="{76A1EF95-DBFC-4DA0-BDC8-8E3FDE1DF762}" srcOrd="3" destOrd="0" presId="urn:microsoft.com/office/officeart/2018/5/layout/CenteredIconLabelDescriptionList"/>
    <dgm:cxn modelId="{601B0074-C6A6-4141-8ED5-48D98631C8EF}" type="presParOf" srcId="{BC4228ED-53ED-49D1-B495-3FD71A7F96A5}" destId="{E87D344D-9DBA-4FC1-925A-3E2234F9A123}" srcOrd="4" destOrd="0" presId="urn:microsoft.com/office/officeart/2018/5/layout/CenteredIconLabelDescriptionList"/>
    <dgm:cxn modelId="{C501889A-4CAA-434D-9ED7-0F2CA20B5556}" type="presParOf" srcId="{8887E4AA-7C23-4476-8974-60A1B3889A55}" destId="{6405C783-0F07-4D9C-A915-DB40145C5561}" srcOrd="1" destOrd="0" presId="urn:microsoft.com/office/officeart/2018/5/layout/CenteredIconLabelDescriptionList"/>
    <dgm:cxn modelId="{C67D4163-BCEA-4016-8E2F-26BC79EED72D}" type="presParOf" srcId="{8887E4AA-7C23-4476-8974-60A1B3889A55}" destId="{3FE84303-EFB2-427B-88D1-EACEE117DF65}" srcOrd="2" destOrd="0" presId="urn:microsoft.com/office/officeart/2018/5/layout/CenteredIconLabelDescriptionList"/>
    <dgm:cxn modelId="{C1BBCB1F-8208-4B27-AB89-54648040CA0D}" type="presParOf" srcId="{3FE84303-EFB2-427B-88D1-EACEE117DF65}" destId="{CC547C78-4B40-4B52-8CB4-67DE5FBF8245}" srcOrd="0" destOrd="0" presId="urn:microsoft.com/office/officeart/2018/5/layout/CenteredIconLabelDescriptionList"/>
    <dgm:cxn modelId="{4B7E0BE5-D68A-4276-8440-FC7FB6E46ED7}" type="presParOf" srcId="{3FE84303-EFB2-427B-88D1-EACEE117DF65}" destId="{82A84A84-9BDE-45D9-9496-03CD99CE2623}" srcOrd="1" destOrd="0" presId="urn:microsoft.com/office/officeart/2018/5/layout/CenteredIconLabelDescriptionList"/>
    <dgm:cxn modelId="{E97B7359-9FAF-46F9-9B41-6BD107820DD7}" type="presParOf" srcId="{3FE84303-EFB2-427B-88D1-EACEE117DF65}" destId="{F2922020-ACB7-469B-A31E-8C2414EFDC76}" srcOrd="2" destOrd="0" presId="urn:microsoft.com/office/officeart/2018/5/layout/CenteredIconLabelDescriptionList"/>
    <dgm:cxn modelId="{E7B9C925-C9E3-460A-98C3-EFEEE3DC91AE}" type="presParOf" srcId="{3FE84303-EFB2-427B-88D1-EACEE117DF65}" destId="{571EE7A7-339C-43F4-9986-62EE71219B75}" srcOrd="3" destOrd="0" presId="urn:microsoft.com/office/officeart/2018/5/layout/CenteredIconLabelDescriptionList"/>
    <dgm:cxn modelId="{9CFF92A6-F5EA-4298-8C80-8B7B190667EB}" type="presParOf" srcId="{3FE84303-EFB2-427B-88D1-EACEE117DF65}" destId="{B49DB812-14A3-46F4-AFB3-16F2EFAA3ACF}" srcOrd="4" destOrd="0" presId="urn:microsoft.com/office/officeart/2018/5/layout/CenteredIconLabelDescriptionList"/>
    <dgm:cxn modelId="{482ED4C5-0DAA-44D0-BB48-0244BC1CF848}" type="presParOf" srcId="{8887E4AA-7C23-4476-8974-60A1B3889A55}" destId="{BA72A5DB-680B-469D-A1F3-2B5808DDAC60}" srcOrd="3" destOrd="0" presId="urn:microsoft.com/office/officeart/2018/5/layout/CenteredIconLabelDescriptionList"/>
    <dgm:cxn modelId="{7B730E96-320C-48F9-9B21-9E1715E543C6}" type="presParOf" srcId="{8887E4AA-7C23-4476-8974-60A1B3889A55}" destId="{FF810991-A601-41ED-8658-BA224E1AE7C4}" srcOrd="4" destOrd="0" presId="urn:microsoft.com/office/officeart/2018/5/layout/CenteredIconLabelDescriptionList"/>
    <dgm:cxn modelId="{1BDBC87A-DB33-45D3-BF1F-F27BCE5C8B30}" type="presParOf" srcId="{FF810991-A601-41ED-8658-BA224E1AE7C4}" destId="{6F4D3449-25F0-4936-9859-EA807CAD903C}" srcOrd="0" destOrd="0" presId="urn:microsoft.com/office/officeart/2018/5/layout/CenteredIconLabelDescriptionList"/>
    <dgm:cxn modelId="{71C1947B-4466-41FD-9DB7-562FED2E8E50}" type="presParOf" srcId="{FF810991-A601-41ED-8658-BA224E1AE7C4}" destId="{EA45A8B8-F028-45CB-AD6B-BC028A29A8B9}" srcOrd="1" destOrd="0" presId="urn:microsoft.com/office/officeart/2018/5/layout/CenteredIconLabelDescriptionList"/>
    <dgm:cxn modelId="{BE83809C-AEE0-4D2D-BBB3-27D4B95B6518}" type="presParOf" srcId="{FF810991-A601-41ED-8658-BA224E1AE7C4}" destId="{CD4FAACE-498E-4CBD-AC60-B68BB6754192}" srcOrd="2" destOrd="0" presId="urn:microsoft.com/office/officeart/2018/5/layout/CenteredIconLabelDescriptionList"/>
    <dgm:cxn modelId="{54C73870-37C2-4322-A46B-667FF6496E80}" type="presParOf" srcId="{FF810991-A601-41ED-8658-BA224E1AE7C4}" destId="{73C2B649-FC20-478D-BD7B-CDA1DE2D216F}" srcOrd="3" destOrd="0" presId="urn:microsoft.com/office/officeart/2018/5/layout/CenteredIconLabelDescriptionList"/>
    <dgm:cxn modelId="{1A9949C1-5DBA-4FFD-A032-0E70FAF606BB}" type="presParOf" srcId="{FF810991-A601-41ED-8658-BA224E1AE7C4}" destId="{83FEBE1D-37D7-4FAB-A9C8-E637112F71C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7006B38-5BE7-493D-AF40-B6A7D3380A8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B566B6-94C1-43C0-BCD1-01E7C04F3AEA}">
      <dgm:prSet/>
      <dgm:spPr/>
      <dgm:t>
        <a:bodyPr/>
        <a:lstStyle/>
        <a:p>
          <a:r>
            <a:rPr lang="tr-TR"/>
            <a:t>Setting up Automatic Start</a:t>
          </a:r>
          <a:endParaRPr lang="en-US"/>
        </a:p>
      </dgm:t>
    </dgm:pt>
    <dgm:pt modelId="{E299A99A-CDF1-448F-A966-1C161A05D6B1}" type="parTrans" cxnId="{987C4E6F-AA66-4F83-8C0A-AFE26E319614}">
      <dgm:prSet/>
      <dgm:spPr/>
      <dgm:t>
        <a:bodyPr/>
        <a:lstStyle/>
        <a:p>
          <a:endParaRPr lang="en-US"/>
        </a:p>
      </dgm:t>
    </dgm:pt>
    <dgm:pt modelId="{B99DE8E3-3B3B-43CE-964A-0E2AA2641871}" type="sibTrans" cxnId="{987C4E6F-AA66-4F83-8C0A-AFE26E319614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53C785B9-FA81-44DE-B052-BA54EBA08823}">
      <dgm:prSet/>
      <dgm:spPr/>
      <dgm:t>
        <a:bodyPr/>
        <a:lstStyle/>
        <a:p>
          <a:r>
            <a:rPr lang="en-US" dirty="0"/>
            <a:t>tell Bitcoin Core GUI to start at login.</a:t>
          </a:r>
        </a:p>
      </dgm:t>
    </dgm:pt>
    <dgm:pt modelId="{8B8D3267-B858-419E-9AEF-E2491E4CD835}" type="parTrans" cxnId="{44982C64-7211-4E80-8B8F-91E5F5CEECDF}">
      <dgm:prSet/>
      <dgm:spPr/>
      <dgm:t>
        <a:bodyPr/>
        <a:lstStyle/>
        <a:p>
          <a:endParaRPr lang="en-US"/>
        </a:p>
      </dgm:t>
    </dgm:pt>
    <dgm:pt modelId="{154F8FC7-EF71-445D-A2A7-5235E5CA0E18}" type="sibTrans" cxnId="{44982C64-7211-4E80-8B8F-91E5F5CEECDF}">
      <dgm:prSet/>
      <dgm:spPr/>
      <dgm:t>
        <a:bodyPr/>
        <a:lstStyle/>
        <a:p>
          <a:endParaRPr lang="en-US"/>
        </a:p>
      </dgm:t>
    </dgm:pt>
    <dgm:pt modelId="{B181D667-539D-45BF-873B-6EE0EEFAAD18}">
      <dgm:prSet/>
      <dgm:spPr/>
      <dgm:t>
        <a:bodyPr/>
        <a:lstStyle/>
        <a:p>
          <a:r>
            <a:rPr lang="en-US" dirty="0"/>
            <a:t>While running Bitcoin Core GUI</a:t>
          </a:r>
        </a:p>
      </dgm:t>
    </dgm:pt>
    <dgm:pt modelId="{77FA0D09-4A8A-4BF8-A7AA-EFB8372D06EA}" type="parTrans" cxnId="{A0A596A2-8F0C-4A23-9146-1A1ED8C0F88A}">
      <dgm:prSet/>
      <dgm:spPr/>
      <dgm:t>
        <a:bodyPr/>
        <a:lstStyle/>
        <a:p>
          <a:endParaRPr lang="en-US"/>
        </a:p>
      </dgm:t>
    </dgm:pt>
    <dgm:pt modelId="{BCC2684C-EF82-46C6-A9F3-54DBA0A19C88}" type="sibTrans" cxnId="{A0A596A2-8F0C-4A23-9146-1A1ED8C0F88A}">
      <dgm:prSet/>
      <dgm:spPr/>
      <dgm:t>
        <a:bodyPr/>
        <a:lstStyle/>
        <a:p>
          <a:endParaRPr lang="en-US"/>
        </a:p>
      </dgm:t>
    </dgm:pt>
    <dgm:pt modelId="{24DEDFEF-5770-438E-80C2-D51D4A6F6891}">
      <dgm:prSet/>
      <dgm:spPr/>
      <dgm:t>
        <a:bodyPr/>
        <a:lstStyle/>
        <a:p>
          <a:r>
            <a:rPr lang="en-US"/>
            <a:t>open the Settings menu and choose Options. </a:t>
          </a:r>
        </a:p>
      </dgm:t>
    </dgm:pt>
    <dgm:pt modelId="{23379B0D-A786-49F6-BE6E-015833AEDC69}" type="parTrans" cxnId="{9E917F1C-AEBD-4BD6-8B6F-47B3B5EC131B}">
      <dgm:prSet/>
      <dgm:spPr/>
      <dgm:t>
        <a:bodyPr/>
        <a:lstStyle/>
        <a:p>
          <a:endParaRPr lang="en-US"/>
        </a:p>
      </dgm:t>
    </dgm:pt>
    <dgm:pt modelId="{FDD4303E-413E-4366-8E7E-051A03CA7405}" type="sibTrans" cxnId="{9E917F1C-AEBD-4BD6-8B6F-47B3B5EC131B}">
      <dgm:prSet/>
      <dgm:spPr/>
      <dgm:t>
        <a:bodyPr/>
        <a:lstStyle/>
        <a:p>
          <a:endParaRPr lang="en-US"/>
        </a:p>
      </dgm:t>
    </dgm:pt>
    <dgm:pt modelId="{E27C269F-C3D7-48E5-94C5-1CFFA9448D5E}">
      <dgm:prSet/>
      <dgm:spPr/>
      <dgm:t>
        <a:bodyPr/>
        <a:lstStyle/>
        <a:p>
          <a:r>
            <a:rPr lang="en-US" dirty="0"/>
            <a:t>On the Main tab, </a:t>
          </a:r>
        </a:p>
      </dgm:t>
    </dgm:pt>
    <dgm:pt modelId="{87035CA5-3615-49A3-BD34-70C1696052D5}" type="parTrans" cxnId="{45FB5594-162F-4272-9F5B-63D3CAF089D6}">
      <dgm:prSet/>
      <dgm:spPr/>
      <dgm:t>
        <a:bodyPr/>
        <a:lstStyle/>
        <a:p>
          <a:endParaRPr lang="en-US"/>
        </a:p>
      </dgm:t>
    </dgm:pt>
    <dgm:pt modelId="{60719EFB-73BA-4EC3-9764-1F53300C21C2}" type="sibTrans" cxnId="{45FB5594-162F-4272-9F5B-63D3CAF089D6}">
      <dgm:prSet/>
      <dgm:spPr/>
      <dgm:t>
        <a:bodyPr/>
        <a:lstStyle/>
        <a:p>
          <a:endParaRPr lang="en-US"/>
        </a:p>
      </dgm:t>
    </dgm:pt>
    <dgm:pt modelId="{6452A28F-39B4-41BE-84F3-F4DD5C23D3C7}">
      <dgm:prSet/>
      <dgm:spPr/>
      <dgm:t>
        <a:bodyPr/>
        <a:lstStyle/>
        <a:p>
          <a:r>
            <a:rPr lang="en-US" dirty="0"/>
            <a:t>Click the Ok button</a:t>
          </a:r>
        </a:p>
      </dgm:t>
    </dgm:pt>
    <dgm:pt modelId="{CA70E5D4-61E3-4B97-9B4F-ECF922DC586A}" type="parTrans" cxnId="{37D04C88-6E25-4586-B89E-3E8E873F8951}">
      <dgm:prSet/>
      <dgm:spPr/>
      <dgm:t>
        <a:bodyPr/>
        <a:lstStyle/>
        <a:p>
          <a:endParaRPr lang="en-US"/>
        </a:p>
      </dgm:t>
    </dgm:pt>
    <dgm:pt modelId="{52C4B14E-C755-4E31-A8F1-A519079BB80F}" type="sibTrans" cxnId="{37D04C88-6E25-4586-B89E-3E8E873F8951}">
      <dgm:prSet/>
      <dgm:spPr/>
      <dgm:t>
        <a:bodyPr/>
        <a:lstStyle/>
        <a:p>
          <a:endParaRPr lang="en-US"/>
        </a:p>
      </dgm:t>
    </dgm:pt>
    <dgm:pt modelId="{C142819F-D655-47E0-AEEB-68E3CF080853}">
      <dgm:prSet/>
      <dgm:spPr/>
      <dgm:t>
        <a:bodyPr/>
        <a:lstStyle/>
        <a:p>
          <a:r>
            <a:rPr lang="tr-TR" dirty="0"/>
            <a:t>Setup</a:t>
          </a:r>
          <a:endParaRPr lang="en-US" dirty="0"/>
        </a:p>
      </dgm:t>
    </dgm:pt>
    <dgm:pt modelId="{EC7C699A-EB2C-40C7-B884-697C890F3B1D}" type="parTrans" cxnId="{89079365-3DF9-4C45-AB25-D73DD46D3090}">
      <dgm:prSet/>
      <dgm:spPr/>
      <dgm:t>
        <a:bodyPr/>
        <a:lstStyle/>
        <a:p>
          <a:endParaRPr lang="tr-TR"/>
        </a:p>
      </dgm:t>
    </dgm:pt>
    <dgm:pt modelId="{9BCE4661-F5D3-4E6C-B81E-4BB70EC062F3}" type="sibTrans" cxnId="{89079365-3DF9-4C45-AB25-D73DD46D3090}">
      <dgm:prSet phldrT="2"/>
      <dgm:spPr/>
      <dgm:t>
        <a:bodyPr/>
        <a:lstStyle/>
        <a:p>
          <a:r>
            <a:rPr lang="en-US"/>
            <a:t>2</a:t>
          </a:r>
        </a:p>
        <a:p>
          <a:endParaRPr lang="tr-TR"/>
        </a:p>
      </dgm:t>
    </dgm:pt>
    <dgm:pt modelId="{1471C5D4-08F8-4BE5-9BC9-8C876907359C}">
      <dgm:prSet/>
      <dgm:spPr/>
      <dgm:t>
        <a:bodyPr/>
        <a:lstStyle/>
        <a:p>
          <a:r>
            <a:rPr lang="en-US" dirty="0"/>
            <a:t>Main tab</a:t>
          </a:r>
        </a:p>
      </dgm:t>
    </dgm:pt>
    <dgm:pt modelId="{048F8A0F-86EB-4FAC-94F2-9FB4A36C0293}" type="parTrans" cxnId="{F2675606-AFD6-468A-996B-4006D9E39F52}">
      <dgm:prSet/>
      <dgm:spPr/>
      <dgm:t>
        <a:bodyPr/>
        <a:lstStyle/>
        <a:p>
          <a:endParaRPr lang="tr-TR"/>
        </a:p>
      </dgm:t>
    </dgm:pt>
    <dgm:pt modelId="{F8A5BDC2-BBB3-485F-A6C8-7D7F7C508179}" type="sibTrans" cxnId="{F2675606-AFD6-468A-996B-4006D9E39F52}">
      <dgm:prSet phldrT="3"/>
      <dgm:spPr/>
      <dgm:t>
        <a:bodyPr/>
        <a:lstStyle/>
        <a:p>
          <a:r>
            <a:rPr lang="en-US"/>
            <a:t>3</a:t>
          </a:r>
        </a:p>
        <a:p>
          <a:endParaRPr lang="tr-TR"/>
        </a:p>
      </dgm:t>
    </dgm:pt>
    <dgm:pt modelId="{9D4C8ABB-64EE-481D-90B5-1D74E405B712}">
      <dgm:prSet/>
      <dgm:spPr/>
      <dgm:t>
        <a:bodyPr/>
        <a:lstStyle/>
        <a:p>
          <a:r>
            <a:rPr lang="en-US"/>
            <a:t>click </a:t>
          </a:r>
          <a:r>
            <a:rPr lang="en-US" i="1" dirty="0"/>
            <a:t>Start Bitcoin on system login</a:t>
          </a:r>
          <a:r>
            <a:rPr lang="en-US" dirty="0"/>
            <a:t>. </a:t>
          </a:r>
        </a:p>
      </dgm:t>
    </dgm:pt>
    <dgm:pt modelId="{571A0832-BFD0-4372-9472-0B15D959A092}" type="parTrans" cxnId="{C57E2D11-E779-4E81-BD5B-8098BBDDEEFD}">
      <dgm:prSet/>
      <dgm:spPr/>
      <dgm:t>
        <a:bodyPr/>
        <a:lstStyle/>
        <a:p>
          <a:endParaRPr lang="tr-TR"/>
        </a:p>
      </dgm:t>
    </dgm:pt>
    <dgm:pt modelId="{430A2962-35E8-42C4-B4F3-EBD7B8A7A579}" type="sibTrans" cxnId="{C57E2D11-E779-4E81-BD5B-8098BBDDEEFD}">
      <dgm:prSet/>
      <dgm:spPr/>
    </dgm:pt>
    <dgm:pt modelId="{B5C44911-14C8-4093-9510-3DA18DEFAB85}">
      <dgm:prSet/>
      <dgm:spPr/>
      <dgm:t>
        <a:bodyPr/>
        <a:lstStyle/>
        <a:p>
          <a:r>
            <a:rPr lang="tr-TR" dirty="0"/>
            <a:t>OK</a:t>
          </a:r>
          <a:endParaRPr lang="en-US" dirty="0"/>
        </a:p>
      </dgm:t>
    </dgm:pt>
    <dgm:pt modelId="{81D61103-DEED-4F3D-9484-32D8A7CE61B7}" type="parTrans" cxnId="{CBF17D8F-1440-4C30-BD7C-37ECBFC3D231}">
      <dgm:prSet/>
      <dgm:spPr/>
      <dgm:t>
        <a:bodyPr/>
        <a:lstStyle/>
        <a:p>
          <a:endParaRPr lang="tr-TR"/>
        </a:p>
      </dgm:t>
    </dgm:pt>
    <dgm:pt modelId="{79944447-1B4E-4CC3-9E79-8197820BAB17}" type="sibTrans" cxnId="{CBF17D8F-1440-4C30-BD7C-37ECBFC3D231}">
      <dgm:prSet phldrT="4"/>
      <dgm:spPr/>
      <dgm:t>
        <a:bodyPr/>
        <a:lstStyle/>
        <a:p>
          <a:r>
            <a:rPr lang="en-US"/>
            <a:t>4</a:t>
          </a:r>
        </a:p>
        <a:p>
          <a:endParaRPr lang="tr-TR"/>
        </a:p>
      </dgm:t>
    </dgm:pt>
    <dgm:pt modelId="{3F00385A-DB4A-41DD-A469-0D0D1329293C}">
      <dgm:prSet/>
      <dgm:spPr/>
      <dgm:t>
        <a:bodyPr/>
        <a:lstStyle/>
        <a:p>
          <a:r>
            <a:rPr lang="en-US" dirty="0"/>
            <a:t>to save the new settings</a:t>
          </a:r>
        </a:p>
      </dgm:t>
    </dgm:pt>
    <dgm:pt modelId="{67431F79-330C-481E-9EF3-B76E93EFE31C}" type="parTrans" cxnId="{7C407DF7-5D3A-4823-AB2A-0E11AC5DBAA5}">
      <dgm:prSet/>
      <dgm:spPr/>
      <dgm:t>
        <a:bodyPr/>
        <a:lstStyle/>
        <a:p>
          <a:endParaRPr lang="tr-TR"/>
        </a:p>
      </dgm:t>
    </dgm:pt>
    <dgm:pt modelId="{A6D196E9-AC0E-4854-92C9-221719F3FE7E}" type="sibTrans" cxnId="{7C407DF7-5D3A-4823-AB2A-0E11AC5DBAA5}">
      <dgm:prSet/>
      <dgm:spPr/>
    </dgm:pt>
    <dgm:pt modelId="{68C19EAF-75A2-49CC-A7E9-D2C73D9F1D5B}" type="pres">
      <dgm:prSet presAssocID="{87006B38-5BE7-493D-AF40-B6A7D3380A82}" presName="linearFlow" presStyleCnt="0">
        <dgm:presLayoutVars>
          <dgm:dir/>
          <dgm:animLvl val="lvl"/>
          <dgm:resizeHandles val="exact"/>
        </dgm:presLayoutVars>
      </dgm:prSet>
      <dgm:spPr/>
    </dgm:pt>
    <dgm:pt modelId="{9AED073E-477E-416D-8FA4-1CF07F442584}" type="pres">
      <dgm:prSet presAssocID="{75B566B6-94C1-43C0-BCD1-01E7C04F3AEA}" presName="compositeNode" presStyleCnt="0"/>
      <dgm:spPr/>
    </dgm:pt>
    <dgm:pt modelId="{043B7872-441C-44ED-BB7A-86D4F2770697}" type="pres">
      <dgm:prSet presAssocID="{75B566B6-94C1-43C0-BCD1-01E7C04F3AE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D7B7448-0843-4578-80D5-F120C6AF58C9}" type="pres">
      <dgm:prSet presAssocID="{75B566B6-94C1-43C0-BCD1-01E7C04F3AEA}" presName="parSh" presStyleCnt="0"/>
      <dgm:spPr/>
    </dgm:pt>
    <dgm:pt modelId="{69CBC199-0271-4391-A248-4A9532D0FA66}" type="pres">
      <dgm:prSet presAssocID="{75B566B6-94C1-43C0-BCD1-01E7C04F3AEA}" presName="lineNode" presStyleLbl="alignAccFollowNode1" presStyleIdx="0" presStyleCnt="12"/>
      <dgm:spPr/>
    </dgm:pt>
    <dgm:pt modelId="{54DB1038-F1B3-42F1-B8C5-FD3201C314E3}" type="pres">
      <dgm:prSet presAssocID="{75B566B6-94C1-43C0-BCD1-01E7C04F3AEA}" presName="lineArrowNode" presStyleLbl="alignAccFollowNode1" presStyleIdx="1" presStyleCnt="12"/>
      <dgm:spPr/>
    </dgm:pt>
    <dgm:pt modelId="{10C6CB5E-8692-4041-96D0-2DC5DB4CAB76}" type="pres">
      <dgm:prSet presAssocID="{B99DE8E3-3B3B-43CE-964A-0E2AA2641871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CD598FA3-A0E6-422D-90F1-2A7248FB97E3}" type="pres">
      <dgm:prSet presAssocID="{B99DE8E3-3B3B-43CE-964A-0E2AA2641871}" presName="spacerBetweenCircleAndCallout" presStyleCnt="0">
        <dgm:presLayoutVars/>
      </dgm:prSet>
      <dgm:spPr/>
    </dgm:pt>
    <dgm:pt modelId="{9A2F6F5A-2926-43E7-A815-F64F90E27DE6}" type="pres">
      <dgm:prSet presAssocID="{75B566B6-94C1-43C0-BCD1-01E7C04F3AEA}" presName="nodeText" presStyleLbl="alignAccFollowNode1" presStyleIdx="2" presStyleCnt="12">
        <dgm:presLayoutVars>
          <dgm:bulletEnabled val="1"/>
        </dgm:presLayoutVars>
      </dgm:prSet>
      <dgm:spPr/>
    </dgm:pt>
    <dgm:pt modelId="{E324E053-F38B-43D1-A031-0C7EC0248490}" type="pres">
      <dgm:prSet presAssocID="{B99DE8E3-3B3B-43CE-964A-0E2AA2641871}" presName="sibTransComposite" presStyleCnt="0"/>
      <dgm:spPr/>
    </dgm:pt>
    <dgm:pt modelId="{DCEC7688-BD94-496E-BEA0-2D8DB39E6A98}" type="pres">
      <dgm:prSet presAssocID="{C142819F-D655-47E0-AEEB-68E3CF080853}" presName="compositeNode" presStyleCnt="0"/>
      <dgm:spPr/>
    </dgm:pt>
    <dgm:pt modelId="{07E5AA27-47FE-45EB-A93A-8AA3AE71CDFC}" type="pres">
      <dgm:prSet presAssocID="{C142819F-D655-47E0-AEEB-68E3CF08085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1E422A8-2937-46CD-BAF2-12FF0EAA4ACD}" type="pres">
      <dgm:prSet presAssocID="{C142819F-D655-47E0-AEEB-68E3CF080853}" presName="parSh" presStyleCnt="0"/>
      <dgm:spPr/>
    </dgm:pt>
    <dgm:pt modelId="{59BBF690-5C70-4CC3-93A4-3310FDC0FDBA}" type="pres">
      <dgm:prSet presAssocID="{C142819F-D655-47E0-AEEB-68E3CF080853}" presName="lineNode" presStyleLbl="alignAccFollowNode1" presStyleIdx="3" presStyleCnt="12"/>
      <dgm:spPr/>
    </dgm:pt>
    <dgm:pt modelId="{E540FB8D-0E6B-43ED-BF63-39A594496AF8}" type="pres">
      <dgm:prSet presAssocID="{C142819F-D655-47E0-AEEB-68E3CF080853}" presName="lineArrowNode" presStyleLbl="alignAccFollowNode1" presStyleIdx="4" presStyleCnt="12"/>
      <dgm:spPr/>
    </dgm:pt>
    <dgm:pt modelId="{114B4B24-4032-4181-B653-85E440B27A63}" type="pres">
      <dgm:prSet presAssocID="{9BCE4661-F5D3-4E6C-B81E-4BB70EC062F3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511780EF-A5D1-418A-BDD4-DB6CEF5456C5}" type="pres">
      <dgm:prSet presAssocID="{9BCE4661-F5D3-4E6C-B81E-4BB70EC062F3}" presName="spacerBetweenCircleAndCallout" presStyleCnt="0">
        <dgm:presLayoutVars/>
      </dgm:prSet>
      <dgm:spPr/>
    </dgm:pt>
    <dgm:pt modelId="{9A3487A2-6FCD-4EE1-BEA5-16EF163508B4}" type="pres">
      <dgm:prSet presAssocID="{C142819F-D655-47E0-AEEB-68E3CF080853}" presName="nodeText" presStyleLbl="alignAccFollowNode1" presStyleIdx="5" presStyleCnt="12">
        <dgm:presLayoutVars>
          <dgm:bulletEnabled val="1"/>
        </dgm:presLayoutVars>
      </dgm:prSet>
      <dgm:spPr/>
    </dgm:pt>
    <dgm:pt modelId="{5F349D2C-6DD3-497F-A491-3C1F1D34F448}" type="pres">
      <dgm:prSet presAssocID="{9BCE4661-F5D3-4E6C-B81E-4BB70EC062F3}" presName="sibTransComposite" presStyleCnt="0"/>
      <dgm:spPr/>
    </dgm:pt>
    <dgm:pt modelId="{FFC8A6CE-399B-4DA0-9ACF-D92481529AF9}" type="pres">
      <dgm:prSet presAssocID="{1471C5D4-08F8-4BE5-9BC9-8C876907359C}" presName="compositeNode" presStyleCnt="0"/>
      <dgm:spPr/>
    </dgm:pt>
    <dgm:pt modelId="{0E6211AA-0D54-4E04-BA31-1A7BAC76D1B8}" type="pres">
      <dgm:prSet presAssocID="{1471C5D4-08F8-4BE5-9BC9-8C876907359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6B5069A-A85C-463A-842C-25BF153173AC}" type="pres">
      <dgm:prSet presAssocID="{1471C5D4-08F8-4BE5-9BC9-8C876907359C}" presName="parSh" presStyleCnt="0"/>
      <dgm:spPr/>
    </dgm:pt>
    <dgm:pt modelId="{4AB8CAA6-760D-4A4D-89BB-39D12AFF5BCF}" type="pres">
      <dgm:prSet presAssocID="{1471C5D4-08F8-4BE5-9BC9-8C876907359C}" presName="lineNode" presStyleLbl="alignAccFollowNode1" presStyleIdx="6" presStyleCnt="12"/>
      <dgm:spPr/>
    </dgm:pt>
    <dgm:pt modelId="{87B60DBF-9EC0-49F6-9A9D-A40A6CB6A2A2}" type="pres">
      <dgm:prSet presAssocID="{1471C5D4-08F8-4BE5-9BC9-8C876907359C}" presName="lineArrowNode" presStyleLbl="alignAccFollowNode1" presStyleIdx="7" presStyleCnt="12"/>
      <dgm:spPr/>
    </dgm:pt>
    <dgm:pt modelId="{F14055EE-961A-4675-B269-84B34DE14E54}" type="pres">
      <dgm:prSet presAssocID="{F8A5BDC2-BBB3-485F-A6C8-7D7F7C508179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F5B6ECAC-D13B-44B6-9EA4-43ADDD1253E2}" type="pres">
      <dgm:prSet presAssocID="{F8A5BDC2-BBB3-485F-A6C8-7D7F7C508179}" presName="spacerBetweenCircleAndCallout" presStyleCnt="0">
        <dgm:presLayoutVars/>
      </dgm:prSet>
      <dgm:spPr/>
    </dgm:pt>
    <dgm:pt modelId="{64E35ED3-B9BF-419C-818D-AFA0213861A3}" type="pres">
      <dgm:prSet presAssocID="{1471C5D4-08F8-4BE5-9BC9-8C876907359C}" presName="nodeText" presStyleLbl="alignAccFollowNode1" presStyleIdx="8" presStyleCnt="12">
        <dgm:presLayoutVars>
          <dgm:bulletEnabled val="1"/>
        </dgm:presLayoutVars>
      </dgm:prSet>
      <dgm:spPr/>
    </dgm:pt>
    <dgm:pt modelId="{F0B99492-7CDC-4DEF-9C7F-2F485AD5A0D7}" type="pres">
      <dgm:prSet presAssocID="{F8A5BDC2-BBB3-485F-A6C8-7D7F7C508179}" presName="sibTransComposite" presStyleCnt="0"/>
      <dgm:spPr/>
    </dgm:pt>
    <dgm:pt modelId="{4E8DA23E-CE55-46BC-911D-1308003E1F98}" type="pres">
      <dgm:prSet presAssocID="{B5C44911-14C8-4093-9510-3DA18DEFAB85}" presName="compositeNode" presStyleCnt="0"/>
      <dgm:spPr/>
    </dgm:pt>
    <dgm:pt modelId="{BA6A4AB5-8680-470A-9F0F-D601C81769BE}" type="pres">
      <dgm:prSet presAssocID="{B5C44911-14C8-4093-9510-3DA18DEFAB8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3A06C64-3B81-47D8-AF04-32722D72EF45}" type="pres">
      <dgm:prSet presAssocID="{B5C44911-14C8-4093-9510-3DA18DEFAB85}" presName="parSh" presStyleCnt="0"/>
      <dgm:spPr/>
    </dgm:pt>
    <dgm:pt modelId="{846E8322-3139-4320-99C5-95A70F4F3879}" type="pres">
      <dgm:prSet presAssocID="{B5C44911-14C8-4093-9510-3DA18DEFAB85}" presName="lineNode" presStyleLbl="alignAccFollowNode1" presStyleIdx="9" presStyleCnt="12"/>
      <dgm:spPr/>
    </dgm:pt>
    <dgm:pt modelId="{EF319D28-6566-4378-B346-59F07DECB4AD}" type="pres">
      <dgm:prSet presAssocID="{B5C44911-14C8-4093-9510-3DA18DEFAB85}" presName="lineArrowNode" presStyleLbl="alignAccFollowNode1" presStyleIdx="10" presStyleCnt="12"/>
      <dgm:spPr/>
    </dgm:pt>
    <dgm:pt modelId="{E47EDAD1-058D-4A8E-AD9C-C10C45382660}" type="pres">
      <dgm:prSet presAssocID="{79944447-1B4E-4CC3-9E79-8197820BAB17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6420312A-E6DA-4C62-BC4D-064D908E0F1B}" type="pres">
      <dgm:prSet presAssocID="{79944447-1B4E-4CC3-9E79-8197820BAB17}" presName="spacerBetweenCircleAndCallout" presStyleCnt="0">
        <dgm:presLayoutVars/>
      </dgm:prSet>
      <dgm:spPr/>
    </dgm:pt>
    <dgm:pt modelId="{6531721A-7A43-4392-940D-B561ECABFEEC}" type="pres">
      <dgm:prSet presAssocID="{B5C44911-14C8-4093-9510-3DA18DEFAB85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F2675606-AFD6-468A-996B-4006D9E39F52}" srcId="{87006B38-5BE7-493D-AF40-B6A7D3380A82}" destId="{1471C5D4-08F8-4BE5-9BC9-8C876907359C}" srcOrd="2" destOrd="0" parTransId="{048F8A0F-86EB-4FAC-94F2-9FB4A36C0293}" sibTransId="{F8A5BDC2-BBB3-485F-A6C8-7D7F7C508179}"/>
    <dgm:cxn modelId="{C57E2D11-E779-4E81-BD5B-8098BBDDEEFD}" srcId="{1471C5D4-08F8-4BE5-9BC9-8C876907359C}" destId="{9D4C8ABB-64EE-481D-90B5-1D74E405B712}" srcOrd="1" destOrd="0" parTransId="{571A0832-BFD0-4372-9472-0B15D959A092}" sibTransId="{430A2962-35E8-42C4-B4F3-EBD7B8A7A579}"/>
    <dgm:cxn modelId="{9E917F1C-AEBD-4BD6-8B6F-47B3B5EC131B}" srcId="{C142819F-D655-47E0-AEEB-68E3CF080853}" destId="{24DEDFEF-5770-438E-80C2-D51D4A6F6891}" srcOrd="1" destOrd="0" parTransId="{23379B0D-A786-49F6-BE6E-015833AEDC69}" sibTransId="{FDD4303E-413E-4366-8E7E-051A03CA7405}"/>
    <dgm:cxn modelId="{A204F533-14A9-4606-885F-81F529CD635B}" type="presOf" srcId="{1471C5D4-08F8-4BE5-9BC9-8C876907359C}" destId="{64E35ED3-B9BF-419C-818D-AFA0213861A3}" srcOrd="0" destOrd="0" presId="urn:microsoft.com/office/officeart/2016/7/layout/LinearArrowProcessNumbered"/>
    <dgm:cxn modelId="{44982C64-7211-4E80-8B8F-91E5F5CEECDF}" srcId="{75B566B6-94C1-43C0-BCD1-01E7C04F3AEA}" destId="{53C785B9-FA81-44DE-B052-BA54EBA08823}" srcOrd="0" destOrd="0" parTransId="{8B8D3267-B858-419E-9AEF-E2491E4CD835}" sibTransId="{154F8FC7-EF71-445D-A2A7-5235E5CA0E18}"/>
    <dgm:cxn modelId="{89079365-3DF9-4C45-AB25-D73DD46D3090}" srcId="{87006B38-5BE7-493D-AF40-B6A7D3380A82}" destId="{C142819F-D655-47E0-AEEB-68E3CF080853}" srcOrd="1" destOrd="0" parTransId="{EC7C699A-EB2C-40C7-B884-697C890F3B1D}" sibTransId="{9BCE4661-F5D3-4E6C-B81E-4BB70EC062F3}"/>
    <dgm:cxn modelId="{987C4E6F-AA66-4F83-8C0A-AFE26E319614}" srcId="{87006B38-5BE7-493D-AF40-B6A7D3380A82}" destId="{75B566B6-94C1-43C0-BCD1-01E7C04F3AEA}" srcOrd="0" destOrd="0" parTransId="{E299A99A-CDF1-448F-A966-1C161A05D6B1}" sibTransId="{B99DE8E3-3B3B-43CE-964A-0E2AA2641871}"/>
    <dgm:cxn modelId="{3E578C4F-3280-4E87-9937-333D2C38EF5C}" type="presOf" srcId="{F8A5BDC2-BBB3-485F-A6C8-7D7F7C508179}" destId="{F14055EE-961A-4675-B269-84B34DE14E54}" srcOrd="0" destOrd="0" presId="urn:microsoft.com/office/officeart/2016/7/layout/LinearArrowProcessNumbered"/>
    <dgm:cxn modelId="{506BF26F-1A36-4049-B443-A9637F34FC7A}" type="presOf" srcId="{B5C44911-14C8-4093-9510-3DA18DEFAB85}" destId="{6531721A-7A43-4392-940D-B561ECABFEEC}" srcOrd="0" destOrd="0" presId="urn:microsoft.com/office/officeart/2016/7/layout/LinearArrowProcessNumbered"/>
    <dgm:cxn modelId="{5F2EE950-BF4E-4990-94E2-CAE850920CC2}" type="presOf" srcId="{C142819F-D655-47E0-AEEB-68E3CF080853}" destId="{9A3487A2-6FCD-4EE1-BEA5-16EF163508B4}" srcOrd="0" destOrd="0" presId="urn:microsoft.com/office/officeart/2016/7/layout/LinearArrowProcessNumbered"/>
    <dgm:cxn modelId="{90DFE871-83FC-40A6-B808-17DD15C1CC5F}" type="presOf" srcId="{87006B38-5BE7-493D-AF40-B6A7D3380A82}" destId="{68C19EAF-75A2-49CC-A7E9-D2C73D9F1D5B}" srcOrd="0" destOrd="0" presId="urn:microsoft.com/office/officeart/2016/7/layout/LinearArrowProcessNumbered"/>
    <dgm:cxn modelId="{3172EF53-F7B5-48FF-965F-74E7C36BB0AA}" type="presOf" srcId="{79944447-1B4E-4CC3-9E79-8197820BAB17}" destId="{E47EDAD1-058D-4A8E-AD9C-C10C45382660}" srcOrd="0" destOrd="0" presId="urn:microsoft.com/office/officeart/2016/7/layout/LinearArrowProcessNumbered"/>
    <dgm:cxn modelId="{72862375-E937-431D-8474-1A80C2F791F9}" type="presOf" srcId="{E27C269F-C3D7-48E5-94C5-1CFFA9448D5E}" destId="{64E35ED3-B9BF-419C-818D-AFA0213861A3}" srcOrd="0" destOrd="1" presId="urn:microsoft.com/office/officeart/2016/7/layout/LinearArrowProcessNumbered"/>
    <dgm:cxn modelId="{37D04C88-6E25-4586-B89E-3E8E873F8951}" srcId="{B5C44911-14C8-4093-9510-3DA18DEFAB85}" destId="{6452A28F-39B4-41BE-84F3-F4DD5C23D3C7}" srcOrd="0" destOrd="0" parTransId="{CA70E5D4-61E3-4B97-9B4F-ECF922DC586A}" sibTransId="{52C4B14E-C755-4E31-A8F1-A519079BB80F}"/>
    <dgm:cxn modelId="{D54FD288-5534-4AE3-A150-609A15D27002}" type="presOf" srcId="{9BCE4661-F5D3-4E6C-B81E-4BB70EC062F3}" destId="{114B4B24-4032-4181-B653-85E440B27A63}" srcOrd="0" destOrd="0" presId="urn:microsoft.com/office/officeart/2016/7/layout/LinearArrowProcessNumbered"/>
    <dgm:cxn modelId="{CBF17D8F-1440-4C30-BD7C-37ECBFC3D231}" srcId="{87006B38-5BE7-493D-AF40-B6A7D3380A82}" destId="{B5C44911-14C8-4093-9510-3DA18DEFAB85}" srcOrd="3" destOrd="0" parTransId="{81D61103-DEED-4F3D-9484-32D8A7CE61B7}" sibTransId="{79944447-1B4E-4CC3-9E79-8197820BAB17}"/>
    <dgm:cxn modelId="{FCA43591-0E81-4236-8764-88B64B4D7B70}" type="presOf" srcId="{3F00385A-DB4A-41DD-A469-0D0D1329293C}" destId="{6531721A-7A43-4392-940D-B561ECABFEEC}" srcOrd="0" destOrd="2" presId="urn:microsoft.com/office/officeart/2016/7/layout/LinearArrowProcessNumbered"/>
    <dgm:cxn modelId="{45FB5594-162F-4272-9F5B-63D3CAF089D6}" srcId="{1471C5D4-08F8-4BE5-9BC9-8C876907359C}" destId="{E27C269F-C3D7-48E5-94C5-1CFFA9448D5E}" srcOrd="0" destOrd="0" parTransId="{87035CA5-3615-49A3-BD34-70C1696052D5}" sibTransId="{60719EFB-73BA-4EC3-9764-1F53300C21C2}"/>
    <dgm:cxn modelId="{54B39F99-BAD0-46F2-A3A1-3A2F3630E290}" type="presOf" srcId="{B181D667-539D-45BF-873B-6EE0EEFAAD18}" destId="{9A3487A2-6FCD-4EE1-BEA5-16EF163508B4}" srcOrd="0" destOrd="1" presId="urn:microsoft.com/office/officeart/2016/7/layout/LinearArrowProcessNumbered"/>
    <dgm:cxn modelId="{A0A596A2-8F0C-4A23-9146-1A1ED8C0F88A}" srcId="{C142819F-D655-47E0-AEEB-68E3CF080853}" destId="{B181D667-539D-45BF-873B-6EE0EEFAAD18}" srcOrd="0" destOrd="0" parTransId="{77FA0D09-4A8A-4BF8-A7AA-EFB8372D06EA}" sibTransId="{BCC2684C-EF82-46C6-A9F3-54DBA0A19C88}"/>
    <dgm:cxn modelId="{F390F4AA-7A75-4774-91D8-143CEE4C5B41}" type="presOf" srcId="{75B566B6-94C1-43C0-BCD1-01E7C04F3AEA}" destId="{9A2F6F5A-2926-43E7-A815-F64F90E27DE6}" srcOrd="0" destOrd="0" presId="urn:microsoft.com/office/officeart/2016/7/layout/LinearArrowProcessNumbered"/>
    <dgm:cxn modelId="{D7DE92B9-402D-46B3-93DF-67470D7F2D4A}" type="presOf" srcId="{B99DE8E3-3B3B-43CE-964A-0E2AA2641871}" destId="{10C6CB5E-8692-4041-96D0-2DC5DB4CAB76}" srcOrd="0" destOrd="0" presId="urn:microsoft.com/office/officeart/2016/7/layout/LinearArrowProcessNumbered"/>
    <dgm:cxn modelId="{201777D2-C549-472A-A256-C3E046E35194}" type="presOf" srcId="{53C785B9-FA81-44DE-B052-BA54EBA08823}" destId="{9A2F6F5A-2926-43E7-A815-F64F90E27DE6}" srcOrd="0" destOrd="1" presId="urn:microsoft.com/office/officeart/2016/7/layout/LinearArrowProcessNumbered"/>
    <dgm:cxn modelId="{17600DDC-08A6-4920-8306-958E26BB6AAB}" type="presOf" srcId="{9D4C8ABB-64EE-481D-90B5-1D74E405B712}" destId="{64E35ED3-B9BF-419C-818D-AFA0213861A3}" srcOrd="0" destOrd="2" presId="urn:microsoft.com/office/officeart/2016/7/layout/LinearArrowProcessNumbered"/>
    <dgm:cxn modelId="{85503FF1-322A-4983-B4D5-085D3A6C5375}" type="presOf" srcId="{6452A28F-39B4-41BE-84F3-F4DD5C23D3C7}" destId="{6531721A-7A43-4392-940D-B561ECABFEEC}" srcOrd="0" destOrd="1" presId="urn:microsoft.com/office/officeart/2016/7/layout/LinearArrowProcessNumbered"/>
    <dgm:cxn modelId="{7C407DF7-5D3A-4823-AB2A-0E11AC5DBAA5}" srcId="{B5C44911-14C8-4093-9510-3DA18DEFAB85}" destId="{3F00385A-DB4A-41DD-A469-0D0D1329293C}" srcOrd="1" destOrd="0" parTransId="{67431F79-330C-481E-9EF3-B76E93EFE31C}" sibTransId="{A6D196E9-AC0E-4854-92C9-221719F3FE7E}"/>
    <dgm:cxn modelId="{EA2EECFF-F451-4C3F-89E5-550C9B9060DD}" type="presOf" srcId="{24DEDFEF-5770-438E-80C2-D51D4A6F6891}" destId="{9A3487A2-6FCD-4EE1-BEA5-16EF163508B4}" srcOrd="0" destOrd="2" presId="urn:microsoft.com/office/officeart/2016/7/layout/LinearArrowProcessNumbered"/>
    <dgm:cxn modelId="{CF6F4AD9-25A9-437D-A635-74B609284AC8}" type="presParOf" srcId="{68C19EAF-75A2-49CC-A7E9-D2C73D9F1D5B}" destId="{9AED073E-477E-416D-8FA4-1CF07F442584}" srcOrd="0" destOrd="0" presId="urn:microsoft.com/office/officeart/2016/7/layout/LinearArrowProcessNumbered"/>
    <dgm:cxn modelId="{E1E193A1-C3A1-4042-9534-87F9D24BF6F0}" type="presParOf" srcId="{9AED073E-477E-416D-8FA4-1CF07F442584}" destId="{043B7872-441C-44ED-BB7A-86D4F2770697}" srcOrd="0" destOrd="0" presId="urn:microsoft.com/office/officeart/2016/7/layout/LinearArrowProcessNumbered"/>
    <dgm:cxn modelId="{566D4EA6-9AB1-47DA-B673-DC677DBA00A1}" type="presParOf" srcId="{9AED073E-477E-416D-8FA4-1CF07F442584}" destId="{6D7B7448-0843-4578-80D5-F120C6AF58C9}" srcOrd="1" destOrd="0" presId="urn:microsoft.com/office/officeart/2016/7/layout/LinearArrowProcessNumbered"/>
    <dgm:cxn modelId="{96F55C7E-1E8E-43AB-A794-EDB480F37758}" type="presParOf" srcId="{6D7B7448-0843-4578-80D5-F120C6AF58C9}" destId="{69CBC199-0271-4391-A248-4A9532D0FA66}" srcOrd="0" destOrd="0" presId="urn:microsoft.com/office/officeart/2016/7/layout/LinearArrowProcessNumbered"/>
    <dgm:cxn modelId="{4A7B5E7D-5216-4C82-8D4D-D360A625E272}" type="presParOf" srcId="{6D7B7448-0843-4578-80D5-F120C6AF58C9}" destId="{54DB1038-F1B3-42F1-B8C5-FD3201C314E3}" srcOrd="1" destOrd="0" presId="urn:microsoft.com/office/officeart/2016/7/layout/LinearArrowProcessNumbered"/>
    <dgm:cxn modelId="{323AF848-57B8-4B4C-9184-D351645BBAF6}" type="presParOf" srcId="{6D7B7448-0843-4578-80D5-F120C6AF58C9}" destId="{10C6CB5E-8692-4041-96D0-2DC5DB4CAB76}" srcOrd="2" destOrd="0" presId="urn:microsoft.com/office/officeart/2016/7/layout/LinearArrowProcessNumbered"/>
    <dgm:cxn modelId="{798BC6D0-2511-420A-A82C-4261855C32B8}" type="presParOf" srcId="{6D7B7448-0843-4578-80D5-F120C6AF58C9}" destId="{CD598FA3-A0E6-422D-90F1-2A7248FB97E3}" srcOrd="3" destOrd="0" presId="urn:microsoft.com/office/officeart/2016/7/layout/LinearArrowProcessNumbered"/>
    <dgm:cxn modelId="{9090AE52-94D1-42B0-81C3-C977A215ACC3}" type="presParOf" srcId="{9AED073E-477E-416D-8FA4-1CF07F442584}" destId="{9A2F6F5A-2926-43E7-A815-F64F90E27DE6}" srcOrd="2" destOrd="0" presId="urn:microsoft.com/office/officeart/2016/7/layout/LinearArrowProcessNumbered"/>
    <dgm:cxn modelId="{987BF0D6-BC11-4BD2-831A-E39AA2169F1E}" type="presParOf" srcId="{68C19EAF-75A2-49CC-A7E9-D2C73D9F1D5B}" destId="{E324E053-F38B-43D1-A031-0C7EC0248490}" srcOrd="1" destOrd="0" presId="urn:microsoft.com/office/officeart/2016/7/layout/LinearArrowProcessNumbered"/>
    <dgm:cxn modelId="{64E125CC-C850-4713-B4B5-E716E498CC73}" type="presParOf" srcId="{68C19EAF-75A2-49CC-A7E9-D2C73D9F1D5B}" destId="{DCEC7688-BD94-496E-BEA0-2D8DB39E6A98}" srcOrd="2" destOrd="0" presId="urn:microsoft.com/office/officeart/2016/7/layout/LinearArrowProcessNumbered"/>
    <dgm:cxn modelId="{0D3C2503-586B-4A95-B8FB-5C5640A830D8}" type="presParOf" srcId="{DCEC7688-BD94-496E-BEA0-2D8DB39E6A98}" destId="{07E5AA27-47FE-45EB-A93A-8AA3AE71CDFC}" srcOrd="0" destOrd="0" presId="urn:microsoft.com/office/officeart/2016/7/layout/LinearArrowProcessNumbered"/>
    <dgm:cxn modelId="{0AB98E0B-C021-41F5-BF98-795D1FF4440C}" type="presParOf" srcId="{DCEC7688-BD94-496E-BEA0-2D8DB39E6A98}" destId="{A1E422A8-2937-46CD-BAF2-12FF0EAA4ACD}" srcOrd="1" destOrd="0" presId="urn:microsoft.com/office/officeart/2016/7/layout/LinearArrowProcessNumbered"/>
    <dgm:cxn modelId="{E04C1FE9-D934-47E1-87CD-7831AF41E430}" type="presParOf" srcId="{A1E422A8-2937-46CD-BAF2-12FF0EAA4ACD}" destId="{59BBF690-5C70-4CC3-93A4-3310FDC0FDBA}" srcOrd="0" destOrd="0" presId="urn:microsoft.com/office/officeart/2016/7/layout/LinearArrowProcessNumbered"/>
    <dgm:cxn modelId="{E1608C66-4152-412C-948F-F149701FE154}" type="presParOf" srcId="{A1E422A8-2937-46CD-BAF2-12FF0EAA4ACD}" destId="{E540FB8D-0E6B-43ED-BF63-39A594496AF8}" srcOrd="1" destOrd="0" presId="urn:microsoft.com/office/officeart/2016/7/layout/LinearArrowProcessNumbered"/>
    <dgm:cxn modelId="{81110BA2-CED6-4C97-8DEF-68B186AD9F41}" type="presParOf" srcId="{A1E422A8-2937-46CD-BAF2-12FF0EAA4ACD}" destId="{114B4B24-4032-4181-B653-85E440B27A63}" srcOrd="2" destOrd="0" presId="urn:microsoft.com/office/officeart/2016/7/layout/LinearArrowProcessNumbered"/>
    <dgm:cxn modelId="{11A14982-7BB7-4ABA-BFC1-A5762B2E911C}" type="presParOf" srcId="{A1E422A8-2937-46CD-BAF2-12FF0EAA4ACD}" destId="{511780EF-A5D1-418A-BDD4-DB6CEF5456C5}" srcOrd="3" destOrd="0" presId="urn:microsoft.com/office/officeart/2016/7/layout/LinearArrowProcessNumbered"/>
    <dgm:cxn modelId="{5D87EF3C-FDC1-4330-AC39-B075F1845D5E}" type="presParOf" srcId="{DCEC7688-BD94-496E-BEA0-2D8DB39E6A98}" destId="{9A3487A2-6FCD-4EE1-BEA5-16EF163508B4}" srcOrd="2" destOrd="0" presId="urn:microsoft.com/office/officeart/2016/7/layout/LinearArrowProcessNumbered"/>
    <dgm:cxn modelId="{3C5CA697-73AF-4DE9-8547-6D773F515A58}" type="presParOf" srcId="{68C19EAF-75A2-49CC-A7E9-D2C73D9F1D5B}" destId="{5F349D2C-6DD3-497F-A491-3C1F1D34F448}" srcOrd="3" destOrd="0" presId="urn:microsoft.com/office/officeart/2016/7/layout/LinearArrowProcessNumbered"/>
    <dgm:cxn modelId="{B624D9A5-DB8A-45CD-A102-CBFD56FC38B1}" type="presParOf" srcId="{68C19EAF-75A2-49CC-A7E9-D2C73D9F1D5B}" destId="{FFC8A6CE-399B-4DA0-9ACF-D92481529AF9}" srcOrd="4" destOrd="0" presId="urn:microsoft.com/office/officeart/2016/7/layout/LinearArrowProcessNumbered"/>
    <dgm:cxn modelId="{6C6D39DA-CC40-469A-B4C0-C9CD93F397AB}" type="presParOf" srcId="{FFC8A6CE-399B-4DA0-9ACF-D92481529AF9}" destId="{0E6211AA-0D54-4E04-BA31-1A7BAC76D1B8}" srcOrd="0" destOrd="0" presId="urn:microsoft.com/office/officeart/2016/7/layout/LinearArrowProcessNumbered"/>
    <dgm:cxn modelId="{7B8CD2FF-0EF3-4946-950F-9601E4314987}" type="presParOf" srcId="{FFC8A6CE-399B-4DA0-9ACF-D92481529AF9}" destId="{C6B5069A-A85C-463A-842C-25BF153173AC}" srcOrd="1" destOrd="0" presId="urn:microsoft.com/office/officeart/2016/7/layout/LinearArrowProcessNumbered"/>
    <dgm:cxn modelId="{8184736E-C421-4722-9143-295306538631}" type="presParOf" srcId="{C6B5069A-A85C-463A-842C-25BF153173AC}" destId="{4AB8CAA6-760D-4A4D-89BB-39D12AFF5BCF}" srcOrd="0" destOrd="0" presId="urn:microsoft.com/office/officeart/2016/7/layout/LinearArrowProcessNumbered"/>
    <dgm:cxn modelId="{8477A3BB-5685-4005-9108-47627BC7D451}" type="presParOf" srcId="{C6B5069A-A85C-463A-842C-25BF153173AC}" destId="{87B60DBF-9EC0-49F6-9A9D-A40A6CB6A2A2}" srcOrd="1" destOrd="0" presId="urn:microsoft.com/office/officeart/2016/7/layout/LinearArrowProcessNumbered"/>
    <dgm:cxn modelId="{3D28A04E-2BB8-40C2-999C-BF0D2F2D479B}" type="presParOf" srcId="{C6B5069A-A85C-463A-842C-25BF153173AC}" destId="{F14055EE-961A-4675-B269-84B34DE14E54}" srcOrd="2" destOrd="0" presId="urn:microsoft.com/office/officeart/2016/7/layout/LinearArrowProcessNumbered"/>
    <dgm:cxn modelId="{55549311-378F-443B-ABD0-07641E6B1798}" type="presParOf" srcId="{C6B5069A-A85C-463A-842C-25BF153173AC}" destId="{F5B6ECAC-D13B-44B6-9EA4-43ADDD1253E2}" srcOrd="3" destOrd="0" presId="urn:microsoft.com/office/officeart/2016/7/layout/LinearArrowProcessNumbered"/>
    <dgm:cxn modelId="{8E3DBAF7-56E4-4A09-A2A9-75A31855414B}" type="presParOf" srcId="{FFC8A6CE-399B-4DA0-9ACF-D92481529AF9}" destId="{64E35ED3-B9BF-419C-818D-AFA0213861A3}" srcOrd="2" destOrd="0" presId="urn:microsoft.com/office/officeart/2016/7/layout/LinearArrowProcessNumbered"/>
    <dgm:cxn modelId="{2A740BA6-032E-404A-A089-ABF9CE5808C1}" type="presParOf" srcId="{68C19EAF-75A2-49CC-A7E9-D2C73D9F1D5B}" destId="{F0B99492-7CDC-4DEF-9C7F-2F485AD5A0D7}" srcOrd="5" destOrd="0" presId="urn:microsoft.com/office/officeart/2016/7/layout/LinearArrowProcessNumbered"/>
    <dgm:cxn modelId="{026BD568-9C23-4905-969B-73B5B8CF395A}" type="presParOf" srcId="{68C19EAF-75A2-49CC-A7E9-D2C73D9F1D5B}" destId="{4E8DA23E-CE55-46BC-911D-1308003E1F98}" srcOrd="6" destOrd="0" presId="urn:microsoft.com/office/officeart/2016/7/layout/LinearArrowProcessNumbered"/>
    <dgm:cxn modelId="{42E59351-9461-4B32-9F97-C41806DFED47}" type="presParOf" srcId="{4E8DA23E-CE55-46BC-911D-1308003E1F98}" destId="{BA6A4AB5-8680-470A-9F0F-D601C81769BE}" srcOrd="0" destOrd="0" presId="urn:microsoft.com/office/officeart/2016/7/layout/LinearArrowProcessNumbered"/>
    <dgm:cxn modelId="{87327F1C-A19D-4363-883E-A1EC7429DF42}" type="presParOf" srcId="{4E8DA23E-CE55-46BC-911D-1308003E1F98}" destId="{33A06C64-3B81-47D8-AF04-32722D72EF45}" srcOrd="1" destOrd="0" presId="urn:microsoft.com/office/officeart/2016/7/layout/LinearArrowProcessNumbered"/>
    <dgm:cxn modelId="{15BA7E13-1348-4EC5-BAA0-D11A371DF8D0}" type="presParOf" srcId="{33A06C64-3B81-47D8-AF04-32722D72EF45}" destId="{846E8322-3139-4320-99C5-95A70F4F3879}" srcOrd="0" destOrd="0" presId="urn:microsoft.com/office/officeart/2016/7/layout/LinearArrowProcessNumbered"/>
    <dgm:cxn modelId="{BAA4994E-664B-471E-8E0E-184DEDD9DCF1}" type="presParOf" srcId="{33A06C64-3B81-47D8-AF04-32722D72EF45}" destId="{EF319D28-6566-4378-B346-59F07DECB4AD}" srcOrd="1" destOrd="0" presId="urn:microsoft.com/office/officeart/2016/7/layout/LinearArrowProcessNumbered"/>
    <dgm:cxn modelId="{C196303D-FC80-4268-994A-E60A0F668D68}" type="presParOf" srcId="{33A06C64-3B81-47D8-AF04-32722D72EF45}" destId="{E47EDAD1-058D-4A8E-AD9C-C10C45382660}" srcOrd="2" destOrd="0" presId="urn:microsoft.com/office/officeart/2016/7/layout/LinearArrowProcessNumbered"/>
    <dgm:cxn modelId="{9F0DAE8F-60AF-460A-8C9B-E27F1A8FCE9C}" type="presParOf" srcId="{33A06C64-3B81-47D8-AF04-32722D72EF45}" destId="{6420312A-E6DA-4C62-BC4D-064D908E0F1B}" srcOrd="3" destOrd="0" presId="urn:microsoft.com/office/officeart/2016/7/layout/LinearArrowProcessNumbered"/>
    <dgm:cxn modelId="{74256EC3-158B-4F7F-9A17-0C3DC22E65B4}" type="presParOf" srcId="{4E8DA23E-CE55-46BC-911D-1308003E1F98}" destId="{6531721A-7A43-4392-940D-B561ECABFEEC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B56EFF07-F619-44CF-9BAA-6C7D336F542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C39B30A5-73B7-415C-B676-12BF6CB400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Your opinion</a:t>
          </a:r>
        </a:p>
      </dgm:t>
    </dgm:pt>
    <dgm:pt modelId="{64B03A6B-5C2C-450A-9F2E-2FC84E9A4BE3}" type="parTrans" cxnId="{24B9AC7B-4026-46FA-8EAB-EA72A6A5F2DB}">
      <dgm:prSet/>
      <dgm:spPr/>
      <dgm:t>
        <a:bodyPr/>
        <a:lstStyle/>
        <a:p>
          <a:endParaRPr lang="tr-TR"/>
        </a:p>
      </dgm:t>
    </dgm:pt>
    <dgm:pt modelId="{52881BA2-E7AE-42C4-94D6-6579828C2B87}" type="sibTrans" cxnId="{24B9AC7B-4026-46FA-8EAB-EA72A6A5F2DB}">
      <dgm:prSet/>
      <dgm:spPr/>
      <dgm:t>
        <a:bodyPr/>
        <a:lstStyle/>
        <a:p>
          <a:endParaRPr lang="tr-TR"/>
        </a:p>
      </dgm:t>
    </dgm:pt>
    <dgm:pt modelId="{8841368A-36B1-48FC-A2A5-5D1EB73812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Challenging</a:t>
          </a:r>
          <a:endParaRPr lang="tr-TR" dirty="0"/>
        </a:p>
      </dgm:t>
    </dgm:pt>
    <dgm:pt modelId="{E54B16FF-61D9-47D5-ABE3-235F1A0D04A3}" type="parTrans" cxnId="{7F6132E2-89E3-4DDC-9C9D-176A50345F17}">
      <dgm:prSet/>
      <dgm:spPr/>
      <dgm:t>
        <a:bodyPr/>
        <a:lstStyle/>
        <a:p>
          <a:endParaRPr lang="tr-TR"/>
        </a:p>
      </dgm:t>
    </dgm:pt>
    <dgm:pt modelId="{4DB2FC51-182E-41E0-8584-5BB6B1D5B605}" type="sibTrans" cxnId="{7F6132E2-89E3-4DDC-9C9D-176A50345F17}">
      <dgm:prSet/>
      <dgm:spPr/>
      <dgm:t>
        <a:bodyPr/>
        <a:lstStyle/>
        <a:p>
          <a:endParaRPr lang="tr-TR"/>
        </a:p>
      </dgm:t>
    </dgm:pt>
    <dgm:pt modelId="{0849733B-2445-43CF-AD92-CD3266E42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Clarification</a:t>
          </a:r>
          <a:endParaRPr lang="tr-TR" dirty="0"/>
        </a:p>
      </dgm:t>
    </dgm:pt>
    <dgm:pt modelId="{3BD14DE0-CED7-4B8C-B815-ED18A6A9F9AD}" type="parTrans" cxnId="{846B5234-B264-4DB9-930B-B894DFBCFBB6}">
      <dgm:prSet/>
      <dgm:spPr/>
      <dgm:t>
        <a:bodyPr/>
        <a:lstStyle/>
        <a:p>
          <a:endParaRPr lang="tr-TR"/>
        </a:p>
      </dgm:t>
    </dgm:pt>
    <dgm:pt modelId="{6F437F73-7249-423F-A6B6-08814B24D355}" type="sibTrans" cxnId="{846B5234-B264-4DB9-930B-B894DFBCFBB6}">
      <dgm:prSet/>
      <dgm:spPr/>
      <dgm:t>
        <a:bodyPr/>
        <a:lstStyle/>
        <a:p>
          <a:endParaRPr lang="tr-TR"/>
        </a:p>
      </dgm:t>
    </dgm:pt>
    <dgm:pt modelId="{732EB7B2-2BCB-44B9-95EB-32AEB4DF1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Critical issue</a:t>
          </a:r>
        </a:p>
      </dgm:t>
    </dgm:pt>
    <dgm:pt modelId="{8CE98A37-CA36-4F01-A7EC-15B7D03350F8}" type="parTrans" cxnId="{AEBA1F83-A57A-41DC-8471-30B2A81DE615}">
      <dgm:prSet/>
      <dgm:spPr/>
      <dgm:t>
        <a:bodyPr/>
        <a:lstStyle/>
        <a:p>
          <a:endParaRPr lang="tr-TR"/>
        </a:p>
      </dgm:t>
    </dgm:pt>
    <dgm:pt modelId="{6AFEBCBB-C74E-4589-962E-49FB4A9948F4}" type="sibTrans" cxnId="{AEBA1F83-A57A-41DC-8471-30B2A81DE615}">
      <dgm:prSet/>
      <dgm:spPr/>
      <dgm:t>
        <a:bodyPr/>
        <a:lstStyle/>
        <a:p>
          <a:endParaRPr lang="tr-TR"/>
        </a:p>
      </dgm:t>
    </dgm:pt>
    <dgm:pt modelId="{0C44AAE8-30E4-46E9-ABB1-7C04744FE1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do you think on this chapter?</a:t>
          </a:r>
          <a:endParaRPr lang="tr-TR"/>
        </a:p>
      </dgm:t>
    </dgm:pt>
    <dgm:pt modelId="{2D00B61B-145C-45FB-B68B-07C28FE7D437}" type="parTrans" cxnId="{E083FBEB-65BE-4ED8-B591-E6E52AF361FD}">
      <dgm:prSet/>
      <dgm:spPr/>
      <dgm:t>
        <a:bodyPr/>
        <a:lstStyle/>
        <a:p>
          <a:endParaRPr lang="tr-TR"/>
        </a:p>
      </dgm:t>
    </dgm:pt>
    <dgm:pt modelId="{DBEFD1DD-AEF4-4349-B4A8-A82A54C69C58}" type="sibTrans" cxnId="{E083FBEB-65BE-4ED8-B591-E6E52AF361FD}">
      <dgm:prSet/>
      <dgm:spPr/>
      <dgm:t>
        <a:bodyPr/>
        <a:lstStyle/>
        <a:p>
          <a:endParaRPr lang="tr-TR"/>
        </a:p>
      </dgm:t>
    </dgm:pt>
    <dgm:pt modelId="{051E10DC-E74A-4906-8F74-B1A3B09A1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most interesting point?</a:t>
          </a:r>
          <a:endParaRPr lang="tr-TR"/>
        </a:p>
      </dgm:t>
    </dgm:pt>
    <dgm:pt modelId="{402AF6CE-A044-4123-8ABD-7A77874723CD}" type="parTrans" cxnId="{F818F593-C936-45B8-AA4C-740B26E81D16}">
      <dgm:prSet/>
      <dgm:spPr/>
      <dgm:t>
        <a:bodyPr/>
        <a:lstStyle/>
        <a:p>
          <a:endParaRPr lang="tr-TR"/>
        </a:p>
      </dgm:t>
    </dgm:pt>
    <dgm:pt modelId="{580C0F77-AD2B-4079-9F03-CC28D940F8E3}" type="sibTrans" cxnId="{F818F593-C936-45B8-AA4C-740B26E81D16}">
      <dgm:prSet/>
      <dgm:spPr/>
      <dgm:t>
        <a:bodyPr/>
        <a:lstStyle/>
        <a:p>
          <a:endParaRPr lang="tr-TR"/>
        </a:p>
      </dgm:t>
    </dgm:pt>
    <dgm:pt modelId="{E5389173-720E-4683-BC63-1EF88F29E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What are the unclarified points?</a:t>
          </a:r>
          <a:endParaRPr lang="tr-TR" dirty="0"/>
        </a:p>
      </dgm:t>
    </dgm:pt>
    <dgm:pt modelId="{34DF1CA1-71D7-4667-99B4-00390D793BD4}" type="parTrans" cxnId="{6A7DCE53-D748-4B65-A773-407BB0F445D3}">
      <dgm:prSet/>
      <dgm:spPr/>
      <dgm:t>
        <a:bodyPr/>
        <a:lstStyle/>
        <a:p>
          <a:endParaRPr lang="tr-TR"/>
        </a:p>
      </dgm:t>
    </dgm:pt>
    <dgm:pt modelId="{7BDB82B9-CAD6-46EA-AC0B-F9A469F62595}" type="sibTrans" cxnId="{6A7DCE53-D748-4B65-A773-407BB0F445D3}">
      <dgm:prSet/>
      <dgm:spPr/>
      <dgm:t>
        <a:bodyPr/>
        <a:lstStyle/>
        <a:p>
          <a:endParaRPr lang="tr-TR"/>
        </a:p>
      </dgm:t>
    </dgm:pt>
    <dgm:pt modelId="{8F873442-61B3-4E56-B25A-2ECB6D315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and explain a critical issu in this chapter</a:t>
          </a:r>
          <a:endParaRPr lang="tr-TR"/>
        </a:p>
      </dgm:t>
    </dgm:pt>
    <dgm:pt modelId="{8F228638-2AFD-4BEB-B25E-4627DD3D305C}" type="parTrans" cxnId="{27B8C1B9-5A76-450D-8397-E3BE45F16056}">
      <dgm:prSet/>
      <dgm:spPr/>
      <dgm:t>
        <a:bodyPr/>
        <a:lstStyle/>
        <a:p>
          <a:endParaRPr lang="tr-TR"/>
        </a:p>
      </dgm:t>
    </dgm:pt>
    <dgm:pt modelId="{C60EE264-730D-426A-A73E-2BB71EF85F8D}" type="sibTrans" cxnId="{27B8C1B9-5A76-450D-8397-E3BE45F16056}">
      <dgm:prSet/>
      <dgm:spPr/>
      <dgm:t>
        <a:bodyPr/>
        <a:lstStyle/>
        <a:p>
          <a:endParaRPr lang="tr-TR"/>
        </a:p>
      </dgm:t>
    </dgm:pt>
    <dgm:pt modelId="{F6E6DCCC-F1D7-4CD3-BC1E-9F1C3BB99CC5}" type="pres">
      <dgm:prSet presAssocID="{B56EFF07-F619-44CF-9BAA-6C7D336F5420}" presName="root" presStyleCnt="0">
        <dgm:presLayoutVars>
          <dgm:dir/>
          <dgm:resizeHandles val="exact"/>
        </dgm:presLayoutVars>
      </dgm:prSet>
      <dgm:spPr/>
    </dgm:pt>
    <dgm:pt modelId="{82C93A11-5434-43F5-AF34-F358B3E1417A}" type="pres">
      <dgm:prSet presAssocID="{C39B30A5-73B7-415C-B676-12BF6CB4007C}" presName="compNode" presStyleCnt="0"/>
      <dgm:spPr/>
    </dgm:pt>
    <dgm:pt modelId="{21342365-8139-44CC-9018-0EC0A6E492F0}" type="pres">
      <dgm:prSet presAssocID="{C39B30A5-73B7-415C-B676-12BF6CB400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1A5523A-49C6-40F6-AD18-5C8ED26D05B4}" type="pres">
      <dgm:prSet presAssocID="{C39B30A5-73B7-415C-B676-12BF6CB4007C}" presName="iconSpace" presStyleCnt="0"/>
      <dgm:spPr/>
    </dgm:pt>
    <dgm:pt modelId="{DEA29564-C127-45C9-84FD-FB0D6745C519}" type="pres">
      <dgm:prSet presAssocID="{C39B30A5-73B7-415C-B676-12BF6CB4007C}" presName="parTx" presStyleLbl="revTx" presStyleIdx="0" presStyleCnt="8">
        <dgm:presLayoutVars>
          <dgm:chMax val="0"/>
          <dgm:chPref val="0"/>
        </dgm:presLayoutVars>
      </dgm:prSet>
      <dgm:spPr/>
    </dgm:pt>
    <dgm:pt modelId="{D0399131-81C3-4377-AE9C-B8549CB6F41E}" type="pres">
      <dgm:prSet presAssocID="{C39B30A5-73B7-415C-B676-12BF6CB4007C}" presName="txSpace" presStyleCnt="0"/>
      <dgm:spPr/>
    </dgm:pt>
    <dgm:pt modelId="{7EDEF049-F1A9-4E28-B579-BFFC13E86FAC}" type="pres">
      <dgm:prSet presAssocID="{C39B30A5-73B7-415C-B676-12BF6CB4007C}" presName="desTx" presStyleLbl="revTx" presStyleIdx="1" presStyleCnt="8">
        <dgm:presLayoutVars/>
      </dgm:prSet>
      <dgm:spPr/>
    </dgm:pt>
    <dgm:pt modelId="{64CB4BFC-63C6-4E37-928A-8709BE462918}" type="pres">
      <dgm:prSet presAssocID="{52881BA2-E7AE-42C4-94D6-6579828C2B87}" presName="sibTrans" presStyleCnt="0"/>
      <dgm:spPr/>
    </dgm:pt>
    <dgm:pt modelId="{112265CF-F005-4F97-AFA2-A4862E75FDB9}" type="pres">
      <dgm:prSet presAssocID="{8841368A-36B1-48FC-A2A5-5D1EB7381265}" presName="compNode" presStyleCnt="0"/>
      <dgm:spPr/>
    </dgm:pt>
    <dgm:pt modelId="{5E8F8A7A-9490-44FC-A7E8-40D0F10C7CCC}" type="pres">
      <dgm:prSet presAssocID="{8841368A-36B1-48FC-A2A5-5D1EB7381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FDCA40F-6985-40F1-BA7F-D3407B367D32}" type="pres">
      <dgm:prSet presAssocID="{8841368A-36B1-48FC-A2A5-5D1EB7381265}" presName="iconSpace" presStyleCnt="0"/>
      <dgm:spPr/>
    </dgm:pt>
    <dgm:pt modelId="{B3186365-AB58-491B-A0A1-62063495E1FB}" type="pres">
      <dgm:prSet presAssocID="{8841368A-36B1-48FC-A2A5-5D1EB7381265}" presName="parTx" presStyleLbl="revTx" presStyleIdx="2" presStyleCnt="8">
        <dgm:presLayoutVars>
          <dgm:chMax val="0"/>
          <dgm:chPref val="0"/>
        </dgm:presLayoutVars>
      </dgm:prSet>
      <dgm:spPr/>
    </dgm:pt>
    <dgm:pt modelId="{169BFA6B-D171-499C-9118-A72B394E41E4}" type="pres">
      <dgm:prSet presAssocID="{8841368A-36B1-48FC-A2A5-5D1EB7381265}" presName="txSpace" presStyleCnt="0"/>
      <dgm:spPr/>
    </dgm:pt>
    <dgm:pt modelId="{503F28B4-419F-4189-8EF1-3AAA5AC2C057}" type="pres">
      <dgm:prSet presAssocID="{8841368A-36B1-48FC-A2A5-5D1EB7381265}" presName="desTx" presStyleLbl="revTx" presStyleIdx="3" presStyleCnt="8">
        <dgm:presLayoutVars/>
      </dgm:prSet>
      <dgm:spPr/>
    </dgm:pt>
    <dgm:pt modelId="{F2AB4FB1-D57C-4C08-8C82-D2BE1613797F}" type="pres">
      <dgm:prSet presAssocID="{4DB2FC51-182E-41E0-8584-5BB6B1D5B605}" presName="sibTrans" presStyleCnt="0"/>
      <dgm:spPr/>
    </dgm:pt>
    <dgm:pt modelId="{775C5914-16C8-429B-A5E7-4D1D04248368}" type="pres">
      <dgm:prSet presAssocID="{0849733B-2445-43CF-AD92-CD3266E42B5C}" presName="compNode" presStyleCnt="0"/>
      <dgm:spPr/>
    </dgm:pt>
    <dgm:pt modelId="{0D1F16E1-001C-4F4B-B5B5-C8F578729E73}" type="pres">
      <dgm:prSet presAssocID="{0849733B-2445-43CF-AD92-CD3266E42B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C830D53-6C14-4FE9-82C9-6FCCFA0EA126}" type="pres">
      <dgm:prSet presAssocID="{0849733B-2445-43CF-AD92-CD3266E42B5C}" presName="iconSpace" presStyleCnt="0"/>
      <dgm:spPr/>
    </dgm:pt>
    <dgm:pt modelId="{3365F64B-08E0-451E-8E23-DCA274503F61}" type="pres">
      <dgm:prSet presAssocID="{0849733B-2445-43CF-AD92-CD3266E42B5C}" presName="parTx" presStyleLbl="revTx" presStyleIdx="4" presStyleCnt="8">
        <dgm:presLayoutVars>
          <dgm:chMax val="0"/>
          <dgm:chPref val="0"/>
        </dgm:presLayoutVars>
      </dgm:prSet>
      <dgm:spPr/>
    </dgm:pt>
    <dgm:pt modelId="{96FD95E1-8664-477F-868B-96E4705D05DE}" type="pres">
      <dgm:prSet presAssocID="{0849733B-2445-43CF-AD92-CD3266E42B5C}" presName="txSpace" presStyleCnt="0"/>
      <dgm:spPr/>
    </dgm:pt>
    <dgm:pt modelId="{6D129A52-35D1-46AF-B09A-DCBC4FE80DBE}" type="pres">
      <dgm:prSet presAssocID="{0849733B-2445-43CF-AD92-CD3266E42B5C}" presName="desTx" presStyleLbl="revTx" presStyleIdx="5" presStyleCnt="8">
        <dgm:presLayoutVars/>
      </dgm:prSet>
      <dgm:spPr/>
    </dgm:pt>
    <dgm:pt modelId="{7F2ABB1B-5674-4600-AF83-D3412F44C875}" type="pres">
      <dgm:prSet presAssocID="{6F437F73-7249-423F-A6B6-08814B24D355}" presName="sibTrans" presStyleCnt="0"/>
      <dgm:spPr/>
    </dgm:pt>
    <dgm:pt modelId="{832D3AE9-724C-4C7F-9316-F0226612D743}" type="pres">
      <dgm:prSet presAssocID="{732EB7B2-2BCB-44B9-95EB-32AEB4DF1799}" presName="compNode" presStyleCnt="0"/>
      <dgm:spPr/>
    </dgm:pt>
    <dgm:pt modelId="{5C86ECA9-317D-4F01-A593-EB77CE907331}" type="pres">
      <dgm:prSet presAssocID="{732EB7B2-2BCB-44B9-95EB-32AEB4DF1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242B411-8FD6-4360-8C8E-E817B6B95DB1}" type="pres">
      <dgm:prSet presAssocID="{732EB7B2-2BCB-44B9-95EB-32AEB4DF1799}" presName="iconSpace" presStyleCnt="0"/>
      <dgm:spPr/>
    </dgm:pt>
    <dgm:pt modelId="{82A97F6A-D049-4802-804D-F4BD9FCB5565}" type="pres">
      <dgm:prSet presAssocID="{732EB7B2-2BCB-44B9-95EB-32AEB4DF1799}" presName="parTx" presStyleLbl="revTx" presStyleIdx="6" presStyleCnt="8">
        <dgm:presLayoutVars>
          <dgm:chMax val="0"/>
          <dgm:chPref val="0"/>
        </dgm:presLayoutVars>
      </dgm:prSet>
      <dgm:spPr/>
    </dgm:pt>
    <dgm:pt modelId="{28FF8D36-55EC-4516-9076-31C7930C6CF9}" type="pres">
      <dgm:prSet presAssocID="{732EB7B2-2BCB-44B9-95EB-32AEB4DF1799}" presName="txSpace" presStyleCnt="0"/>
      <dgm:spPr/>
    </dgm:pt>
    <dgm:pt modelId="{2295EE30-76A9-431A-BE94-B9A9D43B841E}" type="pres">
      <dgm:prSet presAssocID="{732EB7B2-2BCB-44B9-95EB-32AEB4DF1799}" presName="desTx" presStyleLbl="revTx" presStyleIdx="7" presStyleCnt="8">
        <dgm:presLayoutVars/>
      </dgm:prSet>
      <dgm:spPr/>
    </dgm:pt>
  </dgm:ptLst>
  <dgm:cxnLst>
    <dgm:cxn modelId="{5C066B05-1418-4D2B-B050-D86AE53DE4F7}" type="presOf" srcId="{8F873442-61B3-4E56-B25A-2ECB6D315DD7}" destId="{2295EE30-76A9-431A-BE94-B9A9D43B841E}" srcOrd="0" destOrd="0" presId="urn:microsoft.com/office/officeart/2018/2/layout/IconLabelDescriptionList"/>
    <dgm:cxn modelId="{A319A30E-2852-4FF6-B748-FFC2BABDC6E1}" type="presOf" srcId="{E5389173-720E-4683-BC63-1EF88F29E563}" destId="{6D129A52-35D1-46AF-B09A-DCBC4FE80DBE}" srcOrd="0" destOrd="0" presId="urn:microsoft.com/office/officeart/2018/2/layout/IconLabelDescriptionList"/>
    <dgm:cxn modelId="{A99AE80F-985E-4919-BEA1-678DF689D54B}" type="presOf" srcId="{C39B30A5-73B7-415C-B676-12BF6CB4007C}" destId="{DEA29564-C127-45C9-84FD-FB0D6745C519}" srcOrd="0" destOrd="0" presId="urn:microsoft.com/office/officeart/2018/2/layout/IconLabelDescriptionList"/>
    <dgm:cxn modelId="{CE077826-4BBA-4E22-8C9D-13B938B3C45E}" type="presOf" srcId="{0C44AAE8-30E4-46E9-ABB1-7C04744FE14C}" destId="{7EDEF049-F1A9-4E28-B579-BFFC13E86FAC}" srcOrd="0" destOrd="0" presId="urn:microsoft.com/office/officeart/2018/2/layout/IconLabelDescriptionList"/>
    <dgm:cxn modelId="{846B5234-B264-4DB9-930B-B894DFBCFBB6}" srcId="{B56EFF07-F619-44CF-9BAA-6C7D336F5420}" destId="{0849733B-2445-43CF-AD92-CD3266E42B5C}" srcOrd="2" destOrd="0" parTransId="{3BD14DE0-CED7-4B8C-B815-ED18A6A9F9AD}" sibTransId="{6F437F73-7249-423F-A6B6-08814B24D355}"/>
    <dgm:cxn modelId="{690B1539-9912-4CAE-891E-1C3783FEF98E}" type="presOf" srcId="{0849733B-2445-43CF-AD92-CD3266E42B5C}" destId="{3365F64B-08E0-451E-8E23-DCA274503F61}" srcOrd="0" destOrd="0" presId="urn:microsoft.com/office/officeart/2018/2/layout/IconLabelDescriptionList"/>
    <dgm:cxn modelId="{5B65AB3C-BF3B-4DB8-8827-440E20737F5C}" type="presOf" srcId="{732EB7B2-2BCB-44B9-95EB-32AEB4DF1799}" destId="{82A97F6A-D049-4802-804D-F4BD9FCB5565}" srcOrd="0" destOrd="0" presId="urn:microsoft.com/office/officeart/2018/2/layout/IconLabelDescriptionList"/>
    <dgm:cxn modelId="{F39B6E61-FFDE-46B5-9480-ACE5B6C4CDAA}" type="presOf" srcId="{B56EFF07-F619-44CF-9BAA-6C7D336F5420}" destId="{F6E6DCCC-F1D7-4CD3-BC1E-9F1C3BB99CC5}" srcOrd="0" destOrd="0" presId="urn:microsoft.com/office/officeart/2018/2/layout/IconLabelDescriptionList"/>
    <dgm:cxn modelId="{AE41D452-CF30-4E5B-AA27-DE864E4A71AC}" type="presOf" srcId="{051E10DC-E74A-4906-8F74-B1A3B09A1930}" destId="{503F28B4-419F-4189-8EF1-3AAA5AC2C057}" srcOrd="0" destOrd="0" presId="urn:microsoft.com/office/officeart/2018/2/layout/IconLabelDescriptionList"/>
    <dgm:cxn modelId="{6A7DCE53-D748-4B65-A773-407BB0F445D3}" srcId="{0849733B-2445-43CF-AD92-CD3266E42B5C}" destId="{E5389173-720E-4683-BC63-1EF88F29E563}" srcOrd="0" destOrd="0" parTransId="{34DF1CA1-71D7-4667-99B4-00390D793BD4}" sibTransId="{7BDB82B9-CAD6-46EA-AC0B-F9A469F62595}"/>
    <dgm:cxn modelId="{24B9AC7B-4026-46FA-8EAB-EA72A6A5F2DB}" srcId="{B56EFF07-F619-44CF-9BAA-6C7D336F5420}" destId="{C39B30A5-73B7-415C-B676-12BF6CB4007C}" srcOrd="0" destOrd="0" parTransId="{64B03A6B-5C2C-450A-9F2E-2FC84E9A4BE3}" sibTransId="{52881BA2-E7AE-42C4-94D6-6579828C2B87}"/>
    <dgm:cxn modelId="{AEBA1F83-A57A-41DC-8471-30B2A81DE615}" srcId="{B56EFF07-F619-44CF-9BAA-6C7D336F5420}" destId="{732EB7B2-2BCB-44B9-95EB-32AEB4DF1799}" srcOrd="3" destOrd="0" parTransId="{8CE98A37-CA36-4F01-A7EC-15B7D03350F8}" sibTransId="{6AFEBCBB-C74E-4589-962E-49FB4A9948F4}"/>
    <dgm:cxn modelId="{F818F593-C936-45B8-AA4C-740B26E81D16}" srcId="{8841368A-36B1-48FC-A2A5-5D1EB7381265}" destId="{051E10DC-E74A-4906-8F74-B1A3B09A1930}" srcOrd="0" destOrd="0" parTransId="{402AF6CE-A044-4123-8ABD-7A77874723CD}" sibTransId="{580C0F77-AD2B-4079-9F03-CC28D940F8E3}"/>
    <dgm:cxn modelId="{0B73749B-8F2E-4EF8-ABED-5B8B3A199172}" type="presOf" srcId="{8841368A-36B1-48FC-A2A5-5D1EB7381265}" destId="{B3186365-AB58-491B-A0A1-62063495E1FB}" srcOrd="0" destOrd="0" presId="urn:microsoft.com/office/officeart/2018/2/layout/IconLabelDescriptionList"/>
    <dgm:cxn modelId="{27B8C1B9-5A76-450D-8397-E3BE45F16056}" srcId="{732EB7B2-2BCB-44B9-95EB-32AEB4DF1799}" destId="{8F873442-61B3-4E56-B25A-2ECB6D315DD7}" srcOrd="0" destOrd="0" parTransId="{8F228638-2AFD-4BEB-B25E-4627DD3D305C}" sibTransId="{C60EE264-730D-426A-A73E-2BB71EF85F8D}"/>
    <dgm:cxn modelId="{7F6132E2-89E3-4DDC-9C9D-176A50345F17}" srcId="{B56EFF07-F619-44CF-9BAA-6C7D336F5420}" destId="{8841368A-36B1-48FC-A2A5-5D1EB7381265}" srcOrd="1" destOrd="0" parTransId="{E54B16FF-61D9-47D5-ABE3-235F1A0D04A3}" sibTransId="{4DB2FC51-182E-41E0-8584-5BB6B1D5B605}"/>
    <dgm:cxn modelId="{E083FBEB-65BE-4ED8-B591-E6E52AF361FD}" srcId="{C39B30A5-73B7-415C-B676-12BF6CB4007C}" destId="{0C44AAE8-30E4-46E9-ABB1-7C04744FE14C}" srcOrd="0" destOrd="0" parTransId="{2D00B61B-145C-45FB-B68B-07C28FE7D437}" sibTransId="{DBEFD1DD-AEF4-4349-B4A8-A82A54C69C58}"/>
    <dgm:cxn modelId="{646B6BAD-4B36-4E97-9CAC-6A921C880097}" type="presParOf" srcId="{F6E6DCCC-F1D7-4CD3-BC1E-9F1C3BB99CC5}" destId="{82C93A11-5434-43F5-AF34-F358B3E1417A}" srcOrd="0" destOrd="0" presId="urn:microsoft.com/office/officeart/2018/2/layout/IconLabelDescriptionList"/>
    <dgm:cxn modelId="{BDF7FF8A-AAFE-4EEA-A3C5-A6023F785BC4}" type="presParOf" srcId="{82C93A11-5434-43F5-AF34-F358B3E1417A}" destId="{21342365-8139-44CC-9018-0EC0A6E492F0}" srcOrd="0" destOrd="0" presId="urn:microsoft.com/office/officeart/2018/2/layout/IconLabelDescriptionList"/>
    <dgm:cxn modelId="{FF887E34-9868-4C50-AB5E-FF1B689B4232}" type="presParOf" srcId="{82C93A11-5434-43F5-AF34-F358B3E1417A}" destId="{41A5523A-49C6-40F6-AD18-5C8ED26D05B4}" srcOrd="1" destOrd="0" presId="urn:microsoft.com/office/officeart/2018/2/layout/IconLabelDescriptionList"/>
    <dgm:cxn modelId="{5811DDAF-6A25-4B4A-B4D8-6F392EBC09BB}" type="presParOf" srcId="{82C93A11-5434-43F5-AF34-F358B3E1417A}" destId="{DEA29564-C127-45C9-84FD-FB0D6745C519}" srcOrd="2" destOrd="0" presId="urn:microsoft.com/office/officeart/2018/2/layout/IconLabelDescriptionList"/>
    <dgm:cxn modelId="{624190FB-1942-46C7-A7EA-EFACC778BFA4}" type="presParOf" srcId="{82C93A11-5434-43F5-AF34-F358B3E1417A}" destId="{D0399131-81C3-4377-AE9C-B8549CB6F41E}" srcOrd="3" destOrd="0" presId="urn:microsoft.com/office/officeart/2018/2/layout/IconLabelDescriptionList"/>
    <dgm:cxn modelId="{7354A42D-EF4F-42E5-BC24-AC96059ECD7E}" type="presParOf" srcId="{82C93A11-5434-43F5-AF34-F358B3E1417A}" destId="{7EDEF049-F1A9-4E28-B579-BFFC13E86FAC}" srcOrd="4" destOrd="0" presId="urn:microsoft.com/office/officeart/2018/2/layout/IconLabelDescriptionList"/>
    <dgm:cxn modelId="{D5CBAAD7-59B5-4F29-92EC-D3339A36505F}" type="presParOf" srcId="{F6E6DCCC-F1D7-4CD3-BC1E-9F1C3BB99CC5}" destId="{64CB4BFC-63C6-4E37-928A-8709BE462918}" srcOrd="1" destOrd="0" presId="urn:microsoft.com/office/officeart/2018/2/layout/IconLabelDescriptionList"/>
    <dgm:cxn modelId="{6597CB6D-66F7-4F3C-AEBE-F8BE9BAACC2B}" type="presParOf" srcId="{F6E6DCCC-F1D7-4CD3-BC1E-9F1C3BB99CC5}" destId="{112265CF-F005-4F97-AFA2-A4862E75FDB9}" srcOrd="2" destOrd="0" presId="urn:microsoft.com/office/officeart/2018/2/layout/IconLabelDescriptionList"/>
    <dgm:cxn modelId="{67AE2875-7F60-4071-AD0D-B1B3A85EA311}" type="presParOf" srcId="{112265CF-F005-4F97-AFA2-A4862E75FDB9}" destId="{5E8F8A7A-9490-44FC-A7E8-40D0F10C7CCC}" srcOrd="0" destOrd="0" presId="urn:microsoft.com/office/officeart/2018/2/layout/IconLabelDescriptionList"/>
    <dgm:cxn modelId="{1F63DE5F-CF0D-4734-9CA6-BB62A4CAB860}" type="presParOf" srcId="{112265CF-F005-4F97-AFA2-A4862E75FDB9}" destId="{2FDCA40F-6985-40F1-BA7F-D3407B367D32}" srcOrd="1" destOrd="0" presId="urn:microsoft.com/office/officeart/2018/2/layout/IconLabelDescriptionList"/>
    <dgm:cxn modelId="{0AC7ED5D-E009-44BB-9C1A-841D5A425E3A}" type="presParOf" srcId="{112265CF-F005-4F97-AFA2-A4862E75FDB9}" destId="{B3186365-AB58-491B-A0A1-62063495E1FB}" srcOrd="2" destOrd="0" presId="urn:microsoft.com/office/officeart/2018/2/layout/IconLabelDescriptionList"/>
    <dgm:cxn modelId="{C06FD05E-EFAC-4726-BB60-B0D71645409F}" type="presParOf" srcId="{112265CF-F005-4F97-AFA2-A4862E75FDB9}" destId="{169BFA6B-D171-499C-9118-A72B394E41E4}" srcOrd="3" destOrd="0" presId="urn:microsoft.com/office/officeart/2018/2/layout/IconLabelDescriptionList"/>
    <dgm:cxn modelId="{AD3424EB-28D7-4BC7-97CD-CCA4BAC6DFD8}" type="presParOf" srcId="{112265CF-F005-4F97-AFA2-A4862E75FDB9}" destId="{503F28B4-419F-4189-8EF1-3AAA5AC2C057}" srcOrd="4" destOrd="0" presId="urn:microsoft.com/office/officeart/2018/2/layout/IconLabelDescriptionList"/>
    <dgm:cxn modelId="{92F5F187-9B77-4D37-8F76-DE9F9C45D58B}" type="presParOf" srcId="{F6E6DCCC-F1D7-4CD3-BC1E-9F1C3BB99CC5}" destId="{F2AB4FB1-D57C-4C08-8C82-D2BE1613797F}" srcOrd="3" destOrd="0" presId="urn:microsoft.com/office/officeart/2018/2/layout/IconLabelDescriptionList"/>
    <dgm:cxn modelId="{F0CDA6BE-3AD2-4D90-8674-C70CA440F95B}" type="presParOf" srcId="{F6E6DCCC-F1D7-4CD3-BC1E-9F1C3BB99CC5}" destId="{775C5914-16C8-429B-A5E7-4D1D04248368}" srcOrd="4" destOrd="0" presId="urn:microsoft.com/office/officeart/2018/2/layout/IconLabelDescriptionList"/>
    <dgm:cxn modelId="{97AA41A6-7BDC-45DA-9A1F-0BBCA93470D7}" type="presParOf" srcId="{775C5914-16C8-429B-A5E7-4D1D04248368}" destId="{0D1F16E1-001C-4F4B-B5B5-C8F578729E73}" srcOrd="0" destOrd="0" presId="urn:microsoft.com/office/officeart/2018/2/layout/IconLabelDescriptionList"/>
    <dgm:cxn modelId="{0AEF75FA-3E60-4DDA-BCF6-079646678427}" type="presParOf" srcId="{775C5914-16C8-429B-A5E7-4D1D04248368}" destId="{BC830D53-6C14-4FE9-82C9-6FCCFA0EA126}" srcOrd="1" destOrd="0" presId="urn:microsoft.com/office/officeart/2018/2/layout/IconLabelDescriptionList"/>
    <dgm:cxn modelId="{D55C29E9-B37E-45E5-B2BC-E50126B99F90}" type="presParOf" srcId="{775C5914-16C8-429B-A5E7-4D1D04248368}" destId="{3365F64B-08E0-451E-8E23-DCA274503F61}" srcOrd="2" destOrd="0" presId="urn:microsoft.com/office/officeart/2018/2/layout/IconLabelDescriptionList"/>
    <dgm:cxn modelId="{3AA99617-257B-49A6-A741-68663CEBA929}" type="presParOf" srcId="{775C5914-16C8-429B-A5E7-4D1D04248368}" destId="{96FD95E1-8664-477F-868B-96E4705D05DE}" srcOrd="3" destOrd="0" presId="urn:microsoft.com/office/officeart/2018/2/layout/IconLabelDescriptionList"/>
    <dgm:cxn modelId="{32FF883D-F76A-497C-8490-A852F5B4143D}" type="presParOf" srcId="{775C5914-16C8-429B-A5E7-4D1D04248368}" destId="{6D129A52-35D1-46AF-B09A-DCBC4FE80DBE}" srcOrd="4" destOrd="0" presId="urn:microsoft.com/office/officeart/2018/2/layout/IconLabelDescriptionList"/>
    <dgm:cxn modelId="{38BE690F-4C09-455C-9E22-52048FA1B0E9}" type="presParOf" srcId="{F6E6DCCC-F1D7-4CD3-BC1E-9F1C3BB99CC5}" destId="{7F2ABB1B-5674-4600-AF83-D3412F44C875}" srcOrd="5" destOrd="0" presId="urn:microsoft.com/office/officeart/2018/2/layout/IconLabelDescriptionList"/>
    <dgm:cxn modelId="{CE558498-71AD-424C-97F6-62753C5CB43C}" type="presParOf" srcId="{F6E6DCCC-F1D7-4CD3-BC1E-9F1C3BB99CC5}" destId="{832D3AE9-724C-4C7F-9316-F0226612D743}" srcOrd="6" destOrd="0" presId="urn:microsoft.com/office/officeart/2018/2/layout/IconLabelDescriptionList"/>
    <dgm:cxn modelId="{E3803FCA-F1DB-43A3-A7FD-851DC304B5C4}" type="presParOf" srcId="{832D3AE9-724C-4C7F-9316-F0226612D743}" destId="{5C86ECA9-317D-4F01-A593-EB77CE907331}" srcOrd="0" destOrd="0" presId="urn:microsoft.com/office/officeart/2018/2/layout/IconLabelDescriptionList"/>
    <dgm:cxn modelId="{C3B9DDB3-A70D-4635-90C9-A8C83F1C4DD9}" type="presParOf" srcId="{832D3AE9-724C-4C7F-9316-F0226612D743}" destId="{6242B411-8FD6-4360-8C8E-E817B6B95DB1}" srcOrd="1" destOrd="0" presId="urn:microsoft.com/office/officeart/2018/2/layout/IconLabelDescriptionList"/>
    <dgm:cxn modelId="{335CC69C-5EBF-4819-8D13-50092AAA84D3}" type="presParOf" srcId="{832D3AE9-724C-4C7F-9316-F0226612D743}" destId="{82A97F6A-D049-4802-804D-F4BD9FCB5565}" srcOrd="2" destOrd="0" presId="urn:microsoft.com/office/officeart/2018/2/layout/IconLabelDescriptionList"/>
    <dgm:cxn modelId="{3D8DC25A-0710-4BA9-9C88-B51E28B8C328}" type="presParOf" srcId="{832D3AE9-724C-4C7F-9316-F0226612D743}" destId="{28FF8D36-55EC-4516-9076-31C7930C6CF9}" srcOrd="3" destOrd="0" presId="urn:microsoft.com/office/officeart/2018/2/layout/IconLabelDescriptionList"/>
    <dgm:cxn modelId="{C2DFAA3E-158B-416C-95CF-96B69F2F6F9C}" type="presParOf" srcId="{832D3AE9-724C-4C7F-9316-F0226612D743}" destId="{2295EE30-76A9-431A-BE94-B9A9D43B841E}" srcOrd="4" destOrd="0" presId="urn:microsoft.com/office/officeart/2018/2/layout/IconLabelDescriptionList"/>
  </dgm:cxnLst>
  <dgm:bg>
    <a:solidFill>
      <a:schemeClr val="bg1">
        <a:lumMod val="95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B547A-3123-45F9-894E-EA9F481E853B}">
      <dsp:nvSpPr>
        <dsp:cNvPr id="0" name=""/>
        <dsp:cNvSpPr/>
      </dsp:nvSpPr>
      <dsp:spPr>
        <a:xfrm>
          <a:off x="0" y="2497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4F5593-25CC-477B-83EE-EB3CD163503F}">
      <dsp:nvSpPr>
        <dsp:cNvPr id="0" name=""/>
        <dsp:cNvSpPr/>
      </dsp:nvSpPr>
      <dsp:spPr>
        <a:xfrm>
          <a:off x="160888" y="122166"/>
          <a:ext cx="292524" cy="2925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1F8A3-9B39-46ED-8564-E048BC9AC5F5}">
      <dsp:nvSpPr>
        <dsp:cNvPr id="0" name=""/>
        <dsp:cNvSpPr/>
      </dsp:nvSpPr>
      <dsp:spPr>
        <a:xfrm>
          <a:off x="614300" y="2497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Bitcoin Development Environment</a:t>
          </a:r>
          <a:endParaRPr lang="en-US" sz="1900" kern="1200"/>
        </a:p>
      </dsp:txBody>
      <dsp:txXfrm>
        <a:off x="614300" y="2497"/>
        <a:ext cx="5618702" cy="531862"/>
      </dsp:txXfrm>
    </dsp:sp>
    <dsp:sp modelId="{277EA86E-CBFB-4073-A2B5-C0F09FEC0606}">
      <dsp:nvSpPr>
        <dsp:cNvPr id="0" name=""/>
        <dsp:cNvSpPr/>
      </dsp:nvSpPr>
      <dsp:spPr>
        <a:xfrm>
          <a:off x="0" y="667324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DC557A-52B7-42AB-B6E1-33BC0D2CAEBA}">
      <dsp:nvSpPr>
        <dsp:cNvPr id="0" name=""/>
        <dsp:cNvSpPr/>
      </dsp:nvSpPr>
      <dsp:spPr>
        <a:xfrm>
          <a:off x="160888" y="786993"/>
          <a:ext cx="292524" cy="2925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76D2E-F541-44A3-8CE1-9C03B65932F5}">
      <dsp:nvSpPr>
        <dsp:cNvPr id="0" name=""/>
        <dsp:cNvSpPr/>
      </dsp:nvSpPr>
      <dsp:spPr>
        <a:xfrm>
          <a:off x="614300" y="667324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Running a Bitcoin Core Node</a:t>
          </a:r>
        </a:p>
      </dsp:txBody>
      <dsp:txXfrm>
        <a:off x="614300" y="667324"/>
        <a:ext cx="5618702" cy="531862"/>
      </dsp:txXfrm>
    </dsp:sp>
    <dsp:sp modelId="{49CCED1B-CDD1-4B7C-8C9D-F0663A2AF732}">
      <dsp:nvSpPr>
        <dsp:cNvPr id="0" name=""/>
        <dsp:cNvSpPr/>
      </dsp:nvSpPr>
      <dsp:spPr>
        <a:xfrm>
          <a:off x="0" y="1332152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D8E69-3642-4BF8-A1D8-35CCFE67AA36}">
      <dsp:nvSpPr>
        <dsp:cNvPr id="0" name=""/>
        <dsp:cNvSpPr/>
      </dsp:nvSpPr>
      <dsp:spPr>
        <a:xfrm>
          <a:off x="160888" y="1451821"/>
          <a:ext cx="292524" cy="2925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F5A03-1A43-46F1-8469-2B85F4E70D7D}">
      <dsp:nvSpPr>
        <dsp:cNvPr id="0" name=""/>
        <dsp:cNvSpPr/>
      </dsp:nvSpPr>
      <dsp:spPr>
        <a:xfrm>
          <a:off x="614300" y="1332152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 dirty="0"/>
            <a:t>Bitcoin Core Application Programming Interface (API)</a:t>
          </a:r>
          <a:endParaRPr lang="en-US" sz="1900" kern="1200" dirty="0"/>
        </a:p>
      </dsp:txBody>
      <dsp:txXfrm>
        <a:off x="614300" y="1332152"/>
        <a:ext cx="5618702" cy="531862"/>
      </dsp:txXfrm>
    </dsp:sp>
    <dsp:sp modelId="{FB56D3CB-B622-43A2-99FB-FD9B81AB15C3}">
      <dsp:nvSpPr>
        <dsp:cNvPr id="0" name=""/>
        <dsp:cNvSpPr/>
      </dsp:nvSpPr>
      <dsp:spPr>
        <a:xfrm>
          <a:off x="0" y="1996980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26B6A-6BA7-476D-8290-33C83B896129}">
      <dsp:nvSpPr>
        <dsp:cNvPr id="0" name=""/>
        <dsp:cNvSpPr/>
      </dsp:nvSpPr>
      <dsp:spPr>
        <a:xfrm>
          <a:off x="160888" y="2116649"/>
          <a:ext cx="292524" cy="2925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6B01D-E196-4A61-8C63-D2FECF474EB1}">
      <dsp:nvSpPr>
        <dsp:cNvPr id="0" name=""/>
        <dsp:cNvSpPr/>
      </dsp:nvSpPr>
      <dsp:spPr>
        <a:xfrm>
          <a:off x="614300" y="1996980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Alternative Clients, Libraries, and Toolkits</a:t>
          </a:r>
        </a:p>
      </dsp:txBody>
      <dsp:txXfrm>
        <a:off x="614300" y="1996980"/>
        <a:ext cx="5618702" cy="531862"/>
      </dsp:txXfrm>
    </dsp:sp>
    <dsp:sp modelId="{3C5121BC-93CE-4A81-B104-44042A79B1CB}">
      <dsp:nvSpPr>
        <dsp:cNvPr id="0" name=""/>
        <dsp:cNvSpPr/>
      </dsp:nvSpPr>
      <dsp:spPr>
        <a:xfrm>
          <a:off x="0" y="2661808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C4501-3B4C-4947-A906-7A9125F77F39}">
      <dsp:nvSpPr>
        <dsp:cNvPr id="0" name=""/>
        <dsp:cNvSpPr/>
      </dsp:nvSpPr>
      <dsp:spPr>
        <a:xfrm>
          <a:off x="160888" y="2781477"/>
          <a:ext cx="292524" cy="2925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EF314-AA1D-4162-B39F-7D3D3D32C4A2}">
      <dsp:nvSpPr>
        <dsp:cNvPr id="0" name=""/>
        <dsp:cNvSpPr/>
      </dsp:nvSpPr>
      <dsp:spPr>
        <a:xfrm>
          <a:off x="614300" y="2661808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Windows Installation</a:t>
          </a:r>
          <a:endParaRPr lang="en-US" sz="1900" kern="1200"/>
        </a:p>
      </dsp:txBody>
      <dsp:txXfrm>
        <a:off x="614300" y="2661808"/>
        <a:ext cx="5618702" cy="531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007EA-6524-4120-AF0B-E5B195651F67}">
      <dsp:nvSpPr>
        <dsp:cNvPr id="0" name=""/>
        <dsp:cNvSpPr/>
      </dsp:nvSpPr>
      <dsp:spPr>
        <a:xfrm>
          <a:off x="604868" y="843832"/>
          <a:ext cx="651164" cy="651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50223-CB73-4805-958F-1F155A8FE944}">
      <dsp:nvSpPr>
        <dsp:cNvPr id="0" name=""/>
        <dsp:cNvSpPr/>
      </dsp:nvSpPr>
      <dsp:spPr>
        <a:xfrm>
          <a:off x="216" y="1559861"/>
          <a:ext cx="1860468" cy="279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Bitcoin </a:t>
          </a:r>
          <a:r>
            <a:rPr lang="tr-TR" sz="1700" kern="1200"/>
            <a:t>Project</a:t>
          </a:r>
        </a:p>
      </dsp:txBody>
      <dsp:txXfrm>
        <a:off x="216" y="1559861"/>
        <a:ext cx="1860468" cy="279070"/>
      </dsp:txXfrm>
    </dsp:sp>
    <dsp:sp modelId="{318B1347-2A65-4ADF-9CBF-037173572883}">
      <dsp:nvSpPr>
        <dsp:cNvPr id="0" name=""/>
        <dsp:cNvSpPr/>
      </dsp:nvSpPr>
      <dsp:spPr>
        <a:xfrm>
          <a:off x="216" y="1869102"/>
          <a:ext cx="1860468" cy="48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free to download</a:t>
          </a:r>
          <a:endParaRPr lang="tr-TR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free</a:t>
          </a:r>
          <a:r>
            <a:rPr lang="en-US" sz="1300" kern="1200"/>
            <a:t> </a:t>
          </a:r>
          <a:r>
            <a:rPr lang="tr-TR" sz="1300" kern="1200"/>
            <a:t>to</a:t>
          </a:r>
          <a:r>
            <a:rPr lang="en-US" sz="1300" kern="1200"/>
            <a:t> use</a:t>
          </a:r>
          <a:endParaRPr lang="tr-TR" sz="1300" kern="1200"/>
        </a:p>
      </dsp:txBody>
      <dsp:txXfrm>
        <a:off x="216" y="1869102"/>
        <a:ext cx="1860468" cy="483233"/>
      </dsp:txXfrm>
    </dsp:sp>
    <dsp:sp modelId="{90D192D6-BFC2-40E3-BE1F-1BE780F6709B}">
      <dsp:nvSpPr>
        <dsp:cNvPr id="0" name=""/>
        <dsp:cNvSpPr/>
      </dsp:nvSpPr>
      <dsp:spPr>
        <a:xfrm>
          <a:off x="2790919" y="843832"/>
          <a:ext cx="651164" cy="651164"/>
        </a:xfrm>
        <a:prstGeom prst="smileyFac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D08C9-5C28-4B25-839F-B61E35C9D234}">
      <dsp:nvSpPr>
        <dsp:cNvPr id="0" name=""/>
        <dsp:cNvSpPr/>
      </dsp:nvSpPr>
      <dsp:spPr>
        <a:xfrm>
          <a:off x="2186267" y="1559861"/>
          <a:ext cx="1860468" cy="279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Usage</a:t>
          </a:r>
        </a:p>
      </dsp:txBody>
      <dsp:txXfrm>
        <a:off x="2186267" y="1559861"/>
        <a:ext cx="1860468" cy="279070"/>
      </dsp:txXfrm>
    </dsp:sp>
    <dsp:sp modelId="{3AE79547-6CEA-49E1-8F94-006925D88BB3}">
      <dsp:nvSpPr>
        <dsp:cNvPr id="0" name=""/>
        <dsp:cNvSpPr/>
      </dsp:nvSpPr>
      <dsp:spPr>
        <a:xfrm>
          <a:off x="2186267" y="1869102"/>
          <a:ext cx="1860468" cy="48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Open source</a:t>
          </a:r>
          <a:endParaRPr lang="tr-TR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Free </a:t>
          </a:r>
          <a:r>
            <a:rPr lang="en-US" sz="1300" kern="1200"/>
            <a:t> for any purpose </a:t>
          </a:r>
          <a:endParaRPr lang="tr-TR" sz="1300" kern="1200"/>
        </a:p>
      </dsp:txBody>
      <dsp:txXfrm>
        <a:off x="2186267" y="1869102"/>
        <a:ext cx="1860468" cy="483233"/>
      </dsp:txXfrm>
    </dsp:sp>
    <dsp:sp modelId="{9E14806C-D40E-412B-8DD9-F48AFE74118E}">
      <dsp:nvSpPr>
        <dsp:cNvPr id="0" name=""/>
        <dsp:cNvSpPr/>
      </dsp:nvSpPr>
      <dsp:spPr>
        <a:xfrm>
          <a:off x="4976970" y="843832"/>
          <a:ext cx="651164" cy="6511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07B68-9B2B-4C57-B0DC-A0E4FA059A9C}">
      <dsp:nvSpPr>
        <dsp:cNvPr id="0" name=""/>
        <dsp:cNvSpPr/>
      </dsp:nvSpPr>
      <dsp:spPr>
        <a:xfrm>
          <a:off x="4372317" y="1559861"/>
          <a:ext cx="1860468" cy="279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License</a:t>
          </a:r>
        </a:p>
      </dsp:txBody>
      <dsp:txXfrm>
        <a:off x="4372317" y="1559861"/>
        <a:ext cx="1860468" cy="279070"/>
      </dsp:txXfrm>
    </dsp:sp>
    <dsp:sp modelId="{CBCA3511-D148-4A6F-AD6F-1BDBAF410267}">
      <dsp:nvSpPr>
        <dsp:cNvPr id="0" name=""/>
        <dsp:cNvSpPr/>
      </dsp:nvSpPr>
      <dsp:spPr>
        <a:xfrm>
          <a:off x="4372317" y="1869102"/>
          <a:ext cx="1860468" cy="48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source code </a:t>
          </a:r>
          <a:r>
            <a:rPr lang="tr-TR" sz="1300" kern="1200"/>
            <a:t>licensed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Under </a:t>
          </a:r>
          <a:r>
            <a:rPr lang="en-US" sz="1300" kern="1200">
              <a:hlinkClick xmlns:r="http://schemas.openxmlformats.org/officeDocument/2006/relationships" r:id="rId7"/>
            </a:rPr>
            <a:t>open(MIT) </a:t>
          </a:r>
          <a:r>
            <a:rPr lang="en-US" sz="1300" kern="1200"/>
            <a:t>license</a:t>
          </a:r>
          <a:endParaRPr lang="tr-TR" sz="1300" kern="1200"/>
        </a:p>
      </dsp:txBody>
      <dsp:txXfrm>
        <a:off x="4372317" y="1869102"/>
        <a:ext cx="1860468" cy="4832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78820-5216-4984-A01B-A4DBBCDD9EB3}">
      <dsp:nvSpPr>
        <dsp:cNvPr id="0" name=""/>
        <dsp:cNvSpPr/>
      </dsp:nvSpPr>
      <dsp:spPr>
        <a:xfrm>
          <a:off x="756967" y="785477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07122-B619-45D7-9678-76256CE9DBC5}">
      <dsp:nvSpPr>
        <dsp:cNvPr id="0" name=""/>
        <dsp:cNvSpPr/>
      </dsp:nvSpPr>
      <dsp:spPr>
        <a:xfrm>
          <a:off x="4236" y="168557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Community</a:t>
          </a:r>
        </a:p>
      </dsp:txBody>
      <dsp:txXfrm>
        <a:off x="4236" y="1685574"/>
        <a:ext cx="2316093" cy="347414"/>
      </dsp:txXfrm>
    </dsp:sp>
    <dsp:sp modelId="{5713331E-1F21-461A-85B0-F907F698417C}">
      <dsp:nvSpPr>
        <dsp:cNvPr id="0" name=""/>
        <dsp:cNvSpPr/>
      </dsp:nvSpPr>
      <dsp:spPr>
        <a:xfrm>
          <a:off x="4236" y="2074599"/>
          <a:ext cx="2316093" cy="791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bitcoin is developed by an </a:t>
          </a:r>
          <a:r>
            <a:rPr lang="en-US" sz="1500" b="1" kern="1200"/>
            <a:t>open community</a:t>
          </a:r>
          <a:endParaRPr lang="tr-TR" sz="1500" kern="1200"/>
        </a:p>
      </dsp:txBody>
      <dsp:txXfrm>
        <a:off x="4236" y="2074599"/>
        <a:ext cx="2316093" cy="791426"/>
      </dsp:txXfrm>
    </dsp:sp>
    <dsp:sp modelId="{9403E36D-E2EB-41F4-B797-6C2F604D2BE3}">
      <dsp:nvSpPr>
        <dsp:cNvPr id="0" name=""/>
        <dsp:cNvSpPr/>
      </dsp:nvSpPr>
      <dsp:spPr>
        <a:xfrm>
          <a:off x="3478377" y="785477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4E5C5-136E-4C0C-A672-C75D3588575F}">
      <dsp:nvSpPr>
        <dsp:cNvPr id="0" name=""/>
        <dsp:cNvSpPr/>
      </dsp:nvSpPr>
      <dsp:spPr>
        <a:xfrm>
          <a:off x="2725647" y="168557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Full-time Developers</a:t>
          </a:r>
        </a:p>
      </dsp:txBody>
      <dsp:txXfrm>
        <a:off x="2725647" y="1685574"/>
        <a:ext cx="2316093" cy="347414"/>
      </dsp:txXfrm>
    </dsp:sp>
    <dsp:sp modelId="{1EDF68FA-ED23-4D3A-AA55-E29758077797}">
      <dsp:nvSpPr>
        <dsp:cNvPr id="0" name=""/>
        <dsp:cNvSpPr/>
      </dsp:nvSpPr>
      <dsp:spPr>
        <a:xfrm>
          <a:off x="2725647" y="2074599"/>
          <a:ext cx="2316093" cy="791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</a:t>
          </a:r>
          <a:r>
            <a:rPr lang="en-US" sz="1500" b="1" kern="1200"/>
            <a:t>dozen</a:t>
          </a:r>
          <a:r>
            <a:rPr lang="en-US" sz="1500" kern="1200"/>
            <a:t> developers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working on the code almost full-time </a:t>
          </a:r>
          <a:endParaRPr lang="tr-TR" sz="1500" kern="1200"/>
        </a:p>
      </dsp:txBody>
      <dsp:txXfrm>
        <a:off x="2725647" y="2074599"/>
        <a:ext cx="2316093" cy="791426"/>
      </dsp:txXfrm>
    </dsp:sp>
    <dsp:sp modelId="{D235D670-86D6-49DD-92E8-9D4DD900C806}">
      <dsp:nvSpPr>
        <dsp:cNvPr id="0" name=""/>
        <dsp:cNvSpPr/>
      </dsp:nvSpPr>
      <dsp:spPr>
        <a:xfrm>
          <a:off x="6199787" y="785477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DBD03-886D-4A2D-897E-FF9F01C4185F}">
      <dsp:nvSpPr>
        <dsp:cNvPr id="0" name=""/>
        <dsp:cNvSpPr/>
      </dsp:nvSpPr>
      <dsp:spPr>
        <a:xfrm>
          <a:off x="5447057" y="168557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Part-time Developers</a:t>
          </a:r>
        </a:p>
      </dsp:txBody>
      <dsp:txXfrm>
        <a:off x="5447057" y="1685574"/>
        <a:ext cx="2316093" cy="347414"/>
      </dsp:txXfrm>
    </dsp:sp>
    <dsp:sp modelId="{F9813DAE-CBB6-44E4-9AEB-86994B1E0853}">
      <dsp:nvSpPr>
        <dsp:cNvPr id="0" name=""/>
        <dsp:cNvSpPr/>
      </dsp:nvSpPr>
      <dsp:spPr>
        <a:xfrm>
          <a:off x="5447057" y="2074599"/>
          <a:ext cx="2316093" cy="791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several dozen more on a part-time</a:t>
          </a:r>
          <a:r>
            <a:rPr lang="tr-TR" sz="1500" kern="1200"/>
            <a:t> </a:t>
          </a:r>
          <a:r>
            <a:rPr lang="en-US" sz="1500" kern="1200"/>
            <a:t>basis. </a:t>
          </a:r>
          <a:endParaRPr lang="tr-TR" sz="1500" kern="1200"/>
        </a:p>
      </dsp:txBody>
      <dsp:txXfrm>
        <a:off x="5447057" y="2074599"/>
        <a:ext cx="2316093" cy="7914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F6F72-4342-4EA5-93C5-A4BF28A2DE6F}">
      <dsp:nvSpPr>
        <dsp:cNvPr id="0" name=""/>
        <dsp:cNvSpPr/>
      </dsp:nvSpPr>
      <dsp:spPr>
        <a:xfrm>
          <a:off x="7472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039AB-B530-4149-8F9C-3BE3AA80E33E}">
      <dsp:nvSpPr>
        <dsp:cNvPr id="0" name=""/>
        <dsp:cNvSpPr/>
      </dsp:nvSpPr>
      <dsp:spPr>
        <a:xfrm>
          <a:off x="7472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Statistics</a:t>
          </a:r>
        </a:p>
      </dsp:txBody>
      <dsp:txXfrm>
        <a:off x="7472" y="1463168"/>
        <a:ext cx="1713247" cy="434089"/>
      </dsp:txXfrm>
    </dsp:sp>
    <dsp:sp modelId="{8E6C52DC-28BB-48E2-8A91-FB24431E4553}">
      <dsp:nvSpPr>
        <dsp:cNvPr id="0" name=""/>
        <dsp:cNvSpPr/>
      </dsp:nvSpPr>
      <dsp:spPr>
        <a:xfrm>
          <a:off x="7472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By</a:t>
          </a:r>
          <a:r>
            <a:rPr lang="tr-TR" sz="1100" kern="1200"/>
            <a:t> </a:t>
          </a:r>
          <a:r>
            <a:rPr lang="en-US" sz="1100" b="1" kern="1200"/>
            <a:t>2016</a:t>
          </a:r>
          <a:r>
            <a:rPr lang="tr-TR" sz="1100" b="1" kern="1200"/>
            <a:t>: </a:t>
          </a:r>
          <a:r>
            <a:rPr lang="en-US" sz="1100" kern="1200"/>
            <a:t>more than </a:t>
          </a:r>
          <a:r>
            <a:rPr lang="en-US" sz="1100" b="1" kern="1200"/>
            <a:t>400</a:t>
          </a:r>
          <a:r>
            <a:rPr lang="en-US" sz="1100" kern="1200"/>
            <a:t> contributors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 the source code of Bitcoin core</a:t>
          </a:r>
        </a:p>
      </dsp:txBody>
      <dsp:txXfrm>
        <a:off x="7472" y="1939368"/>
        <a:ext cx="1713247" cy="939140"/>
      </dsp:txXfrm>
    </dsp:sp>
    <dsp:sp modelId="{7656F7ED-21D0-4872-A149-83BE24424A9C}">
      <dsp:nvSpPr>
        <dsp:cNvPr id="0" name=""/>
        <dsp:cNvSpPr/>
      </dsp:nvSpPr>
      <dsp:spPr>
        <a:xfrm>
          <a:off x="2020537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04F94-1B30-421D-932C-E1163891D359}">
      <dsp:nvSpPr>
        <dsp:cNvPr id="0" name=""/>
        <dsp:cNvSpPr/>
      </dsp:nvSpPr>
      <dsp:spPr>
        <a:xfrm>
          <a:off x="2020537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Contribution to activities</a:t>
          </a:r>
        </a:p>
      </dsp:txBody>
      <dsp:txXfrm>
        <a:off x="2020537" y="1463168"/>
        <a:ext cx="1713247" cy="434089"/>
      </dsp:txXfrm>
    </dsp:sp>
    <dsp:sp modelId="{97F1D35F-B209-4990-8E77-A2F8305A5A8F}">
      <dsp:nvSpPr>
        <dsp:cNvPr id="0" name=""/>
        <dsp:cNvSpPr/>
      </dsp:nvSpPr>
      <dsp:spPr>
        <a:xfrm>
          <a:off x="2020537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Improve documentation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Translations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Participating to mailing lists</a:t>
          </a:r>
        </a:p>
      </dsp:txBody>
      <dsp:txXfrm>
        <a:off x="2020537" y="1939368"/>
        <a:ext cx="1713247" cy="939140"/>
      </dsp:txXfrm>
    </dsp:sp>
    <dsp:sp modelId="{B19DF803-B9CC-4C36-B98B-35E83C447F3F}">
      <dsp:nvSpPr>
        <dsp:cNvPr id="0" name=""/>
        <dsp:cNvSpPr/>
      </dsp:nvSpPr>
      <dsp:spPr>
        <a:xfrm>
          <a:off x="4033603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5494E-BC7E-428F-BC2F-0B001B0A5C54}">
      <dsp:nvSpPr>
        <dsp:cNvPr id="0" name=""/>
        <dsp:cNvSpPr/>
      </dsp:nvSpPr>
      <dsp:spPr>
        <a:xfrm>
          <a:off x="4033603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Contribution  to development</a:t>
          </a:r>
        </a:p>
      </dsp:txBody>
      <dsp:txXfrm>
        <a:off x="4033603" y="1463168"/>
        <a:ext cx="1713247" cy="434089"/>
      </dsp:txXfrm>
    </dsp:sp>
    <dsp:sp modelId="{9B169B8A-DF50-4C51-89E3-CB388D7AA05B}">
      <dsp:nvSpPr>
        <dsp:cNvPr id="0" name=""/>
        <dsp:cNvSpPr/>
      </dsp:nvSpPr>
      <dsp:spPr>
        <a:xfrm>
          <a:off x="4033603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Improving User Interface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Coding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Testing</a:t>
          </a:r>
        </a:p>
      </dsp:txBody>
      <dsp:txXfrm>
        <a:off x="4033603" y="1939368"/>
        <a:ext cx="1713247" cy="939140"/>
      </dsp:txXfrm>
    </dsp:sp>
    <dsp:sp modelId="{20BA0D9B-4CC7-416E-8B44-AF68BC298B57}">
      <dsp:nvSpPr>
        <dsp:cNvPr id="0" name=""/>
        <dsp:cNvSpPr/>
      </dsp:nvSpPr>
      <dsp:spPr>
        <a:xfrm>
          <a:off x="6046668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38D0B-FFAA-46F6-9C0C-9178A45FB707}">
      <dsp:nvSpPr>
        <dsp:cNvPr id="0" name=""/>
        <dsp:cNvSpPr/>
      </dsp:nvSpPr>
      <dsp:spPr>
        <a:xfrm>
          <a:off x="6046668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Who can Contribute?</a:t>
          </a:r>
        </a:p>
      </dsp:txBody>
      <dsp:txXfrm>
        <a:off x="6046668" y="1463168"/>
        <a:ext cx="1713247" cy="434089"/>
      </dsp:txXfrm>
    </dsp:sp>
    <dsp:sp modelId="{1FC7F401-B3A4-47F7-B8A6-6D162BB46DB7}">
      <dsp:nvSpPr>
        <dsp:cNvPr id="0" name=""/>
        <dsp:cNvSpPr/>
      </dsp:nvSpPr>
      <dsp:spPr>
        <a:xfrm>
          <a:off x="6046668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Anyone can contribute to the code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Check </a:t>
          </a:r>
          <a:r>
            <a:rPr lang="tr-TR" sz="1100" kern="1200">
              <a:hlinkClick xmlns:r="http://schemas.openxmlformats.org/officeDocument/2006/relationships" r:id="rId9"/>
            </a:rPr>
            <a:t>https://bitcoincore.org/en/contribute/</a:t>
          </a:r>
          <a:endParaRPr lang="tr-TR" sz="1100" kern="1200"/>
        </a:p>
      </dsp:txBody>
      <dsp:txXfrm>
        <a:off x="6046668" y="1939368"/>
        <a:ext cx="1713247" cy="9391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FAA34-9036-450C-B6CD-871F31F66AA9}">
      <dsp:nvSpPr>
        <dsp:cNvPr id="0" name=""/>
        <dsp:cNvSpPr/>
      </dsp:nvSpPr>
      <dsp:spPr>
        <a:xfrm>
          <a:off x="3683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57C4D-8927-4F7B-B346-6291BF1B461A}">
      <dsp:nvSpPr>
        <dsp:cNvPr id="0" name=""/>
        <dsp:cNvSpPr/>
      </dsp:nvSpPr>
      <dsp:spPr>
        <a:xfrm>
          <a:off x="3683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Famous paper</a:t>
          </a:r>
        </a:p>
      </dsp:txBody>
      <dsp:txXfrm>
        <a:off x="3683" y="1611976"/>
        <a:ext cx="1714921" cy="257238"/>
      </dsp:txXfrm>
    </dsp:sp>
    <dsp:sp modelId="{A3E79B86-EA3F-4751-A227-A1E2FEE1E29A}">
      <dsp:nvSpPr>
        <dsp:cNvPr id="0" name=""/>
        <dsp:cNvSpPr/>
      </dsp:nvSpPr>
      <dsp:spPr>
        <a:xfrm>
          <a:off x="3683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«</a:t>
          </a:r>
          <a:r>
            <a:rPr lang="en-US" sz="1200" b="1" kern="1200">
              <a:hlinkClick xmlns:r="http://schemas.openxmlformats.org/officeDocument/2006/relationships" r:id="rId3"/>
            </a:rPr>
            <a:t>Bitcoin: A Peer-to-Peer Electronic Cash System</a:t>
          </a:r>
          <a:r>
            <a:rPr lang="tr-TR" sz="1200" kern="1200"/>
            <a:t>»</a:t>
          </a:r>
        </a:p>
      </dsp:txBody>
      <dsp:txXfrm>
        <a:off x="3683" y="1904838"/>
        <a:ext cx="1714921" cy="811502"/>
      </dsp:txXfrm>
    </dsp:sp>
    <dsp:sp modelId="{072F77A7-E35D-44A1-8A98-7B71D2A59A17}">
      <dsp:nvSpPr>
        <dsp:cNvPr id="0" name=""/>
        <dsp:cNvSpPr/>
      </dsp:nvSpPr>
      <dsp:spPr>
        <a:xfrm>
          <a:off x="2018716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73B6B-D03B-4DA0-9A0A-83405DBEE2A0}">
      <dsp:nvSpPr>
        <dsp:cNvPr id="0" name=""/>
        <dsp:cNvSpPr/>
      </dsp:nvSpPr>
      <dsp:spPr>
        <a:xfrm>
          <a:off x="2018716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“Satoshi client”</a:t>
          </a:r>
          <a:endParaRPr lang="tr-TR" sz="1600" kern="1200"/>
        </a:p>
      </dsp:txBody>
      <dsp:txXfrm>
        <a:off x="2018716" y="1611976"/>
        <a:ext cx="1714921" cy="257238"/>
      </dsp:txXfrm>
    </dsp:sp>
    <dsp:sp modelId="{F9C64AAF-E07F-474E-94B0-FC4F167CF0B2}">
      <dsp:nvSpPr>
        <dsp:cNvPr id="0" name=""/>
        <dsp:cNvSpPr/>
      </dsp:nvSpPr>
      <dsp:spPr>
        <a:xfrm>
          <a:off x="2018716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1st version of Bitcoin implementation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known as “Bitcoin” or “Satoshi client” </a:t>
          </a:r>
          <a:endParaRPr lang="tr-TR" sz="1200" kern="1200"/>
        </a:p>
      </dsp:txBody>
      <dsp:txXfrm>
        <a:off x="2018716" y="1904838"/>
        <a:ext cx="1714921" cy="811502"/>
      </dsp:txXfrm>
    </dsp:sp>
    <dsp:sp modelId="{6ACE23B9-A9CA-4D3A-B703-3FA92D80D17F}">
      <dsp:nvSpPr>
        <dsp:cNvPr id="0" name=""/>
        <dsp:cNvSpPr/>
      </dsp:nvSpPr>
      <dsp:spPr>
        <a:xfrm>
          <a:off x="4033749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A4E5A-20C7-450B-9D8B-6BCC496013DA}">
      <dsp:nvSpPr>
        <dsp:cNvPr id="0" name=""/>
        <dsp:cNvSpPr/>
      </dsp:nvSpPr>
      <dsp:spPr>
        <a:xfrm>
          <a:off x="4033749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Implemented</a:t>
          </a:r>
        </a:p>
      </dsp:txBody>
      <dsp:txXfrm>
        <a:off x="4033749" y="1611976"/>
        <a:ext cx="1714921" cy="257238"/>
      </dsp:txXfrm>
    </dsp:sp>
    <dsp:sp modelId="{853D5ECF-2018-490B-B0BD-2A2D65865561}">
      <dsp:nvSpPr>
        <dsp:cNvPr id="0" name=""/>
        <dsp:cNvSpPr/>
      </dsp:nvSpPr>
      <dsp:spPr>
        <a:xfrm>
          <a:off x="4033749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before the white paper</a:t>
          </a:r>
        </a:p>
      </dsp:txBody>
      <dsp:txXfrm>
        <a:off x="4033749" y="1904838"/>
        <a:ext cx="1714921" cy="811502"/>
      </dsp:txXfrm>
    </dsp:sp>
    <dsp:sp modelId="{B829B3F8-45AC-43F6-A95E-FF39B80DB9D9}">
      <dsp:nvSpPr>
        <dsp:cNvPr id="0" name=""/>
        <dsp:cNvSpPr/>
      </dsp:nvSpPr>
      <dsp:spPr>
        <a:xfrm>
          <a:off x="6048782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B80AF-799C-4596-B290-709F6336629C}">
      <dsp:nvSpPr>
        <dsp:cNvPr id="0" name=""/>
        <dsp:cNvSpPr/>
      </dsp:nvSpPr>
      <dsp:spPr>
        <a:xfrm>
          <a:off x="6048782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Improvements</a:t>
          </a:r>
        </a:p>
      </dsp:txBody>
      <dsp:txXfrm>
        <a:off x="6048782" y="1611976"/>
        <a:ext cx="1714921" cy="257238"/>
      </dsp:txXfrm>
    </dsp:sp>
    <dsp:sp modelId="{AE3EC585-7575-4573-9856-2829E80545CF}">
      <dsp:nvSpPr>
        <dsp:cNvPr id="0" name=""/>
        <dsp:cNvSpPr/>
      </dsp:nvSpPr>
      <dsp:spPr>
        <a:xfrm>
          <a:off x="6048782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Satoshi client </a:t>
          </a:r>
          <a:r>
            <a:rPr lang="en-US" sz="1200" kern="1200"/>
            <a:t>has been heavily modified and improved</a:t>
          </a:r>
          <a:endParaRPr lang="tr-TR" sz="1200" kern="1200"/>
        </a:p>
      </dsp:txBody>
      <dsp:txXfrm>
        <a:off x="6048782" y="1904838"/>
        <a:ext cx="1714921" cy="8115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8D9C2-3FEA-49B6-B750-A969B82E46AC}">
      <dsp:nvSpPr>
        <dsp:cNvPr id="0" name=""/>
        <dsp:cNvSpPr/>
      </dsp:nvSpPr>
      <dsp:spPr>
        <a:xfrm>
          <a:off x="756967" y="721592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C2A97-C64F-43AD-83E2-8E6B944C4591}">
      <dsp:nvSpPr>
        <dsp:cNvPr id="0" name=""/>
        <dsp:cNvSpPr/>
      </dsp:nvSpPr>
      <dsp:spPr>
        <a:xfrm>
          <a:off x="4236" y="1627182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 dirty="0"/>
            <a:t>«Client» </a:t>
          </a:r>
          <a:r>
            <a:rPr lang="tr-TR" sz="2200" kern="1200" dirty="0" err="1"/>
            <a:t>to</a:t>
          </a:r>
          <a:r>
            <a:rPr lang="tr-TR" sz="2200" kern="1200" dirty="0"/>
            <a:t> «</a:t>
          </a:r>
          <a:r>
            <a:rPr lang="tr-TR" sz="2200" kern="1200" dirty="0" err="1"/>
            <a:t>Core</a:t>
          </a:r>
          <a:r>
            <a:rPr lang="tr-TR" sz="2200" kern="1200" dirty="0"/>
            <a:t>»</a:t>
          </a:r>
          <a:endParaRPr lang="en-US" sz="2200" kern="1200" dirty="0"/>
        </a:p>
      </dsp:txBody>
      <dsp:txXfrm>
        <a:off x="4236" y="1627182"/>
        <a:ext cx="2316093" cy="347414"/>
      </dsp:txXfrm>
    </dsp:sp>
    <dsp:sp modelId="{F27C3E68-4F88-47F0-8386-DD1A3C86E98E}">
      <dsp:nvSpPr>
        <dsp:cNvPr id="0" name=""/>
        <dsp:cNvSpPr/>
      </dsp:nvSpPr>
      <dsp:spPr>
        <a:xfrm>
          <a:off x="4236" y="2018763"/>
          <a:ext cx="2316093" cy="911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Satoshi</a:t>
          </a:r>
          <a:r>
            <a:rPr lang="tr-TR" sz="1700" kern="1200" dirty="0"/>
            <a:t> </a:t>
          </a:r>
          <a:r>
            <a:rPr lang="tr-TR" sz="1700" kern="1200" dirty="0" err="1"/>
            <a:t>client</a:t>
          </a:r>
          <a:r>
            <a:rPr lang="tr-TR" sz="1700" kern="1200" dirty="0"/>
            <a:t> </a:t>
          </a:r>
          <a:r>
            <a:rPr lang="en-US" sz="1700" kern="1200" dirty="0"/>
            <a:t>evolved into </a:t>
          </a:r>
          <a:r>
            <a:rPr lang="en-US" sz="1700" b="1" kern="1200" dirty="0"/>
            <a:t>Bitcoin Core</a:t>
          </a:r>
        </a:p>
      </dsp:txBody>
      <dsp:txXfrm>
        <a:off x="4236" y="2018763"/>
        <a:ext cx="2316093" cy="911148"/>
      </dsp:txXfrm>
    </dsp:sp>
    <dsp:sp modelId="{C1E39450-260A-4390-A717-EF111CD1E463}">
      <dsp:nvSpPr>
        <dsp:cNvPr id="0" name=""/>
        <dsp:cNvSpPr/>
      </dsp:nvSpPr>
      <dsp:spPr>
        <a:xfrm>
          <a:off x="3478377" y="721592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442B3-9D63-445C-86CE-F369E317DDE6}">
      <dsp:nvSpPr>
        <dsp:cNvPr id="0" name=""/>
        <dsp:cNvSpPr/>
      </dsp:nvSpPr>
      <dsp:spPr>
        <a:xfrm>
          <a:off x="2725647" y="1627182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Bitcoin core</a:t>
          </a:r>
          <a:endParaRPr lang="en-US" sz="2200" kern="1200"/>
        </a:p>
      </dsp:txBody>
      <dsp:txXfrm>
        <a:off x="2725647" y="1627182"/>
        <a:ext cx="2316093" cy="347414"/>
      </dsp:txXfrm>
    </dsp:sp>
    <dsp:sp modelId="{2A3D9562-E2C4-4230-8069-F3046687582A}">
      <dsp:nvSpPr>
        <dsp:cNvPr id="0" name=""/>
        <dsp:cNvSpPr/>
      </dsp:nvSpPr>
      <dsp:spPr>
        <a:xfrm>
          <a:off x="2725647" y="2018763"/>
          <a:ext cx="2316093" cy="911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authoritative reference</a:t>
          </a:r>
        </a:p>
      </dsp:txBody>
      <dsp:txXfrm>
        <a:off x="2725647" y="2018763"/>
        <a:ext cx="2316093" cy="911148"/>
      </dsp:txXfrm>
    </dsp:sp>
    <dsp:sp modelId="{D2590A4E-8643-41F8-8125-739DBDF41EFB}">
      <dsp:nvSpPr>
        <dsp:cNvPr id="0" name=""/>
        <dsp:cNvSpPr/>
      </dsp:nvSpPr>
      <dsp:spPr>
        <a:xfrm>
          <a:off x="6199787" y="721592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35A8C-4EA4-4F9A-B301-5A9B927CC845}">
      <dsp:nvSpPr>
        <dsp:cNvPr id="0" name=""/>
        <dsp:cNvSpPr/>
      </dsp:nvSpPr>
      <dsp:spPr>
        <a:xfrm>
          <a:off x="5447057" y="1627182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Aim</a:t>
          </a:r>
          <a:endParaRPr lang="en-US" sz="2200" kern="1200"/>
        </a:p>
      </dsp:txBody>
      <dsp:txXfrm>
        <a:off x="5447057" y="1627182"/>
        <a:ext cx="2316093" cy="347414"/>
      </dsp:txXfrm>
    </dsp:sp>
    <dsp:sp modelId="{76017974-E47D-4095-BE61-CB7255A7E419}">
      <dsp:nvSpPr>
        <dsp:cNvPr id="0" name=""/>
        <dsp:cNvSpPr/>
      </dsp:nvSpPr>
      <dsp:spPr>
        <a:xfrm>
          <a:off x="5447057" y="2018763"/>
          <a:ext cx="2316093" cy="911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show </a:t>
          </a:r>
          <a:r>
            <a:rPr lang="en-US" sz="1700" kern="1200"/>
            <a:t>how each part of the technology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to</a:t>
          </a:r>
          <a:r>
            <a:rPr lang="tr-TR" sz="1700" kern="1200" dirty="0"/>
            <a:t> </a:t>
          </a:r>
          <a:r>
            <a:rPr lang="en-US" sz="1700" kern="1200" dirty="0"/>
            <a:t>be implemented</a:t>
          </a:r>
        </a:p>
      </dsp:txBody>
      <dsp:txXfrm>
        <a:off x="5447057" y="2018763"/>
        <a:ext cx="2316093" cy="9111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93014-97CE-4959-B335-F481192F2C6B}">
      <dsp:nvSpPr>
        <dsp:cNvPr id="0" name=""/>
        <dsp:cNvSpPr/>
      </dsp:nvSpPr>
      <dsp:spPr>
        <a:xfrm>
          <a:off x="756967" y="726080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08520-1FB4-4FD2-80AB-A32783164223}">
      <dsp:nvSpPr>
        <dsp:cNvPr id="0" name=""/>
        <dsp:cNvSpPr/>
      </dsp:nvSpPr>
      <dsp:spPr>
        <a:xfrm>
          <a:off x="4236" y="163128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wallets</a:t>
          </a:r>
        </a:p>
      </dsp:txBody>
      <dsp:txXfrm>
        <a:off x="4236" y="1631284"/>
        <a:ext cx="2316093" cy="347414"/>
      </dsp:txXfrm>
    </dsp:sp>
    <dsp:sp modelId="{43D7422D-AE76-44A3-9B19-40334FD46E73}">
      <dsp:nvSpPr>
        <dsp:cNvPr id="0" name=""/>
        <dsp:cNvSpPr/>
      </dsp:nvSpPr>
      <dsp:spPr>
        <a:xfrm>
          <a:off x="4236" y="2022685"/>
          <a:ext cx="2316093" cy="902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storing</a:t>
          </a:r>
          <a:r>
            <a:rPr lang="tr-TR" sz="1700" b="0" i="0" kern="1200"/>
            <a:t> </a:t>
          </a:r>
          <a:r>
            <a:rPr lang="en-US" sz="1700" b="0" i="0" kern="1200"/>
            <a:t>Bitcoin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transacting in Bitcoin</a:t>
          </a:r>
          <a:endParaRPr lang="en-US" sz="1700" kern="1200"/>
        </a:p>
      </dsp:txBody>
      <dsp:txXfrm>
        <a:off x="4236" y="2022685"/>
        <a:ext cx="2316093" cy="902738"/>
      </dsp:txXfrm>
    </dsp:sp>
    <dsp:sp modelId="{C140E2FB-6994-4124-9DE7-AD20B8F28A8E}">
      <dsp:nvSpPr>
        <dsp:cNvPr id="0" name=""/>
        <dsp:cNvSpPr/>
      </dsp:nvSpPr>
      <dsp:spPr>
        <a:xfrm>
          <a:off x="3478377" y="726080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1B4D1-F94D-4D41-BD5F-E7DF6EA39764}">
      <dsp:nvSpPr>
        <dsp:cNvPr id="0" name=""/>
        <dsp:cNvSpPr/>
      </dsp:nvSpPr>
      <dsp:spPr>
        <a:xfrm>
          <a:off x="2725647" y="163128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engine</a:t>
          </a:r>
          <a:endParaRPr lang="en-US" sz="2200" kern="1200"/>
        </a:p>
      </dsp:txBody>
      <dsp:txXfrm>
        <a:off x="2725647" y="1631284"/>
        <a:ext cx="2316093" cy="347414"/>
      </dsp:txXfrm>
    </dsp:sp>
    <dsp:sp modelId="{1FD78908-6C36-4C57-AA5D-A20938623BF9}">
      <dsp:nvSpPr>
        <dsp:cNvPr id="0" name=""/>
        <dsp:cNvSpPr/>
      </dsp:nvSpPr>
      <dsp:spPr>
        <a:xfrm>
          <a:off x="2725647" y="2022685"/>
          <a:ext cx="2316093" cy="902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transaction</a:t>
          </a:r>
          <a:r>
            <a:rPr lang="tr-TR" sz="1700" kern="1200"/>
            <a:t> </a:t>
          </a:r>
          <a:r>
            <a:rPr lang="en-US" sz="1700" kern="1200"/>
            <a:t>validation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block validation</a:t>
          </a:r>
        </a:p>
      </dsp:txBody>
      <dsp:txXfrm>
        <a:off x="2725647" y="2022685"/>
        <a:ext cx="2316093" cy="902738"/>
      </dsp:txXfrm>
    </dsp:sp>
    <dsp:sp modelId="{216DFFF1-9193-4D0A-AE33-774830AE1A2E}">
      <dsp:nvSpPr>
        <dsp:cNvPr id="0" name=""/>
        <dsp:cNvSpPr/>
      </dsp:nvSpPr>
      <dsp:spPr>
        <a:xfrm>
          <a:off x="6199787" y="726080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31D09-7A57-49DA-A202-4FE27B856A7D}">
      <dsp:nvSpPr>
        <dsp:cNvPr id="0" name=""/>
        <dsp:cNvSpPr/>
      </dsp:nvSpPr>
      <dsp:spPr>
        <a:xfrm>
          <a:off x="5447057" y="163128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Network node</a:t>
          </a:r>
          <a:endParaRPr lang="en-US" sz="2200" kern="1200"/>
        </a:p>
      </dsp:txBody>
      <dsp:txXfrm>
        <a:off x="5447057" y="1631284"/>
        <a:ext cx="2316093" cy="347414"/>
      </dsp:txXfrm>
    </dsp:sp>
    <dsp:sp modelId="{8EC2E43E-E892-43A9-B97F-D94DBE75DF8C}">
      <dsp:nvSpPr>
        <dsp:cNvPr id="0" name=""/>
        <dsp:cNvSpPr/>
      </dsp:nvSpPr>
      <dsp:spPr>
        <a:xfrm>
          <a:off x="5447057" y="2022685"/>
          <a:ext cx="2316093" cy="902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full network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</a:t>
          </a:r>
          <a:r>
            <a:rPr lang="tr-TR" sz="1700" kern="1200"/>
            <a:t> </a:t>
          </a:r>
          <a:r>
            <a:rPr lang="en-US" sz="1700" kern="1200"/>
            <a:t>peer-to-peer bitcoin network</a:t>
          </a:r>
        </a:p>
      </dsp:txBody>
      <dsp:txXfrm>
        <a:off x="5447057" y="2022685"/>
        <a:ext cx="2316093" cy="9027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63F8F-4C80-4E80-9FFF-3D66CBE84F1F}">
      <dsp:nvSpPr>
        <dsp:cNvPr id="0" name=""/>
        <dsp:cNvSpPr/>
      </dsp:nvSpPr>
      <dsp:spPr>
        <a:xfrm>
          <a:off x="748241" y="690142"/>
          <a:ext cx="800296" cy="800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8B9FD-9636-4614-9C0A-17AE8F6BAE87}">
      <dsp:nvSpPr>
        <dsp:cNvPr id="0" name=""/>
        <dsp:cNvSpPr/>
      </dsp:nvSpPr>
      <dsp:spPr>
        <a:xfrm>
          <a:off x="5108" y="1596690"/>
          <a:ext cx="2286562" cy="34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Bitcoin Core </a:t>
          </a:r>
          <a:r>
            <a:rPr lang="tr-TR" sz="2200" kern="1200"/>
            <a:t>Wallet</a:t>
          </a:r>
        </a:p>
      </dsp:txBody>
      <dsp:txXfrm>
        <a:off x="5108" y="1596690"/>
        <a:ext cx="2286562" cy="342984"/>
      </dsp:txXfrm>
    </dsp:sp>
    <dsp:sp modelId="{F803503E-BD35-4D7E-8FA9-AE0C5C896240}">
      <dsp:nvSpPr>
        <dsp:cNvPr id="0" name=""/>
        <dsp:cNvSpPr/>
      </dsp:nvSpPr>
      <dsp:spPr>
        <a:xfrm>
          <a:off x="5108" y="1989094"/>
          <a:ext cx="2286562" cy="117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Implementation</a:t>
          </a:r>
          <a:r>
            <a:rPr lang="tr-TR" sz="1700" kern="1200" dirty="0"/>
            <a:t> is </a:t>
          </a:r>
          <a:r>
            <a:rPr lang="tr-TR" sz="1700" kern="1200" dirty="0" err="1"/>
            <a:t>included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err="1"/>
            <a:t>just</a:t>
          </a:r>
          <a:r>
            <a:rPr lang="tr-TR" sz="1700" kern="1200"/>
            <a:t> as </a:t>
          </a:r>
          <a:r>
            <a:rPr lang="en-US" sz="1700" kern="1200"/>
            <a:t>a reference implementation</a:t>
          </a:r>
          <a:endParaRPr lang="tr-TR" sz="1700" kern="1200"/>
        </a:p>
      </dsp:txBody>
      <dsp:txXfrm>
        <a:off x="5108" y="1989094"/>
        <a:ext cx="2286562" cy="1172019"/>
      </dsp:txXfrm>
    </dsp:sp>
    <dsp:sp modelId="{6282857B-2938-4A46-B7BB-BF361EE3EE25}">
      <dsp:nvSpPr>
        <dsp:cNvPr id="0" name=""/>
        <dsp:cNvSpPr/>
      </dsp:nvSpPr>
      <dsp:spPr>
        <a:xfrm>
          <a:off x="3434952" y="690142"/>
          <a:ext cx="800296" cy="800296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76FBF-446E-4107-A4BD-1F902C50100C}">
      <dsp:nvSpPr>
        <dsp:cNvPr id="0" name=""/>
        <dsp:cNvSpPr/>
      </dsp:nvSpPr>
      <dsp:spPr>
        <a:xfrm>
          <a:off x="2691819" y="1596690"/>
          <a:ext cx="2286562" cy="34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Not for use</a:t>
          </a:r>
        </a:p>
      </dsp:txBody>
      <dsp:txXfrm>
        <a:off x="2691819" y="1596690"/>
        <a:ext cx="2286562" cy="342984"/>
      </dsp:txXfrm>
    </dsp:sp>
    <dsp:sp modelId="{8C1898DB-7596-425D-B351-323FABBF5E03}">
      <dsp:nvSpPr>
        <dsp:cNvPr id="0" name=""/>
        <dsp:cNvSpPr/>
      </dsp:nvSpPr>
      <dsp:spPr>
        <a:xfrm>
          <a:off x="2691819" y="1989094"/>
          <a:ext cx="2286562" cy="117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not intended to be used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for real </a:t>
          </a:r>
          <a:r>
            <a:rPr lang="en-US" sz="1700" kern="1200"/>
            <a:t>users or applications</a:t>
          </a:r>
          <a:r>
            <a:rPr lang="tr-TR" sz="1700" kern="1200"/>
            <a:t>!</a:t>
          </a:r>
          <a:r>
            <a:rPr lang="en-US" sz="1700" kern="1200"/>
            <a:t> </a:t>
          </a:r>
          <a:endParaRPr lang="tr-TR" sz="1700" kern="1200"/>
        </a:p>
      </dsp:txBody>
      <dsp:txXfrm>
        <a:off x="2691819" y="1989094"/>
        <a:ext cx="2286562" cy="1172019"/>
      </dsp:txXfrm>
    </dsp:sp>
    <dsp:sp modelId="{DEADFA68-FCA2-409F-B626-2B139099280C}">
      <dsp:nvSpPr>
        <dsp:cNvPr id="0" name=""/>
        <dsp:cNvSpPr/>
      </dsp:nvSpPr>
      <dsp:spPr>
        <a:xfrm>
          <a:off x="6121663" y="690142"/>
          <a:ext cx="800296" cy="800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F5544-B62C-46FC-B43D-2C56FFD04A77}">
      <dsp:nvSpPr>
        <dsp:cNvPr id="0" name=""/>
        <dsp:cNvSpPr/>
      </dsp:nvSpPr>
      <dsp:spPr>
        <a:xfrm>
          <a:off x="5378530" y="1596690"/>
          <a:ext cx="2286562" cy="34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Actual Wallet</a:t>
          </a:r>
        </a:p>
      </dsp:txBody>
      <dsp:txXfrm>
        <a:off x="5378530" y="1596690"/>
        <a:ext cx="2286562" cy="342984"/>
      </dsp:txXfrm>
    </dsp:sp>
    <dsp:sp modelId="{C920FB58-171F-41C8-AAED-40EBF331546B}">
      <dsp:nvSpPr>
        <dsp:cNvPr id="0" name=""/>
        <dsp:cNvSpPr/>
      </dsp:nvSpPr>
      <dsp:spPr>
        <a:xfrm>
          <a:off x="5378530" y="1989094"/>
          <a:ext cx="2286562" cy="117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Advised to use BIP 39/32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 </a:t>
          </a:r>
          <a:r>
            <a:rPr lang="en-US" sz="1700" kern="1200" dirty="0"/>
            <a:t>modern standard</a:t>
          </a:r>
          <a:r>
            <a:rPr lang="tr-TR" sz="1700" kern="1200" dirty="0"/>
            <a:t> </a:t>
          </a:r>
          <a:r>
            <a:rPr lang="tr-TR" sz="1700" kern="1200" dirty="0" err="1"/>
            <a:t>for</a:t>
          </a:r>
          <a:r>
            <a:rPr lang="tr-TR" sz="1700" kern="1200" dirty="0"/>
            <a:t> </a:t>
          </a:r>
          <a:r>
            <a:rPr lang="tr-TR" sz="1700" kern="1200" dirty="0" err="1"/>
            <a:t>wallet</a:t>
          </a:r>
          <a:r>
            <a:rPr lang="tr-TR" sz="1700" kern="1200" dirty="0"/>
            <a:t> </a:t>
          </a:r>
          <a:r>
            <a:rPr lang="tr-TR" sz="1700" kern="1200" dirty="0" err="1"/>
            <a:t>implementations</a:t>
          </a:r>
          <a:endParaRPr lang="tr-TR" sz="1700" kern="1200" dirty="0"/>
        </a:p>
      </dsp:txBody>
      <dsp:txXfrm>
        <a:off x="5378530" y="1989094"/>
        <a:ext cx="2286562" cy="11720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75B61-5720-4B92-8586-AD20E57D9F6F}">
      <dsp:nvSpPr>
        <dsp:cNvPr id="0" name=""/>
        <dsp:cNvSpPr/>
      </dsp:nvSpPr>
      <dsp:spPr>
        <a:xfrm>
          <a:off x="646453" y="1335532"/>
          <a:ext cx="693984" cy="6939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09C4D-527D-4DD2-B4C6-65A151D93C59}">
      <dsp:nvSpPr>
        <dsp:cNvPr id="0" name=""/>
        <dsp:cNvSpPr/>
      </dsp:nvSpPr>
      <dsp:spPr>
        <a:xfrm>
          <a:off x="2039" y="2123489"/>
          <a:ext cx="1982812" cy="29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BIP </a:t>
          </a:r>
          <a:endParaRPr lang="tr-TR" sz="1900" kern="1200"/>
        </a:p>
      </dsp:txBody>
      <dsp:txXfrm>
        <a:off x="2039" y="2123489"/>
        <a:ext cx="1982812" cy="297421"/>
      </dsp:txXfrm>
    </dsp:sp>
    <dsp:sp modelId="{93A364FB-1B95-4B20-853A-EACEEE0685BF}">
      <dsp:nvSpPr>
        <dsp:cNvPr id="0" name=""/>
        <dsp:cNvSpPr/>
      </dsp:nvSpPr>
      <dsp:spPr>
        <a:xfrm>
          <a:off x="2039" y="2464619"/>
          <a:ext cx="1982812" cy="105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stands for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Bitcoin Improvement</a:t>
          </a:r>
          <a:r>
            <a:rPr lang="tr-TR" sz="1400" i="1" kern="1200" dirty="0"/>
            <a:t> </a:t>
          </a:r>
          <a:r>
            <a:rPr lang="tr-TR" sz="1400" i="1" kern="1200" dirty="0" err="1"/>
            <a:t>Proposal</a:t>
          </a:r>
          <a:r>
            <a:rPr lang="tr-TR" sz="1400" kern="1200" dirty="0"/>
            <a:t>.</a:t>
          </a:r>
        </a:p>
      </dsp:txBody>
      <dsp:txXfrm>
        <a:off x="2039" y="2464619"/>
        <a:ext cx="1982812" cy="1056328"/>
      </dsp:txXfrm>
    </dsp:sp>
    <dsp:sp modelId="{80AF9A51-29B8-456C-9C57-D547B0FE0936}">
      <dsp:nvSpPr>
        <dsp:cNvPr id="0" name=""/>
        <dsp:cNvSpPr/>
      </dsp:nvSpPr>
      <dsp:spPr>
        <a:xfrm>
          <a:off x="2976258" y="1335532"/>
          <a:ext cx="693984" cy="6939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D1CA4-BC04-4832-B1EB-ED059A4996C2}">
      <dsp:nvSpPr>
        <dsp:cNvPr id="0" name=""/>
        <dsp:cNvSpPr/>
      </dsp:nvSpPr>
      <dsp:spPr>
        <a:xfrm>
          <a:off x="2331844" y="2123489"/>
          <a:ext cx="1982812" cy="29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dirty="0"/>
            <a:t>BIP-32</a:t>
          </a:r>
          <a:endParaRPr lang="tr-TR" sz="1900" kern="1200" dirty="0"/>
        </a:p>
      </dsp:txBody>
      <dsp:txXfrm>
        <a:off x="2331844" y="2123489"/>
        <a:ext cx="1982812" cy="297421"/>
      </dsp:txXfrm>
    </dsp:sp>
    <dsp:sp modelId="{9F03D1F2-208E-4B83-BDD0-BCAD578C7B82}">
      <dsp:nvSpPr>
        <dsp:cNvPr id="0" name=""/>
        <dsp:cNvSpPr/>
      </dsp:nvSpPr>
      <dsp:spPr>
        <a:xfrm>
          <a:off x="2331844" y="2464619"/>
          <a:ext cx="1982812" cy="105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HD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hierarchical deterministic</a:t>
          </a:r>
          <a:r>
            <a:rPr lang="tr-TR" sz="1400" b="0" i="0" kern="1200" dirty="0"/>
            <a:t> </a:t>
          </a:r>
          <a:r>
            <a:rPr lang="en-US" sz="1400" b="0" i="0" kern="1200" dirty="0"/>
            <a:t>wallet</a:t>
          </a:r>
          <a:endParaRPr lang="tr-TR" sz="1400" kern="1200" dirty="0"/>
        </a:p>
      </dsp:txBody>
      <dsp:txXfrm>
        <a:off x="2331844" y="2464619"/>
        <a:ext cx="1982812" cy="1056328"/>
      </dsp:txXfrm>
    </dsp:sp>
    <dsp:sp modelId="{2ABBB63B-2DF7-43F6-90F6-A20350D7AFD7}">
      <dsp:nvSpPr>
        <dsp:cNvPr id="0" name=""/>
        <dsp:cNvSpPr/>
      </dsp:nvSpPr>
      <dsp:spPr>
        <a:xfrm>
          <a:off x="5306063" y="1335532"/>
          <a:ext cx="693984" cy="6939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4AAF3-B801-429B-BE71-5430FC5F8471}">
      <dsp:nvSpPr>
        <dsp:cNvPr id="0" name=""/>
        <dsp:cNvSpPr/>
      </dsp:nvSpPr>
      <dsp:spPr>
        <a:xfrm>
          <a:off x="4661648" y="2123489"/>
          <a:ext cx="1982812" cy="29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Features</a:t>
          </a:r>
        </a:p>
      </dsp:txBody>
      <dsp:txXfrm>
        <a:off x="4661648" y="2123489"/>
        <a:ext cx="1982812" cy="297421"/>
      </dsp:txXfrm>
    </dsp:sp>
    <dsp:sp modelId="{FD2A69E2-18D7-4351-99AE-2BCFAC90C4D0}">
      <dsp:nvSpPr>
        <dsp:cNvPr id="0" name=""/>
        <dsp:cNvSpPr/>
      </dsp:nvSpPr>
      <dsp:spPr>
        <a:xfrm>
          <a:off x="4661648" y="2464619"/>
          <a:ext cx="1982812" cy="105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multiple addresses for a Bitcoin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derived from a single seed </a:t>
          </a:r>
          <a:endParaRPr lang="tr-TR" sz="1400" kern="1200" dirty="0"/>
        </a:p>
      </dsp:txBody>
      <dsp:txXfrm>
        <a:off x="4661648" y="2464619"/>
        <a:ext cx="1982812" cy="10563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0369B-9A1C-4CC5-9095-729DF202DB24}">
      <dsp:nvSpPr>
        <dsp:cNvPr id="0" name=""/>
        <dsp:cNvSpPr/>
      </dsp:nvSpPr>
      <dsp:spPr>
        <a:xfrm>
          <a:off x="724095" y="773439"/>
          <a:ext cx="776671" cy="776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E93C2-FE2B-437C-AE23-844051F30898}">
      <dsp:nvSpPr>
        <dsp:cNvPr id="0" name=""/>
        <dsp:cNvSpPr/>
      </dsp:nvSpPr>
      <dsp:spPr>
        <a:xfrm>
          <a:off x="2900" y="1640599"/>
          <a:ext cx="2219062" cy="332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BIP-39</a:t>
          </a:r>
        </a:p>
      </dsp:txBody>
      <dsp:txXfrm>
        <a:off x="2900" y="1640599"/>
        <a:ext cx="2219062" cy="332859"/>
      </dsp:txXfrm>
    </dsp:sp>
    <dsp:sp modelId="{BB892794-E717-48EF-BCE4-745F8DD8F37A}">
      <dsp:nvSpPr>
        <dsp:cNvPr id="0" name=""/>
        <dsp:cNvSpPr/>
      </dsp:nvSpPr>
      <dsp:spPr>
        <a:xfrm>
          <a:off x="2900" y="2015545"/>
          <a:ext cx="2219062" cy="862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to manage recovery seed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and </a:t>
          </a:r>
          <a:r>
            <a:rPr lang="en-US" sz="1600" b="0" i="0" kern="1200" dirty="0"/>
            <a:t>recovery words</a:t>
          </a:r>
          <a:endParaRPr lang="tr-TR" sz="1600" kern="1200" dirty="0"/>
        </a:p>
      </dsp:txBody>
      <dsp:txXfrm>
        <a:off x="2900" y="2015545"/>
        <a:ext cx="2219062" cy="862264"/>
      </dsp:txXfrm>
    </dsp:sp>
    <dsp:sp modelId="{73011D5C-2E7C-4DD8-82B2-4CCC95526FC3}">
      <dsp:nvSpPr>
        <dsp:cNvPr id="0" name=""/>
        <dsp:cNvSpPr/>
      </dsp:nvSpPr>
      <dsp:spPr>
        <a:xfrm>
          <a:off x="3331494" y="773439"/>
          <a:ext cx="776671" cy="776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B963F-9E05-49B6-BBB7-342C20F4CEF4}">
      <dsp:nvSpPr>
        <dsp:cNvPr id="0" name=""/>
        <dsp:cNvSpPr/>
      </dsp:nvSpPr>
      <dsp:spPr>
        <a:xfrm>
          <a:off x="2610298" y="1640599"/>
          <a:ext cx="2219062" cy="332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Mnemonic</a:t>
          </a:r>
        </a:p>
      </dsp:txBody>
      <dsp:txXfrm>
        <a:off x="2610298" y="1640599"/>
        <a:ext cx="2219062" cy="332859"/>
      </dsp:txXfrm>
    </dsp:sp>
    <dsp:sp modelId="{E4B9EA3D-3E69-4796-984E-EA6F2D6EC996}">
      <dsp:nvSpPr>
        <dsp:cNvPr id="0" name=""/>
        <dsp:cNvSpPr/>
      </dsp:nvSpPr>
      <dsp:spPr>
        <a:xfrm>
          <a:off x="2610298" y="2015545"/>
          <a:ext cx="2219062" cy="862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a mnemonic code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or </a:t>
          </a:r>
          <a:r>
            <a:rPr lang="en-US" sz="1600" b="0" i="0" kern="1200" dirty="0"/>
            <a:t>mnemonic sentence </a:t>
          </a:r>
          <a:endParaRPr lang="tr-TR" sz="1600" kern="1200" dirty="0"/>
        </a:p>
      </dsp:txBody>
      <dsp:txXfrm>
        <a:off x="2610298" y="2015545"/>
        <a:ext cx="2219062" cy="862264"/>
      </dsp:txXfrm>
    </dsp:sp>
    <dsp:sp modelId="{DB96DC70-148F-490F-AD71-CC88DA03B0A8}">
      <dsp:nvSpPr>
        <dsp:cNvPr id="0" name=""/>
        <dsp:cNvSpPr/>
      </dsp:nvSpPr>
      <dsp:spPr>
        <a:xfrm>
          <a:off x="5938892" y="773439"/>
          <a:ext cx="776671" cy="776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A5404-3229-4A9E-AE5A-AE652ED3B097}">
      <dsp:nvSpPr>
        <dsp:cNvPr id="0" name=""/>
        <dsp:cNvSpPr/>
      </dsp:nvSpPr>
      <dsp:spPr>
        <a:xfrm>
          <a:off x="5217697" y="1640599"/>
          <a:ext cx="2219062" cy="332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Usage</a:t>
          </a:r>
        </a:p>
      </dsp:txBody>
      <dsp:txXfrm>
        <a:off x="5217697" y="1640599"/>
        <a:ext cx="2219062" cy="332859"/>
      </dsp:txXfrm>
    </dsp:sp>
    <dsp:sp modelId="{4069C4CF-B050-4307-ACD6-97136A40AEFB}">
      <dsp:nvSpPr>
        <dsp:cNvPr id="0" name=""/>
        <dsp:cNvSpPr/>
      </dsp:nvSpPr>
      <dsp:spPr>
        <a:xfrm>
          <a:off x="5217697" y="2015545"/>
          <a:ext cx="2219062" cy="862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0" i="0" kern="1200" dirty="0"/>
            <a:t>Mnemonic is used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0" i="0" kern="1200" dirty="0"/>
            <a:t>to generate and recover keys</a:t>
          </a:r>
          <a:endParaRPr lang="tr-TR" sz="1600" kern="1200" dirty="0"/>
        </a:p>
      </dsp:txBody>
      <dsp:txXfrm>
        <a:off x="5217697" y="2015545"/>
        <a:ext cx="2219062" cy="8622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3DCB3-599E-415D-9CCF-24323AB89DA7}">
      <dsp:nvSpPr>
        <dsp:cNvPr id="0" name=""/>
        <dsp:cNvSpPr/>
      </dsp:nvSpPr>
      <dsp:spPr>
        <a:xfrm>
          <a:off x="15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7D505-0BAF-4513-BB15-BCF67263A8DC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Developers</a:t>
          </a:r>
          <a:endParaRPr lang="en-US" sz="3600" kern="1200"/>
        </a:p>
      </dsp:txBody>
      <dsp:txXfrm>
        <a:off x="152976" y="1801062"/>
        <a:ext cx="4320000" cy="648000"/>
      </dsp:txXfrm>
    </dsp:sp>
    <dsp:sp modelId="{B9AD12C9-7AA6-403C-BC83-4D3F6D27943D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Set up dev environment</a:t>
          </a:r>
          <a:endParaRPr lang="en-US" sz="1700" kern="1200"/>
        </a:p>
      </dsp:txBody>
      <dsp:txXfrm>
        <a:off x="152976" y="2516307"/>
        <a:ext cx="4320000" cy="990458"/>
      </dsp:txXfrm>
    </dsp:sp>
    <dsp:sp modelId="{78A6AB03-6B70-4B3B-AE7E-5207A6FF6BFD}">
      <dsp:nvSpPr>
        <dsp:cNvPr id="0" name=""/>
        <dsp:cNvSpPr/>
      </dsp:nvSpPr>
      <dsp:spPr>
        <a:xfrm>
          <a:off x="5228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CB120-430A-434C-A135-CCB45D3A524F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Environment</a:t>
          </a:r>
          <a:endParaRPr lang="en-US" sz="3600" kern="1200"/>
        </a:p>
      </dsp:txBody>
      <dsp:txXfrm>
        <a:off x="5228976" y="1801062"/>
        <a:ext cx="4320000" cy="648000"/>
      </dsp:txXfrm>
    </dsp:sp>
    <dsp:sp modelId="{179CAC39-4675-4432-AD8C-E00A76BA3FA5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the</a:t>
          </a:r>
          <a:r>
            <a:rPr lang="tr-TR" sz="1700" kern="1200"/>
            <a:t> </a:t>
          </a:r>
          <a:r>
            <a:rPr lang="en-US" sz="1700" kern="1200"/>
            <a:t>tools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libraries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 software</a:t>
          </a:r>
        </a:p>
      </dsp:txBody>
      <dsp:txXfrm>
        <a:off x="5228976" y="2516307"/>
        <a:ext cx="4320000" cy="9904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0A853-6736-4170-83DC-B932BD3C5BE1}">
      <dsp:nvSpPr>
        <dsp:cNvPr id="0" name=""/>
        <dsp:cNvSpPr/>
      </dsp:nvSpPr>
      <dsp:spPr>
        <a:xfrm rot="5400000">
          <a:off x="3724091" y="-1439340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as a ZIP archive</a:t>
          </a:r>
          <a:r>
            <a:rPr lang="tr-TR" sz="1400" kern="1200"/>
            <a:t> </a:t>
          </a:r>
          <a:r>
            <a:rPr lang="en-US" sz="1400" kern="1200"/>
            <a:t>On the GitHub </a:t>
          </a:r>
          <a:r>
            <a:rPr lang="tr-TR" sz="1400" kern="1200"/>
            <a:t>Bitcoin Page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select Download ZIP </a:t>
          </a:r>
          <a:r>
            <a:rPr lang="tr-TR" sz="1400" kern="1200">
              <a:hlinkClick xmlns:r="http://schemas.openxmlformats.org/officeDocument/2006/relationships" r:id="rId1"/>
            </a:rPr>
            <a:t>https://github.com/bitcoin/bitcoin</a:t>
          </a:r>
          <a:endParaRPr lang="tr-TR" sz="1400" kern="1200"/>
        </a:p>
      </dsp:txBody>
      <dsp:txXfrm rot="-5400000">
        <a:off x="2182890" y="140830"/>
        <a:ext cx="3841724" cy="720352"/>
      </dsp:txXfrm>
    </dsp:sp>
    <dsp:sp modelId="{D940AA9B-42D9-4F34-9E8B-1554CCEDFAD6}">
      <dsp:nvSpPr>
        <dsp:cNvPr id="0" name=""/>
        <dsp:cNvSpPr/>
      </dsp:nvSpPr>
      <dsp:spPr>
        <a:xfrm>
          <a:off x="0" y="2074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 err="1"/>
            <a:t>Download</a:t>
          </a:r>
          <a:r>
            <a:rPr lang="tr-TR" sz="3200" kern="1200" dirty="0"/>
            <a:t> </a:t>
          </a:r>
        </a:p>
      </dsp:txBody>
      <dsp:txXfrm>
        <a:off x="48712" y="50786"/>
        <a:ext cx="2085465" cy="900439"/>
      </dsp:txXfrm>
    </dsp:sp>
    <dsp:sp modelId="{12F9329B-AD02-47B5-99D8-3446D1635F20}">
      <dsp:nvSpPr>
        <dsp:cNvPr id="0" name=""/>
        <dsp:cNvSpPr/>
      </dsp:nvSpPr>
      <dsp:spPr>
        <a:xfrm rot="5400000">
          <a:off x="3724091" y="-391584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1158673"/>
            <a:satOff val="-13145"/>
            <a:lumOff val="-1335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1158673"/>
              <a:satOff val="-13145"/>
              <a:lumOff val="-13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Create local copy of source code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Use git Command line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$ git clone </a:t>
          </a:r>
          <a:r>
            <a:rPr lang="tr-TR" sz="1400" kern="1200">
              <a:hlinkClick xmlns:r="http://schemas.openxmlformats.org/officeDocument/2006/relationships" r:id="rId2"/>
            </a:rPr>
            <a:t>https://github.com/bitcoin/bitcoin.git</a:t>
          </a:r>
          <a:endParaRPr lang="tr-TR" sz="1400" kern="1200"/>
        </a:p>
      </dsp:txBody>
      <dsp:txXfrm rot="-5400000">
        <a:off x="2182890" y="1188586"/>
        <a:ext cx="3841724" cy="720352"/>
      </dsp:txXfrm>
    </dsp:sp>
    <dsp:sp modelId="{FFED4DF4-543D-4127-8C4A-38490BF54E28}">
      <dsp:nvSpPr>
        <dsp:cNvPr id="0" name=""/>
        <dsp:cNvSpPr/>
      </dsp:nvSpPr>
      <dsp:spPr>
        <a:xfrm>
          <a:off x="0" y="1049830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1067242"/>
                <a:satOff val="-14147"/>
                <a:lumOff val="-444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067242"/>
                <a:satOff val="-14147"/>
                <a:lumOff val="-444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067242"/>
                <a:satOff val="-14147"/>
                <a:lumOff val="-4444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/>
            <a:t>Local copy</a:t>
          </a:r>
        </a:p>
      </dsp:txBody>
      <dsp:txXfrm>
        <a:off x="48712" y="1098542"/>
        <a:ext cx="2085465" cy="900439"/>
      </dsp:txXfrm>
    </dsp:sp>
    <dsp:sp modelId="{139C888F-E678-4169-A680-4703C3130F2B}">
      <dsp:nvSpPr>
        <dsp:cNvPr id="0" name=""/>
        <dsp:cNvSpPr/>
      </dsp:nvSpPr>
      <dsp:spPr>
        <a:xfrm rot="5400000">
          <a:off x="3724091" y="656172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2317347"/>
            <a:satOff val="-26290"/>
            <a:lumOff val="-266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2317347"/>
              <a:satOff val="-26290"/>
              <a:lumOff val="-266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Distributed version control system</a:t>
          </a:r>
        </a:p>
      </dsp:txBody>
      <dsp:txXfrm rot="-5400000">
        <a:off x="2182890" y="2236343"/>
        <a:ext cx="3841724" cy="720352"/>
      </dsp:txXfrm>
    </dsp:sp>
    <dsp:sp modelId="{1811E1DD-30C3-4703-A515-A774FF64A7CA}">
      <dsp:nvSpPr>
        <dsp:cNvPr id="0" name=""/>
        <dsp:cNvSpPr/>
      </dsp:nvSpPr>
      <dsp:spPr>
        <a:xfrm>
          <a:off x="0" y="2097587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2134483"/>
                <a:satOff val="-28295"/>
                <a:lumOff val="-888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2134483"/>
                <a:satOff val="-28295"/>
                <a:lumOff val="-888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2134483"/>
                <a:satOff val="-28295"/>
                <a:lumOff val="-8889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Git</a:t>
          </a:r>
        </a:p>
      </dsp:txBody>
      <dsp:txXfrm>
        <a:off x="48712" y="2146299"/>
        <a:ext cx="2085465" cy="900439"/>
      </dsp:txXfrm>
    </dsp:sp>
    <dsp:sp modelId="{6F7B83CA-5B5B-4DC0-951F-56BD1D5E62E7}">
      <dsp:nvSpPr>
        <dsp:cNvPr id="0" name=""/>
        <dsp:cNvSpPr/>
      </dsp:nvSpPr>
      <dsp:spPr>
        <a:xfrm rot="5400000">
          <a:off x="3724091" y="1703928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3476020"/>
            <a:satOff val="-39435"/>
            <a:lumOff val="-4004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3476020"/>
              <a:satOff val="-39435"/>
              <a:lumOff val="-400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 err="1"/>
            <a:t>You</a:t>
          </a:r>
          <a:r>
            <a:rPr lang="tr-TR" sz="1400" kern="1200" dirty="0"/>
            <a:t> </a:t>
          </a:r>
          <a:r>
            <a:rPr lang="tr-TR" sz="1400" kern="1200" dirty="0" err="1"/>
            <a:t>need</a:t>
          </a:r>
          <a:r>
            <a:rPr lang="tr-TR" sz="1400" kern="1200" dirty="0"/>
            <a:t> </a:t>
          </a:r>
          <a:r>
            <a:rPr lang="tr-TR" sz="1400" kern="1200" dirty="0" err="1"/>
            <a:t>to</a:t>
          </a:r>
          <a:r>
            <a:rPr lang="tr-TR" sz="1400" kern="1200" dirty="0"/>
            <a:t> </a:t>
          </a:r>
          <a:r>
            <a:rPr lang="tr-TR" sz="1400" kern="1200" dirty="0" err="1"/>
            <a:t>install</a:t>
          </a:r>
          <a:r>
            <a:rPr lang="tr-TR" sz="1400" kern="1200" dirty="0"/>
            <a:t> Git </a:t>
          </a:r>
          <a:r>
            <a:rPr lang="tr-TR" sz="1400" kern="1200" dirty="0" err="1"/>
            <a:t>if</a:t>
          </a:r>
          <a:r>
            <a:rPr lang="tr-TR" sz="1400" kern="1200" dirty="0"/>
            <a:t> </a:t>
          </a:r>
          <a:r>
            <a:rPr lang="tr-TR" sz="1400" kern="1200" dirty="0" err="1"/>
            <a:t>you</a:t>
          </a:r>
          <a:r>
            <a:rPr lang="tr-TR" sz="1400" kern="1200" dirty="0"/>
            <a:t> </a:t>
          </a:r>
          <a:r>
            <a:rPr lang="tr-TR" sz="1400" kern="1200" dirty="0" err="1"/>
            <a:t>don’t</a:t>
          </a:r>
          <a:r>
            <a:rPr lang="tr-TR" sz="1400" kern="1200" dirty="0"/>
            <a:t> </a:t>
          </a:r>
          <a:r>
            <a:rPr lang="tr-TR" sz="1400" kern="1200" dirty="0" err="1"/>
            <a:t>have</a:t>
          </a:r>
          <a:r>
            <a:rPr lang="tr-TR" sz="1400" kern="1200" dirty="0"/>
            <a:t> it</a:t>
          </a:r>
        </a:p>
      </dsp:txBody>
      <dsp:txXfrm rot="-5400000">
        <a:off x="2182890" y="3284099"/>
        <a:ext cx="3841724" cy="720352"/>
      </dsp:txXfrm>
    </dsp:sp>
    <dsp:sp modelId="{CF9D35CC-3799-4222-9F80-84AD25D258AF}">
      <dsp:nvSpPr>
        <dsp:cNvPr id="0" name=""/>
        <dsp:cNvSpPr/>
      </dsp:nvSpPr>
      <dsp:spPr>
        <a:xfrm>
          <a:off x="0" y="3145343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3201725"/>
                <a:satOff val="-42442"/>
                <a:lumOff val="-1333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3201725"/>
                <a:satOff val="-42442"/>
                <a:lumOff val="-1333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3201725"/>
                <a:satOff val="-42442"/>
                <a:lumOff val="-13333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 err="1"/>
            <a:t>Notice</a:t>
          </a:r>
          <a:r>
            <a:rPr lang="tr-TR" sz="3200" kern="1200" dirty="0"/>
            <a:t>!</a:t>
          </a:r>
        </a:p>
      </dsp:txBody>
      <dsp:txXfrm>
        <a:off x="48712" y="3194055"/>
        <a:ext cx="2085465" cy="90043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BC9FF-A287-4D14-B102-0827E0EF276E}">
      <dsp:nvSpPr>
        <dsp:cNvPr id="0" name=""/>
        <dsp:cNvSpPr/>
      </dsp:nvSpPr>
      <dsp:spPr>
        <a:xfrm>
          <a:off x="837401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F31A0-F982-41DF-81BE-8D4BE817B9F9}">
      <dsp:nvSpPr>
        <dsp:cNvPr id="0" name=""/>
        <dsp:cNvSpPr/>
      </dsp:nvSpPr>
      <dsp:spPr>
        <a:xfrm>
          <a:off x="2405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Synchronization</a:t>
          </a:r>
          <a:endParaRPr lang="en-US" sz="1700" kern="1200"/>
        </a:p>
      </dsp:txBody>
      <dsp:txXfrm>
        <a:off x="2405" y="1762886"/>
        <a:ext cx="2569218" cy="385382"/>
      </dsp:txXfrm>
    </dsp:sp>
    <dsp:sp modelId="{E90E7449-44FB-4D67-9781-46D860B15A62}">
      <dsp:nvSpPr>
        <dsp:cNvPr id="0" name=""/>
        <dsp:cNvSpPr/>
      </dsp:nvSpPr>
      <dsp:spPr>
        <a:xfrm>
          <a:off x="2405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By default, the local copy will be synchronized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with </a:t>
          </a:r>
          <a:r>
            <a:rPr lang="en-US" sz="1300" kern="1200" dirty="0"/>
            <a:t>the most recent code</a:t>
          </a:r>
        </a:p>
      </dsp:txBody>
      <dsp:txXfrm>
        <a:off x="2405" y="2198230"/>
        <a:ext cx="2569218" cy="1056051"/>
      </dsp:txXfrm>
    </dsp:sp>
    <dsp:sp modelId="{F01EF02E-9FE7-467E-86F6-FB7874E8FFFF}">
      <dsp:nvSpPr>
        <dsp:cNvPr id="0" name=""/>
        <dsp:cNvSpPr/>
      </dsp:nvSpPr>
      <dsp:spPr>
        <a:xfrm>
          <a:off x="3856233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B2808-C404-4766-A7BE-FE5C19A4219F}">
      <dsp:nvSpPr>
        <dsp:cNvPr id="0" name=""/>
        <dsp:cNvSpPr/>
      </dsp:nvSpPr>
      <dsp:spPr>
        <a:xfrm>
          <a:off x="3021237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Synchronize before compile</a:t>
          </a:r>
          <a:endParaRPr lang="en-US" sz="1700" kern="1200"/>
        </a:p>
      </dsp:txBody>
      <dsp:txXfrm>
        <a:off x="3021237" y="1762886"/>
        <a:ext cx="2569218" cy="385382"/>
      </dsp:txXfrm>
    </dsp:sp>
    <dsp:sp modelId="{C9BC0210-8C7D-4951-9DC8-63051B2BC305}">
      <dsp:nvSpPr>
        <dsp:cNvPr id="0" name=""/>
        <dsp:cNvSpPr/>
      </dsp:nvSpPr>
      <dsp:spPr>
        <a:xfrm>
          <a:off x="3021237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Before compiling the code,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select a</a:t>
          </a:r>
          <a:r>
            <a:rPr lang="tr-TR" sz="1300" kern="1200" dirty="0"/>
            <a:t> </a:t>
          </a:r>
          <a:r>
            <a:rPr lang="en-US" sz="1300" kern="1200" dirty="0"/>
            <a:t>specific version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by </a:t>
          </a:r>
          <a:r>
            <a:rPr lang="en-US" sz="1300" kern="1200" dirty="0"/>
            <a:t>checking out a release tag. </a:t>
          </a:r>
        </a:p>
      </dsp:txBody>
      <dsp:txXfrm>
        <a:off x="3021237" y="2198230"/>
        <a:ext cx="2569218" cy="1056051"/>
      </dsp:txXfrm>
    </dsp:sp>
    <dsp:sp modelId="{5071A861-BE2B-4779-8578-0881E2B529BC}">
      <dsp:nvSpPr>
        <dsp:cNvPr id="0" name=""/>
        <dsp:cNvSpPr/>
      </dsp:nvSpPr>
      <dsp:spPr>
        <a:xfrm>
          <a:off x="6875065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35BA3-4D0B-46F0-B9FD-58E78DD79FAD}">
      <dsp:nvSpPr>
        <dsp:cNvPr id="0" name=""/>
        <dsp:cNvSpPr/>
      </dsp:nvSpPr>
      <dsp:spPr>
        <a:xfrm>
          <a:off x="6040069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This will synchronize</a:t>
          </a:r>
        </a:p>
      </dsp:txBody>
      <dsp:txXfrm>
        <a:off x="6040069" y="1762886"/>
        <a:ext cx="2569218" cy="385382"/>
      </dsp:txXfrm>
    </dsp:sp>
    <dsp:sp modelId="{C0B45D08-CD12-4F88-8064-48E9C989F5EA}">
      <dsp:nvSpPr>
        <dsp:cNvPr id="0" name=""/>
        <dsp:cNvSpPr/>
      </dsp:nvSpPr>
      <dsp:spPr>
        <a:xfrm>
          <a:off x="6040069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</a:t>
          </a:r>
          <a:r>
            <a:rPr lang="en-US" sz="1300" kern="1200" dirty="0"/>
            <a:t>local copy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with a specific snapshot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of </a:t>
          </a:r>
          <a:r>
            <a:rPr lang="en-US" sz="1300" kern="1200" dirty="0"/>
            <a:t>the code repository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identified by a keyword tag.</a:t>
          </a:r>
        </a:p>
      </dsp:txBody>
      <dsp:txXfrm>
        <a:off x="6040069" y="2198230"/>
        <a:ext cx="2569218" cy="1056051"/>
      </dsp:txXfrm>
    </dsp:sp>
    <dsp:sp modelId="{6754D375-D8B9-436F-AD7C-3B8955375F9C}">
      <dsp:nvSpPr>
        <dsp:cNvPr id="0" name=""/>
        <dsp:cNvSpPr/>
      </dsp:nvSpPr>
      <dsp:spPr>
        <a:xfrm>
          <a:off x="9893897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77365-82FB-42DF-9AE5-D008FF734F32}">
      <dsp:nvSpPr>
        <dsp:cNvPr id="0" name=""/>
        <dsp:cNvSpPr/>
      </dsp:nvSpPr>
      <dsp:spPr>
        <a:xfrm>
          <a:off x="9058901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Tags</a:t>
          </a:r>
          <a:endParaRPr lang="en-US" sz="1700" kern="1200"/>
        </a:p>
      </dsp:txBody>
      <dsp:txXfrm>
        <a:off x="9058901" y="1762886"/>
        <a:ext cx="2569218" cy="385382"/>
      </dsp:txXfrm>
    </dsp:sp>
    <dsp:sp modelId="{69871A6D-EE61-4565-8CCE-605212B13D7F}">
      <dsp:nvSpPr>
        <dsp:cNvPr id="0" name=""/>
        <dsp:cNvSpPr/>
      </dsp:nvSpPr>
      <dsp:spPr>
        <a:xfrm>
          <a:off x="9058901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used by the developers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</a:t>
          </a:r>
          <a:r>
            <a:rPr lang="en-US" sz="1300" kern="1200" dirty="0"/>
            <a:t>mark specific releases of the code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by version number. </a:t>
          </a:r>
        </a:p>
      </dsp:txBody>
      <dsp:txXfrm>
        <a:off x="9058901" y="2198230"/>
        <a:ext cx="2569218" cy="105605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66D4A-488B-4CAE-B7DE-FBB676FCC260}">
      <dsp:nvSpPr>
        <dsp:cNvPr id="0" name=""/>
        <dsp:cNvSpPr/>
      </dsp:nvSpPr>
      <dsp:spPr>
        <a:xfrm>
          <a:off x="698671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B443C-999C-4DA7-8988-2CE2BA0CC3A9}">
      <dsp:nvSpPr>
        <dsp:cNvPr id="0" name=""/>
        <dsp:cNvSpPr/>
      </dsp:nvSpPr>
      <dsp:spPr>
        <a:xfrm>
          <a:off x="2156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Node</a:t>
          </a:r>
          <a:endParaRPr lang="en-US" sz="1700" kern="1200"/>
        </a:p>
      </dsp:txBody>
      <dsp:txXfrm>
        <a:off x="2156" y="1817506"/>
        <a:ext cx="2143124" cy="321468"/>
      </dsp:txXfrm>
    </dsp:sp>
    <dsp:sp modelId="{3D46315B-18D1-4894-8B78-1553F10B9289}">
      <dsp:nvSpPr>
        <dsp:cNvPr id="0" name=""/>
        <dsp:cNvSpPr/>
      </dsp:nvSpPr>
      <dsp:spPr>
        <a:xfrm>
          <a:off x="2156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Bitcoin’s peer-to-peer network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composed of network “nodes,” </a:t>
          </a:r>
        </a:p>
      </dsp:txBody>
      <dsp:txXfrm>
        <a:off x="2156" y="2172157"/>
        <a:ext cx="2143124" cy="483021"/>
      </dsp:txXfrm>
    </dsp:sp>
    <dsp:sp modelId="{5CA1A649-8EBA-46E5-91AB-4AF349059B61}">
      <dsp:nvSpPr>
        <dsp:cNvPr id="0" name=""/>
        <dsp:cNvSpPr/>
      </dsp:nvSpPr>
      <dsp:spPr>
        <a:xfrm>
          <a:off x="3216843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770EF-8A91-448F-8DAD-A5AECEB2DA23}">
      <dsp:nvSpPr>
        <dsp:cNvPr id="0" name=""/>
        <dsp:cNvSpPr/>
      </dsp:nvSpPr>
      <dsp:spPr>
        <a:xfrm>
          <a:off x="2520328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authoritative view </a:t>
          </a:r>
        </a:p>
      </dsp:txBody>
      <dsp:txXfrm>
        <a:off x="2520328" y="1817506"/>
        <a:ext cx="2143124" cy="321468"/>
      </dsp:txXfrm>
    </dsp:sp>
    <dsp:sp modelId="{0110AFB4-0A39-40EA-8163-43682C7B5889}">
      <dsp:nvSpPr>
        <dsp:cNvPr id="0" name=""/>
        <dsp:cNvSpPr/>
      </dsp:nvSpPr>
      <dsp:spPr>
        <a:xfrm>
          <a:off x="2520328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direct and authoritative view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of the bitcoin blockchain</a:t>
          </a:r>
        </a:p>
      </dsp:txBody>
      <dsp:txXfrm>
        <a:off x="2520328" y="2172157"/>
        <a:ext cx="2143124" cy="483021"/>
      </dsp:txXfrm>
    </dsp:sp>
    <dsp:sp modelId="{0BEE6627-D709-48B9-B101-69EDBC26B1CF}">
      <dsp:nvSpPr>
        <dsp:cNvPr id="0" name=""/>
        <dsp:cNvSpPr/>
      </dsp:nvSpPr>
      <dsp:spPr>
        <a:xfrm>
          <a:off x="5735015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E9EB7-CDD0-4513-8FB2-AFEAA1498D2A}">
      <dsp:nvSpPr>
        <dsp:cNvPr id="0" name=""/>
        <dsp:cNvSpPr/>
      </dsp:nvSpPr>
      <dsp:spPr>
        <a:xfrm>
          <a:off x="5038499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Transactions</a:t>
          </a:r>
          <a:endParaRPr lang="en-US" sz="1700" kern="1200"/>
        </a:p>
      </dsp:txBody>
      <dsp:txXfrm>
        <a:off x="5038499" y="1817506"/>
        <a:ext cx="2143124" cy="321468"/>
      </dsp:txXfrm>
    </dsp:sp>
    <dsp:sp modelId="{536F7C9F-C463-49CF-928B-CA2CA4D5F699}">
      <dsp:nvSpPr>
        <dsp:cNvPr id="0" name=""/>
        <dsp:cNvSpPr/>
      </dsp:nvSpPr>
      <dsp:spPr>
        <a:xfrm>
          <a:off x="5038499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local</a:t>
          </a:r>
          <a:r>
            <a:rPr lang="tr-TR" sz="1300" kern="1200"/>
            <a:t> </a:t>
          </a:r>
          <a:r>
            <a:rPr lang="en-US" sz="1300" kern="1200"/>
            <a:t>copy of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all the transactions</a:t>
          </a:r>
        </a:p>
      </dsp:txBody>
      <dsp:txXfrm>
        <a:off x="5038499" y="2172157"/>
        <a:ext cx="2143124" cy="483021"/>
      </dsp:txXfrm>
    </dsp:sp>
    <dsp:sp modelId="{C403676E-E054-485E-863E-AC3382D49967}">
      <dsp:nvSpPr>
        <dsp:cNvPr id="0" name=""/>
        <dsp:cNvSpPr/>
      </dsp:nvSpPr>
      <dsp:spPr>
        <a:xfrm>
          <a:off x="8253187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6DE30-8199-4F9F-A7AA-3E575D265839}">
      <dsp:nvSpPr>
        <dsp:cNvPr id="0" name=""/>
        <dsp:cNvSpPr/>
      </dsp:nvSpPr>
      <dsp:spPr>
        <a:xfrm>
          <a:off x="7556671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Independent validation</a:t>
          </a:r>
          <a:endParaRPr lang="en-US" sz="1700" kern="1200"/>
        </a:p>
      </dsp:txBody>
      <dsp:txXfrm>
        <a:off x="7556671" y="1817506"/>
        <a:ext cx="2143124" cy="321468"/>
      </dsp:txXfrm>
    </dsp:sp>
    <dsp:sp modelId="{E3CD5FBD-3487-4617-9717-7CE91CDE3137}">
      <dsp:nvSpPr>
        <dsp:cNvPr id="0" name=""/>
        <dsp:cNvSpPr/>
      </dsp:nvSpPr>
      <dsp:spPr>
        <a:xfrm>
          <a:off x="7556671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independently validated by their own system.</a:t>
          </a:r>
        </a:p>
      </dsp:txBody>
      <dsp:txXfrm>
        <a:off x="7556671" y="2172157"/>
        <a:ext cx="2143124" cy="48302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02F3F5-411F-411A-86D9-5615B294DE2A}">
      <dsp:nvSpPr>
        <dsp:cNvPr id="0" name=""/>
        <dsp:cNvSpPr/>
      </dsp:nvSpPr>
      <dsp:spPr>
        <a:xfrm>
          <a:off x="698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50295-FED5-4743-919F-E9BF78D821DA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volunteers</a:t>
          </a:r>
          <a:endParaRPr lang="en-US" sz="2000" kern="1200" dirty="0"/>
        </a:p>
      </dsp:txBody>
      <dsp:txXfrm>
        <a:off x="2156" y="1667917"/>
        <a:ext cx="2143124" cy="321468"/>
      </dsp:txXfrm>
    </dsp:sp>
    <dsp:sp modelId="{3F3CDC75-C901-40F2-9C18-B253ABA795BD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run mostly by volunteers</a:t>
          </a:r>
        </a:p>
      </dsp:txBody>
      <dsp:txXfrm>
        <a:off x="2156" y="2029114"/>
        <a:ext cx="2143124" cy="789728"/>
      </dsp:txXfrm>
    </dsp:sp>
    <dsp:sp modelId="{10F429A7-9E7D-444B-B974-E5E021BC4DF0}">
      <dsp:nvSpPr>
        <dsp:cNvPr id="0" name=""/>
        <dsp:cNvSpPr/>
      </dsp:nvSpPr>
      <dsp:spPr>
        <a:xfrm>
          <a:off x="3216843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16D12-6C55-463A-B268-F654F1245096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Business </a:t>
          </a:r>
          <a:endParaRPr lang="en-US" sz="2000" kern="1200" dirty="0"/>
        </a:p>
      </dsp:txBody>
      <dsp:txXfrm>
        <a:off x="2520328" y="1667917"/>
        <a:ext cx="2143124" cy="321468"/>
      </dsp:txXfrm>
    </dsp:sp>
    <dsp:sp modelId="{BAD4F065-F2D0-4D4C-A9F1-98DC401C19ED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build bitcoin applications</a:t>
          </a:r>
        </a:p>
      </dsp:txBody>
      <dsp:txXfrm>
        <a:off x="2520328" y="2029114"/>
        <a:ext cx="2143124" cy="789728"/>
      </dsp:txXfrm>
    </dsp:sp>
    <dsp:sp modelId="{14E35252-9ADA-462B-BF18-6C5A3272C322}">
      <dsp:nvSpPr>
        <dsp:cNvPr id="0" name=""/>
        <dsp:cNvSpPr/>
      </dsp:nvSpPr>
      <dsp:spPr>
        <a:xfrm>
          <a:off x="5735015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D2EDA-14B5-4B06-A1DB-D3BA6FCCF92B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Independence</a:t>
          </a:r>
          <a:endParaRPr lang="en-US" sz="2000" kern="1200"/>
        </a:p>
      </dsp:txBody>
      <dsp:txXfrm>
        <a:off x="5038499" y="1667917"/>
        <a:ext cx="2143124" cy="321468"/>
      </dsp:txXfrm>
    </dsp:sp>
    <dsp:sp modelId="{8131FB7C-13C0-4376-8AA0-8783F925B00A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No need </a:t>
          </a:r>
          <a:r>
            <a:rPr lang="en-US" sz="1500" kern="1200" dirty="0"/>
            <a:t>to rely on</a:t>
          </a:r>
          <a:r>
            <a:rPr lang="tr-TR" sz="1500" kern="1200" dirty="0"/>
            <a:t> </a:t>
          </a:r>
          <a:r>
            <a:rPr lang="en-US" sz="1500" kern="1200" dirty="0"/>
            <a:t>third party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validate a transaction. </a:t>
          </a:r>
        </a:p>
      </dsp:txBody>
      <dsp:txXfrm>
        <a:off x="5038499" y="2029114"/>
        <a:ext cx="2143124" cy="789728"/>
      </dsp:txXfrm>
    </dsp:sp>
    <dsp:sp modelId="{44207108-8195-4EB2-B7EB-1D3D15B127D2}">
      <dsp:nvSpPr>
        <dsp:cNvPr id="0" name=""/>
        <dsp:cNvSpPr/>
      </dsp:nvSpPr>
      <dsp:spPr>
        <a:xfrm>
          <a:off x="8253187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55346-487E-483D-A1A6-C215DD75AE2A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contribution</a:t>
          </a:r>
          <a:endParaRPr lang="en-US" sz="2000" kern="1200" dirty="0"/>
        </a:p>
      </dsp:txBody>
      <dsp:txXfrm>
        <a:off x="7556671" y="1667917"/>
        <a:ext cx="2143124" cy="321468"/>
      </dsp:txXfrm>
    </dsp:sp>
    <dsp:sp modelId="{ED4FC98B-1B57-4627-B8E6-D62F1F2F1C00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contribute to the bitcoin network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by making it more</a:t>
          </a:r>
          <a:r>
            <a:rPr lang="tr-TR" sz="1500" kern="1200"/>
            <a:t> </a:t>
          </a:r>
          <a:r>
            <a:rPr lang="en-US" sz="1500" kern="1200"/>
            <a:t>robust.</a:t>
          </a:r>
        </a:p>
      </dsp:txBody>
      <dsp:txXfrm>
        <a:off x="7556671" y="2029114"/>
        <a:ext cx="2143124" cy="78972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22994-A070-4065-84F3-CC1911AB1D36}">
      <dsp:nvSpPr>
        <dsp:cNvPr id="0" name=""/>
        <dsp:cNvSpPr/>
      </dsp:nvSpPr>
      <dsp:spPr>
        <a:xfrm>
          <a:off x="2156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C3DCE-6F0E-4823-B9B2-26F83A2D0E1E}">
      <dsp:nvSpPr>
        <dsp:cNvPr id="0" name=""/>
        <dsp:cNvSpPr/>
      </dsp:nvSpPr>
      <dsp:spPr>
        <a:xfrm>
          <a:off x="2156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Full stack node</a:t>
          </a:r>
          <a:endParaRPr lang="en-US" sz="2000" kern="1200"/>
        </a:p>
      </dsp:txBody>
      <dsp:txXfrm>
        <a:off x="2156" y="1781575"/>
        <a:ext cx="2143124" cy="321468"/>
      </dsp:txXfrm>
    </dsp:sp>
    <dsp:sp modelId="{B0D5951A-B4BD-4558-9069-731395D2D1FB}">
      <dsp:nvSpPr>
        <dsp:cNvPr id="0" name=""/>
        <dsp:cNvSpPr/>
      </dsp:nvSpPr>
      <dsp:spPr>
        <a:xfrm>
          <a:off x="2156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index all transactions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starting from 2009</a:t>
          </a:r>
          <a:endParaRPr lang="en-US" sz="1500" kern="1200"/>
        </a:p>
      </dsp:txBody>
      <dsp:txXfrm>
        <a:off x="2156" y="2137798"/>
        <a:ext cx="2143124" cy="556691"/>
      </dsp:txXfrm>
    </dsp:sp>
    <dsp:sp modelId="{FC0AB23B-5A11-4025-9B41-681F622AF933}">
      <dsp:nvSpPr>
        <dsp:cNvPr id="0" name=""/>
        <dsp:cNvSpPr/>
      </dsp:nvSpPr>
      <dsp:spPr>
        <a:xfrm>
          <a:off x="2520328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3E0C9-64DC-4EB0-87C2-AAFF7314B38B}">
      <dsp:nvSpPr>
        <dsp:cNvPr id="0" name=""/>
        <dsp:cNvSpPr/>
      </dsp:nvSpPr>
      <dsp:spPr>
        <a:xfrm>
          <a:off x="2520328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Full copy</a:t>
          </a:r>
          <a:endParaRPr lang="en-US" sz="2000" kern="1200"/>
        </a:p>
      </dsp:txBody>
      <dsp:txXfrm>
        <a:off x="2520328" y="1781575"/>
        <a:ext cx="2143124" cy="321468"/>
      </dsp:txXfrm>
    </dsp:sp>
    <dsp:sp modelId="{FEC8D60D-D22C-45BA-B9DC-0FB66B8AC649}">
      <dsp:nvSpPr>
        <dsp:cNvPr id="0" name=""/>
        <dsp:cNvSpPr/>
      </dsp:nvSpPr>
      <dsp:spPr>
        <a:xfrm>
          <a:off x="2520328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keep a full copy of the blockchain</a:t>
          </a:r>
        </a:p>
      </dsp:txBody>
      <dsp:txXfrm>
        <a:off x="2520328" y="2137798"/>
        <a:ext cx="2143124" cy="556691"/>
      </dsp:txXfrm>
    </dsp:sp>
    <dsp:sp modelId="{1B532A17-325E-4D34-95FB-FC03ACE55C13}">
      <dsp:nvSpPr>
        <dsp:cNvPr id="0" name=""/>
        <dsp:cNvSpPr/>
      </dsp:nvSpPr>
      <dsp:spPr>
        <a:xfrm>
          <a:off x="5038499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5BE6D-EE79-4B39-97B0-480378376C7A}">
      <dsp:nvSpPr>
        <dsp:cNvPr id="0" name=""/>
        <dsp:cNvSpPr/>
      </dsp:nvSpPr>
      <dsp:spPr>
        <a:xfrm>
          <a:off x="5038499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Connection</a:t>
          </a:r>
          <a:endParaRPr lang="en-US" sz="2000" kern="1200"/>
        </a:p>
      </dsp:txBody>
      <dsp:txXfrm>
        <a:off x="5038499" y="1781575"/>
        <a:ext cx="2143124" cy="321468"/>
      </dsp:txXfrm>
    </dsp:sp>
    <dsp:sp modelId="{8EE06265-1306-473D-A7B2-7A258B6C1F5E}">
      <dsp:nvSpPr>
        <dsp:cNvPr id="0" name=""/>
        <dsp:cNvSpPr/>
      </dsp:nvSpPr>
      <dsp:spPr>
        <a:xfrm>
          <a:off x="5038499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permanently connected system </a:t>
          </a:r>
        </a:p>
      </dsp:txBody>
      <dsp:txXfrm>
        <a:off x="5038499" y="2137798"/>
        <a:ext cx="2143124" cy="556691"/>
      </dsp:txXfrm>
    </dsp:sp>
    <dsp:sp modelId="{A614A44E-67BC-4ADB-9FB8-311B0B47566E}">
      <dsp:nvSpPr>
        <dsp:cNvPr id="0" name=""/>
        <dsp:cNvSpPr/>
      </dsp:nvSpPr>
      <dsp:spPr>
        <a:xfrm>
          <a:off x="7556671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9506A-AD6C-4204-9905-7681D8C30836}">
      <dsp:nvSpPr>
        <dsp:cNvPr id="0" name=""/>
        <dsp:cNvSpPr/>
      </dsp:nvSpPr>
      <dsp:spPr>
        <a:xfrm>
          <a:off x="7556671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Resources</a:t>
          </a:r>
          <a:r>
            <a:rPr lang="tr-TR" sz="2000" kern="1200"/>
            <a:t> </a:t>
          </a:r>
          <a:endParaRPr lang="en-US" sz="2000" kern="1200"/>
        </a:p>
      </dsp:txBody>
      <dsp:txXfrm>
        <a:off x="7556671" y="1781575"/>
        <a:ext cx="2143124" cy="321468"/>
      </dsp:txXfrm>
    </dsp:sp>
    <dsp:sp modelId="{05CFCC52-C473-4766-9F8F-3E823604D3A4}">
      <dsp:nvSpPr>
        <dsp:cNvPr id="0" name=""/>
        <dsp:cNvSpPr/>
      </dsp:nvSpPr>
      <dsp:spPr>
        <a:xfrm>
          <a:off x="7556671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process transactions</a:t>
          </a:r>
        </a:p>
      </dsp:txBody>
      <dsp:txXfrm>
        <a:off x="7556671" y="2137798"/>
        <a:ext cx="2143124" cy="55669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66AAA-198B-429C-A086-4AA8840CAD64}">
      <dsp:nvSpPr>
        <dsp:cNvPr id="0" name=""/>
        <dsp:cNvSpPr/>
      </dsp:nvSpPr>
      <dsp:spPr>
        <a:xfrm>
          <a:off x="702726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F0CE6-1590-432E-BDE7-B4D6AF0A277B}">
      <dsp:nvSpPr>
        <dsp:cNvPr id="0" name=""/>
        <dsp:cNvSpPr/>
      </dsp:nvSpPr>
      <dsp:spPr>
        <a:xfrm>
          <a:off x="6891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Configuration</a:t>
          </a:r>
          <a:endParaRPr lang="en-US" sz="2000" kern="1200"/>
        </a:p>
      </dsp:txBody>
      <dsp:txXfrm>
        <a:off x="6891" y="1252147"/>
        <a:ext cx="2141032" cy="321154"/>
      </dsp:txXfrm>
    </dsp:sp>
    <dsp:sp modelId="{F78FF0E6-3190-4554-9048-9CE69BE60B46}">
      <dsp:nvSpPr>
        <dsp:cNvPr id="0" name=""/>
        <dsp:cNvSpPr/>
      </dsp:nvSpPr>
      <dsp:spPr>
        <a:xfrm>
          <a:off x="6891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kern="1200" dirty="0"/>
            <a:t>2</a:t>
          </a:r>
          <a:r>
            <a:rPr lang="tr-TR" sz="1500" kern="1200" dirty="0"/>
            <a:t> GB </a:t>
          </a:r>
          <a:r>
            <a:rPr lang="en-US" sz="1500" kern="1200" dirty="0"/>
            <a:t>RAM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one-time download of about </a:t>
          </a:r>
          <a:r>
            <a:rPr lang="en-US" sz="1500" b="1" i="0" kern="1200" dirty="0"/>
            <a:t>400GB</a:t>
          </a:r>
          <a:r>
            <a:rPr lang="en-US" sz="1500" b="0" i="0" kern="1200" dirty="0"/>
            <a:t> of data </a:t>
          </a:r>
          <a:endParaRPr lang="tr-TR" sz="1500" b="0" i="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plus a further </a:t>
          </a:r>
          <a:r>
            <a:rPr lang="en-US" sz="1500" b="1" i="0" kern="1200" dirty="0"/>
            <a:t>5-10GB</a:t>
          </a:r>
          <a:r>
            <a:rPr lang="en-US" sz="1500" b="0" i="0" kern="1200" dirty="0"/>
            <a:t> per month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/>
            <a:t>100</a:t>
          </a:r>
          <a:r>
            <a:rPr lang="en-US" sz="1500" b="0" i="0" kern="1200" dirty="0"/>
            <a:t> MB/s</a:t>
          </a:r>
          <a:r>
            <a:rPr lang="tr-TR" sz="1500" b="0" i="0" kern="1200" dirty="0"/>
            <a:t> </a:t>
          </a:r>
          <a:r>
            <a:rPr lang="en-US" sz="1500" b="0" i="0" kern="1200" dirty="0"/>
            <a:t>read/write speed</a:t>
          </a:r>
          <a:endParaRPr lang="en-US" sz="1500" kern="1200" dirty="0"/>
        </a:p>
      </dsp:txBody>
      <dsp:txXfrm>
        <a:off x="6891" y="1631194"/>
        <a:ext cx="2141032" cy="1641737"/>
      </dsp:txXfrm>
    </dsp:sp>
    <dsp:sp modelId="{307920A7-FA07-4B1B-9859-351954D376C1}">
      <dsp:nvSpPr>
        <dsp:cNvPr id="0" name=""/>
        <dsp:cNvSpPr/>
      </dsp:nvSpPr>
      <dsp:spPr>
        <a:xfrm>
          <a:off x="3218439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9962D-BDE5-4013-B22D-6B816F6C9430}">
      <dsp:nvSpPr>
        <dsp:cNvPr id="0" name=""/>
        <dsp:cNvSpPr/>
      </dsp:nvSpPr>
      <dsp:spPr>
        <a:xfrm>
          <a:off x="2522604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System</a:t>
          </a:r>
          <a:endParaRPr lang="en-US" sz="2000" kern="1200" dirty="0"/>
        </a:p>
      </dsp:txBody>
      <dsp:txXfrm>
        <a:off x="2522604" y="1252147"/>
        <a:ext cx="2141032" cy="321154"/>
      </dsp:txXfrm>
    </dsp:sp>
    <dsp:sp modelId="{2367447F-E674-4E03-BBD9-253C7740E051}">
      <dsp:nvSpPr>
        <dsp:cNvPr id="0" name=""/>
        <dsp:cNvSpPr/>
      </dsp:nvSpPr>
      <dsp:spPr>
        <a:xfrm>
          <a:off x="2522604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Desktop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Laptop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ARM </a:t>
          </a:r>
          <a:r>
            <a:rPr lang="tr-TR" sz="1500" kern="1200" dirty="0" err="1"/>
            <a:t>chipsets</a:t>
          </a:r>
          <a:r>
            <a:rPr lang="tr-TR" sz="1500" kern="1200" dirty="0"/>
            <a:t>&gt;1GHz</a:t>
          </a:r>
          <a:endParaRPr lang="en-US" sz="1500" kern="1200" dirty="0"/>
        </a:p>
      </dsp:txBody>
      <dsp:txXfrm>
        <a:off x="2522604" y="1631194"/>
        <a:ext cx="2141032" cy="1641737"/>
      </dsp:txXfrm>
    </dsp:sp>
    <dsp:sp modelId="{B56DE23E-B0FF-4BA1-9B21-43E6582F7287}">
      <dsp:nvSpPr>
        <dsp:cNvPr id="0" name=""/>
        <dsp:cNvSpPr/>
      </dsp:nvSpPr>
      <dsp:spPr>
        <a:xfrm>
          <a:off x="5734152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AD53D-ACBA-49D4-A038-EC3C0D47EE81}">
      <dsp:nvSpPr>
        <dsp:cNvPr id="0" name=""/>
        <dsp:cNvSpPr/>
      </dsp:nvSpPr>
      <dsp:spPr>
        <a:xfrm>
          <a:off x="5038316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Operating </a:t>
          </a:r>
          <a:r>
            <a:rPr lang="tr-TR" sz="2000" kern="1200" dirty="0" err="1"/>
            <a:t>Systems</a:t>
          </a:r>
          <a:endParaRPr lang="en-US" sz="2000" kern="1200" dirty="0"/>
        </a:p>
      </dsp:txBody>
      <dsp:txXfrm>
        <a:off x="5038316" y="1252147"/>
        <a:ext cx="2141032" cy="321154"/>
      </dsp:txXfrm>
    </dsp:sp>
    <dsp:sp modelId="{946F64D3-FF59-4816-987E-61D85C54DC0B}">
      <dsp:nvSpPr>
        <dsp:cNvPr id="0" name=""/>
        <dsp:cNvSpPr/>
      </dsp:nvSpPr>
      <dsp:spPr>
        <a:xfrm>
          <a:off x="5038316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Desktop or laptop hardware </a:t>
          </a:r>
          <a:endParaRPr lang="tr-TR" sz="1500" b="0" i="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running recent versions of</a:t>
          </a:r>
          <a:r>
            <a:rPr lang="tr-TR" sz="1500" b="0" i="0" kern="1200" dirty="0"/>
            <a:t> OS</a:t>
          </a:r>
          <a:endParaRPr lang="en-US" sz="1500" kern="1200" dirty="0"/>
        </a:p>
      </dsp:txBody>
      <dsp:txXfrm>
        <a:off x="5038316" y="1631194"/>
        <a:ext cx="2141032" cy="1641737"/>
      </dsp:txXfrm>
    </dsp:sp>
    <dsp:sp modelId="{25FEBA37-950C-46F5-95EB-F55B85C161F8}">
      <dsp:nvSpPr>
        <dsp:cNvPr id="0" name=""/>
        <dsp:cNvSpPr/>
      </dsp:nvSpPr>
      <dsp:spPr>
        <a:xfrm>
          <a:off x="8249864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000" r="-43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87ACF-96DA-46ED-B08F-2092D3CD862D}">
      <dsp:nvSpPr>
        <dsp:cNvPr id="0" name=""/>
        <dsp:cNvSpPr/>
      </dsp:nvSpPr>
      <dsp:spPr>
        <a:xfrm>
          <a:off x="7554029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Operating </a:t>
          </a:r>
          <a:r>
            <a:rPr lang="tr-TR" sz="2000" kern="1200" dirty="0" err="1"/>
            <a:t>Systems</a:t>
          </a:r>
          <a:endParaRPr lang="en-US" sz="2000" kern="1200" dirty="0"/>
        </a:p>
      </dsp:txBody>
      <dsp:txXfrm>
        <a:off x="7554029" y="1252147"/>
        <a:ext cx="2141032" cy="321154"/>
      </dsp:txXfrm>
    </dsp:sp>
    <dsp:sp modelId="{E24A5F13-3870-4E8F-9446-EF61AC570AF2}">
      <dsp:nvSpPr>
        <dsp:cNvPr id="0" name=""/>
        <dsp:cNvSpPr/>
      </dsp:nvSpPr>
      <dsp:spPr>
        <a:xfrm>
          <a:off x="7554029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dirty="0"/>
            <a:t>MS</a:t>
          </a:r>
          <a:r>
            <a:rPr lang="en-US" sz="1500" b="0" i="0" kern="1200" dirty="0"/>
            <a:t> Windows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Mac OS X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Linux</a:t>
          </a:r>
          <a:endParaRPr lang="en-US" sz="1500" kern="1200" dirty="0"/>
        </a:p>
      </dsp:txBody>
      <dsp:txXfrm>
        <a:off x="7554029" y="1631194"/>
        <a:ext cx="2141032" cy="164173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F9C05-F04C-4469-BD36-9607112C8757}">
      <dsp:nvSpPr>
        <dsp:cNvPr id="0" name=""/>
        <dsp:cNvSpPr/>
      </dsp:nvSpPr>
      <dsp:spPr>
        <a:xfrm>
          <a:off x="943992" y="546283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84ABE-8482-4C52-A0C8-00BEC53D4F9A}">
      <dsp:nvSpPr>
        <dsp:cNvPr id="0" name=""/>
        <dsp:cNvSpPr/>
      </dsp:nvSpPr>
      <dsp:spPr>
        <a:xfrm>
          <a:off x="3421" y="16692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Raspberry Pi</a:t>
          </a:r>
        </a:p>
      </dsp:txBody>
      <dsp:txXfrm>
        <a:off x="3421" y="1669228"/>
        <a:ext cx="2894062" cy="434109"/>
      </dsp:txXfrm>
    </dsp:sp>
    <dsp:sp modelId="{500DDE4C-C679-43B9-A328-B9FED16141E8}">
      <dsp:nvSpPr>
        <dsp:cNvPr id="0" name=""/>
        <dsp:cNvSpPr/>
      </dsp:nvSpPr>
      <dsp:spPr>
        <a:xfrm>
          <a:off x="3421" y="2154511"/>
          <a:ext cx="2894062" cy="95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$35 USD computer the</a:t>
          </a:r>
          <a:r>
            <a:rPr lang="tr-TR" sz="1600" kern="1200"/>
            <a:t> </a:t>
          </a:r>
          <a:r>
            <a:rPr lang="en-US" sz="1600" kern="1200"/>
            <a:t>size of a pack of cards)</a:t>
          </a:r>
        </a:p>
      </dsp:txBody>
      <dsp:txXfrm>
        <a:off x="3421" y="2154511"/>
        <a:ext cx="2894062" cy="950454"/>
      </dsp:txXfrm>
    </dsp:sp>
    <dsp:sp modelId="{46F3C5CC-D670-4302-9F69-5255D32B0F22}">
      <dsp:nvSpPr>
        <dsp:cNvPr id="0" name=""/>
        <dsp:cNvSpPr/>
      </dsp:nvSpPr>
      <dsp:spPr>
        <a:xfrm>
          <a:off x="4344515" y="546283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4DC61-2AF4-424F-835D-D1A0B44A2B9E}">
      <dsp:nvSpPr>
        <dsp:cNvPr id="0" name=""/>
        <dsp:cNvSpPr/>
      </dsp:nvSpPr>
      <dsp:spPr>
        <a:xfrm>
          <a:off x="3403945" y="16692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VPS-</a:t>
          </a:r>
          <a:r>
            <a:rPr lang="en-US" sz="2100" i="1" kern="1200"/>
            <a:t>Virtual Private Server</a:t>
          </a:r>
          <a:endParaRPr lang="en-US" sz="2100" kern="1200"/>
        </a:p>
      </dsp:txBody>
      <dsp:txXfrm>
        <a:off x="3403945" y="1669228"/>
        <a:ext cx="2894062" cy="434109"/>
      </dsp:txXfrm>
    </dsp:sp>
    <dsp:sp modelId="{1310636A-332F-468E-B070-A47585CBCEE4}">
      <dsp:nvSpPr>
        <dsp:cNvPr id="0" name=""/>
        <dsp:cNvSpPr/>
      </dsp:nvSpPr>
      <dsp:spPr>
        <a:xfrm>
          <a:off x="3403945" y="2154511"/>
          <a:ext cx="2894062" cy="95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 bitcoin nodes on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rented servers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usually some variant of Linux. </a:t>
          </a:r>
        </a:p>
      </dsp:txBody>
      <dsp:txXfrm>
        <a:off x="3403945" y="2154511"/>
        <a:ext cx="2894062" cy="950454"/>
      </dsp:txXfrm>
    </dsp:sp>
    <dsp:sp modelId="{DC18A25A-7842-4308-9C7B-B5ED3E7A430F}">
      <dsp:nvSpPr>
        <dsp:cNvPr id="0" name=""/>
        <dsp:cNvSpPr/>
      </dsp:nvSpPr>
      <dsp:spPr>
        <a:xfrm>
          <a:off x="7745039" y="546283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50905-8858-4F50-BD96-214EAE0FB329}">
      <dsp:nvSpPr>
        <dsp:cNvPr id="0" name=""/>
        <dsp:cNvSpPr/>
      </dsp:nvSpPr>
      <dsp:spPr>
        <a:xfrm>
          <a:off x="6804468" y="16692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i="1" kern="1200"/>
            <a:t>Cost</a:t>
          </a:r>
          <a:r>
            <a:rPr lang="en-US" sz="2100" kern="1200"/>
            <a:t> </a:t>
          </a:r>
        </a:p>
      </dsp:txBody>
      <dsp:txXfrm>
        <a:off x="6804468" y="1669228"/>
        <a:ext cx="2894062" cy="434109"/>
      </dsp:txXfrm>
    </dsp:sp>
    <dsp:sp modelId="{A0E73755-1828-4024-A5A1-8A8579218D60}">
      <dsp:nvSpPr>
        <dsp:cNvPr id="0" name=""/>
        <dsp:cNvSpPr/>
      </dsp:nvSpPr>
      <dsp:spPr>
        <a:xfrm>
          <a:off x="6804468" y="2154511"/>
          <a:ext cx="2894062" cy="95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 be rented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 $25</a:t>
          </a:r>
          <a:r>
            <a:rPr lang="tr-TR" sz="1600" kern="1200"/>
            <a:t> </a:t>
          </a:r>
          <a:r>
            <a:rPr lang="en-US" sz="1600" kern="1200"/>
            <a:t>to $50 USD per month.</a:t>
          </a:r>
        </a:p>
      </dsp:txBody>
      <dsp:txXfrm>
        <a:off x="6804468" y="2154511"/>
        <a:ext cx="2894062" cy="95045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962D9-5499-4017-BDC4-CAD6B9A159D5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2CC3C-3D61-4A5F-8279-C4FC9EF4D3B1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Development</a:t>
          </a:r>
          <a:endParaRPr lang="en-US" sz="2400" kern="1200"/>
        </a:p>
      </dsp:txBody>
      <dsp:txXfrm>
        <a:off x="3421" y="1828085"/>
        <a:ext cx="2894062" cy="434109"/>
      </dsp:txXfrm>
    </dsp:sp>
    <dsp:sp modelId="{44DA152A-2A3E-4B67-AA18-CF1E3D3700A0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a bitcoin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</a:t>
          </a:r>
          <a:r>
            <a:rPr lang="en-US" sz="1700" kern="1200" dirty="0"/>
            <a:t>programmable</a:t>
          </a:r>
          <a:r>
            <a:rPr lang="tr-TR" sz="1700" kern="1200" dirty="0"/>
            <a:t> </a:t>
          </a:r>
          <a:r>
            <a:rPr lang="en-US" sz="1700" kern="1200" dirty="0"/>
            <a:t>(API)</a:t>
          </a:r>
        </a:p>
      </dsp:txBody>
      <dsp:txXfrm>
        <a:off x="3421" y="2306416"/>
        <a:ext cx="2894062" cy="624745"/>
      </dsp:txXfrm>
    </dsp:sp>
    <dsp:sp modelId="{3792CE45-C476-46A4-806A-DDA19C0B53CD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FC926-CF23-4181-9314-F332D2F30D10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Access to Bitcoin</a:t>
          </a:r>
          <a:endParaRPr lang="en-US" sz="2400" kern="1200"/>
        </a:p>
      </dsp:txBody>
      <dsp:txXfrm>
        <a:off x="3403945" y="1828085"/>
        <a:ext cx="2894062" cy="434109"/>
      </dsp:txXfrm>
    </dsp:sp>
    <dsp:sp modelId="{53A07902-A579-466F-9BBC-B751033D8127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access to the network and blockchain.</a:t>
          </a:r>
        </a:p>
      </dsp:txBody>
      <dsp:txXfrm>
        <a:off x="3403945" y="2306416"/>
        <a:ext cx="2894062" cy="624745"/>
      </dsp:txXfrm>
    </dsp:sp>
    <dsp:sp modelId="{8FD896A3-5FF1-4E02-9FF5-0562AA666F1A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EF37F-E23C-4F2D-ADF1-C09520494CFC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Transaction Validation</a:t>
          </a:r>
          <a:endParaRPr lang="en-US" sz="2400" kern="1200" dirty="0"/>
        </a:p>
      </dsp:txBody>
      <dsp:txXfrm>
        <a:off x="6804468" y="1828085"/>
        <a:ext cx="2894062" cy="434109"/>
      </dsp:txXfrm>
    </dsp:sp>
    <dsp:sp modelId="{328C8C6C-A4A8-475B-9A47-DA2B212061C4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building applications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</a:t>
          </a:r>
          <a:r>
            <a:rPr lang="en-US" sz="1700" kern="1200" dirty="0"/>
            <a:t>validate transactions</a:t>
          </a:r>
        </a:p>
      </dsp:txBody>
      <dsp:txXfrm>
        <a:off x="6804468" y="2306416"/>
        <a:ext cx="2894062" cy="62474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E6E71-6DC3-4511-9CE3-4B5B07B32840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2D3CA-55BF-4442-8B7D-A113C87DF136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Support Bitcoin</a:t>
          </a:r>
          <a:endParaRPr lang="en-US" sz="2800" kern="1200"/>
        </a:p>
      </dsp:txBody>
      <dsp:txXfrm>
        <a:off x="3421" y="1647177"/>
        <a:ext cx="2894062" cy="434109"/>
      </dsp:txXfrm>
    </dsp:sp>
    <dsp:sp modelId="{A9A1EE07-E125-40AC-8A6F-3AE232C1A980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Running a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makes </a:t>
          </a:r>
          <a:r>
            <a:rPr lang="en-US" sz="1700" kern="1200" dirty="0"/>
            <a:t>the network more robust</a:t>
          </a:r>
        </a:p>
      </dsp:txBody>
      <dsp:txXfrm>
        <a:off x="3421" y="2133425"/>
        <a:ext cx="2894062" cy="995666"/>
      </dsp:txXfrm>
    </dsp:sp>
    <dsp:sp modelId="{C2EBDEDE-F13C-4ED1-ABF6-0830FB43ACA6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BF967-62F8-48F0-839B-FC263168158F}">
      <dsp:nvSpPr>
        <dsp:cNvPr id="0" name=""/>
        <dsp:cNvSpPr/>
      </dsp:nvSpPr>
      <dsp:spPr>
        <a:xfrm>
          <a:off x="3403945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Serve</a:t>
          </a:r>
          <a:endParaRPr lang="en-US" sz="2800" kern="1200"/>
        </a:p>
      </dsp:txBody>
      <dsp:txXfrm>
        <a:off x="3403945" y="1647177"/>
        <a:ext cx="2894062" cy="434109"/>
      </dsp:txXfrm>
    </dsp:sp>
    <dsp:sp modelId="{7FB78CFD-182B-4C27-84A7-6E68B3E0A82A}">
      <dsp:nvSpPr>
        <dsp:cNvPr id="0" name=""/>
        <dsp:cNvSpPr/>
      </dsp:nvSpPr>
      <dsp:spPr>
        <a:xfrm>
          <a:off x="3403945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wallets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users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transactions</a:t>
          </a:r>
        </a:p>
      </dsp:txBody>
      <dsp:txXfrm>
        <a:off x="3403945" y="2133425"/>
        <a:ext cx="2894062" cy="995666"/>
      </dsp:txXfrm>
    </dsp:sp>
    <dsp:sp modelId="{B3DDF893-4864-47CB-BD3E-73CBB8594402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968AC-D047-4E14-ACBE-F3BB4D34EB53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Security</a:t>
          </a:r>
          <a:endParaRPr lang="en-US" sz="2800" kern="1200"/>
        </a:p>
      </dsp:txBody>
      <dsp:txXfrm>
        <a:off x="6804468" y="1647177"/>
        <a:ext cx="2894062" cy="434109"/>
      </dsp:txXfrm>
    </dsp:sp>
    <dsp:sp modelId="{14E17E6D-71F6-4EAA-B592-4A802C8CDEC1}">
      <dsp:nvSpPr>
        <dsp:cNvPr id="0" name=""/>
        <dsp:cNvSpPr/>
      </dsp:nvSpPr>
      <dsp:spPr>
        <a:xfrm>
          <a:off x="6804468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</a:t>
          </a:r>
          <a:r>
            <a:rPr lang="tr-TR" sz="1700" kern="1200" dirty="0"/>
            <a:t> </a:t>
          </a:r>
          <a:r>
            <a:rPr lang="en-US" sz="1700" kern="1200" dirty="0"/>
            <a:t>not rely on any third party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process or validate </a:t>
          </a:r>
          <a:r>
            <a:rPr lang="tr-TR" sz="1700" kern="1200" dirty="0"/>
            <a:t>own</a:t>
          </a:r>
          <a:r>
            <a:rPr lang="en-US" sz="1700" kern="1200" dirty="0"/>
            <a:t> transactions</a:t>
          </a:r>
        </a:p>
      </dsp:txBody>
      <dsp:txXfrm>
        <a:off x="6804468" y="2133425"/>
        <a:ext cx="2894062" cy="99566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EE4A2-8A5B-4DDE-8666-B668D9D4D056}">
      <dsp:nvSpPr>
        <dsp:cNvPr id="0" name=""/>
        <dsp:cNvSpPr/>
      </dsp:nvSpPr>
      <dsp:spPr>
        <a:xfrm>
          <a:off x="943992" y="57504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B0191-EF23-4B6A-BB0E-110880ECBCAE}">
      <dsp:nvSpPr>
        <dsp:cNvPr id="0" name=""/>
        <dsp:cNvSpPr/>
      </dsp:nvSpPr>
      <dsp:spPr>
        <a:xfrm>
          <a:off x="3421" y="169551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Run bitcoind</a:t>
          </a:r>
          <a:endParaRPr lang="en-US" sz="2800" kern="1200"/>
        </a:p>
      </dsp:txBody>
      <dsp:txXfrm>
        <a:off x="3421" y="1695516"/>
        <a:ext cx="2894062" cy="434109"/>
      </dsp:txXfrm>
    </dsp:sp>
    <dsp:sp modelId="{4E525446-442B-4F25-8AC9-26EB5BCE4D09}">
      <dsp:nvSpPr>
        <dsp:cNvPr id="0" name=""/>
        <dsp:cNvSpPr/>
      </dsp:nvSpPr>
      <dsp:spPr>
        <a:xfrm>
          <a:off x="3421" y="2179649"/>
          <a:ext cx="2894062" cy="89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typing </a:t>
          </a:r>
          <a:r>
            <a:rPr lang="en-US" sz="1700" b="1" kern="1200"/>
            <a:t>bitcoind </a:t>
          </a:r>
          <a:r>
            <a:rPr lang="en-US" sz="1700" kern="1200"/>
            <a:t>into the terminal</a:t>
          </a:r>
        </a:p>
      </dsp:txBody>
      <dsp:txXfrm>
        <a:off x="3421" y="2179649"/>
        <a:ext cx="2894062" cy="896555"/>
      </dsp:txXfrm>
    </dsp:sp>
    <dsp:sp modelId="{65B254B6-DAA2-4D11-BC2D-99E463D4E782}">
      <dsp:nvSpPr>
        <dsp:cNvPr id="0" name=""/>
        <dsp:cNvSpPr/>
      </dsp:nvSpPr>
      <dsp:spPr>
        <a:xfrm>
          <a:off x="4344515" y="57504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B4B4B-36A8-4A48-9E2E-6E03B80F12EB}">
      <dsp:nvSpPr>
        <dsp:cNvPr id="0" name=""/>
        <dsp:cNvSpPr/>
      </dsp:nvSpPr>
      <dsp:spPr>
        <a:xfrm>
          <a:off x="3403945" y="169551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Configuration file</a:t>
          </a:r>
          <a:endParaRPr lang="en-US" sz="2800" kern="1200"/>
        </a:p>
      </dsp:txBody>
      <dsp:txXfrm>
        <a:off x="3403945" y="1695516"/>
        <a:ext cx="2894062" cy="434109"/>
      </dsp:txXfrm>
    </dsp:sp>
    <dsp:sp modelId="{D522F409-3DFC-42F6-B2FA-5A262DC2D49F}">
      <dsp:nvSpPr>
        <dsp:cNvPr id="0" name=""/>
        <dsp:cNvSpPr/>
      </dsp:nvSpPr>
      <dsp:spPr>
        <a:xfrm>
          <a:off x="3403945" y="2179649"/>
          <a:ext cx="2894062" cy="89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tells </a:t>
          </a:r>
          <a:r>
            <a:rPr lang="tr-TR" sz="1700" kern="1200"/>
            <a:t>what is </a:t>
          </a:r>
          <a:r>
            <a:rPr lang="en-US" sz="1700" kern="1200"/>
            <a:t>need</a:t>
          </a:r>
          <a:r>
            <a:rPr lang="tr-TR" sz="1700" kern="1200"/>
            <a:t>ed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build a configuration file  </a:t>
          </a:r>
        </a:p>
      </dsp:txBody>
      <dsp:txXfrm>
        <a:off x="3403945" y="2179649"/>
        <a:ext cx="2894062" cy="896555"/>
      </dsp:txXfrm>
    </dsp:sp>
    <dsp:sp modelId="{E2258CCD-49CC-4CAE-9ED5-63E71B6C8CB4}">
      <dsp:nvSpPr>
        <dsp:cNvPr id="0" name=""/>
        <dsp:cNvSpPr/>
      </dsp:nvSpPr>
      <dsp:spPr>
        <a:xfrm>
          <a:off x="7745039" y="57504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24799-9A48-4ABB-A151-01277AE62304}">
      <dsp:nvSpPr>
        <dsp:cNvPr id="0" name=""/>
        <dsp:cNvSpPr/>
      </dsp:nvSpPr>
      <dsp:spPr>
        <a:xfrm>
          <a:off x="6804468" y="169551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Notice</a:t>
          </a:r>
          <a:endParaRPr lang="en-US" sz="2800" kern="1200"/>
        </a:p>
      </dsp:txBody>
      <dsp:txXfrm>
        <a:off x="6804468" y="1695516"/>
        <a:ext cx="2894062" cy="434109"/>
      </dsp:txXfrm>
    </dsp:sp>
    <dsp:sp modelId="{636F1C45-3CBB-4896-9A50-27D7ACC843D9}">
      <dsp:nvSpPr>
        <dsp:cNvPr id="0" name=""/>
        <dsp:cNvSpPr/>
      </dsp:nvSpPr>
      <dsp:spPr>
        <a:xfrm>
          <a:off x="6804468" y="2179649"/>
          <a:ext cx="2894062" cy="89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recommended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 </a:t>
          </a:r>
          <a:r>
            <a:rPr lang="tr-TR" sz="1700" kern="1200"/>
            <a:t>to </a:t>
          </a:r>
          <a:r>
            <a:rPr lang="en-US" sz="1700" kern="1200"/>
            <a:t>set up the alerting mechanism.</a:t>
          </a:r>
        </a:p>
      </dsp:txBody>
      <dsp:txXfrm>
        <a:off x="6804468" y="2179649"/>
        <a:ext cx="2894062" cy="89655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70D76-837B-4EA7-9A0E-0E4D98ACEA6D}">
      <dsp:nvSpPr>
        <dsp:cNvPr id="0" name=""/>
        <dsp:cNvSpPr/>
      </dsp:nvSpPr>
      <dsp:spPr>
        <a:xfrm>
          <a:off x="566462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07052-E467-45AD-9013-2C716382CCDE}">
      <dsp:nvSpPr>
        <dsp:cNvPr id="0" name=""/>
        <dsp:cNvSpPr/>
      </dsp:nvSpPr>
      <dsp:spPr>
        <a:xfrm>
          <a:off x="14990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Configuration </a:t>
          </a:r>
          <a:endParaRPr lang="en-US" sz="1600" kern="1200"/>
        </a:p>
      </dsp:txBody>
      <dsp:txXfrm>
        <a:off x="14990" y="1486968"/>
        <a:ext cx="1696837" cy="254525"/>
      </dsp:txXfrm>
    </dsp:sp>
    <dsp:sp modelId="{35C601BF-74A5-40C3-B518-FB340CFB142F}">
      <dsp:nvSpPr>
        <dsp:cNvPr id="0" name=""/>
        <dsp:cNvSpPr/>
      </dsp:nvSpPr>
      <dsp:spPr>
        <a:xfrm>
          <a:off x="14990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Edit the configuration file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 preferred editor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set the parameters, </a:t>
          </a:r>
        </a:p>
      </dsp:txBody>
      <dsp:txXfrm>
        <a:off x="14990" y="1782305"/>
        <a:ext cx="1696837" cy="1063614"/>
      </dsp:txXfrm>
    </dsp:sp>
    <dsp:sp modelId="{62A89F43-6522-4BCF-AA0A-EA421FAF7DD2}">
      <dsp:nvSpPr>
        <dsp:cNvPr id="0" name=""/>
        <dsp:cNvSpPr/>
      </dsp:nvSpPr>
      <dsp:spPr>
        <a:xfrm>
          <a:off x="2560246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D439D-1371-4960-B10F-34326D766B9E}">
      <dsp:nvSpPr>
        <dsp:cNvPr id="0" name=""/>
        <dsp:cNvSpPr/>
      </dsp:nvSpPr>
      <dsp:spPr>
        <a:xfrm>
          <a:off x="2008774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Pasword</a:t>
          </a:r>
          <a:endParaRPr lang="en-US" sz="1600" kern="1200"/>
        </a:p>
      </dsp:txBody>
      <dsp:txXfrm>
        <a:off x="2008774" y="1486968"/>
        <a:ext cx="1696837" cy="254525"/>
      </dsp:txXfrm>
    </dsp:sp>
    <dsp:sp modelId="{7525A3D4-3685-4E40-8DBF-D20B8DB185F4}">
      <dsp:nvSpPr>
        <dsp:cNvPr id="0" name=""/>
        <dsp:cNvSpPr/>
      </dsp:nvSpPr>
      <dsp:spPr>
        <a:xfrm>
          <a:off x="2008774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replac</a:t>
          </a:r>
          <a:r>
            <a:rPr lang="tr-TR" sz="1200" kern="1200"/>
            <a:t>e </a:t>
          </a:r>
          <a:r>
            <a:rPr lang="en-US" sz="1200" kern="1200"/>
            <a:t>the password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with a strong password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as recommended by bitcoind</a:t>
          </a:r>
        </a:p>
      </dsp:txBody>
      <dsp:txXfrm>
        <a:off x="2008774" y="1782305"/>
        <a:ext cx="1696837" cy="1063614"/>
      </dsp:txXfrm>
    </dsp:sp>
    <dsp:sp modelId="{EEEEB6CD-81D1-4439-90E9-B563AC9CDB15}">
      <dsp:nvSpPr>
        <dsp:cNvPr id="0" name=""/>
        <dsp:cNvSpPr/>
      </dsp:nvSpPr>
      <dsp:spPr>
        <a:xfrm>
          <a:off x="4554029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E0193-08E5-4D1A-BA41-598288AECA91}">
      <dsp:nvSpPr>
        <dsp:cNvPr id="0" name=""/>
        <dsp:cNvSpPr/>
      </dsp:nvSpPr>
      <dsp:spPr>
        <a:xfrm>
          <a:off x="4002557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Notice</a:t>
          </a:r>
          <a:endParaRPr lang="en-US" sz="1600" kern="1200"/>
        </a:p>
      </dsp:txBody>
      <dsp:txXfrm>
        <a:off x="4002557" y="1486968"/>
        <a:ext cx="1696837" cy="254525"/>
      </dsp:txXfrm>
    </dsp:sp>
    <dsp:sp modelId="{F27A5FA7-EF37-49FD-9826-ACECB1604D98}">
      <dsp:nvSpPr>
        <dsp:cNvPr id="0" name=""/>
        <dsp:cNvSpPr/>
      </dsp:nvSpPr>
      <dsp:spPr>
        <a:xfrm>
          <a:off x="4002557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Do not use the</a:t>
          </a:r>
          <a:r>
            <a:rPr lang="tr-TR" sz="1200" kern="1200"/>
            <a:t> </a:t>
          </a:r>
          <a:r>
            <a:rPr lang="en-US" sz="1200" kern="1200"/>
            <a:t>password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shown in the book. </a:t>
          </a:r>
        </a:p>
      </dsp:txBody>
      <dsp:txXfrm>
        <a:off x="4002557" y="1782305"/>
        <a:ext cx="1696837" cy="1063614"/>
      </dsp:txXfrm>
    </dsp:sp>
    <dsp:sp modelId="{34E12E2C-A361-4E8C-9A0B-F9AA14B44FBF}">
      <dsp:nvSpPr>
        <dsp:cNvPr id="0" name=""/>
        <dsp:cNvSpPr/>
      </dsp:nvSpPr>
      <dsp:spPr>
        <a:xfrm>
          <a:off x="6547813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664A5-C225-4306-AB9E-290E247C598B}">
      <dsp:nvSpPr>
        <dsp:cNvPr id="0" name=""/>
        <dsp:cNvSpPr/>
      </dsp:nvSpPr>
      <dsp:spPr>
        <a:xfrm>
          <a:off x="5996341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bitcoin.conf</a:t>
          </a:r>
          <a:endParaRPr lang="en-US" sz="1600" kern="1200"/>
        </a:p>
      </dsp:txBody>
      <dsp:txXfrm>
        <a:off x="5996341" y="1486968"/>
        <a:ext cx="1696837" cy="254525"/>
      </dsp:txXfrm>
    </dsp:sp>
    <dsp:sp modelId="{5ECADBCF-01D2-4BA9-A879-BBB83E509651}">
      <dsp:nvSpPr>
        <dsp:cNvPr id="0" name=""/>
        <dsp:cNvSpPr/>
      </dsp:nvSpPr>
      <dsp:spPr>
        <a:xfrm>
          <a:off x="5996341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a file inside the .bitcoin directory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under your</a:t>
          </a:r>
          <a:r>
            <a:rPr lang="tr-TR" sz="1200" i="1" kern="1200"/>
            <a:t> </a:t>
          </a:r>
          <a:r>
            <a:rPr lang="en-US" sz="1200" i="1" kern="1200"/>
            <a:t>user’s home directory</a:t>
          </a:r>
          <a:endParaRPr lang="en-US" sz="120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named .bitcoin/bitcoin.conf </a:t>
          </a:r>
          <a:endParaRPr lang="en-US" sz="1200" kern="1200"/>
        </a:p>
      </dsp:txBody>
      <dsp:txXfrm>
        <a:off x="5996341" y="1782305"/>
        <a:ext cx="1696837" cy="1063614"/>
      </dsp:txXfrm>
    </dsp:sp>
    <dsp:sp modelId="{C341CEC0-595A-40B7-8BE1-BD713DDE0A8B}">
      <dsp:nvSpPr>
        <dsp:cNvPr id="0" name=""/>
        <dsp:cNvSpPr/>
      </dsp:nvSpPr>
      <dsp:spPr>
        <a:xfrm>
          <a:off x="8541597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F4E36-E010-4404-BAE2-FDE59BA393A9}">
      <dsp:nvSpPr>
        <dsp:cNvPr id="0" name=""/>
        <dsp:cNvSpPr/>
      </dsp:nvSpPr>
      <dsp:spPr>
        <a:xfrm>
          <a:off x="7990125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Account</a:t>
          </a:r>
          <a:endParaRPr lang="en-US" sz="1600" kern="1200"/>
        </a:p>
      </dsp:txBody>
      <dsp:txXfrm>
        <a:off x="7990125" y="1486968"/>
        <a:ext cx="1696837" cy="254525"/>
      </dsp:txXfrm>
    </dsp:sp>
    <dsp:sp modelId="{FE95E01D-0E92-4933-B3A9-CD4583500BF4}">
      <dsp:nvSpPr>
        <dsp:cNvPr id="0" name=""/>
        <dsp:cNvSpPr/>
      </dsp:nvSpPr>
      <dsp:spPr>
        <a:xfrm>
          <a:off x="7990125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provide a username</a:t>
          </a:r>
          <a:r>
            <a:rPr lang="tr-TR" sz="1200" kern="1200"/>
            <a:t> </a:t>
          </a:r>
          <a:r>
            <a:rPr lang="en-US" sz="1200" kern="1200"/>
            <a:t>and password: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rpcuser=bitcoinrpc</a:t>
          </a:r>
          <a:endParaRPr lang="en-US" sz="120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rpcpassword=CHANGE_THIS</a:t>
          </a:r>
          <a:endParaRPr lang="en-US" sz="1200" kern="1200"/>
        </a:p>
      </dsp:txBody>
      <dsp:txXfrm>
        <a:off x="7990125" y="1782305"/>
        <a:ext cx="1696837" cy="106361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216F4-37D1-42F6-8401-9BA009E0B135}">
      <dsp:nvSpPr>
        <dsp:cNvPr id="0" name=""/>
        <dsp:cNvSpPr/>
      </dsp:nvSpPr>
      <dsp:spPr>
        <a:xfrm>
          <a:off x="943992" y="63630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D94E1-DCF9-4028-959E-F7031F792786}">
      <dsp:nvSpPr>
        <dsp:cNvPr id="0" name=""/>
        <dsp:cNvSpPr/>
      </dsp:nvSpPr>
      <dsp:spPr>
        <a:xfrm>
          <a:off x="3421" y="175151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options</a:t>
          </a:r>
          <a:endParaRPr lang="en-US" sz="1700" kern="1200"/>
        </a:p>
      </dsp:txBody>
      <dsp:txXfrm>
        <a:off x="3421" y="1751512"/>
        <a:ext cx="2894062" cy="434109"/>
      </dsp:txXfrm>
    </dsp:sp>
    <dsp:sp modelId="{E4DD99AC-D449-4CCB-B079-401746957CEE}">
      <dsp:nvSpPr>
        <dsp:cNvPr id="0" name=""/>
        <dsp:cNvSpPr/>
      </dsp:nvSpPr>
      <dsp:spPr>
        <a:xfrm>
          <a:off x="3421" y="2233194"/>
          <a:ext cx="2894062" cy="78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Bitcoin Core offers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more than</a:t>
          </a:r>
          <a:r>
            <a:rPr lang="tr-TR" sz="1300" kern="1200"/>
            <a:t> </a:t>
          </a:r>
          <a:r>
            <a:rPr lang="en-US" sz="1300" kern="1200"/>
            <a:t>100 configuration options </a:t>
          </a:r>
        </a:p>
      </dsp:txBody>
      <dsp:txXfrm>
        <a:off x="3421" y="2233194"/>
        <a:ext cx="2894062" cy="781746"/>
      </dsp:txXfrm>
    </dsp:sp>
    <dsp:sp modelId="{9E2C665D-24B0-41E3-81D2-0A3B0402CE00}">
      <dsp:nvSpPr>
        <dsp:cNvPr id="0" name=""/>
        <dsp:cNvSpPr/>
      </dsp:nvSpPr>
      <dsp:spPr>
        <a:xfrm>
          <a:off x="4344515" y="63630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844B5-7ADE-44D2-BA3C-DDF6A7C7C1AA}">
      <dsp:nvSpPr>
        <dsp:cNvPr id="0" name=""/>
        <dsp:cNvSpPr/>
      </dsp:nvSpPr>
      <dsp:spPr>
        <a:xfrm>
          <a:off x="3403945" y="175151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What can be modified?</a:t>
          </a:r>
          <a:endParaRPr lang="en-US" sz="1700" kern="1200"/>
        </a:p>
      </dsp:txBody>
      <dsp:txXfrm>
        <a:off x="3403945" y="1751512"/>
        <a:ext cx="2894062" cy="434109"/>
      </dsp:txXfrm>
    </dsp:sp>
    <dsp:sp modelId="{A9FDB2B4-7C20-4923-8011-26639A215754}">
      <dsp:nvSpPr>
        <dsp:cNvPr id="0" name=""/>
        <dsp:cNvSpPr/>
      </dsp:nvSpPr>
      <dsp:spPr>
        <a:xfrm>
          <a:off x="3403945" y="2233194"/>
          <a:ext cx="2894062" cy="78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behavior of the network node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storage</a:t>
          </a:r>
          <a:r>
            <a:rPr lang="tr-TR" sz="1300" kern="1200"/>
            <a:t> </a:t>
          </a:r>
          <a:r>
            <a:rPr lang="en-US" sz="1300" kern="1200"/>
            <a:t>of the blockchain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many other aspects of its operation</a:t>
          </a:r>
        </a:p>
      </dsp:txBody>
      <dsp:txXfrm>
        <a:off x="3403945" y="2233194"/>
        <a:ext cx="2894062" cy="781746"/>
      </dsp:txXfrm>
    </dsp:sp>
    <dsp:sp modelId="{9FA04A8C-6C59-4D2F-8EE6-7A34BFD80D10}">
      <dsp:nvSpPr>
        <dsp:cNvPr id="0" name=""/>
        <dsp:cNvSpPr/>
      </dsp:nvSpPr>
      <dsp:spPr>
        <a:xfrm>
          <a:off x="7745039" y="63630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DF9E2-6CB5-4ACB-8258-E0BB25CD9704}">
      <dsp:nvSpPr>
        <dsp:cNvPr id="0" name=""/>
        <dsp:cNvSpPr/>
      </dsp:nvSpPr>
      <dsp:spPr>
        <a:xfrm>
          <a:off x="6804468" y="175151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To see a listing of these</a:t>
          </a:r>
          <a:r>
            <a:rPr lang="tr-TR" sz="1700" kern="1200"/>
            <a:t> options, </a:t>
          </a:r>
          <a:endParaRPr lang="en-US" sz="1700" kern="1200"/>
        </a:p>
      </dsp:txBody>
      <dsp:txXfrm>
        <a:off x="6804468" y="1751512"/>
        <a:ext cx="2894062" cy="434109"/>
      </dsp:txXfrm>
    </dsp:sp>
    <dsp:sp modelId="{A409BF5F-689D-42B2-9FA8-CF53FA95E807}">
      <dsp:nvSpPr>
        <dsp:cNvPr id="0" name=""/>
        <dsp:cNvSpPr/>
      </dsp:nvSpPr>
      <dsp:spPr>
        <a:xfrm>
          <a:off x="6804468" y="2233194"/>
          <a:ext cx="2894062" cy="78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run bitcoind --help:</a:t>
          </a:r>
          <a:endParaRPr lang="en-US" sz="1300" kern="1200"/>
        </a:p>
      </dsp:txBody>
      <dsp:txXfrm>
        <a:off x="6804468" y="2233194"/>
        <a:ext cx="2894062" cy="78174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1F5CB-798F-491E-A18D-C1E0E8814E0F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1004D-FB72-45E3-A90B-AC562D869D57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i="1" kern="1200"/>
            <a:t>alertnotify</a:t>
          </a:r>
          <a:endParaRPr lang="en-US" sz="3600" kern="1200"/>
        </a:p>
      </dsp:txBody>
      <dsp:txXfrm>
        <a:off x="152976" y="1800668"/>
        <a:ext cx="4320000" cy="648000"/>
      </dsp:txXfrm>
    </dsp:sp>
    <dsp:sp modelId="{CE8D0407-6CD1-4F23-8F9E-9C78F31C181B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send emergency alerts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the owner of this</a:t>
          </a:r>
          <a:r>
            <a:rPr lang="tr-TR" sz="1700" kern="1200"/>
            <a:t> </a:t>
          </a:r>
          <a:r>
            <a:rPr lang="tr-TR" sz="1700" kern="1200" err="1"/>
            <a:t>node</a:t>
          </a:r>
          <a:r>
            <a:rPr lang="tr-TR" sz="1700" kern="1200"/>
            <a:t>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err="1"/>
            <a:t>usually</a:t>
          </a:r>
          <a:r>
            <a:rPr lang="tr-TR" sz="1700" kern="1200"/>
            <a:t> </a:t>
          </a:r>
          <a:r>
            <a:rPr lang="tr-TR" sz="1700" kern="1200" err="1"/>
            <a:t>by</a:t>
          </a:r>
          <a:r>
            <a:rPr lang="tr-TR" sz="1700" kern="1200"/>
            <a:t> </a:t>
          </a:r>
          <a:r>
            <a:rPr lang="tr-TR" sz="1700" kern="1200" err="1"/>
            <a:t>email</a:t>
          </a:r>
          <a:endParaRPr lang="en-US" sz="1700" kern="1200"/>
        </a:p>
      </dsp:txBody>
      <dsp:txXfrm>
        <a:off x="152976" y="2515931"/>
        <a:ext cx="4320000" cy="991265"/>
      </dsp:txXfrm>
    </dsp:sp>
    <dsp:sp modelId="{6F085644-CC8B-4C75-AB50-237554C937BE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358D6-6F25-4E13-B2A0-B95E70AC9F75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i="1" kern="1200" err="1"/>
            <a:t>conf</a:t>
          </a:r>
          <a:endParaRPr lang="en-US" sz="3600" kern="1200"/>
        </a:p>
      </dsp:txBody>
      <dsp:txXfrm>
        <a:off x="5228976" y="1800668"/>
        <a:ext cx="4320000" cy="648000"/>
      </dsp:txXfrm>
    </dsp:sp>
    <dsp:sp modelId="{BA4E7F5D-0D5D-4FE4-A0F1-28C596E6965C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alternative location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the configuration file</a:t>
          </a:r>
        </a:p>
      </dsp:txBody>
      <dsp:txXfrm>
        <a:off x="5228976" y="2515931"/>
        <a:ext cx="4320000" cy="99126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BF95C-3F6D-42C1-9DF4-8BFD0B19C540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34714-B997-4B94-A325-D18DDC0FD246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datadir</a:t>
          </a:r>
          <a:endParaRPr lang="en-US" sz="2800" kern="1200"/>
        </a:p>
      </dsp:txBody>
      <dsp:txXfrm>
        <a:off x="3421" y="1692428"/>
        <a:ext cx="2894062" cy="434109"/>
      </dsp:txXfrm>
    </dsp:sp>
    <dsp:sp modelId="{1209FD6D-4CA4-4E0E-86DF-8124169E2045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Select the directory and filesystem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put all the blockchain data. </a:t>
          </a:r>
        </a:p>
      </dsp:txBody>
      <dsp:txXfrm>
        <a:off x="3421" y="2176696"/>
        <a:ext cx="2894062" cy="902886"/>
      </dsp:txXfrm>
    </dsp:sp>
    <dsp:sp modelId="{C875AEEF-E712-47C0-AC62-AF9143257000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28941-B114-4109-B453-C987C2543336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Default</a:t>
          </a:r>
          <a:endParaRPr lang="en-US" sz="2800" kern="1200"/>
        </a:p>
      </dsp:txBody>
      <dsp:txXfrm>
        <a:off x="3403945" y="1692428"/>
        <a:ext cx="2894062" cy="434109"/>
      </dsp:txXfrm>
    </dsp:sp>
    <dsp:sp modelId="{3FCE9ADA-ED7E-4369-8CBC-86A84FEA278C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is the </a:t>
          </a:r>
          <a:r>
            <a:rPr lang="en-US" sz="1700" i="1" kern="1200"/>
            <a:t>.bitcoin </a:t>
          </a:r>
          <a:r>
            <a:rPr lang="en-US" sz="1700" kern="1200"/>
            <a:t>subdirectory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of your home directory. </a:t>
          </a:r>
        </a:p>
      </dsp:txBody>
      <dsp:txXfrm>
        <a:off x="3403945" y="2176696"/>
        <a:ext cx="2894062" cy="902886"/>
      </dsp:txXfrm>
    </dsp:sp>
    <dsp:sp modelId="{BE16510B-BA7B-4B8C-AA7C-E0046C336860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7788E-7883-470E-B85F-C9E7C44170C9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Space</a:t>
          </a:r>
          <a:endParaRPr lang="en-US" sz="2800" kern="1200"/>
        </a:p>
      </dsp:txBody>
      <dsp:txXfrm>
        <a:off x="6804468" y="1692428"/>
        <a:ext cx="2894062" cy="434109"/>
      </dsp:txXfrm>
    </dsp:sp>
    <dsp:sp modelId="{6378F982-E3CF-4FE3-9416-E7E0A485B54F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Make sure this</a:t>
          </a:r>
          <a:r>
            <a:rPr lang="tr-TR" sz="1700" kern="1200"/>
            <a:t> </a:t>
          </a:r>
          <a:r>
            <a:rPr lang="en-US" sz="1700" kern="1200"/>
            <a:t>filesystem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has several gigabytes of free space.</a:t>
          </a:r>
        </a:p>
      </dsp:txBody>
      <dsp:txXfrm>
        <a:off x="6804468" y="2176696"/>
        <a:ext cx="2894062" cy="90288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A56CE-C0A9-4EC4-AE1E-CD7C06EDD52D}">
      <dsp:nvSpPr>
        <dsp:cNvPr id="0" name=""/>
        <dsp:cNvSpPr/>
      </dsp:nvSpPr>
      <dsp:spPr>
        <a:xfrm>
          <a:off x="943992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23338-5EB4-4337-9123-72CAC292F54E}">
      <dsp:nvSpPr>
        <dsp:cNvPr id="0" name=""/>
        <dsp:cNvSpPr/>
      </dsp:nvSpPr>
      <dsp:spPr>
        <a:xfrm>
          <a:off x="3421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prune</a:t>
          </a:r>
          <a:endParaRPr lang="en-US" sz="2800" kern="1200"/>
        </a:p>
      </dsp:txBody>
      <dsp:txXfrm>
        <a:off x="3421" y="1823961"/>
        <a:ext cx="2894062" cy="434109"/>
      </dsp:txXfrm>
    </dsp:sp>
    <dsp:sp modelId="{0CED4D78-C8E5-4007-B038-1476AF94F12A}">
      <dsp:nvSpPr>
        <dsp:cNvPr id="0" name=""/>
        <dsp:cNvSpPr/>
      </dsp:nvSpPr>
      <dsp:spPr>
        <a:xfrm>
          <a:off x="3421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the disk space requirements</a:t>
          </a:r>
        </a:p>
      </dsp:txBody>
      <dsp:txXfrm>
        <a:off x="3421" y="2302472"/>
        <a:ext cx="2894062" cy="633202"/>
      </dsp:txXfrm>
    </dsp:sp>
    <dsp:sp modelId="{899C8F88-7BA6-4B69-8D82-EEB9804C85A9}">
      <dsp:nvSpPr>
        <dsp:cNvPr id="0" name=""/>
        <dsp:cNvSpPr/>
      </dsp:nvSpPr>
      <dsp:spPr>
        <a:xfrm>
          <a:off x="4344515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8F8DD-8D88-4175-9CBD-176701BB4C2E}">
      <dsp:nvSpPr>
        <dsp:cNvPr id="0" name=""/>
        <dsp:cNvSpPr/>
      </dsp:nvSpPr>
      <dsp:spPr>
        <a:xfrm>
          <a:off x="3403945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 err="1"/>
            <a:t>Old</a:t>
          </a:r>
          <a:r>
            <a:rPr lang="tr-TR" sz="2800" kern="1200" dirty="0"/>
            <a:t> </a:t>
          </a:r>
          <a:r>
            <a:rPr lang="tr-TR" sz="2800" kern="1200" dirty="0" err="1"/>
            <a:t>Blocks</a:t>
          </a:r>
          <a:endParaRPr lang="en-US" sz="2800" kern="1200" dirty="0"/>
        </a:p>
      </dsp:txBody>
      <dsp:txXfrm>
        <a:off x="3403945" y="1823961"/>
        <a:ext cx="2894062" cy="434109"/>
      </dsp:txXfrm>
    </dsp:sp>
    <dsp:sp modelId="{CBEF0238-5D2A-4203-8368-0FC21DC65FD9}">
      <dsp:nvSpPr>
        <dsp:cNvPr id="0" name=""/>
        <dsp:cNvSpPr/>
      </dsp:nvSpPr>
      <dsp:spPr>
        <a:xfrm>
          <a:off x="3403945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deleting old</a:t>
          </a:r>
          <a:r>
            <a:rPr lang="tr-TR" sz="1700" kern="1200" dirty="0"/>
            <a:t> </a:t>
          </a:r>
          <a:r>
            <a:rPr lang="en-US" sz="1700" kern="1200" dirty="0"/>
            <a:t>blocks</a:t>
          </a:r>
        </a:p>
      </dsp:txBody>
      <dsp:txXfrm>
        <a:off x="3403945" y="2302472"/>
        <a:ext cx="2894062" cy="633202"/>
      </dsp:txXfrm>
    </dsp:sp>
    <dsp:sp modelId="{CE72D8B5-7C27-4A48-AEB3-81C92AE65452}">
      <dsp:nvSpPr>
        <dsp:cNvPr id="0" name=""/>
        <dsp:cNvSpPr/>
      </dsp:nvSpPr>
      <dsp:spPr>
        <a:xfrm>
          <a:off x="7745039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1B59C-197D-49D5-9958-56F6C56B5A2B}">
      <dsp:nvSpPr>
        <dsp:cNvPr id="0" name=""/>
        <dsp:cNvSpPr/>
      </dsp:nvSpPr>
      <dsp:spPr>
        <a:xfrm>
          <a:off x="6804468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 err="1"/>
            <a:t>Usage</a:t>
          </a:r>
          <a:endParaRPr lang="en-US" sz="2800" kern="1200" dirty="0"/>
        </a:p>
      </dsp:txBody>
      <dsp:txXfrm>
        <a:off x="6804468" y="1823961"/>
        <a:ext cx="2894062" cy="434109"/>
      </dsp:txXfrm>
    </dsp:sp>
    <dsp:sp modelId="{AE74A367-8664-4D2F-96F1-0D72FF3AA46F}">
      <dsp:nvSpPr>
        <dsp:cNvPr id="0" name=""/>
        <dsp:cNvSpPr/>
      </dsp:nvSpPr>
      <dsp:spPr>
        <a:xfrm>
          <a:off x="6804468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if</a:t>
          </a:r>
          <a:r>
            <a:rPr lang="tr-TR" sz="1700" kern="1200" dirty="0"/>
            <a:t> </a:t>
          </a:r>
          <a:r>
            <a:rPr lang="en-US" sz="1700" kern="1200" dirty="0"/>
            <a:t>the full blockchain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cannot fit to the disk space</a:t>
          </a:r>
          <a:endParaRPr lang="en-US" sz="1700" kern="1200"/>
        </a:p>
      </dsp:txBody>
      <dsp:txXfrm>
        <a:off x="6804468" y="2302472"/>
        <a:ext cx="2894062" cy="63320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DA9FB2-8C22-43E8-AC88-DE321A6EBD35}">
      <dsp:nvSpPr>
        <dsp:cNvPr id="0" name=""/>
        <dsp:cNvSpPr/>
      </dsp:nvSpPr>
      <dsp:spPr>
        <a:xfrm>
          <a:off x="943992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F8AD7-F98F-4471-A7BC-61FC9B3F3528}">
      <dsp:nvSpPr>
        <dsp:cNvPr id="0" name=""/>
        <dsp:cNvSpPr/>
      </dsp:nvSpPr>
      <dsp:spPr>
        <a:xfrm>
          <a:off x="3421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txindex</a:t>
          </a:r>
          <a:endParaRPr lang="en-US" sz="2800" kern="1200"/>
        </a:p>
      </dsp:txBody>
      <dsp:txXfrm>
        <a:off x="3421" y="1823961"/>
        <a:ext cx="2894062" cy="434109"/>
      </dsp:txXfrm>
    </dsp:sp>
    <dsp:sp modelId="{A6A0879A-9018-403F-8980-CFDB3FC93A69}">
      <dsp:nvSpPr>
        <dsp:cNvPr id="0" name=""/>
        <dsp:cNvSpPr/>
      </dsp:nvSpPr>
      <dsp:spPr>
        <a:xfrm>
          <a:off x="3421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Maintain an index of all transactions </a:t>
          </a:r>
        </a:p>
      </dsp:txBody>
      <dsp:txXfrm>
        <a:off x="3421" y="2302472"/>
        <a:ext cx="2894062" cy="633202"/>
      </dsp:txXfrm>
    </dsp:sp>
    <dsp:sp modelId="{585D3E86-6B8F-4C59-B151-AC924DB7B332}">
      <dsp:nvSpPr>
        <dsp:cNvPr id="0" name=""/>
        <dsp:cNvSpPr/>
      </dsp:nvSpPr>
      <dsp:spPr>
        <a:xfrm>
          <a:off x="4344515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3D391-C9FE-4FEC-87A8-CDBD6B053C3C}">
      <dsp:nvSpPr>
        <dsp:cNvPr id="0" name=""/>
        <dsp:cNvSpPr/>
      </dsp:nvSpPr>
      <dsp:spPr>
        <a:xfrm>
          <a:off x="3403945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means</a:t>
          </a:r>
        </a:p>
      </dsp:txBody>
      <dsp:txXfrm>
        <a:off x="3403945" y="1823961"/>
        <a:ext cx="2894062" cy="434109"/>
      </dsp:txXfrm>
    </dsp:sp>
    <dsp:sp modelId="{2B9AA2B3-DC87-4770-AAC8-9AE5C56BDFA8}">
      <dsp:nvSpPr>
        <dsp:cNvPr id="0" name=""/>
        <dsp:cNvSpPr/>
      </dsp:nvSpPr>
      <dsp:spPr>
        <a:xfrm>
          <a:off x="3403945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complete copy of the blockchain</a:t>
          </a:r>
        </a:p>
      </dsp:txBody>
      <dsp:txXfrm>
        <a:off x="3403945" y="2302472"/>
        <a:ext cx="2894062" cy="633202"/>
      </dsp:txXfrm>
    </dsp:sp>
    <dsp:sp modelId="{067827F2-8D41-41B9-A9CB-E7F746190680}">
      <dsp:nvSpPr>
        <dsp:cNvPr id="0" name=""/>
        <dsp:cNvSpPr/>
      </dsp:nvSpPr>
      <dsp:spPr>
        <a:xfrm>
          <a:off x="7745039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B4307-23F2-4F4D-8D05-6A17D801D3F4}">
      <dsp:nvSpPr>
        <dsp:cNvPr id="0" name=""/>
        <dsp:cNvSpPr/>
      </dsp:nvSpPr>
      <dsp:spPr>
        <a:xfrm>
          <a:off x="6804468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allows</a:t>
          </a:r>
        </a:p>
      </dsp:txBody>
      <dsp:txXfrm>
        <a:off x="6804468" y="1823961"/>
        <a:ext cx="2894062" cy="434109"/>
      </dsp:txXfrm>
    </dsp:sp>
    <dsp:sp modelId="{C8F85796-7CAA-4F23-BC9B-75B4B40C86EF}">
      <dsp:nvSpPr>
        <dsp:cNvPr id="0" name=""/>
        <dsp:cNvSpPr/>
      </dsp:nvSpPr>
      <dsp:spPr>
        <a:xfrm>
          <a:off x="6804468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programmatically retrieve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any transaction by ID</a:t>
          </a:r>
        </a:p>
      </dsp:txBody>
      <dsp:txXfrm>
        <a:off x="6804468" y="2302472"/>
        <a:ext cx="2894062" cy="63320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04E89-42E4-4660-9829-DF9342802FB8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833EE-E6F1-493C-9464-8FB8B1C1CEAC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maxconnections</a:t>
          </a:r>
          <a:endParaRPr lang="en-US" sz="2800" kern="1200"/>
        </a:p>
      </dsp:txBody>
      <dsp:txXfrm>
        <a:off x="3421" y="1828085"/>
        <a:ext cx="2894062" cy="434109"/>
      </dsp:txXfrm>
    </dsp:sp>
    <dsp:sp modelId="{6678ECA9-6F95-4AAC-AB42-36BCF180BD06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maximum number of nodes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accept connections</a:t>
          </a:r>
        </a:p>
      </dsp:txBody>
      <dsp:txXfrm>
        <a:off x="3421" y="2306416"/>
        <a:ext cx="2894062" cy="624745"/>
      </dsp:txXfrm>
    </dsp:sp>
    <dsp:sp modelId="{DDF8DC77-AA9E-48D2-B31A-87F8F6593829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BC8BD-C00D-4395-A8F7-BE83107B748C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 err="1"/>
            <a:t>Bandwith</a:t>
          </a:r>
          <a:endParaRPr lang="en-US" sz="2800" kern="1200" dirty="0"/>
        </a:p>
      </dsp:txBody>
      <dsp:txXfrm>
        <a:off x="3403945" y="1828085"/>
        <a:ext cx="2894062" cy="434109"/>
      </dsp:txXfrm>
    </dsp:sp>
    <dsp:sp modelId="{62E58D9C-A4DC-4E8C-AAAB-C1050E84EBE4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reduce bandwidth consumption. </a:t>
          </a:r>
        </a:p>
      </dsp:txBody>
      <dsp:txXfrm>
        <a:off x="3403945" y="2306416"/>
        <a:ext cx="2894062" cy="624745"/>
      </dsp:txXfrm>
    </dsp:sp>
    <dsp:sp modelId="{2BE616EB-7052-4F63-AE25-F93970BAAA8E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55F3E-4F90-46B0-9BE3-13CA5251A08C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Useful</a:t>
          </a:r>
          <a:endParaRPr lang="en-US" sz="2800" kern="1200"/>
        </a:p>
      </dsp:txBody>
      <dsp:txXfrm>
        <a:off x="6804468" y="1828085"/>
        <a:ext cx="2894062" cy="434109"/>
      </dsp:txXfrm>
    </dsp:sp>
    <dsp:sp modelId="{DD853F01-907D-4C51-9D69-48C8873F98F8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</a:t>
          </a:r>
          <a:r>
            <a:rPr lang="tr-TR" sz="1700" kern="1200" dirty="0"/>
            <a:t>there is </a:t>
          </a:r>
          <a:r>
            <a:rPr lang="en-US" sz="1700" kern="1200" dirty="0"/>
            <a:t>a</a:t>
          </a:r>
          <a:r>
            <a:rPr lang="tr-TR" sz="1700" kern="1200" dirty="0"/>
            <a:t> </a:t>
          </a:r>
          <a:r>
            <a:rPr lang="en-US" sz="1700" kern="1200" dirty="0"/>
            <a:t>data cap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pay by </a:t>
          </a:r>
          <a:r>
            <a:rPr lang="en-US" sz="1700" kern="1200"/>
            <a:t>the gigabyte</a:t>
          </a:r>
          <a:endParaRPr lang="en-US" sz="1700" kern="1200" dirty="0"/>
        </a:p>
      </dsp:txBody>
      <dsp:txXfrm>
        <a:off x="6804468" y="2306416"/>
        <a:ext cx="2894062" cy="62474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C17EE-4AEA-468D-B74E-5651A7D1F78E}">
      <dsp:nvSpPr>
        <dsp:cNvPr id="0" name=""/>
        <dsp:cNvSpPr/>
      </dsp:nvSpPr>
      <dsp:spPr>
        <a:xfrm>
          <a:off x="702726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048D2-FD84-439B-9708-0D7EAE448BA7}">
      <dsp:nvSpPr>
        <dsp:cNvPr id="0" name=""/>
        <dsp:cNvSpPr/>
      </dsp:nvSpPr>
      <dsp:spPr>
        <a:xfrm>
          <a:off x="6891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i="1" kern="1200"/>
            <a:t>maxmempool</a:t>
          </a:r>
          <a:endParaRPr lang="en-US" sz="1400" kern="1200"/>
        </a:p>
      </dsp:txBody>
      <dsp:txXfrm>
        <a:off x="6891" y="1796975"/>
        <a:ext cx="2141032" cy="441587"/>
      </dsp:txXfrm>
    </dsp:sp>
    <dsp:sp modelId="{0C5CC767-7866-4EF5-AA5B-1AC52A2C96C0}">
      <dsp:nvSpPr>
        <dsp:cNvPr id="0" name=""/>
        <dsp:cNvSpPr/>
      </dsp:nvSpPr>
      <dsp:spPr>
        <a:xfrm>
          <a:off x="6891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Limit the transaction memory pool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to </a:t>
          </a:r>
          <a:r>
            <a:rPr lang="tr-TR" sz="1100" kern="1200" dirty="0"/>
            <a:t>so</a:t>
          </a:r>
          <a:r>
            <a:rPr lang="en-US" sz="1100" kern="1200" dirty="0"/>
            <a:t> many megabytes. </a:t>
          </a:r>
        </a:p>
      </dsp:txBody>
      <dsp:txXfrm>
        <a:off x="6891" y="2272611"/>
        <a:ext cx="2141032" cy="404228"/>
      </dsp:txXfrm>
    </dsp:sp>
    <dsp:sp modelId="{01AB6F28-4D93-47B9-9CF4-20193B45DA62}">
      <dsp:nvSpPr>
        <dsp:cNvPr id="0" name=""/>
        <dsp:cNvSpPr/>
      </dsp:nvSpPr>
      <dsp:spPr>
        <a:xfrm>
          <a:off x="3218439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46DD2-7E86-4E17-B98E-1662E197E7F4}">
      <dsp:nvSpPr>
        <dsp:cNvPr id="0" name=""/>
        <dsp:cNvSpPr/>
      </dsp:nvSpPr>
      <dsp:spPr>
        <a:xfrm>
          <a:off x="2522604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 it</a:t>
          </a:r>
        </a:p>
      </dsp:txBody>
      <dsp:txXfrm>
        <a:off x="2522604" y="1796975"/>
        <a:ext cx="2141032" cy="441587"/>
      </dsp:txXfrm>
    </dsp:sp>
    <dsp:sp modelId="{EC846ABC-A5F1-48F6-A6D4-49943A298634}">
      <dsp:nvSpPr>
        <dsp:cNvPr id="0" name=""/>
        <dsp:cNvSpPr/>
      </dsp:nvSpPr>
      <dsp:spPr>
        <a:xfrm>
          <a:off x="2522604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</a:t>
          </a:r>
          <a:r>
            <a:rPr lang="en-US" sz="1100" kern="1200" dirty="0"/>
            <a:t>reduce</a:t>
          </a:r>
          <a:r>
            <a:rPr lang="tr-TR" sz="1100" kern="1200" dirty="0"/>
            <a:t> </a:t>
          </a:r>
          <a:r>
            <a:rPr lang="en-US" sz="1100" kern="1200" dirty="0"/>
            <a:t>memory use of the node.</a:t>
          </a:r>
        </a:p>
      </dsp:txBody>
      <dsp:txXfrm>
        <a:off x="2522604" y="2272611"/>
        <a:ext cx="2141032" cy="404228"/>
      </dsp:txXfrm>
    </dsp:sp>
    <dsp:sp modelId="{A9512643-B137-4EBF-BC10-9C83880EAA7E}">
      <dsp:nvSpPr>
        <dsp:cNvPr id="0" name=""/>
        <dsp:cNvSpPr/>
      </dsp:nvSpPr>
      <dsp:spPr>
        <a:xfrm>
          <a:off x="5734152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AC1B5-72B1-4335-923A-DFFDBAC72F7C}">
      <dsp:nvSpPr>
        <dsp:cNvPr id="0" name=""/>
        <dsp:cNvSpPr/>
      </dsp:nvSpPr>
      <dsp:spPr>
        <a:xfrm>
          <a:off x="5038316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i="1" kern="1200"/>
            <a:t>maxreceivebuffer/maxsendbuffer</a:t>
          </a:r>
          <a:endParaRPr lang="en-US" sz="1400" kern="1200"/>
        </a:p>
      </dsp:txBody>
      <dsp:txXfrm>
        <a:off x="5038316" y="1796975"/>
        <a:ext cx="2141032" cy="441587"/>
      </dsp:txXfrm>
    </dsp:sp>
    <dsp:sp modelId="{CF43C5B5-1C82-4E51-B3EB-B629AA4589DE}">
      <dsp:nvSpPr>
        <dsp:cNvPr id="0" name=""/>
        <dsp:cNvSpPr/>
      </dsp:nvSpPr>
      <dsp:spPr>
        <a:xfrm>
          <a:off x="5038316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Limit per-connection memory buffer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to </a:t>
          </a:r>
          <a:r>
            <a:rPr lang="tr-TR" sz="1100" kern="1200" dirty="0"/>
            <a:t>so</a:t>
          </a:r>
          <a:r>
            <a:rPr lang="en-US" sz="1100" kern="1200" dirty="0"/>
            <a:t> many multiples of 1000 bytes. </a:t>
          </a:r>
        </a:p>
      </dsp:txBody>
      <dsp:txXfrm>
        <a:off x="5038316" y="2272611"/>
        <a:ext cx="2141032" cy="404228"/>
      </dsp:txXfrm>
    </dsp:sp>
    <dsp:sp modelId="{5DDBA7B2-5B4B-45BD-95E4-5A135B964F95}">
      <dsp:nvSpPr>
        <dsp:cNvPr id="0" name=""/>
        <dsp:cNvSpPr/>
      </dsp:nvSpPr>
      <dsp:spPr>
        <a:xfrm>
          <a:off x="8249864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C6D87-5292-4937-8DD5-BD1226DE83C9}">
      <dsp:nvSpPr>
        <dsp:cNvPr id="0" name=""/>
        <dsp:cNvSpPr/>
      </dsp:nvSpPr>
      <dsp:spPr>
        <a:xfrm>
          <a:off x="7554029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</a:t>
          </a:r>
        </a:p>
      </dsp:txBody>
      <dsp:txXfrm>
        <a:off x="7554029" y="1796975"/>
        <a:ext cx="2141032" cy="441587"/>
      </dsp:txXfrm>
    </dsp:sp>
    <dsp:sp modelId="{8BD62303-B7DF-48DE-8A67-D89DCE4D60DA}">
      <dsp:nvSpPr>
        <dsp:cNvPr id="0" name=""/>
        <dsp:cNvSpPr/>
      </dsp:nvSpPr>
      <dsp:spPr>
        <a:xfrm>
          <a:off x="7554029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on memory-constrained nodes</a:t>
          </a:r>
        </a:p>
      </dsp:txBody>
      <dsp:txXfrm>
        <a:off x="7554029" y="2272611"/>
        <a:ext cx="2141032" cy="40422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499AD-17C1-41B9-A810-BB6655E58D0C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690CB-44A9-4A16-931A-825667DC3040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minrelaytxfee</a:t>
          </a:r>
          <a:endParaRPr lang="en-US" sz="2800" kern="1200"/>
        </a:p>
      </dsp:txBody>
      <dsp:txXfrm>
        <a:off x="3421" y="1828085"/>
        <a:ext cx="2894062" cy="434109"/>
      </dsp:txXfrm>
    </dsp:sp>
    <dsp:sp modelId="{EE71EB39-98EC-4D33-9858-84D3FA7A648F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Set the minimum fee transaction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you will relay</a:t>
          </a:r>
        </a:p>
      </dsp:txBody>
      <dsp:txXfrm>
        <a:off x="3421" y="2306416"/>
        <a:ext cx="2894062" cy="624745"/>
      </dsp:txXfrm>
    </dsp:sp>
    <dsp:sp modelId="{8C9A7320-DE4C-4077-BB36-50734A204B12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AA2FF-4B2F-44AA-B3E5-1DD6E1544624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Below this value</a:t>
          </a:r>
        </a:p>
      </dsp:txBody>
      <dsp:txXfrm>
        <a:off x="3403945" y="1828085"/>
        <a:ext cx="2894062" cy="434109"/>
      </dsp:txXfrm>
    </dsp:sp>
    <dsp:sp modelId="{156C4430-387D-4707-A502-2AC1790E15CA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kern="1200" dirty="0"/>
            <a:t>transaction</a:t>
          </a:r>
          <a:r>
            <a:rPr lang="tr-TR" sz="1700" kern="1200" dirty="0"/>
            <a:t> </a:t>
          </a:r>
          <a:r>
            <a:rPr lang="en-US" sz="1700" kern="1200" dirty="0"/>
            <a:t>is treated as zero fee. </a:t>
          </a:r>
        </a:p>
      </dsp:txBody>
      <dsp:txXfrm>
        <a:off x="3403945" y="2306416"/>
        <a:ext cx="2894062" cy="624745"/>
      </dsp:txXfrm>
    </dsp:sp>
    <dsp:sp modelId="{92EA1099-8A82-4F9E-8019-B30C879CA69A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E71C8-429F-4593-BBCB-EC78F72EBAC9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Use</a:t>
          </a:r>
        </a:p>
      </dsp:txBody>
      <dsp:txXfrm>
        <a:off x="6804468" y="1828085"/>
        <a:ext cx="2894062" cy="434109"/>
      </dsp:txXfrm>
    </dsp:sp>
    <dsp:sp modelId="{0ACB4521-8CE3-4445-BC5B-09554355765C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reduce the size of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kern="1200" dirty="0"/>
            <a:t>in-memory transaction pool.</a:t>
          </a:r>
        </a:p>
      </dsp:txBody>
      <dsp:txXfrm>
        <a:off x="6804468" y="2306416"/>
        <a:ext cx="2894062" cy="62474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4B58B-48FE-4AC4-BAED-8188A7C8F99D}">
      <dsp:nvSpPr>
        <dsp:cNvPr id="0" name=""/>
        <dsp:cNvSpPr/>
      </dsp:nvSpPr>
      <dsp:spPr>
        <a:xfrm>
          <a:off x="641854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1FE1D-BC3A-4F6E-BA04-AC54FD394472}">
      <dsp:nvSpPr>
        <dsp:cNvPr id="0" name=""/>
        <dsp:cNvSpPr/>
      </dsp:nvSpPr>
      <dsp:spPr>
        <a:xfrm>
          <a:off x="2924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Interface</a:t>
          </a:r>
        </a:p>
      </dsp:txBody>
      <dsp:txXfrm>
        <a:off x="2924" y="1958294"/>
        <a:ext cx="1965937" cy="294890"/>
      </dsp:txXfrm>
    </dsp:sp>
    <dsp:sp modelId="{67EF6F27-744D-4346-80B7-9422CBFA1EE2}">
      <dsp:nvSpPr>
        <dsp:cNvPr id="0" name=""/>
        <dsp:cNvSpPr/>
      </dsp:nvSpPr>
      <dsp:spPr>
        <a:xfrm>
          <a:off x="2924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Bitcoin Core’s API is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JSON-RPC interface.</a:t>
          </a:r>
          <a:endParaRPr lang="tr-TR" sz="1400" kern="1200"/>
        </a:p>
      </dsp:txBody>
      <dsp:txXfrm>
        <a:off x="2924" y="2292022"/>
        <a:ext cx="1965937" cy="836588"/>
      </dsp:txXfrm>
    </dsp:sp>
    <dsp:sp modelId="{67F340E4-447E-486D-9837-8D13282AF09F}">
      <dsp:nvSpPr>
        <dsp:cNvPr id="0" name=""/>
        <dsp:cNvSpPr/>
      </dsp:nvSpPr>
      <dsp:spPr>
        <a:xfrm>
          <a:off x="2951830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83916-7FD8-4371-A32E-299E88ABB8B9}">
      <dsp:nvSpPr>
        <dsp:cNvPr id="0" name=""/>
        <dsp:cNvSpPr/>
      </dsp:nvSpPr>
      <dsp:spPr>
        <a:xfrm>
          <a:off x="2312901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RPC </a:t>
          </a:r>
          <a:endParaRPr lang="tr-TR" sz="1900" kern="1200"/>
        </a:p>
      </dsp:txBody>
      <dsp:txXfrm>
        <a:off x="2312901" y="1958294"/>
        <a:ext cx="1965937" cy="294890"/>
      </dsp:txXfrm>
    </dsp:sp>
    <dsp:sp modelId="{80706FDC-3374-4EFE-A300-ACA888C3599D}">
      <dsp:nvSpPr>
        <dsp:cNvPr id="0" name=""/>
        <dsp:cNvSpPr/>
      </dsp:nvSpPr>
      <dsp:spPr>
        <a:xfrm>
          <a:off x="2312901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Remote Procedure Call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calling</a:t>
          </a:r>
          <a:r>
            <a:rPr lang="tr-TR" sz="1400" kern="1200"/>
            <a:t> remote </a:t>
          </a:r>
          <a:r>
            <a:rPr lang="en-US" sz="1400" kern="1200"/>
            <a:t>procedures</a:t>
          </a:r>
          <a:r>
            <a:rPr lang="tr-TR" sz="1400" kern="1200"/>
            <a:t> or </a:t>
          </a:r>
          <a:r>
            <a:rPr lang="en-US" sz="1400" kern="1200"/>
            <a:t>functions</a:t>
          </a:r>
          <a:endParaRPr lang="tr-TR" sz="1400" kern="1200"/>
        </a:p>
      </dsp:txBody>
      <dsp:txXfrm>
        <a:off x="2312901" y="2292022"/>
        <a:ext cx="1965937" cy="836588"/>
      </dsp:txXfrm>
    </dsp:sp>
    <dsp:sp modelId="{E97730D4-0323-4341-AEEA-433F170984F5}">
      <dsp:nvSpPr>
        <dsp:cNvPr id="0" name=""/>
        <dsp:cNvSpPr/>
      </dsp:nvSpPr>
      <dsp:spPr>
        <a:xfrm>
          <a:off x="5261807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61338-54E9-4209-A6DC-0D31803AF325}">
      <dsp:nvSpPr>
        <dsp:cNvPr id="0" name=""/>
        <dsp:cNvSpPr/>
      </dsp:nvSpPr>
      <dsp:spPr>
        <a:xfrm>
          <a:off x="4622877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Connection</a:t>
          </a:r>
        </a:p>
      </dsp:txBody>
      <dsp:txXfrm>
        <a:off x="4622877" y="1958294"/>
        <a:ext cx="1965937" cy="294890"/>
      </dsp:txXfrm>
    </dsp:sp>
    <dsp:sp modelId="{1182ED7C-D8B1-411A-B795-6B5AB2A1D31D}">
      <dsp:nvSpPr>
        <dsp:cNvPr id="0" name=""/>
        <dsp:cNvSpPr/>
      </dsp:nvSpPr>
      <dsp:spPr>
        <a:xfrm>
          <a:off x="4622877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Bitcoin Core node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via a network</a:t>
          </a:r>
          <a:r>
            <a:rPr lang="tr-TR" sz="1400" kern="1200"/>
            <a:t> </a:t>
          </a:r>
          <a:r>
            <a:rPr lang="en-US" sz="1400" kern="1200"/>
            <a:t>protocol </a:t>
          </a:r>
          <a:endParaRPr lang="tr-TR" sz="1400" kern="1200"/>
        </a:p>
      </dsp:txBody>
      <dsp:txXfrm>
        <a:off x="4622877" y="2292022"/>
        <a:ext cx="1965937" cy="836588"/>
      </dsp:txXfrm>
    </dsp:sp>
    <dsp:sp modelId="{2C291F5E-305A-4C16-84D8-DD5BBEE52E72}">
      <dsp:nvSpPr>
        <dsp:cNvPr id="0" name=""/>
        <dsp:cNvSpPr/>
      </dsp:nvSpPr>
      <dsp:spPr>
        <a:xfrm>
          <a:off x="7571784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D2811-174F-4D18-BE7D-EC8B8AF9FFF0}">
      <dsp:nvSpPr>
        <dsp:cNvPr id="0" name=""/>
        <dsp:cNvSpPr/>
      </dsp:nvSpPr>
      <dsp:spPr>
        <a:xfrm>
          <a:off x="6932854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HTTP</a:t>
          </a:r>
        </a:p>
      </dsp:txBody>
      <dsp:txXfrm>
        <a:off x="6932854" y="1958294"/>
        <a:ext cx="1965937" cy="294890"/>
      </dsp:txXfrm>
    </dsp:sp>
    <dsp:sp modelId="{83D8931A-8A67-4AFE-B554-F19F5759E78E}">
      <dsp:nvSpPr>
        <dsp:cNvPr id="0" name=""/>
        <dsp:cNvSpPr/>
      </dsp:nvSpPr>
      <dsp:spPr>
        <a:xfrm>
          <a:off x="6932854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network protocol is HTTP</a:t>
          </a:r>
          <a:endParaRPr lang="tr-TR" sz="1400" kern="1200"/>
        </a:p>
      </dsp:txBody>
      <dsp:txXfrm>
        <a:off x="6932854" y="2292022"/>
        <a:ext cx="1965937" cy="836588"/>
      </dsp:txXfrm>
    </dsp:sp>
    <dsp:sp modelId="{A0BD322B-169D-483F-91F7-DB1F85976F93}">
      <dsp:nvSpPr>
        <dsp:cNvPr id="0" name=""/>
        <dsp:cNvSpPr/>
      </dsp:nvSpPr>
      <dsp:spPr>
        <a:xfrm>
          <a:off x="9881760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207AC-BD68-48D6-9B9D-46B359D50C2F}">
      <dsp:nvSpPr>
        <dsp:cNvPr id="0" name=""/>
        <dsp:cNvSpPr/>
      </dsp:nvSpPr>
      <dsp:spPr>
        <a:xfrm>
          <a:off x="9242830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HTTPS</a:t>
          </a:r>
          <a:endParaRPr lang="tr-TR" sz="1900" kern="1200"/>
        </a:p>
      </dsp:txBody>
      <dsp:txXfrm>
        <a:off x="9242830" y="1958294"/>
        <a:ext cx="1965937" cy="294890"/>
      </dsp:txXfrm>
    </dsp:sp>
    <dsp:sp modelId="{706FBB90-DD3A-42C7-BAEA-DA6027C4296B}">
      <dsp:nvSpPr>
        <dsp:cNvPr id="0" name=""/>
        <dsp:cNvSpPr/>
      </dsp:nvSpPr>
      <dsp:spPr>
        <a:xfrm>
          <a:off x="9242830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encrypted connections</a:t>
          </a:r>
          <a:endParaRPr lang="tr-TR" sz="1400" kern="1200"/>
        </a:p>
      </dsp:txBody>
      <dsp:txXfrm>
        <a:off x="9242830" y="2292022"/>
        <a:ext cx="1965937" cy="83658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8A7A7-5648-4766-BABD-662D878F847A}">
      <dsp:nvSpPr>
        <dsp:cNvPr id="0" name=""/>
        <dsp:cNvSpPr/>
      </dsp:nvSpPr>
      <dsp:spPr>
        <a:xfrm>
          <a:off x="807559" y="1232543"/>
          <a:ext cx="866742" cy="866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5EC72-6E0B-418A-8BB3-F4E95BEEE1BA}">
      <dsp:nvSpPr>
        <dsp:cNvPr id="0" name=""/>
        <dsp:cNvSpPr/>
      </dsp:nvSpPr>
      <dsp:spPr>
        <a:xfrm>
          <a:off x="2727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curl </a:t>
          </a:r>
          <a:endParaRPr lang="tr-TR" sz="1600" kern="1200"/>
        </a:p>
      </dsp:txBody>
      <dsp:txXfrm>
        <a:off x="2727" y="2187877"/>
        <a:ext cx="2476406" cy="371460"/>
      </dsp:txXfrm>
    </dsp:sp>
    <dsp:sp modelId="{C133B08A-3048-42A1-B4E3-224D6879B1E1}">
      <dsp:nvSpPr>
        <dsp:cNvPr id="0" name=""/>
        <dsp:cNvSpPr/>
      </dsp:nvSpPr>
      <dsp:spPr>
        <a:xfrm>
          <a:off x="2727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command-line HTTP client 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construct one</a:t>
          </a:r>
          <a:r>
            <a:rPr lang="tr-TR" sz="1200" kern="1200" dirty="0"/>
            <a:t> of </a:t>
          </a:r>
          <a:r>
            <a:rPr lang="tr-TR" sz="1200" kern="1200" dirty="0" err="1"/>
            <a:t>these</a:t>
          </a:r>
          <a:r>
            <a:rPr lang="tr-TR" sz="1200" kern="1200" dirty="0"/>
            <a:t> JSON-RPC </a:t>
          </a:r>
          <a:r>
            <a:rPr lang="tr-TR" sz="1200" kern="1200" dirty="0" err="1"/>
            <a:t>calls</a:t>
          </a:r>
          <a:endParaRPr lang="tr-TR" sz="1200" kern="1200" dirty="0"/>
        </a:p>
      </dsp:txBody>
      <dsp:txXfrm>
        <a:off x="2727" y="2600544"/>
        <a:ext cx="2476406" cy="692278"/>
      </dsp:txXfrm>
    </dsp:sp>
    <dsp:sp modelId="{2B41A61C-8DE7-4245-AC66-D1193FCD72BD}">
      <dsp:nvSpPr>
        <dsp:cNvPr id="0" name=""/>
        <dsp:cNvSpPr/>
      </dsp:nvSpPr>
      <dsp:spPr>
        <a:xfrm>
          <a:off x="3717336" y="1232543"/>
          <a:ext cx="866742" cy="866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E7C04-5828-4991-B1C0-94C116CD41CD}">
      <dsp:nvSpPr>
        <dsp:cNvPr id="0" name=""/>
        <dsp:cNvSpPr/>
      </dsp:nvSpPr>
      <dsp:spPr>
        <a:xfrm>
          <a:off x="2912504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Th</a:t>
          </a:r>
          <a:r>
            <a:rPr lang="tr-TR" sz="1600" kern="1200" dirty="0"/>
            <a:t>e</a:t>
          </a:r>
          <a:r>
            <a:rPr lang="en-US" sz="1600" kern="1200" dirty="0"/>
            <a:t> command</a:t>
          </a:r>
          <a:endParaRPr lang="tr-TR" sz="1600" kern="1200" dirty="0"/>
        </a:p>
      </dsp:txBody>
      <dsp:txXfrm>
        <a:off x="2912504" y="2187877"/>
        <a:ext cx="2476406" cy="371460"/>
      </dsp:txXfrm>
    </dsp:sp>
    <dsp:sp modelId="{B7B3BEFA-E0E2-40F8-BCC7-B2C0A807567D}">
      <dsp:nvSpPr>
        <dsp:cNvPr id="0" name=""/>
        <dsp:cNvSpPr/>
      </dsp:nvSpPr>
      <dsp:spPr>
        <a:xfrm>
          <a:off x="2912504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curl submits an</a:t>
          </a:r>
          <a:r>
            <a:rPr lang="tr-TR" sz="1200" kern="1200" dirty="0"/>
            <a:t> HTTP </a:t>
          </a:r>
          <a:r>
            <a:rPr lang="tr-TR" sz="1200" kern="1200" dirty="0" err="1"/>
            <a:t>request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the local host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127.0.0.1</a:t>
          </a:r>
          <a:endParaRPr lang="tr-TR" sz="1200" kern="1200" dirty="0"/>
        </a:p>
      </dsp:txBody>
      <dsp:txXfrm>
        <a:off x="2912504" y="2600544"/>
        <a:ext cx="2476406" cy="692278"/>
      </dsp:txXfrm>
    </dsp:sp>
    <dsp:sp modelId="{0500C0CC-728E-4107-970A-D82BD66095E2}">
      <dsp:nvSpPr>
        <dsp:cNvPr id="0" name=""/>
        <dsp:cNvSpPr/>
      </dsp:nvSpPr>
      <dsp:spPr>
        <a:xfrm>
          <a:off x="6627114" y="1232543"/>
          <a:ext cx="866742" cy="866742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DFE47-24B6-4B2A-8847-6239D8B03C81}">
      <dsp:nvSpPr>
        <dsp:cNvPr id="0" name=""/>
        <dsp:cNvSpPr/>
      </dsp:nvSpPr>
      <dsp:spPr>
        <a:xfrm>
          <a:off x="5822282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 dirty="0"/>
            <a:t>Default port</a:t>
          </a:r>
        </a:p>
      </dsp:txBody>
      <dsp:txXfrm>
        <a:off x="5822282" y="2187877"/>
        <a:ext cx="2476406" cy="371460"/>
      </dsp:txXfrm>
    </dsp:sp>
    <dsp:sp modelId="{0F467334-094C-4797-AEB6-FF608D91B332}">
      <dsp:nvSpPr>
        <dsp:cNvPr id="0" name=""/>
        <dsp:cNvSpPr/>
      </dsp:nvSpPr>
      <dsp:spPr>
        <a:xfrm>
          <a:off x="5822282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connecting to the default bitcoin por</a:t>
          </a:r>
          <a:r>
            <a:rPr lang="tr-TR" sz="1200" kern="1200" dirty="0"/>
            <a:t>t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8332</a:t>
          </a:r>
          <a:endParaRPr lang="tr-TR" sz="1200" kern="1200" dirty="0"/>
        </a:p>
      </dsp:txBody>
      <dsp:txXfrm>
        <a:off x="5822282" y="2600544"/>
        <a:ext cx="2476406" cy="692278"/>
      </dsp:txXfrm>
    </dsp:sp>
    <dsp:sp modelId="{3B80C4EE-D9E7-4385-931A-ADEB8BBF928A}">
      <dsp:nvSpPr>
        <dsp:cNvPr id="0" name=""/>
        <dsp:cNvSpPr/>
      </dsp:nvSpPr>
      <dsp:spPr>
        <a:xfrm>
          <a:off x="9536891" y="1232543"/>
          <a:ext cx="866742" cy="866742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5DD92-D5EE-43FD-AFB7-6DFF364A16A7}">
      <dsp:nvSpPr>
        <dsp:cNvPr id="0" name=""/>
        <dsp:cNvSpPr/>
      </dsp:nvSpPr>
      <dsp:spPr>
        <a:xfrm>
          <a:off x="8732059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submitting a </a:t>
          </a:r>
          <a:r>
            <a:rPr lang="en-US" sz="1600" kern="1200" dirty="0" err="1"/>
            <a:t>jsonrpc</a:t>
          </a:r>
          <a:r>
            <a:rPr lang="tr-TR" sz="1600" kern="1200" dirty="0"/>
            <a:t> </a:t>
          </a:r>
          <a:r>
            <a:rPr lang="en-US" sz="1600" kern="1200" dirty="0"/>
            <a:t>request</a:t>
          </a:r>
          <a:endParaRPr lang="tr-TR" sz="1600" kern="1200" dirty="0"/>
        </a:p>
      </dsp:txBody>
      <dsp:txXfrm>
        <a:off x="8732059" y="2187877"/>
        <a:ext cx="2476406" cy="371460"/>
      </dsp:txXfrm>
    </dsp:sp>
    <dsp:sp modelId="{B5EEF280-DAB4-4661-84A0-239825CB1D95}">
      <dsp:nvSpPr>
        <dsp:cNvPr id="0" name=""/>
        <dsp:cNvSpPr/>
      </dsp:nvSpPr>
      <dsp:spPr>
        <a:xfrm>
          <a:off x="8732059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for the </a:t>
          </a:r>
          <a:r>
            <a:rPr lang="en-US" sz="1200" kern="1200" dirty="0" err="1"/>
            <a:t>getinfo</a:t>
          </a:r>
          <a:r>
            <a:rPr lang="en-US" sz="1200" kern="1200" dirty="0"/>
            <a:t> method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using text/plain encoding</a:t>
          </a:r>
          <a:endParaRPr lang="tr-TR" sz="1200" kern="1200" dirty="0"/>
        </a:p>
      </dsp:txBody>
      <dsp:txXfrm>
        <a:off x="8732059" y="2600544"/>
        <a:ext cx="2476406" cy="69227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3D2BC-452C-44E2-BEAE-323A6FAF0149}">
      <dsp:nvSpPr>
        <dsp:cNvPr id="0" name=""/>
        <dsp:cNvSpPr/>
      </dsp:nvSpPr>
      <dsp:spPr>
        <a:xfrm>
          <a:off x="540115" y="1133775"/>
          <a:ext cx="576772" cy="5767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A83AF-731D-41C9-9BA7-079BD2942C19}">
      <dsp:nvSpPr>
        <dsp:cNvPr id="0" name=""/>
        <dsp:cNvSpPr/>
      </dsp:nvSpPr>
      <dsp:spPr>
        <a:xfrm>
          <a:off x="4541" y="1790324"/>
          <a:ext cx="1647920" cy="2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Libraries</a:t>
          </a:r>
        </a:p>
      </dsp:txBody>
      <dsp:txXfrm>
        <a:off x="4541" y="1790324"/>
        <a:ext cx="1647920" cy="247188"/>
      </dsp:txXfrm>
    </dsp:sp>
    <dsp:sp modelId="{24A4B951-FD15-4CF5-B901-4ABC91E1891D}">
      <dsp:nvSpPr>
        <dsp:cNvPr id="0" name=""/>
        <dsp:cNvSpPr/>
      </dsp:nvSpPr>
      <dsp:spPr>
        <a:xfrm>
          <a:off x="4541" y="2074617"/>
          <a:ext cx="1647920" cy="91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provides an easy interface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to the bitcoin data structures and protocol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200" kern="1200" dirty="0"/>
        </a:p>
      </dsp:txBody>
      <dsp:txXfrm>
        <a:off x="4541" y="2074617"/>
        <a:ext cx="1647920" cy="914427"/>
      </dsp:txXfrm>
    </dsp:sp>
    <dsp:sp modelId="{A8521912-BF70-41A6-B4EB-DD84B25B62FE}">
      <dsp:nvSpPr>
        <dsp:cNvPr id="0" name=""/>
        <dsp:cNvSpPr/>
      </dsp:nvSpPr>
      <dsp:spPr>
        <a:xfrm>
          <a:off x="2480286" y="1118231"/>
          <a:ext cx="576772" cy="5767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A0283-C9DC-4599-9110-45A67CF1BB69}">
      <dsp:nvSpPr>
        <dsp:cNvPr id="0" name=""/>
        <dsp:cNvSpPr/>
      </dsp:nvSpPr>
      <dsp:spPr>
        <a:xfrm>
          <a:off x="1940847" y="1790324"/>
          <a:ext cx="1647920" cy="2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 dirty="0" err="1"/>
            <a:t>Example</a:t>
          </a:r>
          <a:r>
            <a:rPr lang="tr-TR" sz="1500" kern="1200" dirty="0"/>
            <a:t> </a:t>
          </a:r>
          <a:r>
            <a:rPr lang="tr-TR" sz="1500" kern="1200" dirty="0" err="1"/>
            <a:t>Code</a:t>
          </a:r>
          <a:endParaRPr lang="tr-TR" sz="1500" kern="1200" dirty="0"/>
        </a:p>
      </dsp:txBody>
      <dsp:txXfrm>
        <a:off x="1940847" y="1790324"/>
        <a:ext cx="1647920" cy="247188"/>
      </dsp:txXfrm>
    </dsp:sp>
    <dsp:sp modelId="{1F91D3CB-F6BF-4FF0-992B-E7F2502B5EC1}">
      <dsp:nvSpPr>
        <dsp:cNvPr id="0" name=""/>
        <dsp:cNvSpPr/>
      </dsp:nvSpPr>
      <dsp:spPr>
        <a:xfrm>
          <a:off x="1940847" y="2074617"/>
          <a:ext cx="1647920" cy="91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 err="1"/>
            <a:t>examples</a:t>
          </a:r>
          <a:r>
            <a:rPr lang="tr-TR" sz="1200" b="0" i="0" kern="1200" dirty="0"/>
            <a:t>/ </a:t>
          </a:r>
          <a:r>
            <a:rPr lang="tr-TR" sz="1200" b="0" i="0" kern="1200" dirty="0" err="1"/>
            <a:t>directory</a:t>
          </a:r>
          <a:endParaRPr lang="tr-TR" sz="1200" kern="1200" dirty="0"/>
        </a:p>
      </dsp:txBody>
      <dsp:txXfrm>
        <a:off x="1940847" y="2074617"/>
        <a:ext cx="1647920" cy="914427"/>
      </dsp:txXfrm>
    </dsp:sp>
    <dsp:sp modelId="{BC15A780-7807-4C04-AB7C-AACA1A3F349D}">
      <dsp:nvSpPr>
        <dsp:cNvPr id="0" name=""/>
        <dsp:cNvSpPr/>
      </dsp:nvSpPr>
      <dsp:spPr>
        <a:xfrm>
          <a:off x="4641508" y="1033760"/>
          <a:ext cx="576772" cy="5767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A9793-5C4D-4CD1-90D1-A8ED9FA7D5CC}">
      <dsp:nvSpPr>
        <dsp:cNvPr id="0" name=""/>
        <dsp:cNvSpPr/>
      </dsp:nvSpPr>
      <dsp:spPr>
        <a:xfrm>
          <a:off x="4105934" y="1690309"/>
          <a:ext cx="1647920" cy="2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b="1" i="0" kern="1200" dirty="0" err="1"/>
            <a:t>chain</a:t>
          </a:r>
          <a:r>
            <a:rPr lang="tr-TR" sz="1500" b="1" i="0" kern="1200" dirty="0"/>
            <a:t> </a:t>
          </a:r>
          <a:r>
            <a:rPr lang="tr-TR" sz="1500" b="1" i="0" kern="1200" dirty="0" err="1"/>
            <a:t>to</a:t>
          </a:r>
          <a:r>
            <a:rPr lang="tr-TR" sz="1500" b="1" i="0" kern="1200" dirty="0"/>
            <a:t> </a:t>
          </a:r>
          <a:r>
            <a:rPr lang="tr-TR" sz="1500" b="1" i="0" kern="1200" dirty="0" err="1"/>
            <a:t>use</a:t>
          </a:r>
          <a:endParaRPr lang="tr-TR" sz="1500" kern="1200" dirty="0"/>
        </a:p>
      </dsp:txBody>
      <dsp:txXfrm>
        <a:off x="4105934" y="1690309"/>
        <a:ext cx="1647920" cy="247188"/>
      </dsp:txXfrm>
    </dsp:sp>
    <dsp:sp modelId="{17F75253-2AD2-4EF6-A661-7929264F750A}">
      <dsp:nvSpPr>
        <dsp:cNvPr id="0" name=""/>
        <dsp:cNvSpPr/>
      </dsp:nvSpPr>
      <dsp:spPr>
        <a:xfrm>
          <a:off x="3780338" y="2043515"/>
          <a:ext cx="2105481" cy="1314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 err="1"/>
            <a:t>import</a:t>
          </a:r>
          <a:r>
            <a:rPr lang="tr-TR" sz="1200" b="0" i="0" kern="1200" dirty="0"/>
            <a:t> </a:t>
          </a:r>
          <a:r>
            <a:rPr lang="tr-TR" sz="1200" b="0" i="0" kern="1200" dirty="0" err="1"/>
            <a:t>bitcoin</a:t>
          </a:r>
          <a:endParaRPr lang="tr-TR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/>
            <a:t>bitcoin.SelectParams(NAME)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/>
            <a:t>NAME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200" b="0" i="0" kern="1200" dirty="0"/>
            <a:t>'</a:t>
          </a:r>
          <a:r>
            <a:rPr lang="tr-TR" sz="1200" b="0" i="0" kern="1200" dirty="0" err="1"/>
            <a:t>testnet</a:t>
          </a:r>
          <a:r>
            <a:rPr lang="tr-TR" sz="1200" b="0" i="0" kern="1200" dirty="0"/>
            <a:t>’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200" b="0" i="0" kern="1200" dirty="0"/>
            <a:t>'</a:t>
          </a:r>
          <a:r>
            <a:rPr lang="tr-TR" sz="1200" b="0" i="0" kern="1200" dirty="0" err="1"/>
            <a:t>mainnet</a:t>
          </a:r>
          <a:r>
            <a:rPr lang="tr-TR" sz="1200" b="0" i="0" kern="1200" dirty="0"/>
            <a:t>’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200" b="0" i="0" kern="1200" dirty="0"/>
            <a:t>'</a:t>
          </a:r>
          <a:r>
            <a:rPr lang="tr-TR" sz="1200" b="0" i="0" kern="1200" dirty="0" err="1"/>
            <a:t>regtest</a:t>
          </a:r>
          <a:r>
            <a:rPr lang="tr-TR" sz="1200" b="0" i="0" kern="1200" dirty="0"/>
            <a:t>'</a:t>
          </a:r>
          <a:endParaRPr lang="tr-TR" sz="1200" kern="1200" dirty="0"/>
        </a:p>
      </dsp:txBody>
      <dsp:txXfrm>
        <a:off x="3780338" y="2043515"/>
        <a:ext cx="2105481" cy="131448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42529-4373-4BAD-9F62-DD97E6B1613D}">
      <dsp:nvSpPr>
        <dsp:cNvPr id="0" name=""/>
        <dsp:cNvSpPr/>
      </dsp:nvSpPr>
      <dsp:spPr>
        <a:xfrm>
          <a:off x="698671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F4FC3-4287-457F-8148-C8922E1F0939}">
      <dsp:nvSpPr>
        <dsp:cNvPr id="0" name=""/>
        <dsp:cNvSpPr/>
      </dsp:nvSpPr>
      <dsp:spPr>
        <a:xfrm>
          <a:off x="2156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3"/>
            </a:rPr>
            <a:t>Bitcoin Core</a:t>
          </a:r>
          <a:endParaRPr lang="tr-TR" sz="2000" kern="1200"/>
        </a:p>
      </dsp:txBody>
      <dsp:txXfrm>
        <a:off x="2156" y="1710447"/>
        <a:ext cx="2143124" cy="321468"/>
      </dsp:txXfrm>
    </dsp:sp>
    <dsp:sp modelId="{C62D7384-564E-4CA9-84B4-9F2AEA7A14B6}">
      <dsp:nvSpPr>
        <dsp:cNvPr id="0" name=""/>
        <dsp:cNvSpPr/>
      </dsp:nvSpPr>
      <dsp:spPr>
        <a:xfrm>
          <a:off x="2156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reference implementation of bitcoin</a:t>
          </a:r>
          <a:endParaRPr lang="tr-TR" sz="1500" kern="1200" dirty="0"/>
        </a:p>
      </dsp:txBody>
      <dsp:txXfrm>
        <a:off x="2156" y="2069783"/>
        <a:ext cx="2143124" cy="702527"/>
      </dsp:txXfrm>
    </dsp:sp>
    <dsp:sp modelId="{A9478769-CC1F-4455-8145-C393635DE4DA}">
      <dsp:nvSpPr>
        <dsp:cNvPr id="0" name=""/>
        <dsp:cNvSpPr/>
      </dsp:nvSpPr>
      <dsp:spPr>
        <a:xfrm>
          <a:off x="3216843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98F34-737F-4198-8D3C-30BA5DF0361F}">
      <dsp:nvSpPr>
        <dsp:cNvPr id="0" name=""/>
        <dsp:cNvSpPr/>
      </dsp:nvSpPr>
      <dsp:spPr>
        <a:xfrm>
          <a:off x="2520328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6"/>
            </a:rPr>
            <a:t>libbitcoin</a:t>
          </a:r>
          <a:endParaRPr lang="tr-TR" sz="2000" kern="1200"/>
        </a:p>
      </dsp:txBody>
      <dsp:txXfrm>
        <a:off x="2520328" y="1710447"/>
        <a:ext cx="2143124" cy="321468"/>
      </dsp:txXfrm>
    </dsp:sp>
    <dsp:sp modelId="{CBDED50A-CA0A-4E20-B8C5-0BE5CEC6E9C8}">
      <dsp:nvSpPr>
        <dsp:cNvPr id="0" name=""/>
        <dsp:cNvSpPr/>
      </dsp:nvSpPr>
      <dsp:spPr>
        <a:xfrm>
          <a:off x="2520328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Cross-platform C++ development toolkit, node, and consensus library</a:t>
          </a:r>
          <a:endParaRPr lang="tr-TR" sz="1500" kern="1200" dirty="0"/>
        </a:p>
      </dsp:txBody>
      <dsp:txXfrm>
        <a:off x="2520328" y="2069783"/>
        <a:ext cx="2143124" cy="702527"/>
      </dsp:txXfrm>
    </dsp:sp>
    <dsp:sp modelId="{772BC5F0-0C95-4A3A-BE66-C91C3FC5CF13}">
      <dsp:nvSpPr>
        <dsp:cNvPr id="0" name=""/>
        <dsp:cNvSpPr/>
      </dsp:nvSpPr>
      <dsp:spPr>
        <a:xfrm>
          <a:off x="5735015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EBF91-7F39-44ED-A4BE-A48003D0B54E}">
      <dsp:nvSpPr>
        <dsp:cNvPr id="0" name=""/>
        <dsp:cNvSpPr/>
      </dsp:nvSpPr>
      <dsp:spPr>
        <a:xfrm>
          <a:off x="5038499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9"/>
            </a:rPr>
            <a:t>bitcoin explorer</a:t>
          </a:r>
          <a:endParaRPr lang="tr-TR" sz="2000" kern="1200"/>
        </a:p>
      </dsp:txBody>
      <dsp:txXfrm>
        <a:off x="5038499" y="1710447"/>
        <a:ext cx="2143124" cy="321468"/>
      </dsp:txXfrm>
    </dsp:sp>
    <dsp:sp modelId="{C590FD08-A384-4C2C-AD66-254A7E356775}">
      <dsp:nvSpPr>
        <dsp:cNvPr id="0" name=""/>
        <dsp:cNvSpPr/>
      </dsp:nvSpPr>
      <dsp:spPr>
        <a:xfrm>
          <a:off x="5038499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Libbitcoin’s command-line tool</a:t>
          </a:r>
        </a:p>
      </dsp:txBody>
      <dsp:txXfrm>
        <a:off x="5038499" y="2069783"/>
        <a:ext cx="2143124" cy="702527"/>
      </dsp:txXfrm>
    </dsp:sp>
    <dsp:sp modelId="{77B89AAB-D4BA-4EE7-A01D-8AE9D811EB4B}">
      <dsp:nvSpPr>
        <dsp:cNvPr id="0" name=""/>
        <dsp:cNvSpPr/>
      </dsp:nvSpPr>
      <dsp:spPr>
        <a:xfrm>
          <a:off x="8253187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31EE6-34F7-48B5-A07F-507BCD14A096}">
      <dsp:nvSpPr>
        <dsp:cNvPr id="0" name=""/>
        <dsp:cNvSpPr/>
      </dsp:nvSpPr>
      <dsp:spPr>
        <a:xfrm>
          <a:off x="7556671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12"/>
            </a:rPr>
            <a:t>picocoin</a:t>
          </a:r>
          <a:endParaRPr lang="tr-TR" sz="2000" kern="1200"/>
        </a:p>
      </dsp:txBody>
      <dsp:txXfrm>
        <a:off x="7556671" y="1710447"/>
        <a:ext cx="2143124" cy="321468"/>
      </dsp:txXfrm>
    </dsp:sp>
    <dsp:sp modelId="{42624934-3FDD-4100-92DD-12A7E6886D1F}">
      <dsp:nvSpPr>
        <dsp:cNvPr id="0" name=""/>
        <dsp:cNvSpPr/>
      </dsp:nvSpPr>
      <dsp:spPr>
        <a:xfrm>
          <a:off x="7556671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C language lightweight client library for bitcoin by Jeff </a:t>
          </a:r>
          <a:r>
            <a:rPr lang="en-US" sz="1500" kern="1200" dirty="0" err="1"/>
            <a:t>Garzik</a:t>
          </a:r>
          <a:endParaRPr lang="tr-TR" sz="1500" kern="1200" dirty="0"/>
        </a:p>
      </dsp:txBody>
      <dsp:txXfrm>
        <a:off x="7556671" y="2069783"/>
        <a:ext cx="2143124" cy="70252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CBC3D-8F62-4A54-9582-C19345F76086}">
      <dsp:nvSpPr>
        <dsp:cNvPr id="0" name=""/>
        <dsp:cNvSpPr/>
      </dsp:nvSpPr>
      <dsp:spPr>
        <a:xfrm>
          <a:off x="0" y="283129"/>
          <a:ext cx="5303471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354076" rIns="41160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modular and scalable full-node implementation with API</a:t>
          </a:r>
          <a:endParaRPr lang="tr-TR" sz="1700" kern="1200"/>
        </a:p>
      </dsp:txBody>
      <dsp:txXfrm>
        <a:off x="0" y="283129"/>
        <a:ext cx="5303471" cy="963900"/>
      </dsp:txXfrm>
    </dsp:sp>
    <dsp:sp modelId="{4699541D-78AD-43DB-8C24-1AB170379C72}">
      <dsp:nvSpPr>
        <dsp:cNvPr id="0" name=""/>
        <dsp:cNvSpPr/>
      </dsp:nvSpPr>
      <dsp:spPr>
        <a:xfrm>
          <a:off x="265173" y="32209"/>
          <a:ext cx="3712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1"/>
            </a:rPr>
            <a:t>bcoin</a:t>
          </a:r>
          <a:endParaRPr lang="tr-TR" sz="1700" kern="1200"/>
        </a:p>
      </dsp:txBody>
      <dsp:txXfrm>
        <a:off x="289671" y="56707"/>
        <a:ext cx="3663433" cy="452844"/>
      </dsp:txXfrm>
    </dsp:sp>
    <dsp:sp modelId="{FD382420-A6D0-41D2-9ACD-13CB621B76ED}">
      <dsp:nvSpPr>
        <dsp:cNvPr id="0" name=""/>
        <dsp:cNvSpPr/>
      </dsp:nvSpPr>
      <dsp:spPr>
        <a:xfrm>
          <a:off x="0" y="1589749"/>
          <a:ext cx="5303471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354076" rIns="41160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Full node, API, and library by Bitpay</a:t>
          </a:r>
          <a:endParaRPr lang="tr-TR" sz="1700" kern="1200"/>
        </a:p>
      </dsp:txBody>
      <dsp:txXfrm>
        <a:off x="0" y="1589749"/>
        <a:ext cx="5303471" cy="722925"/>
      </dsp:txXfrm>
    </dsp:sp>
    <dsp:sp modelId="{1E0E6F41-1F52-4936-8050-A2729A1D0F67}">
      <dsp:nvSpPr>
        <dsp:cNvPr id="0" name=""/>
        <dsp:cNvSpPr/>
      </dsp:nvSpPr>
      <dsp:spPr>
        <a:xfrm>
          <a:off x="265173" y="1338829"/>
          <a:ext cx="3712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2"/>
            </a:rPr>
            <a:t>Bitcore</a:t>
          </a:r>
          <a:endParaRPr lang="tr-TR" sz="1700" kern="1200"/>
        </a:p>
      </dsp:txBody>
      <dsp:txXfrm>
        <a:off x="289671" y="1363327"/>
        <a:ext cx="3663433" cy="452844"/>
      </dsp:txXfrm>
    </dsp:sp>
    <dsp:sp modelId="{F2924AD2-5012-418B-8BC6-DF8D3DC97B50}">
      <dsp:nvSpPr>
        <dsp:cNvPr id="0" name=""/>
        <dsp:cNvSpPr/>
      </dsp:nvSpPr>
      <dsp:spPr>
        <a:xfrm>
          <a:off x="0" y="2655394"/>
          <a:ext cx="5303471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354076" rIns="41160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pure JavaScript Bitcoin library for node.js and browsers</a:t>
          </a:r>
          <a:endParaRPr lang="tr-TR" sz="1700" kern="1200"/>
        </a:p>
      </dsp:txBody>
      <dsp:txXfrm>
        <a:off x="0" y="2655394"/>
        <a:ext cx="5303471" cy="963900"/>
      </dsp:txXfrm>
    </dsp:sp>
    <dsp:sp modelId="{4A71D1B6-63D6-4447-B73F-36A1956F1F5F}">
      <dsp:nvSpPr>
        <dsp:cNvPr id="0" name=""/>
        <dsp:cNvSpPr/>
      </dsp:nvSpPr>
      <dsp:spPr>
        <a:xfrm>
          <a:off x="265173" y="2404474"/>
          <a:ext cx="3712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3"/>
            </a:rPr>
            <a:t>BitcoinJS</a:t>
          </a:r>
          <a:endParaRPr lang="tr-TR" sz="1700" kern="1200"/>
        </a:p>
      </dsp:txBody>
      <dsp:txXfrm>
        <a:off x="289671" y="2428972"/>
        <a:ext cx="3663433" cy="45284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B97F4-67C6-4879-96F0-62F013BE03A5}">
      <dsp:nvSpPr>
        <dsp:cNvPr id="0" name=""/>
        <dsp:cNvSpPr/>
      </dsp:nvSpPr>
      <dsp:spPr>
        <a:xfrm>
          <a:off x="0" y="342617"/>
          <a:ext cx="5303471" cy="552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 Java full-node client library</a:t>
          </a:r>
          <a:endParaRPr lang="tr-TR" sz="1300" kern="1200"/>
        </a:p>
      </dsp:txBody>
      <dsp:txXfrm>
        <a:off x="0" y="342617"/>
        <a:ext cx="5303471" cy="552825"/>
      </dsp:txXfrm>
    </dsp:sp>
    <dsp:sp modelId="{63B94DE3-CB32-45C7-A2AA-17FE6475BE77}">
      <dsp:nvSpPr>
        <dsp:cNvPr id="0" name=""/>
        <dsp:cNvSpPr/>
      </dsp:nvSpPr>
      <dsp:spPr>
        <a:xfrm>
          <a:off x="265173" y="150737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i="1" kern="1200">
              <a:hlinkClick xmlns:r="http://schemas.openxmlformats.org/officeDocument/2006/relationships" r:id="rId1"/>
            </a:rPr>
            <a:t>bitcoinj</a:t>
          </a:r>
          <a:endParaRPr lang="tr-TR" sz="1300" kern="1200"/>
        </a:p>
      </dsp:txBody>
      <dsp:txXfrm>
        <a:off x="283907" y="169471"/>
        <a:ext cx="3674961" cy="346292"/>
      </dsp:txXfrm>
    </dsp:sp>
    <dsp:sp modelId="{D4B28208-9B15-45D8-92B5-89CCF1B07960}">
      <dsp:nvSpPr>
        <dsp:cNvPr id="0" name=""/>
        <dsp:cNvSpPr/>
      </dsp:nvSpPr>
      <dsp:spPr>
        <a:xfrm>
          <a:off x="0" y="1157522"/>
          <a:ext cx="5303471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Lightwieght Java &amp; Android Library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For integration with Etherium clients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Notice: Not available in the book!</a:t>
          </a:r>
        </a:p>
      </dsp:txBody>
      <dsp:txXfrm>
        <a:off x="0" y="1157522"/>
        <a:ext cx="5303471" cy="982800"/>
      </dsp:txXfrm>
    </dsp:sp>
    <dsp:sp modelId="{573FD306-0989-42F1-B20C-E83AEE75B1BF}">
      <dsp:nvSpPr>
        <dsp:cNvPr id="0" name=""/>
        <dsp:cNvSpPr/>
      </dsp:nvSpPr>
      <dsp:spPr>
        <a:xfrm>
          <a:off x="265173" y="965642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>
              <a:hlinkClick xmlns:r="http://schemas.openxmlformats.org/officeDocument/2006/relationships" r:id="rId2"/>
            </a:rPr>
            <a:t>web3j</a:t>
          </a:r>
          <a:endParaRPr lang="tr-TR" sz="1300" kern="1200"/>
        </a:p>
      </dsp:txBody>
      <dsp:txXfrm>
        <a:off x="283907" y="984376"/>
        <a:ext cx="3674961" cy="346292"/>
      </dsp:txXfrm>
    </dsp:sp>
    <dsp:sp modelId="{E1ECF5EF-5155-423F-BD54-E77056947CB8}">
      <dsp:nvSpPr>
        <dsp:cNvPr id="0" name=""/>
        <dsp:cNvSpPr/>
      </dsp:nvSpPr>
      <dsp:spPr>
        <a:xfrm>
          <a:off x="0" y="2402403"/>
          <a:ext cx="5303471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 backbone for developing blockchain solutions</a:t>
          </a:r>
          <a:endParaRPr lang="tr-TR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under development from the Linux Foundation members</a:t>
          </a:r>
          <a:endParaRPr lang="tr-TR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Notice: Not available in the book!</a:t>
          </a:r>
        </a:p>
      </dsp:txBody>
      <dsp:txXfrm>
        <a:off x="0" y="2402403"/>
        <a:ext cx="5303471" cy="982800"/>
      </dsp:txXfrm>
    </dsp:sp>
    <dsp:sp modelId="{8A2D0771-56CE-4532-8332-38AD4DF70B8D}">
      <dsp:nvSpPr>
        <dsp:cNvPr id="0" name=""/>
        <dsp:cNvSpPr/>
      </dsp:nvSpPr>
      <dsp:spPr>
        <a:xfrm>
          <a:off x="265173" y="2210522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>
              <a:hlinkClick xmlns:r="http://schemas.openxmlformats.org/officeDocument/2006/relationships" r:id="rId3"/>
            </a:rPr>
            <a:t>fabric-sdk-java</a:t>
          </a:r>
          <a:endParaRPr lang="tr-TR" sz="1300" kern="1200"/>
        </a:p>
      </dsp:txBody>
      <dsp:txXfrm>
        <a:off x="283907" y="2229256"/>
        <a:ext cx="3674961" cy="346292"/>
      </dsp:txXfrm>
    </dsp:sp>
    <dsp:sp modelId="{3AAC85BE-AD7D-4B47-BDD8-4D8435B2F7F4}">
      <dsp:nvSpPr>
        <dsp:cNvPr id="0" name=""/>
        <dsp:cNvSpPr/>
      </dsp:nvSpPr>
      <dsp:spPr>
        <a:xfrm>
          <a:off x="0" y="3647283"/>
          <a:ext cx="5303471" cy="757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 Java enterprise-class implementation of bitcoin</a:t>
          </a:r>
          <a:endParaRPr lang="tr-TR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Notice: Not a valid library anymore!</a:t>
          </a:r>
        </a:p>
      </dsp:txBody>
      <dsp:txXfrm>
        <a:off x="0" y="3647283"/>
        <a:ext cx="5303471" cy="757575"/>
      </dsp:txXfrm>
    </dsp:sp>
    <dsp:sp modelId="{D668401C-9146-4F8D-A815-3A6D535BDB52}">
      <dsp:nvSpPr>
        <dsp:cNvPr id="0" name=""/>
        <dsp:cNvSpPr/>
      </dsp:nvSpPr>
      <dsp:spPr>
        <a:xfrm>
          <a:off x="265173" y="3455403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i="1" kern="1200">
              <a:hlinkClick xmlns:r="http://schemas.openxmlformats.org/officeDocument/2006/relationships" r:id="rId4"/>
            </a:rPr>
            <a:t>Bits of Proof (BOP)</a:t>
          </a:r>
          <a:endParaRPr lang="tr-TR" sz="1300" kern="1200"/>
        </a:p>
      </dsp:txBody>
      <dsp:txXfrm>
        <a:off x="283907" y="3474137"/>
        <a:ext cx="3674961" cy="34629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D18D4-6085-43FD-BDCF-689C60143195}">
      <dsp:nvSpPr>
        <dsp:cNvPr id="0" name=""/>
        <dsp:cNvSpPr/>
      </dsp:nvSpPr>
      <dsp:spPr>
        <a:xfrm>
          <a:off x="0" y="309035"/>
          <a:ext cx="6764626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95732" rIns="52501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Python bitcoin library, consensus library, and node by Peter Todd</a:t>
          </a:r>
          <a:endParaRPr lang="tr-TR" sz="1900" kern="1200"/>
        </a:p>
      </dsp:txBody>
      <dsp:txXfrm>
        <a:off x="0" y="309035"/>
        <a:ext cx="6764626" cy="1077300"/>
      </dsp:txXfrm>
    </dsp:sp>
    <dsp:sp modelId="{29044151-CF23-419C-A0FF-F6DB23FFA2CD}">
      <dsp:nvSpPr>
        <dsp:cNvPr id="0" name=""/>
        <dsp:cNvSpPr/>
      </dsp:nvSpPr>
      <dsp:spPr>
        <a:xfrm>
          <a:off x="338231" y="28595"/>
          <a:ext cx="473523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i="1" kern="1200">
              <a:hlinkClick xmlns:r="http://schemas.openxmlformats.org/officeDocument/2006/relationships" r:id="rId1"/>
            </a:rPr>
            <a:t>python-bitcoinlib</a:t>
          </a:r>
          <a:endParaRPr lang="tr-TR" sz="1900" kern="1200"/>
        </a:p>
      </dsp:txBody>
      <dsp:txXfrm>
        <a:off x="365611" y="55975"/>
        <a:ext cx="4680478" cy="506120"/>
      </dsp:txXfrm>
    </dsp:sp>
    <dsp:sp modelId="{AB053FD0-5680-4840-8B66-8435401293BC}">
      <dsp:nvSpPr>
        <dsp:cNvPr id="0" name=""/>
        <dsp:cNvSpPr/>
      </dsp:nvSpPr>
      <dsp:spPr>
        <a:xfrm>
          <a:off x="0" y="1769376"/>
          <a:ext cx="6764626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95732" rIns="52501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Python bitcoin library by Richard Kiss</a:t>
          </a:r>
          <a:endParaRPr lang="tr-TR" sz="1900" kern="1200"/>
        </a:p>
      </dsp:txBody>
      <dsp:txXfrm>
        <a:off x="0" y="1769376"/>
        <a:ext cx="6764626" cy="807975"/>
      </dsp:txXfrm>
    </dsp:sp>
    <dsp:sp modelId="{C6DFDD73-2885-4BD6-905A-472F33EC9DF9}">
      <dsp:nvSpPr>
        <dsp:cNvPr id="0" name=""/>
        <dsp:cNvSpPr/>
      </dsp:nvSpPr>
      <dsp:spPr>
        <a:xfrm>
          <a:off x="338231" y="1488936"/>
          <a:ext cx="473523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i="1" kern="1200">
              <a:hlinkClick xmlns:r="http://schemas.openxmlformats.org/officeDocument/2006/relationships" r:id="rId2"/>
            </a:rPr>
            <a:t>pycoin</a:t>
          </a:r>
          <a:endParaRPr lang="tr-TR" sz="1900" kern="1200"/>
        </a:p>
      </dsp:txBody>
      <dsp:txXfrm>
        <a:off x="365611" y="1516316"/>
        <a:ext cx="4680478" cy="506120"/>
      </dsp:txXfrm>
    </dsp:sp>
    <dsp:sp modelId="{04273C54-8C2C-4F5D-8427-37448110A0EC}">
      <dsp:nvSpPr>
        <dsp:cNvPr id="0" name=""/>
        <dsp:cNvSpPr/>
      </dsp:nvSpPr>
      <dsp:spPr>
        <a:xfrm>
          <a:off x="0" y="2960390"/>
          <a:ext cx="6764626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95732" rIns="52501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Python bitcoin library by Vitalik Buterin</a:t>
          </a:r>
          <a:endParaRPr lang="tr-TR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900" kern="1200"/>
            <a:t>Notice: This library is not maintained anymore!</a:t>
          </a:r>
        </a:p>
      </dsp:txBody>
      <dsp:txXfrm>
        <a:off x="0" y="2960390"/>
        <a:ext cx="6764626" cy="1107225"/>
      </dsp:txXfrm>
    </dsp:sp>
    <dsp:sp modelId="{4B8E6664-3BA5-4B50-B798-BBF5C1EF3CD8}">
      <dsp:nvSpPr>
        <dsp:cNvPr id="0" name=""/>
        <dsp:cNvSpPr/>
      </dsp:nvSpPr>
      <dsp:spPr>
        <a:xfrm>
          <a:off x="338231" y="2679951"/>
          <a:ext cx="473523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i="1" kern="1200">
              <a:hlinkClick xmlns:r="http://schemas.openxmlformats.org/officeDocument/2006/relationships" r:id="rId3"/>
            </a:rPr>
            <a:t>pybitcointools</a:t>
          </a:r>
          <a:endParaRPr lang="tr-TR" sz="1900" kern="1200"/>
        </a:p>
      </dsp:txBody>
      <dsp:txXfrm>
        <a:off x="365611" y="2707331"/>
        <a:ext cx="4680478" cy="506120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8D5BE-A21E-4325-AFC3-2A60E71C2C48}">
      <dsp:nvSpPr>
        <dsp:cNvPr id="0" name=""/>
        <dsp:cNvSpPr/>
      </dsp:nvSpPr>
      <dsp:spPr>
        <a:xfrm>
          <a:off x="0" y="277149"/>
          <a:ext cx="6764626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54076" rIns="52501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i="1" kern="1200">
              <a:hlinkClick xmlns:r="http://schemas.openxmlformats.org/officeDocument/2006/relationships" r:id="rId1"/>
            </a:rPr>
            <a:t>bitcoin-client</a:t>
          </a:r>
          <a:endParaRPr lang="tr-TR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Ruby library wrapper for the JSON-RPC API</a:t>
          </a:r>
          <a:endParaRPr lang="tr-TR" sz="1700" kern="1200"/>
        </a:p>
      </dsp:txBody>
      <dsp:txXfrm>
        <a:off x="0" y="277149"/>
        <a:ext cx="6764626" cy="990675"/>
      </dsp:txXfrm>
    </dsp:sp>
    <dsp:sp modelId="{6EAE5454-B64B-4D01-8114-C7531D9DF625}">
      <dsp:nvSpPr>
        <dsp:cNvPr id="0" name=""/>
        <dsp:cNvSpPr/>
      </dsp:nvSpPr>
      <dsp:spPr>
        <a:xfrm>
          <a:off x="338231" y="26228"/>
          <a:ext cx="473523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Ruby</a:t>
          </a:r>
        </a:p>
      </dsp:txBody>
      <dsp:txXfrm>
        <a:off x="362729" y="50726"/>
        <a:ext cx="4686242" cy="452844"/>
      </dsp:txXfrm>
    </dsp:sp>
    <dsp:sp modelId="{941D9A60-FA05-4E8B-AE29-27B529E7BD20}">
      <dsp:nvSpPr>
        <dsp:cNvPr id="0" name=""/>
        <dsp:cNvSpPr/>
      </dsp:nvSpPr>
      <dsp:spPr>
        <a:xfrm>
          <a:off x="0" y="1610544"/>
          <a:ext cx="6764626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54076" rIns="52501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i="1" kern="1200">
              <a:hlinkClick xmlns:r="http://schemas.openxmlformats.org/officeDocument/2006/relationships" r:id="rId2"/>
            </a:rPr>
            <a:t>btcd</a:t>
          </a:r>
          <a:endParaRPr lang="tr-TR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Go language full-node bitcoin client</a:t>
          </a:r>
          <a:endParaRPr lang="tr-TR" sz="1700" kern="1200"/>
        </a:p>
      </dsp:txBody>
      <dsp:txXfrm>
        <a:off x="0" y="1610544"/>
        <a:ext cx="6764626" cy="990675"/>
      </dsp:txXfrm>
    </dsp:sp>
    <dsp:sp modelId="{E69BE739-FCC0-4D7E-9905-17A9FBC6170F}">
      <dsp:nvSpPr>
        <dsp:cNvPr id="0" name=""/>
        <dsp:cNvSpPr/>
      </dsp:nvSpPr>
      <dsp:spPr>
        <a:xfrm>
          <a:off x="338231" y="1359624"/>
          <a:ext cx="473523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Go</a:t>
          </a:r>
        </a:p>
      </dsp:txBody>
      <dsp:txXfrm>
        <a:off x="362729" y="1384122"/>
        <a:ext cx="4686242" cy="452844"/>
      </dsp:txXfrm>
    </dsp:sp>
    <dsp:sp modelId="{43F6F5FC-29C8-4EB1-9A86-67447345EFC1}">
      <dsp:nvSpPr>
        <dsp:cNvPr id="0" name=""/>
        <dsp:cNvSpPr/>
      </dsp:nvSpPr>
      <dsp:spPr>
        <a:xfrm>
          <a:off x="0" y="2943939"/>
          <a:ext cx="6764626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54076" rIns="52501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i="1" kern="1200">
              <a:hlinkClick xmlns:r="http://schemas.openxmlformats.org/officeDocument/2006/relationships" r:id="rId3"/>
            </a:rPr>
            <a:t>rust-bitcoin</a:t>
          </a:r>
          <a:endParaRPr lang="tr-TR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Rust bitcoin library for serialization, parsing, and API calls</a:t>
          </a:r>
          <a:endParaRPr lang="tr-TR" sz="1700" kern="1200"/>
        </a:p>
      </dsp:txBody>
      <dsp:txXfrm>
        <a:off x="0" y="2943939"/>
        <a:ext cx="6764626" cy="990675"/>
      </dsp:txXfrm>
    </dsp:sp>
    <dsp:sp modelId="{0058C5D2-7C0E-4648-B284-E365ED665633}">
      <dsp:nvSpPr>
        <dsp:cNvPr id="0" name=""/>
        <dsp:cNvSpPr/>
      </dsp:nvSpPr>
      <dsp:spPr>
        <a:xfrm>
          <a:off x="338231" y="2693019"/>
          <a:ext cx="473523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Rust</a:t>
          </a:r>
        </a:p>
      </dsp:txBody>
      <dsp:txXfrm>
        <a:off x="362729" y="2717517"/>
        <a:ext cx="4686242" cy="45284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7E003-E2E4-4E9C-BE4C-D2B8FA6A146D}">
      <dsp:nvSpPr>
        <dsp:cNvPr id="0" name=""/>
        <dsp:cNvSpPr/>
      </dsp:nvSpPr>
      <dsp:spPr>
        <a:xfrm>
          <a:off x="1162283" y="399204"/>
          <a:ext cx="1249171" cy="1249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AC5B3-44A3-497C-B130-450CF2382BA5}">
      <dsp:nvSpPr>
        <dsp:cNvPr id="0" name=""/>
        <dsp:cNvSpPr/>
      </dsp:nvSpPr>
      <dsp:spPr>
        <a:xfrm>
          <a:off x="2338" y="1771059"/>
          <a:ext cx="3569062" cy="535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C#</a:t>
          </a:r>
        </a:p>
      </dsp:txBody>
      <dsp:txXfrm>
        <a:off x="2338" y="1771059"/>
        <a:ext cx="3569062" cy="535359"/>
      </dsp:txXfrm>
    </dsp:sp>
    <dsp:sp modelId="{8FE4E8ED-6D3E-42B6-BF04-6314C3E02A48}">
      <dsp:nvSpPr>
        <dsp:cNvPr id="0" name=""/>
        <dsp:cNvSpPr/>
      </dsp:nvSpPr>
      <dsp:spPr>
        <a:xfrm>
          <a:off x="2338" y="2363481"/>
          <a:ext cx="3569062" cy="888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3"/>
            </a:rPr>
            <a:t>NBitcoin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Comprehensive bitcoin library for the .NET framework</a:t>
          </a:r>
          <a:endParaRPr lang="tr-TR" sz="1700" kern="1200"/>
        </a:p>
      </dsp:txBody>
      <dsp:txXfrm>
        <a:off x="2338" y="2363481"/>
        <a:ext cx="3569062" cy="888817"/>
      </dsp:txXfrm>
    </dsp:sp>
    <dsp:sp modelId="{8C41AC96-2650-4E86-887F-2B49D9FC7694}">
      <dsp:nvSpPr>
        <dsp:cNvPr id="0" name=""/>
        <dsp:cNvSpPr/>
      </dsp:nvSpPr>
      <dsp:spPr>
        <a:xfrm>
          <a:off x="5355932" y="399204"/>
          <a:ext cx="1249171" cy="124917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10B97-BC62-4A58-9B9C-36881BCADB6A}">
      <dsp:nvSpPr>
        <dsp:cNvPr id="0" name=""/>
        <dsp:cNvSpPr/>
      </dsp:nvSpPr>
      <dsp:spPr>
        <a:xfrm>
          <a:off x="4195986" y="1771059"/>
          <a:ext cx="3569062" cy="535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Objective-C</a:t>
          </a:r>
        </a:p>
      </dsp:txBody>
      <dsp:txXfrm>
        <a:off x="4195986" y="1771059"/>
        <a:ext cx="3569062" cy="535359"/>
      </dsp:txXfrm>
    </dsp:sp>
    <dsp:sp modelId="{729E9157-F8EF-472E-8BF6-CB15BC5D4B41}">
      <dsp:nvSpPr>
        <dsp:cNvPr id="0" name=""/>
        <dsp:cNvSpPr/>
      </dsp:nvSpPr>
      <dsp:spPr>
        <a:xfrm>
          <a:off x="4195986" y="2363481"/>
          <a:ext cx="3569062" cy="888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6"/>
            </a:rPr>
            <a:t>CoreBitcoin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Bitcoin toolkit for ObjC and Swift</a:t>
          </a:r>
          <a:endParaRPr lang="tr-TR" sz="1700" kern="1200"/>
        </a:p>
      </dsp:txBody>
      <dsp:txXfrm>
        <a:off x="4195986" y="2363481"/>
        <a:ext cx="3569062" cy="888817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59570-6850-4E1C-9109-C176447A7A4C}">
      <dsp:nvSpPr>
        <dsp:cNvPr id="0" name=""/>
        <dsp:cNvSpPr/>
      </dsp:nvSpPr>
      <dsp:spPr>
        <a:xfrm>
          <a:off x="943992" y="29031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FDB0E-05A9-48E5-9407-86BF7319F619}">
      <dsp:nvSpPr>
        <dsp:cNvPr id="0" name=""/>
        <dsp:cNvSpPr/>
      </dsp:nvSpPr>
      <dsp:spPr>
        <a:xfrm>
          <a:off x="3421" y="1435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Download</a:t>
          </a:r>
          <a:endParaRPr lang="en-US" sz="2100" kern="1200"/>
        </a:p>
      </dsp:txBody>
      <dsp:txXfrm>
        <a:off x="3421" y="1435270"/>
        <a:ext cx="2894062" cy="434109"/>
      </dsp:txXfrm>
    </dsp:sp>
    <dsp:sp modelId="{B34B0E0C-B312-4F17-839C-42806A68BCC3}">
      <dsp:nvSpPr>
        <dsp:cNvPr id="0" name=""/>
        <dsp:cNvSpPr/>
      </dsp:nvSpPr>
      <dsp:spPr>
        <a:xfrm>
          <a:off x="3421" y="1930792"/>
          <a:ext cx="2894062" cy="1430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Go to the </a:t>
          </a:r>
          <a:r>
            <a:rPr lang="tr-TR" sz="1600" kern="1200">
              <a:hlinkClick xmlns:r="http://schemas.openxmlformats.org/officeDocument/2006/relationships" r:id="rId3"/>
            </a:rPr>
            <a:t>Bitcoin Core Download </a:t>
          </a:r>
          <a:r>
            <a:rPr lang="tr-TR" sz="1600" kern="1200"/>
            <a:t>Page</a:t>
          </a:r>
          <a:endParaRPr lang="en-US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Click the </a:t>
          </a:r>
          <a:r>
            <a:rPr lang="en-US" sz="1600" i="1" kern="1200"/>
            <a:t>Download Bitcoin Core</a:t>
          </a:r>
          <a:r>
            <a:rPr lang="en-US" sz="1600" kern="1200"/>
            <a:t> </a:t>
          </a:r>
        </a:p>
      </dsp:txBody>
      <dsp:txXfrm>
        <a:off x="3421" y="1930792"/>
        <a:ext cx="2894062" cy="1430145"/>
      </dsp:txXfrm>
    </dsp:sp>
    <dsp:sp modelId="{87FDE42A-8509-46F3-BCE8-4954D064DFC8}">
      <dsp:nvSpPr>
        <dsp:cNvPr id="0" name=""/>
        <dsp:cNvSpPr/>
      </dsp:nvSpPr>
      <dsp:spPr>
        <a:xfrm>
          <a:off x="4344515" y="290311"/>
          <a:ext cx="1012921" cy="101292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6F0AA-D7DD-4976-8744-FE5A567834DF}">
      <dsp:nvSpPr>
        <dsp:cNvPr id="0" name=""/>
        <dsp:cNvSpPr/>
      </dsp:nvSpPr>
      <dsp:spPr>
        <a:xfrm>
          <a:off x="3403945" y="1435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Run installer</a:t>
          </a:r>
          <a:endParaRPr lang="en-US" sz="2100" kern="1200"/>
        </a:p>
      </dsp:txBody>
      <dsp:txXfrm>
        <a:off x="3403945" y="1435270"/>
        <a:ext cx="2894062" cy="434109"/>
      </dsp:txXfrm>
    </dsp:sp>
    <dsp:sp modelId="{6DDBC219-A009-4599-8602-A6E299DE67A5}">
      <dsp:nvSpPr>
        <dsp:cNvPr id="0" name=""/>
        <dsp:cNvSpPr/>
      </dsp:nvSpPr>
      <dsp:spPr>
        <a:xfrm>
          <a:off x="3403945" y="1930792"/>
          <a:ext cx="2894062" cy="1430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 </a:t>
          </a:r>
          <a:r>
            <a:rPr lang="tr-TR" sz="1600" kern="1200"/>
            <a:t>downloaded installer file</a:t>
          </a:r>
          <a:r>
            <a:rPr lang="en-US" sz="1600" kern="1200"/>
            <a:t>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Windows will ask you to confirm that you want to run it.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Click Yes and the Bitcoin installer will start. </a:t>
          </a:r>
        </a:p>
      </dsp:txBody>
      <dsp:txXfrm>
        <a:off x="3403945" y="1930792"/>
        <a:ext cx="2894062" cy="1430145"/>
      </dsp:txXfrm>
    </dsp:sp>
    <dsp:sp modelId="{D4C07F8D-6AF7-47FD-9C10-4A856989A9F3}">
      <dsp:nvSpPr>
        <dsp:cNvPr id="0" name=""/>
        <dsp:cNvSpPr/>
      </dsp:nvSpPr>
      <dsp:spPr>
        <a:xfrm>
          <a:off x="7745039" y="290311"/>
          <a:ext cx="1012921" cy="1012921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66B4-D26C-4ADC-A538-A98CC1583131}">
      <dsp:nvSpPr>
        <dsp:cNvPr id="0" name=""/>
        <dsp:cNvSpPr/>
      </dsp:nvSpPr>
      <dsp:spPr>
        <a:xfrm>
          <a:off x="6804468" y="1435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Typical Windows installer</a:t>
          </a:r>
          <a:endParaRPr lang="en-US" sz="2100" kern="1200"/>
        </a:p>
      </dsp:txBody>
      <dsp:txXfrm>
        <a:off x="6804468" y="1435270"/>
        <a:ext cx="2894062" cy="434109"/>
      </dsp:txXfrm>
    </dsp:sp>
    <dsp:sp modelId="{4EB33F12-9928-4DF1-B866-E75BE1EA5945}">
      <dsp:nvSpPr>
        <dsp:cNvPr id="0" name=""/>
        <dsp:cNvSpPr/>
      </dsp:nvSpPr>
      <dsp:spPr>
        <a:xfrm>
          <a:off x="6804468" y="1930792"/>
          <a:ext cx="2894062" cy="1430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It’s a typical Windows installer,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will guide you through the decisions you need to make about where to install Bitcoin Core.</a:t>
          </a:r>
        </a:p>
      </dsp:txBody>
      <dsp:txXfrm>
        <a:off x="6804468" y="1930792"/>
        <a:ext cx="2894062" cy="1430145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B2144-B93A-4B15-B59A-BA47C867AEAA}">
      <dsp:nvSpPr>
        <dsp:cNvPr id="0" name=""/>
        <dsp:cNvSpPr/>
      </dsp:nvSpPr>
      <dsp:spPr>
        <a:xfrm>
          <a:off x="756967" y="494682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6B21B-D9AC-435C-B5A2-04581820E862}">
      <dsp:nvSpPr>
        <dsp:cNvPr id="0" name=""/>
        <dsp:cNvSpPr/>
      </dsp:nvSpPr>
      <dsp:spPr>
        <a:xfrm>
          <a:off x="4236" y="1419787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Core GUI</a:t>
          </a:r>
        </a:p>
      </dsp:txBody>
      <dsp:txXfrm>
        <a:off x="4236" y="1419787"/>
        <a:ext cx="2316093" cy="347414"/>
      </dsp:txXfrm>
    </dsp:sp>
    <dsp:sp modelId="{73BB7F9D-3401-4B45-9C14-2F2B99AF0A56}">
      <dsp:nvSpPr>
        <dsp:cNvPr id="0" name=""/>
        <dsp:cNvSpPr/>
      </dsp:nvSpPr>
      <dsp:spPr>
        <a:xfrm>
          <a:off x="4236" y="1820444"/>
          <a:ext cx="2316093" cy="133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If you want to use the Bitcoin Core Graphical User Interface (GUI)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proceed to the Bitcoin Core GUI section below.</a:t>
          </a:r>
          <a:endParaRPr lang="tr-TR" sz="1600" kern="1200"/>
        </a:p>
      </dsp:txBody>
      <dsp:txXfrm>
        <a:off x="4236" y="1820444"/>
        <a:ext cx="2316093" cy="1336377"/>
      </dsp:txXfrm>
    </dsp:sp>
    <dsp:sp modelId="{912F1B4B-9FBB-4449-8CF8-DCDF8CCB64BA}">
      <dsp:nvSpPr>
        <dsp:cNvPr id="0" name=""/>
        <dsp:cNvSpPr/>
      </dsp:nvSpPr>
      <dsp:spPr>
        <a:xfrm>
          <a:off x="3478377" y="494682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9165E-B308-4C15-BBC5-72F509B33B2A}">
      <dsp:nvSpPr>
        <dsp:cNvPr id="0" name=""/>
        <dsp:cNvSpPr/>
      </dsp:nvSpPr>
      <dsp:spPr>
        <a:xfrm>
          <a:off x="2725647" y="1419787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Bitcoin Core daemon</a:t>
          </a:r>
          <a:endParaRPr lang="tr-TR" sz="2100" kern="1200"/>
        </a:p>
      </dsp:txBody>
      <dsp:txXfrm>
        <a:off x="2725647" y="1419787"/>
        <a:ext cx="2316093" cy="347414"/>
      </dsp:txXfrm>
    </dsp:sp>
    <dsp:sp modelId="{44BB6783-972A-4A78-B4C5-B3FC31E0A0BE}">
      <dsp:nvSpPr>
        <dsp:cNvPr id="0" name=""/>
        <dsp:cNvSpPr/>
      </dsp:nvSpPr>
      <dsp:spPr>
        <a:xfrm>
          <a:off x="2725647" y="1820444"/>
          <a:ext cx="2316093" cy="133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useful for programmers and advanced users 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bitcoind</a:t>
          </a:r>
          <a:r>
            <a:rPr lang="tr-TR" sz="1600" kern="1200" dirty="0"/>
            <a:t>: </a:t>
          </a:r>
          <a:r>
            <a:rPr lang="en-US" sz="1600" kern="1200" dirty="0"/>
            <a:t>use the Bitcoin Core daemon</a:t>
          </a:r>
          <a:endParaRPr lang="tr-TR" sz="1600" kern="1200" dirty="0"/>
        </a:p>
      </dsp:txBody>
      <dsp:txXfrm>
        <a:off x="2725647" y="1820444"/>
        <a:ext cx="2316093" cy="1336377"/>
      </dsp:txXfrm>
    </dsp:sp>
    <dsp:sp modelId="{FD3E5F98-7D34-4E86-B5E5-B8F6F85FE18D}">
      <dsp:nvSpPr>
        <dsp:cNvPr id="0" name=""/>
        <dsp:cNvSpPr/>
      </dsp:nvSpPr>
      <dsp:spPr>
        <a:xfrm>
          <a:off x="6199787" y="494682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2474F-B65D-4221-BB32-B67EC4AFAB23}">
      <dsp:nvSpPr>
        <dsp:cNvPr id="0" name=""/>
        <dsp:cNvSpPr/>
      </dsp:nvSpPr>
      <dsp:spPr>
        <a:xfrm>
          <a:off x="5447057" y="1419787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Both</a:t>
          </a:r>
        </a:p>
      </dsp:txBody>
      <dsp:txXfrm>
        <a:off x="5447057" y="1419787"/>
        <a:ext cx="2316093" cy="347414"/>
      </dsp:txXfrm>
    </dsp:sp>
    <dsp:sp modelId="{442F0582-9E65-4033-8925-6F868CF100A0}">
      <dsp:nvSpPr>
        <dsp:cNvPr id="0" name=""/>
        <dsp:cNvSpPr/>
      </dsp:nvSpPr>
      <dsp:spPr>
        <a:xfrm>
          <a:off x="5447057" y="1820444"/>
          <a:ext cx="2316093" cy="133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you </a:t>
          </a:r>
          <a:r>
            <a:rPr lang="en-US" sz="1600" b="1" kern="1200" dirty="0"/>
            <a:t>can’t</a:t>
          </a:r>
          <a:r>
            <a:rPr lang="en-US" sz="1600" kern="1200" dirty="0"/>
            <a:t> run both the GUI and the daemon</a:t>
          </a:r>
          <a:r>
            <a:rPr lang="tr-TR" sz="1600" kern="1200" dirty="0"/>
            <a:t> </a:t>
          </a:r>
          <a:r>
            <a:rPr lang="en-US" sz="1600" kern="1200" dirty="0"/>
            <a:t>at the same time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using </a:t>
          </a:r>
          <a:r>
            <a:rPr lang="en-US" sz="1600" kern="1200" dirty="0"/>
            <a:t>the same configuration directory</a:t>
          </a:r>
          <a:endParaRPr lang="tr-TR" sz="1600" kern="1200" dirty="0"/>
        </a:p>
      </dsp:txBody>
      <dsp:txXfrm>
        <a:off x="5447057" y="1820444"/>
        <a:ext cx="2316093" cy="1336377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F4D35-70C6-4DEC-AF02-15F0E959508E}">
      <dsp:nvSpPr>
        <dsp:cNvPr id="0" name=""/>
        <dsp:cNvSpPr/>
      </dsp:nvSpPr>
      <dsp:spPr>
        <a:xfrm>
          <a:off x="0" y="343509"/>
          <a:ext cx="6755199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312420" rIns="5242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Press </a:t>
          </a:r>
          <a:r>
            <a:rPr lang="en-US" sz="1500" kern="1200"/>
            <a:t>Windows key (⊞ Win)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start typing “bitcoin”.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When the Bitcoin Core icon appears click on it.</a:t>
          </a:r>
          <a:endParaRPr lang="tr-TR" sz="1500" kern="1200"/>
        </a:p>
      </dsp:txBody>
      <dsp:txXfrm>
        <a:off x="0" y="343509"/>
        <a:ext cx="6755199" cy="1134000"/>
      </dsp:txXfrm>
    </dsp:sp>
    <dsp:sp modelId="{FC566D7E-1F2F-47A5-A3FC-9AC49DBDAF60}">
      <dsp:nvSpPr>
        <dsp:cNvPr id="0" name=""/>
        <dsp:cNvSpPr/>
      </dsp:nvSpPr>
      <dsp:spPr>
        <a:xfrm>
          <a:off x="337759" y="122109"/>
          <a:ext cx="4728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Install</a:t>
          </a:r>
        </a:p>
      </dsp:txBody>
      <dsp:txXfrm>
        <a:off x="359375" y="143725"/>
        <a:ext cx="4685407" cy="399568"/>
      </dsp:txXfrm>
    </dsp:sp>
    <dsp:sp modelId="{6FB63793-9CFB-4C76-9073-9338FF079109}">
      <dsp:nvSpPr>
        <dsp:cNvPr id="0" name=""/>
        <dsp:cNvSpPr/>
      </dsp:nvSpPr>
      <dsp:spPr>
        <a:xfrm>
          <a:off x="0" y="1779909"/>
          <a:ext cx="6755199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312420" rIns="5242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to store the Bitcoin block chain and your wallet.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Unless you have a separate partition or drive you want to use,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click Ok to use the default.</a:t>
          </a:r>
          <a:endParaRPr lang="tr-TR" sz="1500" kern="1200"/>
        </a:p>
      </dsp:txBody>
      <dsp:txXfrm>
        <a:off x="0" y="1779909"/>
        <a:ext cx="6755199" cy="1134000"/>
      </dsp:txXfrm>
    </dsp:sp>
    <dsp:sp modelId="{3CE3B2B7-7D92-45F1-A7D2-E834D9B8BBBE}">
      <dsp:nvSpPr>
        <dsp:cNvPr id="0" name=""/>
        <dsp:cNvSpPr/>
      </dsp:nvSpPr>
      <dsp:spPr>
        <a:xfrm>
          <a:off x="337759" y="1558509"/>
          <a:ext cx="4728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Chose a directory</a:t>
          </a:r>
        </a:p>
      </dsp:txBody>
      <dsp:txXfrm>
        <a:off x="359375" y="1580125"/>
        <a:ext cx="4685407" cy="399568"/>
      </dsp:txXfrm>
    </dsp:sp>
    <dsp:sp modelId="{FA1B541A-E4B8-4E09-B413-AD1C31E635EF}">
      <dsp:nvSpPr>
        <dsp:cNvPr id="0" name=""/>
        <dsp:cNvSpPr/>
      </dsp:nvSpPr>
      <dsp:spPr>
        <a:xfrm>
          <a:off x="0" y="3216309"/>
          <a:ext cx="6755199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312420" rIns="5242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Your firewall may block Bitcoin Core from making outbound connections.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It’s safe to allow Bitcoin Core to use all networks.</a:t>
          </a:r>
          <a:endParaRPr lang="tr-TR" sz="1500" kern="1200"/>
        </a:p>
      </dsp:txBody>
      <dsp:txXfrm>
        <a:off x="0" y="3216309"/>
        <a:ext cx="6755199" cy="1086750"/>
      </dsp:txXfrm>
    </dsp:sp>
    <dsp:sp modelId="{001C47ED-396F-41D5-A244-2B468B7B0D6A}">
      <dsp:nvSpPr>
        <dsp:cNvPr id="0" name=""/>
        <dsp:cNvSpPr/>
      </dsp:nvSpPr>
      <dsp:spPr>
        <a:xfrm>
          <a:off x="337759" y="2994909"/>
          <a:ext cx="4728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Firewall setting</a:t>
          </a:r>
        </a:p>
      </dsp:txBody>
      <dsp:txXfrm>
        <a:off x="359375" y="3016525"/>
        <a:ext cx="4685407" cy="39956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ED766-6D08-47E2-A0AB-F4B51FD1DA48}">
      <dsp:nvSpPr>
        <dsp:cNvPr id="0" name=""/>
        <dsp:cNvSpPr/>
      </dsp:nvSpPr>
      <dsp:spPr>
        <a:xfrm>
          <a:off x="662798" y="670702"/>
          <a:ext cx="709532" cy="709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25864-4A20-4461-93AF-972EE37720DB}">
      <dsp:nvSpPr>
        <dsp:cNvPr id="0" name=""/>
        <dsp:cNvSpPr/>
      </dsp:nvSpPr>
      <dsp:spPr>
        <a:xfrm>
          <a:off x="3946" y="1480019"/>
          <a:ext cx="2027237" cy="30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Block Chain Download</a:t>
          </a:r>
        </a:p>
      </dsp:txBody>
      <dsp:txXfrm>
        <a:off x="3946" y="1480019"/>
        <a:ext cx="2027237" cy="304085"/>
      </dsp:txXfrm>
    </dsp:sp>
    <dsp:sp modelId="{8AA17CD6-7A11-4FA1-A591-5FE291C518C4}">
      <dsp:nvSpPr>
        <dsp:cNvPr id="0" name=""/>
        <dsp:cNvSpPr/>
      </dsp:nvSpPr>
      <dsp:spPr>
        <a:xfrm>
          <a:off x="3946" y="1830515"/>
          <a:ext cx="2027237" cy="1160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Bitcoin Core GUI will begin to download the block chain</a:t>
          </a:r>
          <a:endParaRPr lang="tr-TR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take</a:t>
          </a:r>
          <a:r>
            <a:rPr lang="tr-TR" sz="1300" kern="1200" dirty="0"/>
            <a:t>s</a:t>
          </a:r>
          <a:r>
            <a:rPr lang="en-US" sz="1300" kern="1200" dirty="0"/>
            <a:t> at least </a:t>
          </a:r>
          <a:r>
            <a:rPr lang="en-US" sz="1300" b="1" kern="1200" dirty="0"/>
            <a:t>several days</a:t>
          </a:r>
          <a:endParaRPr lang="tr-TR" sz="1300" b="1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Consume CPU, Memery and Internet connection</a:t>
          </a:r>
        </a:p>
      </dsp:txBody>
      <dsp:txXfrm>
        <a:off x="3946" y="1830515"/>
        <a:ext cx="2027237" cy="1160736"/>
      </dsp:txXfrm>
    </dsp:sp>
    <dsp:sp modelId="{A8A851F2-EC47-4220-AF14-9D6C350738E4}">
      <dsp:nvSpPr>
        <dsp:cNvPr id="0" name=""/>
        <dsp:cNvSpPr/>
      </dsp:nvSpPr>
      <dsp:spPr>
        <a:xfrm>
          <a:off x="3044802" y="670702"/>
          <a:ext cx="709532" cy="709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5E854-41B6-4C6C-B566-D4ABBEA3FBB9}">
      <dsp:nvSpPr>
        <dsp:cNvPr id="0" name=""/>
        <dsp:cNvSpPr/>
      </dsp:nvSpPr>
      <dsp:spPr>
        <a:xfrm>
          <a:off x="2385949" y="1480019"/>
          <a:ext cx="2027237" cy="30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Start/Stop</a:t>
          </a:r>
        </a:p>
      </dsp:txBody>
      <dsp:txXfrm>
        <a:off x="2385949" y="1480019"/>
        <a:ext cx="2027237" cy="304085"/>
      </dsp:txXfrm>
    </dsp:sp>
    <dsp:sp modelId="{69ABCE83-ECE6-490D-983C-258B517134D6}">
      <dsp:nvSpPr>
        <dsp:cNvPr id="0" name=""/>
        <dsp:cNvSpPr/>
      </dsp:nvSpPr>
      <dsp:spPr>
        <a:xfrm>
          <a:off x="2385949" y="1830515"/>
          <a:ext cx="2027237" cy="1160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You can stop Bitcoin Core</a:t>
          </a:r>
          <a:endParaRPr lang="tr-TR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at any time by closing it</a:t>
          </a:r>
          <a:endParaRPr lang="tr-TR" sz="1300" kern="1200" dirty="0"/>
        </a:p>
      </dsp:txBody>
      <dsp:txXfrm>
        <a:off x="2385949" y="1830515"/>
        <a:ext cx="2027237" cy="1160736"/>
      </dsp:txXfrm>
    </dsp:sp>
    <dsp:sp modelId="{70047FE4-43EC-4E08-83F6-765FDF262A69}">
      <dsp:nvSpPr>
        <dsp:cNvPr id="0" name=""/>
        <dsp:cNvSpPr/>
      </dsp:nvSpPr>
      <dsp:spPr>
        <a:xfrm>
          <a:off x="5426805" y="670702"/>
          <a:ext cx="709532" cy="709532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00F17-E800-4170-8418-3FA755410FC5}">
      <dsp:nvSpPr>
        <dsp:cNvPr id="0" name=""/>
        <dsp:cNvSpPr/>
      </dsp:nvSpPr>
      <dsp:spPr>
        <a:xfrm>
          <a:off x="4767953" y="1480019"/>
          <a:ext cx="2027237" cy="30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it will resume</a:t>
          </a:r>
          <a:endParaRPr lang="tr-TR" sz="1700" kern="1200" dirty="0"/>
        </a:p>
      </dsp:txBody>
      <dsp:txXfrm>
        <a:off x="4767953" y="1480019"/>
        <a:ext cx="2027237" cy="304085"/>
      </dsp:txXfrm>
    </dsp:sp>
    <dsp:sp modelId="{D2D31011-3C28-42B9-9731-5BD8CEE46F94}">
      <dsp:nvSpPr>
        <dsp:cNvPr id="0" name=""/>
        <dsp:cNvSpPr/>
      </dsp:nvSpPr>
      <dsp:spPr>
        <a:xfrm>
          <a:off x="4767953" y="1830515"/>
          <a:ext cx="2027237" cy="1160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from the point where it stopped</a:t>
          </a:r>
          <a:endParaRPr lang="tr-TR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</a:t>
          </a:r>
          <a:r>
            <a:rPr lang="en-US" sz="1300" kern="1200" dirty="0"/>
            <a:t>next time you start it.</a:t>
          </a:r>
          <a:endParaRPr lang="tr-TR" sz="1300" kern="1200" dirty="0"/>
        </a:p>
      </dsp:txBody>
      <dsp:txXfrm>
        <a:off x="4767953" y="1830515"/>
        <a:ext cx="2027237" cy="1160736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B876D-E2F8-4C2D-AF58-21BC46550088}">
      <dsp:nvSpPr>
        <dsp:cNvPr id="0" name=""/>
        <dsp:cNvSpPr/>
      </dsp:nvSpPr>
      <dsp:spPr>
        <a:xfrm>
          <a:off x="943992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3205E-2FC4-4D9C-9765-F00A22CAA281}">
      <dsp:nvSpPr>
        <dsp:cNvPr id="0" name=""/>
        <dsp:cNvSpPr/>
      </dsp:nvSpPr>
      <dsp:spPr>
        <a:xfrm>
          <a:off x="3421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Start to use</a:t>
          </a:r>
          <a:endParaRPr lang="en-US" sz="2400" kern="1200"/>
        </a:p>
      </dsp:txBody>
      <dsp:txXfrm>
        <a:off x="3421" y="1523041"/>
        <a:ext cx="2894062" cy="434109"/>
      </dsp:txXfrm>
    </dsp:sp>
    <dsp:sp modelId="{E87D344D-9DBA-4FC1-925A-3E2234F9A123}">
      <dsp:nvSpPr>
        <dsp:cNvPr id="0" name=""/>
        <dsp:cNvSpPr/>
      </dsp:nvSpPr>
      <dsp:spPr>
        <a:xfrm>
          <a:off x="3421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Bitcoin Core as wallet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just let it run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help support the Bitcoin network</a:t>
          </a:r>
        </a:p>
      </dsp:txBody>
      <dsp:txXfrm>
        <a:off x="3421" y="2014721"/>
        <a:ext cx="2894062" cy="1250187"/>
      </dsp:txXfrm>
    </dsp:sp>
    <dsp:sp modelId="{CC547C78-4B40-4B52-8CB4-67DE5FBF8245}">
      <dsp:nvSpPr>
        <dsp:cNvPr id="0" name=""/>
        <dsp:cNvSpPr/>
      </dsp:nvSpPr>
      <dsp:spPr>
        <a:xfrm>
          <a:off x="4344515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22020-ACB7-469B-A31E-8C2414EFDC76}">
      <dsp:nvSpPr>
        <dsp:cNvPr id="0" name=""/>
        <dsp:cNvSpPr/>
      </dsp:nvSpPr>
      <dsp:spPr>
        <a:xfrm>
          <a:off x="3403945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Automatic start</a:t>
          </a:r>
          <a:endParaRPr lang="en-US" sz="2400" kern="1200"/>
        </a:p>
      </dsp:txBody>
      <dsp:txXfrm>
        <a:off x="3403945" y="1523041"/>
        <a:ext cx="2894062" cy="434109"/>
      </dsp:txXfrm>
    </dsp:sp>
    <dsp:sp modelId="{B49DB812-14A3-46F4-AFB3-16F2EFAA3ACF}">
      <dsp:nvSpPr>
        <dsp:cNvPr id="0" name=""/>
        <dsp:cNvSpPr/>
      </dsp:nvSpPr>
      <dsp:spPr>
        <a:xfrm>
          <a:off x="3403945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Optional: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Start </a:t>
          </a:r>
          <a:r>
            <a:rPr lang="en-US" sz="1700" i="1" kern="1200" dirty="0"/>
            <a:t>Your Node At Login</a:t>
          </a:r>
          <a:endParaRPr lang="en-US" sz="1700" kern="1200" dirty="0"/>
        </a:p>
      </dsp:txBody>
      <dsp:txXfrm>
        <a:off x="3403945" y="2014721"/>
        <a:ext cx="2894062" cy="1250187"/>
      </dsp:txXfrm>
    </dsp:sp>
    <dsp:sp modelId="{6F4D3449-25F0-4936-9859-EA807CAD903C}">
      <dsp:nvSpPr>
        <dsp:cNvPr id="0" name=""/>
        <dsp:cNvSpPr/>
      </dsp:nvSpPr>
      <dsp:spPr>
        <a:xfrm>
          <a:off x="7745039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FAACE-498E-4CBD-AC60-B68BB6754192}">
      <dsp:nvSpPr>
        <dsp:cNvPr id="0" name=""/>
        <dsp:cNvSpPr/>
      </dsp:nvSpPr>
      <dsp:spPr>
        <a:xfrm>
          <a:off x="6804468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Starting automatically</a:t>
          </a:r>
        </a:p>
      </dsp:txBody>
      <dsp:txXfrm>
        <a:off x="6804468" y="1523041"/>
        <a:ext cx="2894062" cy="434109"/>
      </dsp:txXfrm>
    </dsp:sp>
    <dsp:sp modelId="{83FEBE1D-37D7-4FAB-A9C8-E637112F71CF}">
      <dsp:nvSpPr>
        <dsp:cNvPr id="0" name=""/>
        <dsp:cNvSpPr/>
      </dsp:nvSpPr>
      <dsp:spPr>
        <a:xfrm>
          <a:off x="6804468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at login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makes it easy to contribute to the network. </a:t>
          </a:r>
        </a:p>
      </dsp:txBody>
      <dsp:txXfrm>
        <a:off x="6804468" y="2014721"/>
        <a:ext cx="2894062" cy="1250187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CBC199-0271-4391-A248-4A9532D0FA66}">
      <dsp:nvSpPr>
        <dsp:cNvPr id="0" name=""/>
        <dsp:cNvSpPr/>
      </dsp:nvSpPr>
      <dsp:spPr>
        <a:xfrm>
          <a:off x="1379871" y="1188169"/>
          <a:ext cx="1103897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DB1038-F1B3-42F1-B8C5-FD3201C314E3}">
      <dsp:nvSpPr>
        <dsp:cNvPr id="0" name=""/>
        <dsp:cNvSpPr/>
      </dsp:nvSpPr>
      <dsp:spPr>
        <a:xfrm>
          <a:off x="2550002" y="1095477"/>
          <a:ext cx="126948" cy="238396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6CB5E-8692-4041-96D0-2DC5DB4CAB76}">
      <dsp:nvSpPr>
        <dsp:cNvPr id="0" name=""/>
        <dsp:cNvSpPr/>
      </dsp:nvSpPr>
      <dsp:spPr>
        <a:xfrm>
          <a:off x="662330" y="608651"/>
          <a:ext cx="1159108" cy="1159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</a:t>
          </a:r>
        </a:p>
      </dsp:txBody>
      <dsp:txXfrm>
        <a:off x="832077" y="778398"/>
        <a:ext cx="819614" cy="819614"/>
      </dsp:txXfrm>
    </dsp:sp>
    <dsp:sp modelId="{9A2F6F5A-2926-43E7-A815-F64F90E27DE6}">
      <dsp:nvSpPr>
        <dsp:cNvPr id="0" name=""/>
        <dsp:cNvSpPr/>
      </dsp:nvSpPr>
      <dsp:spPr>
        <a:xfrm>
          <a:off x="0" y="1933327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Setting up Automatic Start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tell Bitcoin Core GUI to start at login.</a:t>
          </a:r>
        </a:p>
      </dsp:txBody>
      <dsp:txXfrm>
        <a:off x="0" y="2326447"/>
        <a:ext cx="2483768" cy="1572480"/>
      </dsp:txXfrm>
    </dsp:sp>
    <dsp:sp modelId="{59BBF690-5C70-4CC3-93A4-3310FDC0FDBA}">
      <dsp:nvSpPr>
        <dsp:cNvPr id="0" name=""/>
        <dsp:cNvSpPr/>
      </dsp:nvSpPr>
      <dsp:spPr>
        <a:xfrm>
          <a:off x="2759743" y="1188280"/>
          <a:ext cx="2483768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0FB8D-0E6B-43ED-BF63-39A594496AF8}">
      <dsp:nvSpPr>
        <dsp:cNvPr id="0" name=""/>
        <dsp:cNvSpPr/>
      </dsp:nvSpPr>
      <dsp:spPr>
        <a:xfrm>
          <a:off x="5309746" y="1095570"/>
          <a:ext cx="126948" cy="238487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B4B24-4032-4181-B653-85E440B27A63}">
      <dsp:nvSpPr>
        <dsp:cNvPr id="0" name=""/>
        <dsp:cNvSpPr/>
      </dsp:nvSpPr>
      <dsp:spPr>
        <a:xfrm>
          <a:off x="3422073" y="608761"/>
          <a:ext cx="1159108" cy="11591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2100" kern="1200"/>
        </a:p>
      </dsp:txBody>
      <dsp:txXfrm>
        <a:off x="3591820" y="778508"/>
        <a:ext cx="819614" cy="819614"/>
      </dsp:txXfrm>
    </dsp:sp>
    <dsp:sp modelId="{9A3487A2-6FCD-4EE1-BEA5-16EF163508B4}">
      <dsp:nvSpPr>
        <dsp:cNvPr id="0" name=""/>
        <dsp:cNvSpPr/>
      </dsp:nvSpPr>
      <dsp:spPr>
        <a:xfrm>
          <a:off x="2759743" y="1933580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Setup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While running Bitcoin Core GUI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open the Settings menu and choose Options. </a:t>
          </a:r>
        </a:p>
      </dsp:txBody>
      <dsp:txXfrm>
        <a:off x="2759743" y="2326700"/>
        <a:ext cx="2483768" cy="1572480"/>
      </dsp:txXfrm>
    </dsp:sp>
    <dsp:sp modelId="{4AB8CAA6-760D-4A4D-89BB-39D12AFF5BCF}">
      <dsp:nvSpPr>
        <dsp:cNvPr id="0" name=""/>
        <dsp:cNvSpPr/>
      </dsp:nvSpPr>
      <dsp:spPr>
        <a:xfrm>
          <a:off x="5519486" y="1188280"/>
          <a:ext cx="2483768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60DBF-9EC0-49F6-9A9D-A40A6CB6A2A2}">
      <dsp:nvSpPr>
        <dsp:cNvPr id="0" name=""/>
        <dsp:cNvSpPr/>
      </dsp:nvSpPr>
      <dsp:spPr>
        <a:xfrm>
          <a:off x="8069489" y="1095570"/>
          <a:ext cx="126948" cy="238487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055EE-961A-4675-B269-84B34DE14E54}">
      <dsp:nvSpPr>
        <dsp:cNvPr id="0" name=""/>
        <dsp:cNvSpPr/>
      </dsp:nvSpPr>
      <dsp:spPr>
        <a:xfrm>
          <a:off x="6181816" y="608761"/>
          <a:ext cx="1159108" cy="11591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2100" kern="1200"/>
        </a:p>
      </dsp:txBody>
      <dsp:txXfrm>
        <a:off x="6351563" y="778508"/>
        <a:ext cx="819614" cy="819614"/>
      </dsp:txXfrm>
    </dsp:sp>
    <dsp:sp modelId="{64E35ED3-B9BF-419C-818D-AFA0213861A3}">
      <dsp:nvSpPr>
        <dsp:cNvPr id="0" name=""/>
        <dsp:cNvSpPr/>
      </dsp:nvSpPr>
      <dsp:spPr>
        <a:xfrm>
          <a:off x="5519486" y="1933580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Main tab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On the Main tab,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click </a:t>
          </a:r>
          <a:r>
            <a:rPr lang="en-US" sz="1100" i="1" kern="1200" dirty="0"/>
            <a:t>Start Bitcoin on system login</a:t>
          </a:r>
          <a:r>
            <a:rPr lang="en-US" sz="1100" kern="1200" dirty="0"/>
            <a:t>. </a:t>
          </a:r>
        </a:p>
      </dsp:txBody>
      <dsp:txXfrm>
        <a:off x="5519486" y="2326700"/>
        <a:ext cx="2483768" cy="1572480"/>
      </dsp:txXfrm>
    </dsp:sp>
    <dsp:sp modelId="{846E8322-3139-4320-99C5-95A70F4F3879}">
      <dsp:nvSpPr>
        <dsp:cNvPr id="0" name=""/>
        <dsp:cNvSpPr/>
      </dsp:nvSpPr>
      <dsp:spPr>
        <a:xfrm>
          <a:off x="8279229" y="1188280"/>
          <a:ext cx="1241884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EDAD1-058D-4A8E-AD9C-C10C45382660}">
      <dsp:nvSpPr>
        <dsp:cNvPr id="0" name=""/>
        <dsp:cNvSpPr/>
      </dsp:nvSpPr>
      <dsp:spPr>
        <a:xfrm>
          <a:off x="8941560" y="608761"/>
          <a:ext cx="1159108" cy="11591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2100" kern="1200"/>
        </a:p>
      </dsp:txBody>
      <dsp:txXfrm>
        <a:off x="9111307" y="778508"/>
        <a:ext cx="819614" cy="819614"/>
      </dsp:txXfrm>
    </dsp:sp>
    <dsp:sp modelId="{6531721A-7A43-4392-940D-B561ECABFEEC}">
      <dsp:nvSpPr>
        <dsp:cNvPr id="0" name=""/>
        <dsp:cNvSpPr/>
      </dsp:nvSpPr>
      <dsp:spPr>
        <a:xfrm>
          <a:off x="8279229" y="1933580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OK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Click the Ok button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to save the new settings</a:t>
          </a:r>
        </a:p>
      </dsp:txBody>
      <dsp:txXfrm>
        <a:off x="8279229" y="2326700"/>
        <a:ext cx="2483768" cy="1572480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42365-8139-44CC-9018-0EC0A6E492F0}">
      <dsp:nvSpPr>
        <dsp:cNvPr id="0" name=""/>
        <dsp:cNvSpPr/>
      </dsp:nvSpPr>
      <dsp:spPr>
        <a:xfrm>
          <a:off x="1179" y="756905"/>
          <a:ext cx="859359" cy="859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564-C127-45C9-84FD-FB0D6745C519}">
      <dsp:nvSpPr>
        <dsp:cNvPr id="0" name=""/>
        <dsp:cNvSpPr/>
      </dsp:nvSpPr>
      <dsp:spPr>
        <a:xfrm>
          <a:off x="1179" y="1696882"/>
          <a:ext cx="2455312" cy="36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Your opinion</a:t>
          </a:r>
        </a:p>
      </dsp:txBody>
      <dsp:txXfrm>
        <a:off x="1179" y="1696882"/>
        <a:ext cx="2455312" cy="368296"/>
      </dsp:txXfrm>
    </dsp:sp>
    <dsp:sp modelId="{7EDEF049-F1A9-4E28-B579-BFFC13E86FAC}">
      <dsp:nvSpPr>
        <dsp:cNvPr id="0" name=""/>
        <dsp:cNvSpPr/>
      </dsp:nvSpPr>
      <dsp:spPr>
        <a:xfrm>
          <a:off x="1179" y="2102676"/>
          <a:ext cx="2455312" cy="529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do you think on this chapter?</a:t>
          </a:r>
          <a:endParaRPr lang="tr-TR" sz="1700" kern="1200"/>
        </a:p>
      </dsp:txBody>
      <dsp:txXfrm>
        <a:off x="1179" y="2102676"/>
        <a:ext cx="2455312" cy="529076"/>
      </dsp:txXfrm>
    </dsp:sp>
    <dsp:sp modelId="{5E8F8A7A-9490-44FC-A7E8-40D0F10C7CCC}">
      <dsp:nvSpPr>
        <dsp:cNvPr id="0" name=""/>
        <dsp:cNvSpPr/>
      </dsp:nvSpPr>
      <dsp:spPr>
        <a:xfrm>
          <a:off x="2886172" y="756905"/>
          <a:ext cx="859359" cy="859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86365-AB58-491B-A0A1-62063495E1FB}">
      <dsp:nvSpPr>
        <dsp:cNvPr id="0" name=""/>
        <dsp:cNvSpPr/>
      </dsp:nvSpPr>
      <dsp:spPr>
        <a:xfrm>
          <a:off x="2886172" y="1696882"/>
          <a:ext cx="2455312" cy="36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 err="1"/>
            <a:t>Challenging</a:t>
          </a:r>
          <a:endParaRPr lang="tr-TR" sz="2300" kern="1200" dirty="0"/>
        </a:p>
      </dsp:txBody>
      <dsp:txXfrm>
        <a:off x="2886172" y="1696882"/>
        <a:ext cx="2455312" cy="368296"/>
      </dsp:txXfrm>
    </dsp:sp>
    <dsp:sp modelId="{503F28B4-419F-4189-8EF1-3AAA5AC2C057}">
      <dsp:nvSpPr>
        <dsp:cNvPr id="0" name=""/>
        <dsp:cNvSpPr/>
      </dsp:nvSpPr>
      <dsp:spPr>
        <a:xfrm>
          <a:off x="2886172" y="2102676"/>
          <a:ext cx="2455312" cy="529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is the most interesting point?</a:t>
          </a:r>
          <a:endParaRPr lang="tr-TR" sz="1700" kern="1200"/>
        </a:p>
      </dsp:txBody>
      <dsp:txXfrm>
        <a:off x="2886172" y="2102676"/>
        <a:ext cx="2455312" cy="529076"/>
      </dsp:txXfrm>
    </dsp:sp>
    <dsp:sp modelId="{0D1F16E1-001C-4F4B-B5B5-C8F578729E73}">
      <dsp:nvSpPr>
        <dsp:cNvPr id="0" name=""/>
        <dsp:cNvSpPr/>
      </dsp:nvSpPr>
      <dsp:spPr>
        <a:xfrm>
          <a:off x="5771164" y="756905"/>
          <a:ext cx="859359" cy="859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5F64B-08E0-451E-8E23-DCA274503F61}">
      <dsp:nvSpPr>
        <dsp:cNvPr id="0" name=""/>
        <dsp:cNvSpPr/>
      </dsp:nvSpPr>
      <dsp:spPr>
        <a:xfrm>
          <a:off x="5771164" y="1696882"/>
          <a:ext cx="2455312" cy="36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 err="1"/>
            <a:t>Clarification</a:t>
          </a:r>
          <a:endParaRPr lang="tr-TR" sz="2300" kern="1200" dirty="0"/>
        </a:p>
      </dsp:txBody>
      <dsp:txXfrm>
        <a:off x="5771164" y="1696882"/>
        <a:ext cx="2455312" cy="368296"/>
      </dsp:txXfrm>
    </dsp:sp>
    <dsp:sp modelId="{6D129A52-35D1-46AF-B09A-DCBC4FE80DBE}">
      <dsp:nvSpPr>
        <dsp:cNvPr id="0" name=""/>
        <dsp:cNvSpPr/>
      </dsp:nvSpPr>
      <dsp:spPr>
        <a:xfrm>
          <a:off x="5771164" y="2102676"/>
          <a:ext cx="2455312" cy="529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What are the unclarified points?</a:t>
          </a:r>
          <a:endParaRPr lang="tr-TR" sz="1700" kern="1200" dirty="0"/>
        </a:p>
      </dsp:txBody>
      <dsp:txXfrm>
        <a:off x="5771164" y="2102676"/>
        <a:ext cx="2455312" cy="529076"/>
      </dsp:txXfrm>
    </dsp:sp>
    <dsp:sp modelId="{5C86ECA9-317D-4F01-A593-EB77CE907331}">
      <dsp:nvSpPr>
        <dsp:cNvPr id="0" name=""/>
        <dsp:cNvSpPr/>
      </dsp:nvSpPr>
      <dsp:spPr>
        <a:xfrm>
          <a:off x="8656156" y="756905"/>
          <a:ext cx="859359" cy="859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97F6A-D049-4802-804D-F4BD9FCB5565}">
      <dsp:nvSpPr>
        <dsp:cNvPr id="0" name=""/>
        <dsp:cNvSpPr/>
      </dsp:nvSpPr>
      <dsp:spPr>
        <a:xfrm>
          <a:off x="8656156" y="1696882"/>
          <a:ext cx="2455312" cy="36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Critical issue</a:t>
          </a:r>
        </a:p>
      </dsp:txBody>
      <dsp:txXfrm>
        <a:off x="8656156" y="1696882"/>
        <a:ext cx="2455312" cy="368296"/>
      </dsp:txXfrm>
    </dsp:sp>
    <dsp:sp modelId="{2295EE30-76A9-431A-BE94-B9A9D43B841E}">
      <dsp:nvSpPr>
        <dsp:cNvPr id="0" name=""/>
        <dsp:cNvSpPr/>
      </dsp:nvSpPr>
      <dsp:spPr>
        <a:xfrm>
          <a:off x="8656156" y="2102676"/>
          <a:ext cx="2455312" cy="529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Select and explain a critical issu in this chapter</a:t>
          </a:r>
          <a:endParaRPr lang="tr-TR" sz="1700" kern="1200"/>
        </a:p>
      </dsp:txBody>
      <dsp:txXfrm>
        <a:off x="8656156" y="2102676"/>
        <a:ext cx="2455312" cy="5290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21.10.2022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8772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92708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4" r:id="rId12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82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bitcoin.org/en/full-node#minimum-requirements" TargetMode="External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0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1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2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3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8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8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8.xml"/><Relationship Id="rId5" Type="http://schemas.openxmlformats.org/officeDocument/2006/relationships/diagramLayout" Target="../diagrams/layout28.xml"/><Relationship Id="rId4" Type="http://schemas.openxmlformats.org/officeDocument/2006/relationships/diagramData" Target="../diagrams/data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2.xml"/><Relationship Id="rId3" Type="http://schemas.openxmlformats.org/officeDocument/2006/relationships/image" Target="../media/image261.emf"/><Relationship Id="rId7" Type="http://schemas.openxmlformats.org/officeDocument/2006/relationships/diagramColors" Target="../diagrams/colors32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2.xml"/><Relationship Id="rId5" Type="http://schemas.openxmlformats.org/officeDocument/2006/relationships/diagramLayout" Target="../diagrams/layout32.xml"/><Relationship Id="rId4" Type="http://schemas.openxmlformats.org/officeDocument/2006/relationships/diagramData" Target="../diagrams/data3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python-bitcoinlib/" TargetMode="External"/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10" Type="http://schemas.openxmlformats.org/officeDocument/2006/relationships/hyperlink" Target="https://pypi.org/project/python-bitcoinlib/#files" TargetMode="External"/><Relationship Id="rId4" Type="http://schemas.openxmlformats.org/officeDocument/2006/relationships/diagramLayout" Target="../diagrams/layout33.xml"/><Relationship Id="rId9" Type="http://schemas.openxmlformats.org/officeDocument/2006/relationships/image" Target="../media/image27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4.xml"/><Relationship Id="rId3" Type="http://schemas.openxmlformats.org/officeDocument/2006/relationships/image" Target="../media/image83.png"/><Relationship Id="rId7" Type="http://schemas.openxmlformats.org/officeDocument/2006/relationships/diagramQuickStyle" Target="../diagrams/quickStyle3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4.xml"/><Relationship Id="rId5" Type="http://schemas.openxmlformats.org/officeDocument/2006/relationships/diagramData" Target="../diagrams/data34.xml"/><Relationship Id="rId4" Type="http://schemas.openxmlformats.org/officeDocument/2006/relationships/image" Target="../media/image84.svg"/><Relationship Id="rId9" Type="http://schemas.microsoft.com/office/2007/relationships/diagramDrawing" Target="../diagrams/drawing34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3" Type="http://schemas.openxmlformats.org/officeDocument/2006/relationships/image" Target="../media/image289.png"/><Relationship Id="rId7" Type="http://schemas.openxmlformats.org/officeDocument/2006/relationships/diagramColors" Target="../diagrams/colors35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5.xml"/><Relationship Id="rId5" Type="http://schemas.openxmlformats.org/officeDocument/2006/relationships/diagramLayout" Target="../diagrams/layout35.xml"/><Relationship Id="rId4" Type="http://schemas.openxmlformats.org/officeDocument/2006/relationships/diagramData" Target="../diagrams/data35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6.xml"/><Relationship Id="rId3" Type="http://schemas.openxmlformats.org/officeDocument/2006/relationships/image" Target="../media/image290.jpeg"/><Relationship Id="rId7" Type="http://schemas.openxmlformats.org/officeDocument/2006/relationships/diagramColors" Target="../diagrams/colors36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6.xml"/><Relationship Id="rId5" Type="http://schemas.openxmlformats.org/officeDocument/2006/relationships/diagramLayout" Target="../diagrams/layout36.xml"/><Relationship Id="rId4" Type="http://schemas.openxmlformats.org/officeDocument/2006/relationships/diagramData" Target="../diagrams/data36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7.xml"/><Relationship Id="rId3" Type="http://schemas.openxmlformats.org/officeDocument/2006/relationships/image" Target="../media/image291.png"/><Relationship Id="rId7" Type="http://schemas.openxmlformats.org/officeDocument/2006/relationships/diagramColors" Target="../diagrams/colors37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7.xml"/><Relationship Id="rId5" Type="http://schemas.openxmlformats.org/officeDocument/2006/relationships/diagramLayout" Target="../diagrams/layout37.xml"/><Relationship Id="rId4" Type="http://schemas.openxmlformats.org/officeDocument/2006/relationships/diagramData" Target="../diagrams/data37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image" Target="../media/image292.png"/><Relationship Id="rId7" Type="http://schemas.openxmlformats.org/officeDocument/2006/relationships/diagramColors" Target="../diagrams/colors38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3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9.xml"/><Relationship Id="rId3" Type="http://schemas.openxmlformats.org/officeDocument/2006/relationships/image" Target="../media/image293.png"/><Relationship Id="rId7" Type="http://schemas.openxmlformats.org/officeDocument/2006/relationships/diagramQuickStyle" Target="../diagrams/quickStyle3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9.xml"/><Relationship Id="rId5" Type="http://schemas.openxmlformats.org/officeDocument/2006/relationships/diagramData" Target="../diagrams/data39.xml"/><Relationship Id="rId4" Type="http://schemas.openxmlformats.org/officeDocument/2006/relationships/image" Target="../media/image294.jpeg"/><Relationship Id="rId9" Type="http://schemas.microsoft.com/office/2007/relationships/diagramDrawing" Target="../diagrams/drawing39.xml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0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40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0.xml"/><Relationship Id="rId5" Type="http://schemas.openxmlformats.org/officeDocument/2006/relationships/diagramLayout" Target="../diagrams/layout40.xml"/><Relationship Id="rId4" Type="http://schemas.openxmlformats.org/officeDocument/2006/relationships/diagramData" Target="../diagrams/data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2.xml"/><Relationship Id="rId3" Type="http://schemas.openxmlformats.org/officeDocument/2006/relationships/image" Target="../media/image320.png"/><Relationship Id="rId7" Type="http://schemas.openxmlformats.org/officeDocument/2006/relationships/diagramQuickStyle" Target="../diagrams/quickStyle42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2.xml"/><Relationship Id="rId5" Type="http://schemas.openxmlformats.org/officeDocument/2006/relationships/diagramData" Target="../diagrams/data42.xml"/><Relationship Id="rId4" Type="http://schemas.openxmlformats.org/officeDocument/2006/relationships/image" Target="../media/image321.png"/><Relationship Id="rId9" Type="http://schemas.microsoft.com/office/2007/relationships/diagramDrawing" Target="../diagrams/drawing42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3.xml"/><Relationship Id="rId3" Type="http://schemas.openxmlformats.org/officeDocument/2006/relationships/image" Target="../media/image322.png"/><Relationship Id="rId7" Type="http://schemas.openxmlformats.org/officeDocument/2006/relationships/diagramColors" Target="../diagrams/colors43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3.xml"/><Relationship Id="rId5" Type="http://schemas.openxmlformats.org/officeDocument/2006/relationships/diagramLayout" Target="../diagrams/layout43.xml"/><Relationship Id="rId4" Type="http://schemas.openxmlformats.org/officeDocument/2006/relationships/diagramData" Target="../diagrams/data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4.xml"/><Relationship Id="rId7" Type="http://schemas.microsoft.com/office/2007/relationships/diagramDrawing" Target="../diagrams/drawing44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4.xml"/><Relationship Id="rId5" Type="http://schemas.openxmlformats.org/officeDocument/2006/relationships/diagramQuickStyle" Target="../diagrams/quickStyle44.xml"/><Relationship Id="rId4" Type="http://schemas.openxmlformats.org/officeDocument/2006/relationships/diagramLayout" Target="../diagrams/layout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5.xml"/><Relationship Id="rId5" Type="http://schemas.openxmlformats.org/officeDocument/2006/relationships/diagramQuickStyle" Target="../diagrams/quickStyle45.xml"/><Relationship Id="rId4" Type="http://schemas.openxmlformats.org/officeDocument/2006/relationships/diagramLayout" Target="../diagrams/layout4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347.png"/><Relationship Id="rId7" Type="http://schemas.openxmlformats.org/officeDocument/2006/relationships/image" Target="../media/image351.svg"/><Relationship Id="rId12" Type="http://schemas.openxmlformats.org/officeDocument/2006/relationships/image" Target="../media/image35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0.png"/><Relationship Id="rId11" Type="http://schemas.openxmlformats.org/officeDocument/2006/relationships/image" Target="../media/image354.png"/><Relationship Id="rId5" Type="http://schemas.openxmlformats.org/officeDocument/2006/relationships/image" Target="../media/image349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348.png"/><Relationship Id="rId9" Type="http://schemas.openxmlformats.org/officeDocument/2006/relationships/image" Target="../media/image353.svg"/><Relationship Id="rId14" Type="http://schemas.openxmlformats.org/officeDocument/2006/relationships/image" Target="../media/image3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78633-7222-4BD8-9B43-C5A3FE3FB16A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AD746CED-0567-4DF8-AB5A-955539059A3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6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638301"/>
            <a:ext cx="5860821" cy="202129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Chapter 3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Bitcoin Core: The Reference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Implementation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3921293"/>
            <a:ext cx="5860821" cy="1484141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</a:p>
        </p:txBody>
      </p:sp>
    </p:spTree>
    <p:extLst>
      <p:ext uri="{BB962C8B-B14F-4D97-AF65-F5344CB8AC3E}">
        <p14:creationId xmlns:p14="http://schemas.microsoft.com/office/powerpoint/2010/main" val="43758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5FF17-6601-4E28-8BEA-5255B25E2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45" r="9153" b="4246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104784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51125-F99E-435C-BD3B-277DC1CBDD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166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D1545-78E3-4301-9635-940C2666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en-US" dirty="0"/>
              <a:t>Bitcoin</a:t>
            </a:r>
            <a:r>
              <a:rPr lang="tr-TR" dirty="0"/>
              <a:t>: </a:t>
            </a:r>
            <a:r>
              <a:rPr lang="en-US" dirty="0"/>
              <a:t>an open source project 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DFB2F3-235D-4FD9-9AFD-D2F127CD7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466716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415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D1545-78E3-4301-9635-940C2666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en-US" dirty="0"/>
              <a:t>Bitcoin</a:t>
            </a:r>
            <a:r>
              <a:rPr lang="tr-TR" dirty="0"/>
              <a:t>: </a:t>
            </a:r>
            <a:r>
              <a:rPr lang="en-US" dirty="0"/>
              <a:t>an open source project </a:t>
            </a:r>
            <a:endParaRPr lang="tr-T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B12FFB0-2CD2-4812-AB4E-6D530D1068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7" r="35764" b="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DFB2F3-235D-4FD9-9AFD-D2F127CD7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184971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825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D1545-78E3-4301-9635-940C2666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en-US"/>
              <a:t>Bitcoin</a:t>
            </a:r>
            <a:r>
              <a:rPr lang="tr-TR"/>
              <a:t>: </a:t>
            </a:r>
            <a:r>
              <a:rPr lang="en-US"/>
              <a:t>an open source project </a:t>
            </a:r>
            <a:endParaRPr lang="tr-TR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D36425B-8E8C-4940-A7A0-70001B6AB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7" r="35764" b="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DFB2F3-235D-4FD9-9AFD-D2F127CD7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845668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35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967C2-B3A9-4FC2-AF22-2370A84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 err="1"/>
              <a:t>Satoshi</a:t>
            </a:r>
            <a:r>
              <a:rPr lang="tr-TR" dirty="0"/>
              <a:t> Client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C79C0D1-88FD-40DF-9017-808A178147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25" r="34924" b="-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67BFFF-C7BD-4440-8461-EAFAED773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493777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149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967C2-B3A9-4FC2-AF22-2370A84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/>
              <a:t>Bitcoin Core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E1841DC-33B7-4FA4-AF40-8E0E7273C2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2" r="54413" b="-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D3A5AE-88C2-4FD1-9B84-05ED54D19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021789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779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967C2-B3A9-4FC2-AF22-2370A84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/>
              <a:t>Bitcoin Core Features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B9170CB-160D-458C-A833-392DFA75EB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2" r="54413" b="-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D3A5AE-88C2-4FD1-9B84-05ED54D19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328947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701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920C-85C3-473F-94D1-8B02C7A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Wallet in Bitcoin Core</a:t>
            </a:r>
            <a:endParaRPr lang="tr-TR" dirty="0"/>
          </a:p>
        </p:txBody>
      </p:sp>
      <p:pic>
        <p:nvPicPr>
          <p:cNvPr id="7" name="Picture 2" descr="Image result for bitcoin core wallet">
            <a:extLst>
              <a:ext uri="{FF2B5EF4-FFF2-40B4-BE49-F238E27FC236}">
                <a16:creationId xmlns:a16="http://schemas.microsoft.com/office/drawing/2014/main" id="{1BDB6EB2-6FE9-4750-9D33-034BC5D5B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2" r="26691"/>
          <a:stretch/>
        </p:blipFill>
        <p:spPr bwMode="auto">
          <a:xfrm>
            <a:off x="8770337" y="2555913"/>
            <a:ext cx="2933934" cy="353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7FF50-40E6-44F6-B45B-06521A6AE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354092"/>
              </p:ext>
            </p:extLst>
          </p:nvPr>
        </p:nvGraphicFramePr>
        <p:xfrm>
          <a:off x="892885" y="2438399"/>
          <a:ext cx="7670202" cy="3851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164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F920C-85C3-473F-94D1-8B02C7A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568345"/>
            <a:ext cx="10860991" cy="1560716"/>
          </a:xfrm>
        </p:spPr>
        <p:txBody>
          <a:bodyPr>
            <a:normAutofit/>
          </a:bodyPr>
          <a:lstStyle/>
          <a:p>
            <a:r>
              <a:rPr lang="tr-TR" dirty="0"/>
              <a:t>Wallet in Bitcoin Core</a:t>
            </a:r>
          </a:p>
        </p:txBody>
      </p:sp>
      <p:pic>
        <p:nvPicPr>
          <p:cNvPr id="3" name="Picture 2" descr="BIP 32 ile ilgili görsel sonucu">
            <a:extLst>
              <a:ext uri="{FF2B5EF4-FFF2-40B4-BE49-F238E27FC236}">
                <a16:creationId xmlns:a16="http://schemas.microsoft.com/office/drawing/2014/main" id="{3EB90A9C-3D43-4601-BD6F-C92EEA062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6560" y="2687692"/>
            <a:ext cx="5204082" cy="349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7FF50-40E6-44F6-B45B-06521A6AE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455666"/>
              </p:ext>
            </p:extLst>
          </p:nvPr>
        </p:nvGraphicFramePr>
        <p:xfrm>
          <a:off x="456047" y="1930399"/>
          <a:ext cx="6646501" cy="485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3841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F920C-85C3-473F-94D1-8B02C7A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in Bitcoin Core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7FF50-40E6-44F6-B45B-06521A6AE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108744"/>
              </p:ext>
            </p:extLst>
          </p:nvPr>
        </p:nvGraphicFramePr>
        <p:xfrm>
          <a:off x="281940" y="2346960"/>
          <a:ext cx="7439660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F2DF740-1CD4-4F81-8F4B-7EE0BED9E0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513" y="2204720"/>
            <a:ext cx="4169731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89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5D9C7-7B13-4A3B-930B-D8022DFB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 err="1"/>
              <a:t>Bitcoin</a:t>
            </a:r>
            <a:r>
              <a:rPr lang="tr-TR" dirty="0"/>
              <a:t> Development Environment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081315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7932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85E2-AB17-46F5-9FD1-48462CC4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Download Bitcoin Core’s Source Code</a:t>
            </a:r>
            <a:endParaRPr lang="tr-TR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D6ADDF32-E15F-4018-86B4-D509FC767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828" y="2700170"/>
            <a:ext cx="5768720" cy="3100686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BC938C3-43F6-4E28-8CD4-9CF4DBD54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5720"/>
              </p:ext>
            </p:extLst>
          </p:nvPr>
        </p:nvGraphicFramePr>
        <p:xfrm>
          <a:off x="259245" y="2298550"/>
          <a:ext cx="6063583" cy="414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7653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03C5-6556-47DD-997B-5CC2628F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Selecting a Bitcoin Core Release</a:t>
            </a:r>
            <a:endParaRPr lang="tr-TR" dirty="0"/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717D6D-A3EC-4468-88D2-C36C23A55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513069"/>
              </p:ext>
            </p:extLst>
          </p:nvPr>
        </p:nvGraphicFramePr>
        <p:xfrm>
          <a:off x="320842" y="2390274"/>
          <a:ext cx="11630526" cy="4010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3326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C29C9-F532-4F05-9858-77FAA66C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Running a Bitcoin Core Node</a:t>
            </a:r>
            <a:endParaRPr lang="tr-TR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12E0F07-8394-4949-86AC-BF591F183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85501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39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C29C9-F532-4F05-9858-77FAA66C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Running a Bitcoin Core Node</a:t>
            </a:r>
            <a:endParaRPr lang="tr-T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12E0F07-8394-4949-86AC-BF591F183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9928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385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9526B-CEF3-4879-9EC7-F7842C37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Resources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FFDE5-43D2-4EEC-B088-46B08EA30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13141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1705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9526B-CEF3-4879-9EC7-F7842C37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Minimum Requirements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FFDE5-43D2-4EEC-B088-46B08EA30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07012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1360D54-B194-487A-95FD-BD2651145F50}"/>
              </a:ext>
            </a:extLst>
          </p:cNvPr>
          <p:cNvSpPr/>
          <p:nvPr/>
        </p:nvSpPr>
        <p:spPr>
          <a:xfrm>
            <a:off x="1913793" y="6067745"/>
            <a:ext cx="5541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hlinkClick r:id="rId8"/>
              </a:rPr>
              <a:t>https://bitcoin.org/en/full-node#minimum-requirements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33152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AEAE-C493-4DDB-B78B-DB9158B4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Various Solutions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2AC771-967B-43D2-A534-E17712C46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74832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716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44719-76D9-4473-9F47-CF5FCE4E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Reasons to Run a Node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C34794-FBF8-4CB3-8E76-7A0ACFAB5C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58154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4324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44719-76D9-4473-9F47-CF5FCE4E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Reasons to Run a Node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C34794-FBF8-4CB3-8E76-7A0ACFAB5C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6610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08944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669D1BC0-D25F-47FB-8FFB-5764499BF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Running Bitcoin Core for the First Time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049FC41A-E188-4AA0-A451-936DD6EF7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95349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44783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66195AE-9419-4947-8376-99746814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Configuring the Bitcoin Core Node</a:t>
            </a:r>
            <a:endParaRPr lang="tr-TR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14">
            <a:extLst>
              <a:ext uri="{FF2B5EF4-FFF2-40B4-BE49-F238E27FC236}">
                <a16:creationId xmlns:a16="http://schemas.microsoft.com/office/drawing/2014/main" id="{9F194E97-1FBE-4CF0-9F45-945AD4EA4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40544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32793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1E72B-398F-432F-A3E3-7421F6BA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Other Configurations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2FDCBB-16C1-4062-B7F1-7273C68EDC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6189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37092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5FC64C-CE1B-4F13-995F-8BEF1E410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35963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6758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5FC64C-CE1B-4F13-995F-8BEF1E410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5903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6899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32" name="Straight Connector 2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78A4A-9B2E-4EBA-907E-44C2FE91D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0349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1557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78A4A-9B2E-4EBA-907E-44C2FE91D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81848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3666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most important options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78A4A-9B2E-4EBA-907E-44C2FE91D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7094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9510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most important options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3890235-4510-4DC8-A338-B86CC207C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77948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844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most important options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3890235-4510-4DC8-A338-B86CC207C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75488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4723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3C867-7D49-4036-9731-65757C16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Bitcoin Core’s Programmatic Interface</a:t>
            </a:r>
            <a:endParaRPr lang="tr-TR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A10CC7-AFAA-4DDD-9F52-276D02A69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203399"/>
              </p:ext>
            </p:extLst>
          </p:nvPr>
        </p:nvGraphicFramePr>
        <p:xfrm>
          <a:off x="723633" y="2261937"/>
          <a:ext cx="11211693" cy="4315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7217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42659-28AB-4110-BC8E-802E620AD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3C867-7D49-4036-9731-65757C16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42" y="619342"/>
            <a:ext cx="11418837" cy="1081121"/>
          </a:xfrm>
        </p:spPr>
        <p:txBody>
          <a:bodyPr>
            <a:normAutofit/>
          </a:bodyPr>
          <a:lstStyle/>
          <a:p>
            <a:r>
              <a:rPr lang="en-US" sz="3700" dirty="0"/>
              <a:t>Bitcoin Core’s Programmatic Interface</a:t>
            </a:r>
            <a:endParaRPr lang="tr-TR" sz="3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73719-2CED-40B1-B1A4-0C3087BFA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986" y="5716592"/>
            <a:ext cx="6996444" cy="69964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5A236D-3B99-42C5-B169-B1521A225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5695" y="2458813"/>
            <a:ext cx="702857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A10CC7-AFAA-4DDD-9F52-276D02A69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212872"/>
              </p:ext>
            </p:extLst>
          </p:nvPr>
        </p:nvGraphicFramePr>
        <p:xfrm>
          <a:off x="531628" y="2083981"/>
          <a:ext cx="11211193" cy="452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43236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16878-DCD5-4402-90E7-618175B1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 err="1"/>
              <a:t>Pythonbitcoinlib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tr-T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7D3AFC-A50B-4590-B3C8-FFC810541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051994"/>
              </p:ext>
            </p:extLst>
          </p:nvPr>
        </p:nvGraphicFramePr>
        <p:xfrm>
          <a:off x="5322079" y="2455594"/>
          <a:ext cx="5987177" cy="4122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ikdörtgen 2">
            <a:hlinkClick r:id="rId8"/>
            <a:extLst>
              <a:ext uri="{FF2B5EF4-FFF2-40B4-BE49-F238E27FC236}">
                <a16:creationId xmlns:a16="http://schemas.microsoft.com/office/drawing/2014/main" id="{5EDA5CD8-D737-4AC1-88B6-807F82F16C67}"/>
              </a:ext>
            </a:extLst>
          </p:cNvPr>
          <p:cNvSpPr/>
          <p:nvPr/>
        </p:nvSpPr>
        <p:spPr>
          <a:xfrm>
            <a:off x="341580" y="6275467"/>
            <a:ext cx="422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https://pypi.org/project/python-bitcoinlib/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2DB0980-0A40-408C-A1AD-B5A778ECFE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26" y="2485348"/>
            <a:ext cx="4211413" cy="3576918"/>
          </a:xfrm>
          <a:prstGeom prst="rect">
            <a:avLst/>
          </a:prstGeom>
        </p:spPr>
      </p:pic>
      <p:sp>
        <p:nvSpPr>
          <p:cNvPr id="5" name="Dikdörtgen 4">
            <a:hlinkClick r:id="rId10"/>
            <a:extLst>
              <a:ext uri="{FF2B5EF4-FFF2-40B4-BE49-F238E27FC236}">
                <a16:creationId xmlns:a16="http://schemas.microsoft.com/office/drawing/2014/main" id="{2DDC0F11-8F28-4F73-8FF4-609394CD8630}"/>
              </a:ext>
            </a:extLst>
          </p:cNvPr>
          <p:cNvSpPr/>
          <p:nvPr/>
        </p:nvSpPr>
        <p:spPr>
          <a:xfrm>
            <a:off x="5855411" y="6289655"/>
            <a:ext cx="5739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/>
              <a:t>Download</a:t>
            </a:r>
            <a:r>
              <a:rPr lang="tr-TR" dirty="0"/>
              <a:t>: https://pypi.org/project/python-bitcoinlib/#files</a:t>
            </a:r>
          </a:p>
        </p:txBody>
      </p:sp>
    </p:spTree>
    <p:extLst>
      <p:ext uri="{BB962C8B-B14F-4D97-AF65-F5344CB8AC3E}">
        <p14:creationId xmlns:p14="http://schemas.microsoft.com/office/powerpoint/2010/main" val="569457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8E07E-2764-4729-BCA2-9F0CC52A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90" y="600429"/>
            <a:ext cx="11548533" cy="1560716"/>
          </a:xfrm>
        </p:spPr>
        <p:txBody>
          <a:bodyPr>
            <a:normAutofit/>
          </a:bodyPr>
          <a:lstStyle/>
          <a:p>
            <a:r>
              <a:rPr lang="en-US" dirty="0"/>
              <a:t>Alternative Clients, Libraries, and Toolkits</a:t>
            </a:r>
            <a:endParaRPr lang="tr-TR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F1B86C4-4722-411F-9E00-595B85AC6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431981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3A8194A7-5F90-4DE2-BB2C-72DAAFD1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258" y="5823284"/>
            <a:ext cx="8770571" cy="495300"/>
          </a:xfrm>
        </p:spPr>
        <p:txBody>
          <a:bodyPr/>
          <a:lstStyle/>
          <a:p>
            <a:r>
              <a:rPr lang="tr-TR" dirty="0"/>
              <a:t>C/C++</a:t>
            </a:r>
          </a:p>
        </p:txBody>
      </p:sp>
    </p:spTree>
    <p:extLst>
      <p:ext uri="{BB962C8B-B14F-4D97-AF65-F5344CB8AC3E}">
        <p14:creationId xmlns:p14="http://schemas.microsoft.com/office/powerpoint/2010/main" val="269448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DCE3BE-B6B6-404C-BA39-FDA9745997D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title="Rule Line">
            <a:extLst>
              <a:ext uri="{FF2B5EF4-FFF2-40B4-BE49-F238E27FC236}">
                <a16:creationId xmlns:a16="http://schemas.microsoft.com/office/drawing/2014/main" id="{D7B7DF09-3D15-4807-9692-AD13975FDC1C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00800" y="2176009"/>
            <a:ext cx="53034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EC774630-A750-4ED9-AC5D-A7139F00020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5127306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6B889-A842-4E84-87C9-862BDD10E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07" y="2117573"/>
            <a:ext cx="4448803" cy="31920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F93B36-D08A-4D8F-9957-5F9B4424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568345"/>
            <a:ext cx="5303471" cy="1560716"/>
          </a:xfrm>
        </p:spPr>
        <p:txBody>
          <a:bodyPr>
            <a:normAutofit/>
          </a:bodyPr>
          <a:lstStyle/>
          <a:p>
            <a:r>
              <a:rPr lang="tr-TR" dirty="0"/>
              <a:t>JavaScript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05D186-B90F-48FE-9721-95FBBAC78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299078"/>
              </p:ext>
            </p:extLst>
          </p:nvPr>
        </p:nvGraphicFramePr>
        <p:xfrm>
          <a:off x="6400800" y="2438400"/>
          <a:ext cx="53034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8652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6CF7989-8062-4A94-8F9D-90B269D276E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3" name="Straight Connector 72" title="Rule Line">
            <a:extLst>
              <a:ext uri="{FF2B5EF4-FFF2-40B4-BE49-F238E27FC236}">
                <a16:creationId xmlns:a16="http://schemas.microsoft.com/office/drawing/2014/main" id="{C696F822-DDA2-499B-AA77-6020B0AB17A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00800" y="2176009"/>
            <a:ext cx="53034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F5AA46A9-DF4A-490A-876F-33E2CC2B364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5127306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java ile ilgili görsel sonucu">
            <a:extLst>
              <a:ext uri="{FF2B5EF4-FFF2-40B4-BE49-F238E27FC236}">
                <a16:creationId xmlns:a16="http://schemas.microsoft.com/office/drawing/2014/main" id="{2EEA6F18-F8E7-475A-BB56-E19A317C9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3" r="12796"/>
          <a:stretch/>
        </p:blipFill>
        <p:spPr bwMode="auto">
          <a:xfrm>
            <a:off x="987907" y="1859950"/>
            <a:ext cx="4448803" cy="370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465E3C-BF5E-4FA4-AAB8-8DAD4B65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568345"/>
            <a:ext cx="5303471" cy="1560716"/>
          </a:xfrm>
        </p:spPr>
        <p:txBody>
          <a:bodyPr>
            <a:normAutofit/>
          </a:bodyPr>
          <a:lstStyle/>
          <a:p>
            <a:r>
              <a:rPr lang="tr-TR" sz="4000"/>
              <a:t>Java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F83591-1564-46AB-9B8C-FBB7553C4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343571"/>
              </p:ext>
            </p:extLst>
          </p:nvPr>
        </p:nvGraphicFramePr>
        <p:xfrm>
          <a:off x="6400800" y="1534308"/>
          <a:ext cx="5303471" cy="4555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93545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EA0B96-99AA-455C-934F-807A7CB9D71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 title="Rule Line">
            <a:extLst>
              <a:ext uri="{FF2B5EF4-FFF2-40B4-BE49-F238E27FC236}">
                <a16:creationId xmlns:a16="http://schemas.microsoft.com/office/drawing/2014/main" id="{7D6B89A3-A0B0-4994-8685-C1E70B2E3DBA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39646" y="2176009"/>
            <a:ext cx="6764625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2BB0DF6-ACE5-4950-BA37-64F7760509E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3640541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DB36-92AC-4B66-82ED-EA52019695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397" r="23703" b="2"/>
          <a:stretch/>
        </p:blipFill>
        <p:spPr>
          <a:xfrm>
            <a:off x="989970" y="1865552"/>
            <a:ext cx="2959246" cy="3707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34CB78-04E1-445F-92E2-F26751BA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646" y="568345"/>
            <a:ext cx="6764625" cy="1560716"/>
          </a:xfrm>
        </p:spPr>
        <p:txBody>
          <a:bodyPr>
            <a:normAutofit/>
          </a:bodyPr>
          <a:lstStyle/>
          <a:p>
            <a:r>
              <a:rPr lang="tr-TR" dirty="0"/>
              <a:t>Python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F238DD-CFC8-41E9-9538-C99D4CEAB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225008"/>
              </p:ext>
            </p:extLst>
          </p:nvPr>
        </p:nvGraphicFramePr>
        <p:xfrm>
          <a:off x="4939646" y="1993692"/>
          <a:ext cx="6764626" cy="4096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60474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E0A0D56-C9AD-4110-91AE-2A4BBF5C88C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 title="Rule Line">
            <a:extLst>
              <a:ext uri="{FF2B5EF4-FFF2-40B4-BE49-F238E27FC236}">
                <a16:creationId xmlns:a16="http://schemas.microsoft.com/office/drawing/2014/main" id="{ED22D97A-9000-40A1-A671-A23DB8BF93C3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39646" y="2176009"/>
            <a:ext cx="6764625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FF6CD192-AEC2-4532-8B04-F0222376472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3640541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Box of gems pic">
            <a:extLst>
              <a:ext uri="{FF2B5EF4-FFF2-40B4-BE49-F238E27FC236}">
                <a16:creationId xmlns:a16="http://schemas.microsoft.com/office/drawing/2014/main" id="{FFEB3E60-687C-416C-AE5F-77A5C14F7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70" y="2465203"/>
            <a:ext cx="2959246" cy="250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D059AB-FF5A-4ABA-BEFD-8EAEEC83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646" y="568345"/>
            <a:ext cx="6764625" cy="1560716"/>
          </a:xfrm>
        </p:spPr>
        <p:txBody>
          <a:bodyPr>
            <a:normAutofit/>
          </a:bodyPr>
          <a:lstStyle/>
          <a:p>
            <a:r>
              <a:rPr lang="tr-TR" dirty="0"/>
              <a:t>Ruby, Go, and Rust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99E0745-CD87-43F7-8E1B-0DE204EFC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713081"/>
              </p:ext>
            </p:extLst>
          </p:nvPr>
        </p:nvGraphicFramePr>
        <p:xfrm>
          <a:off x="4939646" y="2129061"/>
          <a:ext cx="6764626" cy="3960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70726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A9FCEA6D-94D7-4154-9B68-EC9521ED7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8BA02-9E8E-44F1-B494-CBDE6D41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/>
              <a:t>C# &amp; Objective-C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E2FDA4F-6F5D-43BB-8EF5-E2B75C863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E8BC397-BB5D-4F5D-B000-5827429AE9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" r="-3" b="-3"/>
          <a:stretch/>
        </p:blipFill>
        <p:spPr>
          <a:xfrm>
            <a:off x="8770337" y="-8545"/>
            <a:ext cx="3424512" cy="3435409"/>
          </a:xfrm>
          <a:prstGeom prst="rect">
            <a:avLst/>
          </a:prstGeom>
        </p:spPr>
      </p:pic>
      <p:pic>
        <p:nvPicPr>
          <p:cNvPr id="3074" name="Picture 2" descr="Görsel sonucu">
            <a:extLst>
              <a:ext uri="{FF2B5EF4-FFF2-40B4-BE49-F238E27FC236}">
                <a16:creationId xmlns:a16="http://schemas.microsoft.com/office/drawing/2014/main" id="{E21FF424-690E-4890-9594-0FB7326AA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6" r="20481" b="-3"/>
          <a:stretch/>
        </p:blipFill>
        <p:spPr bwMode="auto">
          <a:xfrm>
            <a:off x="8767488" y="3422591"/>
            <a:ext cx="3424512" cy="3435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4806C7-B9F5-4499-97E8-AC178D47E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45218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7041040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B2EC0290-9545-4FEA-A6DB-61D59708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 err="1"/>
              <a:t>Instructions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Windows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CC1364E3-98F1-45E5-87CE-29C307AEB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88276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1792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BD4B9-1BED-4EFD-A79B-39B639993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/>
              <a:t>Options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Windows 10 installer start">
            <a:extLst>
              <a:ext uri="{FF2B5EF4-FFF2-40B4-BE49-F238E27FC236}">
                <a16:creationId xmlns:a16="http://schemas.microsoft.com/office/drawing/2014/main" id="{4F09AFDD-1BB5-4592-92CE-B49E91F32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3" r="31509" b="2"/>
          <a:stretch/>
        </p:blipFill>
        <p:spPr bwMode="auto">
          <a:xfrm>
            <a:off x="8770337" y="-8545"/>
            <a:ext cx="3424512" cy="687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B1DC61-91F3-4997-B883-62D607332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665294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3229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137">
            <a:extLst>
              <a:ext uri="{FF2B5EF4-FFF2-40B4-BE49-F238E27FC236}">
                <a16:creationId xmlns:a16="http://schemas.microsoft.com/office/drawing/2014/main" id="{F21F32C5-F252-44BF-9C6A-63FBD64AED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52" name="Straight Connector 139" title="Rule Line">
            <a:extLst>
              <a:ext uri="{FF2B5EF4-FFF2-40B4-BE49-F238E27FC236}">
                <a16:creationId xmlns:a16="http://schemas.microsoft.com/office/drawing/2014/main" id="{018C418A-14F6-4C30-BB8F-DE7AA76F94E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Starting Bitcoin Core">
            <a:extLst>
              <a:ext uri="{FF2B5EF4-FFF2-40B4-BE49-F238E27FC236}">
                <a16:creationId xmlns:a16="http://schemas.microsoft.com/office/drawing/2014/main" id="{17CE598B-9DEC-443B-8CB3-530E7F7C1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0355"/>
          <a:stretch/>
        </p:blipFill>
        <p:spPr bwMode="auto">
          <a:xfrm>
            <a:off x="298719" y="839083"/>
            <a:ext cx="4001315" cy="258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Bitcoin-Qt Welcome">
            <a:extLst>
              <a:ext uri="{FF2B5EF4-FFF2-40B4-BE49-F238E27FC236}">
                <a16:creationId xmlns:a16="http://schemas.microsoft.com/office/drawing/2014/main" id="{ED8E2E35-5E0C-4321-976C-9CA517EE5F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0" r="7201" b="-3"/>
          <a:stretch/>
        </p:blipFill>
        <p:spPr bwMode="auto">
          <a:xfrm>
            <a:off x="298719" y="3843934"/>
            <a:ext cx="4001315" cy="258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C186E1-A767-414E-BCB1-BD68E3BF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072" y="568345"/>
            <a:ext cx="6755199" cy="1560716"/>
          </a:xfrm>
        </p:spPr>
        <p:txBody>
          <a:bodyPr>
            <a:normAutofit/>
          </a:bodyPr>
          <a:lstStyle/>
          <a:p>
            <a:r>
              <a:rPr lang="tr-TR" dirty="0"/>
              <a:t>Bitcoin Core GUI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5E651B3-C69E-41D3-8ACA-9E2FDE7F5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066655"/>
              </p:ext>
            </p:extLst>
          </p:nvPr>
        </p:nvGraphicFramePr>
        <p:xfrm>
          <a:off x="4949072" y="2360952"/>
          <a:ext cx="6755199" cy="4425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658502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DEAB1-A8C1-4798-B5FD-E835E901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528" y="568345"/>
            <a:ext cx="3851743" cy="1560716"/>
          </a:xfrm>
        </p:spPr>
        <p:txBody>
          <a:bodyPr>
            <a:normAutofit/>
          </a:bodyPr>
          <a:lstStyle/>
          <a:p>
            <a:r>
              <a:rPr lang="tr-TR" dirty="0"/>
              <a:t>download the block 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C61D8-3F17-4863-96AE-77642C80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48" y="2608287"/>
            <a:ext cx="4707697" cy="304823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7928D8-416B-4CDD-9EBC-8430527DB8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547120"/>
              </p:ext>
            </p:extLst>
          </p:nvPr>
        </p:nvGraphicFramePr>
        <p:xfrm>
          <a:off x="5130593" y="2140688"/>
          <a:ext cx="6799137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93942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084094C-1877-45DD-9377-EE5E15F5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Final </a:t>
            </a:r>
            <a:r>
              <a:rPr lang="tr-TR" dirty="0" err="1"/>
              <a:t>Steps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786B7554-6143-473C-BAD6-BFCF9DC97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84410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36081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084094C-1877-45DD-9377-EE5E15F5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Final </a:t>
            </a:r>
            <a:r>
              <a:rPr lang="tr-TR" dirty="0" err="1"/>
              <a:t>Steps</a:t>
            </a:r>
            <a:endParaRPr lang="en-US" dirty="0"/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786B7554-6143-473C-BAD6-BFCF9DC97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2838665"/>
              </p:ext>
            </p:extLst>
          </p:nvPr>
        </p:nvGraphicFramePr>
        <p:xfrm>
          <a:off x="735931" y="2005263"/>
          <a:ext cx="11038973" cy="450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8371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necklace&#10;&#10;Description generated with high confidence">
            <a:extLst>
              <a:ext uri="{FF2B5EF4-FFF2-40B4-BE49-F238E27FC236}">
                <a16:creationId xmlns:a16="http://schemas.microsoft.com/office/drawing/2014/main" id="{44705BF3-91A6-4CB6-9A5A-14F3DAB2A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86" b="16801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C6FBE0-F071-449F-82EC-4CC1A7FD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9000"/>
              </a:lnSpc>
            </a:pPr>
            <a:r>
              <a:rPr lang="en-US" sz="4400"/>
              <a:t>Discussions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9DBA32-579C-48E3-855A-88F93A031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344821"/>
              </p:ext>
            </p:extLst>
          </p:nvPr>
        </p:nvGraphicFramePr>
        <p:xfrm>
          <a:off x="763793" y="2753958"/>
          <a:ext cx="11112649" cy="3388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74479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50B50BD2-1B68-4E2B-9BFB-7D46B0B8107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9992" r="9992"/>
          <a:stretch>
            <a:fillRect/>
          </a:stretch>
        </p:blipFill>
        <p:spPr>
          <a:xfrm>
            <a:off x="480237" y="368075"/>
            <a:ext cx="11231526" cy="624682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2079</Words>
  <Application>Microsoft Office PowerPoint</Application>
  <PresentationFormat>Geniş ekran</PresentationFormat>
  <Paragraphs>507</Paragraphs>
  <Slides>48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48</vt:i4>
      </vt:variant>
    </vt:vector>
  </HeadingPairs>
  <TitlesOfParts>
    <vt:vector size="53" baseType="lpstr">
      <vt:lpstr>Calibri</vt:lpstr>
      <vt:lpstr>Century Schoolbook</vt:lpstr>
      <vt:lpstr>Corbel</vt:lpstr>
      <vt:lpstr>Times New Roman</vt:lpstr>
      <vt:lpstr>Feathered</vt:lpstr>
      <vt:lpstr>Chapter 3 Bitcoin Core: The Reference Implementation</vt:lpstr>
      <vt:lpstr>Content</vt:lpstr>
      <vt:lpstr>Bitcoin: an open source project </vt:lpstr>
      <vt:lpstr>Bitcoin: an open source project </vt:lpstr>
      <vt:lpstr>Bitcoin: an open source project </vt:lpstr>
      <vt:lpstr>Satoshi Client</vt:lpstr>
      <vt:lpstr>Bitcoin Core</vt:lpstr>
      <vt:lpstr>Bitcoin Core Features</vt:lpstr>
      <vt:lpstr>Wallet in Bitcoin Core</vt:lpstr>
      <vt:lpstr>Wallet in Bitcoin Core</vt:lpstr>
      <vt:lpstr>Wallet in Bitcoin Core</vt:lpstr>
      <vt:lpstr>Bitcoin Development Environment</vt:lpstr>
      <vt:lpstr>Download Bitcoin Core’s Source Code</vt:lpstr>
      <vt:lpstr>Selecting a Bitcoin Core Release</vt:lpstr>
      <vt:lpstr>Running a Bitcoin Core Node</vt:lpstr>
      <vt:lpstr>Running a Bitcoin Core Node</vt:lpstr>
      <vt:lpstr>Resources</vt:lpstr>
      <vt:lpstr>Minimum Requirements</vt:lpstr>
      <vt:lpstr>Various Solutions</vt:lpstr>
      <vt:lpstr>Reasons to Run a Node</vt:lpstr>
      <vt:lpstr>Reasons to Run a Node</vt:lpstr>
      <vt:lpstr>Running Bitcoin Core for the First Time</vt:lpstr>
      <vt:lpstr>Configuring the Bitcoin Core Node</vt:lpstr>
      <vt:lpstr>Other Configurations</vt:lpstr>
      <vt:lpstr>most important options</vt:lpstr>
      <vt:lpstr>most important options</vt:lpstr>
      <vt:lpstr>most important options</vt:lpstr>
      <vt:lpstr>most important options</vt:lpstr>
      <vt:lpstr>most important options</vt:lpstr>
      <vt:lpstr>most important options</vt:lpstr>
      <vt:lpstr>most important options</vt:lpstr>
      <vt:lpstr>Bitcoin Core’s Programmatic Interface</vt:lpstr>
      <vt:lpstr>Bitcoin Core’s Programmatic Interface</vt:lpstr>
      <vt:lpstr>Pythonbitcoinlib library</vt:lpstr>
      <vt:lpstr>Alternative Clients, Libraries, and Toolkits</vt:lpstr>
      <vt:lpstr>JavaScript</vt:lpstr>
      <vt:lpstr>Java</vt:lpstr>
      <vt:lpstr>Python</vt:lpstr>
      <vt:lpstr>Ruby, Go, and Rust</vt:lpstr>
      <vt:lpstr>C# &amp; Objective-C</vt:lpstr>
      <vt:lpstr>Instructions for Windows</vt:lpstr>
      <vt:lpstr>Options</vt:lpstr>
      <vt:lpstr>Bitcoin Core GUI</vt:lpstr>
      <vt:lpstr>download the block chain</vt:lpstr>
      <vt:lpstr>Final Steps</vt:lpstr>
      <vt:lpstr>Final Steps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Bitcoin Core: The Reference Implementation</dc:title>
  <dc:creator>YUSUF ALTUNEL</dc:creator>
  <cp:lastModifiedBy>YUSUF ALTUNEL</cp:lastModifiedBy>
  <cp:revision>3</cp:revision>
  <dcterms:created xsi:type="dcterms:W3CDTF">2021-03-13T13:03:29Z</dcterms:created>
  <dcterms:modified xsi:type="dcterms:W3CDTF">2022-10-21T05:54:00Z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2021-03-13T13:04:29Z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7af98454-4119-48e2-b5ec-1495a3a7cf9a</vt:lpwstr>
  </property>
  <property fmtid="{D5CDD505-2E9C-101B-9397-08002B2CF9AE}" pid="8" name="MSIP_Label_c66f6488-6f7b-4340-b880-828136ff7811_ContentBits">
    <vt:lpwstr>0</vt:lpwstr>
  </property>
</Properties>
</file>